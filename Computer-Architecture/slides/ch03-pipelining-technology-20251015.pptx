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jpg" ContentType="image/jp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Default Extension="png" ContentType="image/png"/>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slide" Target="slides/slide202.xml"/><Relationship Id="rId208" Type="http://schemas.openxmlformats.org/officeDocument/2006/relationships/slide" Target="slides/slide203.xml"/><Relationship Id="rId209" Type="http://schemas.openxmlformats.org/officeDocument/2006/relationships/slide" Target="slides/slide204.xml"/><Relationship Id="rId210" Type="http://schemas.openxmlformats.org/officeDocument/2006/relationships/slide" Target="slides/slide205.xml"/><Relationship Id="rId211" Type="http://schemas.openxmlformats.org/officeDocument/2006/relationships/slide" Target="slides/slide206.xml"/><Relationship Id="rId212" Type="http://schemas.openxmlformats.org/officeDocument/2006/relationships/slide" Target="slides/slide207.xml"/><Relationship Id="rId213" Type="http://schemas.openxmlformats.org/officeDocument/2006/relationships/slide" Target="slides/slide208.xml"/><Relationship Id="rId214" Type="http://schemas.openxmlformats.org/officeDocument/2006/relationships/slide" Target="slides/slide209.xml"/><Relationship Id="rId215" Type="http://schemas.openxmlformats.org/officeDocument/2006/relationships/slide" Target="slides/slide210.xml"/><Relationship Id="rId216" Type="http://schemas.openxmlformats.org/officeDocument/2006/relationships/slide" Target="slides/slide2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u="heavy">
                <a:solidFill>
                  <a:srgbClr val="4F55AC"/>
                </a:solidFill>
                <a:latin typeface="黑体"/>
                <a:cs typeface="黑体"/>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u="heavy">
                <a:solidFill>
                  <a:srgbClr val="4F55A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63637" y="197307"/>
            <a:ext cx="11041380" cy="514350"/>
          </a:xfrm>
          <a:prstGeom prst="rect">
            <a:avLst/>
          </a:prstGeom>
        </p:spPr>
        <p:txBody>
          <a:bodyPr wrap="square" lIns="0" tIns="0" rIns="0" bIns="0">
            <a:spAutoFit/>
          </a:bodyPr>
          <a:lstStyle>
            <a:lvl1pPr>
              <a:defRPr sz="3200" b="0" i="0" u="heavy">
                <a:solidFill>
                  <a:srgbClr val="4F55AC"/>
                </a:solidFill>
                <a:latin typeface="黑体"/>
                <a:cs typeface="黑体"/>
              </a:defRPr>
            </a:lvl1pPr>
          </a:lstStyle>
          <a:p/>
        </p:txBody>
      </p:sp>
      <p:sp>
        <p:nvSpPr>
          <p:cNvPr id="3" name="Holder 3"/>
          <p:cNvSpPr>
            <a:spLocks noGrp="1"/>
          </p:cNvSpPr>
          <p:nvPr>
            <p:ph type="body" idx="1"/>
          </p:nvPr>
        </p:nvSpPr>
        <p:spPr>
          <a:xfrm>
            <a:off x="1905000" y="1509712"/>
            <a:ext cx="8496300" cy="479361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25.xml"/><Relationship Id="rId4" Type="http://schemas.openxmlformats.org/officeDocument/2006/relationships/slide" Target="slide75.xml"/><Relationship Id="rId5" Type="http://schemas.openxmlformats.org/officeDocument/2006/relationships/slide" Target="slide103.xml"/><Relationship Id="rId6" Type="http://schemas.openxmlformats.org/officeDocument/2006/relationships/slide" Target="slide18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g"/><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3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png"/><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g"/><Relationship Id="rId3" Type="http://schemas.openxmlformats.org/officeDocument/2006/relationships/image" Target="../media/image36.png"/><Relationship Id="rId4" Type="http://schemas.openxmlformats.org/officeDocument/2006/relationships/image" Target="../media/image3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jpg"/><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 Id="rId16" Type="http://schemas.openxmlformats.org/officeDocument/2006/relationships/image" Target="../media/image54.png"/><Relationship Id="rId17" Type="http://schemas.openxmlformats.org/officeDocument/2006/relationships/image" Target="../media/image55.png"/><Relationship Id="rId18"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 Id="rId18" Type="http://schemas.openxmlformats.org/officeDocument/2006/relationships/image" Target="../media/image7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 Id="rId12" Type="http://schemas.openxmlformats.org/officeDocument/2006/relationships/image" Target="../media/image84.png"/><Relationship Id="rId13" Type="http://schemas.openxmlformats.org/officeDocument/2006/relationships/image" Target="../media/image85.png"/><Relationship Id="rId14" Type="http://schemas.openxmlformats.org/officeDocument/2006/relationships/image" Target="../media/image86.png"/><Relationship Id="rId15" Type="http://schemas.openxmlformats.org/officeDocument/2006/relationships/image" Target="../media/image87.png"/><Relationship Id="rId16" Type="http://schemas.openxmlformats.org/officeDocument/2006/relationships/image" Target="../media/image88.png"/><Relationship Id="rId17" Type="http://schemas.openxmlformats.org/officeDocument/2006/relationships/image" Target="../media/image8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 Id="rId12" Type="http://schemas.openxmlformats.org/officeDocument/2006/relationships/image" Target="../media/image84.png"/><Relationship Id="rId13" Type="http://schemas.openxmlformats.org/officeDocument/2006/relationships/image" Target="../media/image85.png"/><Relationship Id="rId14" Type="http://schemas.openxmlformats.org/officeDocument/2006/relationships/image" Target="../media/image86.png"/><Relationship Id="rId15" Type="http://schemas.openxmlformats.org/officeDocument/2006/relationships/image" Target="../media/image87.png"/><Relationship Id="rId16" Type="http://schemas.openxmlformats.org/officeDocument/2006/relationships/image" Target="../media/image88.png"/><Relationship Id="rId17" Type="http://schemas.openxmlformats.org/officeDocument/2006/relationships/image" Target="../media/image8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png"/><Relationship Id="rId3" Type="http://schemas.openxmlformats.org/officeDocument/2006/relationships/image" Target="../media/image9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png"/><Relationship Id="rId3" Type="http://schemas.openxmlformats.org/officeDocument/2006/relationships/image" Target="../media/image9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0.png"/><Relationship Id="rId3" Type="http://schemas.openxmlformats.org/officeDocument/2006/relationships/image" Target="../media/image10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03.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09.png"/><Relationship Id="rId7" Type="http://schemas.openxmlformats.org/officeDocument/2006/relationships/image" Target="../media/image12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03.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09.png"/><Relationship Id="rId7" Type="http://schemas.openxmlformats.org/officeDocument/2006/relationships/image" Target="../media/image121.png"/><Relationship Id="rId8" Type="http://schemas.openxmlformats.org/officeDocument/2006/relationships/image" Target="../media/image122.png"/><Relationship Id="rId9" Type="http://schemas.openxmlformats.org/officeDocument/2006/relationships/image" Target="../media/image123.png"/><Relationship Id="rId10" Type="http://schemas.openxmlformats.org/officeDocument/2006/relationships/image" Target="../media/image12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03.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09.png"/><Relationship Id="rId7" Type="http://schemas.openxmlformats.org/officeDocument/2006/relationships/image" Target="../media/image121.png"/><Relationship Id="rId8" Type="http://schemas.openxmlformats.org/officeDocument/2006/relationships/image" Target="../media/image125.png"/><Relationship Id="rId9" Type="http://schemas.openxmlformats.org/officeDocument/2006/relationships/image" Target="../media/image126.png"/><Relationship Id="rId10" Type="http://schemas.openxmlformats.org/officeDocument/2006/relationships/image" Target="../media/image127.png"/><Relationship Id="rId11" Type="http://schemas.openxmlformats.org/officeDocument/2006/relationships/image" Target="../media/image128.png"/><Relationship Id="rId12" Type="http://schemas.openxmlformats.org/officeDocument/2006/relationships/image" Target="../media/image12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03.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09.png"/><Relationship Id="rId7" Type="http://schemas.openxmlformats.org/officeDocument/2006/relationships/image" Target="../media/image121.png"/><Relationship Id="rId8" Type="http://schemas.openxmlformats.org/officeDocument/2006/relationships/image" Target="../media/image125.png"/><Relationship Id="rId9" Type="http://schemas.openxmlformats.org/officeDocument/2006/relationships/image" Target="../media/image126.png"/><Relationship Id="rId10" Type="http://schemas.openxmlformats.org/officeDocument/2006/relationships/image" Target="../media/image127.png"/><Relationship Id="rId11" Type="http://schemas.openxmlformats.org/officeDocument/2006/relationships/image" Target="../media/image128.png"/><Relationship Id="rId12" Type="http://schemas.openxmlformats.org/officeDocument/2006/relationships/image" Target="../media/image129.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03.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09.png"/><Relationship Id="rId7" Type="http://schemas.openxmlformats.org/officeDocument/2006/relationships/image" Target="../media/image121.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6.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6.jpg"/><Relationship Id="rId3" Type="http://schemas.openxmlformats.org/officeDocument/2006/relationships/image" Target="../media/image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7.jpg"/><Relationship Id="rId3" Type="http://schemas.openxmlformats.org/officeDocument/2006/relationships/image" Target="../media/image138.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9.jpg"/><Relationship Id="rId3" Type="http://schemas.openxmlformats.org/officeDocument/2006/relationships/image" Target="../media/image137.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0.jpg"/><Relationship Id="rId3" Type="http://schemas.openxmlformats.org/officeDocument/2006/relationships/image" Target="../media/image139.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1.jpg"/><Relationship Id="rId3" Type="http://schemas.openxmlformats.org/officeDocument/2006/relationships/image" Target="../media/image14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4.jpg"/><Relationship Id="rId3" Type="http://schemas.openxmlformats.org/officeDocument/2006/relationships/image" Target="../media/image14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6.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7.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8.jpg"/><Relationship Id="rId3" Type="http://schemas.openxmlformats.org/officeDocument/2006/relationships/image" Target="../media/image149.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0.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1.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9.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0.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2.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2.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3.png"/><Relationship Id="rId3" Type="http://schemas.openxmlformats.org/officeDocument/2006/relationships/image" Target="../media/image164.jpg"/><Relationship Id="rId4" Type="http://schemas.openxmlformats.org/officeDocument/2006/relationships/image" Target="../media/image165.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2.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6.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95.png"/><Relationship Id="rId4" Type="http://schemas.openxmlformats.org/officeDocument/2006/relationships/image" Target="../media/image166.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7.png"/><Relationship Id="rId3" Type="http://schemas.openxmlformats.org/officeDocument/2006/relationships/image" Target="../media/image168.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6.png"/><Relationship Id="rId3" Type="http://schemas.openxmlformats.org/officeDocument/2006/relationships/image" Target="../media/image168.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7.png"/><Relationship Id="rId3" Type="http://schemas.openxmlformats.org/officeDocument/2006/relationships/image" Target="../media/image178.png"/><Relationship Id="rId4" Type="http://schemas.openxmlformats.org/officeDocument/2006/relationships/image" Target="../media/image179.png"/><Relationship Id="rId5" Type="http://schemas.openxmlformats.org/officeDocument/2006/relationships/image" Target="../media/image180.png"/><Relationship Id="rId6" Type="http://schemas.openxmlformats.org/officeDocument/2006/relationships/image" Target="../media/image181.png"/><Relationship Id="rId7" Type="http://schemas.openxmlformats.org/officeDocument/2006/relationships/image" Target="../media/image182.png"/><Relationship Id="rId8" Type="http://schemas.openxmlformats.org/officeDocument/2006/relationships/image" Target="../media/image183.png"/><Relationship Id="rId9" Type="http://schemas.openxmlformats.org/officeDocument/2006/relationships/image" Target="../media/image184.png"/><Relationship Id="rId10" Type="http://schemas.openxmlformats.org/officeDocument/2006/relationships/image" Target="../media/image18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87.xml"/><Relationship Id="rId3" Type="http://schemas.openxmlformats.org/officeDocument/2006/relationships/image" Target="../media/image186.png"/><Relationship Id="rId4" Type="http://schemas.openxmlformats.org/officeDocument/2006/relationships/image" Target="../media/image187.png"/><Relationship Id="rId5" Type="http://schemas.openxmlformats.org/officeDocument/2006/relationships/image" Target="../media/image188.png"/><Relationship Id="rId6" Type="http://schemas.openxmlformats.org/officeDocument/2006/relationships/image" Target="../media/image189.png"/><Relationship Id="rId7" Type="http://schemas.openxmlformats.org/officeDocument/2006/relationships/image" Target="../media/image190.png"/><Relationship Id="rId8" Type="http://schemas.openxmlformats.org/officeDocument/2006/relationships/image" Target="../media/image191.png"/><Relationship Id="rId9" Type="http://schemas.openxmlformats.org/officeDocument/2006/relationships/image" Target="../media/image192.png"/><Relationship Id="rId10" Type="http://schemas.openxmlformats.org/officeDocument/2006/relationships/image" Target="../media/image193.png"/><Relationship Id="rId11" Type="http://schemas.openxmlformats.org/officeDocument/2006/relationships/image" Target="../media/image194.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5.png"/><Relationship Id="rId3" Type="http://schemas.openxmlformats.org/officeDocument/2006/relationships/image" Target="../media/image196.png"/><Relationship Id="rId4" Type="http://schemas.openxmlformats.org/officeDocument/2006/relationships/image" Target="../media/image197.png"/><Relationship Id="rId5" Type="http://schemas.openxmlformats.org/officeDocument/2006/relationships/image" Target="../media/image198.png"/><Relationship Id="rId6" Type="http://schemas.openxmlformats.org/officeDocument/2006/relationships/image" Target="../media/image199.png"/><Relationship Id="rId7" Type="http://schemas.openxmlformats.org/officeDocument/2006/relationships/image" Target="../media/image200.png"/><Relationship Id="rId8" Type="http://schemas.openxmlformats.org/officeDocument/2006/relationships/image" Target="../media/image201.png"/><Relationship Id="rId9" Type="http://schemas.openxmlformats.org/officeDocument/2006/relationships/image" Target="../media/image202.png"/><Relationship Id="rId10" Type="http://schemas.openxmlformats.org/officeDocument/2006/relationships/image" Target="../media/image19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10.png"/><Relationship Id="rId11" Type="http://schemas.openxmlformats.org/officeDocument/2006/relationships/image" Target="../media/image21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199.png"/><Relationship Id="rId7" Type="http://schemas.openxmlformats.org/officeDocument/2006/relationships/image" Target="../media/image216.png"/><Relationship Id="rId8" Type="http://schemas.openxmlformats.org/officeDocument/2006/relationships/image" Target="../media/image217.png"/><Relationship Id="rId9" Type="http://schemas.openxmlformats.org/officeDocument/2006/relationships/image" Target="../media/image218.png"/><Relationship Id="rId10" Type="http://schemas.openxmlformats.org/officeDocument/2006/relationships/image" Target="../media/image194.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5.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9.png"/><Relationship Id="rId3" Type="http://schemas.openxmlformats.org/officeDocument/2006/relationships/image" Target="../media/image187.png"/><Relationship Id="rId4" Type="http://schemas.openxmlformats.org/officeDocument/2006/relationships/image" Target="../media/image188.png"/><Relationship Id="rId5" Type="http://schemas.openxmlformats.org/officeDocument/2006/relationships/image" Target="../media/image220.png"/><Relationship Id="rId6" Type="http://schemas.openxmlformats.org/officeDocument/2006/relationships/image" Target="../media/image190.png"/><Relationship Id="rId7" Type="http://schemas.openxmlformats.org/officeDocument/2006/relationships/image" Target="../media/image191.png"/><Relationship Id="rId8" Type="http://schemas.openxmlformats.org/officeDocument/2006/relationships/image" Target="../media/image221.png"/><Relationship Id="rId9" Type="http://schemas.openxmlformats.org/officeDocument/2006/relationships/image" Target="../media/image193.png"/><Relationship Id="rId10" Type="http://schemas.openxmlformats.org/officeDocument/2006/relationships/image" Target="../media/image194.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462405" cy="333375"/>
          </a:xfrm>
          <a:custGeom>
            <a:avLst/>
            <a:gdLst/>
            <a:ahLst/>
            <a:cxnLst/>
            <a:rect l="l" t="t" r="r" b="b"/>
            <a:pathLst>
              <a:path w="1462405" h="333375">
                <a:moveTo>
                  <a:pt x="0" y="333375"/>
                </a:moveTo>
                <a:lnTo>
                  <a:pt x="1462151" y="333375"/>
                </a:lnTo>
                <a:lnTo>
                  <a:pt x="1462151" y="0"/>
                </a:lnTo>
                <a:lnTo>
                  <a:pt x="0" y="0"/>
                </a:lnTo>
                <a:lnTo>
                  <a:pt x="0" y="333375"/>
                </a:lnTo>
                <a:close/>
              </a:path>
            </a:pathLst>
          </a:custGeom>
          <a:solidFill>
            <a:srgbClr val="044775"/>
          </a:solidFill>
        </p:spPr>
        <p:txBody>
          <a:bodyPr wrap="square" lIns="0" tIns="0" rIns="0" bIns="0" rtlCol="0"/>
          <a:lstStyle/>
          <a:p/>
        </p:txBody>
      </p:sp>
      <p:sp>
        <p:nvSpPr>
          <p:cNvPr id="9" name="object 9" descr=""/>
          <p:cNvSpPr/>
          <p:nvPr/>
        </p:nvSpPr>
        <p:spPr>
          <a:xfrm>
            <a:off x="10668000" y="6524624"/>
            <a:ext cx="1516380" cy="333375"/>
          </a:xfrm>
          <a:custGeom>
            <a:avLst/>
            <a:gdLst/>
            <a:ahLst/>
            <a:cxnLst/>
            <a:rect l="l" t="t" r="r" b="b"/>
            <a:pathLst>
              <a:path w="1516379" h="333375">
                <a:moveTo>
                  <a:pt x="0" y="333375"/>
                </a:moveTo>
                <a:lnTo>
                  <a:pt x="1516061" y="333375"/>
                </a:lnTo>
                <a:lnTo>
                  <a:pt x="1516061" y="0"/>
                </a:lnTo>
                <a:lnTo>
                  <a:pt x="0" y="0"/>
                </a:lnTo>
                <a:lnTo>
                  <a:pt x="0" y="333375"/>
                </a:lnTo>
                <a:close/>
              </a:path>
            </a:pathLst>
          </a:custGeom>
          <a:solidFill>
            <a:srgbClr val="044775"/>
          </a:solidFill>
        </p:spPr>
        <p:txBody>
          <a:bodyPr wrap="square" lIns="0" tIns="0" rIns="0" bIns="0" rtlCol="0"/>
          <a:lstStyle/>
          <a:p/>
        </p:txBody>
      </p:sp>
      <p:sp>
        <p:nvSpPr>
          <p:cNvPr id="10" name="object 10"/>
          <p:cNvSpPr txBox="1">
            <a:spLocks noGrp="1"/>
          </p:cNvSpPr>
          <p:nvPr>
            <p:ph type="title"/>
          </p:nvPr>
        </p:nvSpPr>
        <p:spPr>
          <a:xfrm>
            <a:off x="4304791" y="161289"/>
            <a:ext cx="3289300" cy="513715"/>
          </a:xfrm>
          <a:prstGeom prst="rect"/>
        </p:spPr>
        <p:txBody>
          <a:bodyPr wrap="square" lIns="0" tIns="12700" rIns="0" bIns="0" rtlCol="0" vert="horz">
            <a:spAutoFit/>
          </a:bodyPr>
          <a:lstStyle/>
          <a:p>
            <a:pPr marL="12700">
              <a:lnSpc>
                <a:spcPct val="100000"/>
              </a:lnSpc>
              <a:spcBef>
                <a:spcPts val="100"/>
              </a:spcBef>
            </a:pPr>
            <a:r>
              <a:rPr dirty="0" u="none" spc="-30" b="1">
                <a:latin typeface="黑体"/>
                <a:cs typeface="黑体"/>
              </a:rPr>
              <a:t>第</a:t>
            </a:r>
            <a:r>
              <a:rPr dirty="0" u="none" spc="-20" b="1">
                <a:latin typeface="黑体"/>
                <a:cs typeface="黑体"/>
              </a:rPr>
              <a:t>3</a:t>
            </a:r>
            <a:r>
              <a:rPr dirty="0" u="none" spc="-30" b="1">
                <a:latin typeface="黑体"/>
                <a:cs typeface="黑体"/>
              </a:rPr>
              <a:t>章 流水线技术</a:t>
            </a:r>
          </a:p>
        </p:txBody>
      </p:sp>
      <p:sp>
        <p:nvSpPr>
          <p:cNvPr id="11" name="object 11" descr=""/>
          <p:cNvSpPr txBox="1"/>
          <p:nvPr/>
        </p:nvSpPr>
        <p:spPr>
          <a:xfrm>
            <a:off x="4159122" y="2077593"/>
            <a:ext cx="3686175" cy="2403475"/>
          </a:xfrm>
          <a:prstGeom prst="rect">
            <a:avLst/>
          </a:prstGeom>
        </p:spPr>
        <p:txBody>
          <a:bodyPr wrap="square" lIns="0" tIns="122555" rIns="0" bIns="0" rtlCol="0" vert="horz">
            <a:spAutoFit/>
          </a:bodyPr>
          <a:lstStyle/>
          <a:p>
            <a:pPr lvl="1" marL="926465" indent="-913765">
              <a:lnSpc>
                <a:spcPct val="100000"/>
              </a:lnSpc>
              <a:spcBef>
                <a:spcPts val="9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2" action="ppaction://hlinksldjump"/>
              </a:rPr>
              <a:t>流水线的基本概念</a:t>
            </a:r>
            <a:endParaRPr sz="2400">
              <a:latin typeface="黑体"/>
              <a:cs typeface="黑体"/>
            </a:endParaRPr>
          </a:p>
          <a:p>
            <a:pPr lvl="1" marL="926465" indent="-913765">
              <a:lnSpc>
                <a:spcPct val="100000"/>
              </a:lnSpc>
              <a:spcBef>
                <a:spcPts val="860"/>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3" action="ppaction://hlinksldjump"/>
              </a:rPr>
              <a:t>流水线的性能指标</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4" action="ppaction://hlinksldjump"/>
              </a:rPr>
              <a:t>非线性流水线的调度</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5" action="ppaction://hlinksldjump"/>
              </a:rPr>
              <a:t>流水线的相关与冲突</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6" action="ppaction://hlinksldjump"/>
              </a:rPr>
              <a:t>流水线的实现</a:t>
            </a:r>
            <a:endParaRPr sz="2400">
              <a:latin typeface="黑体"/>
              <a:cs typeface="黑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793494" y="1766391"/>
            <a:ext cx="2425700" cy="437515"/>
          </a:xfrm>
          <a:prstGeom prst="rect">
            <a:avLst/>
          </a:prstGeom>
        </p:spPr>
        <p:txBody>
          <a:bodyPr wrap="square" lIns="0" tIns="12700" rIns="0" bIns="0" rtlCol="0" vert="horz">
            <a:spAutoFit/>
          </a:bodyPr>
          <a:lstStyle/>
          <a:p>
            <a:pPr marL="12700">
              <a:lnSpc>
                <a:spcPct val="100000"/>
              </a:lnSpc>
              <a:spcBef>
                <a:spcPts val="100"/>
              </a:spcBef>
            </a:pPr>
            <a:r>
              <a:rPr dirty="0" sz="2700" spc="-20">
                <a:solidFill>
                  <a:srgbClr val="E14B04"/>
                </a:solidFill>
                <a:latin typeface="黑体"/>
                <a:cs typeface="黑体"/>
              </a:rPr>
              <a:t>工业生产流水线</a:t>
            </a:r>
            <a:endParaRPr sz="2700">
              <a:latin typeface="黑体"/>
              <a:cs typeface="黑体"/>
            </a:endParaRPr>
          </a:p>
        </p:txBody>
      </p:sp>
      <p:sp>
        <p:nvSpPr>
          <p:cNvPr id="10" name="object 10"/>
          <p:cNvSpPr txBox="1">
            <a:spLocks noGrp="1"/>
          </p:cNvSpPr>
          <p:nvPr>
            <p:ph type="title"/>
          </p:nvPr>
        </p:nvSpPr>
        <p:spPr>
          <a:xfrm>
            <a:off x="3176397" y="161289"/>
            <a:ext cx="3700779"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3.1.1</a:t>
            </a:r>
            <a:r>
              <a:rPr dirty="0" u="none" spc="-40" b="1">
                <a:latin typeface="黑体"/>
                <a:cs typeface="黑体"/>
              </a:rPr>
              <a:t> 什么是流水线</a:t>
            </a:r>
          </a:p>
        </p:txBody>
      </p:sp>
      <p:sp>
        <p:nvSpPr>
          <p:cNvPr id="11" name="object 11" descr=""/>
          <p:cNvSpPr txBox="1"/>
          <p:nvPr/>
        </p:nvSpPr>
        <p:spPr>
          <a:xfrm>
            <a:off x="1706626" y="2408237"/>
            <a:ext cx="8593455" cy="3721100"/>
          </a:xfrm>
          <a:prstGeom prst="rect">
            <a:avLst/>
          </a:prstGeom>
          <a:ln w="9525">
            <a:solidFill>
              <a:srgbClr val="FF5CFF"/>
            </a:solidFill>
          </a:ln>
        </p:spPr>
        <p:txBody>
          <a:bodyPr wrap="square" lIns="0" tIns="135255" rIns="0" bIns="0" rtlCol="0" vert="horz">
            <a:spAutoFit/>
          </a:bodyPr>
          <a:lstStyle/>
          <a:p>
            <a:pPr marL="91440">
              <a:lnSpc>
                <a:spcPct val="100000"/>
              </a:lnSpc>
              <a:spcBef>
                <a:spcPts val="1065"/>
              </a:spcBef>
            </a:pPr>
            <a:r>
              <a:rPr dirty="0" sz="2000" spc="-10">
                <a:solidFill>
                  <a:srgbClr val="40458B"/>
                </a:solidFill>
                <a:latin typeface="黑体"/>
                <a:cs typeface="黑体"/>
              </a:rPr>
              <a:t>假设某产品的生产需要</a:t>
            </a:r>
            <a:r>
              <a:rPr dirty="0" sz="2000" spc="-15">
                <a:solidFill>
                  <a:srgbClr val="40458B"/>
                </a:solidFill>
                <a:latin typeface="Tahoma"/>
                <a:cs typeface="Tahoma"/>
              </a:rPr>
              <a:t>4</a:t>
            </a:r>
            <a:r>
              <a:rPr dirty="0" sz="2000" spc="-10">
                <a:solidFill>
                  <a:srgbClr val="40458B"/>
                </a:solidFill>
                <a:latin typeface="黑体"/>
                <a:cs typeface="黑体"/>
              </a:rPr>
              <a:t>道工序，车间只有</a:t>
            </a:r>
            <a:r>
              <a:rPr dirty="0" sz="2000" spc="-15">
                <a:solidFill>
                  <a:srgbClr val="40458B"/>
                </a:solidFill>
                <a:latin typeface="Tahoma"/>
                <a:cs typeface="Tahoma"/>
              </a:rPr>
              <a:t>1</a:t>
            </a:r>
            <a:r>
              <a:rPr dirty="0" sz="2000" spc="-10">
                <a:solidFill>
                  <a:srgbClr val="40458B"/>
                </a:solidFill>
                <a:latin typeface="黑体"/>
                <a:cs typeface="黑体"/>
              </a:rPr>
              <a:t>个工人，</a:t>
            </a:r>
            <a:r>
              <a:rPr dirty="0" sz="2000" spc="-10">
                <a:solidFill>
                  <a:srgbClr val="40458B"/>
                </a:solidFill>
                <a:latin typeface="Tahoma"/>
                <a:cs typeface="Tahoma"/>
              </a:rPr>
              <a:t>1</a:t>
            </a:r>
            <a:r>
              <a:rPr dirty="0" sz="2000" spc="-15">
                <a:solidFill>
                  <a:srgbClr val="40458B"/>
                </a:solidFill>
                <a:latin typeface="黑体"/>
                <a:cs typeface="黑体"/>
              </a:rPr>
              <a:t>套生产设备，该工人</a:t>
            </a:r>
            <a:endParaRPr sz="2000">
              <a:latin typeface="黑体"/>
              <a:cs typeface="黑体"/>
            </a:endParaRPr>
          </a:p>
          <a:p>
            <a:pPr marL="91440">
              <a:lnSpc>
                <a:spcPct val="100000"/>
              </a:lnSpc>
              <a:spcBef>
                <a:spcPts val="1200"/>
              </a:spcBef>
            </a:pPr>
            <a:r>
              <a:rPr dirty="0" sz="2000">
                <a:solidFill>
                  <a:srgbClr val="40458B"/>
                </a:solidFill>
                <a:latin typeface="黑体"/>
                <a:cs typeface="黑体"/>
              </a:rPr>
              <a:t>工作</a:t>
            </a:r>
            <a:r>
              <a:rPr dirty="0" sz="2000" spc="-10">
                <a:solidFill>
                  <a:srgbClr val="40458B"/>
                </a:solidFill>
                <a:latin typeface="Tahoma"/>
                <a:cs typeface="Tahoma"/>
              </a:rPr>
              <a:t>8</a:t>
            </a:r>
            <a:r>
              <a:rPr dirty="0" sz="2000" spc="-15">
                <a:solidFill>
                  <a:srgbClr val="40458B"/>
                </a:solidFill>
                <a:latin typeface="黑体"/>
                <a:cs typeface="黑体"/>
              </a:rPr>
              <a:t>个小时可生产</a:t>
            </a:r>
            <a:r>
              <a:rPr dirty="0" sz="2000" spc="-10">
                <a:solidFill>
                  <a:srgbClr val="40458B"/>
                </a:solidFill>
                <a:latin typeface="Tahoma"/>
                <a:cs typeface="Tahoma"/>
              </a:rPr>
              <a:t>120</a:t>
            </a:r>
            <a:r>
              <a:rPr dirty="0" sz="2000">
                <a:solidFill>
                  <a:srgbClr val="40458B"/>
                </a:solidFill>
                <a:latin typeface="黑体"/>
                <a:cs typeface="黑体"/>
              </a:rPr>
              <a:t>件</a:t>
            </a:r>
            <a:r>
              <a:rPr dirty="0" sz="2000" spc="-20">
                <a:solidFill>
                  <a:srgbClr val="40458B"/>
                </a:solidFill>
                <a:latin typeface="黑体"/>
                <a:cs typeface="黑体"/>
              </a:rPr>
              <a:t>（</a:t>
            </a:r>
            <a:r>
              <a:rPr dirty="0" sz="2000" spc="-10">
                <a:solidFill>
                  <a:srgbClr val="40458B"/>
                </a:solidFill>
                <a:latin typeface="黑体"/>
                <a:cs typeface="黑体"/>
              </a:rPr>
              <a:t>每</a:t>
            </a:r>
            <a:r>
              <a:rPr dirty="0" sz="2000" spc="-20">
                <a:solidFill>
                  <a:srgbClr val="40458B"/>
                </a:solidFill>
                <a:latin typeface="Tahoma"/>
                <a:cs typeface="Tahoma"/>
              </a:rPr>
              <a:t>4</a:t>
            </a:r>
            <a:r>
              <a:rPr dirty="0" sz="2000" spc="-10">
                <a:solidFill>
                  <a:srgbClr val="40458B"/>
                </a:solidFill>
                <a:latin typeface="黑体"/>
                <a:cs typeface="黑体"/>
              </a:rPr>
              <a:t>分钟生产</a:t>
            </a:r>
            <a:r>
              <a:rPr dirty="0" sz="2000" spc="-20">
                <a:solidFill>
                  <a:srgbClr val="40458B"/>
                </a:solidFill>
                <a:latin typeface="Tahoma"/>
                <a:cs typeface="Tahoma"/>
              </a:rPr>
              <a:t>1</a:t>
            </a:r>
            <a:r>
              <a:rPr dirty="0" sz="2000">
                <a:solidFill>
                  <a:srgbClr val="40458B"/>
                </a:solidFill>
                <a:latin typeface="黑体"/>
                <a:cs typeface="黑体"/>
              </a:rPr>
              <a:t>件）</a:t>
            </a:r>
            <a:r>
              <a:rPr dirty="0" sz="2000" spc="-30">
                <a:solidFill>
                  <a:srgbClr val="40458B"/>
                </a:solidFill>
                <a:latin typeface="黑体"/>
                <a:cs typeface="黑体"/>
              </a:rPr>
              <a:t>。要将该产品日产量提高到</a:t>
            </a:r>
            <a:endParaRPr sz="2000">
              <a:latin typeface="黑体"/>
              <a:cs typeface="黑体"/>
            </a:endParaRPr>
          </a:p>
          <a:p>
            <a:pPr marL="91440" marR="5698490">
              <a:lnSpc>
                <a:spcPct val="150000"/>
              </a:lnSpc>
            </a:pPr>
            <a:r>
              <a:rPr dirty="0" sz="2000" spc="-10">
                <a:solidFill>
                  <a:srgbClr val="40458B"/>
                </a:solidFill>
                <a:latin typeface="Tahoma"/>
                <a:cs typeface="Tahoma"/>
              </a:rPr>
              <a:t>480</a:t>
            </a:r>
            <a:r>
              <a:rPr dirty="0" sz="2000" spc="-15">
                <a:solidFill>
                  <a:srgbClr val="40458B"/>
                </a:solidFill>
                <a:latin typeface="黑体"/>
                <a:cs typeface="黑体"/>
              </a:rPr>
              <a:t>件，如何实现目标？</a:t>
            </a:r>
            <a:r>
              <a:rPr dirty="0" sz="2000" spc="-10">
                <a:solidFill>
                  <a:srgbClr val="40458B"/>
                </a:solidFill>
                <a:latin typeface="黑体"/>
                <a:cs typeface="黑体"/>
              </a:rPr>
              <a:t>例如生产口罩</a:t>
            </a:r>
            <a:r>
              <a:rPr dirty="0" sz="2000">
                <a:solidFill>
                  <a:srgbClr val="40458B"/>
                </a:solidFill>
                <a:latin typeface="黑体"/>
                <a:cs typeface="黑体"/>
              </a:rPr>
              <a:t>（三层</a:t>
            </a:r>
            <a:r>
              <a:rPr dirty="0" sz="2000" spc="-25">
                <a:solidFill>
                  <a:srgbClr val="40458B"/>
                </a:solidFill>
                <a:latin typeface="黑体"/>
                <a:cs typeface="黑体"/>
              </a:rPr>
              <a:t>）：</a:t>
            </a:r>
            <a:endParaRPr sz="2000">
              <a:latin typeface="黑体"/>
              <a:cs typeface="黑体"/>
            </a:endParaRPr>
          </a:p>
          <a:p>
            <a:pPr marL="2711450">
              <a:lnSpc>
                <a:spcPct val="100000"/>
              </a:lnSpc>
              <a:spcBef>
                <a:spcPts val="1205"/>
              </a:spcBef>
            </a:pPr>
            <a:r>
              <a:rPr dirty="0" sz="2000">
                <a:solidFill>
                  <a:srgbClr val="40458B"/>
                </a:solidFill>
                <a:latin typeface="黑体"/>
                <a:cs typeface="黑体"/>
              </a:rPr>
              <a:t>工序</a:t>
            </a:r>
            <a:r>
              <a:rPr dirty="0" sz="2000" spc="-10">
                <a:solidFill>
                  <a:srgbClr val="40458B"/>
                </a:solidFill>
                <a:latin typeface="Tahoma"/>
                <a:cs typeface="Tahoma"/>
              </a:rPr>
              <a:t>1</a:t>
            </a:r>
            <a:r>
              <a:rPr dirty="0" sz="2000" spc="-20">
                <a:solidFill>
                  <a:srgbClr val="40458B"/>
                </a:solidFill>
                <a:latin typeface="黑体"/>
                <a:cs typeface="黑体"/>
              </a:rPr>
              <a:t>：切割</a:t>
            </a:r>
            <a:endParaRPr sz="2000">
              <a:latin typeface="黑体"/>
              <a:cs typeface="黑体"/>
            </a:endParaRPr>
          </a:p>
          <a:p>
            <a:pPr algn="just" marL="2711450" marR="3698875">
              <a:lnSpc>
                <a:spcPct val="150000"/>
              </a:lnSpc>
            </a:pPr>
            <a:r>
              <a:rPr dirty="0" sz="2000">
                <a:solidFill>
                  <a:srgbClr val="40458B"/>
                </a:solidFill>
                <a:latin typeface="黑体"/>
                <a:cs typeface="黑体"/>
              </a:rPr>
              <a:t>工序</a:t>
            </a:r>
            <a:r>
              <a:rPr dirty="0" sz="2000" spc="-10">
                <a:solidFill>
                  <a:srgbClr val="40458B"/>
                </a:solidFill>
                <a:latin typeface="Tahoma"/>
                <a:cs typeface="Tahoma"/>
              </a:rPr>
              <a:t>2</a:t>
            </a:r>
            <a:r>
              <a:rPr dirty="0" sz="2000" spc="-20">
                <a:solidFill>
                  <a:srgbClr val="40458B"/>
                </a:solidFill>
                <a:latin typeface="黑体"/>
                <a:cs typeface="黑体"/>
              </a:rPr>
              <a:t>：第一层送入</a:t>
            </a:r>
            <a:r>
              <a:rPr dirty="0" sz="2000">
                <a:solidFill>
                  <a:srgbClr val="40458B"/>
                </a:solidFill>
                <a:latin typeface="黑体"/>
                <a:cs typeface="黑体"/>
              </a:rPr>
              <a:t>工序</a:t>
            </a:r>
            <a:r>
              <a:rPr dirty="0" sz="2000" spc="-10">
                <a:solidFill>
                  <a:srgbClr val="40458B"/>
                </a:solidFill>
                <a:latin typeface="Tahoma"/>
                <a:cs typeface="Tahoma"/>
              </a:rPr>
              <a:t>3</a:t>
            </a:r>
            <a:r>
              <a:rPr dirty="0" sz="2000" spc="-20">
                <a:solidFill>
                  <a:srgbClr val="40458B"/>
                </a:solidFill>
                <a:latin typeface="黑体"/>
                <a:cs typeface="黑体"/>
              </a:rPr>
              <a:t>：第二层送入</a:t>
            </a:r>
            <a:r>
              <a:rPr dirty="0" sz="2000">
                <a:solidFill>
                  <a:srgbClr val="40458B"/>
                </a:solidFill>
                <a:latin typeface="黑体"/>
                <a:cs typeface="黑体"/>
              </a:rPr>
              <a:t>工序</a:t>
            </a:r>
            <a:r>
              <a:rPr dirty="0" sz="2000" spc="-10">
                <a:solidFill>
                  <a:srgbClr val="40458B"/>
                </a:solidFill>
                <a:latin typeface="Tahoma"/>
                <a:cs typeface="Tahoma"/>
              </a:rPr>
              <a:t>4</a:t>
            </a:r>
            <a:r>
              <a:rPr dirty="0" sz="2000" spc="-20">
                <a:solidFill>
                  <a:srgbClr val="40458B"/>
                </a:solidFill>
                <a:latin typeface="黑体"/>
                <a:cs typeface="黑体"/>
              </a:rPr>
              <a:t>：第三层送入</a:t>
            </a:r>
            <a:endParaRPr sz="2000">
              <a:latin typeface="黑体"/>
              <a:cs typeface="黑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671320" y="1246123"/>
            <a:ext cx="2425700" cy="436880"/>
          </a:xfrm>
          <a:prstGeom prst="rect">
            <a:avLst/>
          </a:prstGeom>
        </p:spPr>
        <p:txBody>
          <a:bodyPr wrap="square" lIns="0" tIns="12700" rIns="0" bIns="0" rtlCol="0" vert="horz">
            <a:spAutoFit/>
          </a:bodyPr>
          <a:lstStyle/>
          <a:p>
            <a:pPr marL="12700">
              <a:lnSpc>
                <a:spcPct val="100000"/>
              </a:lnSpc>
              <a:spcBef>
                <a:spcPts val="100"/>
              </a:spcBef>
            </a:pPr>
            <a:r>
              <a:rPr dirty="0" sz="2700" spc="-10">
                <a:solidFill>
                  <a:srgbClr val="E14B04"/>
                </a:solidFill>
                <a:latin typeface="黑体"/>
                <a:cs typeface="黑体"/>
              </a:rPr>
              <a:t>工业生产流水线</a:t>
            </a:r>
            <a:endParaRPr sz="2700">
              <a:latin typeface="黑体"/>
              <a:cs typeface="黑体"/>
            </a:endParaRPr>
          </a:p>
        </p:txBody>
      </p:sp>
      <p:sp>
        <p:nvSpPr>
          <p:cNvPr id="10" name="object 10"/>
          <p:cNvSpPr txBox="1">
            <a:spLocks noGrp="1"/>
          </p:cNvSpPr>
          <p:nvPr>
            <p:ph type="title"/>
          </p:nvPr>
        </p:nvSpPr>
        <p:spPr>
          <a:xfrm>
            <a:off x="2973704" y="161289"/>
            <a:ext cx="4105910"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sp>
        <p:nvSpPr>
          <p:cNvPr id="11" name="object 11" descr=""/>
          <p:cNvSpPr txBox="1"/>
          <p:nvPr/>
        </p:nvSpPr>
        <p:spPr>
          <a:xfrm>
            <a:off x="2033142" y="4099686"/>
            <a:ext cx="8133715" cy="2479040"/>
          </a:xfrm>
          <a:prstGeom prst="rect">
            <a:avLst/>
          </a:prstGeom>
        </p:spPr>
        <p:txBody>
          <a:bodyPr wrap="square" lIns="0" tIns="12700" rIns="0" bIns="0" rtlCol="0" vert="horz">
            <a:spAutoFit/>
          </a:bodyPr>
          <a:lstStyle/>
          <a:p>
            <a:pPr marL="38100">
              <a:lnSpc>
                <a:spcPct val="100000"/>
              </a:lnSpc>
              <a:spcBef>
                <a:spcPts val="100"/>
              </a:spcBef>
            </a:pPr>
            <a:r>
              <a:rPr dirty="0" sz="1800" spc="-10" b="1">
                <a:solidFill>
                  <a:srgbClr val="40458B"/>
                </a:solidFill>
                <a:latin typeface="黑体"/>
                <a:cs typeface="黑体"/>
              </a:rPr>
              <a:t>解决方案</a:t>
            </a:r>
            <a:r>
              <a:rPr dirty="0" sz="1800" spc="-10" b="1">
                <a:solidFill>
                  <a:srgbClr val="40458B"/>
                </a:solidFill>
                <a:latin typeface="Tahoma"/>
                <a:cs typeface="Tahoma"/>
              </a:rPr>
              <a:t>1</a:t>
            </a:r>
            <a:r>
              <a:rPr dirty="0" sz="1800" spc="-5">
                <a:solidFill>
                  <a:srgbClr val="40458B"/>
                </a:solidFill>
                <a:latin typeface="黑体"/>
                <a:cs typeface="黑体"/>
              </a:rPr>
              <a:t>：增加</a:t>
            </a:r>
            <a:r>
              <a:rPr dirty="0" sz="1800" spc="-10">
                <a:solidFill>
                  <a:srgbClr val="40458B"/>
                </a:solidFill>
                <a:latin typeface="Tahoma"/>
                <a:cs typeface="Tahoma"/>
              </a:rPr>
              <a:t>3</a:t>
            </a:r>
            <a:r>
              <a:rPr dirty="0" sz="1800">
                <a:solidFill>
                  <a:srgbClr val="40458B"/>
                </a:solidFill>
                <a:latin typeface="黑体"/>
                <a:cs typeface="黑体"/>
              </a:rPr>
              <a:t>个人和</a:t>
            </a:r>
            <a:r>
              <a:rPr dirty="0" sz="1800" spc="-10">
                <a:solidFill>
                  <a:srgbClr val="40458B"/>
                </a:solidFill>
                <a:latin typeface="Tahoma"/>
                <a:cs typeface="Tahoma"/>
              </a:rPr>
              <a:t>3</a:t>
            </a:r>
            <a:r>
              <a:rPr dirty="0" sz="1800" spc="-20">
                <a:solidFill>
                  <a:srgbClr val="40458B"/>
                </a:solidFill>
                <a:latin typeface="黑体"/>
                <a:cs typeface="黑体"/>
              </a:rPr>
              <a:t>套设备</a:t>
            </a:r>
            <a:endParaRPr sz="1800">
              <a:latin typeface="黑体"/>
              <a:cs typeface="黑体"/>
            </a:endParaRPr>
          </a:p>
          <a:p>
            <a:pPr marL="38100">
              <a:lnSpc>
                <a:spcPct val="100000"/>
              </a:lnSpc>
              <a:spcBef>
                <a:spcPts val="2160"/>
              </a:spcBef>
            </a:pPr>
            <a:r>
              <a:rPr dirty="0" sz="1800" spc="-10" b="1">
                <a:solidFill>
                  <a:srgbClr val="40458B"/>
                </a:solidFill>
                <a:latin typeface="黑体"/>
                <a:cs typeface="黑体"/>
              </a:rPr>
              <a:t>解决方案</a:t>
            </a:r>
            <a:r>
              <a:rPr dirty="0" sz="1800" spc="-10" b="1">
                <a:solidFill>
                  <a:srgbClr val="40458B"/>
                </a:solidFill>
                <a:latin typeface="Tahoma"/>
                <a:cs typeface="Tahoma"/>
              </a:rPr>
              <a:t>2</a:t>
            </a:r>
            <a:r>
              <a:rPr dirty="0" sz="1800" spc="-10" b="1">
                <a:solidFill>
                  <a:srgbClr val="40458B"/>
                </a:solidFill>
                <a:latin typeface="黑体"/>
                <a:cs typeface="黑体"/>
              </a:rPr>
              <a:t>：</a:t>
            </a:r>
            <a:r>
              <a:rPr dirty="0" sz="1800">
                <a:solidFill>
                  <a:srgbClr val="40458B"/>
                </a:solidFill>
                <a:latin typeface="黑体"/>
                <a:cs typeface="黑体"/>
              </a:rPr>
              <a:t>采用流水线，分为</a:t>
            </a:r>
            <a:r>
              <a:rPr dirty="0" sz="1800" spc="-10">
                <a:solidFill>
                  <a:srgbClr val="40458B"/>
                </a:solidFill>
                <a:latin typeface="Tahoma"/>
                <a:cs typeface="Tahoma"/>
              </a:rPr>
              <a:t>4</a:t>
            </a:r>
            <a:r>
              <a:rPr dirty="0" sz="1800">
                <a:solidFill>
                  <a:srgbClr val="40458B"/>
                </a:solidFill>
                <a:latin typeface="黑体"/>
                <a:cs typeface="黑体"/>
              </a:rPr>
              <a:t>道工序；增加</a:t>
            </a:r>
            <a:r>
              <a:rPr dirty="0" sz="1800" spc="-10">
                <a:solidFill>
                  <a:srgbClr val="40458B"/>
                </a:solidFill>
                <a:latin typeface="Tahoma"/>
                <a:cs typeface="Tahoma"/>
              </a:rPr>
              <a:t>3</a:t>
            </a:r>
            <a:r>
              <a:rPr dirty="0" sz="1800" spc="-5">
                <a:solidFill>
                  <a:srgbClr val="40458B"/>
                </a:solidFill>
                <a:latin typeface="黑体"/>
                <a:cs typeface="黑体"/>
              </a:rPr>
              <a:t>个人，每人负责一道工序</a:t>
            </a:r>
            <a:endParaRPr sz="1800">
              <a:latin typeface="黑体"/>
              <a:cs typeface="黑体"/>
            </a:endParaRPr>
          </a:p>
          <a:p>
            <a:pPr marL="298450" indent="-285750">
              <a:lnSpc>
                <a:spcPct val="100000"/>
              </a:lnSpc>
              <a:spcBef>
                <a:spcPts val="665"/>
              </a:spcBef>
              <a:buFont typeface="Wingdings"/>
              <a:buChar char=""/>
              <a:tabLst>
                <a:tab pos="298450" algn="l"/>
              </a:tabLst>
            </a:pPr>
            <a:r>
              <a:rPr dirty="0" sz="1800" spc="-20" b="1">
                <a:solidFill>
                  <a:srgbClr val="E14B04"/>
                </a:solidFill>
                <a:latin typeface="黑体"/>
                <a:cs typeface="黑体"/>
              </a:rPr>
              <a:t>方案</a:t>
            </a:r>
            <a:r>
              <a:rPr dirty="0" sz="1800" spc="-20" b="1">
                <a:solidFill>
                  <a:srgbClr val="E14B04"/>
                </a:solidFill>
                <a:latin typeface="Tahoma"/>
                <a:cs typeface="Tahoma"/>
              </a:rPr>
              <a:t>2</a:t>
            </a:r>
            <a:r>
              <a:rPr dirty="0" sz="1800" spc="-35" b="1">
                <a:solidFill>
                  <a:srgbClr val="E14B04"/>
                </a:solidFill>
                <a:latin typeface="黑体"/>
                <a:cs typeface="黑体"/>
              </a:rPr>
              <a:t>特点</a:t>
            </a:r>
            <a:endParaRPr sz="1800">
              <a:latin typeface="黑体"/>
              <a:cs typeface="黑体"/>
            </a:endParaRPr>
          </a:p>
          <a:p>
            <a:pPr lvl="1" marL="755650" indent="-285750">
              <a:lnSpc>
                <a:spcPct val="100000"/>
              </a:lnSpc>
              <a:spcBef>
                <a:spcPts val="350"/>
              </a:spcBef>
              <a:buClr>
                <a:srgbClr val="00AFEF"/>
              </a:buClr>
              <a:buFont typeface="Wingdings"/>
              <a:buChar char=""/>
              <a:tabLst>
                <a:tab pos="755650" algn="l"/>
              </a:tabLst>
            </a:pPr>
            <a:r>
              <a:rPr dirty="0" sz="1800" spc="-10" b="1">
                <a:solidFill>
                  <a:srgbClr val="40458B"/>
                </a:solidFill>
                <a:latin typeface="黑体"/>
                <a:cs typeface="黑体"/>
              </a:rPr>
              <a:t>每件产品</a:t>
            </a:r>
            <a:r>
              <a:rPr dirty="0" sz="1800" spc="-10" b="1">
                <a:solidFill>
                  <a:srgbClr val="40458B"/>
                </a:solidFill>
                <a:latin typeface="Tahoma"/>
                <a:cs typeface="Tahoma"/>
              </a:rPr>
              <a:t>4</a:t>
            </a:r>
            <a:r>
              <a:rPr dirty="0" sz="1800" spc="-25" b="1">
                <a:solidFill>
                  <a:srgbClr val="40458B"/>
                </a:solidFill>
                <a:latin typeface="黑体"/>
                <a:cs typeface="黑体"/>
              </a:rPr>
              <a:t>道工序</a:t>
            </a:r>
            <a:endParaRPr sz="1800">
              <a:latin typeface="黑体"/>
              <a:cs typeface="黑体"/>
            </a:endParaRPr>
          </a:p>
          <a:p>
            <a:pPr lvl="1" marL="755015" marR="5080" indent="-285750">
              <a:lnSpc>
                <a:spcPct val="115599"/>
              </a:lnSpc>
              <a:buClr>
                <a:srgbClr val="00AFEF"/>
              </a:buClr>
              <a:buFont typeface="Wingdings"/>
              <a:buChar char=""/>
              <a:tabLst>
                <a:tab pos="756285" algn="l"/>
              </a:tabLst>
            </a:pPr>
            <a:r>
              <a:rPr dirty="0" sz="1800" spc="-15" b="1">
                <a:solidFill>
                  <a:srgbClr val="40458B"/>
                </a:solidFill>
                <a:latin typeface="黑体"/>
                <a:cs typeface="黑体"/>
              </a:rPr>
              <a:t>单件产品加工时间没有变，但工人时间重叠。每件产品的产出时间从表面</a:t>
            </a:r>
            <a:r>
              <a:rPr dirty="0" sz="1800" spc="-15" b="1">
                <a:solidFill>
                  <a:srgbClr val="40458B"/>
                </a:solidFill>
                <a:latin typeface="黑体"/>
                <a:cs typeface="黑体"/>
              </a:rPr>
              <a:t>	</a:t>
            </a:r>
            <a:r>
              <a:rPr dirty="0" sz="1800" spc="-10" b="1">
                <a:solidFill>
                  <a:srgbClr val="40458B"/>
                </a:solidFill>
                <a:latin typeface="黑体"/>
                <a:cs typeface="黑体"/>
              </a:rPr>
              <a:t>上看从原来的</a:t>
            </a:r>
            <a:r>
              <a:rPr dirty="0" sz="1800" spc="-10" b="1">
                <a:solidFill>
                  <a:srgbClr val="40458B"/>
                </a:solidFill>
                <a:latin typeface="Tahoma"/>
                <a:cs typeface="Tahoma"/>
              </a:rPr>
              <a:t>4</a:t>
            </a:r>
            <a:r>
              <a:rPr dirty="0" sz="1800" spc="-10" b="1">
                <a:solidFill>
                  <a:srgbClr val="40458B"/>
                </a:solidFill>
                <a:latin typeface="黑体"/>
                <a:cs typeface="黑体"/>
              </a:rPr>
              <a:t>分钟缩减到</a:t>
            </a:r>
            <a:r>
              <a:rPr dirty="0" sz="1800" spc="-10" b="1">
                <a:solidFill>
                  <a:srgbClr val="40458B"/>
                </a:solidFill>
                <a:latin typeface="Tahoma"/>
                <a:cs typeface="Tahoma"/>
              </a:rPr>
              <a:t>1</a:t>
            </a:r>
            <a:r>
              <a:rPr dirty="0" sz="1800" spc="-30" b="1">
                <a:solidFill>
                  <a:srgbClr val="40458B"/>
                </a:solidFill>
                <a:latin typeface="黑体"/>
                <a:cs typeface="黑体"/>
              </a:rPr>
              <a:t>分钟</a:t>
            </a:r>
            <a:endParaRPr sz="1800">
              <a:latin typeface="黑体"/>
              <a:cs typeface="黑体"/>
            </a:endParaRPr>
          </a:p>
          <a:p>
            <a:pPr lvl="1" marL="756285" indent="-286385">
              <a:lnSpc>
                <a:spcPct val="100000"/>
              </a:lnSpc>
              <a:spcBef>
                <a:spcPts val="350"/>
              </a:spcBef>
              <a:buClr>
                <a:srgbClr val="00AFEF"/>
              </a:buClr>
              <a:buFont typeface="Wingdings"/>
              <a:buChar char=""/>
              <a:tabLst>
                <a:tab pos="756285" algn="l"/>
              </a:tabLst>
            </a:pPr>
            <a:r>
              <a:rPr dirty="0" sz="1800" spc="-25" b="1">
                <a:solidFill>
                  <a:srgbClr val="40458B"/>
                </a:solidFill>
                <a:latin typeface="黑体"/>
                <a:cs typeface="黑体"/>
              </a:rPr>
              <a:t>提高了生产率</a:t>
            </a:r>
            <a:endParaRPr sz="1800">
              <a:latin typeface="黑体"/>
              <a:cs typeface="黑体"/>
            </a:endParaRPr>
          </a:p>
        </p:txBody>
      </p:sp>
      <p:sp>
        <p:nvSpPr>
          <p:cNvPr id="12" name="object 12" descr=""/>
          <p:cNvSpPr txBox="1"/>
          <p:nvPr/>
        </p:nvSpPr>
        <p:spPr>
          <a:xfrm>
            <a:off x="5127752" y="1020571"/>
            <a:ext cx="382270" cy="239395"/>
          </a:xfrm>
          <a:prstGeom prst="rect">
            <a:avLst/>
          </a:prstGeom>
        </p:spPr>
        <p:txBody>
          <a:bodyPr wrap="square" lIns="0" tIns="13335" rIns="0" bIns="0" rtlCol="0" vert="horz">
            <a:spAutoFit/>
          </a:bodyPr>
          <a:lstStyle/>
          <a:p>
            <a:pPr marL="12700">
              <a:lnSpc>
                <a:spcPct val="100000"/>
              </a:lnSpc>
              <a:spcBef>
                <a:spcPts val="105"/>
              </a:spcBef>
            </a:pPr>
            <a:r>
              <a:rPr dirty="0" sz="1400" spc="-25">
                <a:solidFill>
                  <a:srgbClr val="E14B04"/>
                </a:solidFill>
                <a:latin typeface="黑体"/>
                <a:cs typeface="黑体"/>
              </a:rPr>
              <a:t>切割</a:t>
            </a:r>
            <a:endParaRPr sz="1400">
              <a:latin typeface="黑体"/>
              <a:cs typeface="黑体"/>
            </a:endParaRPr>
          </a:p>
        </p:txBody>
      </p:sp>
      <p:sp>
        <p:nvSpPr>
          <p:cNvPr id="13" name="object 13" descr=""/>
          <p:cNvSpPr txBox="1"/>
          <p:nvPr/>
        </p:nvSpPr>
        <p:spPr>
          <a:xfrm>
            <a:off x="6051550" y="1016000"/>
            <a:ext cx="915669" cy="239395"/>
          </a:xfrm>
          <a:prstGeom prst="rect">
            <a:avLst/>
          </a:prstGeom>
        </p:spPr>
        <p:txBody>
          <a:bodyPr wrap="square" lIns="0" tIns="13335" rIns="0" bIns="0" rtlCol="0" vert="horz">
            <a:spAutoFit/>
          </a:bodyPr>
          <a:lstStyle/>
          <a:p>
            <a:pPr marL="12700">
              <a:lnSpc>
                <a:spcPct val="100000"/>
              </a:lnSpc>
              <a:spcBef>
                <a:spcPts val="105"/>
              </a:spcBef>
            </a:pPr>
            <a:r>
              <a:rPr dirty="0" sz="1400" spc="-15">
                <a:solidFill>
                  <a:srgbClr val="E14B04"/>
                </a:solidFill>
                <a:latin typeface="黑体"/>
                <a:cs typeface="黑体"/>
              </a:rPr>
              <a:t>第一层送入</a:t>
            </a:r>
            <a:endParaRPr sz="1400">
              <a:latin typeface="黑体"/>
              <a:cs typeface="黑体"/>
            </a:endParaRPr>
          </a:p>
        </p:txBody>
      </p:sp>
      <p:sp>
        <p:nvSpPr>
          <p:cNvPr id="14" name="object 14" descr=""/>
          <p:cNvSpPr txBox="1"/>
          <p:nvPr/>
        </p:nvSpPr>
        <p:spPr>
          <a:xfrm>
            <a:off x="7167753" y="1020571"/>
            <a:ext cx="2749550" cy="239395"/>
          </a:xfrm>
          <a:prstGeom prst="rect">
            <a:avLst/>
          </a:prstGeom>
        </p:spPr>
        <p:txBody>
          <a:bodyPr wrap="square" lIns="0" tIns="13335" rIns="0" bIns="0" rtlCol="0" vert="horz">
            <a:spAutoFit/>
          </a:bodyPr>
          <a:lstStyle/>
          <a:p>
            <a:pPr marL="12700">
              <a:lnSpc>
                <a:spcPct val="100000"/>
              </a:lnSpc>
              <a:spcBef>
                <a:spcPts val="105"/>
              </a:spcBef>
              <a:tabLst>
                <a:tab pos="1187450" algn="l"/>
                <a:tab pos="2379980" algn="l"/>
              </a:tabLst>
            </a:pPr>
            <a:r>
              <a:rPr dirty="0" baseline="1984" sz="2100">
                <a:solidFill>
                  <a:srgbClr val="E14B04"/>
                </a:solidFill>
                <a:latin typeface="黑体"/>
                <a:cs typeface="黑体"/>
              </a:rPr>
              <a:t>第二层</a:t>
            </a:r>
            <a:r>
              <a:rPr dirty="0" baseline="1984" sz="2100" spc="-22">
                <a:solidFill>
                  <a:srgbClr val="E14B04"/>
                </a:solidFill>
                <a:latin typeface="黑体"/>
                <a:cs typeface="黑体"/>
              </a:rPr>
              <a:t>送</a:t>
            </a:r>
            <a:r>
              <a:rPr dirty="0" baseline="1984" sz="2100" spc="-75">
                <a:solidFill>
                  <a:srgbClr val="E14B04"/>
                </a:solidFill>
                <a:latin typeface="黑体"/>
                <a:cs typeface="黑体"/>
              </a:rPr>
              <a:t>入</a:t>
            </a:r>
            <a:r>
              <a:rPr dirty="0" baseline="1984" sz="2100">
                <a:solidFill>
                  <a:srgbClr val="E14B04"/>
                </a:solidFill>
                <a:latin typeface="黑体"/>
                <a:cs typeface="黑体"/>
              </a:rPr>
              <a:t>	第三层</a:t>
            </a:r>
            <a:r>
              <a:rPr dirty="0" baseline="1984" sz="2100" spc="-22">
                <a:solidFill>
                  <a:srgbClr val="E14B04"/>
                </a:solidFill>
                <a:latin typeface="黑体"/>
                <a:cs typeface="黑体"/>
              </a:rPr>
              <a:t>送</a:t>
            </a:r>
            <a:r>
              <a:rPr dirty="0" baseline="1984" sz="2100" spc="-75">
                <a:solidFill>
                  <a:srgbClr val="E14B04"/>
                </a:solidFill>
                <a:latin typeface="黑体"/>
                <a:cs typeface="黑体"/>
              </a:rPr>
              <a:t>入</a:t>
            </a:r>
            <a:r>
              <a:rPr dirty="0" baseline="1984" sz="2100">
                <a:solidFill>
                  <a:srgbClr val="E14B04"/>
                </a:solidFill>
                <a:latin typeface="黑体"/>
                <a:cs typeface="黑体"/>
              </a:rPr>
              <a:t>	</a:t>
            </a:r>
            <a:r>
              <a:rPr dirty="0" sz="1400">
                <a:solidFill>
                  <a:srgbClr val="E14B04"/>
                </a:solidFill>
                <a:latin typeface="黑体"/>
                <a:cs typeface="黑体"/>
              </a:rPr>
              <a:t>成</a:t>
            </a:r>
            <a:r>
              <a:rPr dirty="0" sz="1400" spc="-50">
                <a:solidFill>
                  <a:srgbClr val="E14B04"/>
                </a:solidFill>
                <a:latin typeface="黑体"/>
                <a:cs typeface="黑体"/>
              </a:rPr>
              <a:t>品</a:t>
            </a:r>
            <a:endParaRPr sz="1400">
              <a:latin typeface="黑体"/>
              <a:cs typeface="黑体"/>
            </a:endParaRPr>
          </a:p>
        </p:txBody>
      </p:sp>
      <p:pic>
        <p:nvPicPr>
          <p:cNvPr id="15" name="object 15" descr=""/>
          <p:cNvPicPr/>
          <p:nvPr/>
        </p:nvPicPr>
        <p:blipFill>
          <a:blip r:embed="rId2" cstate="print"/>
          <a:stretch>
            <a:fillRect/>
          </a:stretch>
        </p:blipFill>
        <p:spPr>
          <a:xfrm>
            <a:off x="1562100" y="722376"/>
            <a:ext cx="9037574" cy="32177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76397" y="161289"/>
            <a:ext cx="3700779"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3.1.1</a:t>
            </a:r>
            <a:r>
              <a:rPr dirty="0" u="none" spc="-40" b="1">
                <a:latin typeface="黑体"/>
                <a:cs typeface="黑体"/>
              </a:rPr>
              <a:t> 什么是流水线</a:t>
            </a:r>
          </a:p>
        </p:txBody>
      </p:sp>
      <p:pic>
        <p:nvPicPr>
          <p:cNvPr id="10" name="object 10"/>
          <p:cNvPicPr/>
          <p:nvPr/>
        </p:nvPicPr>
        <p:blipFill>
          <a:blip r:embed="rId2" cstate="print"/>
          <a:stretch>
            <a:fillRect/>
          </a:stretch>
        </p:blipFill>
        <p:spPr>
          <a:xfrm>
            <a:off x="1587500" y="822325"/>
            <a:ext cx="9017000" cy="3928999"/>
          </a:xfrm>
          <a:prstGeom prst="rect">
            <a:avLst/>
          </a:prstGeom>
        </p:spPr>
      </p:pic>
      <p:sp>
        <p:nvSpPr>
          <p:cNvPr id="11" name="object 11" descr=""/>
          <p:cNvSpPr txBox="1"/>
          <p:nvPr/>
        </p:nvSpPr>
        <p:spPr>
          <a:xfrm>
            <a:off x="2861817" y="1379346"/>
            <a:ext cx="382270" cy="239395"/>
          </a:xfrm>
          <a:prstGeom prst="rect">
            <a:avLst/>
          </a:prstGeom>
        </p:spPr>
        <p:txBody>
          <a:bodyPr wrap="square" lIns="0" tIns="13335" rIns="0" bIns="0" rtlCol="0" vert="horz">
            <a:spAutoFit/>
          </a:bodyPr>
          <a:lstStyle/>
          <a:p>
            <a:pPr marL="12700">
              <a:lnSpc>
                <a:spcPct val="100000"/>
              </a:lnSpc>
              <a:spcBef>
                <a:spcPts val="105"/>
              </a:spcBef>
            </a:pPr>
            <a:r>
              <a:rPr dirty="0" sz="1400" spc="-25">
                <a:solidFill>
                  <a:srgbClr val="E14B04"/>
                </a:solidFill>
                <a:latin typeface="黑体"/>
                <a:cs typeface="黑体"/>
              </a:rPr>
              <a:t>切割</a:t>
            </a:r>
            <a:endParaRPr sz="1400">
              <a:latin typeface="黑体"/>
              <a:cs typeface="黑体"/>
            </a:endParaRPr>
          </a:p>
        </p:txBody>
      </p:sp>
      <p:sp>
        <p:nvSpPr>
          <p:cNvPr id="12" name="object 12" descr=""/>
          <p:cNvSpPr txBox="1"/>
          <p:nvPr/>
        </p:nvSpPr>
        <p:spPr>
          <a:xfrm>
            <a:off x="4446523" y="1374775"/>
            <a:ext cx="915669" cy="239395"/>
          </a:xfrm>
          <a:prstGeom prst="rect">
            <a:avLst/>
          </a:prstGeom>
        </p:spPr>
        <p:txBody>
          <a:bodyPr wrap="square" lIns="0" tIns="13335" rIns="0" bIns="0" rtlCol="0" vert="horz">
            <a:spAutoFit/>
          </a:bodyPr>
          <a:lstStyle/>
          <a:p>
            <a:pPr marL="12700">
              <a:lnSpc>
                <a:spcPct val="100000"/>
              </a:lnSpc>
              <a:spcBef>
                <a:spcPts val="105"/>
              </a:spcBef>
            </a:pPr>
            <a:r>
              <a:rPr dirty="0" sz="1400" spc="-15">
                <a:solidFill>
                  <a:srgbClr val="E14B04"/>
                </a:solidFill>
                <a:latin typeface="黑体"/>
                <a:cs typeface="黑体"/>
              </a:rPr>
              <a:t>第一层送入</a:t>
            </a:r>
            <a:endParaRPr sz="1400">
              <a:latin typeface="黑体"/>
              <a:cs typeface="黑体"/>
            </a:endParaRPr>
          </a:p>
        </p:txBody>
      </p:sp>
      <p:sp>
        <p:nvSpPr>
          <p:cNvPr id="13" name="object 13" descr=""/>
          <p:cNvSpPr txBox="1"/>
          <p:nvPr/>
        </p:nvSpPr>
        <p:spPr>
          <a:xfrm>
            <a:off x="6391402" y="1374775"/>
            <a:ext cx="915669" cy="239395"/>
          </a:xfrm>
          <a:prstGeom prst="rect">
            <a:avLst/>
          </a:prstGeom>
        </p:spPr>
        <p:txBody>
          <a:bodyPr wrap="square" lIns="0" tIns="13335" rIns="0" bIns="0" rtlCol="0" vert="horz">
            <a:spAutoFit/>
          </a:bodyPr>
          <a:lstStyle/>
          <a:p>
            <a:pPr marL="12700">
              <a:lnSpc>
                <a:spcPct val="100000"/>
              </a:lnSpc>
              <a:spcBef>
                <a:spcPts val="105"/>
              </a:spcBef>
            </a:pPr>
            <a:r>
              <a:rPr dirty="0" sz="1400" spc="-15">
                <a:solidFill>
                  <a:srgbClr val="E14B04"/>
                </a:solidFill>
                <a:latin typeface="黑体"/>
                <a:cs typeface="黑体"/>
              </a:rPr>
              <a:t>第二层送入</a:t>
            </a:r>
            <a:endParaRPr sz="1400">
              <a:latin typeface="黑体"/>
              <a:cs typeface="黑体"/>
            </a:endParaRPr>
          </a:p>
        </p:txBody>
      </p:sp>
      <p:sp>
        <p:nvSpPr>
          <p:cNvPr id="14" name="object 14" descr=""/>
          <p:cNvSpPr txBox="1"/>
          <p:nvPr/>
        </p:nvSpPr>
        <p:spPr>
          <a:xfrm>
            <a:off x="8137906" y="1358900"/>
            <a:ext cx="1513205" cy="239395"/>
          </a:xfrm>
          <a:prstGeom prst="rect">
            <a:avLst/>
          </a:prstGeom>
        </p:spPr>
        <p:txBody>
          <a:bodyPr wrap="square" lIns="0" tIns="13335" rIns="0" bIns="0" rtlCol="0" vert="horz">
            <a:spAutoFit/>
          </a:bodyPr>
          <a:lstStyle/>
          <a:p>
            <a:pPr marL="38100">
              <a:lnSpc>
                <a:spcPct val="100000"/>
              </a:lnSpc>
              <a:spcBef>
                <a:spcPts val="105"/>
              </a:spcBef>
            </a:pPr>
            <a:r>
              <a:rPr dirty="0" sz="1400" spc="-55">
                <a:solidFill>
                  <a:srgbClr val="E14B04"/>
                </a:solidFill>
                <a:latin typeface="黑体"/>
                <a:cs typeface="黑体"/>
              </a:rPr>
              <a:t>第三层送入 </a:t>
            </a:r>
            <a:r>
              <a:rPr dirty="0" baseline="9920" sz="2100">
                <a:solidFill>
                  <a:srgbClr val="E14B04"/>
                </a:solidFill>
                <a:latin typeface="Tahoma"/>
                <a:cs typeface="Tahoma"/>
              </a:rPr>
              <a:t>(</a:t>
            </a:r>
            <a:r>
              <a:rPr dirty="0" baseline="9920" sz="2100">
                <a:solidFill>
                  <a:srgbClr val="E14B04"/>
                </a:solidFill>
                <a:latin typeface="黑体"/>
                <a:cs typeface="黑体"/>
              </a:rPr>
              <a:t>成品</a:t>
            </a:r>
            <a:r>
              <a:rPr dirty="0" baseline="9920" sz="2100" spc="-75">
                <a:solidFill>
                  <a:srgbClr val="E14B04"/>
                </a:solidFill>
                <a:latin typeface="Tahoma"/>
                <a:cs typeface="Tahoma"/>
              </a:rPr>
              <a:t>)</a:t>
            </a:r>
            <a:endParaRPr baseline="9920" sz="2100">
              <a:latin typeface="Tahoma"/>
              <a:cs typeface="Tahoma"/>
            </a:endParaRPr>
          </a:p>
        </p:txBody>
      </p:sp>
      <p:sp>
        <p:nvSpPr>
          <p:cNvPr id="15" name="object 15" descr=""/>
          <p:cNvSpPr txBox="1"/>
          <p:nvPr/>
        </p:nvSpPr>
        <p:spPr>
          <a:xfrm>
            <a:off x="1900301" y="4941887"/>
            <a:ext cx="8704580" cy="1339850"/>
          </a:xfrm>
          <a:prstGeom prst="rect">
            <a:avLst/>
          </a:prstGeom>
          <a:ln w="9525">
            <a:solidFill>
              <a:srgbClr val="FF5CFF"/>
            </a:solidFill>
          </a:ln>
        </p:spPr>
        <p:txBody>
          <a:bodyPr wrap="square" lIns="0" tIns="0" rIns="0" bIns="0" rtlCol="0" vert="horz">
            <a:spAutoFit/>
          </a:bodyPr>
          <a:lstStyle/>
          <a:p>
            <a:pPr marL="91440">
              <a:lnSpc>
                <a:spcPts val="2850"/>
              </a:lnSpc>
            </a:pPr>
            <a:r>
              <a:rPr dirty="0" sz="1800" spc="-10">
                <a:solidFill>
                  <a:srgbClr val="FF0000"/>
                </a:solidFill>
                <a:latin typeface="黑体"/>
                <a:cs typeface="黑体"/>
              </a:rPr>
              <a:t>两种方法对比</a:t>
            </a:r>
            <a:r>
              <a:rPr dirty="0" sz="2400" spc="-10">
                <a:solidFill>
                  <a:srgbClr val="FF0000"/>
                </a:solidFill>
                <a:latin typeface="Tahoma"/>
                <a:cs typeface="Tahoma"/>
              </a:rPr>
              <a:t>:</a:t>
            </a:r>
            <a:r>
              <a:rPr dirty="0" sz="1800" spc="-15">
                <a:solidFill>
                  <a:srgbClr val="40458B"/>
                </a:solidFill>
                <a:latin typeface="黑体"/>
                <a:cs typeface="黑体"/>
              </a:rPr>
              <a:t>单件产品生产时间不变</a:t>
            </a:r>
            <a:endParaRPr sz="1800">
              <a:latin typeface="黑体"/>
              <a:cs typeface="黑体"/>
            </a:endParaRPr>
          </a:p>
          <a:p>
            <a:pPr marL="91440">
              <a:lnSpc>
                <a:spcPct val="100000"/>
              </a:lnSpc>
              <a:spcBef>
                <a:spcPts val="95"/>
              </a:spcBef>
            </a:pPr>
            <a:r>
              <a:rPr dirty="0" sz="1800">
                <a:solidFill>
                  <a:srgbClr val="FF0000"/>
                </a:solidFill>
                <a:latin typeface="黑体"/>
                <a:cs typeface="黑体"/>
              </a:rPr>
              <a:t>方案</a:t>
            </a:r>
            <a:r>
              <a:rPr dirty="0" sz="1800" spc="-10">
                <a:solidFill>
                  <a:srgbClr val="FF0000"/>
                </a:solidFill>
                <a:latin typeface="Tahoma"/>
                <a:cs typeface="Tahoma"/>
              </a:rPr>
              <a:t>1</a:t>
            </a:r>
            <a:r>
              <a:rPr dirty="0" sz="1800" spc="-10">
                <a:solidFill>
                  <a:srgbClr val="FF0000"/>
                </a:solidFill>
                <a:latin typeface="黑体"/>
                <a:cs typeface="黑体"/>
              </a:rPr>
              <a:t>：</a:t>
            </a:r>
            <a:r>
              <a:rPr dirty="0" sz="1800">
                <a:solidFill>
                  <a:srgbClr val="40458B"/>
                </a:solidFill>
                <a:latin typeface="黑体"/>
                <a:cs typeface="黑体"/>
              </a:rPr>
              <a:t>每</a:t>
            </a:r>
            <a:r>
              <a:rPr dirty="0" sz="1800" spc="-10">
                <a:solidFill>
                  <a:srgbClr val="40458B"/>
                </a:solidFill>
                <a:latin typeface="Tahoma"/>
                <a:cs typeface="Tahoma"/>
              </a:rPr>
              <a:t>4</a:t>
            </a:r>
            <a:r>
              <a:rPr dirty="0" sz="1800" spc="-5">
                <a:solidFill>
                  <a:srgbClr val="40458B"/>
                </a:solidFill>
                <a:latin typeface="黑体"/>
                <a:cs typeface="黑体"/>
              </a:rPr>
              <a:t>分钟，</a:t>
            </a:r>
            <a:r>
              <a:rPr dirty="0" sz="1800" spc="-10">
                <a:solidFill>
                  <a:srgbClr val="40458B"/>
                </a:solidFill>
                <a:latin typeface="Tahoma"/>
                <a:cs typeface="Tahoma"/>
              </a:rPr>
              <a:t>4</a:t>
            </a:r>
            <a:r>
              <a:rPr dirty="0" sz="1800">
                <a:solidFill>
                  <a:srgbClr val="40458B"/>
                </a:solidFill>
                <a:latin typeface="黑体"/>
                <a:cs typeface="黑体"/>
              </a:rPr>
              <a:t>件产品同时进入流水线，同时离开流水线，但需增加</a:t>
            </a:r>
            <a:r>
              <a:rPr dirty="0" sz="1800" spc="-10">
                <a:solidFill>
                  <a:srgbClr val="40458B"/>
                </a:solidFill>
                <a:latin typeface="Tahoma"/>
                <a:cs typeface="Tahoma"/>
              </a:rPr>
              <a:t>3</a:t>
            </a:r>
            <a:r>
              <a:rPr dirty="0" sz="1800" spc="-20">
                <a:solidFill>
                  <a:srgbClr val="40458B"/>
                </a:solidFill>
                <a:latin typeface="黑体"/>
                <a:cs typeface="黑体"/>
              </a:rPr>
              <a:t>套设备</a:t>
            </a:r>
            <a:endParaRPr sz="1800">
              <a:latin typeface="黑体"/>
              <a:cs typeface="黑体"/>
            </a:endParaRPr>
          </a:p>
          <a:p>
            <a:pPr marL="91440" marR="139700">
              <a:lnSpc>
                <a:spcPct val="115599"/>
              </a:lnSpc>
            </a:pPr>
            <a:r>
              <a:rPr dirty="0" sz="1800">
                <a:solidFill>
                  <a:srgbClr val="C00000"/>
                </a:solidFill>
                <a:latin typeface="黑体"/>
                <a:cs typeface="黑体"/>
              </a:rPr>
              <a:t>方</a:t>
            </a:r>
            <a:r>
              <a:rPr dirty="0" sz="1800">
                <a:solidFill>
                  <a:srgbClr val="FF0000"/>
                </a:solidFill>
                <a:latin typeface="黑体"/>
                <a:cs typeface="黑体"/>
              </a:rPr>
              <a:t>案</a:t>
            </a:r>
            <a:r>
              <a:rPr dirty="0" sz="1800" spc="-10">
                <a:solidFill>
                  <a:srgbClr val="FF0000"/>
                </a:solidFill>
                <a:latin typeface="Tahoma"/>
                <a:cs typeface="Tahoma"/>
              </a:rPr>
              <a:t>2</a:t>
            </a:r>
            <a:r>
              <a:rPr dirty="0" sz="1800" spc="-10">
                <a:solidFill>
                  <a:srgbClr val="FF0000"/>
                </a:solidFill>
                <a:latin typeface="黑体"/>
                <a:cs typeface="黑体"/>
              </a:rPr>
              <a:t>：</a:t>
            </a:r>
            <a:r>
              <a:rPr dirty="0" sz="1800">
                <a:solidFill>
                  <a:srgbClr val="40458B"/>
                </a:solidFill>
                <a:latin typeface="黑体"/>
                <a:cs typeface="黑体"/>
              </a:rPr>
              <a:t>每分钟</a:t>
            </a:r>
            <a:r>
              <a:rPr dirty="0" sz="1800" spc="-10">
                <a:solidFill>
                  <a:srgbClr val="40458B"/>
                </a:solidFill>
                <a:latin typeface="Tahoma"/>
                <a:cs typeface="Tahoma"/>
              </a:rPr>
              <a:t>1</a:t>
            </a:r>
            <a:r>
              <a:rPr dirty="0" sz="1800" spc="-5">
                <a:solidFill>
                  <a:srgbClr val="40458B"/>
                </a:solidFill>
                <a:latin typeface="黑体"/>
                <a:cs typeface="黑体"/>
              </a:rPr>
              <a:t>件产品进入流水线，</a:t>
            </a:r>
            <a:r>
              <a:rPr dirty="0" sz="1800" spc="-10">
                <a:solidFill>
                  <a:srgbClr val="40458B"/>
                </a:solidFill>
                <a:latin typeface="Tahoma"/>
                <a:cs typeface="Tahoma"/>
              </a:rPr>
              <a:t>1</a:t>
            </a:r>
            <a:r>
              <a:rPr dirty="0" sz="1800">
                <a:solidFill>
                  <a:srgbClr val="40458B"/>
                </a:solidFill>
                <a:latin typeface="黑体"/>
                <a:cs typeface="黑体"/>
              </a:rPr>
              <a:t>件成品离开流水线，不需要增加任何设备</a:t>
            </a:r>
            <a:r>
              <a:rPr dirty="0" sz="1800" spc="-10">
                <a:solidFill>
                  <a:srgbClr val="40458B"/>
                </a:solidFill>
                <a:latin typeface="Tahoma"/>
                <a:cs typeface="Tahoma"/>
              </a:rPr>
              <a:t>(</a:t>
            </a:r>
            <a:r>
              <a:rPr dirty="0" sz="1800" spc="-25">
                <a:solidFill>
                  <a:srgbClr val="40458B"/>
                </a:solidFill>
                <a:latin typeface="黑体"/>
                <a:cs typeface="黑体"/>
              </a:rPr>
              <a:t>即在</a:t>
            </a:r>
            <a:r>
              <a:rPr dirty="0" sz="1800">
                <a:solidFill>
                  <a:srgbClr val="40458B"/>
                </a:solidFill>
                <a:latin typeface="黑体"/>
                <a:cs typeface="黑体"/>
              </a:rPr>
              <a:t>输出端，每隔</a:t>
            </a:r>
            <a:r>
              <a:rPr dirty="0" sz="1800" spc="-10">
                <a:solidFill>
                  <a:srgbClr val="40458B"/>
                </a:solidFill>
                <a:latin typeface="Tahoma"/>
                <a:cs typeface="Tahoma"/>
              </a:rPr>
              <a:t>1</a:t>
            </a:r>
            <a:r>
              <a:rPr dirty="0" sz="1800">
                <a:solidFill>
                  <a:srgbClr val="40458B"/>
                </a:solidFill>
                <a:latin typeface="黑体"/>
                <a:cs typeface="黑体"/>
              </a:rPr>
              <a:t>分钟就有一个成品输出，而方案</a:t>
            </a:r>
            <a:r>
              <a:rPr dirty="0" sz="1800" spc="-10">
                <a:solidFill>
                  <a:srgbClr val="40458B"/>
                </a:solidFill>
                <a:latin typeface="Tahoma"/>
                <a:cs typeface="Tahoma"/>
              </a:rPr>
              <a:t>1</a:t>
            </a:r>
            <a:r>
              <a:rPr dirty="0" sz="1800">
                <a:solidFill>
                  <a:srgbClr val="40458B"/>
                </a:solidFill>
                <a:latin typeface="黑体"/>
                <a:cs typeface="黑体"/>
              </a:rPr>
              <a:t>每隔</a:t>
            </a:r>
            <a:r>
              <a:rPr dirty="0" sz="1800" spc="-10">
                <a:solidFill>
                  <a:srgbClr val="40458B"/>
                </a:solidFill>
                <a:latin typeface="Tahoma"/>
                <a:cs typeface="Tahoma"/>
              </a:rPr>
              <a:t>4</a:t>
            </a:r>
            <a:r>
              <a:rPr dirty="0" sz="1800">
                <a:solidFill>
                  <a:srgbClr val="40458B"/>
                </a:solidFill>
                <a:latin typeface="黑体"/>
                <a:cs typeface="黑体"/>
              </a:rPr>
              <a:t>分钟在输出端有一个成品输出</a:t>
            </a:r>
            <a:r>
              <a:rPr dirty="0" sz="1800" spc="-50">
                <a:solidFill>
                  <a:srgbClr val="40458B"/>
                </a:solidFill>
                <a:latin typeface="Tahoma"/>
                <a:cs typeface="Tahoma"/>
              </a:rPr>
              <a:t>)</a:t>
            </a:r>
            <a:endParaRPr sz="18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81070" y="173558"/>
            <a:ext cx="370141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3.1.1</a:t>
            </a:r>
            <a:r>
              <a:rPr dirty="0" u="none" spc="-40" b="1">
                <a:latin typeface="黑体"/>
                <a:cs typeface="黑体"/>
              </a:rPr>
              <a:t> 什么是流水线</a:t>
            </a:r>
          </a:p>
        </p:txBody>
      </p:sp>
      <p:sp>
        <p:nvSpPr>
          <p:cNvPr id="10" name="object 10" descr=""/>
          <p:cNvSpPr txBox="1"/>
          <p:nvPr/>
        </p:nvSpPr>
        <p:spPr>
          <a:xfrm>
            <a:off x="702665" y="1072992"/>
            <a:ext cx="10866120" cy="3853815"/>
          </a:xfrm>
          <a:prstGeom prst="rect">
            <a:avLst/>
          </a:prstGeom>
        </p:spPr>
        <p:txBody>
          <a:bodyPr wrap="square" lIns="0" tIns="227965" rIns="0" bIns="0" rtlCol="0" vert="horz">
            <a:spAutoFit/>
          </a:bodyPr>
          <a:lstStyle/>
          <a:p>
            <a:pPr marL="469265" indent="-456565">
              <a:lnSpc>
                <a:spcPct val="100000"/>
              </a:lnSpc>
              <a:spcBef>
                <a:spcPts val="1795"/>
              </a:spcBef>
              <a:buClr>
                <a:srgbClr val="40458B"/>
              </a:buClr>
              <a:buFont typeface="Tahoma"/>
              <a:buAutoNum type="arabicPeriod" startAt="2"/>
              <a:tabLst>
                <a:tab pos="469265" algn="l"/>
              </a:tabLst>
            </a:pPr>
            <a:r>
              <a:rPr dirty="0" sz="2700" spc="-10">
                <a:solidFill>
                  <a:srgbClr val="FF0000"/>
                </a:solidFill>
                <a:latin typeface="黑体"/>
                <a:cs typeface="黑体"/>
              </a:rPr>
              <a:t>流水线技术</a:t>
            </a:r>
            <a:endParaRPr sz="2700">
              <a:latin typeface="黑体"/>
              <a:cs typeface="黑体"/>
            </a:endParaRPr>
          </a:p>
          <a:p>
            <a:pPr lvl="1" marL="1099185" marR="5080" indent="-457834">
              <a:lnSpc>
                <a:spcPct val="130000"/>
              </a:lnSpc>
              <a:spcBef>
                <a:spcPts val="635"/>
              </a:spcBef>
              <a:buSzPct val="89583"/>
              <a:buFont typeface="Wingdings"/>
              <a:buChar char=""/>
              <a:tabLst>
                <a:tab pos="1099185" algn="l"/>
              </a:tabLst>
            </a:pPr>
            <a:r>
              <a:rPr dirty="0" sz="2400" spc="-5">
                <a:solidFill>
                  <a:srgbClr val="40458B"/>
                </a:solidFill>
                <a:latin typeface="黑体"/>
                <a:cs typeface="黑体"/>
              </a:rPr>
              <a:t>把一个重复的过程分解为若干个子过程，每个子过程由专门的功能部件来</a:t>
            </a:r>
            <a:r>
              <a:rPr dirty="0" sz="2400" spc="-20">
                <a:solidFill>
                  <a:srgbClr val="40458B"/>
                </a:solidFill>
                <a:latin typeface="黑体"/>
                <a:cs typeface="黑体"/>
              </a:rPr>
              <a:t>实现。</a:t>
            </a:r>
            <a:endParaRPr sz="2400">
              <a:latin typeface="黑体"/>
              <a:cs typeface="黑体"/>
            </a:endParaRPr>
          </a:p>
          <a:p>
            <a:pPr lvl="1" marL="1099185" marR="5080" indent="-457834">
              <a:lnSpc>
                <a:spcPct val="130000"/>
              </a:lnSpc>
              <a:spcBef>
                <a:spcPts val="580"/>
              </a:spcBef>
              <a:buSzPct val="89583"/>
              <a:buFont typeface="Wingdings"/>
              <a:buChar char=""/>
              <a:tabLst>
                <a:tab pos="1099185" algn="l"/>
              </a:tabLst>
            </a:pPr>
            <a:r>
              <a:rPr dirty="0" sz="2400" spc="-5">
                <a:solidFill>
                  <a:srgbClr val="40458B"/>
                </a:solidFill>
                <a:latin typeface="黑体"/>
                <a:cs typeface="黑体"/>
              </a:rPr>
              <a:t>把多个处理过程在时间上错开，依次通过各功能段，这样，每个子过程就可以与其它的子过程并行进行。</a:t>
            </a:r>
            <a:endParaRPr sz="2400">
              <a:latin typeface="黑体"/>
              <a:cs typeface="黑体"/>
            </a:endParaRPr>
          </a:p>
          <a:p>
            <a:pPr marL="469900" marR="99695" indent="-457200">
              <a:lnSpc>
                <a:spcPct val="130100"/>
              </a:lnSpc>
              <a:spcBef>
                <a:spcPts val="585"/>
              </a:spcBef>
              <a:buFont typeface="Tahoma"/>
              <a:buAutoNum type="arabicPeriod" startAt="2"/>
              <a:tabLst>
                <a:tab pos="469900" algn="l"/>
              </a:tabLst>
            </a:pPr>
            <a:r>
              <a:rPr dirty="0" sz="2700" spc="-5">
                <a:solidFill>
                  <a:srgbClr val="40458B"/>
                </a:solidFill>
                <a:latin typeface="黑体"/>
                <a:cs typeface="黑体"/>
              </a:rPr>
              <a:t>流水线中的</a:t>
            </a:r>
            <a:r>
              <a:rPr dirty="0" u="sng" sz="2700" spc="-10">
                <a:solidFill>
                  <a:srgbClr val="FF0000"/>
                </a:solidFill>
                <a:uFill>
                  <a:solidFill>
                    <a:srgbClr val="FF0000"/>
                  </a:solidFill>
                </a:uFill>
                <a:latin typeface="黑体"/>
                <a:cs typeface="黑体"/>
              </a:rPr>
              <a:t>每个子过程及其功能部件</a:t>
            </a:r>
            <a:r>
              <a:rPr dirty="0" u="none" sz="2700" spc="-10">
                <a:solidFill>
                  <a:srgbClr val="40458B"/>
                </a:solidFill>
                <a:latin typeface="黑体"/>
                <a:cs typeface="黑体"/>
              </a:rPr>
              <a:t>称为</a:t>
            </a:r>
            <a:r>
              <a:rPr dirty="0" u="none" sz="2700" spc="-10">
                <a:solidFill>
                  <a:srgbClr val="FF0000"/>
                </a:solidFill>
                <a:latin typeface="黑体"/>
                <a:cs typeface="黑体"/>
              </a:rPr>
              <a:t>流水线的级或段</a:t>
            </a:r>
            <a:r>
              <a:rPr dirty="0" u="none" sz="2700" spc="-20">
                <a:solidFill>
                  <a:srgbClr val="40458B"/>
                </a:solidFill>
                <a:latin typeface="黑体"/>
                <a:cs typeface="黑体"/>
              </a:rPr>
              <a:t>，段与段相</a:t>
            </a:r>
            <a:r>
              <a:rPr dirty="0" u="none" sz="2700" spc="-5">
                <a:solidFill>
                  <a:srgbClr val="40458B"/>
                </a:solidFill>
                <a:latin typeface="黑体"/>
                <a:cs typeface="黑体"/>
              </a:rPr>
              <a:t>互连接形成流水线。流水线的段数称为</a:t>
            </a:r>
            <a:r>
              <a:rPr dirty="0" u="none" sz="2700" spc="-10">
                <a:solidFill>
                  <a:srgbClr val="FF0000"/>
                </a:solidFill>
                <a:latin typeface="黑体"/>
                <a:cs typeface="黑体"/>
              </a:rPr>
              <a:t>流水线的深度。</a:t>
            </a:r>
            <a:endParaRPr sz="2700">
              <a:latin typeface="黑体"/>
              <a:cs typeface="黑体"/>
            </a:endParaRPr>
          </a:p>
        </p:txBody>
      </p:sp>
      <p:sp>
        <p:nvSpPr>
          <p:cNvPr id="11" name="object 11" descr=""/>
          <p:cNvSpPr/>
          <p:nvPr/>
        </p:nvSpPr>
        <p:spPr>
          <a:xfrm>
            <a:off x="2640076" y="1844675"/>
            <a:ext cx="1584325" cy="488950"/>
          </a:xfrm>
          <a:custGeom>
            <a:avLst/>
            <a:gdLst/>
            <a:ahLst/>
            <a:cxnLst/>
            <a:rect l="l" t="t" r="r" b="b"/>
            <a:pathLst>
              <a:path w="1584325" h="488950">
                <a:moveTo>
                  <a:pt x="0" y="488950"/>
                </a:moveTo>
                <a:lnTo>
                  <a:pt x="1584325" y="488950"/>
                </a:lnTo>
                <a:lnTo>
                  <a:pt x="1584325" y="0"/>
                </a:lnTo>
                <a:lnTo>
                  <a:pt x="0" y="0"/>
                </a:lnTo>
                <a:lnTo>
                  <a:pt x="0" y="488950"/>
                </a:lnTo>
                <a:close/>
              </a:path>
            </a:pathLst>
          </a:custGeom>
          <a:ln w="9525">
            <a:solidFill>
              <a:srgbClr val="C00000"/>
            </a:solidFill>
          </a:ln>
        </p:spPr>
        <p:txBody>
          <a:bodyPr wrap="square" lIns="0" tIns="0" rIns="0" bIns="0" rtlCol="0"/>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217926" y="161289"/>
            <a:ext cx="370014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3.1.1</a:t>
            </a:r>
            <a:r>
              <a:rPr dirty="0" u="none" spc="-40" b="1">
                <a:latin typeface="黑体"/>
                <a:cs typeface="黑体"/>
              </a:rPr>
              <a:t> 什么是流水线</a:t>
            </a:r>
          </a:p>
        </p:txBody>
      </p:sp>
      <p:sp>
        <p:nvSpPr>
          <p:cNvPr id="10" name="object 10" descr=""/>
          <p:cNvSpPr txBox="1"/>
          <p:nvPr/>
        </p:nvSpPr>
        <p:spPr>
          <a:xfrm>
            <a:off x="629818" y="1249425"/>
            <a:ext cx="11171555" cy="2845435"/>
          </a:xfrm>
          <a:prstGeom prst="rect">
            <a:avLst/>
          </a:prstGeom>
        </p:spPr>
        <p:txBody>
          <a:bodyPr wrap="square" lIns="0" tIns="12065" rIns="0" bIns="0" rtlCol="0" vert="horz">
            <a:spAutoFit/>
          </a:bodyPr>
          <a:lstStyle/>
          <a:p>
            <a:pPr marL="468630" indent="-455930">
              <a:lnSpc>
                <a:spcPct val="100000"/>
              </a:lnSpc>
              <a:spcBef>
                <a:spcPts val="95"/>
              </a:spcBef>
              <a:buClr>
                <a:srgbClr val="40458B"/>
              </a:buClr>
              <a:buFont typeface="Tahoma"/>
              <a:buAutoNum type="arabicPeriod" startAt="4"/>
              <a:tabLst>
                <a:tab pos="468630" algn="l"/>
              </a:tabLst>
            </a:pPr>
            <a:r>
              <a:rPr dirty="0" sz="2800" spc="-40">
                <a:solidFill>
                  <a:srgbClr val="E14B04"/>
                </a:solidFill>
                <a:latin typeface="黑体"/>
                <a:cs typeface="黑体"/>
              </a:rPr>
              <a:t>指令流水线</a:t>
            </a:r>
            <a:endParaRPr sz="2800">
              <a:latin typeface="黑体"/>
              <a:cs typeface="黑体"/>
            </a:endParaRPr>
          </a:p>
          <a:p>
            <a:pPr lvl="1" marL="1099185" marR="5080" indent="-457200">
              <a:lnSpc>
                <a:spcPct val="140000"/>
              </a:lnSpc>
              <a:spcBef>
                <a:spcPts val="1280"/>
              </a:spcBef>
              <a:buFont typeface="Wingdings"/>
              <a:buChar char=""/>
              <a:tabLst>
                <a:tab pos="1099185" algn="l"/>
              </a:tabLst>
            </a:pPr>
            <a:r>
              <a:rPr dirty="0" sz="2400">
                <a:solidFill>
                  <a:srgbClr val="40458B"/>
                </a:solidFill>
                <a:latin typeface="黑体"/>
                <a:cs typeface="黑体"/>
              </a:rPr>
              <a:t>把指令的解释过程分解为</a:t>
            </a:r>
            <a:r>
              <a:rPr dirty="0" sz="2400">
                <a:solidFill>
                  <a:srgbClr val="D50092"/>
                </a:solidFill>
                <a:latin typeface="黑体"/>
                <a:cs typeface="黑体"/>
              </a:rPr>
              <a:t>分析</a:t>
            </a:r>
            <a:r>
              <a:rPr dirty="0" sz="2400">
                <a:solidFill>
                  <a:srgbClr val="40458B"/>
                </a:solidFill>
                <a:latin typeface="黑体"/>
                <a:cs typeface="黑体"/>
              </a:rPr>
              <a:t>和</a:t>
            </a:r>
            <a:r>
              <a:rPr dirty="0" sz="2400">
                <a:solidFill>
                  <a:srgbClr val="D50092"/>
                </a:solidFill>
                <a:latin typeface="黑体"/>
                <a:cs typeface="黑体"/>
              </a:rPr>
              <a:t>执行</a:t>
            </a:r>
            <a:r>
              <a:rPr dirty="0" sz="2400" spc="-5">
                <a:solidFill>
                  <a:srgbClr val="40458B"/>
                </a:solidFill>
                <a:latin typeface="黑体"/>
                <a:cs typeface="黑体"/>
              </a:rPr>
              <a:t>两个子过程，并让这两个子过程分别用独立的分析部件和执行部件来实现。</a:t>
            </a:r>
            <a:endParaRPr sz="2400">
              <a:latin typeface="黑体"/>
              <a:cs typeface="黑体"/>
            </a:endParaRPr>
          </a:p>
          <a:p>
            <a:pPr marL="1099185">
              <a:lnSpc>
                <a:spcPct val="100000"/>
              </a:lnSpc>
              <a:spcBef>
                <a:spcPts val="1150"/>
              </a:spcBef>
            </a:pPr>
            <a:r>
              <a:rPr dirty="0" sz="2400">
                <a:solidFill>
                  <a:srgbClr val="40458B"/>
                </a:solidFill>
                <a:latin typeface="黑体"/>
                <a:cs typeface="黑体"/>
              </a:rPr>
              <a:t>理想情况：</a:t>
            </a:r>
            <a:r>
              <a:rPr dirty="0" sz="2400" spc="-10">
                <a:solidFill>
                  <a:srgbClr val="D50092"/>
                </a:solidFill>
                <a:latin typeface="黑体"/>
                <a:cs typeface="黑体"/>
              </a:rPr>
              <a:t>速度提高一倍</a:t>
            </a:r>
            <a:endParaRPr sz="2400">
              <a:latin typeface="黑体"/>
              <a:cs typeface="黑体"/>
            </a:endParaRPr>
          </a:p>
          <a:p>
            <a:pPr lvl="1" marL="1099185" indent="-457200">
              <a:lnSpc>
                <a:spcPct val="100000"/>
              </a:lnSpc>
              <a:spcBef>
                <a:spcPts val="2595"/>
              </a:spcBef>
              <a:buClr>
                <a:srgbClr val="40458B"/>
              </a:buClr>
              <a:buFont typeface="Wingdings"/>
              <a:buChar char=""/>
              <a:tabLst>
                <a:tab pos="1099185" algn="l"/>
              </a:tabLst>
            </a:pPr>
            <a:r>
              <a:rPr dirty="0" sz="2400">
                <a:solidFill>
                  <a:srgbClr val="9933FF"/>
                </a:solidFill>
                <a:latin typeface="黑体"/>
                <a:cs typeface="黑体"/>
              </a:rPr>
              <a:t>4</a:t>
            </a:r>
            <a:r>
              <a:rPr dirty="0" sz="2400" spc="-10">
                <a:solidFill>
                  <a:srgbClr val="40458B"/>
                </a:solidFill>
                <a:latin typeface="黑体"/>
                <a:cs typeface="黑体"/>
              </a:rPr>
              <a:t>段指令流水线</a:t>
            </a:r>
            <a:endParaRPr sz="2400">
              <a:latin typeface="黑体"/>
              <a:cs typeface="黑体"/>
            </a:endParaRPr>
          </a:p>
        </p:txBody>
      </p:sp>
      <p:grpSp>
        <p:nvGrpSpPr>
          <p:cNvPr id="11" name="object 11" descr=""/>
          <p:cNvGrpSpPr/>
          <p:nvPr/>
        </p:nvGrpSpPr>
        <p:grpSpPr>
          <a:xfrm>
            <a:off x="2495550" y="4554601"/>
            <a:ext cx="7704455" cy="917575"/>
            <a:chOff x="2495550" y="4554601"/>
            <a:chExt cx="7704455" cy="917575"/>
          </a:xfrm>
        </p:grpSpPr>
        <p:sp>
          <p:nvSpPr>
            <p:cNvPr id="12" name="object 12" descr=""/>
            <p:cNvSpPr/>
            <p:nvPr/>
          </p:nvSpPr>
          <p:spPr>
            <a:xfrm>
              <a:off x="2495550" y="4554601"/>
              <a:ext cx="7704455" cy="917575"/>
            </a:xfrm>
            <a:custGeom>
              <a:avLst/>
              <a:gdLst/>
              <a:ahLst/>
              <a:cxnLst/>
              <a:rect l="l" t="t" r="r" b="b"/>
              <a:pathLst>
                <a:path w="7704455" h="917575">
                  <a:moveTo>
                    <a:pt x="7704074" y="0"/>
                  </a:moveTo>
                  <a:lnTo>
                    <a:pt x="0" y="0"/>
                  </a:lnTo>
                  <a:lnTo>
                    <a:pt x="0" y="917575"/>
                  </a:lnTo>
                  <a:lnTo>
                    <a:pt x="7704074" y="917575"/>
                  </a:lnTo>
                  <a:lnTo>
                    <a:pt x="7704074" y="0"/>
                  </a:lnTo>
                  <a:close/>
                </a:path>
              </a:pathLst>
            </a:custGeom>
            <a:solidFill>
              <a:srgbClr val="EFEFEF"/>
            </a:solidFill>
          </p:spPr>
          <p:txBody>
            <a:bodyPr wrap="square" lIns="0" tIns="0" rIns="0" bIns="0" rtlCol="0"/>
            <a:lstStyle/>
            <a:p/>
          </p:txBody>
        </p:sp>
        <p:sp>
          <p:nvSpPr>
            <p:cNvPr id="13" name="object 13" descr=""/>
            <p:cNvSpPr/>
            <p:nvPr/>
          </p:nvSpPr>
          <p:spPr>
            <a:xfrm>
              <a:off x="9385179" y="4916984"/>
              <a:ext cx="729615" cy="104775"/>
            </a:xfrm>
            <a:custGeom>
              <a:avLst/>
              <a:gdLst/>
              <a:ahLst/>
              <a:cxnLst/>
              <a:rect l="l" t="t" r="r" b="b"/>
              <a:pathLst>
                <a:path w="729615" h="104775">
                  <a:moveTo>
                    <a:pt x="571430" y="0"/>
                  </a:moveTo>
                  <a:lnTo>
                    <a:pt x="621842" y="50786"/>
                  </a:lnTo>
                  <a:lnTo>
                    <a:pt x="571430" y="104751"/>
                  </a:lnTo>
                  <a:lnTo>
                    <a:pt x="691913" y="63626"/>
                  </a:lnTo>
                  <a:lnTo>
                    <a:pt x="628177" y="63626"/>
                  </a:lnTo>
                  <a:lnTo>
                    <a:pt x="631608" y="60423"/>
                  </a:lnTo>
                  <a:lnTo>
                    <a:pt x="634776" y="57193"/>
                  </a:lnTo>
                  <a:lnTo>
                    <a:pt x="634776" y="47557"/>
                  </a:lnTo>
                  <a:lnTo>
                    <a:pt x="631608" y="41124"/>
                  </a:lnTo>
                  <a:lnTo>
                    <a:pt x="628177" y="37920"/>
                  </a:lnTo>
                  <a:lnTo>
                    <a:pt x="689478" y="37920"/>
                  </a:lnTo>
                  <a:lnTo>
                    <a:pt x="571430" y="0"/>
                  </a:lnTo>
                  <a:close/>
                </a:path>
                <a:path w="729615" h="104775">
                  <a:moveTo>
                    <a:pt x="609071" y="37920"/>
                  </a:moveTo>
                  <a:lnTo>
                    <a:pt x="9765" y="37920"/>
                  </a:lnTo>
                  <a:lnTo>
                    <a:pt x="6598" y="41124"/>
                  </a:lnTo>
                  <a:lnTo>
                    <a:pt x="3167" y="47557"/>
                  </a:lnTo>
                  <a:lnTo>
                    <a:pt x="0" y="50786"/>
                  </a:lnTo>
                  <a:lnTo>
                    <a:pt x="3167" y="57193"/>
                  </a:lnTo>
                  <a:lnTo>
                    <a:pt x="6598" y="60423"/>
                  </a:lnTo>
                  <a:lnTo>
                    <a:pt x="9765" y="63626"/>
                  </a:lnTo>
                  <a:lnTo>
                    <a:pt x="609848" y="63626"/>
                  </a:lnTo>
                  <a:lnTo>
                    <a:pt x="621842" y="50786"/>
                  </a:lnTo>
                  <a:lnTo>
                    <a:pt x="609071" y="37920"/>
                  </a:lnTo>
                  <a:close/>
                </a:path>
                <a:path w="729615" h="104775">
                  <a:moveTo>
                    <a:pt x="689478" y="37920"/>
                  </a:moveTo>
                  <a:lnTo>
                    <a:pt x="628177" y="37920"/>
                  </a:lnTo>
                  <a:lnTo>
                    <a:pt x="631608" y="41124"/>
                  </a:lnTo>
                  <a:lnTo>
                    <a:pt x="634776" y="47557"/>
                  </a:lnTo>
                  <a:lnTo>
                    <a:pt x="634776" y="57193"/>
                  </a:lnTo>
                  <a:lnTo>
                    <a:pt x="631608" y="60423"/>
                  </a:lnTo>
                  <a:lnTo>
                    <a:pt x="628177" y="63626"/>
                  </a:lnTo>
                  <a:lnTo>
                    <a:pt x="691913" y="63626"/>
                  </a:lnTo>
                  <a:lnTo>
                    <a:pt x="729530" y="50786"/>
                  </a:lnTo>
                  <a:lnTo>
                    <a:pt x="689478" y="37920"/>
                  </a:lnTo>
                  <a:close/>
                </a:path>
              </a:pathLst>
            </a:custGeom>
            <a:solidFill>
              <a:srgbClr val="000000"/>
            </a:solidFill>
          </p:spPr>
          <p:txBody>
            <a:bodyPr wrap="square" lIns="0" tIns="0" rIns="0" bIns="0" rtlCol="0"/>
            <a:lstStyle/>
            <a:p/>
          </p:txBody>
        </p:sp>
        <p:sp>
          <p:nvSpPr>
            <p:cNvPr id="14" name="object 14" descr=""/>
            <p:cNvSpPr/>
            <p:nvPr/>
          </p:nvSpPr>
          <p:spPr>
            <a:xfrm>
              <a:off x="9385179" y="4916984"/>
              <a:ext cx="729615" cy="104775"/>
            </a:xfrm>
            <a:custGeom>
              <a:avLst/>
              <a:gdLst/>
              <a:ahLst/>
              <a:cxnLst/>
              <a:rect l="l" t="t" r="r" b="b"/>
              <a:pathLst>
                <a:path w="729615" h="104775">
                  <a:moveTo>
                    <a:pt x="15572" y="37920"/>
                  </a:moveTo>
                  <a:lnTo>
                    <a:pt x="621842" y="37920"/>
                  </a:lnTo>
                  <a:lnTo>
                    <a:pt x="628177" y="37920"/>
                  </a:lnTo>
                  <a:lnTo>
                    <a:pt x="631608" y="41124"/>
                  </a:lnTo>
                  <a:lnTo>
                    <a:pt x="634776" y="47557"/>
                  </a:lnTo>
                  <a:lnTo>
                    <a:pt x="634776" y="50786"/>
                  </a:lnTo>
                  <a:lnTo>
                    <a:pt x="634776" y="57193"/>
                  </a:lnTo>
                  <a:lnTo>
                    <a:pt x="631608" y="60423"/>
                  </a:lnTo>
                  <a:lnTo>
                    <a:pt x="628177" y="63626"/>
                  </a:lnTo>
                  <a:lnTo>
                    <a:pt x="621842" y="63626"/>
                  </a:lnTo>
                  <a:lnTo>
                    <a:pt x="15572" y="63626"/>
                  </a:lnTo>
                  <a:lnTo>
                    <a:pt x="9765" y="63626"/>
                  </a:lnTo>
                  <a:lnTo>
                    <a:pt x="6598" y="60423"/>
                  </a:lnTo>
                  <a:lnTo>
                    <a:pt x="3167" y="57193"/>
                  </a:lnTo>
                  <a:lnTo>
                    <a:pt x="0" y="50786"/>
                  </a:lnTo>
                  <a:lnTo>
                    <a:pt x="3167" y="47557"/>
                  </a:lnTo>
                  <a:lnTo>
                    <a:pt x="6598" y="41124"/>
                  </a:lnTo>
                  <a:lnTo>
                    <a:pt x="9765" y="37920"/>
                  </a:lnTo>
                  <a:lnTo>
                    <a:pt x="15572" y="37920"/>
                  </a:lnTo>
                  <a:close/>
                </a:path>
                <a:path w="729615" h="104775">
                  <a:moveTo>
                    <a:pt x="621842" y="50786"/>
                  </a:moveTo>
                  <a:lnTo>
                    <a:pt x="571430" y="0"/>
                  </a:lnTo>
                  <a:lnTo>
                    <a:pt x="729530" y="50786"/>
                  </a:lnTo>
                  <a:lnTo>
                    <a:pt x="571430" y="104751"/>
                  </a:lnTo>
                  <a:lnTo>
                    <a:pt x="621842" y="50786"/>
                  </a:lnTo>
                  <a:close/>
                </a:path>
              </a:pathLst>
            </a:custGeom>
            <a:ln w="3670">
              <a:solidFill>
                <a:srgbClr val="000000"/>
              </a:solidFill>
            </a:ln>
          </p:spPr>
          <p:txBody>
            <a:bodyPr wrap="square" lIns="0" tIns="0" rIns="0" bIns="0" rtlCol="0"/>
            <a:lstStyle/>
            <a:p/>
          </p:txBody>
        </p:sp>
        <p:sp>
          <p:nvSpPr>
            <p:cNvPr id="15" name="object 15" descr=""/>
            <p:cNvSpPr/>
            <p:nvPr/>
          </p:nvSpPr>
          <p:spPr>
            <a:xfrm>
              <a:off x="7719453" y="4904144"/>
              <a:ext cx="729615" cy="104775"/>
            </a:xfrm>
            <a:custGeom>
              <a:avLst/>
              <a:gdLst/>
              <a:ahLst/>
              <a:cxnLst/>
              <a:rect l="l" t="t" r="r" b="b"/>
              <a:pathLst>
                <a:path w="729615" h="104775">
                  <a:moveTo>
                    <a:pt x="571166" y="0"/>
                  </a:moveTo>
                  <a:lnTo>
                    <a:pt x="621579" y="53964"/>
                  </a:lnTo>
                  <a:lnTo>
                    <a:pt x="571166" y="104751"/>
                  </a:lnTo>
                  <a:lnTo>
                    <a:pt x="689411" y="66830"/>
                  </a:lnTo>
                  <a:lnTo>
                    <a:pt x="628177" y="66830"/>
                  </a:lnTo>
                  <a:lnTo>
                    <a:pt x="631344" y="63626"/>
                  </a:lnTo>
                  <a:lnTo>
                    <a:pt x="634776" y="57193"/>
                  </a:lnTo>
                  <a:lnTo>
                    <a:pt x="634776" y="47557"/>
                  </a:lnTo>
                  <a:lnTo>
                    <a:pt x="631344" y="44327"/>
                  </a:lnTo>
                  <a:lnTo>
                    <a:pt x="628177" y="41124"/>
                  </a:lnTo>
                  <a:lnTo>
                    <a:pt x="691850" y="41124"/>
                  </a:lnTo>
                  <a:lnTo>
                    <a:pt x="571166" y="0"/>
                  </a:lnTo>
                  <a:close/>
                </a:path>
                <a:path w="729615" h="104775">
                  <a:moveTo>
                    <a:pt x="609584" y="41124"/>
                  </a:moveTo>
                  <a:lnTo>
                    <a:pt x="8973" y="41124"/>
                  </a:lnTo>
                  <a:lnTo>
                    <a:pt x="6334" y="44327"/>
                  </a:lnTo>
                  <a:lnTo>
                    <a:pt x="3167" y="47557"/>
                  </a:lnTo>
                  <a:lnTo>
                    <a:pt x="0" y="53964"/>
                  </a:lnTo>
                  <a:lnTo>
                    <a:pt x="3167" y="57193"/>
                  </a:lnTo>
                  <a:lnTo>
                    <a:pt x="6334" y="63626"/>
                  </a:lnTo>
                  <a:lnTo>
                    <a:pt x="8973" y="66830"/>
                  </a:lnTo>
                  <a:lnTo>
                    <a:pt x="608807" y="66830"/>
                  </a:lnTo>
                  <a:lnTo>
                    <a:pt x="621579" y="53964"/>
                  </a:lnTo>
                  <a:lnTo>
                    <a:pt x="609584" y="41124"/>
                  </a:lnTo>
                  <a:close/>
                </a:path>
                <a:path w="729615" h="104775">
                  <a:moveTo>
                    <a:pt x="691850" y="41124"/>
                  </a:moveTo>
                  <a:lnTo>
                    <a:pt x="628177" y="41124"/>
                  </a:lnTo>
                  <a:lnTo>
                    <a:pt x="631344" y="44327"/>
                  </a:lnTo>
                  <a:lnTo>
                    <a:pt x="634776" y="47557"/>
                  </a:lnTo>
                  <a:lnTo>
                    <a:pt x="634776" y="57193"/>
                  </a:lnTo>
                  <a:lnTo>
                    <a:pt x="631344" y="63626"/>
                  </a:lnTo>
                  <a:lnTo>
                    <a:pt x="628177" y="66830"/>
                  </a:lnTo>
                  <a:lnTo>
                    <a:pt x="689411" y="66830"/>
                  </a:lnTo>
                  <a:lnTo>
                    <a:pt x="729530" y="53964"/>
                  </a:lnTo>
                  <a:lnTo>
                    <a:pt x="691850" y="41124"/>
                  </a:lnTo>
                  <a:close/>
                </a:path>
              </a:pathLst>
            </a:custGeom>
            <a:solidFill>
              <a:srgbClr val="000000"/>
            </a:solidFill>
          </p:spPr>
          <p:txBody>
            <a:bodyPr wrap="square" lIns="0" tIns="0" rIns="0" bIns="0" rtlCol="0"/>
            <a:lstStyle/>
            <a:p/>
          </p:txBody>
        </p:sp>
        <p:sp>
          <p:nvSpPr>
            <p:cNvPr id="16" name="object 16" descr=""/>
            <p:cNvSpPr/>
            <p:nvPr/>
          </p:nvSpPr>
          <p:spPr>
            <a:xfrm>
              <a:off x="7719452" y="4904144"/>
              <a:ext cx="729615" cy="104775"/>
            </a:xfrm>
            <a:custGeom>
              <a:avLst/>
              <a:gdLst/>
              <a:ahLst/>
              <a:cxnLst/>
              <a:rect l="l" t="t" r="r" b="b"/>
              <a:pathLst>
                <a:path w="729615" h="104775">
                  <a:moveTo>
                    <a:pt x="15572" y="41124"/>
                  </a:moveTo>
                  <a:lnTo>
                    <a:pt x="621579" y="41124"/>
                  </a:lnTo>
                  <a:lnTo>
                    <a:pt x="628177" y="41124"/>
                  </a:lnTo>
                  <a:lnTo>
                    <a:pt x="631344" y="44327"/>
                  </a:lnTo>
                  <a:lnTo>
                    <a:pt x="634776" y="47557"/>
                  </a:lnTo>
                  <a:lnTo>
                    <a:pt x="634776" y="53964"/>
                  </a:lnTo>
                  <a:lnTo>
                    <a:pt x="634776" y="57193"/>
                  </a:lnTo>
                  <a:lnTo>
                    <a:pt x="631344" y="63626"/>
                  </a:lnTo>
                  <a:lnTo>
                    <a:pt x="628177" y="66830"/>
                  </a:lnTo>
                  <a:lnTo>
                    <a:pt x="621579" y="66830"/>
                  </a:lnTo>
                  <a:lnTo>
                    <a:pt x="15572" y="66830"/>
                  </a:lnTo>
                  <a:lnTo>
                    <a:pt x="8973" y="66830"/>
                  </a:lnTo>
                  <a:lnTo>
                    <a:pt x="6334" y="63626"/>
                  </a:lnTo>
                  <a:lnTo>
                    <a:pt x="3167" y="57193"/>
                  </a:lnTo>
                  <a:lnTo>
                    <a:pt x="0" y="53964"/>
                  </a:lnTo>
                  <a:lnTo>
                    <a:pt x="3167" y="47557"/>
                  </a:lnTo>
                  <a:lnTo>
                    <a:pt x="6334" y="44327"/>
                  </a:lnTo>
                  <a:lnTo>
                    <a:pt x="8973" y="41124"/>
                  </a:lnTo>
                  <a:lnTo>
                    <a:pt x="15572" y="41124"/>
                  </a:lnTo>
                  <a:close/>
                </a:path>
                <a:path w="729615" h="104775">
                  <a:moveTo>
                    <a:pt x="621579" y="53964"/>
                  </a:moveTo>
                  <a:lnTo>
                    <a:pt x="571166" y="0"/>
                  </a:lnTo>
                  <a:lnTo>
                    <a:pt x="729530" y="53964"/>
                  </a:lnTo>
                  <a:lnTo>
                    <a:pt x="571166" y="104751"/>
                  </a:lnTo>
                  <a:lnTo>
                    <a:pt x="621579" y="53964"/>
                  </a:lnTo>
                  <a:close/>
                </a:path>
              </a:pathLst>
            </a:custGeom>
            <a:ln w="3670">
              <a:solidFill>
                <a:srgbClr val="000000"/>
              </a:solidFill>
            </a:ln>
          </p:spPr>
          <p:txBody>
            <a:bodyPr wrap="square" lIns="0" tIns="0" rIns="0" bIns="0" rtlCol="0"/>
            <a:lstStyle/>
            <a:p/>
          </p:txBody>
        </p:sp>
        <p:sp>
          <p:nvSpPr>
            <p:cNvPr id="17" name="object 17" descr=""/>
            <p:cNvSpPr/>
            <p:nvPr/>
          </p:nvSpPr>
          <p:spPr>
            <a:xfrm>
              <a:off x="6053463" y="4904144"/>
              <a:ext cx="729615" cy="104775"/>
            </a:xfrm>
            <a:custGeom>
              <a:avLst/>
              <a:gdLst/>
              <a:ahLst/>
              <a:cxnLst/>
              <a:rect l="l" t="t" r="r" b="b"/>
              <a:pathLst>
                <a:path w="729615" h="104775">
                  <a:moveTo>
                    <a:pt x="570638" y="0"/>
                  </a:moveTo>
                  <a:lnTo>
                    <a:pt x="621842" y="53964"/>
                  </a:lnTo>
                  <a:lnTo>
                    <a:pt x="570638" y="104751"/>
                  </a:lnTo>
                  <a:lnTo>
                    <a:pt x="689277" y="66830"/>
                  </a:lnTo>
                  <a:lnTo>
                    <a:pt x="628177" y="66830"/>
                  </a:lnTo>
                  <a:lnTo>
                    <a:pt x="631608" y="63626"/>
                  </a:lnTo>
                  <a:lnTo>
                    <a:pt x="634776" y="57193"/>
                  </a:lnTo>
                  <a:lnTo>
                    <a:pt x="634776" y="47557"/>
                  </a:lnTo>
                  <a:lnTo>
                    <a:pt x="631608" y="44327"/>
                  </a:lnTo>
                  <a:lnTo>
                    <a:pt x="628177" y="41124"/>
                  </a:lnTo>
                  <a:lnTo>
                    <a:pt x="691724" y="41124"/>
                  </a:lnTo>
                  <a:lnTo>
                    <a:pt x="570638" y="0"/>
                  </a:lnTo>
                  <a:close/>
                </a:path>
                <a:path w="729615" h="104775">
                  <a:moveTo>
                    <a:pt x="609659" y="41124"/>
                  </a:moveTo>
                  <a:lnTo>
                    <a:pt x="9237" y="41124"/>
                  </a:lnTo>
                  <a:lnTo>
                    <a:pt x="6598" y="44327"/>
                  </a:lnTo>
                  <a:lnTo>
                    <a:pt x="3167" y="47557"/>
                  </a:lnTo>
                  <a:lnTo>
                    <a:pt x="0" y="53964"/>
                  </a:lnTo>
                  <a:lnTo>
                    <a:pt x="3167" y="57193"/>
                  </a:lnTo>
                  <a:lnTo>
                    <a:pt x="6598" y="63626"/>
                  </a:lnTo>
                  <a:lnTo>
                    <a:pt x="9237" y="66830"/>
                  </a:lnTo>
                  <a:lnTo>
                    <a:pt x="608871" y="66830"/>
                  </a:lnTo>
                  <a:lnTo>
                    <a:pt x="621842" y="53964"/>
                  </a:lnTo>
                  <a:lnTo>
                    <a:pt x="609659" y="41124"/>
                  </a:lnTo>
                  <a:close/>
                </a:path>
                <a:path w="729615" h="104775">
                  <a:moveTo>
                    <a:pt x="691724" y="41124"/>
                  </a:moveTo>
                  <a:lnTo>
                    <a:pt x="628177" y="41124"/>
                  </a:lnTo>
                  <a:lnTo>
                    <a:pt x="631608" y="44327"/>
                  </a:lnTo>
                  <a:lnTo>
                    <a:pt x="634776" y="47557"/>
                  </a:lnTo>
                  <a:lnTo>
                    <a:pt x="634776" y="57193"/>
                  </a:lnTo>
                  <a:lnTo>
                    <a:pt x="631608" y="63626"/>
                  </a:lnTo>
                  <a:lnTo>
                    <a:pt x="628177" y="66830"/>
                  </a:lnTo>
                  <a:lnTo>
                    <a:pt x="689277" y="66830"/>
                  </a:lnTo>
                  <a:lnTo>
                    <a:pt x="729530" y="53964"/>
                  </a:lnTo>
                  <a:lnTo>
                    <a:pt x="691724" y="41124"/>
                  </a:lnTo>
                  <a:close/>
                </a:path>
              </a:pathLst>
            </a:custGeom>
            <a:solidFill>
              <a:srgbClr val="000000"/>
            </a:solidFill>
          </p:spPr>
          <p:txBody>
            <a:bodyPr wrap="square" lIns="0" tIns="0" rIns="0" bIns="0" rtlCol="0"/>
            <a:lstStyle/>
            <a:p/>
          </p:txBody>
        </p:sp>
        <p:sp>
          <p:nvSpPr>
            <p:cNvPr id="18" name="object 18" descr=""/>
            <p:cNvSpPr/>
            <p:nvPr/>
          </p:nvSpPr>
          <p:spPr>
            <a:xfrm>
              <a:off x="6053463" y="4904144"/>
              <a:ext cx="729615" cy="104775"/>
            </a:xfrm>
            <a:custGeom>
              <a:avLst/>
              <a:gdLst/>
              <a:ahLst/>
              <a:cxnLst/>
              <a:rect l="l" t="t" r="r" b="b"/>
              <a:pathLst>
                <a:path w="729615" h="104775">
                  <a:moveTo>
                    <a:pt x="15572" y="41124"/>
                  </a:moveTo>
                  <a:lnTo>
                    <a:pt x="621842" y="41124"/>
                  </a:lnTo>
                  <a:lnTo>
                    <a:pt x="628177" y="41124"/>
                  </a:lnTo>
                  <a:lnTo>
                    <a:pt x="631608" y="44327"/>
                  </a:lnTo>
                  <a:lnTo>
                    <a:pt x="634776" y="47557"/>
                  </a:lnTo>
                  <a:lnTo>
                    <a:pt x="634776" y="53964"/>
                  </a:lnTo>
                  <a:lnTo>
                    <a:pt x="634776" y="57193"/>
                  </a:lnTo>
                  <a:lnTo>
                    <a:pt x="631608" y="63626"/>
                  </a:lnTo>
                  <a:lnTo>
                    <a:pt x="628177" y="66830"/>
                  </a:lnTo>
                  <a:lnTo>
                    <a:pt x="621842" y="66830"/>
                  </a:lnTo>
                  <a:lnTo>
                    <a:pt x="15572" y="66830"/>
                  </a:lnTo>
                  <a:lnTo>
                    <a:pt x="9237" y="66830"/>
                  </a:lnTo>
                  <a:lnTo>
                    <a:pt x="6598" y="63626"/>
                  </a:lnTo>
                  <a:lnTo>
                    <a:pt x="3167" y="57193"/>
                  </a:lnTo>
                  <a:lnTo>
                    <a:pt x="0" y="53964"/>
                  </a:lnTo>
                  <a:lnTo>
                    <a:pt x="3167" y="47557"/>
                  </a:lnTo>
                  <a:lnTo>
                    <a:pt x="6598" y="44327"/>
                  </a:lnTo>
                  <a:lnTo>
                    <a:pt x="9237" y="41124"/>
                  </a:lnTo>
                  <a:lnTo>
                    <a:pt x="15572" y="41124"/>
                  </a:lnTo>
                  <a:close/>
                </a:path>
                <a:path w="729615" h="104775">
                  <a:moveTo>
                    <a:pt x="621842" y="53964"/>
                  </a:moveTo>
                  <a:lnTo>
                    <a:pt x="570638" y="0"/>
                  </a:lnTo>
                  <a:lnTo>
                    <a:pt x="729530" y="53964"/>
                  </a:lnTo>
                  <a:lnTo>
                    <a:pt x="570638" y="104751"/>
                  </a:lnTo>
                  <a:lnTo>
                    <a:pt x="621842" y="53964"/>
                  </a:lnTo>
                  <a:close/>
                </a:path>
              </a:pathLst>
            </a:custGeom>
            <a:ln w="3670">
              <a:solidFill>
                <a:srgbClr val="000000"/>
              </a:solidFill>
            </a:ln>
          </p:spPr>
          <p:txBody>
            <a:bodyPr wrap="square" lIns="0" tIns="0" rIns="0" bIns="0" rtlCol="0"/>
            <a:lstStyle/>
            <a:p/>
          </p:txBody>
        </p:sp>
        <p:sp>
          <p:nvSpPr>
            <p:cNvPr id="19" name="object 19" descr=""/>
            <p:cNvSpPr/>
            <p:nvPr/>
          </p:nvSpPr>
          <p:spPr>
            <a:xfrm>
              <a:off x="4387604" y="4913780"/>
              <a:ext cx="730250" cy="104775"/>
            </a:xfrm>
            <a:custGeom>
              <a:avLst/>
              <a:gdLst/>
              <a:ahLst/>
              <a:cxnLst/>
              <a:rect l="l" t="t" r="r" b="b"/>
              <a:pathLst>
                <a:path w="730250" h="104775">
                  <a:moveTo>
                    <a:pt x="570770" y="0"/>
                  </a:moveTo>
                  <a:lnTo>
                    <a:pt x="621763" y="50760"/>
                  </a:lnTo>
                  <a:lnTo>
                    <a:pt x="570770" y="104751"/>
                  </a:lnTo>
                  <a:lnTo>
                    <a:pt x="691778" y="63626"/>
                  </a:lnTo>
                  <a:lnTo>
                    <a:pt x="628309" y="63626"/>
                  </a:lnTo>
                  <a:lnTo>
                    <a:pt x="634828" y="57193"/>
                  </a:lnTo>
                  <a:lnTo>
                    <a:pt x="634828" y="47557"/>
                  </a:lnTo>
                  <a:lnTo>
                    <a:pt x="631582" y="41124"/>
                  </a:lnTo>
                  <a:lnTo>
                    <a:pt x="628309" y="37920"/>
                  </a:lnTo>
                  <a:lnTo>
                    <a:pt x="689451" y="37920"/>
                  </a:lnTo>
                  <a:lnTo>
                    <a:pt x="570770" y="0"/>
                  </a:lnTo>
                  <a:close/>
                </a:path>
                <a:path w="730250" h="104775">
                  <a:moveTo>
                    <a:pt x="608865" y="37920"/>
                  </a:moveTo>
                  <a:lnTo>
                    <a:pt x="9158" y="37920"/>
                  </a:lnTo>
                  <a:lnTo>
                    <a:pt x="6545" y="41124"/>
                  </a:lnTo>
                  <a:lnTo>
                    <a:pt x="3272" y="47557"/>
                  </a:lnTo>
                  <a:lnTo>
                    <a:pt x="0" y="50760"/>
                  </a:lnTo>
                  <a:lnTo>
                    <a:pt x="3272" y="57193"/>
                  </a:lnTo>
                  <a:lnTo>
                    <a:pt x="6545" y="60397"/>
                  </a:lnTo>
                  <a:lnTo>
                    <a:pt x="9158" y="63626"/>
                  </a:lnTo>
                  <a:lnTo>
                    <a:pt x="609611" y="63626"/>
                  </a:lnTo>
                  <a:lnTo>
                    <a:pt x="621763" y="50760"/>
                  </a:lnTo>
                  <a:lnTo>
                    <a:pt x="608865" y="37920"/>
                  </a:lnTo>
                  <a:close/>
                </a:path>
                <a:path w="730250" h="104775">
                  <a:moveTo>
                    <a:pt x="689451" y="37920"/>
                  </a:moveTo>
                  <a:lnTo>
                    <a:pt x="628309" y="37920"/>
                  </a:lnTo>
                  <a:lnTo>
                    <a:pt x="631582" y="41124"/>
                  </a:lnTo>
                  <a:lnTo>
                    <a:pt x="634828" y="47557"/>
                  </a:lnTo>
                  <a:lnTo>
                    <a:pt x="634828" y="57193"/>
                  </a:lnTo>
                  <a:lnTo>
                    <a:pt x="628309" y="63626"/>
                  </a:lnTo>
                  <a:lnTo>
                    <a:pt x="691778" y="63626"/>
                  </a:lnTo>
                  <a:lnTo>
                    <a:pt x="729636" y="50760"/>
                  </a:lnTo>
                  <a:lnTo>
                    <a:pt x="689451" y="37920"/>
                  </a:lnTo>
                  <a:close/>
                </a:path>
              </a:pathLst>
            </a:custGeom>
            <a:solidFill>
              <a:srgbClr val="000000"/>
            </a:solidFill>
          </p:spPr>
          <p:txBody>
            <a:bodyPr wrap="square" lIns="0" tIns="0" rIns="0" bIns="0" rtlCol="0"/>
            <a:lstStyle/>
            <a:p/>
          </p:txBody>
        </p:sp>
        <p:sp>
          <p:nvSpPr>
            <p:cNvPr id="20" name="object 20" descr=""/>
            <p:cNvSpPr/>
            <p:nvPr/>
          </p:nvSpPr>
          <p:spPr>
            <a:xfrm>
              <a:off x="4387604" y="4913780"/>
              <a:ext cx="730250" cy="104775"/>
            </a:xfrm>
            <a:custGeom>
              <a:avLst/>
              <a:gdLst/>
              <a:ahLst/>
              <a:cxnLst/>
              <a:rect l="l" t="t" r="r" b="b"/>
              <a:pathLst>
                <a:path w="730250" h="104775">
                  <a:moveTo>
                    <a:pt x="15704" y="37920"/>
                  </a:moveTo>
                  <a:lnTo>
                    <a:pt x="621763" y="37920"/>
                  </a:lnTo>
                  <a:lnTo>
                    <a:pt x="628309" y="37920"/>
                  </a:lnTo>
                  <a:lnTo>
                    <a:pt x="631582" y="41124"/>
                  </a:lnTo>
                  <a:lnTo>
                    <a:pt x="634828" y="47557"/>
                  </a:lnTo>
                  <a:lnTo>
                    <a:pt x="634828" y="50760"/>
                  </a:lnTo>
                  <a:lnTo>
                    <a:pt x="634828" y="57193"/>
                  </a:lnTo>
                  <a:lnTo>
                    <a:pt x="631582" y="60397"/>
                  </a:lnTo>
                  <a:lnTo>
                    <a:pt x="628309" y="63626"/>
                  </a:lnTo>
                  <a:lnTo>
                    <a:pt x="621763" y="63626"/>
                  </a:lnTo>
                  <a:lnTo>
                    <a:pt x="15704" y="63626"/>
                  </a:lnTo>
                  <a:lnTo>
                    <a:pt x="9158" y="63626"/>
                  </a:lnTo>
                  <a:lnTo>
                    <a:pt x="6545" y="60397"/>
                  </a:lnTo>
                  <a:lnTo>
                    <a:pt x="3272" y="57193"/>
                  </a:lnTo>
                  <a:lnTo>
                    <a:pt x="0" y="50760"/>
                  </a:lnTo>
                  <a:lnTo>
                    <a:pt x="3272" y="47557"/>
                  </a:lnTo>
                  <a:lnTo>
                    <a:pt x="6545" y="41124"/>
                  </a:lnTo>
                  <a:lnTo>
                    <a:pt x="9158" y="37920"/>
                  </a:lnTo>
                  <a:lnTo>
                    <a:pt x="15704" y="37920"/>
                  </a:lnTo>
                  <a:close/>
                </a:path>
                <a:path w="730250" h="104775">
                  <a:moveTo>
                    <a:pt x="621763" y="50760"/>
                  </a:moveTo>
                  <a:lnTo>
                    <a:pt x="570770" y="0"/>
                  </a:lnTo>
                  <a:lnTo>
                    <a:pt x="729636" y="50760"/>
                  </a:lnTo>
                  <a:lnTo>
                    <a:pt x="570770" y="104751"/>
                  </a:lnTo>
                  <a:lnTo>
                    <a:pt x="621763" y="50760"/>
                  </a:lnTo>
                  <a:close/>
                </a:path>
              </a:pathLst>
            </a:custGeom>
            <a:ln w="3670">
              <a:solidFill>
                <a:srgbClr val="000000"/>
              </a:solidFill>
            </a:ln>
          </p:spPr>
          <p:txBody>
            <a:bodyPr wrap="square" lIns="0" tIns="0" rIns="0" bIns="0" rtlCol="0"/>
            <a:lstStyle/>
            <a:p/>
          </p:txBody>
        </p:sp>
        <p:sp>
          <p:nvSpPr>
            <p:cNvPr id="21" name="object 21" descr=""/>
            <p:cNvSpPr/>
            <p:nvPr/>
          </p:nvSpPr>
          <p:spPr>
            <a:xfrm>
              <a:off x="2721759" y="4910577"/>
              <a:ext cx="730250" cy="104775"/>
            </a:xfrm>
            <a:custGeom>
              <a:avLst/>
              <a:gdLst/>
              <a:ahLst/>
              <a:cxnLst/>
              <a:rect l="l" t="t" r="r" b="b"/>
              <a:pathLst>
                <a:path w="730250" h="104775">
                  <a:moveTo>
                    <a:pt x="570757" y="0"/>
                  </a:moveTo>
                  <a:lnTo>
                    <a:pt x="621750" y="50760"/>
                  </a:lnTo>
                  <a:lnTo>
                    <a:pt x="570757" y="104725"/>
                  </a:lnTo>
                  <a:lnTo>
                    <a:pt x="682315" y="66830"/>
                  </a:lnTo>
                  <a:lnTo>
                    <a:pt x="621750" y="66830"/>
                  </a:lnTo>
                  <a:lnTo>
                    <a:pt x="628296" y="63600"/>
                  </a:lnTo>
                  <a:lnTo>
                    <a:pt x="631569" y="60397"/>
                  </a:lnTo>
                  <a:lnTo>
                    <a:pt x="634182" y="57193"/>
                  </a:lnTo>
                  <a:lnTo>
                    <a:pt x="634182" y="47531"/>
                  </a:lnTo>
                  <a:lnTo>
                    <a:pt x="631569" y="44327"/>
                  </a:lnTo>
                  <a:lnTo>
                    <a:pt x="628296" y="41124"/>
                  </a:lnTo>
                  <a:lnTo>
                    <a:pt x="621750" y="37894"/>
                  </a:lnTo>
                  <a:lnTo>
                    <a:pt x="689356" y="37894"/>
                  </a:lnTo>
                  <a:lnTo>
                    <a:pt x="570757" y="0"/>
                  </a:lnTo>
                  <a:close/>
                </a:path>
                <a:path w="730250" h="104775">
                  <a:moveTo>
                    <a:pt x="608825" y="37894"/>
                  </a:moveTo>
                  <a:lnTo>
                    <a:pt x="15691" y="37894"/>
                  </a:lnTo>
                  <a:lnTo>
                    <a:pt x="9153" y="41124"/>
                  </a:lnTo>
                  <a:lnTo>
                    <a:pt x="5885" y="44327"/>
                  </a:lnTo>
                  <a:lnTo>
                    <a:pt x="3270" y="47531"/>
                  </a:lnTo>
                  <a:lnTo>
                    <a:pt x="0" y="50760"/>
                  </a:lnTo>
                  <a:lnTo>
                    <a:pt x="3270" y="57193"/>
                  </a:lnTo>
                  <a:lnTo>
                    <a:pt x="5885" y="60397"/>
                  </a:lnTo>
                  <a:lnTo>
                    <a:pt x="9153" y="63600"/>
                  </a:lnTo>
                  <a:lnTo>
                    <a:pt x="15691" y="66830"/>
                  </a:lnTo>
                  <a:lnTo>
                    <a:pt x="606565" y="66830"/>
                  </a:lnTo>
                  <a:lnTo>
                    <a:pt x="621750" y="50760"/>
                  </a:lnTo>
                  <a:lnTo>
                    <a:pt x="608825" y="37894"/>
                  </a:lnTo>
                  <a:close/>
                </a:path>
                <a:path w="730250" h="104775">
                  <a:moveTo>
                    <a:pt x="689356" y="37894"/>
                  </a:moveTo>
                  <a:lnTo>
                    <a:pt x="621750" y="37894"/>
                  </a:lnTo>
                  <a:lnTo>
                    <a:pt x="628296" y="41124"/>
                  </a:lnTo>
                  <a:lnTo>
                    <a:pt x="631569" y="44327"/>
                  </a:lnTo>
                  <a:lnTo>
                    <a:pt x="634182" y="47531"/>
                  </a:lnTo>
                  <a:lnTo>
                    <a:pt x="634182" y="57193"/>
                  </a:lnTo>
                  <a:lnTo>
                    <a:pt x="631569" y="60397"/>
                  </a:lnTo>
                  <a:lnTo>
                    <a:pt x="628296" y="63600"/>
                  </a:lnTo>
                  <a:lnTo>
                    <a:pt x="621750" y="66830"/>
                  </a:lnTo>
                  <a:lnTo>
                    <a:pt x="682315" y="66830"/>
                  </a:lnTo>
                  <a:lnTo>
                    <a:pt x="729622" y="50760"/>
                  </a:lnTo>
                  <a:lnTo>
                    <a:pt x="689356" y="37894"/>
                  </a:lnTo>
                  <a:close/>
                </a:path>
              </a:pathLst>
            </a:custGeom>
            <a:solidFill>
              <a:srgbClr val="000000"/>
            </a:solidFill>
          </p:spPr>
          <p:txBody>
            <a:bodyPr wrap="square" lIns="0" tIns="0" rIns="0" bIns="0" rtlCol="0"/>
            <a:lstStyle/>
            <a:p/>
          </p:txBody>
        </p:sp>
        <p:sp>
          <p:nvSpPr>
            <p:cNvPr id="22" name="object 22" descr=""/>
            <p:cNvSpPr/>
            <p:nvPr/>
          </p:nvSpPr>
          <p:spPr>
            <a:xfrm>
              <a:off x="2721759" y="4910577"/>
              <a:ext cx="730250" cy="104775"/>
            </a:xfrm>
            <a:custGeom>
              <a:avLst/>
              <a:gdLst/>
              <a:ahLst/>
              <a:cxnLst/>
              <a:rect l="l" t="t" r="r" b="b"/>
              <a:pathLst>
                <a:path w="730250" h="104775">
                  <a:moveTo>
                    <a:pt x="15691" y="37894"/>
                  </a:moveTo>
                  <a:lnTo>
                    <a:pt x="621750" y="37894"/>
                  </a:lnTo>
                  <a:lnTo>
                    <a:pt x="628296" y="41124"/>
                  </a:lnTo>
                  <a:lnTo>
                    <a:pt x="631569" y="44327"/>
                  </a:lnTo>
                  <a:lnTo>
                    <a:pt x="634182" y="47531"/>
                  </a:lnTo>
                  <a:lnTo>
                    <a:pt x="634182" y="50760"/>
                  </a:lnTo>
                  <a:lnTo>
                    <a:pt x="634182" y="57193"/>
                  </a:lnTo>
                  <a:lnTo>
                    <a:pt x="631569" y="60397"/>
                  </a:lnTo>
                  <a:lnTo>
                    <a:pt x="628296" y="63600"/>
                  </a:lnTo>
                  <a:lnTo>
                    <a:pt x="621750" y="66830"/>
                  </a:lnTo>
                  <a:lnTo>
                    <a:pt x="15691" y="66830"/>
                  </a:lnTo>
                  <a:lnTo>
                    <a:pt x="9153" y="63600"/>
                  </a:lnTo>
                  <a:lnTo>
                    <a:pt x="5885" y="60397"/>
                  </a:lnTo>
                  <a:lnTo>
                    <a:pt x="3270" y="57193"/>
                  </a:lnTo>
                  <a:lnTo>
                    <a:pt x="0" y="50760"/>
                  </a:lnTo>
                  <a:lnTo>
                    <a:pt x="3270" y="47531"/>
                  </a:lnTo>
                  <a:lnTo>
                    <a:pt x="5885" y="44327"/>
                  </a:lnTo>
                  <a:lnTo>
                    <a:pt x="9153" y="41124"/>
                  </a:lnTo>
                  <a:lnTo>
                    <a:pt x="15691" y="37894"/>
                  </a:lnTo>
                  <a:close/>
                </a:path>
                <a:path w="730250" h="104775">
                  <a:moveTo>
                    <a:pt x="621750" y="50760"/>
                  </a:moveTo>
                  <a:lnTo>
                    <a:pt x="570757" y="0"/>
                  </a:lnTo>
                  <a:lnTo>
                    <a:pt x="729622" y="50760"/>
                  </a:lnTo>
                  <a:lnTo>
                    <a:pt x="570757" y="104725"/>
                  </a:lnTo>
                  <a:lnTo>
                    <a:pt x="621750" y="50760"/>
                  </a:lnTo>
                  <a:close/>
                </a:path>
              </a:pathLst>
            </a:custGeom>
            <a:ln w="3670">
              <a:solidFill>
                <a:srgbClr val="000000"/>
              </a:solidFill>
            </a:ln>
          </p:spPr>
          <p:txBody>
            <a:bodyPr wrap="square" lIns="0" tIns="0" rIns="0" bIns="0" rtlCol="0"/>
            <a:lstStyle/>
            <a:p/>
          </p:txBody>
        </p:sp>
        <p:sp>
          <p:nvSpPr>
            <p:cNvPr id="23" name="object 23" descr=""/>
            <p:cNvSpPr/>
            <p:nvPr/>
          </p:nvSpPr>
          <p:spPr>
            <a:xfrm>
              <a:off x="6779298" y="4672178"/>
              <a:ext cx="952500" cy="619125"/>
            </a:xfrm>
            <a:custGeom>
              <a:avLst/>
              <a:gdLst/>
              <a:ahLst/>
              <a:cxnLst/>
              <a:rect l="l" t="t" r="r" b="b"/>
              <a:pathLst>
                <a:path w="952500" h="619125">
                  <a:moveTo>
                    <a:pt x="951926" y="0"/>
                  </a:moveTo>
                  <a:lnTo>
                    <a:pt x="0" y="0"/>
                  </a:lnTo>
                  <a:lnTo>
                    <a:pt x="0" y="618792"/>
                  </a:lnTo>
                  <a:lnTo>
                    <a:pt x="951926" y="618792"/>
                  </a:lnTo>
                  <a:lnTo>
                    <a:pt x="951926" y="0"/>
                  </a:lnTo>
                  <a:close/>
                </a:path>
              </a:pathLst>
            </a:custGeom>
            <a:solidFill>
              <a:srgbClr val="CCFFFF"/>
            </a:solidFill>
          </p:spPr>
          <p:txBody>
            <a:bodyPr wrap="square" lIns="0" tIns="0" rIns="0" bIns="0" rtlCol="0"/>
            <a:lstStyle/>
            <a:p/>
          </p:txBody>
        </p:sp>
        <p:sp>
          <p:nvSpPr>
            <p:cNvPr id="24" name="object 24" descr=""/>
            <p:cNvSpPr/>
            <p:nvPr/>
          </p:nvSpPr>
          <p:spPr>
            <a:xfrm>
              <a:off x="6779298" y="4672178"/>
              <a:ext cx="952500" cy="619125"/>
            </a:xfrm>
            <a:custGeom>
              <a:avLst/>
              <a:gdLst/>
              <a:ahLst/>
              <a:cxnLst/>
              <a:rect l="l" t="t" r="r" b="b"/>
              <a:pathLst>
                <a:path w="952500" h="619125">
                  <a:moveTo>
                    <a:pt x="0" y="618792"/>
                  </a:moveTo>
                  <a:lnTo>
                    <a:pt x="951926" y="618792"/>
                  </a:lnTo>
                  <a:lnTo>
                    <a:pt x="951926" y="0"/>
                  </a:lnTo>
                  <a:lnTo>
                    <a:pt x="0" y="0"/>
                  </a:lnTo>
                  <a:lnTo>
                    <a:pt x="0" y="618792"/>
                  </a:lnTo>
                  <a:close/>
                </a:path>
              </a:pathLst>
            </a:custGeom>
            <a:ln w="18783">
              <a:solidFill>
                <a:srgbClr val="000000"/>
              </a:solidFill>
            </a:ln>
          </p:spPr>
          <p:txBody>
            <a:bodyPr wrap="square" lIns="0" tIns="0" rIns="0" bIns="0" rtlCol="0"/>
            <a:lstStyle/>
            <a:p/>
          </p:txBody>
        </p:sp>
        <p:sp>
          <p:nvSpPr>
            <p:cNvPr id="25" name="object 25" descr=""/>
            <p:cNvSpPr/>
            <p:nvPr/>
          </p:nvSpPr>
          <p:spPr>
            <a:xfrm>
              <a:off x="5113308" y="4672178"/>
              <a:ext cx="952500" cy="619125"/>
            </a:xfrm>
            <a:custGeom>
              <a:avLst/>
              <a:gdLst/>
              <a:ahLst/>
              <a:cxnLst/>
              <a:rect l="l" t="t" r="r" b="b"/>
              <a:pathLst>
                <a:path w="952500" h="619125">
                  <a:moveTo>
                    <a:pt x="951926" y="0"/>
                  </a:moveTo>
                  <a:lnTo>
                    <a:pt x="0" y="0"/>
                  </a:lnTo>
                  <a:lnTo>
                    <a:pt x="0" y="618792"/>
                  </a:lnTo>
                  <a:lnTo>
                    <a:pt x="951926" y="618792"/>
                  </a:lnTo>
                  <a:lnTo>
                    <a:pt x="951926" y="0"/>
                  </a:lnTo>
                  <a:close/>
                </a:path>
              </a:pathLst>
            </a:custGeom>
            <a:solidFill>
              <a:srgbClr val="CCFFCC"/>
            </a:solidFill>
          </p:spPr>
          <p:txBody>
            <a:bodyPr wrap="square" lIns="0" tIns="0" rIns="0" bIns="0" rtlCol="0"/>
            <a:lstStyle/>
            <a:p/>
          </p:txBody>
        </p:sp>
        <p:sp>
          <p:nvSpPr>
            <p:cNvPr id="26" name="object 26" descr=""/>
            <p:cNvSpPr/>
            <p:nvPr/>
          </p:nvSpPr>
          <p:spPr>
            <a:xfrm>
              <a:off x="5113308" y="4672178"/>
              <a:ext cx="952500" cy="619125"/>
            </a:xfrm>
            <a:custGeom>
              <a:avLst/>
              <a:gdLst/>
              <a:ahLst/>
              <a:cxnLst/>
              <a:rect l="l" t="t" r="r" b="b"/>
              <a:pathLst>
                <a:path w="952500" h="619125">
                  <a:moveTo>
                    <a:pt x="0" y="618792"/>
                  </a:moveTo>
                  <a:lnTo>
                    <a:pt x="951926" y="618792"/>
                  </a:lnTo>
                  <a:lnTo>
                    <a:pt x="951926" y="0"/>
                  </a:lnTo>
                  <a:lnTo>
                    <a:pt x="0" y="0"/>
                  </a:lnTo>
                  <a:lnTo>
                    <a:pt x="0" y="618792"/>
                  </a:lnTo>
                  <a:close/>
                </a:path>
              </a:pathLst>
            </a:custGeom>
            <a:ln w="18783">
              <a:solidFill>
                <a:srgbClr val="000000"/>
              </a:solidFill>
            </a:ln>
          </p:spPr>
          <p:txBody>
            <a:bodyPr wrap="square" lIns="0" tIns="0" rIns="0" bIns="0" rtlCol="0"/>
            <a:lstStyle/>
            <a:p/>
          </p:txBody>
        </p:sp>
      </p:grpSp>
      <p:sp>
        <p:nvSpPr>
          <p:cNvPr id="27" name="object 27" descr=""/>
          <p:cNvSpPr txBox="1"/>
          <p:nvPr/>
        </p:nvSpPr>
        <p:spPr>
          <a:xfrm>
            <a:off x="3447476" y="4672178"/>
            <a:ext cx="952500" cy="619125"/>
          </a:xfrm>
          <a:prstGeom prst="rect">
            <a:avLst/>
          </a:prstGeom>
          <a:solidFill>
            <a:srgbClr val="FFFF99"/>
          </a:solidFill>
          <a:ln w="18784">
            <a:solidFill>
              <a:srgbClr val="000000"/>
            </a:solidFill>
          </a:ln>
        </p:spPr>
        <p:txBody>
          <a:bodyPr wrap="square" lIns="0" tIns="158115" rIns="0" bIns="0" rtlCol="0" vert="horz">
            <a:spAutoFit/>
          </a:bodyPr>
          <a:lstStyle/>
          <a:p>
            <a:pPr marL="126364">
              <a:lnSpc>
                <a:spcPct val="100000"/>
              </a:lnSpc>
              <a:spcBef>
                <a:spcPts val="1245"/>
              </a:spcBef>
            </a:pPr>
            <a:r>
              <a:rPr dirty="0" sz="1850" spc="-20">
                <a:latin typeface="宋体"/>
                <a:cs typeface="宋体"/>
              </a:rPr>
              <a:t>取指令</a:t>
            </a:r>
            <a:endParaRPr sz="1850">
              <a:latin typeface="宋体"/>
              <a:cs typeface="宋体"/>
            </a:endParaRPr>
          </a:p>
        </p:txBody>
      </p:sp>
      <p:sp>
        <p:nvSpPr>
          <p:cNvPr id="28" name="object 28" descr=""/>
          <p:cNvSpPr txBox="1"/>
          <p:nvPr/>
        </p:nvSpPr>
        <p:spPr>
          <a:xfrm>
            <a:off x="5281437" y="4814039"/>
            <a:ext cx="614045" cy="312420"/>
          </a:xfrm>
          <a:prstGeom prst="rect">
            <a:avLst/>
          </a:prstGeom>
        </p:spPr>
        <p:txBody>
          <a:bodyPr wrap="square" lIns="0" tIns="16510" rIns="0" bIns="0" rtlCol="0" vert="horz">
            <a:spAutoFit/>
          </a:bodyPr>
          <a:lstStyle/>
          <a:p>
            <a:pPr>
              <a:lnSpc>
                <a:spcPct val="100000"/>
              </a:lnSpc>
              <a:spcBef>
                <a:spcPts val="130"/>
              </a:spcBef>
            </a:pPr>
            <a:r>
              <a:rPr dirty="0" sz="1850" spc="-10">
                <a:latin typeface="宋体"/>
                <a:cs typeface="宋体"/>
              </a:rPr>
              <a:t>译 码</a:t>
            </a:r>
            <a:endParaRPr sz="1850">
              <a:latin typeface="宋体"/>
              <a:cs typeface="宋体"/>
            </a:endParaRPr>
          </a:p>
        </p:txBody>
      </p:sp>
      <p:sp>
        <p:nvSpPr>
          <p:cNvPr id="29" name="object 29" descr=""/>
          <p:cNvSpPr txBox="1"/>
          <p:nvPr/>
        </p:nvSpPr>
        <p:spPr>
          <a:xfrm>
            <a:off x="6960361" y="4804403"/>
            <a:ext cx="612775" cy="312420"/>
          </a:xfrm>
          <a:prstGeom prst="rect">
            <a:avLst/>
          </a:prstGeom>
        </p:spPr>
        <p:txBody>
          <a:bodyPr wrap="square" lIns="0" tIns="16510" rIns="0" bIns="0" rtlCol="0" vert="horz">
            <a:spAutoFit/>
          </a:bodyPr>
          <a:lstStyle/>
          <a:p>
            <a:pPr>
              <a:lnSpc>
                <a:spcPct val="100000"/>
              </a:lnSpc>
              <a:spcBef>
                <a:spcPts val="130"/>
              </a:spcBef>
            </a:pPr>
            <a:r>
              <a:rPr dirty="0" sz="1850" spc="-10">
                <a:latin typeface="宋体"/>
                <a:cs typeface="宋体"/>
              </a:rPr>
              <a:t>执 行</a:t>
            </a:r>
            <a:endParaRPr sz="1850">
              <a:latin typeface="宋体"/>
              <a:cs typeface="宋体"/>
            </a:endParaRPr>
          </a:p>
        </p:txBody>
      </p:sp>
      <p:sp>
        <p:nvSpPr>
          <p:cNvPr id="30" name="object 30" descr=""/>
          <p:cNvSpPr txBox="1"/>
          <p:nvPr/>
        </p:nvSpPr>
        <p:spPr>
          <a:xfrm>
            <a:off x="8445024" y="4675392"/>
            <a:ext cx="952500" cy="619125"/>
          </a:xfrm>
          <a:prstGeom prst="rect">
            <a:avLst/>
          </a:prstGeom>
          <a:solidFill>
            <a:srgbClr val="FCBEEC"/>
          </a:solidFill>
          <a:ln w="18784">
            <a:solidFill>
              <a:srgbClr val="000000"/>
            </a:solidFill>
          </a:ln>
        </p:spPr>
        <p:txBody>
          <a:bodyPr wrap="square" lIns="0" tIns="145415" rIns="0" bIns="0" rtlCol="0" vert="horz">
            <a:spAutoFit/>
          </a:bodyPr>
          <a:lstStyle/>
          <a:p>
            <a:pPr marL="120650">
              <a:lnSpc>
                <a:spcPct val="100000"/>
              </a:lnSpc>
              <a:spcBef>
                <a:spcPts val="1145"/>
              </a:spcBef>
            </a:pPr>
            <a:r>
              <a:rPr dirty="0" sz="1850" spc="-20">
                <a:latin typeface="宋体"/>
                <a:cs typeface="宋体"/>
              </a:rPr>
              <a:t>存结果</a:t>
            </a:r>
            <a:endParaRPr sz="1850">
              <a:latin typeface="宋体"/>
              <a:cs typeface="宋体"/>
            </a:endParaRPr>
          </a:p>
        </p:txBody>
      </p:sp>
      <p:sp>
        <p:nvSpPr>
          <p:cNvPr id="31" name="object 31" descr=""/>
          <p:cNvSpPr txBox="1"/>
          <p:nvPr/>
        </p:nvSpPr>
        <p:spPr>
          <a:xfrm>
            <a:off x="2806761" y="4607766"/>
            <a:ext cx="254635" cy="312420"/>
          </a:xfrm>
          <a:prstGeom prst="rect">
            <a:avLst/>
          </a:prstGeom>
        </p:spPr>
        <p:txBody>
          <a:bodyPr wrap="square" lIns="0" tIns="16510" rIns="0" bIns="0" rtlCol="0" vert="horz">
            <a:spAutoFit/>
          </a:bodyPr>
          <a:lstStyle/>
          <a:p>
            <a:pPr>
              <a:lnSpc>
                <a:spcPct val="100000"/>
              </a:lnSpc>
              <a:spcBef>
                <a:spcPts val="130"/>
              </a:spcBef>
            </a:pPr>
            <a:r>
              <a:rPr dirty="0" sz="1850" spc="-50">
                <a:latin typeface="宋体"/>
                <a:cs typeface="宋体"/>
              </a:rPr>
              <a:t>入</a:t>
            </a:r>
            <a:endParaRPr sz="1850">
              <a:latin typeface="宋体"/>
              <a:cs typeface="宋体"/>
            </a:endParaRPr>
          </a:p>
        </p:txBody>
      </p:sp>
      <p:sp>
        <p:nvSpPr>
          <p:cNvPr id="32" name="object 32" descr=""/>
          <p:cNvSpPr txBox="1"/>
          <p:nvPr/>
        </p:nvSpPr>
        <p:spPr>
          <a:xfrm>
            <a:off x="9587093" y="4607766"/>
            <a:ext cx="254635" cy="312420"/>
          </a:xfrm>
          <a:prstGeom prst="rect">
            <a:avLst/>
          </a:prstGeom>
        </p:spPr>
        <p:txBody>
          <a:bodyPr wrap="square" lIns="0" tIns="16510" rIns="0" bIns="0" rtlCol="0" vert="horz">
            <a:spAutoFit/>
          </a:bodyPr>
          <a:lstStyle/>
          <a:p>
            <a:pPr>
              <a:lnSpc>
                <a:spcPct val="100000"/>
              </a:lnSpc>
              <a:spcBef>
                <a:spcPts val="130"/>
              </a:spcBef>
            </a:pPr>
            <a:r>
              <a:rPr dirty="0" sz="1850" spc="-50">
                <a:latin typeface="宋体"/>
                <a:cs typeface="宋体"/>
              </a:rPr>
              <a:t>出</a:t>
            </a:r>
            <a:endParaRPr sz="1850">
              <a:latin typeface="宋体"/>
              <a:cs typeface="宋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396341" y="1163184"/>
            <a:ext cx="11095990" cy="3201670"/>
          </a:xfrm>
          <a:prstGeom prst="rect">
            <a:avLst/>
          </a:prstGeom>
        </p:spPr>
        <p:txBody>
          <a:bodyPr wrap="square" lIns="0" tIns="147955" rIns="0" bIns="0" rtlCol="0" vert="horz">
            <a:spAutoFit/>
          </a:bodyPr>
          <a:lstStyle/>
          <a:p>
            <a:pPr marL="313690" indent="-302895">
              <a:lnSpc>
                <a:spcPct val="100000"/>
              </a:lnSpc>
              <a:spcBef>
                <a:spcPts val="1165"/>
              </a:spcBef>
              <a:buClr>
                <a:srgbClr val="40458B"/>
              </a:buClr>
              <a:buSzPct val="96428"/>
              <a:buFont typeface="Tahoma"/>
              <a:buAutoNum type="arabicPeriod" startAt="5"/>
              <a:tabLst>
                <a:tab pos="313690" algn="l"/>
              </a:tabLst>
            </a:pPr>
            <a:r>
              <a:rPr dirty="0" sz="2800" spc="-40">
                <a:solidFill>
                  <a:srgbClr val="E14B04"/>
                </a:solidFill>
                <a:latin typeface="黑体"/>
                <a:cs typeface="黑体"/>
              </a:rPr>
              <a:t>浮点加法流水线</a:t>
            </a:r>
            <a:endParaRPr sz="2800">
              <a:latin typeface="黑体"/>
              <a:cs typeface="黑体"/>
            </a:endParaRPr>
          </a:p>
          <a:p>
            <a:pPr lvl="1" marL="1022985" marR="5080" indent="-381635">
              <a:lnSpc>
                <a:spcPct val="110000"/>
              </a:lnSpc>
              <a:spcBef>
                <a:spcPts val="625"/>
              </a:spcBef>
              <a:buSzPct val="89583"/>
              <a:buFont typeface="Wingdings"/>
              <a:buChar char=""/>
              <a:tabLst>
                <a:tab pos="1022985" algn="l"/>
              </a:tabLst>
            </a:pPr>
            <a:r>
              <a:rPr dirty="0" sz="2400">
                <a:solidFill>
                  <a:srgbClr val="40458B"/>
                </a:solidFill>
                <a:latin typeface="黑体"/>
                <a:cs typeface="黑体"/>
              </a:rPr>
              <a:t>把流水线技术应用于运算的执行过程，就形成了</a:t>
            </a:r>
            <a:r>
              <a:rPr dirty="0" sz="2400">
                <a:solidFill>
                  <a:srgbClr val="FF0000"/>
                </a:solidFill>
                <a:latin typeface="黑体"/>
                <a:cs typeface="黑体"/>
              </a:rPr>
              <a:t>运算操作流水线，</a:t>
            </a:r>
            <a:r>
              <a:rPr dirty="0" sz="2400">
                <a:solidFill>
                  <a:srgbClr val="40458B"/>
                </a:solidFill>
                <a:latin typeface="黑体"/>
                <a:cs typeface="黑体"/>
              </a:rPr>
              <a:t>也称为</a:t>
            </a:r>
            <a:r>
              <a:rPr dirty="0" sz="2400" spc="-50">
                <a:solidFill>
                  <a:srgbClr val="FF0000"/>
                </a:solidFill>
                <a:latin typeface="黑体"/>
                <a:cs typeface="黑体"/>
              </a:rPr>
              <a:t>部</a:t>
            </a:r>
            <a:r>
              <a:rPr dirty="0" sz="2400" spc="-20">
                <a:solidFill>
                  <a:srgbClr val="FF0000"/>
                </a:solidFill>
                <a:latin typeface="黑体"/>
                <a:cs typeface="黑体"/>
              </a:rPr>
              <a:t>件级流水线。</a:t>
            </a:r>
            <a:endParaRPr sz="2400">
              <a:latin typeface="黑体"/>
              <a:cs typeface="黑体"/>
            </a:endParaRPr>
          </a:p>
          <a:p>
            <a:pPr lvl="1" marL="1022985" marR="5080" indent="-381635">
              <a:lnSpc>
                <a:spcPct val="130000"/>
              </a:lnSpc>
              <a:spcBef>
                <a:spcPts val="5"/>
              </a:spcBef>
              <a:buSzPct val="89583"/>
              <a:buFont typeface="Wingdings"/>
              <a:buChar char=""/>
              <a:tabLst>
                <a:tab pos="1099185" algn="l"/>
              </a:tabLst>
            </a:pPr>
            <a:r>
              <a:rPr dirty="0" sz="2400">
                <a:solidFill>
                  <a:srgbClr val="40458B"/>
                </a:solidFill>
                <a:latin typeface="黑体"/>
                <a:cs typeface="黑体"/>
              </a:rPr>
              <a:t>把浮点加法的全过程分解为</a:t>
            </a:r>
            <a:r>
              <a:rPr dirty="0" sz="2400">
                <a:solidFill>
                  <a:srgbClr val="D50092"/>
                </a:solidFill>
                <a:latin typeface="黑体"/>
                <a:cs typeface="黑体"/>
              </a:rPr>
              <a:t>求阶差、对阶、尾数相加、规格化</a:t>
            </a:r>
            <a:r>
              <a:rPr dirty="0" sz="2400" spc="-10">
                <a:solidFill>
                  <a:srgbClr val="40458B"/>
                </a:solidFill>
                <a:latin typeface="黑体"/>
                <a:cs typeface="黑体"/>
              </a:rPr>
              <a:t>四个子过程。</a:t>
            </a:r>
            <a:r>
              <a:rPr dirty="0" sz="2400" spc="-10">
                <a:solidFill>
                  <a:srgbClr val="40458B"/>
                </a:solidFill>
                <a:latin typeface="黑体"/>
                <a:cs typeface="黑体"/>
              </a:rPr>
              <a:t>	</a:t>
            </a:r>
            <a:r>
              <a:rPr dirty="0" sz="2400">
                <a:solidFill>
                  <a:srgbClr val="40458B"/>
                </a:solidFill>
                <a:latin typeface="黑体"/>
                <a:cs typeface="黑体"/>
              </a:rPr>
              <a:t>理想情况：</a:t>
            </a:r>
            <a:r>
              <a:rPr dirty="0" sz="2400">
                <a:solidFill>
                  <a:srgbClr val="D50092"/>
                </a:solidFill>
                <a:latin typeface="黑体"/>
                <a:cs typeface="黑体"/>
              </a:rPr>
              <a:t>速度提高3</a:t>
            </a:r>
            <a:r>
              <a:rPr dirty="0" sz="2400" spc="-50">
                <a:solidFill>
                  <a:srgbClr val="D50092"/>
                </a:solidFill>
                <a:latin typeface="黑体"/>
                <a:cs typeface="黑体"/>
              </a:rPr>
              <a:t>倍</a:t>
            </a:r>
            <a:endParaRPr sz="2400">
              <a:latin typeface="黑体"/>
              <a:cs typeface="黑体"/>
            </a:endParaRPr>
          </a:p>
          <a:p>
            <a:pPr algn="ctr" marL="1818639">
              <a:lnSpc>
                <a:spcPct val="100000"/>
              </a:lnSpc>
              <a:spcBef>
                <a:spcPts val="365"/>
              </a:spcBef>
            </a:pPr>
            <a:r>
              <a:rPr dirty="0" sz="4800" spc="-50">
                <a:solidFill>
                  <a:srgbClr val="C00000"/>
                </a:solidFill>
                <a:latin typeface="黑体"/>
                <a:cs typeface="黑体"/>
              </a:rPr>
              <a:t>？</a:t>
            </a:r>
            <a:endParaRPr sz="4800">
              <a:latin typeface="黑体"/>
              <a:cs typeface="黑体"/>
            </a:endParaRPr>
          </a:p>
        </p:txBody>
      </p:sp>
      <p:grpSp>
        <p:nvGrpSpPr>
          <p:cNvPr id="9" name="object 9" descr=""/>
          <p:cNvGrpSpPr/>
          <p:nvPr/>
        </p:nvGrpSpPr>
        <p:grpSpPr>
          <a:xfrm>
            <a:off x="2135251" y="4797425"/>
            <a:ext cx="7812405" cy="1090930"/>
            <a:chOff x="2135251" y="4797425"/>
            <a:chExt cx="7812405" cy="1090930"/>
          </a:xfrm>
        </p:grpSpPr>
        <p:sp>
          <p:nvSpPr>
            <p:cNvPr id="10" name="object 10" descr=""/>
            <p:cNvSpPr/>
            <p:nvPr/>
          </p:nvSpPr>
          <p:spPr>
            <a:xfrm>
              <a:off x="2135251" y="4797425"/>
              <a:ext cx="7812405" cy="1090930"/>
            </a:xfrm>
            <a:custGeom>
              <a:avLst/>
              <a:gdLst/>
              <a:ahLst/>
              <a:cxnLst/>
              <a:rect l="l" t="t" r="r" b="b"/>
              <a:pathLst>
                <a:path w="7812405" h="1090929">
                  <a:moveTo>
                    <a:pt x="7812151" y="0"/>
                  </a:moveTo>
                  <a:lnTo>
                    <a:pt x="0" y="0"/>
                  </a:lnTo>
                  <a:lnTo>
                    <a:pt x="0" y="1090612"/>
                  </a:lnTo>
                  <a:lnTo>
                    <a:pt x="7812151" y="1090612"/>
                  </a:lnTo>
                  <a:lnTo>
                    <a:pt x="7812151" y="0"/>
                  </a:lnTo>
                  <a:close/>
                </a:path>
              </a:pathLst>
            </a:custGeom>
            <a:solidFill>
              <a:srgbClr val="EFEFEF"/>
            </a:solidFill>
          </p:spPr>
          <p:txBody>
            <a:bodyPr wrap="square" lIns="0" tIns="0" rIns="0" bIns="0" rtlCol="0"/>
            <a:lstStyle/>
            <a:p/>
          </p:txBody>
        </p:sp>
        <p:sp>
          <p:nvSpPr>
            <p:cNvPr id="11" name="object 11" descr=""/>
            <p:cNvSpPr/>
            <p:nvPr/>
          </p:nvSpPr>
          <p:spPr>
            <a:xfrm>
              <a:off x="9108039" y="5167286"/>
              <a:ext cx="648970" cy="93345"/>
            </a:xfrm>
            <a:custGeom>
              <a:avLst/>
              <a:gdLst/>
              <a:ahLst/>
              <a:cxnLst/>
              <a:rect l="l" t="t" r="r" b="b"/>
              <a:pathLst>
                <a:path w="648970" h="93345">
                  <a:moveTo>
                    <a:pt x="507794" y="0"/>
                  </a:moveTo>
                  <a:lnTo>
                    <a:pt x="552613" y="48331"/>
                  </a:lnTo>
                  <a:lnTo>
                    <a:pt x="507794" y="93188"/>
                  </a:lnTo>
                  <a:lnTo>
                    <a:pt x="614340" y="59242"/>
                  </a:lnTo>
                  <a:lnTo>
                    <a:pt x="552613" y="59242"/>
                  </a:lnTo>
                  <a:lnTo>
                    <a:pt x="558480" y="56374"/>
                  </a:lnTo>
                  <a:lnTo>
                    <a:pt x="561295" y="56374"/>
                  </a:lnTo>
                  <a:lnTo>
                    <a:pt x="564346" y="51199"/>
                  </a:lnTo>
                  <a:lnTo>
                    <a:pt x="564346" y="42572"/>
                  </a:lnTo>
                  <a:lnTo>
                    <a:pt x="561295" y="39681"/>
                  </a:lnTo>
                  <a:lnTo>
                    <a:pt x="558480" y="36813"/>
                  </a:lnTo>
                  <a:lnTo>
                    <a:pt x="615036" y="36813"/>
                  </a:lnTo>
                  <a:lnTo>
                    <a:pt x="507794" y="0"/>
                  </a:lnTo>
                  <a:close/>
                </a:path>
                <a:path w="648970" h="93345">
                  <a:moveTo>
                    <a:pt x="541933" y="36813"/>
                  </a:moveTo>
                  <a:lnTo>
                    <a:pt x="8682" y="36813"/>
                  </a:lnTo>
                  <a:lnTo>
                    <a:pt x="5631" y="39681"/>
                  </a:lnTo>
                  <a:lnTo>
                    <a:pt x="2815" y="42572"/>
                  </a:lnTo>
                  <a:lnTo>
                    <a:pt x="0" y="48331"/>
                  </a:lnTo>
                  <a:lnTo>
                    <a:pt x="2815" y="51199"/>
                  </a:lnTo>
                  <a:lnTo>
                    <a:pt x="5631" y="56374"/>
                  </a:lnTo>
                  <a:lnTo>
                    <a:pt x="8682" y="56374"/>
                  </a:lnTo>
                  <a:lnTo>
                    <a:pt x="13844" y="59242"/>
                  </a:lnTo>
                  <a:lnTo>
                    <a:pt x="541711" y="59242"/>
                  </a:lnTo>
                  <a:lnTo>
                    <a:pt x="552613" y="48331"/>
                  </a:lnTo>
                  <a:lnTo>
                    <a:pt x="541933" y="36813"/>
                  </a:lnTo>
                  <a:close/>
                </a:path>
                <a:path w="648970" h="93345">
                  <a:moveTo>
                    <a:pt x="615036" y="36813"/>
                  </a:moveTo>
                  <a:lnTo>
                    <a:pt x="558480" y="36813"/>
                  </a:lnTo>
                  <a:lnTo>
                    <a:pt x="561295" y="39681"/>
                  </a:lnTo>
                  <a:lnTo>
                    <a:pt x="564346" y="42572"/>
                  </a:lnTo>
                  <a:lnTo>
                    <a:pt x="564346" y="51199"/>
                  </a:lnTo>
                  <a:lnTo>
                    <a:pt x="561295" y="56374"/>
                  </a:lnTo>
                  <a:lnTo>
                    <a:pt x="558480" y="56374"/>
                  </a:lnTo>
                  <a:lnTo>
                    <a:pt x="552613" y="59242"/>
                  </a:lnTo>
                  <a:lnTo>
                    <a:pt x="614340" y="59242"/>
                  </a:lnTo>
                  <a:lnTo>
                    <a:pt x="648587" y="48331"/>
                  </a:lnTo>
                  <a:lnTo>
                    <a:pt x="615036" y="36813"/>
                  </a:lnTo>
                  <a:close/>
                </a:path>
              </a:pathLst>
            </a:custGeom>
            <a:solidFill>
              <a:srgbClr val="000000"/>
            </a:solidFill>
          </p:spPr>
          <p:txBody>
            <a:bodyPr wrap="square" lIns="0" tIns="0" rIns="0" bIns="0" rtlCol="0"/>
            <a:lstStyle/>
            <a:p/>
          </p:txBody>
        </p:sp>
        <p:sp>
          <p:nvSpPr>
            <p:cNvPr id="12" name="object 12" descr=""/>
            <p:cNvSpPr/>
            <p:nvPr/>
          </p:nvSpPr>
          <p:spPr>
            <a:xfrm>
              <a:off x="9108039" y="5167286"/>
              <a:ext cx="648970" cy="93345"/>
            </a:xfrm>
            <a:custGeom>
              <a:avLst/>
              <a:gdLst/>
              <a:ahLst/>
              <a:cxnLst/>
              <a:rect l="l" t="t" r="r" b="b"/>
              <a:pathLst>
                <a:path w="648970" h="93345">
                  <a:moveTo>
                    <a:pt x="13844" y="36813"/>
                  </a:moveTo>
                  <a:lnTo>
                    <a:pt x="552613" y="36813"/>
                  </a:lnTo>
                  <a:lnTo>
                    <a:pt x="558480" y="36813"/>
                  </a:lnTo>
                  <a:lnTo>
                    <a:pt x="561295" y="39681"/>
                  </a:lnTo>
                  <a:lnTo>
                    <a:pt x="564346" y="42572"/>
                  </a:lnTo>
                  <a:lnTo>
                    <a:pt x="564346" y="48331"/>
                  </a:lnTo>
                  <a:lnTo>
                    <a:pt x="564346" y="51199"/>
                  </a:lnTo>
                  <a:lnTo>
                    <a:pt x="561295" y="56374"/>
                  </a:lnTo>
                  <a:lnTo>
                    <a:pt x="558480" y="56374"/>
                  </a:lnTo>
                  <a:lnTo>
                    <a:pt x="552613" y="59242"/>
                  </a:lnTo>
                  <a:lnTo>
                    <a:pt x="13844" y="59242"/>
                  </a:lnTo>
                  <a:lnTo>
                    <a:pt x="8682" y="56374"/>
                  </a:lnTo>
                  <a:lnTo>
                    <a:pt x="5631" y="56374"/>
                  </a:lnTo>
                  <a:lnTo>
                    <a:pt x="2815" y="51199"/>
                  </a:lnTo>
                  <a:lnTo>
                    <a:pt x="0" y="48331"/>
                  </a:lnTo>
                  <a:lnTo>
                    <a:pt x="2815" y="42572"/>
                  </a:lnTo>
                  <a:lnTo>
                    <a:pt x="5631" y="39681"/>
                  </a:lnTo>
                  <a:lnTo>
                    <a:pt x="8682" y="36813"/>
                  </a:lnTo>
                  <a:lnTo>
                    <a:pt x="13844" y="36813"/>
                  </a:lnTo>
                  <a:close/>
                </a:path>
                <a:path w="648970" h="93345">
                  <a:moveTo>
                    <a:pt x="552613" y="48331"/>
                  </a:moveTo>
                  <a:lnTo>
                    <a:pt x="507794" y="0"/>
                  </a:lnTo>
                  <a:lnTo>
                    <a:pt x="648587" y="48331"/>
                  </a:lnTo>
                  <a:lnTo>
                    <a:pt x="507794" y="93188"/>
                  </a:lnTo>
                  <a:lnTo>
                    <a:pt x="552613" y="48331"/>
                  </a:lnTo>
                  <a:close/>
                </a:path>
              </a:pathLst>
            </a:custGeom>
            <a:ln w="3274">
              <a:solidFill>
                <a:srgbClr val="000000"/>
              </a:solidFill>
            </a:ln>
          </p:spPr>
          <p:txBody>
            <a:bodyPr wrap="square" lIns="0" tIns="0" rIns="0" bIns="0" rtlCol="0"/>
            <a:lstStyle/>
            <a:p/>
          </p:txBody>
        </p:sp>
        <p:sp>
          <p:nvSpPr>
            <p:cNvPr id="13" name="object 13" descr=""/>
            <p:cNvSpPr/>
            <p:nvPr/>
          </p:nvSpPr>
          <p:spPr>
            <a:xfrm>
              <a:off x="7414765" y="5162110"/>
              <a:ext cx="649605" cy="95885"/>
            </a:xfrm>
            <a:custGeom>
              <a:avLst/>
              <a:gdLst/>
              <a:ahLst/>
              <a:cxnLst/>
              <a:rect l="l" t="t" r="r" b="b"/>
              <a:pathLst>
                <a:path w="649604" h="95885">
                  <a:moveTo>
                    <a:pt x="508029" y="0"/>
                  </a:moveTo>
                  <a:lnTo>
                    <a:pt x="553317" y="47748"/>
                  </a:lnTo>
                  <a:lnTo>
                    <a:pt x="508029" y="95497"/>
                  </a:lnTo>
                  <a:lnTo>
                    <a:pt x="616942" y="58683"/>
                  </a:lnTo>
                  <a:lnTo>
                    <a:pt x="559184" y="58683"/>
                  </a:lnTo>
                  <a:lnTo>
                    <a:pt x="561530" y="56374"/>
                  </a:lnTo>
                  <a:lnTo>
                    <a:pt x="564346" y="53507"/>
                  </a:lnTo>
                  <a:lnTo>
                    <a:pt x="564346" y="41989"/>
                  </a:lnTo>
                  <a:lnTo>
                    <a:pt x="561530" y="39122"/>
                  </a:lnTo>
                  <a:lnTo>
                    <a:pt x="559184" y="36231"/>
                  </a:lnTo>
                  <a:lnTo>
                    <a:pt x="615217" y="36231"/>
                  </a:lnTo>
                  <a:lnTo>
                    <a:pt x="508029" y="0"/>
                  </a:lnTo>
                  <a:close/>
                </a:path>
                <a:path w="649604" h="95885">
                  <a:moveTo>
                    <a:pt x="542393" y="36231"/>
                  </a:moveTo>
                  <a:lnTo>
                    <a:pt x="8682" y="36231"/>
                  </a:lnTo>
                  <a:lnTo>
                    <a:pt x="5866" y="39122"/>
                  </a:lnTo>
                  <a:lnTo>
                    <a:pt x="2815" y="41989"/>
                  </a:lnTo>
                  <a:lnTo>
                    <a:pt x="0" y="47748"/>
                  </a:lnTo>
                  <a:lnTo>
                    <a:pt x="2815" y="53507"/>
                  </a:lnTo>
                  <a:lnTo>
                    <a:pt x="5866" y="56374"/>
                  </a:lnTo>
                  <a:lnTo>
                    <a:pt x="8682" y="58683"/>
                  </a:lnTo>
                  <a:lnTo>
                    <a:pt x="542946" y="58683"/>
                  </a:lnTo>
                  <a:lnTo>
                    <a:pt x="553317" y="47748"/>
                  </a:lnTo>
                  <a:lnTo>
                    <a:pt x="542393" y="36231"/>
                  </a:lnTo>
                  <a:close/>
                </a:path>
                <a:path w="649604" h="95885">
                  <a:moveTo>
                    <a:pt x="615217" y="36231"/>
                  </a:moveTo>
                  <a:lnTo>
                    <a:pt x="559184" y="36231"/>
                  </a:lnTo>
                  <a:lnTo>
                    <a:pt x="561530" y="39122"/>
                  </a:lnTo>
                  <a:lnTo>
                    <a:pt x="564346" y="41989"/>
                  </a:lnTo>
                  <a:lnTo>
                    <a:pt x="564346" y="53507"/>
                  </a:lnTo>
                  <a:lnTo>
                    <a:pt x="561530" y="56374"/>
                  </a:lnTo>
                  <a:lnTo>
                    <a:pt x="559184" y="58683"/>
                  </a:lnTo>
                  <a:lnTo>
                    <a:pt x="616942" y="58683"/>
                  </a:lnTo>
                  <a:lnTo>
                    <a:pt x="649291" y="47748"/>
                  </a:lnTo>
                  <a:lnTo>
                    <a:pt x="615217" y="36231"/>
                  </a:lnTo>
                  <a:close/>
                </a:path>
              </a:pathLst>
            </a:custGeom>
            <a:solidFill>
              <a:srgbClr val="000000"/>
            </a:solidFill>
          </p:spPr>
          <p:txBody>
            <a:bodyPr wrap="square" lIns="0" tIns="0" rIns="0" bIns="0" rtlCol="0"/>
            <a:lstStyle/>
            <a:p/>
          </p:txBody>
        </p:sp>
        <p:sp>
          <p:nvSpPr>
            <p:cNvPr id="14" name="object 14" descr=""/>
            <p:cNvSpPr/>
            <p:nvPr/>
          </p:nvSpPr>
          <p:spPr>
            <a:xfrm>
              <a:off x="7414765" y="5162110"/>
              <a:ext cx="649605" cy="95885"/>
            </a:xfrm>
            <a:custGeom>
              <a:avLst/>
              <a:gdLst/>
              <a:ahLst/>
              <a:cxnLst/>
              <a:rect l="l" t="t" r="r" b="b"/>
              <a:pathLst>
                <a:path w="649604" h="95885">
                  <a:moveTo>
                    <a:pt x="14548" y="36231"/>
                  </a:moveTo>
                  <a:lnTo>
                    <a:pt x="553317" y="36231"/>
                  </a:lnTo>
                  <a:lnTo>
                    <a:pt x="559184" y="36231"/>
                  </a:lnTo>
                  <a:lnTo>
                    <a:pt x="561530" y="39122"/>
                  </a:lnTo>
                  <a:lnTo>
                    <a:pt x="564346" y="41989"/>
                  </a:lnTo>
                  <a:lnTo>
                    <a:pt x="564346" y="47748"/>
                  </a:lnTo>
                  <a:lnTo>
                    <a:pt x="564346" y="53507"/>
                  </a:lnTo>
                  <a:lnTo>
                    <a:pt x="561530" y="56374"/>
                  </a:lnTo>
                  <a:lnTo>
                    <a:pt x="559184" y="58683"/>
                  </a:lnTo>
                  <a:lnTo>
                    <a:pt x="553317" y="58683"/>
                  </a:lnTo>
                  <a:lnTo>
                    <a:pt x="14548" y="58683"/>
                  </a:lnTo>
                  <a:lnTo>
                    <a:pt x="8682" y="58683"/>
                  </a:lnTo>
                  <a:lnTo>
                    <a:pt x="5866" y="56374"/>
                  </a:lnTo>
                  <a:lnTo>
                    <a:pt x="2815" y="53507"/>
                  </a:lnTo>
                  <a:lnTo>
                    <a:pt x="0" y="47748"/>
                  </a:lnTo>
                  <a:lnTo>
                    <a:pt x="2815" y="41989"/>
                  </a:lnTo>
                  <a:lnTo>
                    <a:pt x="5866" y="39122"/>
                  </a:lnTo>
                  <a:lnTo>
                    <a:pt x="8682" y="36231"/>
                  </a:lnTo>
                  <a:lnTo>
                    <a:pt x="14548" y="36231"/>
                  </a:lnTo>
                  <a:close/>
                </a:path>
                <a:path w="649604" h="95885">
                  <a:moveTo>
                    <a:pt x="553317" y="47748"/>
                  </a:moveTo>
                  <a:lnTo>
                    <a:pt x="508029" y="0"/>
                  </a:lnTo>
                  <a:lnTo>
                    <a:pt x="649291" y="47748"/>
                  </a:lnTo>
                  <a:lnTo>
                    <a:pt x="508029" y="95497"/>
                  </a:lnTo>
                  <a:lnTo>
                    <a:pt x="553317" y="47748"/>
                  </a:lnTo>
                  <a:close/>
                </a:path>
              </a:pathLst>
            </a:custGeom>
            <a:ln w="3274">
              <a:solidFill>
                <a:srgbClr val="000000"/>
              </a:solidFill>
            </a:ln>
          </p:spPr>
          <p:txBody>
            <a:bodyPr wrap="square" lIns="0" tIns="0" rIns="0" bIns="0" rtlCol="0"/>
            <a:lstStyle/>
            <a:p/>
          </p:txBody>
        </p:sp>
        <p:sp>
          <p:nvSpPr>
            <p:cNvPr id="15" name="object 15" descr=""/>
            <p:cNvSpPr/>
            <p:nvPr/>
          </p:nvSpPr>
          <p:spPr>
            <a:xfrm>
              <a:off x="5722195" y="5162110"/>
              <a:ext cx="648970" cy="95885"/>
            </a:xfrm>
            <a:custGeom>
              <a:avLst/>
              <a:gdLst/>
              <a:ahLst/>
              <a:cxnLst/>
              <a:rect l="l" t="t" r="r" b="b"/>
              <a:pathLst>
                <a:path w="648970" h="95885">
                  <a:moveTo>
                    <a:pt x="508029" y="0"/>
                  </a:moveTo>
                  <a:lnTo>
                    <a:pt x="552613" y="47748"/>
                  </a:lnTo>
                  <a:lnTo>
                    <a:pt x="508029" y="95497"/>
                  </a:lnTo>
                  <a:lnTo>
                    <a:pt x="616399" y="58683"/>
                  </a:lnTo>
                  <a:lnTo>
                    <a:pt x="558480" y="58683"/>
                  </a:lnTo>
                  <a:lnTo>
                    <a:pt x="561530" y="56374"/>
                  </a:lnTo>
                  <a:lnTo>
                    <a:pt x="564346" y="53507"/>
                  </a:lnTo>
                  <a:lnTo>
                    <a:pt x="564346" y="41989"/>
                  </a:lnTo>
                  <a:lnTo>
                    <a:pt x="561530" y="39122"/>
                  </a:lnTo>
                  <a:lnTo>
                    <a:pt x="558480" y="36231"/>
                  </a:lnTo>
                  <a:lnTo>
                    <a:pt x="614683" y="36231"/>
                  </a:lnTo>
                  <a:lnTo>
                    <a:pt x="508029" y="0"/>
                  </a:lnTo>
                  <a:close/>
                </a:path>
                <a:path w="648970" h="95885">
                  <a:moveTo>
                    <a:pt x="541859" y="36231"/>
                  </a:moveTo>
                  <a:lnTo>
                    <a:pt x="7978" y="36231"/>
                  </a:lnTo>
                  <a:lnTo>
                    <a:pt x="5866" y="39122"/>
                  </a:lnTo>
                  <a:lnTo>
                    <a:pt x="2815" y="41989"/>
                  </a:lnTo>
                  <a:lnTo>
                    <a:pt x="0" y="47748"/>
                  </a:lnTo>
                  <a:lnTo>
                    <a:pt x="2815" y="53507"/>
                  </a:lnTo>
                  <a:lnTo>
                    <a:pt x="5866" y="56374"/>
                  </a:lnTo>
                  <a:lnTo>
                    <a:pt x="7978" y="58683"/>
                  </a:lnTo>
                  <a:lnTo>
                    <a:pt x="542403" y="58683"/>
                  </a:lnTo>
                  <a:lnTo>
                    <a:pt x="552613" y="47748"/>
                  </a:lnTo>
                  <a:lnTo>
                    <a:pt x="541859" y="36231"/>
                  </a:lnTo>
                  <a:close/>
                </a:path>
                <a:path w="648970" h="95885">
                  <a:moveTo>
                    <a:pt x="614683" y="36231"/>
                  </a:moveTo>
                  <a:lnTo>
                    <a:pt x="558480" y="36231"/>
                  </a:lnTo>
                  <a:lnTo>
                    <a:pt x="561530" y="39122"/>
                  </a:lnTo>
                  <a:lnTo>
                    <a:pt x="564346" y="41989"/>
                  </a:lnTo>
                  <a:lnTo>
                    <a:pt x="564346" y="53507"/>
                  </a:lnTo>
                  <a:lnTo>
                    <a:pt x="561530" y="56374"/>
                  </a:lnTo>
                  <a:lnTo>
                    <a:pt x="558480" y="58683"/>
                  </a:lnTo>
                  <a:lnTo>
                    <a:pt x="616399" y="58683"/>
                  </a:lnTo>
                  <a:lnTo>
                    <a:pt x="648587" y="47748"/>
                  </a:lnTo>
                  <a:lnTo>
                    <a:pt x="614683" y="36231"/>
                  </a:lnTo>
                  <a:close/>
                </a:path>
              </a:pathLst>
            </a:custGeom>
            <a:solidFill>
              <a:srgbClr val="000000"/>
            </a:solidFill>
          </p:spPr>
          <p:txBody>
            <a:bodyPr wrap="square" lIns="0" tIns="0" rIns="0" bIns="0" rtlCol="0"/>
            <a:lstStyle/>
            <a:p/>
          </p:txBody>
        </p:sp>
        <p:sp>
          <p:nvSpPr>
            <p:cNvPr id="16" name="object 16" descr=""/>
            <p:cNvSpPr/>
            <p:nvPr/>
          </p:nvSpPr>
          <p:spPr>
            <a:xfrm>
              <a:off x="5722194" y="5162110"/>
              <a:ext cx="648970" cy="95885"/>
            </a:xfrm>
            <a:custGeom>
              <a:avLst/>
              <a:gdLst/>
              <a:ahLst/>
              <a:cxnLst/>
              <a:rect l="l" t="t" r="r" b="b"/>
              <a:pathLst>
                <a:path w="648970" h="95885">
                  <a:moveTo>
                    <a:pt x="13844" y="36231"/>
                  </a:moveTo>
                  <a:lnTo>
                    <a:pt x="552613" y="36231"/>
                  </a:lnTo>
                  <a:lnTo>
                    <a:pt x="558480" y="36231"/>
                  </a:lnTo>
                  <a:lnTo>
                    <a:pt x="561530" y="39122"/>
                  </a:lnTo>
                  <a:lnTo>
                    <a:pt x="564346" y="41989"/>
                  </a:lnTo>
                  <a:lnTo>
                    <a:pt x="564346" y="47748"/>
                  </a:lnTo>
                  <a:lnTo>
                    <a:pt x="564346" y="53507"/>
                  </a:lnTo>
                  <a:lnTo>
                    <a:pt x="561530" y="56374"/>
                  </a:lnTo>
                  <a:lnTo>
                    <a:pt x="558480" y="58683"/>
                  </a:lnTo>
                  <a:lnTo>
                    <a:pt x="552613" y="58683"/>
                  </a:lnTo>
                  <a:lnTo>
                    <a:pt x="13844" y="58683"/>
                  </a:lnTo>
                  <a:lnTo>
                    <a:pt x="7978" y="58683"/>
                  </a:lnTo>
                  <a:lnTo>
                    <a:pt x="5866" y="56374"/>
                  </a:lnTo>
                  <a:lnTo>
                    <a:pt x="2815" y="53507"/>
                  </a:lnTo>
                  <a:lnTo>
                    <a:pt x="0" y="47748"/>
                  </a:lnTo>
                  <a:lnTo>
                    <a:pt x="2815" y="41989"/>
                  </a:lnTo>
                  <a:lnTo>
                    <a:pt x="5866" y="39122"/>
                  </a:lnTo>
                  <a:lnTo>
                    <a:pt x="7978" y="36231"/>
                  </a:lnTo>
                  <a:lnTo>
                    <a:pt x="13844" y="36231"/>
                  </a:lnTo>
                  <a:close/>
                </a:path>
                <a:path w="648970" h="95885">
                  <a:moveTo>
                    <a:pt x="552613" y="47748"/>
                  </a:moveTo>
                  <a:lnTo>
                    <a:pt x="508029" y="0"/>
                  </a:lnTo>
                  <a:lnTo>
                    <a:pt x="648587" y="47748"/>
                  </a:lnTo>
                  <a:lnTo>
                    <a:pt x="508029" y="95497"/>
                  </a:lnTo>
                  <a:lnTo>
                    <a:pt x="552613" y="47748"/>
                  </a:lnTo>
                  <a:close/>
                </a:path>
              </a:pathLst>
            </a:custGeom>
            <a:ln w="3274">
              <a:solidFill>
                <a:srgbClr val="000000"/>
              </a:solidFill>
            </a:ln>
          </p:spPr>
          <p:txBody>
            <a:bodyPr wrap="square" lIns="0" tIns="0" rIns="0" bIns="0" rtlCol="0"/>
            <a:lstStyle/>
            <a:p/>
          </p:txBody>
        </p:sp>
        <p:sp>
          <p:nvSpPr>
            <p:cNvPr id="17" name="object 17" descr=""/>
            <p:cNvSpPr/>
            <p:nvPr/>
          </p:nvSpPr>
          <p:spPr>
            <a:xfrm>
              <a:off x="4028967" y="5170154"/>
              <a:ext cx="649605" cy="96520"/>
            </a:xfrm>
            <a:custGeom>
              <a:avLst/>
              <a:gdLst/>
              <a:ahLst/>
              <a:cxnLst/>
              <a:rect l="l" t="t" r="r" b="b"/>
              <a:pathLst>
                <a:path w="649604" h="96520">
                  <a:moveTo>
                    <a:pt x="507982" y="0"/>
                  </a:moveTo>
                  <a:lnTo>
                    <a:pt x="553270" y="48331"/>
                  </a:lnTo>
                  <a:lnTo>
                    <a:pt x="507982" y="96079"/>
                  </a:lnTo>
                  <a:lnTo>
                    <a:pt x="616895" y="59265"/>
                  </a:lnTo>
                  <a:lnTo>
                    <a:pt x="559137" y="59265"/>
                  </a:lnTo>
                  <a:lnTo>
                    <a:pt x="561483" y="56374"/>
                  </a:lnTo>
                  <a:lnTo>
                    <a:pt x="564299" y="53507"/>
                  </a:lnTo>
                  <a:lnTo>
                    <a:pt x="564299" y="42572"/>
                  </a:lnTo>
                  <a:lnTo>
                    <a:pt x="561483" y="39704"/>
                  </a:lnTo>
                  <a:lnTo>
                    <a:pt x="559137" y="36813"/>
                  </a:lnTo>
                  <a:lnTo>
                    <a:pt x="615581" y="36813"/>
                  </a:lnTo>
                  <a:lnTo>
                    <a:pt x="507982" y="0"/>
                  </a:lnTo>
                  <a:close/>
                </a:path>
                <a:path w="649604" h="96520">
                  <a:moveTo>
                    <a:pt x="542478" y="36813"/>
                  </a:moveTo>
                  <a:lnTo>
                    <a:pt x="8705" y="36813"/>
                  </a:lnTo>
                  <a:lnTo>
                    <a:pt x="2909" y="42572"/>
                  </a:lnTo>
                  <a:lnTo>
                    <a:pt x="0" y="48331"/>
                  </a:lnTo>
                  <a:lnTo>
                    <a:pt x="2909" y="53507"/>
                  </a:lnTo>
                  <a:lnTo>
                    <a:pt x="8705" y="59265"/>
                  </a:lnTo>
                  <a:lnTo>
                    <a:pt x="542899" y="59265"/>
                  </a:lnTo>
                  <a:lnTo>
                    <a:pt x="553270" y="48331"/>
                  </a:lnTo>
                  <a:lnTo>
                    <a:pt x="542478" y="36813"/>
                  </a:lnTo>
                  <a:close/>
                </a:path>
                <a:path w="649604" h="96520">
                  <a:moveTo>
                    <a:pt x="615581" y="36813"/>
                  </a:moveTo>
                  <a:lnTo>
                    <a:pt x="559137" y="36813"/>
                  </a:lnTo>
                  <a:lnTo>
                    <a:pt x="561483" y="39704"/>
                  </a:lnTo>
                  <a:lnTo>
                    <a:pt x="564299" y="42572"/>
                  </a:lnTo>
                  <a:lnTo>
                    <a:pt x="564299" y="53507"/>
                  </a:lnTo>
                  <a:lnTo>
                    <a:pt x="561483" y="56374"/>
                  </a:lnTo>
                  <a:lnTo>
                    <a:pt x="559137" y="59265"/>
                  </a:lnTo>
                  <a:lnTo>
                    <a:pt x="616895" y="59265"/>
                  </a:lnTo>
                  <a:lnTo>
                    <a:pt x="649244" y="48331"/>
                  </a:lnTo>
                  <a:lnTo>
                    <a:pt x="615581" y="36813"/>
                  </a:lnTo>
                  <a:close/>
                </a:path>
              </a:pathLst>
            </a:custGeom>
            <a:solidFill>
              <a:srgbClr val="000000"/>
            </a:solidFill>
          </p:spPr>
          <p:txBody>
            <a:bodyPr wrap="square" lIns="0" tIns="0" rIns="0" bIns="0" rtlCol="0"/>
            <a:lstStyle/>
            <a:p/>
          </p:txBody>
        </p:sp>
        <p:sp>
          <p:nvSpPr>
            <p:cNvPr id="18" name="object 18" descr=""/>
            <p:cNvSpPr/>
            <p:nvPr/>
          </p:nvSpPr>
          <p:spPr>
            <a:xfrm>
              <a:off x="4028967" y="5170154"/>
              <a:ext cx="649605" cy="96520"/>
            </a:xfrm>
            <a:custGeom>
              <a:avLst/>
              <a:gdLst/>
              <a:ahLst/>
              <a:cxnLst/>
              <a:rect l="l" t="t" r="r" b="b"/>
              <a:pathLst>
                <a:path w="649604" h="96520">
                  <a:moveTo>
                    <a:pt x="14525" y="36813"/>
                  </a:moveTo>
                  <a:lnTo>
                    <a:pt x="553270" y="36813"/>
                  </a:lnTo>
                  <a:lnTo>
                    <a:pt x="559137" y="36813"/>
                  </a:lnTo>
                  <a:lnTo>
                    <a:pt x="561483" y="39704"/>
                  </a:lnTo>
                  <a:lnTo>
                    <a:pt x="564299" y="42572"/>
                  </a:lnTo>
                  <a:lnTo>
                    <a:pt x="564299" y="48331"/>
                  </a:lnTo>
                  <a:lnTo>
                    <a:pt x="564299" y="53507"/>
                  </a:lnTo>
                  <a:lnTo>
                    <a:pt x="561483" y="56374"/>
                  </a:lnTo>
                  <a:lnTo>
                    <a:pt x="559137" y="59265"/>
                  </a:lnTo>
                  <a:lnTo>
                    <a:pt x="553270" y="59265"/>
                  </a:lnTo>
                  <a:lnTo>
                    <a:pt x="14525" y="59265"/>
                  </a:lnTo>
                  <a:lnTo>
                    <a:pt x="8705" y="59265"/>
                  </a:lnTo>
                  <a:lnTo>
                    <a:pt x="5795" y="56374"/>
                  </a:lnTo>
                  <a:lnTo>
                    <a:pt x="2909" y="53507"/>
                  </a:lnTo>
                  <a:lnTo>
                    <a:pt x="0" y="48331"/>
                  </a:lnTo>
                  <a:lnTo>
                    <a:pt x="2909" y="42572"/>
                  </a:lnTo>
                  <a:lnTo>
                    <a:pt x="5795" y="39704"/>
                  </a:lnTo>
                  <a:lnTo>
                    <a:pt x="8705" y="36813"/>
                  </a:lnTo>
                  <a:lnTo>
                    <a:pt x="14525" y="36813"/>
                  </a:lnTo>
                  <a:close/>
                </a:path>
                <a:path w="649604" h="96520">
                  <a:moveTo>
                    <a:pt x="553270" y="48331"/>
                  </a:moveTo>
                  <a:lnTo>
                    <a:pt x="507982" y="0"/>
                  </a:lnTo>
                  <a:lnTo>
                    <a:pt x="649244" y="48331"/>
                  </a:lnTo>
                  <a:lnTo>
                    <a:pt x="507982" y="96079"/>
                  </a:lnTo>
                  <a:lnTo>
                    <a:pt x="553270" y="48331"/>
                  </a:lnTo>
                  <a:close/>
                </a:path>
              </a:pathLst>
            </a:custGeom>
            <a:ln w="3274">
              <a:solidFill>
                <a:srgbClr val="000000"/>
              </a:solidFill>
            </a:ln>
          </p:spPr>
          <p:txBody>
            <a:bodyPr wrap="square" lIns="0" tIns="0" rIns="0" bIns="0" rtlCol="0"/>
            <a:lstStyle/>
            <a:p/>
          </p:txBody>
        </p:sp>
        <p:sp>
          <p:nvSpPr>
            <p:cNvPr id="19" name="object 19" descr=""/>
            <p:cNvSpPr/>
            <p:nvPr/>
          </p:nvSpPr>
          <p:spPr>
            <a:xfrm>
              <a:off x="2336362" y="5170154"/>
              <a:ext cx="648970" cy="96520"/>
            </a:xfrm>
            <a:custGeom>
              <a:avLst/>
              <a:gdLst/>
              <a:ahLst/>
              <a:cxnLst/>
              <a:rect l="l" t="t" r="r" b="b"/>
              <a:pathLst>
                <a:path w="648969" h="96520">
                  <a:moveTo>
                    <a:pt x="508017" y="0"/>
                  </a:moveTo>
                  <a:lnTo>
                    <a:pt x="552766" y="48331"/>
                  </a:lnTo>
                  <a:lnTo>
                    <a:pt x="508017" y="96079"/>
                  </a:lnTo>
                  <a:lnTo>
                    <a:pt x="616460" y="59265"/>
                  </a:lnTo>
                  <a:lnTo>
                    <a:pt x="558585" y="59265"/>
                  </a:lnTo>
                  <a:lnTo>
                    <a:pt x="564405" y="53507"/>
                  </a:lnTo>
                  <a:lnTo>
                    <a:pt x="564405" y="42572"/>
                  </a:lnTo>
                  <a:lnTo>
                    <a:pt x="558585" y="36813"/>
                  </a:lnTo>
                  <a:lnTo>
                    <a:pt x="615152" y="36813"/>
                  </a:lnTo>
                  <a:lnTo>
                    <a:pt x="508017" y="0"/>
                  </a:lnTo>
                  <a:close/>
                </a:path>
                <a:path w="648969" h="96520">
                  <a:moveTo>
                    <a:pt x="542102" y="36813"/>
                  </a:moveTo>
                  <a:lnTo>
                    <a:pt x="8137" y="36813"/>
                  </a:lnTo>
                  <a:lnTo>
                    <a:pt x="5812" y="39704"/>
                  </a:lnTo>
                  <a:lnTo>
                    <a:pt x="2907" y="42572"/>
                  </a:lnTo>
                  <a:lnTo>
                    <a:pt x="0" y="48331"/>
                  </a:lnTo>
                  <a:lnTo>
                    <a:pt x="2907" y="53507"/>
                  </a:lnTo>
                  <a:lnTo>
                    <a:pt x="5812" y="56374"/>
                  </a:lnTo>
                  <a:lnTo>
                    <a:pt x="8137" y="59265"/>
                  </a:lnTo>
                  <a:lnTo>
                    <a:pt x="542518" y="59265"/>
                  </a:lnTo>
                  <a:lnTo>
                    <a:pt x="552766" y="48331"/>
                  </a:lnTo>
                  <a:lnTo>
                    <a:pt x="542102" y="36813"/>
                  </a:lnTo>
                  <a:close/>
                </a:path>
                <a:path w="648969" h="96520">
                  <a:moveTo>
                    <a:pt x="615152" y="36813"/>
                  </a:moveTo>
                  <a:lnTo>
                    <a:pt x="558585" y="36813"/>
                  </a:lnTo>
                  <a:lnTo>
                    <a:pt x="564405" y="42572"/>
                  </a:lnTo>
                  <a:lnTo>
                    <a:pt x="564405" y="53507"/>
                  </a:lnTo>
                  <a:lnTo>
                    <a:pt x="558585" y="59265"/>
                  </a:lnTo>
                  <a:lnTo>
                    <a:pt x="616460" y="59265"/>
                  </a:lnTo>
                  <a:lnTo>
                    <a:pt x="648669" y="48331"/>
                  </a:lnTo>
                  <a:lnTo>
                    <a:pt x="615152" y="36813"/>
                  </a:lnTo>
                  <a:close/>
                </a:path>
              </a:pathLst>
            </a:custGeom>
            <a:solidFill>
              <a:srgbClr val="000000"/>
            </a:solidFill>
          </p:spPr>
          <p:txBody>
            <a:bodyPr wrap="square" lIns="0" tIns="0" rIns="0" bIns="0" rtlCol="0"/>
            <a:lstStyle/>
            <a:p/>
          </p:txBody>
        </p:sp>
        <p:sp>
          <p:nvSpPr>
            <p:cNvPr id="20" name="object 20" descr=""/>
            <p:cNvSpPr/>
            <p:nvPr/>
          </p:nvSpPr>
          <p:spPr>
            <a:xfrm>
              <a:off x="2336362" y="5170154"/>
              <a:ext cx="648970" cy="96520"/>
            </a:xfrm>
            <a:custGeom>
              <a:avLst/>
              <a:gdLst/>
              <a:ahLst/>
              <a:cxnLst/>
              <a:rect l="l" t="t" r="r" b="b"/>
              <a:pathLst>
                <a:path w="648969" h="96520">
                  <a:moveTo>
                    <a:pt x="13950" y="36813"/>
                  </a:moveTo>
                  <a:lnTo>
                    <a:pt x="552766" y="36813"/>
                  </a:lnTo>
                  <a:lnTo>
                    <a:pt x="558585" y="36813"/>
                  </a:lnTo>
                  <a:lnTo>
                    <a:pt x="561495" y="39704"/>
                  </a:lnTo>
                  <a:lnTo>
                    <a:pt x="564405" y="42572"/>
                  </a:lnTo>
                  <a:lnTo>
                    <a:pt x="564405" y="48331"/>
                  </a:lnTo>
                  <a:lnTo>
                    <a:pt x="564405" y="53507"/>
                  </a:lnTo>
                  <a:lnTo>
                    <a:pt x="561495" y="56374"/>
                  </a:lnTo>
                  <a:lnTo>
                    <a:pt x="558585" y="59265"/>
                  </a:lnTo>
                  <a:lnTo>
                    <a:pt x="552766" y="59265"/>
                  </a:lnTo>
                  <a:lnTo>
                    <a:pt x="13950" y="59265"/>
                  </a:lnTo>
                  <a:lnTo>
                    <a:pt x="8137" y="59265"/>
                  </a:lnTo>
                  <a:lnTo>
                    <a:pt x="5812" y="56374"/>
                  </a:lnTo>
                  <a:lnTo>
                    <a:pt x="2907" y="53507"/>
                  </a:lnTo>
                  <a:lnTo>
                    <a:pt x="0" y="48331"/>
                  </a:lnTo>
                  <a:lnTo>
                    <a:pt x="2907" y="42572"/>
                  </a:lnTo>
                  <a:lnTo>
                    <a:pt x="5812" y="39704"/>
                  </a:lnTo>
                  <a:lnTo>
                    <a:pt x="8137" y="36813"/>
                  </a:lnTo>
                  <a:lnTo>
                    <a:pt x="13950" y="36813"/>
                  </a:lnTo>
                  <a:close/>
                </a:path>
                <a:path w="648969" h="96520">
                  <a:moveTo>
                    <a:pt x="552766" y="48331"/>
                  </a:moveTo>
                  <a:lnTo>
                    <a:pt x="508017" y="0"/>
                  </a:lnTo>
                  <a:lnTo>
                    <a:pt x="648669" y="48331"/>
                  </a:lnTo>
                  <a:lnTo>
                    <a:pt x="508017" y="96079"/>
                  </a:lnTo>
                  <a:lnTo>
                    <a:pt x="552766" y="48331"/>
                  </a:lnTo>
                  <a:close/>
                </a:path>
              </a:pathLst>
            </a:custGeom>
            <a:ln w="3274">
              <a:solidFill>
                <a:srgbClr val="000000"/>
              </a:solidFill>
            </a:ln>
          </p:spPr>
          <p:txBody>
            <a:bodyPr wrap="square" lIns="0" tIns="0" rIns="0" bIns="0" rtlCol="0"/>
            <a:lstStyle/>
            <a:p/>
          </p:txBody>
        </p:sp>
        <p:sp>
          <p:nvSpPr>
            <p:cNvPr id="21" name="object 21" descr=""/>
            <p:cNvSpPr/>
            <p:nvPr/>
          </p:nvSpPr>
          <p:spPr>
            <a:xfrm>
              <a:off x="6367262" y="4932600"/>
              <a:ext cx="1058545" cy="549910"/>
            </a:xfrm>
            <a:custGeom>
              <a:avLst/>
              <a:gdLst/>
              <a:ahLst/>
              <a:cxnLst/>
              <a:rect l="l" t="t" r="r" b="b"/>
              <a:pathLst>
                <a:path w="1058545" h="549910">
                  <a:moveTo>
                    <a:pt x="1058460" y="0"/>
                  </a:moveTo>
                  <a:lnTo>
                    <a:pt x="0" y="0"/>
                  </a:lnTo>
                  <a:lnTo>
                    <a:pt x="0" y="549900"/>
                  </a:lnTo>
                  <a:lnTo>
                    <a:pt x="1058460" y="549900"/>
                  </a:lnTo>
                  <a:lnTo>
                    <a:pt x="1058460" y="0"/>
                  </a:lnTo>
                  <a:close/>
                </a:path>
              </a:pathLst>
            </a:custGeom>
            <a:solidFill>
              <a:srgbClr val="CCFFFF"/>
            </a:solidFill>
          </p:spPr>
          <p:txBody>
            <a:bodyPr wrap="square" lIns="0" tIns="0" rIns="0" bIns="0" rtlCol="0"/>
            <a:lstStyle/>
            <a:p/>
          </p:txBody>
        </p:sp>
        <p:sp>
          <p:nvSpPr>
            <p:cNvPr id="22" name="object 22" descr=""/>
            <p:cNvSpPr/>
            <p:nvPr/>
          </p:nvSpPr>
          <p:spPr>
            <a:xfrm>
              <a:off x="6367262" y="4932600"/>
              <a:ext cx="1058545" cy="549910"/>
            </a:xfrm>
            <a:custGeom>
              <a:avLst/>
              <a:gdLst/>
              <a:ahLst/>
              <a:cxnLst/>
              <a:rect l="l" t="t" r="r" b="b"/>
              <a:pathLst>
                <a:path w="1058545" h="549910">
                  <a:moveTo>
                    <a:pt x="0" y="549900"/>
                  </a:moveTo>
                  <a:lnTo>
                    <a:pt x="1058460" y="549900"/>
                  </a:lnTo>
                  <a:lnTo>
                    <a:pt x="1058460" y="0"/>
                  </a:lnTo>
                  <a:lnTo>
                    <a:pt x="0" y="0"/>
                  </a:lnTo>
                  <a:lnTo>
                    <a:pt x="0" y="549900"/>
                  </a:lnTo>
                  <a:close/>
                </a:path>
              </a:pathLst>
            </a:custGeom>
            <a:ln w="16770">
              <a:solidFill>
                <a:srgbClr val="000000"/>
              </a:solidFill>
            </a:ln>
          </p:spPr>
          <p:txBody>
            <a:bodyPr wrap="square" lIns="0" tIns="0" rIns="0" bIns="0" rtlCol="0"/>
            <a:lstStyle/>
            <a:p/>
          </p:txBody>
        </p:sp>
        <p:sp>
          <p:nvSpPr>
            <p:cNvPr id="23" name="object 23" descr=""/>
            <p:cNvSpPr/>
            <p:nvPr/>
          </p:nvSpPr>
          <p:spPr>
            <a:xfrm>
              <a:off x="2981559" y="4932600"/>
              <a:ext cx="1058545" cy="549910"/>
            </a:xfrm>
            <a:custGeom>
              <a:avLst/>
              <a:gdLst/>
              <a:ahLst/>
              <a:cxnLst/>
              <a:rect l="l" t="t" r="r" b="b"/>
              <a:pathLst>
                <a:path w="1058545" h="549910">
                  <a:moveTo>
                    <a:pt x="1058460" y="0"/>
                  </a:moveTo>
                  <a:lnTo>
                    <a:pt x="0" y="0"/>
                  </a:lnTo>
                  <a:lnTo>
                    <a:pt x="0" y="549900"/>
                  </a:lnTo>
                  <a:lnTo>
                    <a:pt x="1058460" y="549900"/>
                  </a:lnTo>
                  <a:lnTo>
                    <a:pt x="1058460" y="0"/>
                  </a:lnTo>
                  <a:close/>
                </a:path>
              </a:pathLst>
            </a:custGeom>
            <a:solidFill>
              <a:srgbClr val="FFFF99"/>
            </a:solidFill>
          </p:spPr>
          <p:txBody>
            <a:bodyPr wrap="square" lIns="0" tIns="0" rIns="0" bIns="0" rtlCol="0"/>
            <a:lstStyle/>
            <a:p/>
          </p:txBody>
        </p:sp>
        <p:sp>
          <p:nvSpPr>
            <p:cNvPr id="24" name="object 24" descr=""/>
            <p:cNvSpPr/>
            <p:nvPr/>
          </p:nvSpPr>
          <p:spPr>
            <a:xfrm>
              <a:off x="2981559" y="4932600"/>
              <a:ext cx="1058545" cy="549910"/>
            </a:xfrm>
            <a:custGeom>
              <a:avLst/>
              <a:gdLst/>
              <a:ahLst/>
              <a:cxnLst/>
              <a:rect l="l" t="t" r="r" b="b"/>
              <a:pathLst>
                <a:path w="1058545" h="549910">
                  <a:moveTo>
                    <a:pt x="0" y="549900"/>
                  </a:moveTo>
                  <a:lnTo>
                    <a:pt x="1058460" y="549900"/>
                  </a:lnTo>
                  <a:lnTo>
                    <a:pt x="1058460" y="0"/>
                  </a:lnTo>
                  <a:lnTo>
                    <a:pt x="0" y="0"/>
                  </a:lnTo>
                  <a:lnTo>
                    <a:pt x="0" y="549900"/>
                  </a:lnTo>
                  <a:close/>
                </a:path>
              </a:pathLst>
            </a:custGeom>
            <a:ln w="16770">
              <a:solidFill>
                <a:srgbClr val="000000"/>
              </a:solidFill>
            </a:ln>
          </p:spPr>
          <p:txBody>
            <a:bodyPr wrap="square" lIns="0" tIns="0" rIns="0" bIns="0" rtlCol="0"/>
            <a:lstStyle/>
            <a:p/>
          </p:txBody>
        </p:sp>
      </p:grpSp>
      <p:sp>
        <p:nvSpPr>
          <p:cNvPr id="25" name="object 25" descr=""/>
          <p:cNvSpPr txBox="1"/>
          <p:nvPr/>
        </p:nvSpPr>
        <p:spPr>
          <a:xfrm>
            <a:off x="4674692" y="4932600"/>
            <a:ext cx="1057910" cy="549910"/>
          </a:xfrm>
          <a:prstGeom prst="rect">
            <a:avLst/>
          </a:prstGeom>
          <a:solidFill>
            <a:srgbClr val="CCFFCC"/>
          </a:solidFill>
          <a:ln w="16771">
            <a:solidFill>
              <a:srgbClr val="000000"/>
            </a:solidFill>
          </a:ln>
        </p:spPr>
        <p:txBody>
          <a:bodyPr wrap="square" lIns="0" tIns="165100" rIns="0" bIns="0" rtlCol="0" vert="horz">
            <a:spAutoFit/>
          </a:bodyPr>
          <a:lstStyle/>
          <a:p>
            <a:pPr marL="273685">
              <a:lnSpc>
                <a:spcPct val="100000"/>
              </a:lnSpc>
              <a:spcBef>
                <a:spcPts val="1300"/>
              </a:spcBef>
            </a:pPr>
            <a:r>
              <a:rPr dirty="0" sz="1650" spc="-10">
                <a:latin typeface="宋体"/>
                <a:cs typeface="宋体"/>
              </a:rPr>
              <a:t>对 阶</a:t>
            </a:r>
            <a:endParaRPr sz="1650">
              <a:latin typeface="宋体"/>
              <a:cs typeface="宋体"/>
            </a:endParaRPr>
          </a:p>
        </p:txBody>
      </p:sp>
      <p:sp>
        <p:nvSpPr>
          <p:cNvPr id="26" name="object 26" descr=""/>
          <p:cNvSpPr txBox="1"/>
          <p:nvPr/>
        </p:nvSpPr>
        <p:spPr>
          <a:xfrm>
            <a:off x="3171043" y="5093910"/>
            <a:ext cx="4182110" cy="280670"/>
          </a:xfrm>
          <a:prstGeom prst="rect">
            <a:avLst/>
          </a:prstGeom>
        </p:spPr>
        <p:txBody>
          <a:bodyPr wrap="square" lIns="0" tIns="15240" rIns="0" bIns="0" rtlCol="0" vert="horz">
            <a:spAutoFit/>
          </a:bodyPr>
          <a:lstStyle/>
          <a:p>
            <a:pPr>
              <a:lnSpc>
                <a:spcPct val="100000"/>
              </a:lnSpc>
              <a:spcBef>
                <a:spcPts val="120"/>
              </a:spcBef>
              <a:tabLst>
                <a:tab pos="3317240" algn="l"/>
              </a:tabLst>
            </a:pPr>
            <a:r>
              <a:rPr dirty="0" sz="1650">
                <a:latin typeface="宋体"/>
                <a:cs typeface="宋体"/>
              </a:rPr>
              <a:t>求阶</a:t>
            </a:r>
            <a:r>
              <a:rPr dirty="0" sz="1650" spc="-50">
                <a:latin typeface="宋体"/>
                <a:cs typeface="宋体"/>
              </a:rPr>
              <a:t>差</a:t>
            </a:r>
            <a:r>
              <a:rPr dirty="0" sz="1650">
                <a:latin typeface="宋体"/>
                <a:cs typeface="宋体"/>
              </a:rPr>
              <a:t>	尾数相</a:t>
            </a:r>
            <a:r>
              <a:rPr dirty="0" sz="1650" spc="-50">
                <a:latin typeface="宋体"/>
                <a:cs typeface="宋体"/>
              </a:rPr>
              <a:t>加</a:t>
            </a:r>
            <a:endParaRPr sz="1650">
              <a:latin typeface="宋体"/>
              <a:cs typeface="宋体"/>
            </a:endParaRPr>
          </a:p>
        </p:txBody>
      </p:sp>
      <p:sp>
        <p:nvSpPr>
          <p:cNvPr id="27" name="object 27" descr=""/>
          <p:cNvSpPr txBox="1"/>
          <p:nvPr/>
        </p:nvSpPr>
        <p:spPr>
          <a:xfrm>
            <a:off x="8060537" y="4932600"/>
            <a:ext cx="1057910" cy="549910"/>
          </a:xfrm>
          <a:prstGeom prst="rect">
            <a:avLst/>
          </a:prstGeom>
          <a:solidFill>
            <a:srgbClr val="FDC5EE"/>
          </a:solidFill>
          <a:ln w="16771">
            <a:solidFill>
              <a:srgbClr val="000000"/>
            </a:solidFill>
          </a:ln>
        </p:spPr>
        <p:txBody>
          <a:bodyPr wrap="square" lIns="0" tIns="165100" rIns="0" bIns="0" rtlCol="0" vert="horz">
            <a:spAutoFit/>
          </a:bodyPr>
          <a:lstStyle/>
          <a:p>
            <a:pPr marL="219710">
              <a:lnSpc>
                <a:spcPct val="100000"/>
              </a:lnSpc>
              <a:spcBef>
                <a:spcPts val="1300"/>
              </a:spcBef>
            </a:pPr>
            <a:r>
              <a:rPr dirty="0" sz="1650" spc="-20">
                <a:latin typeface="宋体"/>
                <a:cs typeface="宋体"/>
              </a:rPr>
              <a:t>规格化</a:t>
            </a:r>
            <a:endParaRPr sz="1650">
              <a:latin typeface="宋体"/>
              <a:cs typeface="宋体"/>
            </a:endParaRPr>
          </a:p>
        </p:txBody>
      </p:sp>
      <p:sp>
        <p:nvSpPr>
          <p:cNvPr id="28" name="object 28" descr=""/>
          <p:cNvSpPr txBox="1"/>
          <p:nvPr/>
        </p:nvSpPr>
        <p:spPr>
          <a:xfrm>
            <a:off x="8562699" y="5522457"/>
            <a:ext cx="287020" cy="280670"/>
          </a:xfrm>
          <a:prstGeom prst="rect">
            <a:avLst/>
          </a:prstGeom>
        </p:spPr>
        <p:txBody>
          <a:bodyPr wrap="square" lIns="0" tIns="15240" rIns="0" bIns="0" rtlCol="0" vert="horz">
            <a:spAutoFit/>
          </a:bodyPr>
          <a:lstStyle/>
          <a:p>
            <a:pPr>
              <a:lnSpc>
                <a:spcPct val="100000"/>
              </a:lnSpc>
              <a:spcBef>
                <a:spcPts val="120"/>
              </a:spcBef>
            </a:pPr>
            <a:r>
              <a:rPr dirty="0" sz="1650" spc="-25">
                <a:latin typeface="宋体"/>
                <a:cs typeface="宋体"/>
              </a:rPr>
              <a:t>△</a:t>
            </a:r>
            <a:r>
              <a:rPr dirty="0" sz="1650" spc="-25" b="1" i="1">
                <a:latin typeface="Times New Roman"/>
                <a:cs typeface="Times New Roman"/>
              </a:rPr>
              <a:t>t</a:t>
            </a:r>
            <a:endParaRPr sz="1650">
              <a:latin typeface="Times New Roman"/>
              <a:cs typeface="Times New Roman"/>
            </a:endParaRPr>
          </a:p>
        </p:txBody>
      </p:sp>
      <p:sp>
        <p:nvSpPr>
          <p:cNvPr id="29" name="object 29" descr=""/>
          <p:cNvSpPr txBox="1"/>
          <p:nvPr/>
        </p:nvSpPr>
        <p:spPr>
          <a:xfrm>
            <a:off x="5103643" y="5531086"/>
            <a:ext cx="287020" cy="280670"/>
          </a:xfrm>
          <a:prstGeom prst="rect">
            <a:avLst/>
          </a:prstGeom>
        </p:spPr>
        <p:txBody>
          <a:bodyPr wrap="square" lIns="0" tIns="15240" rIns="0" bIns="0" rtlCol="0" vert="horz">
            <a:spAutoFit/>
          </a:bodyPr>
          <a:lstStyle/>
          <a:p>
            <a:pPr>
              <a:lnSpc>
                <a:spcPct val="100000"/>
              </a:lnSpc>
              <a:spcBef>
                <a:spcPts val="120"/>
              </a:spcBef>
            </a:pPr>
            <a:r>
              <a:rPr dirty="0" sz="1650" spc="-25">
                <a:latin typeface="宋体"/>
                <a:cs typeface="宋体"/>
              </a:rPr>
              <a:t>△</a:t>
            </a:r>
            <a:r>
              <a:rPr dirty="0" sz="1650" spc="-25" b="1" i="1">
                <a:latin typeface="Times New Roman"/>
                <a:cs typeface="Times New Roman"/>
              </a:rPr>
              <a:t>t</a:t>
            </a:r>
            <a:endParaRPr sz="1650">
              <a:latin typeface="Times New Roman"/>
              <a:cs typeface="Times New Roman"/>
            </a:endParaRPr>
          </a:p>
        </p:txBody>
      </p:sp>
      <p:sp>
        <p:nvSpPr>
          <p:cNvPr id="30" name="object 30" descr=""/>
          <p:cNvSpPr txBox="1"/>
          <p:nvPr/>
        </p:nvSpPr>
        <p:spPr>
          <a:xfrm>
            <a:off x="3348325" y="5522457"/>
            <a:ext cx="3687445" cy="280670"/>
          </a:xfrm>
          <a:prstGeom prst="rect">
            <a:avLst/>
          </a:prstGeom>
        </p:spPr>
        <p:txBody>
          <a:bodyPr wrap="square" lIns="0" tIns="15240" rIns="0" bIns="0" rtlCol="0" vert="horz">
            <a:spAutoFit/>
          </a:bodyPr>
          <a:lstStyle/>
          <a:p>
            <a:pPr>
              <a:lnSpc>
                <a:spcPct val="100000"/>
              </a:lnSpc>
              <a:spcBef>
                <a:spcPts val="120"/>
              </a:spcBef>
              <a:tabLst>
                <a:tab pos="3399790" algn="l"/>
              </a:tabLst>
            </a:pPr>
            <a:r>
              <a:rPr dirty="0" baseline="1683" sz="2475" spc="-37">
                <a:latin typeface="宋体"/>
                <a:cs typeface="宋体"/>
              </a:rPr>
              <a:t>△</a:t>
            </a:r>
            <a:r>
              <a:rPr dirty="0" baseline="1683" sz="2475" spc="-37" b="1" i="1">
                <a:latin typeface="Times New Roman"/>
                <a:cs typeface="Times New Roman"/>
              </a:rPr>
              <a:t>t</a:t>
            </a:r>
            <a:r>
              <a:rPr dirty="0" baseline="1683" sz="2475" b="1" i="1">
                <a:latin typeface="Times New Roman"/>
                <a:cs typeface="Times New Roman"/>
              </a:rPr>
              <a:t>	</a:t>
            </a:r>
            <a:r>
              <a:rPr dirty="0" sz="1650" spc="-25">
                <a:latin typeface="宋体"/>
                <a:cs typeface="宋体"/>
              </a:rPr>
              <a:t>△</a:t>
            </a:r>
            <a:r>
              <a:rPr dirty="0" sz="1650" spc="-25" b="1" i="1">
                <a:latin typeface="Times New Roman"/>
                <a:cs typeface="Times New Roman"/>
              </a:rPr>
              <a:t>t</a:t>
            </a:r>
            <a:endParaRPr sz="1650">
              <a:latin typeface="Times New Roman"/>
              <a:cs typeface="Times New Roman"/>
            </a:endParaRPr>
          </a:p>
        </p:txBody>
      </p:sp>
      <p:sp>
        <p:nvSpPr>
          <p:cNvPr id="31" name="object 31" descr=""/>
          <p:cNvSpPr txBox="1"/>
          <p:nvPr/>
        </p:nvSpPr>
        <p:spPr>
          <a:xfrm>
            <a:off x="2425871" y="4822993"/>
            <a:ext cx="226695" cy="280670"/>
          </a:xfrm>
          <a:prstGeom prst="rect">
            <a:avLst/>
          </a:prstGeom>
        </p:spPr>
        <p:txBody>
          <a:bodyPr wrap="square" lIns="0" tIns="15240" rIns="0" bIns="0" rtlCol="0" vert="horz">
            <a:spAutoFit/>
          </a:bodyPr>
          <a:lstStyle/>
          <a:p>
            <a:pPr>
              <a:lnSpc>
                <a:spcPct val="100000"/>
              </a:lnSpc>
              <a:spcBef>
                <a:spcPts val="120"/>
              </a:spcBef>
            </a:pPr>
            <a:r>
              <a:rPr dirty="0" sz="1650" spc="-50">
                <a:latin typeface="宋体"/>
                <a:cs typeface="宋体"/>
              </a:rPr>
              <a:t>入</a:t>
            </a:r>
            <a:endParaRPr sz="1650">
              <a:latin typeface="宋体"/>
              <a:cs typeface="宋体"/>
            </a:endParaRPr>
          </a:p>
        </p:txBody>
      </p:sp>
      <p:sp>
        <p:nvSpPr>
          <p:cNvPr id="32" name="object 32" descr=""/>
          <p:cNvSpPr txBox="1"/>
          <p:nvPr/>
        </p:nvSpPr>
        <p:spPr>
          <a:xfrm>
            <a:off x="9423650" y="4831619"/>
            <a:ext cx="226695" cy="280670"/>
          </a:xfrm>
          <a:prstGeom prst="rect">
            <a:avLst/>
          </a:prstGeom>
        </p:spPr>
        <p:txBody>
          <a:bodyPr wrap="square" lIns="0" tIns="15240" rIns="0" bIns="0" rtlCol="0" vert="horz">
            <a:spAutoFit/>
          </a:bodyPr>
          <a:lstStyle/>
          <a:p>
            <a:pPr>
              <a:lnSpc>
                <a:spcPct val="100000"/>
              </a:lnSpc>
              <a:spcBef>
                <a:spcPts val="120"/>
              </a:spcBef>
            </a:pPr>
            <a:r>
              <a:rPr dirty="0" sz="1650" spc="-50">
                <a:latin typeface="宋体"/>
                <a:cs typeface="宋体"/>
              </a:rPr>
              <a:t>出</a:t>
            </a:r>
            <a:endParaRPr sz="1650">
              <a:latin typeface="宋体"/>
              <a:cs typeface="宋体"/>
            </a:endParaRPr>
          </a:p>
        </p:txBody>
      </p:sp>
      <p:sp>
        <p:nvSpPr>
          <p:cNvPr id="33" name="object 33"/>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373630" algn="l"/>
                <a:tab pos="11028045" algn="l"/>
              </a:tabLst>
            </a:pPr>
            <a:r>
              <a:rPr dirty="0" b="1">
                <a:latin typeface="黑体"/>
                <a:cs typeface="黑体"/>
              </a:rPr>
              <a:t>	3.1.1</a:t>
            </a:r>
            <a:r>
              <a:rPr dirty="0" spc="-5" b="1">
                <a:latin typeface="黑体"/>
                <a:cs typeface="黑体"/>
              </a:rPr>
              <a:t> </a:t>
            </a:r>
            <a:r>
              <a:rPr dirty="0" spc="-40" b="1">
                <a:latin typeface="黑体"/>
                <a:cs typeface="黑体"/>
              </a:rPr>
              <a:t>什</a:t>
            </a:r>
            <a:r>
              <a:rPr dirty="0" spc="-25" b="1">
                <a:latin typeface="黑体"/>
                <a:cs typeface="黑体"/>
              </a:rPr>
              <a:t>么</a:t>
            </a:r>
            <a:r>
              <a:rPr dirty="0" spc="-40" b="1">
                <a:latin typeface="黑体"/>
                <a:cs typeface="黑体"/>
              </a:rPr>
              <a:t>是流</a:t>
            </a:r>
            <a:r>
              <a:rPr dirty="0" spc="-30" b="1">
                <a:latin typeface="黑体"/>
                <a:cs typeface="黑体"/>
              </a:rPr>
              <a:t>水</a:t>
            </a:r>
            <a:r>
              <a:rPr dirty="0" spc="-50" b="1">
                <a:latin typeface="黑体"/>
                <a:cs typeface="黑体"/>
              </a:rPr>
              <a:t>线</a:t>
            </a:r>
            <a:r>
              <a:rPr dirty="0" b="1">
                <a:latin typeface="黑体"/>
                <a:cs typeface="黑体"/>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629818" y="946861"/>
            <a:ext cx="11170920" cy="1948180"/>
          </a:xfrm>
          <a:prstGeom prst="rect">
            <a:avLst/>
          </a:prstGeom>
        </p:spPr>
        <p:txBody>
          <a:bodyPr wrap="square" lIns="0" tIns="147955" rIns="0" bIns="0" rtlCol="0" vert="horz">
            <a:spAutoFit/>
          </a:bodyPr>
          <a:lstStyle/>
          <a:p>
            <a:pPr marL="468630" indent="-455930">
              <a:lnSpc>
                <a:spcPct val="100000"/>
              </a:lnSpc>
              <a:spcBef>
                <a:spcPts val="1165"/>
              </a:spcBef>
              <a:buClr>
                <a:srgbClr val="40458B"/>
              </a:buClr>
              <a:buFont typeface="Tahoma"/>
              <a:buAutoNum type="arabicPeriod" startAt="6"/>
              <a:tabLst>
                <a:tab pos="468630" algn="l"/>
              </a:tabLst>
            </a:pPr>
            <a:r>
              <a:rPr dirty="0" sz="2800" spc="-40">
                <a:solidFill>
                  <a:srgbClr val="E14B04"/>
                </a:solidFill>
                <a:latin typeface="黑体"/>
                <a:cs typeface="黑体"/>
              </a:rPr>
              <a:t>时－空图</a:t>
            </a:r>
            <a:endParaRPr sz="2800">
              <a:latin typeface="黑体"/>
              <a:cs typeface="黑体"/>
            </a:endParaRPr>
          </a:p>
          <a:p>
            <a:pPr lvl="1" marL="1099185" marR="5080" indent="-457200">
              <a:lnSpc>
                <a:spcPct val="110000"/>
              </a:lnSpc>
              <a:spcBef>
                <a:spcPts val="630"/>
              </a:spcBef>
              <a:buSzPct val="89583"/>
              <a:buFont typeface="Wingdings"/>
              <a:buChar char=""/>
              <a:tabLst>
                <a:tab pos="1099185" algn="l"/>
              </a:tabLst>
            </a:pPr>
            <a:r>
              <a:rPr dirty="0" sz="2400">
                <a:solidFill>
                  <a:srgbClr val="40458B"/>
                </a:solidFill>
                <a:latin typeface="黑体"/>
                <a:cs typeface="黑体"/>
              </a:rPr>
              <a:t>时－空图从</a:t>
            </a:r>
            <a:r>
              <a:rPr dirty="0" sz="2400">
                <a:solidFill>
                  <a:srgbClr val="D50092"/>
                </a:solidFill>
                <a:latin typeface="黑体"/>
                <a:cs typeface="黑体"/>
              </a:rPr>
              <a:t>时间</a:t>
            </a:r>
            <a:r>
              <a:rPr dirty="0" sz="2400">
                <a:solidFill>
                  <a:srgbClr val="40458B"/>
                </a:solidFill>
                <a:latin typeface="黑体"/>
                <a:cs typeface="黑体"/>
              </a:rPr>
              <a:t>和</a:t>
            </a:r>
            <a:r>
              <a:rPr dirty="0" sz="2400">
                <a:solidFill>
                  <a:srgbClr val="D50092"/>
                </a:solidFill>
                <a:latin typeface="黑体"/>
                <a:cs typeface="黑体"/>
              </a:rPr>
              <a:t>空间</a:t>
            </a:r>
            <a:r>
              <a:rPr dirty="0" sz="2400" spc="-5">
                <a:solidFill>
                  <a:srgbClr val="40458B"/>
                </a:solidFill>
                <a:latin typeface="黑体"/>
                <a:cs typeface="黑体"/>
              </a:rPr>
              <a:t>两个方面描述了流水线的工作过程。时－空图中，横坐标代表时间，纵坐标代表流水线的各个段。</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浮点加法流水线的时空图</a:t>
            </a:r>
            <a:endParaRPr sz="2400">
              <a:latin typeface="黑体"/>
              <a:cs typeface="黑体"/>
            </a:endParaRPr>
          </a:p>
        </p:txBody>
      </p:sp>
      <p:sp>
        <p:nvSpPr>
          <p:cNvPr id="10" name="object 10" descr=""/>
          <p:cNvSpPr txBox="1"/>
          <p:nvPr/>
        </p:nvSpPr>
        <p:spPr>
          <a:xfrm>
            <a:off x="2167935" y="3076908"/>
            <a:ext cx="762635" cy="2756535"/>
          </a:xfrm>
          <a:prstGeom prst="rect">
            <a:avLst/>
          </a:prstGeom>
        </p:spPr>
        <p:txBody>
          <a:bodyPr wrap="square" lIns="0" tIns="16510" rIns="0" bIns="0" rtlCol="0" vert="horz">
            <a:spAutoFit/>
          </a:bodyPr>
          <a:lstStyle/>
          <a:p>
            <a:pPr algn="r" marR="58419">
              <a:lnSpc>
                <a:spcPct val="100000"/>
              </a:lnSpc>
              <a:spcBef>
                <a:spcPts val="130"/>
              </a:spcBef>
            </a:pPr>
            <a:r>
              <a:rPr dirty="0" sz="1600" spc="-110">
                <a:latin typeface="宋体"/>
                <a:cs typeface="宋体"/>
              </a:rPr>
              <a:t>空间</a:t>
            </a:r>
            <a:endParaRPr sz="1600">
              <a:latin typeface="宋体"/>
              <a:cs typeface="宋体"/>
            </a:endParaRPr>
          </a:p>
          <a:p>
            <a:pPr algn="ctr" marL="12700" marR="5080" indent="-19685">
              <a:lnSpc>
                <a:spcPct val="236100"/>
              </a:lnSpc>
              <a:spcBef>
                <a:spcPts val="1795"/>
              </a:spcBef>
            </a:pPr>
            <a:r>
              <a:rPr dirty="0" sz="1600" spc="-130">
                <a:solidFill>
                  <a:srgbClr val="0000FF"/>
                </a:solidFill>
                <a:latin typeface="宋体"/>
                <a:cs typeface="宋体"/>
              </a:rPr>
              <a:t>规格化</a:t>
            </a:r>
            <a:r>
              <a:rPr dirty="0" sz="1600" spc="-50">
                <a:solidFill>
                  <a:srgbClr val="0000FF"/>
                </a:solidFill>
                <a:latin typeface="宋体"/>
                <a:cs typeface="宋体"/>
              </a:rPr>
              <a:t> </a:t>
            </a:r>
            <a:r>
              <a:rPr dirty="0" sz="1600" spc="-165">
                <a:solidFill>
                  <a:srgbClr val="0000FF"/>
                </a:solidFill>
                <a:latin typeface="宋体"/>
                <a:cs typeface="宋体"/>
              </a:rPr>
              <a:t>尾数相加</a:t>
            </a:r>
            <a:r>
              <a:rPr dirty="0" sz="1600" spc="-110">
                <a:solidFill>
                  <a:srgbClr val="0000FF"/>
                </a:solidFill>
                <a:latin typeface="宋体"/>
                <a:cs typeface="宋体"/>
              </a:rPr>
              <a:t>对 阶</a:t>
            </a:r>
            <a:endParaRPr sz="1600">
              <a:latin typeface="宋体"/>
              <a:cs typeface="宋体"/>
            </a:endParaRPr>
          </a:p>
          <a:p>
            <a:pPr>
              <a:lnSpc>
                <a:spcPct val="100000"/>
              </a:lnSpc>
              <a:spcBef>
                <a:spcPts val="150"/>
              </a:spcBef>
            </a:pPr>
            <a:endParaRPr sz="1600">
              <a:latin typeface="宋体"/>
              <a:cs typeface="宋体"/>
            </a:endParaRPr>
          </a:p>
          <a:p>
            <a:pPr algn="r" marR="106680">
              <a:lnSpc>
                <a:spcPct val="100000"/>
              </a:lnSpc>
            </a:pPr>
            <a:r>
              <a:rPr dirty="0" sz="1600" spc="-130">
                <a:solidFill>
                  <a:srgbClr val="0000FF"/>
                </a:solidFill>
                <a:latin typeface="宋体"/>
                <a:cs typeface="宋体"/>
              </a:rPr>
              <a:t>求阶差</a:t>
            </a:r>
            <a:endParaRPr sz="1600">
              <a:latin typeface="宋体"/>
              <a:cs typeface="宋体"/>
            </a:endParaRPr>
          </a:p>
        </p:txBody>
      </p:sp>
      <p:grpSp>
        <p:nvGrpSpPr>
          <p:cNvPr id="11" name="object 11" descr=""/>
          <p:cNvGrpSpPr/>
          <p:nvPr/>
        </p:nvGrpSpPr>
        <p:grpSpPr>
          <a:xfrm>
            <a:off x="2922486" y="3134548"/>
            <a:ext cx="6957059" cy="2927350"/>
            <a:chOff x="2922486" y="3134548"/>
            <a:chExt cx="6957059" cy="2927350"/>
          </a:xfrm>
        </p:grpSpPr>
        <p:sp>
          <p:nvSpPr>
            <p:cNvPr id="12" name="object 12" descr=""/>
            <p:cNvSpPr/>
            <p:nvPr/>
          </p:nvSpPr>
          <p:spPr>
            <a:xfrm>
              <a:off x="2925078" y="3137139"/>
              <a:ext cx="82550" cy="2889250"/>
            </a:xfrm>
            <a:custGeom>
              <a:avLst/>
              <a:gdLst/>
              <a:ahLst/>
              <a:cxnLst/>
              <a:rect l="l" t="t" r="r" b="b"/>
              <a:pathLst>
                <a:path w="82550" h="2889250">
                  <a:moveTo>
                    <a:pt x="43437" y="92579"/>
                  </a:moveTo>
                  <a:lnTo>
                    <a:pt x="28944" y="107044"/>
                  </a:lnTo>
                  <a:lnTo>
                    <a:pt x="28945" y="2878565"/>
                  </a:lnTo>
                  <a:lnTo>
                    <a:pt x="33943" y="2884142"/>
                  </a:lnTo>
                  <a:lnTo>
                    <a:pt x="33943" y="2889155"/>
                  </a:lnTo>
                  <a:lnTo>
                    <a:pt x="48416" y="2889155"/>
                  </a:lnTo>
                  <a:lnTo>
                    <a:pt x="48416" y="2884142"/>
                  </a:lnTo>
                  <a:lnTo>
                    <a:pt x="52911" y="2878565"/>
                  </a:lnTo>
                  <a:lnTo>
                    <a:pt x="52911" y="103126"/>
                  </a:lnTo>
                  <a:lnTo>
                    <a:pt x="43437" y="92579"/>
                  </a:lnTo>
                  <a:close/>
                </a:path>
                <a:path w="82550" h="2889250">
                  <a:moveTo>
                    <a:pt x="43437" y="0"/>
                  </a:moveTo>
                  <a:lnTo>
                    <a:pt x="0" y="135933"/>
                  </a:lnTo>
                  <a:lnTo>
                    <a:pt x="28944" y="107044"/>
                  </a:lnTo>
                  <a:lnTo>
                    <a:pt x="28944" y="92579"/>
                  </a:lnTo>
                  <a:lnTo>
                    <a:pt x="33943" y="86934"/>
                  </a:lnTo>
                  <a:lnTo>
                    <a:pt x="38438" y="81289"/>
                  </a:lnTo>
                  <a:lnTo>
                    <a:pt x="66725" y="81289"/>
                  </a:lnTo>
                  <a:lnTo>
                    <a:pt x="43437" y="0"/>
                  </a:lnTo>
                  <a:close/>
                </a:path>
                <a:path w="82550" h="2889250">
                  <a:moveTo>
                    <a:pt x="66725" y="81289"/>
                  </a:moveTo>
                  <a:lnTo>
                    <a:pt x="43437" y="81289"/>
                  </a:lnTo>
                  <a:lnTo>
                    <a:pt x="48416" y="86934"/>
                  </a:lnTo>
                  <a:lnTo>
                    <a:pt x="52911" y="92579"/>
                  </a:lnTo>
                  <a:lnTo>
                    <a:pt x="52911" y="103126"/>
                  </a:lnTo>
                  <a:lnTo>
                    <a:pt x="82380" y="135933"/>
                  </a:lnTo>
                  <a:lnTo>
                    <a:pt x="66725" y="81289"/>
                  </a:lnTo>
                  <a:close/>
                </a:path>
                <a:path w="82550" h="2889250">
                  <a:moveTo>
                    <a:pt x="43437" y="81289"/>
                  </a:moveTo>
                  <a:lnTo>
                    <a:pt x="38438" y="81289"/>
                  </a:lnTo>
                  <a:lnTo>
                    <a:pt x="33943" y="86934"/>
                  </a:lnTo>
                  <a:lnTo>
                    <a:pt x="28944" y="92579"/>
                  </a:lnTo>
                  <a:lnTo>
                    <a:pt x="28944" y="107044"/>
                  </a:lnTo>
                  <a:lnTo>
                    <a:pt x="43437" y="92579"/>
                  </a:lnTo>
                  <a:lnTo>
                    <a:pt x="52911" y="92579"/>
                  </a:lnTo>
                  <a:lnTo>
                    <a:pt x="48416" y="86934"/>
                  </a:lnTo>
                  <a:lnTo>
                    <a:pt x="43437" y="81289"/>
                  </a:lnTo>
                  <a:close/>
                </a:path>
                <a:path w="82550" h="2889250">
                  <a:moveTo>
                    <a:pt x="52911" y="92579"/>
                  </a:moveTo>
                  <a:lnTo>
                    <a:pt x="43437" y="92579"/>
                  </a:lnTo>
                  <a:lnTo>
                    <a:pt x="52911" y="103126"/>
                  </a:lnTo>
                  <a:lnTo>
                    <a:pt x="52911" y="92579"/>
                  </a:lnTo>
                  <a:close/>
                </a:path>
              </a:pathLst>
            </a:custGeom>
            <a:solidFill>
              <a:srgbClr val="000000"/>
            </a:solidFill>
          </p:spPr>
          <p:txBody>
            <a:bodyPr wrap="square" lIns="0" tIns="0" rIns="0" bIns="0" rtlCol="0"/>
            <a:lstStyle/>
            <a:p/>
          </p:txBody>
        </p:sp>
        <p:sp>
          <p:nvSpPr>
            <p:cNvPr id="13" name="object 13" descr=""/>
            <p:cNvSpPr/>
            <p:nvPr/>
          </p:nvSpPr>
          <p:spPr>
            <a:xfrm>
              <a:off x="2925078" y="3137139"/>
              <a:ext cx="82550" cy="136525"/>
            </a:xfrm>
            <a:custGeom>
              <a:avLst/>
              <a:gdLst/>
              <a:ahLst/>
              <a:cxnLst/>
              <a:rect l="l" t="t" r="r" b="b"/>
              <a:pathLst>
                <a:path w="82550" h="136525">
                  <a:moveTo>
                    <a:pt x="43437" y="92579"/>
                  </a:moveTo>
                  <a:lnTo>
                    <a:pt x="0" y="135933"/>
                  </a:lnTo>
                  <a:lnTo>
                    <a:pt x="43437" y="0"/>
                  </a:lnTo>
                  <a:lnTo>
                    <a:pt x="82380" y="135933"/>
                  </a:lnTo>
                  <a:lnTo>
                    <a:pt x="43437" y="92579"/>
                  </a:lnTo>
                  <a:close/>
                </a:path>
              </a:pathLst>
            </a:custGeom>
            <a:ln w="5154">
              <a:solidFill>
                <a:srgbClr val="000000"/>
              </a:solidFill>
            </a:ln>
          </p:spPr>
          <p:txBody>
            <a:bodyPr wrap="square" lIns="0" tIns="0" rIns="0" bIns="0" rtlCol="0"/>
            <a:lstStyle/>
            <a:p/>
          </p:txBody>
        </p:sp>
        <p:sp>
          <p:nvSpPr>
            <p:cNvPr id="14" name="object 14" descr=""/>
            <p:cNvSpPr/>
            <p:nvPr/>
          </p:nvSpPr>
          <p:spPr>
            <a:xfrm>
              <a:off x="2954023" y="5972237"/>
              <a:ext cx="6922770" cy="86995"/>
            </a:xfrm>
            <a:custGeom>
              <a:avLst/>
              <a:gdLst/>
              <a:ahLst/>
              <a:cxnLst/>
              <a:rect l="l" t="t" r="r" b="b"/>
              <a:pathLst>
                <a:path w="6922770" h="86995">
                  <a:moveTo>
                    <a:pt x="6801851" y="0"/>
                  </a:moveTo>
                  <a:lnTo>
                    <a:pt x="6840149" y="43467"/>
                  </a:lnTo>
                  <a:lnTo>
                    <a:pt x="6801851" y="86911"/>
                  </a:lnTo>
                  <a:lnTo>
                    <a:pt x="6893114" y="54073"/>
                  </a:lnTo>
                  <a:lnTo>
                    <a:pt x="6850227" y="54073"/>
                  </a:lnTo>
                  <a:lnTo>
                    <a:pt x="6850227" y="37889"/>
                  </a:lnTo>
                  <a:lnTo>
                    <a:pt x="6845195" y="32320"/>
                  </a:lnTo>
                  <a:lnTo>
                    <a:pt x="6891627" y="32320"/>
                  </a:lnTo>
                  <a:lnTo>
                    <a:pt x="6801851" y="0"/>
                  </a:lnTo>
                  <a:close/>
                </a:path>
                <a:path w="6922770" h="86995">
                  <a:moveTo>
                    <a:pt x="6830328" y="32320"/>
                  </a:moveTo>
                  <a:lnTo>
                    <a:pt x="14492" y="37889"/>
                  </a:lnTo>
                  <a:lnTo>
                    <a:pt x="4998" y="37889"/>
                  </a:lnTo>
                  <a:lnTo>
                    <a:pt x="4998" y="43467"/>
                  </a:lnTo>
                  <a:lnTo>
                    <a:pt x="0" y="49044"/>
                  </a:lnTo>
                  <a:lnTo>
                    <a:pt x="4998" y="49044"/>
                  </a:lnTo>
                  <a:lnTo>
                    <a:pt x="5011" y="54073"/>
                  </a:lnTo>
                  <a:lnTo>
                    <a:pt x="9493" y="59612"/>
                  </a:lnTo>
                  <a:lnTo>
                    <a:pt x="6830799" y="54073"/>
                  </a:lnTo>
                  <a:lnTo>
                    <a:pt x="6840149" y="43467"/>
                  </a:lnTo>
                  <a:lnTo>
                    <a:pt x="6830328" y="32320"/>
                  </a:lnTo>
                  <a:close/>
                </a:path>
                <a:path w="6922770" h="86995">
                  <a:moveTo>
                    <a:pt x="6891627" y="32320"/>
                  </a:moveTo>
                  <a:lnTo>
                    <a:pt x="6845195" y="32320"/>
                  </a:lnTo>
                  <a:lnTo>
                    <a:pt x="6850227" y="37889"/>
                  </a:lnTo>
                  <a:lnTo>
                    <a:pt x="6850227" y="54073"/>
                  </a:lnTo>
                  <a:lnTo>
                    <a:pt x="6893114" y="54073"/>
                  </a:lnTo>
                  <a:lnTo>
                    <a:pt x="6922589" y="43467"/>
                  </a:lnTo>
                  <a:lnTo>
                    <a:pt x="6891627" y="32320"/>
                  </a:lnTo>
                  <a:close/>
                </a:path>
              </a:pathLst>
            </a:custGeom>
            <a:solidFill>
              <a:srgbClr val="000000"/>
            </a:solidFill>
          </p:spPr>
          <p:txBody>
            <a:bodyPr wrap="square" lIns="0" tIns="0" rIns="0" bIns="0" rtlCol="0"/>
            <a:lstStyle/>
            <a:p/>
          </p:txBody>
        </p:sp>
        <p:sp>
          <p:nvSpPr>
            <p:cNvPr id="15" name="object 15" descr=""/>
            <p:cNvSpPr/>
            <p:nvPr/>
          </p:nvSpPr>
          <p:spPr>
            <a:xfrm>
              <a:off x="9755874" y="5972237"/>
              <a:ext cx="121285" cy="86995"/>
            </a:xfrm>
            <a:custGeom>
              <a:avLst/>
              <a:gdLst/>
              <a:ahLst/>
              <a:cxnLst/>
              <a:rect l="l" t="t" r="r" b="b"/>
              <a:pathLst>
                <a:path w="121284" h="86995">
                  <a:moveTo>
                    <a:pt x="38297" y="43467"/>
                  </a:moveTo>
                  <a:lnTo>
                    <a:pt x="0" y="0"/>
                  </a:lnTo>
                  <a:lnTo>
                    <a:pt x="120738" y="43467"/>
                  </a:lnTo>
                  <a:lnTo>
                    <a:pt x="0" y="86911"/>
                  </a:lnTo>
                  <a:lnTo>
                    <a:pt x="38297" y="43467"/>
                  </a:lnTo>
                  <a:close/>
                </a:path>
              </a:pathLst>
            </a:custGeom>
            <a:ln w="5388">
              <a:solidFill>
                <a:srgbClr val="000000"/>
              </a:solidFill>
            </a:ln>
          </p:spPr>
          <p:txBody>
            <a:bodyPr wrap="square" lIns="0" tIns="0" rIns="0" bIns="0" rtlCol="0"/>
            <a:lstStyle/>
            <a:p/>
          </p:txBody>
        </p:sp>
      </p:grpSp>
      <p:sp>
        <p:nvSpPr>
          <p:cNvPr id="16" name="object 16" descr=""/>
          <p:cNvSpPr txBox="1"/>
          <p:nvPr/>
        </p:nvSpPr>
        <p:spPr>
          <a:xfrm>
            <a:off x="7526349" y="6031704"/>
            <a:ext cx="255270" cy="274320"/>
          </a:xfrm>
          <a:prstGeom prst="rect">
            <a:avLst/>
          </a:prstGeom>
        </p:spPr>
        <p:txBody>
          <a:bodyPr wrap="square" lIns="0" tIns="16510" rIns="0" bIns="0" rtlCol="0" vert="horz">
            <a:spAutoFit/>
          </a:bodyPr>
          <a:lstStyle/>
          <a:p>
            <a:pPr marL="12700">
              <a:lnSpc>
                <a:spcPct val="100000"/>
              </a:lnSpc>
              <a:spcBef>
                <a:spcPts val="130"/>
              </a:spcBef>
            </a:pPr>
            <a:r>
              <a:rPr dirty="0" baseline="3472" sz="2400" spc="-89">
                <a:solidFill>
                  <a:srgbClr val="0000FF"/>
                </a:solidFill>
                <a:latin typeface="宋体"/>
                <a:cs typeface="宋体"/>
              </a:rPr>
              <a:t>t</a:t>
            </a:r>
            <a:r>
              <a:rPr dirty="0" sz="800" spc="-60">
                <a:solidFill>
                  <a:srgbClr val="0000FF"/>
                </a:solidFill>
                <a:latin typeface="宋体"/>
                <a:cs typeface="宋体"/>
              </a:rPr>
              <a:t>n-</a:t>
            </a:r>
            <a:r>
              <a:rPr dirty="0" sz="800" spc="-50">
                <a:solidFill>
                  <a:srgbClr val="0000FF"/>
                </a:solidFill>
                <a:latin typeface="宋体"/>
                <a:cs typeface="宋体"/>
              </a:rPr>
              <a:t>1</a:t>
            </a:r>
            <a:endParaRPr sz="800">
              <a:latin typeface="宋体"/>
              <a:cs typeface="宋体"/>
            </a:endParaRPr>
          </a:p>
        </p:txBody>
      </p:sp>
      <p:sp>
        <p:nvSpPr>
          <p:cNvPr id="17" name="object 17" descr=""/>
          <p:cNvSpPr txBox="1"/>
          <p:nvPr/>
        </p:nvSpPr>
        <p:spPr>
          <a:xfrm>
            <a:off x="6489291" y="5998714"/>
            <a:ext cx="452120" cy="313690"/>
          </a:xfrm>
          <a:prstGeom prst="rect">
            <a:avLst/>
          </a:prstGeom>
        </p:spPr>
        <p:txBody>
          <a:bodyPr wrap="square" lIns="0" tIns="17780" rIns="0" bIns="0" rtlCol="0" vert="horz">
            <a:spAutoFit/>
          </a:bodyPr>
          <a:lstStyle/>
          <a:p>
            <a:pPr marL="12700">
              <a:lnSpc>
                <a:spcPct val="100000"/>
              </a:lnSpc>
              <a:spcBef>
                <a:spcPts val="140"/>
              </a:spcBef>
            </a:pPr>
            <a:r>
              <a:rPr dirty="0" sz="1850" spc="-145">
                <a:latin typeface="宋体"/>
                <a:cs typeface="宋体"/>
              </a:rPr>
              <a:t>……</a:t>
            </a:r>
            <a:endParaRPr sz="1850">
              <a:latin typeface="宋体"/>
              <a:cs typeface="宋体"/>
            </a:endParaRPr>
          </a:p>
        </p:txBody>
      </p:sp>
      <p:sp>
        <p:nvSpPr>
          <p:cNvPr id="18" name="object 18" descr=""/>
          <p:cNvSpPr txBox="1"/>
          <p:nvPr/>
        </p:nvSpPr>
        <p:spPr>
          <a:xfrm>
            <a:off x="2947813" y="6020563"/>
            <a:ext cx="3088005" cy="274320"/>
          </a:xfrm>
          <a:prstGeom prst="rect">
            <a:avLst/>
          </a:prstGeom>
        </p:spPr>
        <p:txBody>
          <a:bodyPr wrap="square" lIns="0" tIns="16510" rIns="0" bIns="0" rtlCol="0" vert="horz">
            <a:spAutoFit/>
          </a:bodyPr>
          <a:lstStyle/>
          <a:p>
            <a:pPr marL="12700">
              <a:lnSpc>
                <a:spcPct val="100000"/>
              </a:lnSpc>
              <a:spcBef>
                <a:spcPts val="130"/>
              </a:spcBef>
              <a:tabLst>
                <a:tab pos="419100" algn="l"/>
                <a:tab pos="841375" algn="l"/>
                <a:tab pos="1266825" algn="l"/>
                <a:tab pos="1689100" algn="l"/>
                <a:tab pos="2134235" algn="l"/>
                <a:tab pos="2555875" algn="l"/>
                <a:tab pos="2981960" algn="l"/>
              </a:tabLst>
            </a:pPr>
            <a:r>
              <a:rPr dirty="0" sz="1600" spc="-50">
                <a:solidFill>
                  <a:srgbClr val="0000FF"/>
                </a:solidFill>
                <a:latin typeface="宋体"/>
                <a:cs typeface="宋体"/>
              </a:rPr>
              <a:t>0</a:t>
            </a:r>
            <a:r>
              <a:rPr dirty="0" sz="1600">
                <a:solidFill>
                  <a:srgbClr val="0000FF"/>
                </a:solidFill>
                <a:latin typeface="宋体"/>
                <a:cs typeface="宋体"/>
              </a:rPr>
              <a:t>	</a:t>
            </a:r>
            <a:r>
              <a:rPr dirty="0" sz="1600" spc="-50">
                <a:solidFill>
                  <a:srgbClr val="0000FF"/>
                </a:solidFill>
                <a:latin typeface="宋体"/>
                <a:cs typeface="宋体"/>
              </a:rPr>
              <a:t>1</a:t>
            </a:r>
            <a:r>
              <a:rPr dirty="0" sz="1600">
                <a:solidFill>
                  <a:srgbClr val="0000FF"/>
                </a:solidFill>
                <a:latin typeface="宋体"/>
                <a:cs typeface="宋体"/>
              </a:rPr>
              <a:t>	</a:t>
            </a:r>
            <a:r>
              <a:rPr dirty="0" sz="1600" spc="-50">
                <a:solidFill>
                  <a:srgbClr val="0000FF"/>
                </a:solidFill>
                <a:latin typeface="宋体"/>
                <a:cs typeface="宋体"/>
              </a:rPr>
              <a:t>2</a:t>
            </a:r>
            <a:r>
              <a:rPr dirty="0" sz="1600">
                <a:solidFill>
                  <a:srgbClr val="0000FF"/>
                </a:solidFill>
                <a:latin typeface="宋体"/>
                <a:cs typeface="宋体"/>
              </a:rPr>
              <a:t>	</a:t>
            </a:r>
            <a:r>
              <a:rPr dirty="0" sz="1600" spc="-50">
                <a:solidFill>
                  <a:srgbClr val="0000FF"/>
                </a:solidFill>
                <a:latin typeface="宋体"/>
                <a:cs typeface="宋体"/>
              </a:rPr>
              <a:t>3</a:t>
            </a:r>
            <a:r>
              <a:rPr dirty="0" sz="1600">
                <a:solidFill>
                  <a:srgbClr val="0000FF"/>
                </a:solidFill>
                <a:latin typeface="宋体"/>
                <a:cs typeface="宋体"/>
              </a:rPr>
              <a:t>	</a:t>
            </a:r>
            <a:r>
              <a:rPr dirty="0" sz="1600" spc="-50">
                <a:solidFill>
                  <a:srgbClr val="0000FF"/>
                </a:solidFill>
                <a:latin typeface="宋体"/>
                <a:cs typeface="宋体"/>
              </a:rPr>
              <a:t>4</a:t>
            </a:r>
            <a:r>
              <a:rPr dirty="0" sz="1600">
                <a:solidFill>
                  <a:srgbClr val="0000FF"/>
                </a:solidFill>
                <a:latin typeface="宋体"/>
                <a:cs typeface="宋体"/>
              </a:rPr>
              <a:t>	</a:t>
            </a:r>
            <a:r>
              <a:rPr dirty="0" sz="1600" spc="-50">
                <a:solidFill>
                  <a:srgbClr val="0000FF"/>
                </a:solidFill>
                <a:latin typeface="宋体"/>
                <a:cs typeface="宋体"/>
              </a:rPr>
              <a:t>5</a:t>
            </a:r>
            <a:r>
              <a:rPr dirty="0" sz="1600">
                <a:solidFill>
                  <a:srgbClr val="0000FF"/>
                </a:solidFill>
                <a:latin typeface="宋体"/>
                <a:cs typeface="宋体"/>
              </a:rPr>
              <a:t>	</a:t>
            </a:r>
            <a:r>
              <a:rPr dirty="0" sz="1600" spc="-50">
                <a:solidFill>
                  <a:srgbClr val="0000FF"/>
                </a:solidFill>
                <a:latin typeface="宋体"/>
                <a:cs typeface="宋体"/>
              </a:rPr>
              <a:t>6</a:t>
            </a:r>
            <a:r>
              <a:rPr dirty="0" sz="1600">
                <a:solidFill>
                  <a:srgbClr val="0000FF"/>
                </a:solidFill>
                <a:latin typeface="宋体"/>
                <a:cs typeface="宋体"/>
              </a:rPr>
              <a:t>	</a:t>
            </a:r>
            <a:r>
              <a:rPr dirty="0" sz="1600" spc="-50">
                <a:solidFill>
                  <a:srgbClr val="0000FF"/>
                </a:solidFill>
                <a:latin typeface="宋体"/>
                <a:cs typeface="宋体"/>
              </a:rPr>
              <a:t>7</a:t>
            </a:r>
            <a:endParaRPr sz="1600">
              <a:latin typeface="宋体"/>
              <a:cs typeface="宋体"/>
            </a:endParaRPr>
          </a:p>
        </p:txBody>
      </p:sp>
      <p:sp>
        <p:nvSpPr>
          <p:cNvPr id="19" name="object 19" descr=""/>
          <p:cNvSpPr txBox="1"/>
          <p:nvPr/>
        </p:nvSpPr>
        <p:spPr>
          <a:xfrm>
            <a:off x="7952258" y="6031704"/>
            <a:ext cx="675005" cy="274320"/>
          </a:xfrm>
          <a:prstGeom prst="rect">
            <a:avLst/>
          </a:prstGeom>
        </p:spPr>
        <p:txBody>
          <a:bodyPr wrap="square" lIns="0" tIns="16510" rIns="0" bIns="0" rtlCol="0" vert="horz">
            <a:spAutoFit/>
          </a:bodyPr>
          <a:lstStyle/>
          <a:p>
            <a:pPr marL="12700">
              <a:lnSpc>
                <a:spcPct val="100000"/>
              </a:lnSpc>
              <a:spcBef>
                <a:spcPts val="130"/>
              </a:spcBef>
              <a:tabLst>
                <a:tab pos="434340" algn="l"/>
              </a:tabLst>
            </a:pPr>
            <a:r>
              <a:rPr dirty="0" baseline="3472" sz="2400" spc="-37">
                <a:solidFill>
                  <a:srgbClr val="0000FF"/>
                </a:solidFill>
                <a:latin typeface="宋体"/>
                <a:cs typeface="宋体"/>
              </a:rPr>
              <a:t>t</a:t>
            </a:r>
            <a:r>
              <a:rPr dirty="0" sz="800" spc="-25">
                <a:solidFill>
                  <a:srgbClr val="0000FF"/>
                </a:solidFill>
                <a:latin typeface="宋体"/>
                <a:cs typeface="宋体"/>
              </a:rPr>
              <a:t>n</a:t>
            </a:r>
            <a:r>
              <a:rPr dirty="0" sz="800">
                <a:solidFill>
                  <a:srgbClr val="0000FF"/>
                </a:solidFill>
                <a:latin typeface="宋体"/>
                <a:cs typeface="宋体"/>
              </a:rPr>
              <a:t>	</a:t>
            </a:r>
            <a:r>
              <a:rPr dirty="0" baseline="3472" sz="2400" spc="-67">
                <a:solidFill>
                  <a:srgbClr val="0000FF"/>
                </a:solidFill>
                <a:latin typeface="宋体"/>
                <a:cs typeface="宋体"/>
              </a:rPr>
              <a:t>t</a:t>
            </a:r>
            <a:r>
              <a:rPr dirty="0" sz="800" spc="-45">
                <a:solidFill>
                  <a:srgbClr val="0000FF"/>
                </a:solidFill>
                <a:latin typeface="宋体"/>
                <a:cs typeface="宋体"/>
              </a:rPr>
              <a:t>n+1</a:t>
            </a:r>
            <a:endParaRPr sz="800">
              <a:latin typeface="宋体"/>
              <a:cs typeface="宋体"/>
            </a:endParaRPr>
          </a:p>
        </p:txBody>
      </p:sp>
      <p:sp>
        <p:nvSpPr>
          <p:cNvPr id="20" name="object 20" descr=""/>
          <p:cNvSpPr txBox="1"/>
          <p:nvPr/>
        </p:nvSpPr>
        <p:spPr>
          <a:xfrm>
            <a:off x="9667183" y="6091314"/>
            <a:ext cx="394335" cy="274320"/>
          </a:xfrm>
          <a:prstGeom prst="rect">
            <a:avLst/>
          </a:prstGeom>
        </p:spPr>
        <p:txBody>
          <a:bodyPr wrap="square" lIns="0" tIns="16510" rIns="0" bIns="0" rtlCol="0" vert="horz">
            <a:spAutoFit/>
          </a:bodyPr>
          <a:lstStyle/>
          <a:p>
            <a:pPr marL="12700">
              <a:lnSpc>
                <a:spcPct val="100000"/>
              </a:lnSpc>
              <a:spcBef>
                <a:spcPts val="130"/>
              </a:spcBef>
            </a:pPr>
            <a:r>
              <a:rPr dirty="0" sz="1600" spc="-125">
                <a:latin typeface="宋体"/>
                <a:cs typeface="宋体"/>
              </a:rPr>
              <a:t>时间</a:t>
            </a:r>
            <a:endParaRPr sz="1600">
              <a:latin typeface="宋体"/>
              <a:cs typeface="宋体"/>
            </a:endParaRPr>
          </a:p>
        </p:txBody>
      </p:sp>
      <p:sp>
        <p:nvSpPr>
          <p:cNvPr id="21" name="object 21" descr=""/>
          <p:cNvSpPr txBox="1"/>
          <p:nvPr/>
        </p:nvSpPr>
        <p:spPr>
          <a:xfrm>
            <a:off x="9221923" y="6031704"/>
            <a:ext cx="252729" cy="274320"/>
          </a:xfrm>
          <a:prstGeom prst="rect">
            <a:avLst/>
          </a:prstGeom>
        </p:spPr>
        <p:txBody>
          <a:bodyPr wrap="square" lIns="0" tIns="16510" rIns="0" bIns="0" rtlCol="0" vert="horz">
            <a:spAutoFit/>
          </a:bodyPr>
          <a:lstStyle/>
          <a:p>
            <a:pPr marL="12700">
              <a:lnSpc>
                <a:spcPct val="100000"/>
              </a:lnSpc>
              <a:spcBef>
                <a:spcPts val="130"/>
              </a:spcBef>
            </a:pPr>
            <a:r>
              <a:rPr dirty="0" baseline="3472" sz="2400" spc="-60">
                <a:solidFill>
                  <a:srgbClr val="0000FF"/>
                </a:solidFill>
                <a:latin typeface="宋体"/>
                <a:cs typeface="宋体"/>
              </a:rPr>
              <a:t>t</a:t>
            </a:r>
            <a:r>
              <a:rPr dirty="0" sz="800" spc="-40">
                <a:solidFill>
                  <a:srgbClr val="0000FF"/>
                </a:solidFill>
                <a:latin typeface="宋体"/>
                <a:cs typeface="宋体"/>
              </a:rPr>
              <a:t>n+3</a:t>
            </a:r>
            <a:endParaRPr sz="800">
              <a:latin typeface="宋体"/>
              <a:cs typeface="宋体"/>
            </a:endParaRPr>
          </a:p>
        </p:txBody>
      </p:sp>
      <p:sp>
        <p:nvSpPr>
          <p:cNvPr id="22" name="object 22" descr=""/>
          <p:cNvSpPr txBox="1"/>
          <p:nvPr/>
        </p:nvSpPr>
        <p:spPr>
          <a:xfrm>
            <a:off x="8800045" y="6031704"/>
            <a:ext cx="255904" cy="274320"/>
          </a:xfrm>
          <a:prstGeom prst="rect">
            <a:avLst/>
          </a:prstGeom>
        </p:spPr>
        <p:txBody>
          <a:bodyPr wrap="square" lIns="0" tIns="16510" rIns="0" bIns="0" rtlCol="0" vert="horz">
            <a:spAutoFit/>
          </a:bodyPr>
          <a:lstStyle/>
          <a:p>
            <a:pPr marL="12700">
              <a:lnSpc>
                <a:spcPct val="100000"/>
              </a:lnSpc>
              <a:spcBef>
                <a:spcPts val="130"/>
              </a:spcBef>
            </a:pPr>
            <a:r>
              <a:rPr dirty="0" baseline="3472" sz="2400" spc="-60">
                <a:solidFill>
                  <a:srgbClr val="0000FF"/>
                </a:solidFill>
                <a:latin typeface="宋体"/>
                <a:cs typeface="宋体"/>
              </a:rPr>
              <a:t>t</a:t>
            </a:r>
            <a:r>
              <a:rPr dirty="0" sz="800" spc="-40">
                <a:solidFill>
                  <a:srgbClr val="0000FF"/>
                </a:solidFill>
                <a:latin typeface="宋体"/>
                <a:cs typeface="宋体"/>
              </a:rPr>
              <a:t>n+2</a:t>
            </a:r>
            <a:endParaRPr sz="800">
              <a:latin typeface="宋体"/>
              <a:cs typeface="宋体"/>
            </a:endParaRPr>
          </a:p>
        </p:txBody>
      </p:sp>
      <p:grpSp>
        <p:nvGrpSpPr>
          <p:cNvPr id="23" name="object 23" descr=""/>
          <p:cNvGrpSpPr/>
          <p:nvPr/>
        </p:nvGrpSpPr>
        <p:grpSpPr>
          <a:xfrm>
            <a:off x="2965806" y="3232175"/>
            <a:ext cx="1706245" cy="546100"/>
            <a:chOff x="2965806" y="3232175"/>
            <a:chExt cx="1706245" cy="546100"/>
          </a:xfrm>
        </p:grpSpPr>
        <p:sp>
          <p:nvSpPr>
            <p:cNvPr id="24" name="object 24" descr=""/>
            <p:cNvSpPr/>
            <p:nvPr/>
          </p:nvSpPr>
          <p:spPr>
            <a:xfrm>
              <a:off x="4654637" y="3234686"/>
              <a:ext cx="14604" cy="543560"/>
            </a:xfrm>
            <a:custGeom>
              <a:avLst/>
              <a:gdLst/>
              <a:ahLst/>
              <a:cxnLst/>
              <a:rect l="l" t="t" r="r" b="b"/>
              <a:pathLst>
                <a:path w="14604" h="543560">
                  <a:moveTo>
                    <a:pt x="9473" y="0"/>
                  </a:moveTo>
                  <a:lnTo>
                    <a:pt x="4434" y="0"/>
                  </a:lnTo>
                  <a:lnTo>
                    <a:pt x="0" y="5645"/>
                  </a:lnTo>
                  <a:lnTo>
                    <a:pt x="0" y="65257"/>
                  </a:lnTo>
                  <a:lnTo>
                    <a:pt x="9473" y="70676"/>
                  </a:lnTo>
                  <a:lnTo>
                    <a:pt x="14512" y="65257"/>
                  </a:lnTo>
                  <a:lnTo>
                    <a:pt x="14512" y="5645"/>
                  </a:lnTo>
                  <a:lnTo>
                    <a:pt x="9473" y="0"/>
                  </a:lnTo>
                  <a:close/>
                </a:path>
                <a:path w="14604" h="543560">
                  <a:moveTo>
                    <a:pt x="9473" y="119675"/>
                  </a:moveTo>
                  <a:lnTo>
                    <a:pt x="4434" y="119675"/>
                  </a:lnTo>
                  <a:lnTo>
                    <a:pt x="0" y="125320"/>
                  </a:lnTo>
                  <a:lnTo>
                    <a:pt x="0" y="184933"/>
                  </a:lnTo>
                  <a:lnTo>
                    <a:pt x="9473" y="190578"/>
                  </a:lnTo>
                  <a:lnTo>
                    <a:pt x="14512" y="184933"/>
                  </a:lnTo>
                  <a:lnTo>
                    <a:pt x="14512" y="125320"/>
                  </a:lnTo>
                  <a:lnTo>
                    <a:pt x="9473" y="119675"/>
                  </a:lnTo>
                  <a:close/>
                </a:path>
                <a:path w="14604" h="543560">
                  <a:moveTo>
                    <a:pt x="14512" y="238900"/>
                  </a:moveTo>
                  <a:lnTo>
                    <a:pt x="0" y="238900"/>
                  </a:lnTo>
                  <a:lnTo>
                    <a:pt x="0" y="304157"/>
                  </a:lnTo>
                  <a:lnTo>
                    <a:pt x="9473" y="309802"/>
                  </a:lnTo>
                  <a:lnTo>
                    <a:pt x="14512" y="304157"/>
                  </a:lnTo>
                  <a:lnTo>
                    <a:pt x="14512" y="238900"/>
                  </a:lnTo>
                  <a:close/>
                </a:path>
                <a:path w="14604" h="543560">
                  <a:moveTo>
                    <a:pt x="14512" y="358801"/>
                  </a:moveTo>
                  <a:lnTo>
                    <a:pt x="0" y="358801"/>
                  </a:lnTo>
                  <a:lnTo>
                    <a:pt x="0" y="423833"/>
                  </a:lnTo>
                  <a:lnTo>
                    <a:pt x="14512" y="423833"/>
                  </a:lnTo>
                  <a:lnTo>
                    <a:pt x="14512" y="358801"/>
                  </a:lnTo>
                  <a:close/>
                </a:path>
                <a:path w="14604" h="543560">
                  <a:moveTo>
                    <a:pt x="14512" y="478025"/>
                  </a:moveTo>
                  <a:lnTo>
                    <a:pt x="0" y="478025"/>
                  </a:lnTo>
                  <a:lnTo>
                    <a:pt x="0" y="543057"/>
                  </a:lnTo>
                  <a:lnTo>
                    <a:pt x="14512" y="543057"/>
                  </a:lnTo>
                  <a:lnTo>
                    <a:pt x="14512" y="478025"/>
                  </a:lnTo>
                  <a:close/>
                </a:path>
              </a:pathLst>
            </a:custGeom>
            <a:solidFill>
              <a:srgbClr val="000000"/>
            </a:solidFill>
          </p:spPr>
          <p:txBody>
            <a:bodyPr wrap="square" lIns="0" tIns="0" rIns="0" bIns="0" rtlCol="0"/>
            <a:lstStyle/>
            <a:p/>
          </p:txBody>
        </p:sp>
        <p:sp>
          <p:nvSpPr>
            <p:cNvPr id="25" name="object 25" descr=""/>
            <p:cNvSpPr/>
            <p:nvPr/>
          </p:nvSpPr>
          <p:spPr>
            <a:xfrm>
              <a:off x="4654637" y="3234687"/>
              <a:ext cx="14604" cy="424180"/>
            </a:xfrm>
            <a:custGeom>
              <a:avLst/>
              <a:gdLst/>
              <a:ahLst/>
              <a:cxnLst/>
              <a:rect l="l" t="t" r="r" b="b"/>
              <a:pathLst>
                <a:path w="14604" h="424179">
                  <a:moveTo>
                    <a:pt x="14512" y="11064"/>
                  </a:moveTo>
                  <a:lnTo>
                    <a:pt x="14512" y="60063"/>
                  </a:lnTo>
                  <a:lnTo>
                    <a:pt x="14512" y="65257"/>
                  </a:lnTo>
                  <a:lnTo>
                    <a:pt x="9473" y="70676"/>
                  </a:lnTo>
                  <a:lnTo>
                    <a:pt x="0" y="65257"/>
                  </a:lnTo>
                  <a:lnTo>
                    <a:pt x="0" y="60063"/>
                  </a:lnTo>
                  <a:lnTo>
                    <a:pt x="0" y="11064"/>
                  </a:lnTo>
                  <a:lnTo>
                    <a:pt x="0" y="5645"/>
                  </a:lnTo>
                  <a:lnTo>
                    <a:pt x="4434" y="0"/>
                  </a:lnTo>
                  <a:lnTo>
                    <a:pt x="9473" y="0"/>
                  </a:lnTo>
                  <a:lnTo>
                    <a:pt x="14512" y="5645"/>
                  </a:lnTo>
                  <a:lnTo>
                    <a:pt x="14512" y="11064"/>
                  </a:lnTo>
                  <a:close/>
                </a:path>
                <a:path w="14604" h="424179">
                  <a:moveTo>
                    <a:pt x="14512" y="130288"/>
                  </a:moveTo>
                  <a:lnTo>
                    <a:pt x="14512" y="179287"/>
                  </a:lnTo>
                  <a:lnTo>
                    <a:pt x="14512" y="184933"/>
                  </a:lnTo>
                  <a:lnTo>
                    <a:pt x="9473" y="190578"/>
                  </a:lnTo>
                  <a:lnTo>
                    <a:pt x="0" y="184933"/>
                  </a:lnTo>
                  <a:lnTo>
                    <a:pt x="0" y="179287"/>
                  </a:lnTo>
                  <a:lnTo>
                    <a:pt x="0" y="130288"/>
                  </a:lnTo>
                  <a:lnTo>
                    <a:pt x="0" y="125320"/>
                  </a:lnTo>
                  <a:lnTo>
                    <a:pt x="4434" y="119675"/>
                  </a:lnTo>
                  <a:lnTo>
                    <a:pt x="9473" y="119675"/>
                  </a:lnTo>
                  <a:lnTo>
                    <a:pt x="14512" y="125320"/>
                  </a:lnTo>
                  <a:lnTo>
                    <a:pt x="14512" y="130288"/>
                  </a:lnTo>
                  <a:close/>
                </a:path>
                <a:path w="14604" h="424179">
                  <a:moveTo>
                    <a:pt x="14512" y="250190"/>
                  </a:moveTo>
                  <a:lnTo>
                    <a:pt x="14512" y="299189"/>
                  </a:lnTo>
                  <a:lnTo>
                    <a:pt x="14512" y="304157"/>
                  </a:lnTo>
                  <a:lnTo>
                    <a:pt x="9473" y="309802"/>
                  </a:lnTo>
                  <a:lnTo>
                    <a:pt x="0" y="304157"/>
                  </a:lnTo>
                  <a:lnTo>
                    <a:pt x="0" y="299189"/>
                  </a:lnTo>
                  <a:lnTo>
                    <a:pt x="0" y="250190"/>
                  </a:lnTo>
                  <a:lnTo>
                    <a:pt x="0" y="244545"/>
                  </a:lnTo>
                  <a:lnTo>
                    <a:pt x="0" y="238900"/>
                  </a:lnTo>
                  <a:lnTo>
                    <a:pt x="4434" y="238900"/>
                  </a:lnTo>
                  <a:lnTo>
                    <a:pt x="9473" y="238900"/>
                  </a:lnTo>
                  <a:lnTo>
                    <a:pt x="14512" y="238900"/>
                  </a:lnTo>
                  <a:lnTo>
                    <a:pt x="14512" y="244545"/>
                  </a:lnTo>
                  <a:lnTo>
                    <a:pt x="14512" y="250190"/>
                  </a:lnTo>
                  <a:close/>
                </a:path>
                <a:path w="14604" h="424179">
                  <a:moveTo>
                    <a:pt x="14512" y="364220"/>
                  </a:moveTo>
                  <a:lnTo>
                    <a:pt x="14512" y="418413"/>
                  </a:lnTo>
                  <a:lnTo>
                    <a:pt x="14512" y="423833"/>
                  </a:lnTo>
                  <a:lnTo>
                    <a:pt x="9473" y="423833"/>
                  </a:lnTo>
                  <a:lnTo>
                    <a:pt x="0" y="423833"/>
                  </a:lnTo>
                  <a:lnTo>
                    <a:pt x="0" y="418413"/>
                  </a:lnTo>
                  <a:lnTo>
                    <a:pt x="0" y="364220"/>
                  </a:lnTo>
                  <a:lnTo>
                    <a:pt x="0" y="358801"/>
                  </a:lnTo>
                  <a:lnTo>
                    <a:pt x="4434" y="358801"/>
                  </a:lnTo>
                  <a:lnTo>
                    <a:pt x="9473" y="358801"/>
                  </a:lnTo>
                  <a:lnTo>
                    <a:pt x="14512" y="358801"/>
                  </a:lnTo>
                  <a:lnTo>
                    <a:pt x="14512" y="364220"/>
                  </a:lnTo>
                  <a:close/>
                </a:path>
              </a:pathLst>
            </a:custGeom>
            <a:ln w="5292">
              <a:solidFill>
                <a:srgbClr val="000000"/>
              </a:solidFill>
            </a:ln>
          </p:spPr>
          <p:txBody>
            <a:bodyPr wrap="square" lIns="0" tIns="0" rIns="0" bIns="0" rtlCol="0"/>
            <a:lstStyle/>
            <a:p/>
          </p:txBody>
        </p:sp>
        <p:sp>
          <p:nvSpPr>
            <p:cNvPr id="26" name="object 26" descr=""/>
            <p:cNvSpPr/>
            <p:nvPr/>
          </p:nvSpPr>
          <p:spPr>
            <a:xfrm>
              <a:off x="2968515" y="3446942"/>
              <a:ext cx="1696085" cy="86995"/>
            </a:xfrm>
            <a:custGeom>
              <a:avLst/>
              <a:gdLst/>
              <a:ahLst/>
              <a:cxnLst/>
              <a:rect l="l" t="t" r="r" b="b"/>
              <a:pathLst>
                <a:path w="1696085" h="86995">
                  <a:moveTo>
                    <a:pt x="121322" y="0"/>
                  </a:moveTo>
                  <a:lnTo>
                    <a:pt x="0" y="43354"/>
                  </a:lnTo>
                  <a:lnTo>
                    <a:pt x="121322" y="86934"/>
                  </a:lnTo>
                  <a:lnTo>
                    <a:pt x="88082" y="53967"/>
                  </a:lnTo>
                  <a:lnTo>
                    <a:pt x="72886" y="53967"/>
                  </a:lnTo>
                  <a:lnTo>
                    <a:pt x="67887" y="48547"/>
                  </a:lnTo>
                  <a:lnTo>
                    <a:pt x="67887" y="37934"/>
                  </a:lnTo>
                  <a:lnTo>
                    <a:pt x="72886" y="37934"/>
                  </a:lnTo>
                  <a:lnTo>
                    <a:pt x="72886" y="32289"/>
                  </a:lnTo>
                  <a:lnTo>
                    <a:pt x="88595" y="32289"/>
                  </a:lnTo>
                  <a:lnTo>
                    <a:pt x="121322" y="0"/>
                  </a:lnTo>
                  <a:close/>
                </a:path>
                <a:path w="1696085" h="86995">
                  <a:moveTo>
                    <a:pt x="1574252" y="0"/>
                  </a:moveTo>
                  <a:lnTo>
                    <a:pt x="1613154" y="43354"/>
                  </a:lnTo>
                  <a:lnTo>
                    <a:pt x="1574252" y="86934"/>
                  </a:lnTo>
                  <a:lnTo>
                    <a:pt x="1666045" y="53967"/>
                  </a:lnTo>
                  <a:lnTo>
                    <a:pt x="1618193" y="53967"/>
                  </a:lnTo>
                  <a:lnTo>
                    <a:pt x="1622628" y="48547"/>
                  </a:lnTo>
                  <a:lnTo>
                    <a:pt x="1622628" y="37934"/>
                  </a:lnTo>
                  <a:lnTo>
                    <a:pt x="1618193" y="37934"/>
                  </a:lnTo>
                  <a:lnTo>
                    <a:pt x="1618193" y="32289"/>
                  </a:lnTo>
                  <a:lnTo>
                    <a:pt x="1664627" y="32289"/>
                  </a:lnTo>
                  <a:lnTo>
                    <a:pt x="1574252" y="0"/>
                  </a:lnTo>
                  <a:close/>
                </a:path>
                <a:path w="1696085" h="86995">
                  <a:moveTo>
                    <a:pt x="88595" y="32289"/>
                  </a:moveTo>
                  <a:lnTo>
                    <a:pt x="72886" y="32289"/>
                  </a:lnTo>
                  <a:lnTo>
                    <a:pt x="72886" y="37934"/>
                  </a:lnTo>
                  <a:lnTo>
                    <a:pt x="67887" y="37934"/>
                  </a:lnTo>
                  <a:lnTo>
                    <a:pt x="67887" y="48547"/>
                  </a:lnTo>
                  <a:lnTo>
                    <a:pt x="72886" y="53967"/>
                  </a:lnTo>
                  <a:lnTo>
                    <a:pt x="88082" y="53967"/>
                  </a:lnTo>
                  <a:lnTo>
                    <a:pt x="77381" y="43354"/>
                  </a:lnTo>
                  <a:lnTo>
                    <a:pt x="88595" y="32289"/>
                  </a:lnTo>
                  <a:close/>
                </a:path>
                <a:path w="1696085" h="86995">
                  <a:moveTo>
                    <a:pt x="1603226" y="32289"/>
                  </a:moveTo>
                  <a:lnTo>
                    <a:pt x="88595" y="32289"/>
                  </a:lnTo>
                  <a:lnTo>
                    <a:pt x="77381" y="43354"/>
                  </a:lnTo>
                  <a:lnTo>
                    <a:pt x="88082" y="53967"/>
                  </a:lnTo>
                  <a:lnTo>
                    <a:pt x="1603680" y="53967"/>
                  </a:lnTo>
                  <a:lnTo>
                    <a:pt x="1613154" y="43354"/>
                  </a:lnTo>
                  <a:lnTo>
                    <a:pt x="1603226" y="32289"/>
                  </a:lnTo>
                  <a:close/>
                </a:path>
                <a:path w="1696085" h="86995">
                  <a:moveTo>
                    <a:pt x="1664627" y="32289"/>
                  </a:moveTo>
                  <a:lnTo>
                    <a:pt x="1618193" y="32289"/>
                  </a:lnTo>
                  <a:lnTo>
                    <a:pt x="1618193" y="37934"/>
                  </a:lnTo>
                  <a:lnTo>
                    <a:pt x="1622628" y="37934"/>
                  </a:lnTo>
                  <a:lnTo>
                    <a:pt x="1622628" y="48547"/>
                  </a:lnTo>
                  <a:lnTo>
                    <a:pt x="1618193" y="53967"/>
                  </a:lnTo>
                  <a:lnTo>
                    <a:pt x="1666045" y="53967"/>
                  </a:lnTo>
                  <a:lnTo>
                    <a:pt x="1695595" y="43354"/>
                  </a:lnTo>
                  <a:lnTo>
                    <a:pt x="1664627" y="32289"/>
                  </a:lnTo>
                  <a:close/>
                </a:path>
              </a:pathLst>
            </a:custGeom>
            <a:solidFill>
              <a:srgbClr val="000000"/>
            </a:solidFill>
          </p:spPr>
          <p:txBody>
            <a:bodyPr wrap="square" lIns="0" tIns="0" rIns="0" bIns="0" rtlCol="0"/>
            <a:lstStyle/>
            <a:p/>
          </p:txBody>
        </p:sp>
        <p:sp>
          <p:nvSpPr>
            <p:cNvPr id="27" name="object 27" descr=""/>
            <p:cNvSpPr/>
            <p:nvPr/>
          </p:nvSpPr>
          <p:spPr>
            <a:xfrm>
              <a:off x="2968515" y="3446942"/>
              <a:ext cx="1696085" cy="86995"/>
            </a:xfrm>
            <a:custGeom>
              <a:avLst/>
              <a:gdLst/>
              <a:ahLst/>
              <a:cxnLst/>
              <a:rect l="l" t="t" r="r" b="b"/>
              <a:pathLst>
                <a:path w="1696085" h="86995">
                  <a:moveTo>
                    <a:pt x="77381" y="32289"/>
                  </a:moveTo>
                  <a:lnTo>
                    <a:pt x="1613154" y="32289"/>
                  </a:lnTo>
                  <a:lnTo>
                    <a:pt x="1618193" y="32289"/>
                  </a:lnTo>
                  <a:lnTo>
                    <a:pt x="1618193" y="37934"/>
                  </a:lnTo>
                  <a:lnTo>
                    <a:pt x="1622628" y="37934"/>
                  </a:lnTo>
                  <a:lnTo>
                    <a:pt x="1622628" y="43354"/>
                  </a:lnTo>
                  <a:lnTo>
                    <a:pt x="1622628" y="48547"/>
                  </a:lnTo>
                  <a:lnTo>
                    <a:pt x="1618193" y="53967"/>
                  </a:lnTo>
                  <a:lnTo>
                    <a:pt x="1613154" y="53967"/>
                  </a:lnTo>
                  <a:lnTo>
                    <a:pt x="77381" y="53967"/>
                  </a:lnTo>
                  <a:lnTo>
                    <a:pt x="72886" y="53967"/>
                  </a:lnTo>
                  <a:lnTo>
                    <a:pt x="67887" y="48547"/>
                  </a:lnTo>
                  <a:lnTo>
                    <a:pt x="67887" y="43354"/>
                  </a:lnTo>
                  <a:lnTo>
                    <a:pt x="67887" y="37934"/>
                  </a:lnTo>
                  <a:lnTo>
                    <a:pt x="72886" y="37934"/>
                  </a:lnTo>
                  <a:lnTo>
                    <a:pt x="72886" y="32289"/>
                  </a:lnTo>
                  <a:lnTo>
                    <a:pt x="77381" y="32289"/>
                  </a:lnTo>
                  <a:close/>
                </a:path>
                <a:path w="1696085" h="86995">
                  <a:moveTo>
                    <a:pt x="77381" y="43354"/>
                  </a:moveTo>
                  <a:lnTo>
                    <a:pt x="121322" y="86934"/>
                  </a:lnTo>
                  <a:lnTo>
                    <a:pt x="0" y="43354"/>
                  </a:lnTo>
                  <a:lnTo>
                    <a:pt x="121322" y="0"/>
                  </a:lnTo>
                  <a:lnTo>
                    <a:pt x="77381" y="43354"/>
                  </a:lnTo>
                  <a:close/>
                </a:path>
                <a:path w="1696085" h="86995">
                  <a:moveTo>
                    <a:pt x="1613154" y="43354"/>
                  </a:moveTo>
                  <a:lnTo>
                    <a:pt x="1574252" y="0"/>
                  </a:lnTo>
                  <a:lnTo>
                    <a:pt x="1695595" y="43354"/>
                  </a:lnTo>
                  <a:lnTo>
                    <a:pt x="1574252" y="86934"/>
                  </a:lnTo>
                  <a:lnTo>
                    <a:pt x="1613154" y="43354"/>
                  </a:lnTo>
                  <a:close/>
                </a:path>
              </a:pathLst>
            </a:custGeom>
            <a:ln w="5292">
              <a:solidFill>
                <a:srgbClr val="000000"/>
              </a:solidFill>
            </a:ln>
          </p:spPr>
          <p:txBody>
            <a:bodyPr wrap="square" lIns="0" tIns="0" rIns="0" bIns="0" rtlCol="0"/>
            <a:lstStyle/>
            <a:p/>
          </p:txBody>
        </p:sp>
      </p:grpSp>
      <p:grpSp>
        <p:nvGrpSpPr>
          <p:cNvPr id="28" name="object 28" descr=""/>
          <p:cNvGrpSpPr/>
          <p:nvPr/>
        </p:nvGrpSpPr>
        <p:grpSpPr>
          <a:xfrm>
            <a:off x="7553869" y="3232175"/>
            <a:ext cx="1715135" cy="548640"/>
            <a:chOff x="7553869" y="3232175"/>
            <a:chExt cx="1715135" cy="548640"/>
          </a:xfrm>
        </p:grpSpPr>
        <p:sp>
          <p:nvSpPr>
            <p:cNvPr id="29" name="object 29" descr=""/>
            <p:cNvSpPr/>
            <p:nvPr/>
          </p:nvSpPr>
          <p:spPr>
            <a:xfrm>
              <a:off x="7556383" y="3234687"/>
              <a:ext cx="14604" cy="424180"/>
            </a:xfrm>
            <a:custGeom>
              <a:avLst/>
              <a:gdLst/>
              <a:ahLst/>
              <a:cxnLst/>
              <a:rect l="l" t="t" r="r" b="b"/>
              <a:pathLst>
                <a:path w="14604" h="424179">
                  <a:moveTo>
                    <a:pt x="14512" y="11064"/>
                  </a:moveTo>
                  <a:lnTo>
                    <a:pt x="14512" y="60063"/>
                  </a:lnTo>
                  <a:lnTo>
                    <a:pt x="14512" y="65257"/>
                  </a:lnTo>
                  <a:lnTo>
                    <a:pt x="9473" y="70676"/>
                  </a:lnTo>
                  <a:lnTo>
                    <a:pt x="4636" y="65257"/>
                  </a:lnTo>
                  <a:lnTo>
                    <a:pt x="0" y="65257"/>
                  </a:lnTo>
                  <a:lnTo>
                    <a:pt x="0" y="60063"/>
                  </a:lnTo>
                  <a:lnTo>
                    <a:pt x="0" y="11064"/>
                  </a:lnTo>
                  <a:lnTo>
                    <a:pt x="0" y="5645"/>
                  </a:lnTo>
                  <a:lnTo>
                    <a:pt x="4636" y="5645"/>
                  </a:lnTo>
                  <a:lnTo>
                    <a:pt x="4636" y="0"/>
                  </a:lnTo>
                  <a:lnTo>
                    <a:pt x="9473" y="0"/>
                  </a:lnTo>
                  <a:lnTo>
                    <a:pt x="14512" y="0"/>
                  </a:lnTo>
                  <a:lnTo>
                    <a:pt x="14512" y="5645"/>
                  </a:lnTo>
                  <a:lnTo>
                    <a:pt x="14512" y="11064"/>
                  </a:lnTo>
                  <a:close/>
                </a:path>
                <a:path w="14604" h="424179">
                  <a:moveTo>
                    <a:pt x="14512" y="130288"/>
                  </a:moveTo>
                  <a:lnTo>
                    <a:pt x="14512" y="179287"/>
                  </a:lnTo>
                  <a:lnTo>
                    <a:pt x="14512" y="184933"/>
                  </a:lnTo>
                  <a:lnTo>
                    <a:pt x="9473" y="190578"/>
                  </a:lnTo>
                  <a:lnTo>
                    <a:pt x="4636" y="184933"/>
                  </a:lnTo>
                  <a:lnTo>
                    <a:pt x="0" y="184933"/>
                  </a:lnTo>
                  <a:lnTo>
                    <a:pt x="0" y="179287"/>
                  </a:lnTo>
                  <a:lnTo>
                    <a:pt x="0" y="130288"/>
                  </a:lnTo>
                  <a:lnTo>
                    <a:pt x="0" y="125320"/>
                  </a:lnTo>
                  <a:lnTo>
                    <a:pt x="4636" y="125320"/>
                  </a:lnTo>
                  <a:lnTo>
                    <a:pt x="4636" y="119675"/>
                  </a:lnTo>
                  <a:lnTo>
                    <a:pt x="9473" y="119675"/>
                  </a:lnTo>
                  <a:lnTo>
                    <a:pt x="14512" y="119675"/>
                  </a:lnTo>
                  <a:lnTo>
                    <a:pt x="14512" y="125320"/>
                  </a:lnTo>
                  <a:lnTo>
                    <a:pt x="14512" y="130288"/>
                  </a:lnTo>
                  <a:close/>
                </a:path>
                <a:path w="14604" h="424179">
                  <a:moveTo>
                    <a:pt x="14512" y="250190"/>
                  </a:moveTo>
                  <a:lnTo>
                    <a:pt x="14512" y="299189"/>
                  </a:lnTo>
                  <a:lnTo>
                    <a:pt x="14512" y="304157"/>
                  </a:lnTo>
                  <a:lnTo>
                    <a:pt x="9473" y="309802"/>
                  </a:lnTo>
                  <a:lnTo>
                    <a:pt x="4636" y="304157"/>
                  </a:lnTo>
                  <a:lnTo>
                    <a:pt x="0" y="304157"/>
                  </a:lnTo>
                  <a:lnTo>
                    <a:pt x="0" y="299189"/>
                  </a:lnTo>
                  <a:lnTo>
                    <a:pt x="0" y="250190"/>
                  </a:lnTo>
                  <a:lnTo>
                    <a:pt x="0" y="244545"/>
                  </a:lnTo>
                  <a:lnTo>
                    <a:pt x="4636" y="238900"/>
                  </a:lnTo>
                  <a:lnTo>
                    <a:pt x="9473" y="238900"/>
                  </a:lnTo>
                  <a:lnTo>
                    <a:pt x="14512" y="238900"/>
                  </a:lnTo>
                  <a:lnTo>
                    <a:pt x="14512" y="244545"/>
                  </a:lnTo>
                  <a:lnTo>
                    <a:pt x="14512" y="250190"/>
                  </a:lnTo>
                  <a:close/>
                </a:path>
                <a:path w="14604" h="424179">
                  <a:moveTo>
                    <a:pt x="14512" y="364220"/>
                  </a:moveTo>
                  <a:lnTo>
                    <a:pt x="14512" y="418413"/>
                  </a:lnTo>
                  <a:lnTo>
                    <a:pt x="14512" y="423833"/>
                  </a:lnTo>
                  <a:lnTo>
                    <a:pt x="9473" y="423833"/>
                  </a:lnTo>
                  <a:lnTo>
                    <a:pt x="4636" y="423833"/>
                  </a:lnTo>
                  <a:lnTo>
                    <a:pt x="0" y="418413"/>
                  </a:lnTo>
                  <a:lnTo>
                    <a:pt x="0" y="364220"/>
                  </a:lnTo>
                  <a:lnTo>
                    <a:pt x="4636" y="358801"/>
                  </a:lnTo>
                  <a:lnTo>
                    <a:pt x="9473" y="358801"/>
                  </a:lnTo>
                  <a:lnTo>
                    <a:pt x="14512" y="358801"/>
                  </a:lnTo>
                  <a:lnTo>
                    <a:pt x="14512" y="364220"/>
                  </a:lnTo>
                  <a:close/>
                </a:path>
              </a:pathLst>
            </a:custGeom>
            <a:ln w="5292">
              <a:solidFill>
                <a:srgbClr val="000000"/>
              </a:solidFill>
            </a:ln>
          </p:spPr>
          <p:txBody>
            <a:bodyPr wrap="square" lIns="0" tIns="0" rIns="0" bIns="0" rtlCol="0"/>
            <a:lstStyle/>
            <a:p/>
          </p:txBody>
        </p:sp>
        <p:sp>
          <p:nvSpPr>
            <p:cNvPr id="30" name="object 30" descr=""/>
            <p:cNvSpPr/>
            <p:nvPr/>
          </p:nvSpPr>
          <p:spPr>
            <a:xfrm>
              <a:off x="9251959" y="3234686"/>
              <a:ext cx="14604" cy="543560"/>
            </a:xfrm>
            <a:custGeom>
              <a:avLst/>
              <a:gdLst/>
              <a:ahLst/>
              <a:cxnLst/>
              <a:rect l="l" t="t" r="r" b="b"/>
              <a:pathLst>
                <a:path w="14604" h="543560">
                  <a:moveTo>
                    <a:pt x="14512" y="0"/>
                  </a:moveTo>
                  <a:lnTo>
                    <a:pt x="4636" y="0"/>
                  </a:lnTo>
                  <a:lnTo>
                    <a:pt x="4636" y="5645"/>
                  </a:lnTo>
                  <a:lnTo>
                    <a:pt x="0" y="5645"/>
                  </a:lnTo>
                  <a:lnTo>
                    <a:pt x="0" y="65257"/>
                  </a:lnTo>
                  <a:lnTo>
                    <a:pt x="4636" y="65257"/>
                  </a:lnTo>
                  <a:lnTo>
                    <a:pt x="9473" y="70676"/>
                  </a:lnTo>
                  <a:lnTo>
                    <a:pt x="14512" y="65257"/>
                  </a:lnTo>
                  <a:lnTo>
                    <a:pt x="14512" y="0"/>
                  </a:lnTo>
                  <a:close/>
                </a:path>
                <a:path w="14604" h="543560">
                  <a:moveTo>
                    <a:pt x="14512" y="119675"/>
                  </a:moveTo>
                  <a:lnTo>
                    <a:pt x="4636" y="119675"/>
                  </a:lnTo>
                  <a:lnTo>
                    <a:pt x="4636" y="125320"/>
                  </a:lnTo>
                  <a:lnTo>
                    <a:pt x="0" y="125320"/>
                  </a:lnTo>
                  <a:lnTo>
                    <a:pt x="0" y="184933"/>
                  </a:lnTo>
                  <a:lnTo>
                    <a:pt x="4636" y="184933"/>
                  </a:lnTo>
                  <a:lnTo>
                    <a:pt x="9473" y="190578"/>
                  </a:lnTo>
                  <a:lnTo>
                    <a:pt x="14512" y="184933"/>
                  </a:lnTo>
                  <a:lnTo>
                    <a:pt x="14512" y="119675"/>
                  </a:lnTo>
                  <a:close/>
                </a:path>
                <a:path w="14604" h="543560">
                  <a:moveTo>
                    <a:pt x="14512" y="238900"/>
                  </a:moveTo>
                  <a:lnTo>
                    <a:pt x="4636" y="238900"/>
                  </a:lnTo>
                  <a:lnTo>
                    <a:pt x="0" y="244545"/>
                  </a:lnTo>
                  <a:lnTo>
                    <a:pt x="0" y="304157"/>
                  </a:lnTo>
                  <a:lnTo>
                    <a:pt x="4636" y="304157"/>
                  </a:lnTo>
                  <a:lnTo>
                    <a:pt x="9473" y="309802"/>
                  </a:lnTo>
                  <a:lnTo>
                    <a:pt x="14512" y="304157"/>
                  </a:lnTo>
                  <a:lnTo>
                    <a:pt x="14512" y="238900"/>
                  </a:lnTo>
                  <a:close/>
                </a:path>
                <a:path w="14604" h="543560">
                  <a:moveTo>
                    <a:pt x="14512" y="358801"/>
                  </a:moveTo>
                  <a:lnTo>
                    <a:pt x="4636" y="358801"/>
                  </a:lnTo>
                  <a:lnTo>
                    <a:pt x="0" y="364220"/>
                  </a:lnTo>
                  <a:lnTo>
                    <a:pt x="0" y="418413"/>
                  </a:lnTo>
                  <a:lnTo>
                    <a:pt x="4636" y="423833"/>
                  </a:lnTo>
                  <a:lnTo>
                    <a:pt x="14512" y="423833"/>
                  </a:lnTo>
                  <a:lnTo>
                    <a:pt x="14512" y="358801"/>
                  </a:lnTo>
                  <a:close/>
                </a:path>
                <a:path w="14604" h="543560">
                  <a:moveTo>
                    <a:pt x="14512" y="478025"/>
                  </a:moveTo>
                  <a:lnTo>
                    <a:pt x="4636" y="478025"/>
                  </a:lnTo>
                  <a:lnTo>
                    <a:pt x="0" y="483445"/>
                  </a:lnTo>
                  <a:lnTo>
                    <a:pt x="0" y="538089"/>
                  </a:lnTo>
                  <a:lnTo>
                    <a:pt x="4636" y="543057"/>
                  </a:lnTo>
                  <a:lnTo>
                    <a:pt x="14512" y="543057"/>
                  </a:lnTo>
                  <a:lnTo>
                    <a:pt x="14512" y="478025"/>
                  </a:lnTo>
                  <a:close/>
                </a:path>
              </a:pathLst>
            </a:custGeom>
            <a:solidFill>
              <a:srgbClr val="000000"/>
            </a:solidFill>
          </p:spPr>
          <p:txBody>
            <a:bodyPr wrap="square" lIns="0" tIns="0" rIns="0" bIns="0" rtlCol="0"/>
            <a:lstStyle/>
            <a:p/>
          </p:txBody>
        </p:sp>
        <p:sp>
          <p:nvSpPr>
            <p:cNvPr id="31" name="object 31" descr=""/>
            <p:cNvSpPr/>
            <p:nvPr/>
          </p:nvSpPr>
          <p:spPr>
            <a:xfrm>
              <a:off x="9251958" y="3234687"/>
              <a:ext cx="14604" cy="543560"/>
            </a:xfrm>
            <a:custGeom>
              <a:avLst/>
              <a:gdLst/>
              <a:ahLst/>
              <a:cxnLst/>
              <a:rect l="l" t="t" r="r" b="b"/>
              <a:pathLst>
                <a:path w="14604" h="543560">
                  <a:moveTo>
                    <a:pt x="14512" y="11064"/>
                  </a:moveTo>
                  <a:lnTo>
                    <a:pt x="14512" y="60063"/>
                  </a:lnTo>
                  <a:lnTo>
                    <a:pt x="14512" y="65257"/>
                  </a:lnTo>
                  <a:lnTo>
                    <a:pt x="9473" y="70676"/>
                  </a:lnTo>
                  <a:lnTo>
                    <a:pt x="4636" y="65257"/>
                  </a:lnTo>
                  <a:lnTo>
                    <a:pt x="0" y="65257"/>
                  </a:lnTo>
                  <a:lnTo>
                    <a:pt x="0" y="60063"/>
                  </a:lnTo>
                  <a:lnTo>
                    <a:pt x="0" y="11064"/>
                  </a:lnTo>
                  <a:lnTo>
                    <a:pt x="0" y="5645"/>
                  </a:lnTo>
                  <a:lnTo>
                    <a:pt x="4636" y="5645"/>
                  </a:lnTo>
                  <a:lnTo>
                    <a:pt x="4636" y="0"/>
                  </a:lnTo>
                  <a:lnTo>
                    <a:pt x="9473" y="0"/>
                  </a:lnTo>
                  <a:lnTo>
                    <a:pt x="14512" y="0"/>
                  </a:lnTo>
                  <a:lnTo>
                    <a:pt x="14512" y="5645"/>
                  </a:lnTo>
                  <a:lnTo>
                    <a:pt x="14512" y="11064"/>
                  </a:lnTo>
                  <a:close/>
                </a:path>
                <a:path w="14604" h="543560">
                  <a:moveTo>
                    <a:pt x="14512" y="130288"/>
                  </a:moveTo>
                  <a:lnTo>
                    <a:pt x="14512" y="179287"/>
                  </a:lnTo>
                  <a:lnTo>
                    <a:pt x="14512" y="184933"/>
                  </a:lnTo>
                  <a:lnTo>
                    <a:pt x="9473" y="190578"/>
                  </a:lnTo>
                  <a:lnTo>
                    <a:pt x="4636" y="184933"/>
                  </a:lnTo>
                  <a:lnTo>
                    <a:pt x="0" y="184933"/>
                  </a:lnTo>
                  <a:lnTo>
                    <a:pt x="0" y="179287"/>
                  </a:lnTo>
                  <a:lnTo>
                    <a:pt x="0" y="130288"/>
                  </a:lnTo>
                  <a:lnTo>
                    <a:pt x="0" y="125320"/>
                  </a:lnTo>
                  <a:lnTo>
                    <a:pt x="4636" y="125320"/>
                  </a:lnTo>
                  <a:lnTo>
                    <a:pt x="4636" y="119675"/>
                  </a:lnTo>
                  <a:lnTo>
                    <a:pt x="9473" y="119675"/>
                  </a:lnTo>
                  <a:lnTo>
                    <a:pt x="14512" y="119675"/>
                  </a:lnTo>
                  <a:lnTo>
                    <a:pt x="14512" y="125320"/>
                  </a:lnTo>
                  <a:lnTo>
                    <a:pt x="14512" y="130288"/>
                  </a:lnTo>
                  <a:close/>
                </a:path>
                <a:path w="14604" h="543560">
                  <a:moveTo>
                    <a:pt x="14512" y="250190"/>
                  </a:moveTo>
                  <a:lnTo>
                    <a:pt x="14512" y="299189"/>
                  </a:lnTo>
                  <a:lnTo>
                    <a:pt x="14512" y="304157"/>
                  </a:lnTo>
                  <a:lnTo>
                    <a:pt x="9473" y="309802"/>
                  </a:lnTo>
                  <a:lnTo>
                    <a:pt x="4636" y="304157"/>
                  </a:lnTo>
                  <a:lnTo>
                    <a:pt x="0" y="304157"/>
                  </a:lnTo>
                  <a:lnTo>
                    <a:pt x="0" y="299189"/>
                  </a:lnTo>
                  <a:lnTo>
                    <a:pt x="0" y="250190"/>
                  </a:lnTo>
                  <a:lnTo>
                    <a:pt x="0" y="244545"/>
                  </a:lnTo>
                  <a:lnTo>
                    <a:pt x="4636" y="238900"/>
                  </a:lnTo>
                  <a:lnTo>
                    <a:pt x="9473" y="238900"/>
                  </a:lnTo>
                  <a:lnTo>
                    <a:pt x="14512" y="238900"/>
                  </a:lnTo>
                  <a:lnTo>
                    <a:pt x="14512" y="244545"/>
                  </a:lnTo>
                  <a:lnTo>
                    <a:pt x="14512" y="250190"/>
                  </a:lnTo>
                  <a:close/>
                </a:path>
                <a:path w="14604" h="543560">
                  <a:moveTo>
                    <a:pt x="14512" y="364220"/>
                  </a:moveTo>
                  <a:lnTo>
                    <a:pt x="14512" y="418413"/>
                  </a:lnTo>
                  <a:lnTo>
                    <a:pt x="14512" y="423833"/>
                  </a:lnTo>
                  <a:lnTo>
                    <a:pt x="9473" y="423833"/>
                  </a:lnTo>
                  <a:lnTo>
                    <a:pt x="4636" y="423833"/>
                  </a:lnTo>
                  <a:lnTo>
                    <a:pt x="0" y="418413"/>
                  </a:lnTo>
                  <a:lnTo>
                    <a:pt x="0" y="364220"/>
                  </a:lnTo>
                  <a:lnTo>
                    <a:pt x="4636" y="358801"/>
                  </a:lnTo>
                  <a:lnTo>
                    <a:pt x="9473" y="358801"/>
                  </a:lnTo>
                  <a:lnTo>
                    <a:pt x="14512" y="358801"/>
                  </a:lnTo>
                  <a:lnTo>
                    <a:pt x="14512" y="364220"/>
                  </a:lnTo>
                  <a:close/>
                </a:path>
                <a:path w="14604" h="543560">
                  <a:moveTo>
                    <a:pt x="14512" y="483445"/>
                  </a:moveTo>
                  <a:lnTo>
                    <a:pt x="14512" y="538089"/>
                  </a:lnTo>
                  <a:lnTo>
                    <a:pt x="14512" y="543057"/>
                  </a:lnTo>
                  <a:lnTo>
                    <a:pt x="9473" y="543057"/>
                  </a:lnTo>
                  <a:lnTo>
                    <a:pt x="4636" y="543057"/>
                  </a:lnTo>
                  <a:lnTo>
                    <a:pt x="0" y="538089"/>
                  </a:lnTo>
                  <a:lnTo>
                    <a:pt x="0" y="483445"/>
                  </a:lnTo>
                  <a:lnTo>
                    <a:pt x="4636" y="478025"/>
                  </a:lnTo>
                  <a:lnTo>
                    <a:pt x="9473" y="478025"/>
                  </a:lnTo>
                  <a:lnTo>
                    <a:pt x="14512" y="478025"/>
                  </a:lnTo>
                  <a:lnTo>
                    <a:pt x="14512" y="483445"/>
                  </a:lnTo>
                  <a:close/>
                </a:path>
              </a:pathLst>
            </a:custGeom>
            <a:ln w="5292">
              <a:solidFill>
                <a:srgbClr val="000000"/>
              </a:solidFill>
            </a:ln>
          </p:spPr>
          <p:txBody>
            <a:bodyPr wrap="square" lIns="0" tIns="0" rIns="0" bIns="0" rtlCol="0"/>
            <a:lstStyle/>
            <a:p/>
          </p:txBody>
        </p:sp>
        <p:sp>
          <p:nvSpPr>
            <p:cNvPr id="32" name="object 32" descr=""/>
            <p:cNvSpPr/>
            <p:nvPr/>
          </p:nvSpPr>
          <p:spPr>
            <a:xfrm>
              <a:off x="7565857" y="3446942"/>
              <a:ext cx="1696085" cy="86995"/>
            </a:xfrm>
            <a:custGeom>
              <a:avLst/>
              <a:gdLst/>
              <a:ahLst/>
              <a:cxnLst/>
              <a:rect l="l" t="t" r="r" b="b"/>
              <a:pathLst>
                <a:path w="1696084" h="86995">
                  <a:moveTo>
                    <a:pt x="121342" y="0"/>
                  </a:moveTo>
                  <a:lnTo>
                    <a:pt x="0" y="43354"/>
                  </a:lnTo>
                  <a:lnTo>
                    <a:pt x="121342" y="86934"/>
                  </a:lnTo>
                  <a:lnTo>
                    <a:pt x="91914" y="53967"/>
                  </a:lnTo>
                  <a:lnTo>
                    <a:pt x="72966" y="53967"/>
                  </a:lnTo>
                  <a:lnTo>
                    <a:pt x="72966" y="37934"/>
                  </a:lnTo>
                  <a:lnTo>
                    <a:pt x="77401" y="32289"/>
                  </a:lnTo>
                  <a:lnTo>
                    <a:pt x="92368" y="32289"/>
                  </a:lnTo>
                  <a:lnTo>
                    <a:pt x="121342" y="0"/>
                  </a:lnTo>
                  <a:close/>
                </a:path>
                <a:path w="1696084" h="86995">
                  <a:moveTo>
                    <a:pt x="1574232" y="0"/>
                  </a:moveTo>
                  <a:lnTo>
                    <a:pt x="1613335" y="43354"/>
                  </a:lnTo>
                  <a:lnTo>
                    <a:pt x="1574232" y="86934"/>
                  </a:lnTo>
                  <a:lnTo>
                    <a:pt x="1666025" y="53967"/>
                  </a:lnTo>
                  <a:lnTo>
                    <a:pt x="1623212" y="53967"/>
                  </a:lnTo>
                  <a:lnTo>
                    <a:pt x="1623212" y="37934"/>
                  </a:lnTo>
                  <a:lnTo>
                    <a:pt x="1618173" y="32289"/>
                  </a:lnTo>
                  <a:lnTo>
                    <a:pt x="1664607" y="32289"/>
                  </a:lnTo>
                  <a:lnTo>
                    <a:pt x="1574232" y="0"/>
                  </a:lnTo>
                  <a:close/>
                </a:path>
                <a:path w="1696084" h="86995">
                  <a:moveTo>
                    <a:pt x="92368" y="32289"/>
                  </a:moveTo>
                  <a:lnTo>
                    <a:pt x="77401" y="32289"/>
                  </a:lnTo>
                  <a:lnTo>
                    <a:pt x="72966" y="37934"/>
                  </a:lnTo>
                  <a:lnTo>
                    <a:pt x="72966" y="53967"/>
                  </a:lnTo>
                  <a:lnTo>
                    <a:pt x="91914" y="53967"/>
                  </a:lnTo>
                  <a:lnTo>
                    <a:pt x="82440" y="43354"/>
                  </a:lnTo>
                  <a:lnTo>
                    <a:pt x="92368" y="32289"/>
                  </a:lnTo>
                  <a:close/>
                </a:path>
                <a:path w="1696084" h="86995">
                  <a:moveTo>
                    <a:pt x="1603356" y="32289"/>
                  </a:moveTo>
                  <a:lnTo>
                    <a:pt x="92368" y="32289"/>
                  </a:lnTo>
                  <a:lnTo>
                    <a:pt x="82440" y="43354"/>
                  </a:lnTo>
                  <a:lnTo>
                    <a:pt x="91914" y="53967"/>
                  </a:lnTo>
                  <a:lnTo>
                    <a:pt x="1603813" y="53967"/>
                  </a:lnTo>
                  <a:lnTo>
                    <a:pt x="1613335" y="43354"/>
                  </a:lnTo>
                  <a:lnTo>
                    <a:pt x="1603356" y="32289"/>
                  </a:lnTo>
                  <a:close/>
                </a:path>
                <a:path w="1696084" h="86995">
                  <a:moveTo>
                    <a:pt x="1664607" y="32289"/>
                  </a:moveTo>
                  <a:lnTo>
                    <a:pt x="1618173" y="32289"/>
                  </a:lnTo>
                  <a:lnTo>
                    <a:pt x="1623212" y="37934"/>
                  </a:lnTo>
                  <a:lnTo>
                    <a:pt x="1623212" y="53967"/>
                  </a:lnTo>
                  <a:lnTo>
                    <a:pt x="1666025" y="53967"/>
                  </a:lnTo>
                  <a:lnTo>
                    <a:pt x="1695574" y="43354"/>
                  </a:lnTo>
                  <a:lnTo>
                    <a:pt x="1664607" y="32289"/>
                  </a:lnTo>
                  <a:close/>
                </a:path>
              </a:pathLst>
            </a:custGeom>
            <a:solidFill>
              <a:srgbClr val="000000"/>
            </a:solidFill>
          </p:spPr>
          <p:txBody>
            <a:bodyPr wrap="square" lIns="0" tIns="0" rIns="0" bIns="0" rtlCol="0"/>
            <a:lstStyle/>
            <a:p/>
          </p:txBody>
        </p:sp>
        <p:sp>
          <p:nvSpPr>
            <p:cNvPr id="33" name="object 33" descr=""/>
            <p:cNvSpPr/>
            <p:nvPr/>
          </p:nvSpPr>
          <p:spPr>
            <a:xfrm>
              <a:off x="7565857" y="3446942"/>
              <a:ext cx="1696085" cy="86995"/>
            </a:xfrm>
            <a:custGeom>
              <a:avLst/>
              <a:gdLst/>
              <a:ahLst/>
              <a:cxnLst/>
              <a:rect l="l" t="t" r="r" b="b"/>
              <a:pathLst>
                <a:path w="1696084" h="86995">
                  <a:moveTo>
                    <a:pt x="82440" y="32289"/>
                  </a:moveTo>
                  <a:lnTo>
                    <a:pt x="1613335" y="32289"/>
                  </a:lnTo>
                  <a:lnTo>
                    <a:pt x="1618173" y="32289"/>
                  </a:lnTo>
                  <a:lnTo>
                    <a:pt x="1623212" y="37934"/>
                  </a:lnTo>
                  <a:lnTo>
                    <a:pt x="1623212" y="43354"/>
                  </a:lnTo>
                  <a:lnTo>
                    <a:pt x="1623212" y="48547"/>
                  </a:lnTo>
                  <a:lnTo>
                    <a:pt x="1623212" y="53967"/>
                  </a:lnTo>
                  <a:lnTo>
                    <a:pt x="1618173" y="53967"/>
                  </a:lnTo>
                  <a:lnTo>
                    <a:pt x="1613335" y="53967"/>
                  </a:lnTo>
                  <a:lnTo>
                    <a:pt x="82440" y="53967"/>
                  </a:lnTo>
                  <a:lnTo>
                    <a:pt x="77401" y="53967"/>
                  </a:lnTo>
                  <a:lnTo>
                    <a:pt x="72966" y="53967"/>
                  </a:lnTo>
                  <a:lnTo>
                    <a:pt x="72966" y="48547"/>
                  </a:lnTo>
                  <a:lnTo>
                    <a:pt x="72966" y="43354"/>
                  </a:lnTo>
                  <a:lnTo>
                    <a:pt x="72966" y="37934"/>
                  </a:lnTo>
                  <a:lnTo>
                    <a:pt x="77401" y="32289"/>
                  </a:lnTo>
                  <a:lnTo>
                    <a:pt x="82440" y="32289"/>
                  </a:lnTo>
                  <a:close/>
                </a:path>
                <a:path w="1696084" h="86995">
                  <a:moveTo>
                    <a:pt x="82440" y="43354"/>
                  </a:moveTo>
                  <a:lnTo>
                    <a:pt x="121342" y="86934"/>
                  </a:lnTo>
                  <a:lnTo>
                    <a:pt x="0" y="43354"/>
                  </a:lnTo>
                  <a:lnTo>
                    <a:pt x="121342" y="0"/>
                  </a:lnTo>
                  <a:lnTo>
                    <a:pt x="82440" y="43354"/>
                  </a:lnTo>
                  <a:close/>
                </a:path>
                <a:path w="1696084" h="86995">
                  <a:moveTo>
                    <a:pt x="1613335" y="43354"/>
                  </a:moveTo>
                  <a:lnTo>
                    <a:pt x="1574232" y="0"/>
                  </a:lnTo>
                  <a:lnTo>
                    <a:pt x="1695574" y="43354"/>
                  </a:lnTo>
                  <a:lnTo>
                    <a:pt x="1574232" y="86934"/>
                  </a:lnTo>
                  <a:lnTo>
                    <a:pt x="1613335" y="43354"/>
                  </a:lnTo>
                  <a:close/>
                </a:path>
              </a:pathLst>
            </a:custGeom>
            <a:ln w="5292">
              <a:solidFill>
                <a:srgbClr val="000000"/>
              </a:solidFill>
            </a:ln>
          </p:spPr>
          <p:txBody>
            <a:bodyPr wrap="square" lIns="0" tIns="0" rIns="0" bIns="0" rtlCol="0"/>
            <a:lstStyle/>
            <a:p/>
          </p:txBody>
        </p:sp>
      </p:grpSp>
      <p:sp>
        <p:nvSpPr>
          <p:cNvPr id="34" name="object 34" descr=""/>
          <p:cNvSpPr/>
          <p:nvPr/>
        </p:nvSpPr>
        <p:spPr>
          <a:xfrm>
            <a:off x="5506858" y="4885897"/>
            <a:ext cx="14604" cy="185420"/>
          </a:xfrm>
          <a:custGeom>
            <a:avLst/>
            <a:gdLst/>
            <a:ahLst/>
            <a:cxnLst/>
            <a:rect l="l" t="t" r="r" b="b"/>
            <a:pathLst>
              <a:path w="14604" h="185420">
                <a:moveTo>
                  <a:pt x="14512" y="11154"/>
                </a:moveTo>
                <a:lnTo>
                  <a:pt x="14512" y="59612"/>
                </a:lnTo>
                <a:lnTo>
                  <a:pt x="14512" y="65189"/>
                </a:lnTo>
                <a:lnTo>
                  <a:pt x="10078" y="65189"/>
                </a:lnTo>
                <a:lnTo>
                  <a:pt x="5039" y="70744"/>
                </a:lnTo>
                <a:lnTo>
                  <a:pt x="0" y="65189"/>
                </a:lnTo>
                <a:lnTo>
                  <a:pt x="0" y="59612"/>
                </a:lnTo>
                <a:lnTo>
                  <a:pt x="0" y="11154"/>
                </a:lnTo>
                <a:lnTo>
                  <a:pt x="0" y="5577"/>
                </a:lnTo>
                <a:lnTo>
                  <a:pt x="0" y="0"/>
                </a:lnTo>
                <a:lnTo>
                  <a:pt x="5039" y="0"/>
                </a:lnTo>
                <a:lnTo>
                  <a:pt x="10078" y="0"/>
                </a:lnTo>
                <a:lnTo>
                  <a:pt x="14512" y="5577"/>
                </a:lnTo>
                <a:lnTo>
                  <a:pt x="14512" y="11154"/>
                </a:lnTo>
                <a:close/>
              </a:path>
              <a:path w="14604" h="185420">
                <a:moveTo>
                  <a:pt x="14512" y="124801"/>
                </a:moveTo>
                <a:lnTo>
                  <a:pt x="14512" y="179400"/>
                </a:lnTo>
                <a:lnTo>
                  <a:pt x="10078" y="184955"/>
                </a:lnTo>
                <a:lnTo>
                  <a:pt x="5039" y="184955"/>
                </a:lnTo>
                <a:lnTo>
                  <a:pt x="0" y="184955"/>
                </a:lnTo>
                <a:lnTo>
                  <a:pt x="0" y="179400"/>
                </a:lnTo>
                <a:lnTo>
                  <a:pt x="0" y="124801"/>
                </a:lnTo>
                <a:lnTo>
                  <a:pt x="0" y="119788"/>
                </a:lnTo>
                <a:lnTo>
                  <a:pt x="5039" y="119788"/>
                </a:lnTo>
                <a:lnTo>
                  <a:pt x="10078" y="119788"/>
                </a:lnTo>
                <a:lnTo>
                  <a:pt x="14512" y="124801"/>
                </a:lnTo>
                <a:close/>
              </a:path>
            </a:pathLst>
          </a:custGeom>
          <a:ln w="5292">
            <a:solidFill>
              <a:srgbClr val="000000"/>
            </a:solidFill>
          </a:ln>
        </p:spPr>
        <p:txBody>
          <a:bodyPr wrap="square" lIns="0" tIns="0" rIns="0" bIns="0" rtlCol="0"/>
          <a:lstStyle/>
          <a:p/>
        </p:txBody>
      </p:sp>
      <p:sp>
        <p:nvSpPr>
          <p:cNvPr id="35" name="object 35" descr=""/>
          <p:cNvSpPr/>
          <p:nvPr/>
        </p:nvSpPr>
        <p:spPr>
          <a:xfrm>
            <a:off x="5506859" y="5124887"/>
            <a:ext cx="14604" cy="65405"/>
          </a:xfrm>
          <a:custGeom>
            <a:avLst/>
            <a:gdLst/>
            <a:ahLst/>
            <a:cxnLst/>
            <a:rect l="l" t="t" r="r" b="b"/>
            <a:pathLst>
              <a:path w="14604" h="65404">
                <a:moveTo>
                  <a:pt x="14512" y="5577"/>
                </a:moveTo>
                <a:lnTo>
                  <a:pt x="14512" y="59612"/>
                </a:lnTo>
                <a:lnTo>
                  <a:pt x="10078" y="65189"/>
                </a:lnTo>
                <a:lnTo>
                  <a:pt x="5039" y="65189"/>
                </a:lnTo>
                <a:lnTo>
                  <a:pt x="0" y="65189"/>
                </a:lnTo>
                <a:lnTo>
                  <a:pt x="0" y="59612"/>
                </a:lnTo>
                <a:lnTo>
                  <a:pt x="0" y="5577"/>
                </a:lnTo>
                <a:lnTo>
                  <a:pt x="0" y="0"/>
                </a:lnTo>
                <a:lnTo>
                  <a:pt x="5039" y="0"/>
                </a:lnTo>
                <a:lnTo>
                  <a:pt x="10078" y="0"/>
                </a:lnTo>
                <a:lnTo>
                  <a:pt x="14512" y="5577"/>
                </a:lnTo>
                <a:close/>
              </a:path>
            </a:pathLst>
          </a:custGeom>
          <a:ln w="5021">
            <a:solidFill>
              <a:srgbClr val="000000"/>
            </a:solidFill>
          </a:ln>
        </p:spPr>
        <p:txBody>
          <a:bodyPr wrap="square" lIns="0" tIns="0" rIns="0" bIns="0" rtlCol="0"/>
          <a:lstStyle/>
          <a:p/>
        </p:txBody>
      </p:sp>
      <p:sp>
        <p:nvSpPr>
          <p:cNvPr id="36" name="object 36" descr=""/>
          <p:cNvSpPr/>
          <p:nvPr/>
        </p:nvSpPr>
        <p:spPr>
          <a:xfrm>
            <a:off x="5506859" y="5244676"/>
            <a:ext cx="14604" cy="65405"/>
          </a:xfrm>
          <a:custGeom>
            <a:avLst/>
            <a:gdLst/>
            <a:ahLst/>
            <a:cxnLst/>
            <a:rect l="l" t="t" r="r" b="b"/>
            <a:pathLst>
              <a:path w="14604" h="65404">
                <a:moveTo>
                  <a:pt x="14512" y="5012"/>
                </a:moveTo>
                <a:lnTo>
                  <a:pt x="14512" y="59612"/>
                </a:lnTo>
                <a:lnTo>
                  <a:pt x="10078" y="65166"/>
                </a:lnTo>
                <a:lnTo>
                  <a:pt x="5039" y="65166"/>
                </a:lnTo>
                <a:lnTo>
                  <a:pt x="0" y="65166"/>
                </a:lnTo>
                <a:lnTo>
                  <a:pt x="0" y="59612"/>
                </a:lnTo>
                <a:lnTo>
                  <a:pt x="0" y="5012"/>
                </a:lnTo>
                <a:lnTo>
                  <a:pt x="0" y="0"/>
                </a:lnTo>
                <a:lnTo>
                  <a:pt x="5039" y="0"/>
                </a:lnTo>
                <a:lnTo>
                  <a:pt x="10078" y="0"/>
                </a:lnTo>
                <a:lnTo>
                  <a:pt x="14512" y="5012"/>
                </a:lnTo>
                <a:close/>
              </a:path>
            </a:pathLst>
          </a:custGeom>
          <a:ln w="5021">
            <a:solidFill>
              <a:srgbClr val="000000"/>
            </a:solidFill>
          </a:ln>
        </p:spPr>
        <p:txBody>
          <a:bodyPr wrap="square" lIns="0" tIns="0" rIns="0" bIns="0" rtlCol="0"/>
          <a:lstStyle/>
          <a:p/>
        </p:txBody>
      </p:sp>
      <p:sp>
        <p:nvSpPr>
          <p:cNvPr id="37" name="object 37" descr=""/>
          <p:cNvSpPr/>
          <p:nvPr/>
        </p:nvSpPr>
        <p:spPr>
          <a:xfrm>
            <a:off x="5928333" y="4315991"/>
            <a:ext cx="15240" cy="304165"/>
          </a:xfrm>
          <a:custGeom>
            <a:avLst/>
            <a:gdLst/>
            <a:ahLst/>
            <a:cxnLst/>
            <a:rect l="l" t="t" r="r" b="b"/>
            <a:pathLst>
              <a:path w="15239" h="304164">
                <a:moveTo>
                  <a:pt x="14915" y="10590"/>
                </a:moveTo>
                <a:lnTo>
                  <a:pt x="14915" y="59612"/>
                </a:lnTo>
                <a:lnTo>
                  <a:pt x="14915" y="64624"/>
                </a:lnTo>
                <a:lnTo>
                  <a:pt x="9876" y="70179"/>
                </a:lnTo>
                <a:lnTo>
                  <a:pt x="4837" y="70179"/>
                </a:lnTo>
                <a:lnTo>
                  <a:pt x="4837" y="64624"/>
                </a:lnTo>
                <a:lnTo>
                  <a:pt x="0" y="64624"/>
                </a:lnTo>
                <a:lnTo>
                  <a:pt x="0" y="59612"/>
                </a:lnTo>
                <a:lnTo>
                  <a:pt x="0" y="10590"/>
                </a:lnTo>
                <a:lnTo>
                  <a:pt x="0" y="5012"/>
                </a:lnTo>
                <a:lnTo>
                  <a:pt x="4837" y="5012"/>
                </a:lnTo>
                <a:lnTo>
                  <a:pt x="4837" y="0"/>
                </a:lnTo>
                <a:lnTo>
                  <a:pt x="9876" y="0"/>
                </a:lnTo>
                <a:lnTo>
                  <a:pt x="14915" y="5012"/>
                </a:lnTo>
                <a:lnTo>
                  <a:pt x="14915" y="10590"/>
                </a:lnTo>
                <a:close/>
              </a:path>
              <a:path w="15239" h="304164">
                <a:moveTo>
                  <a:pt x="14915" y="129791"/>
                </a:moveTo>
                <a:lnTo>
                  <a:pt x="14915" y="178813"/>
                </a:lnTo>
                <a:lnTo>
                  <a:pt x="14915" y="184391"/>
                </a:lnTo>
                <a:lnTo>
                  <a:pt x="9876" y="184391"/>
                </a:lnTo>
                <a:lnTo>
                  <a:pt x="9876" y="189968"/>
                </a:lnTo>
                <a:lnTo>
                  <a:pt x="4837" y="184391"/>
                </a:lnTo>
                <a:lnTo>
                  <a:pt x="0" y="184391"/>
                </a:lnTo>
                <a:lnTo>
                  <a:pt x="0" y="178813"/>
                </a:lnTo>
                <a:lnTo>
                  <a:pt x="0" y="129791"/>
                </a:lnTo>
                <a:lnTo>
                  <a:pt x="0" y="124778"/>
                </a:lnTo>
                <a:lnTo>
                  <a:pt x="4837" y="124778"/>
                </a:lnTo>
                <a:lnTo>
                  <a:pt x="4837" y="119224"/>
                </a:lnTo>
                <a:lnTo>
                  <a:pt x="9876" y="119224"/>
                </a:lnTo>
                <a:lnTo>
                  <a:pt x="14915" y="124778"/>
                </a:lnTo>
                <a:lnTo>
                  <a:pt x="14915" y="129791"/>
                </a:lnTo>
                <a:close/>
              </a:path>
              <a:path w="15239" h="304164">
                <a:moveTo>
                  <a:pt x="14915" y="249580"/>
                </a:moveTo>
                <a:lnTo>
                  <a:pt x="14915" y="298602"/>
                </a:lnTo>
                <a:lnTo>
                  <a:pt x="14915" y="303615"/>
                </a:lnTo>
                <a:lnTo>
                  <a:pt x="9876" y="303615"/>
                </a:lnTo>
                <a:lnTo>
                  <a:pt x="4837" y="303615"/>
                </a:lnTo>
                <a:lnTo>
                  <a:pt x="0" y="303615"/>
                </a:lnTo>
                <a:lnTo>
                  <a:pt x="0" y="298602"/>
                </a:lnTo>
                <a:lnTo>
                  <a:pt x="0" y="249580"/>
                </a:lnTo>
                <a:lnTo>
                  <a:pt x="0" y="244003"/>
                </a:lnTo>
                <a:lnTo>
                  <a:pt x="4837" y="238425"/>
                </a:lnTo>
                <a:lnTo>
                  <a:pt x="9876" y="238425"/>
                </a:lnTo>
                <a:lnTo>
                  <a:pt x="14915" y="238425"/>
                </a:lnTo>
                <a:lnTo>
                  <a:pt x="14915" y="249580"/>
                </a:lnTo>
                <a:close/>
              </a:path>
            </a:pathLst>
          </a:custGeom>
          <a:ln w="5292">
            <a:solidFill>
              <a:srgbClr val="000000"/>
            </a:solidFill>
          </a:ln>
        </p:spPr>
        <p:txBody>
          <a:bodyPr wrap="square" lIns="0" tIns="0" rIns="0" bIns="0" rtlCol="0"/>
          <a:lstStyle/>
          <a:p/>
        </p:txBody>
      </p:sp>
      <p:sp>
        <p:nvSpPr>
          <p:cNvPr id="38" name="object 38" descr=""/>
          <p:cNvSpPr/>
          <p:nvPr/>
        </p:nvSpPr>
        <p:spPr>
          <a:xfrm>
            <a:off x="5928333" y="4674206"/>
            <a:ext cx="15240" cy="65405"/>
          </a:xfrm>
          <a:custGeom>
            <a:avLst/>
            <a:gdLst/>
            <a:ahLst/>
            <a:cxnLst/>
            <a:rect l="l" t="t" r="r" b="b"/>
            <a:pathLst>
              <a:path w="15239" h="65404">
                <a:moveTo>
                  <a:pt x="14915" y="5577"/>
                </a:moveTo>
                <a:lnTo>
                  <a:pt x="14915" y="59612"/>
                </a:lnTo>
                <a:lnTo>
                  <a:pt x="14915" y="65166"/>
                </a:lnTo>
                <a:lnTo>
                  <a:pt x="9876" y="65166"/>
                </a:lnTo>
                <a:lnTo>
                  <a:pt x="4837" y="65166"/>
                </a:lnTo>
                <a:lnTo>
                  <a:pt x="0" y="59612"/>
                </a:lnTo>
                <a:lnTo>
                  <a:pt x="0" y="5577"/>
                </a:lnTo>
                <a:lnTo>
                  <a:pt x="4837" y="0"/>
                </a:lnTo>
                <a:lnTo>
                  <a:pt x="9876" y="0"/>
                </a:lnTo>
                <a:lnTo>
                  <a:pt x="14915" y="0"/>
                </a:lnTo>
                <a:lnTo>
                  <a:pt x="14915" y="5577"/>
                </a:lnTo>
                <a:close/>
              </a:path>
            </a:pathLst>
          </a:custGeom>
          <a:ln w="5022">
            <a:solidFill>
              <a:srgbClr val="000000"/>
            </a:solidFill>
          </a:ln>
        </p:spPr>
        <p:txBody>
          <a:bodyPr wrap="square" lIns="0" tIns="0" rIns="0" bIns="0" rtlCol="0"/>
          <a:lstStyle/>
          <a:p/>
        </p:txBody>
      </p:sp>
      <p:sp>
        <p:nvSpPr>
          <p:cNvPr id="39" name="object 39" descr=""/>
          <p:cNvSpPr/>
          <p:nvPr/>
        </p:nvSpPr>
        <p:spPr>
          <a:xfrm>
            <a:off x="5928333" y="5146632"/>
            <a:ext cx="15240" cy="423545"/>
          </a:xfrm>
          <a:custGeom>
            <a:avLst/>
            <a:gdLst/>
            <a:ahLst/>
            <a:cxnLst/>
            <a:rect l="l" t="t" r="r" b="b"/>
            <a:pathLst>
              <a:path w="15239" h="423545">
                <a:moveTo>
                  <a:pt x="14915" y="11132"/>
                </a:moveTo>
                <a:lnTo>
                  <a:pt x="14915" y="59612"/>
                </a:lnTo>
                <a:lnTo>
                  <a:pt x="14915" y="65166"/>
                </a:lnTo>
                <a:lnTo>
                  <a:pt x="9876" y="70744"/>
                </a:lnTo>
                <a:lnTo>
                  <a:pt x="4837" y="70744"/>
                </a:lnTo>
                <a:lnTo>
                  <a:pt x="4837" y="65166"/>
                </a:lnTo>
                <a:lnTo>
                  <a:pt x="0" y="59612"/>
                </a:lnTo>
                <a:lnTo>
                  <a:pt x="0" y="11132"/>
                </a:lnTo>
                <a:lnTo>
                  <a:pt x="4837" y="5554"/>
                </a:lnTo>
                <a:lnTo>
                  <a:pt x="4837" y="0"/>
                </a:lnTo>
                <a:lnTo>
                  <a:pt x="9876" y="0"/>
                </a:lnTo>
                <a:lnTo>
                  <a:pt x="14915" y="5554"/>
                </a:lnTo>
                <a:lnTo>
                  <a:pt x="14915" y="11132"/>
                </a:lnTo>
                <a:close/>
              </a:path>
              <a:path w="15239" h="423545">
                <a:moveTo>
                  <a:pt x="14915" y="130356"/>
                </a:moveTo>
                <a:lnTo>
                  <a:pt x="14915" y="179378"/>
                </a:lnTo>
                <a:lnTo>
                  <a:pt x="14915" y="184955"/>
                </a:lnTo>
                <a:lnTo>
                  <a:pt x="9876" y="189968"/>
                </a:lnTo>
                <a:lnTo>
                  <a:pt x="4837" y="189968"/>
                </a:lnTo>
                <a:lnTo>
                  <a:pt x="4837" y="184955"/>
                </a:lnTo>
                <a:lnTo>
                  <a:pt x="0" y="184955"/>
                </a:lnTo>
                <a:lnTo>
                  <a:pt x="0" y="179378"/>
                </a:lnTo>
                <a:lnTo>
                  <a:pt x="0" y="130356"/>
                </a:lnTo>
                <a:lnTo>
                  <a:pt x="0" y="124778"/>
                </a:lnTo>
                <a:lnTo>
                  <a:pt x="4837" y="124778"/>
                </a:lnTo>
                <a:lnTo>
                  <a:pt x="4837" y="119766"/>
                </a:lnTo>
                <a:lnTo>
                  <a:pt x="9876" y="119766"/>
                </a:lnTo>
                <a:lnTo>
                  <a:pt x="14915" y="124778"/>
                </a:lnTo>
                <a:lnTo>
                  <a:pt x="14915" y="130356"/>
                </a:lnTo>
                <a:close/>
              </a:path>
              <a:path w="15239" h="423545">
                <a:moveTo>
                  <a:pt x="14915" y="250122"/>
                </a:moveTo>
                <a:lnTo>
                  <a:pt x="14915" y="298602"/>
                </a:lnTo>
                <a:lnTo>
                  <a:pt x="14915" y="304157"/>
                </a:lnTo>
                <a:lnTo>
                  <a:pt x="9876" y="304157"/>
                </a:lnTo>
                <a:lnTo>
                  <a:pt x="9876" y="309734"/>
                </a:lnTo>
                <a:lnTo>
                  <a:pt x="4837" y="304157"/>
                </a:lnTo>
                <a:lnTo>
                  <a:pt x="0" y="304157"/>
                </a:lnTo>
                <a:lnTo>
                  <a:pt x="0" y="298602"/>
                </a:lnTo>
                <a:lnTo>
                  <a:pt x="0" y="250122"/>
                </a:lnTo>
                <a:lnTo>
                  <a:pt x="0" y="244567"/>
                </a:lnTo>
                <a:lnTo>
                  <a:pt x="4837" y="244567"/>
                </a:lnTo>
                <a:lnTo>
                  <a:pt x="4837" y="238990"/>
                </a:lnTo>
                <a:lnTo>
                  <a:pt x="9876" y="238990"/>
                </a:lnTo>
                <a:lnTo>
                  <a:pt x="14915" y="244567"/>
                </a:lnTo>
                <a:lnTo>
                  <a:pt x="14915" y="250122"/>
                </a:lnTo>
                <a:close/>
              </a:path>
              <a:path w="15239" h="423545">
                <a:moveTo>
                  <a:pt x="14915" y="369346"/>
                </a:moveTo>
                <a:lnTo>
                  <a:pt x="14915" y="418368"/>
                </a:lnTo>
                <a:lnTo>
                  <a:pt x="14915" y="423381"/>
                </a:lnTo>
                <a:lnTo>
                  <a:pt x="9876" y="423381"/>
                </a:lnTo>
                <a:lnTo>
                  <a:pt x="4837" y="423381"/>
                </a:lnTo>
                <a:lnTo>
                  <a:pt x="0" y="423381"/>
                </a:lnTo>
                <a:lnTo>
                  <a:pt x="0" y="418368"/>
                </a:lnTo>
                <a:lnTo>
                  <a:pt x="0" y="369346"/>
                </a:lnTo>
                <a:lnTo>
                  <a:pt x="0" y="363769"/>
                </a:lnTo>
                <a:lnTo>
                  <a:pt x="4837" y="358756"/>
                </a:lnTo>
                <a:lnTo>
                  <a:pt x="9876" y="358756"/>
                </a:lnTo>
                <a:lnTo>
                  <a:pt x="14915" y="358756"/>
                </a:lnTo>
                <a:lnTo>
                  <a:pt x="14915" y="369346"/>
                </a:lnTo>
                <a:close/>
              </a:path>
            </a:pathLst>
          </a:custGeom>
          <a:ln w="5292">
            <a:solidFill>
              <a:srgbClr val="000000"/>
            </a:solidFill>
          </a:ln>
        </p:spPr>
        <p:txBody>
          <a:bodyPr wrap="square" lIns="0" tIns="0" rIns="0" bIns="0" rtlCol="0"/>
          <a:lstStyle/>
          <a:p/>
        </p:txBody>
      </p:sp>
      <p:sp>
        <p:nvSpPr>
          <p:cNvPr id="40" name="object 40" descr=""/>
          <p:cNvSpPr/>
          <p:nvPr/>
        </p:nvSpPr>
        <p:spPr>
          <a:xfrm>
            <a:off x="5928333" y="5624613"/>
            <a:ext cx="15240" cy="65405"/>
          </a:xfrm>
          <a:custGeom>
            <a:avLst/>
            <a:gdLst/>
            <a:ahLst/>
            <a:cxnLst/>
            <a:rect l="l" t="t" r="r" b="b"/>
            <a:pathLst>
              <a:path w="15239" h="65404">
                <a:moveTo>
                  <a:pt x="14915" y="5577"/>
                </a:moveTo>
                <a:lnTo>
                  <a:pt x="14915" y="59612"/>
                </a:lnTo>
                <a:lnTo>
                  <a:pt x="14915" y="65189"/>
                </a:lnTo>
                <a:lnTo>
                  <a:pt x="9876" y="65189"/>
                </a:lnTo>
                <a:lnTo>
                  <a:pt x="4837" y="65189"/>
                </a:lnTo>
                <a:lnTo>
                  <a:pt x="0" y="59612"/>
                </a:lnTo>
                <a:lnTo>
                  <a:pt x="0" y="5577"/>
                </a:lnTo>
                <a:lnTo>
                  <a:pt x="4837" y="0"/>
                </a:lnTo>
                <a:lnTo>
                  <a:pt x="9876" y="0"/>
                </a:lnTo>
                <a:lnTo>
                  <a:pt x="14915" y="0"/>
                </a:lnTo>
                <a:lnTo>
                  <a:pt x="14915" y="5577"/>
                </a:lnTo>
                <a:close/>
              </a:path>
            </a:pathLst>
          </a:custGeom>
          <a:ln w="5022">
            <a:solidFill>
              <a:srgbClr val="000000"/>
            </a:solidFill>
          </a:ln>
        </p:spPr>
        <p:txBody>
          <a:bodyPr wrap="square" lIns="0" tIns="0" rIns="0" bIns="0" rtlCol="0"/>
          <a:lstStyle/>
          <a:p/>
        </p:txBody>
      </p:sp>
      <p:sp>
        <p:nvSpPr>
          <p:cNvPr id="41" name="object 41" descr=""/>
          <p:cNvSpPr/>
          <p:nvPr/>
        </p:nvSpPr>
        <p:spPr>
          <a:xfrm>
            <a:off x="5928333" y="5743837"/>
            <a:ext cx="15240" cy="65405"/>
          </a:xfrm>
          <a:custGeom>
            <a:avLst/>
            <a:gdLst/>
            <a:ahLst/>
            <a:cxnLst/>
            <a:rect l="l" t="t" r="r" b="b"/>
            <a:pathLst>
              <a:path w="15239" h="65404">
                <a:moveTo>
                  <a:pt x="14915" y="5577"/>
                </a:moveTo>
                <a:lnTo>
                  <a:pt x="14915" y="60154"/>
                </a:lnTo>
                <a:lnTo>
                  <a:pt x="14915" y="65189"/>
                </a:lnTo>
                <a:lnTo>
                  <a:pt x="9876" y="65189"/>
                </a:lnTo>
                <a:lnTo>
                  <a:pt x="4837" y="65189"/>
                </a:lnTo>
                <a:lnTo>
                  <a:pt x="0" y="60154"/>
                </a:lnTo>
                <a:lnTo>
                  <a:pt x="0" y="5577"/>
                </a:lnTo>
                <a:lnTo>
                  <a:pt x="4837" y="0"/>
                </a:lnTo>
                <a:lnTo>
                  <a:pt x="9876" y="0"/>
                </a:lnTo>
                <a:lnTo>
                  <a:pt x="14915" y="0"/>
                </a:lnTo>
                <a:lnTo>
                  <a:pt x="14915" y="5577"/>
                </a:lnTo>
                <a:close/>
              </a:path>
            </a:pathLst>
          </a:custGeom>
          <a:ln w="5022">
            <a:solidFill>
              <a:srgbClr val="000000"/>
            </a:solidFill>
          </a:ln>
        </p:spPr>
        <p:txBody>
          <a:bodyPr wrap="square" lIns="0" tIns="0" rIns="0" bIns="0" rtlCol="0"/>
          <a:lstStyle/>
          <a:p/>
        </p:txBody>
      </p:sp>
      <p:grpSp>
        <p:nvGrpSpPr>
          <p:cNvPr id="42" name="object 42" descr=""/>
          <p:cNvGrpSpPr/>
          <p:nvPr/>
        </p:nvGrpSpPr>
        <p:grpSpPr>
          <a:xfrm>
            <a:off x="8396822" y="5459433"/>
            <a:ext cx="19685" cy="545465"/>
            <a:chOff x="8396822" y="5459433"/>
            <a:chExt cx="19685" cy="545465"/>
          </a:xfrm>
        </p:grpSpPr>
        <p:sp>
          <p:nvSpPr>
            <p:cNvPr id="43" name="object 43" descr=""/>
            <p:cNvSpPr/>
            <p:nvPr/>
          </p:nvSpPr>
          <p:spPr>
            <a:xfrm>
              <a:off x="8399333" y="5461944"/>
              <a:ext cx="14604" cy="542925"/>
            </a:xfrm>
            <a:custGeom>
              <a:avLst/>
              <a:gdLst/>
              <a:ahLst/>
              <a:cxnLst/>
              <a:rect l="l" t="t" r="r" b="b"/>
              <a:pathLst>
                <a:path w="14604" h="542925">
                  <a:moveTo>
                    <a:pt x="14311" y="5012"/>
                  </a:moveTo>
                  <a:lnTo>
                    <a:pt x="0" y="5012"/>
                  </a:lnTo>
                  <a:lnTo>
                    <a:pt x="0" y="70202"/>
                  </a:lnTo>
                  <a:lnTo>
                    <a:pt x="9473" y="70202"/>
                  </a:lnTo>
                  <a:lnTo>
                    <a:pt x="14311" y="64624"/>
                  </a:lnTo>
                  <a:lnTo>
                    <a:pt x="14311" y="5012"/>
                  </a:lnTo>
                  <a:close/>
                </a:path>
                <a:path w="14604" h="542925">
                  <a:moveTo>
                    <a:pt x="4837" y="0"/>
                  </a:moveTo>
                  <a:lnTo>
                    <a:pt x="4837" y="5012"/>
                  </a:lnTo>
                  <a:lnTo>
                    <a:pt x="9473" y="5012"/>
                  </a:lnTo>
                  <a:lnTo>
                    <a:pt x="4837" y="0"/>
                  </a:lnTo>
                  <a:close/>
                </a:path>
                <a:path w="14604" h="542925">
                  <a:moveTo>
                    <a:pt x="9473" y="119224"/>
                  </a:moveTo>
                  <a:lnTo>
                    <a:pt x="4837" y="119224"/>
                  </a:lnTo>
                  <a:lnTo>
                    <a:pt x="0" y="124778"/>
                  </a:lnTo>
                  <a:lnTo>
                    <a:pt x="0" y="184391"/>
                  </a:lnTo>
                  <a:lnTo>
                    <a:pt x="4837" y="189968"/>
                  </a:lnTo>
                  <a:lnTo>
                    <a:pt x="9473" y="189968"/>
                  </a:lnTo>
                  <a:lnTo>
                    <a:pt x="9473" y="184391"/>
                  </a:lnTo>
                  <a:lnTo>
                    <a:pt x="14311" y="184391"/>
                  </a:lnTo>
                  <a:lnTo>
                    <a:pt x="14311" y="124778"/>
                  </a:lnTo>
                  <a:lnTo>
                    <a:pt x="9473" y="124778"/>
                  </a:lnTo>
                  <a:lnTo>
                    <a:pt x="9473" y="119224"/>
                  </a:lnTo>
                  <a:close/>
                </a:path>
                <a:path w="14604" h="542925">
                  <a:moveTo>
                    <a:pt x="9473" y="238425"/>
                  </a:moveTo>
                  <a:lnTo>
                    <a:pt x="4837" y="238425"/>
                  </a:lnTo>
                  <a:lnTo>
                    <a:pt x="0" y="244003"/>
                  </a:lnTo>
                  <a:lnTo>
                    <a:pt x="0" y="303615"/>
                  </a:lnTo>
                  <a:lnTo>
                    <a:pt x="4837" y="309192"/>
                  </a:lnTo>
                  <a:lnTo>
                    <a:pt x="9473" y="309192"/>
                  </a:lnTo>
                  <a:lnTo>
                    <a:pt x="9473" y="303615"/>
                  </a:lnTo>
                  <a:lnTo>
                    <a:pt x="14311" y="303615"/>
                  </a:lnTo>
                  <a:lnTo>
                    <a:pt x="14311" y="244003"/>
                  </a:lnTo>
                  <a:lnTo>
                    <a:pt x="9473" y="244003"/>
                  </a:lnTo>
                  <a:lnTo>
                    <a:pt x="9473" y="238425"/>
                  </a:lnTo>
                  <a:close/>
                </a:path>
                <a:path w="14604" h="542925">
                  <a:moveTo>
                    <a:pt x="9473" y="423404"/>
                  </a:moveTo>
                  <a:lnTo>
                    <a:pt x="4837" y="423404"/>
                  </a:lnTo>
                  <a:lnTo>
                    <a:pt x="4837" y="428958"/>
                  </a:lnTo>
                  <a:lnTo>
                    <a:pt x="9473" y="423404"/>
                  </a:lnTo>
                  <a:close/>
                </a:path>
                <a:path w="14604" h="542925">
                  <a:moveTo>
                    <a:pt x="9473" y="358214"/>
                  </a:moveTo>
                  <a:lnTo>
                    <a:pt x="4837" y="358214"/>
                  </a:lnTo>
                  <a:lnTo>
                    <a:pt x="0" y="363791"/>
                  </a:lnTo>
                  <a:lnTo>
                    <a:pt x="0" y="423404"/>
                  </a:lnTo>
                  <a:lnTo>
                    <a:pt x="14311" y="423404"/>
                  </a:lnTo>
                  <a:lnTo>
                    <a:pt x="14311" y="363791"/>
                  </a:lnTo>
                  <a:lnTo>
                    <a:pt x="9473" y="363791"/>
                  </a:lnTo>
                  <a:lnTo>
                    <a:pt x="9473" y="358214"/>
                  </a:lnTo>
                  <a:close/>
                </a:path>
                <a:path w="14604" h="542925">
                  <a:moveTo>
                    <a:pt x="9473" y="477438"/>
                  </a:moveTo>
                  <a:lnTo>
                    <a:pt x="0" y="477438"/>
                  </a:lnTo>
                  <a:lnTo>
                    <a:pt x="0" y="542605"/>
                  </a:lnTo>
                  <a:lnTo>
                    <a:pt x="14311" y="542605"/>
                  </a:lnTo>
                  <a:lnTo>
                    <a:pt x="14311" y="482993"/>
                  </a:lnTo>
                  <a:lnTo>
                    <a:pt x="9473" y="477438"/>
                  </a:lnTo>
                  <a:close/>
                </a:path>
              </a:pathLst>
            </a:custGeom>
            <a:solidFill>
              <a:srgbClr val="000000"/>
            </a:solidFill>
          </p:spPr>
          <p:txBody>
            <a:bodyPr wrap="square" lIns="0" tIns="0" rIns="0" bIns="0" rtlCol="0"/>
            <a:lstStyle/>
            <a:p/>
          </p:txBody>
        </p:sp>
        <p:sp>
          <p:nvSpPr>
            <p:cNvPr id="44" name="object 44" descr=""/>
            <p:cNvSpPr/>
            <p:nvPr/>
          </p:nvSpPr>
          <p:spPr>
            <a:xfrm>
              <a:off x="8399333" y="5461944"/>
              <a:ext cx="14604" cy="429259"/>
            </a:xfrm>
            <a:custGeom>
              <a:avLst/>
              <a:gdLst/>
              <a:ahLst/>
              <a:cxnLst/>
              <a:rect l="l" t="t" r="r" b="b"/>
              <a:pathLst>
                <a:path w="14604" h="429260">
                  <a:moveTo>
                    <a:pt x="14311" y="10590"/>
                  </a:moveTo>
                  <a:lnTo>
                    <a:pt x="14311" y="59612"/>
                  </a:lnTo>
                  <a:lnTo>
                    <a:pt x="14311" y="64624"/>
                  </a:lnTo>
                  <a:lnTo>
                    <a:pt x="9473" y="70202"/>
                  </a:lnTo>
                  <a:lnTo>
                    <a:pt x="4837" y="70202"/>
                  </a:lnTo>
                  <a:lnTo>
                    <a:pt x="0" y="70202"/>
                  </a:lnTo>
                  <a:lnTo>
                    <a:pt x="0" y="59612"/>
                  </a:lnTo>
                  <a:lnTo>
                    <a:pt x="0" y="10590"/>
                  </a:lnTo>
                  <a:lnTo>
                    <a:pt x="0" y="5012"/>
                  </a:lnTo>
                  <a:lnTo>
                    <a:pt x="4837" y="5012"/>
                  </a:lnTo>
                  <a:lnTo>
                    <a:pt x="4837" y="0"/>
                  </a:lnTo>
                  <a:lnTo>
                    <a:pt x="9473" y="5012"/>
                  </a:lnTo>
                  <a:lnTo>
                    <a:pt x="14311" y="5012"/>
                  </a:lnTo>
                  <a:lnTo>
                    <a:pt x="14311" y="10590"/>
                  </a:lnTo>
                  <a:close/>
                </a:path>
                <a:path w="14604" h="429260">
                  <a:moveTo>
                    <a:pt x="14311" y="129791"/>
                  </a:moveTo>
                  <a:lnTo>
                    <a:pt x="14311" y="178836"/>
                  </a:lnTo>
                  <a:lnTo>
                    <a:pt x="14311" y="184391"/>
                  </a:lnTo>
                  <a:lnTo>
                    <a:pt x="9473" y="184391"/>
                  </a:lnTo>
                  <a:lnTo>
                    <a:pt x="9473" y="189968"/>
                  </a:lnTo>
                  <a:lnTo>
                    <a:pt x="4837" y="189968"/>
                  </a:lnTo>
                  <a:lnTo>
                    <a:pt x="0" y="184391"/>
                  </a:lnTo>
                  <a:lnTo>
                    <a:pt x="0" y="178836"/>
                  </a:lnTo>
                  <a:lnTo>
                    <a:pt x="0" y="129791"/>
                  </a:lnTo>
                  <a:lnTo>
                    <a:pt x="0" y="124778"/>
                  </a:lnTo>
                  <a:lnTo>
                    <a:pt x="4837" y="119224"/>
                  </a:lnTo>
                  <a:lnTo>
                    <a:pt x="9473" y="119224"/>
                  </a:lnTo>
                  <a:lnTo>
                    <a:pt x="9473" y="124778"/>
                  </a:lnTo>
                  <a:lnTo>
                    <a:pt x="14311" y="124778"/>
                  </a:lnTo>
                  <a:lnTo>
                    <a:pt x="14311" y="129791"/>
                  </a:lnTo>
                  <a:close/>
                </a:path>
                <a:path w="14604" h="429260">
                  <a:moveTo>
                    <a:pt x="14311" y="249580"/>
                  </a:moveTo>
                  <a:lnTo>
                    <a:pt x="14311" y="298602"/>
                  </a:lnTo>
                  <a:lnTo>
                    <a:pt x="14311" y="303615"/>
                  </a:lnTo>
                  <a:lnTo>
                    <a:pt x="9473" y="303615"/>
                  </a:lnTo>
                  <a:lnTo>
                    <a:pt x="9473" y="309192"/>
                  </a:lnTo>
                  <a:lnTo>
                    <a:pt x="4837" y="309192"/>
                  </a:lnTo>
                  <a:lnTo>
                    <a:pt x="0" y="303615"/>
                  </a:lnTo>
                  <a:lnTo>
                    <a:pt x="0" y="298602"/>
                  </a:lnTo>
                  <a:lnTo>
                    <a:pt x="0" y="249580"/>
                  </a:lnTo>
                  <a:lnTo>
                    <a:pt x="0" y="244003"/>
                  </a:lnTo>
                  <a:lnTo>
                    <a:pt x="4837" y="238425"/>
                  </a:lnTo>
                  <a:lnTo>
                    <a:pt x="9473" y="238425"/>
                  </a:lnTo>
                  <a:lnTo>
                    <a:pt x="9473" y="244003"/>
                  </a:lnTo>
                  <a:lnTo>
                    <a:pt x="14311" y="244003"/>
                  </a:lnTo>
                  <a:lnTo>
                    <a:pt x="14311" y="249580"/>
                  </a:lnTo>
                  <a:close/>
                </a:path>
                <a:path w="14604" h="429260">
                  <a:moveTo>
                    <a:pt x="14311" y="368804"/>
                  </a:moveTo>
                  <a:lnTo>
                    <a:pt x="14311" y="417826"/>
                  </a:lnTo>
                  <a:lnTo>
                    <a:pt x="14311" y="423404"/>
                  </a:lnTo>
                  <a:lnTo>
                    <a:pt x="9473" y="423404"/>
                  </a:lnTo>
                  <a:lnTo>
                    <a:pt x="4837" y="428958"/>
                  </a:lnTo>
                  <a:lnTo>
                    <a:pt x="4837" y="423404"/>
                  </a:lnTo>
                  <a:lnTo>
                    <a:pt x="0" y="423404"/>
                  </a:lnTo>
                  <a:lnTo>
                    <a:pt x="0" y="417826"/>
                  </a:lnTo>
                  <a:lnTo>
                    <a:pt x="0" y="368804"/>
                  </a:lnTo>
                  <a:lnTo>
                    <a:pt x="0" y="363791"/>
                  </a:lnTo>
                  <a:lnTo>
                    <a:pt x="4837" y="358214"/>
                  </a:lnTo>
                  <a:lnTo>
                    <a:pt x="9473" y="358214"/>
                  </a:lnTo>
                  <a:lnTo>
                    <a:pt x="9473" y="363791"/>
                  </a:lnTo>
                  <a:lnTo>
                    <a:pt x="14311" y="363791"/>
                  </a:lnTo>
                  <a:lnTo>
                    <a:pt x="14311" y="368804"/>
                  </a:lnTo>
                  <a:close/>
                </a:path>
              </a:pathLst>
            </a:custGeom>
            <a:ln w="5292">
              <a:solidFill>
                <a:srgbClr val="000000"/>
              </a:solidFill>
            </a:ln>
          </p:spPr>
          <p:txBody>
            <a:bodyPr wrap="square" lIns="0" tIns="0" rIns="0" bIns="0" rtlCol="0"/>
            <a:lstStyle/>
            <a:p/>
          </p:txBody>
        </p:sp>
      </p:grpSp>
      <p:grpSp>
        <p:nvGrpSpPr>
          <p:cNvPr id="45" name="object 45" descr=""/>
          <p:cNvGrpSpPr/>
          <p:nvPr/>
        </p:nvGrpSpPr>
        <p:grpSpPr>
          <a:xfrm>
            <a:off x="8818095" y="4883386"/>
            <a:ext cx="19685" cy="1145540"/>
            <a:chOff x="8818095" y="4883386"/>
            <a:chExt cx="19685" cy="1145540"/>
          </a:xfrm>
        </p:grpSpPr>
        <p:sp>
          <p:nvSpPr>
            <p:cNvPr id="46" name="object 46" descr=""/>
            <p:cNvSpPr/>
            <p:nvPr/>
          </p:nvSpPr>
          <p:spPr>
            <a:xfrm>
              <a:off x="8820607" y="4885897"/>
              <a:ext cx="14604" cy="1140460"/>
            </a:xfrm>
            <a:custGeom>
              <a:avLst/>
              <a:gdLst/>
              <a:ahLst/>
              <a:cxnLst/>
              <a:rect l="l" t="t" r="r" b="b"/>
              <a:pathLst>
                <a:path w="14604" h="1140460">
                  <a:moveTo>
                    <a:pt x="10078" y="0"/>
                  </a:moveTo>
                  <a:lnTo>
                    <a:pt x="5039" y="0"/>
                  </a:lnTo>
                  <a:lnTo>
                    <a:pt x="5039" y="5577"/>
                  </a:lnTo>
                  <a:lnTo>
                    <a:pt x="0" y="11154"/>
                  </a:lnTo>
                  <a:lnTo>
                    <a:pt x="0" y="59612"/>
                  </a:lnTo>
                  <a:lnTo>
                    <a:pt x="5039" y="65189"/>
                  </a:lnTo>
                  <a:lnTo>
                    <a:pt x="5039" y="70744"/>
                  </a:lnTo>
                  <a:lnTo>
                    <a:pt x="10078" y="70744"/>
                  </a:lnTo>
                  <a:lnTo>
                    <a:pt x="14512" y="65189"/>
                  </a:lnTo>
                  <a:lnTo>
                    <a:pt x="14512" y="5577"/>
                  </a:lnTo>
                  <a:lnTo>
                    <a:pt x="10078" y="0"/>
                  </a:lnTo>
                  <a:close/>
                </a:path>
                <a:path w="14604" h="1140460">
                  <a:moveTo>
                    <a:pt x="10078" y="119788"/>
                  </a:moveTo>
                  <a:lnTo>
                    <a:pt x="5039" y="119788"/>
                  </a:lnTo>
                  <a:lnTo>
                    <a:pt x="5039" y="124801"/>
                  </a:lnTo>
                  <a:lnTo>
                    <a:pt x="0" y="130356"/>
                  </a:lnTo>
                  <a:lnTo>
                    <a:pt x="0" y="179400"/>
                  </a:lnTo>
                  <a:lnTo>
                    <a:pt x="5039" y="184955"/>
                  </a:lnTo>
                  <a:lnTo>
                    <a:pt x="10078" y="189968"/>
                  </a:lnTo>
                  <a:lnTo>
                    <a:pt x="10078" y="184955"/>
                  </a:lnTo>
                  <a:lnTo>
                    <a:pt x="14512" y="184955"/>
                  </a:lnTo>
                  <a:lnTo>
                    <a:pt x="14512" y="124801"/>
                  </a:lnTo>
                  <a:lnTo>
                    <a:pt x="10078" y="119788"/>
                  </a:lnTo>
                  <a:close/>
                </a:path>
                <a:path w="14604" h="1140460">
                  <a:moveTo>
                    <a:pt x="14512" y="238990"/>
                  </a:moveTo>
                  <a:lnTo>
                    <a:pt x="5039" y="238990"/>
                  </a:lnTo>
                  <a:lnTo>
                    <a:pt x="0" y="250145"/>
                  </a:lnTo>
                  <a:lnTo>
                    <a:pt x="0" y="298602"/>
                  </a:lnTo>
                  <a:lnTo>
                    <a:pt x="5039" y="304179"/>
                  </a:lnTo>
                  <a:lnTo>
                    <a:pt x="14512" y="304179"/>
                  </a:lnTo>
                  <a:lnTo>
                    <a:pt x="14512" y="238990"/>
                  </a:lnTo>
                  <a:close/>
                </a:path>
                <a:path w="14604" h="1140460">
                  <a:moveTo>
                    <a:pt x="14512" y="358779"/>
                  </a:moveTo>
                  <a:lnTo>
                    <a:pt x="5039" y="358779"/>
                  </a:lnTo>
                  <a:lnTo>
                    <a:pt x="0" y="363791"/>
                  </a:lnTo>
                  <a:lnTo>
                    <a:pt x="0" y="418391"/>
                  </a:lnTo>
                  <a:lnTo>
                    <a:pt x="5039" y="423945"/>
                  </a:lnTo>
                  <a:lnTo>
                    <a:pt x="14512" y="423945"/>
                  </a:lnTo>
                  <a:lnTo>
                    <a:pt x="14512" y="358779"/>
                  </a:lnTo>
                  <a:close/>
                </a:path>
                <a:path w="14604" h="1140460">
                  <a:moveTo>
                    <a:pt x="14512" y="478003"/>
                  </a:moveTo>
                  <a:lnTo>
                    <a:pt x="5039" y="478003"/>
                  </a:lnTo>
                  <a:lnTo>
                    <a:pt x="0" y="483558"/>
                  </a:lnTo>
                  <a:lnTo>
                    <a:pt x="0" y="537615"/>
                  </a:lnTo>
                  <a:lnTo>
                    <a:pt x="5039" y="543170"/>
                  </a:lnTo>
                  <a:lnTo>
                    <a:pt x="14512" y="543170"/>
                  </a:lnTo>
                  <a:lnTo>
                    <a:pt x="14512" y="478003"/>
                  </a:lnTo>
                  <a:close/>
                </a:path>
                <a:path w="14604" h="1140460">
                  <a:moveTo>
                    <a:pt x="14512" y="597769"/>
                  </a:moveTo>
                  <a:lnTo>
                    <a:pt x="5039" y="597769"/>
                  </a:lnTo>
                  <a:lnTo>
                    <a:pt x="0" y="602782"/>
                  </a:lnTo>
                  <a:lnTo>
                    <a:pt x="0" y="657381"/>
                  </a:lnTo>
                  <a:lnTo>
                    <a:pt x="5039" y="662394"/>
                  </a:lnTo>
                  <a:lnTo>
                    <a:pt x="14512" y="662394"/>
                  </a:lnTo>
                  <a:lnTo>
                    <a:pt x="14512" y="597769"/>
                  </a:lnTo>
                  <a:close/>
                </a:path>
                <a:path w="14604" h="1140460">
                  <a:moveTo>
                    <a:pt x="10078" y="711416"/>
                  </a:moveTo>
                  <a:lnTo>
                    <a:pt x="0" y="722571"/>
                  </a:lnTo>
                  <a:lnTo>
                    <a:pt x="0" y="771028"/>
                  </a:lnTo>
                  <a:lnTo>
                    <a:pt x="5039" y="782183"/>
                  </a:lnTo>
                  <a:lnTo>
                    <a:pt x="14512" y="782183"/>
                  </a:lnTo>
                  <a:lnTo>
                    <a:pt x="14512" y="716993"/>
                  </a:lnTo>
                  <a:lnTo>
                    <a:pt x="10078" y="716993"/>
                  </a:lnTo>
                  <a:lnTo>
                    <a:pt x="10078" y="711416"/>
                  </a:lnTo>
                  <a:close/>
                </a:path>
                <a:path w="14604" h="1140460">
                  <a:moveTo>
                    <a:pt x="10078" y="831205"/>
                  </a:moveTo>
                  <a:lnTo>
                    <a:pt x="5039" y="831205"/>
                  </a:lnTo>
                  <a:lnTo>
                    <a:pt x="5039" y="836217"/>
                  </a:lnTo>
                  <a:lnTo>
                    <a:pt x="0" y="841772"/>
                  </a:lnTo>
                  <a:lnTo>
                    <a:pt x="0" y="890817"/>
                  </a:lnTo>
                  <a:lnTo>
                    <a:pt x="5039" y="896371"/>
                  </a:lnTo>
                  <a:lnTo>
                    <a:pt x="5039" y="901384"/>
                  </a:lnTo>
                  <a:lnTo>
                    <a:pt x="10078" y="901384"/>
                  </a:lnTo>
                  <a:lnTo>
                    <a:pt x="14512" y="896371"/>
                  </a:lnTo>
                  <a:lnTo>
                    <a:pt x="14512" y="836217"/>
                  </a:lnTo>
                  <a:lnTo>
                    <a:pt x="10078" y="831205"/>
                  </a:lnTo>
                  <a:close/>
                </a:path>
                <a:path w="14604" h="1140460">
                  <a:moveTo>
                    <a:pt x="10078" y="950406"/>
                  </a:moveTo>
                  <a:lnTo>
                    <a:pt x="5039" y="950406"/>
                  </a:lnTo>
                  <a:lnTo>
                    <a:pt x="5039" y="955984"/>
                  </a:lnTo>
                  <a:lnTo>
                    <a:pt x="0" y="961561"/>
                  </a:lnTo>
                  <a:lnTo>
                    <a:pt x="0" y="1010018"/>
                  </a:lnTo>
                  <a:lnTo>
                    <a:pt x="5039" y="1015596"/>
                  </a:lnTo>
                  <a:lnTo>
                    <a:pt x="5039" y="1021173"/>
                  </a:lnTo>
                  <a:lnTo>
                    <a:pt x="10078" y="1021173"/>
                  </a:lnTo>
                  <a:lnTo>
                    <a:pt x="14512" y="1015596"/>
                  </a:lnTo>
                  <a:lnTo>
                    <a:pt x="14512" y="955984"/>
                  </a:lnTo>
                  <a:lnTo>
                    <a:pt x="10078" y="950406"/>
                  </a:lnTo>
                  <a:close/>
                </a:path>
                <a:path w="14604" h="1140460">
                  <a:moveTo>
                    <a:pt x="10078" y="1070195"/>
                  </a:moveTo>
                  <a:lnTo>
                    <a:pt x="5039" y="1070195"/>
                  </a:lnTo>
                  <a:lnTo>
                    <a:pt x="5039" y="1075208"/>
                  </a:lnTo>
                  <a:lnTo>
                    <a:pt x="0" y="1080785"/>
                  </a:lnTo>
                  <a:lnTo>
                    <a:pt x="0" y="1129807"/>
                  </a:lnTo>
                  <a:lnTo>
                    <a:pt x="5039" y="1135384"/>
                  </a:lnTo>
                  <a:lnTo>
                    <a:pt x="10078" y="1140397"/>
                  </a:lnTo>
                  <a:lnTo>
                    <a:pt x="10078" y="1135384"/>
                  </a:lnTo>
                  <a:lnTo>
                    <a:pt x="14512" y="1135384"/>
                  </a:lnTo>
                  <a:lnTo>
                    <a:pt x="14512" y="1075208"/>
                  </a:lnTo>
                  <a:lnTo>
                    <a:pt x="10078" y="1070195"/>
                  </a:lnTo>
                  <a:close/>
                </a:path>
              </a:pathLst>
            </a:custGeom>
            <a:solidFill>
              <a:srgbClr val="000000"/>
            </a:solidFill>
          </p:spPr>
          <p:txBody>
            <a:bodyPr wrap="square" lIns="0" tIns="0" rIns="0" bIns="0" rtlCol="0"/>
            <a:lstStyle/>
            <a:p/>
          </p:txBody>
        </p:sp>
        <p:sp>
          <p:nvSpPr>
            <p:cNvPr id="47" name="object 47" descr=""/>
            <p:cNvSpPr/>
            <p:nvPr/>
          </p:nvSpPr>
          <p:spPr>
            <a:xfrm>
              <a:off x="8820607" y="4885897"/>
              <a:ext cx="14604" cy="1140460"/>
            </a:xfrm>
            <a:custGeom>
              <a:avLst/>
              <a:gdLst/>
              <a:ahLst/>
              <a:cxnLst/>
              <a:rect l="l" t="t" r="r" b="b"/>
              <a:pathLst>
                <a:path w="14604" h="1140460">
                  <a:moveTo>
                    <a:pt x="14512" y="11154"/>
                  </a:moveTo>
                  <a:lnTo>
                    <a:pt x="14512" y="59612"/>
                  </a:lnTo>
                  <a:lnTo>
                    <a:pt x="14512" y="65189"/>
                  </a:lnTo>
                  <a:lnTo>
                    <a:pt x="10078" y="70744"/>
                  </a:lnTo>
                  <a:lnTo>
                    <a:pt x="5039" y="70744"/>
                  </a:lnTo>
                  <a:lnTo>
                    <a:pt x="5039" y="65189"/>
                  </a:lnTo>
                  <a:lnTo>
                    <a:pt x="0" y="59612"/>
                  </a:lnTo>
                  <a:lnTo>
                    <a:pt x="0" y="11154"/>
                  </a:lnTo>
                  <a:lnTo>
                    <a:pt x="5039" y="5577"/>
                  </a:lnTo>
                  <a:lnTo>
                    <a:pt x="5039" y="0"/>
                  </a:lnTo>
                  <a:lnTo>
                    <a:pt x="10078" y="0"/>
                  </a:lnTo>
                  <a:lnTo>
                    <a:pt x="14512" y="5577"/>
                  </a:lnTo>
                  <a:lnTo>
                    <a:pt x="14512" y="11154"/>
                  </a:lnTo>
                  <a:close/>
                </a:path>
                <a:path w="14604" h="1140460">
                  <a:moveTo>
                    <a:pt x="14512" y="130356"/>
                  </a:moveTo>
                  <a:lnTo>
                    <a:pt x="14512" y="179400"/>
                  </a:lnTo>
                  <a:lnTo>
                    <a:pt x="14512" y="184955"/>
                  </a:lnTo>
                  <a:lnTo>
                    <a:pt x="10078" y="184955"/>
                  </a:lnTo>
                  <a:lnTo>
                    <a:pt x="10078" y="189968"/>
                  </a:lnTo>
                  <a:lnTo>
                    <a:pt x="5039" y="184955"/>
                  </a:lnTo>
                  <a:lnTo>
                    <a:pt x="0" y="179400"/>
                  </a:lnTo>
                  <a:lnTo>
                    <a:pt x="0" y="130356"/>
                  </a:lnTo>
                  <a:lnTo>
                    <a:pt x="5039" y="124801"/>
                  </a:lnTo>
                  <a:lnTo>
                    <a:pt x="5039" y="119788"/>
                  </a:lnTo>
                  <a:lnTo>
                    <a:pt x="10078" y="119788"/>
                  </a:lnTo>
                  <a:lnTo>
                    <a:pt x="14512" y="124801"/>
                  </a:lnTo>
                  <a:lnTo>
                    <a:pt x="14512" y="130356"/>
                  </a:lnTo>
                  <a:close/>
                </a:path>
                <a:path w="14604" h="1140460">
                  <a:moveTo>
                    <a:pt x="14512" y="841772"/>
                  </a:moveTo>
                  <a:lnTo>
                    <a:pt x="14512" y="890817"/>
                  </a:lnTo>
                  <a:lnTo>
                    <a:pt x="14512" y="896371"/>
                  </a:lnTo>
                  <a:lnTo>
                    <a:pt x="10078" y="901384"/>
                  </a:lnTo>
                  <a:lnTo>
                    <a:pt x="5039" y="901384"/>
                  </a:lnTo>
                  <a:lnTo>
                    <a:pt x="5039" y="896371"/>
                  </a:lnTo>
                  <a:lnTo>
                    <a:pt x="0" y="890817"/>
                  </a:lnTo>
                  <a:lnTo>
                    <a:pt x="0" y="841772"/>
                  </a:lnTo>
                  <a:lnTo>
                    <a:pt x="5039" y="836217"/>
                  </a:lnTo>
                  <a:lnTo>
                    <a:pt x="5039" y="831205"/>
                  </a:lnTo>
                  <a:lnTo>
                    <a:pt x="10078" y="831205"/>
                  </a:lnTo>
                  <a:lnTo>
                    <a:pt x="14512" y="836217"/>
                  </a:lnTo>
                  <a:lnTo>
                    <a:pt x="14512" y="841772"/>
                  </a:lnTo>
                  <a:close/>
                </a:path>
                <a:path w="14604" h="1140460">
                  <a:moveTo>
                    <a:pt x="14512" y="961561"/>
                  </a:moveTo>
                  <a:lnTo>
                    <a:pt x="14512" y="1010018"/>
                  </a:lnTo>
                  <a:lnTo>
                    <a:pt x="14512" y="1015596"/>
                  </a:lnTo>
                  <a:lnTo>
                    <a:pt x="10078" y="1021173"/>
                  </a:lnTo>
                  <a:lnTo>
                    <a:pt x="5039" y="1021173"/>
                  </a:lnTo>
                  <a:lnTo>
                    <a:pt x="5039" y="1015596"/>
                  </a:lnTo>
                  <a:lnTo>
                    <a:pt x="0" y="1010018"/>
                  </a:lnTo>
                  <a:lnTo>
                    <a:pt x="0" y="961561"/>
                  </a:lnTo>
                  <a:lnTo>
                    <a:pt x="5039" y="955984"/>
                  </a:lnTo>
                  <a:lnTo>
                    <a:pt x="5039" y="950406"/>
                  </a:lnTo>
                  <a:lnTo>
                    <a:pt x="10078" y="950406"/>
                  </a:lnTo>
                  <a:lnTo>
                    <a:pt x="14512" y="955984"/>
                  </a:lnTo>
                  <a:lnTo>
                    <a:pt x="14512" y="961561"/>
                  </a:lnTo>
                  <a:close/>
                </a:path>
                <a:path w="14604" h="1140460">
                  <a:moveTo>
                    <a:pt x="14512" y="1080785"/>
                  </a:moveTo>
                  <a:lnTo>
                    <a:pt x="14512" y="1129807"/>
                  </a:lnTo>
                  <a:lnTo>
                    <a:pt x="14512" y="1135384"/>
                  </a:lnTo>
                  <a:lnTo>
                    <a:pt x="10078" y="1135384"/>
                  </a:lnTo>
                  <a:lnTo>
                    <a:pt x="10078" y="1140397"/>
                  </a:lnTo>
                  <a:lnTo>
                    <a:pt x="5039" y="1135384"/>
                  </a:lnTo>
                  <a:lnTo>
                    <a:pt x="0" y="1129807"/>
                  </a:lnTo>
                  <a:lnTo>
                    <a:pt x="0" y="1080785"/>
                  </a:lnTo>
                  <a:lnTo>
                    <a:pt x="5039" y="1075208"/>
                  </a:lnTo>
                  <a:lnTo>
                    <a:pt x="5039" y="1070195"/>
                  </a:lnTo>
                  <a:lnTo>
                    <a:pt x="10078" y="1070195"/>
                  </a:lnTo>
                  <a:lnTo>
                    <a:pt x="14512" y="1075208"/>
                  </a:lnTo>
                  <a:lnTo>
                    <a:pt x="14512" y="1080785"/>
                  </a:lnTo>
                  <a:close/>
                </a:path>
              </a:pathLst>
            </a:custGeom>
            <a:ln w="5292">
              <a:solidFill>
                <a:srgbClr val="000000"/>
              </a:solidFill>
            </a:ln>
          </p:spPr>
          <p:txBody>
            <a:bodyPr wrap="square" lIns="0" tIns="0" rIns="0" bIns="0" rtlCol="0"/>
            <a:lstStyle/>
            <a:p/>
          </p:txBody>
        </p:sp>
      </p:grpSp>
      <p:graphicFrame>
        <p:nvGraphicFramePr>
          <p:cNvPr id="48" name="object 48" descr=""/>
          <p:cNvGraphicFramePr>
            <a:graphicFrameLocks noGrp="1"/>
          </p:cNvGraphicFramePr>
          <p:nvPr/>
        </p:nvGraphicFramePr>
        <p:xfrm>
          <a:off x="2951526" y="3199486"/>
          <a:ext cx="6946265" cy="2800350"/>
        </p:xfrm>
        <a:graphic>
          <a:graphicData uri="http://schemas.openxmlformats.org/drawingml/2006/table">
            <a:tbl>
              <a:tblPr firstRow="1" bandRow="1">
                <a:tableStyleId>{2D5ABB26-0587-4C30-8999-92F81FD0307C}</a:tableStyleId>
              </a:tblPr>
              <a:tblGrid>
                <a:gridCol w="421005"/>
                <a:gridCol w="426720"/>
                <a:gridCol w="421640"/>
                <a:gridCol w="426720"/>
                <a:gridCol w="421639"/>
                <a:gridCol w="426719"/>
                <a:gridCol w="421640"/>
                <a:gridCol w="1613535"/>
                <a:gridCol w="421639"/>
                <a:gridCol w="426720"/>
                <a:gridCol w="421639"/>
                <a:gridCol w="426720"/>
                <a:gridCol w="568325"/>
              </a:tblGrid>
              <a:tr h="553085">
                <a:tc gridSpan="13">
                  <a:txBody>
                    <a:bodyPr/>
                    <a:lstStyle/>
                    <a:p>
                      <a:pPr marL="502920">
                        <a:lnSpc>
                          <a:spcPts val="1770"/>
                        </a:lnSpc>
                        <a:tabLst>
                          <a:tab pos="5080635" algn="l"/>
                        </a:tabLst>
                      </a:pPr>
                      <a:r>
                        <a:rPr dirty="0" sz="1600" spc="-165">
                          <a:solidFill>
                            <a:srgbClr val="FF0000"/>
                          </a:solidFill>
                          <a:latin typeface="宋体"/>
                          <a:cs typeface="宋体"/>
                        </a:rPr>
                        <a:t>通过时</a:t>
                      </a:r>
                      <a:r>
                        <a:rPr dirty="0" sz="1600" spc="-50">
                          <a:solidFill>
                            <a:srgbClr val="FF0000"/>
                          </a:solidFill>
                          <a:latin typeface="宋体"/>
                          <a:cs typeface="宋体"/>
                        </a:rPr>
                        <a:t>间</a:t>
                      </a:r>
                      <a:r>
                        <a:rPr dirty="0" sz="1600">
                          <a:solidFill>
                            <a:srgbClr val="FF0000"/>
                          </a:solidFill>
                          <a:latin typeface="宋体"/>
                          <a:cs typeface="宋体"/>
                        </a:rPr>
                        <a:t>	</a:t>
                      </a:r>
                      <a:r>
                        <a:rPr dirty="0" sz="1600" spc="-165">
                          <a:solidFill>
                            <a:srgbClr val="FF0000"/>
                          </a:solidFill>
                          <a:latin typeface="宋体"/>
                          <a:cs typeface="宋体"/>
                        </a:rPr>
                        <a:t>排空时</a:t>
                      </a:r>
                      <a:r>
                        <a:rPr dirty="0" sz="1600" spc="-50">
                          <a:solidFill>
                            <a:srgbClr val="FF0000"/>
                          </a:solidFill>
                          <a:latin typeface="宋体"/>
                          <a:cs typeface="宋体"/>
                        </a:rPr>
                        <a:t>间</a:t>
                      </a:r>
                      <a:endParaRPr sz="1600">
                        <a:latin typeface="宋体"/>
                        <a:cs typeface="宋体"/>
                      </a:endParaRPr>
                    </a:p>
                  </a:txBody>
                  <a:tcPr marL="0" marR="0" marB="0" marT="0">
                    <a:lnL w="38100">
                      <a:solidFill>
                        <a:srgbClr val="000000"/>
                      </a:solidFill>
                      <a:prstDash val="solid"/>
                    </a:ln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58800">
                <a:tc gridSpan="3">
                  <a:txBody>
                    <a:bodyPr/>
                    <a:lstStyle/>
                    <a:p>
                      <a:pPr>
                        <a:lnSpc>
                          <a:spcPct val="100000"/>
                        </a:lnSpc>
                      </a:pPr>
                      <a:endParaRPr sz="1900">
                        <a:latin typeface="Times New Roman"/>
                        <a:cs typeface="Times New Roman"/>
                      </a:endParaRPr>
                    </a:p>
                  </a:txBody>
                  <a:tcPr marL="0" marR="0" marB="0" marT="0">
                    <a:lnL w="38100">
                      <a:solidFill>
                        <a:srgbClr val="000000"/>
                      </a:solidFill>
                      <a:prstDash val="solid"/>
                    </a:lnL>
                    <a:lnR w="19050">
                      <a:solidFill>
                        <a:srgbClr val="000000"/>
                      </a:solidFill>
                      <a:prstDash val="solid"/>
                    </a:lnR>
                  </a:tcPr>
                </a:tc>
                <a:tc hMerge="1">
                  <a:txBody>
                    <a:bodyPr/>
                    <a:lstStyle/>
                    <a:p>
                      <a:pPr/>
                    </a:p>
                  </a:txBody>
                  <a:tcPr marL="0" marR="0" marB="0" marT="0"/>
                </a:tc>
                <a:tc hMerge="1">
                  <a:txBody>
                    <a:bodyPr/>
                    <a:lstStyle/>
                    <a:p>
                      <a:pPr/>
                    </a:p>
                  </a:txBody>
                  <a:tcPr marL="0" marR="0" marB="0" marT="0"/>
                </a:tc>
                <a:tc>
                  <a:txBody>
                    <a:bodyPr/>
                    <a:lstStyle/>
                    <a:p>
                      <a:pPr algn="ctr" marL="5080">
                        <a:lnSpc>
                          <a:spcPct val="100000"/>
                        </a:lnSpc>
                        <a:spcBef>
                          <a:spcPts val="1305"/>
                        </a:spcBef>
                      </a:pPr>
                      <a:r>
                        <a:rPr dirty="0" sz="1600" spc="-50">
                          <a:latin typeface="宋体"/>
                          <a:cs typeface="宋体"/>
                        </a:rPr>
                        <a:t>1</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4FFFF"/>
                    </a:solidFill>
                  </a:tcPr>
                </a:tc>
                <a:tc>
                  <a:txBody>
                    <a:bodyPr/>
                    <a:lstStyle/>
                    <a:p>
                      <a:pPr algn="ctr">
                        <a:lnSpc>
                          <a:spcPct val="100000"/>
                        </a:lnSpc>
                        <a:spcBef>
                          <a:spcPts val="1305"/>
                        </a:spcBef>
                      </a:pPr>
                      <a:r>
                        <a:rPr dirty="0" sz="1600" spc="-50">
                          <a:latin typeface="宋体"/>
                          <a:cs typeface="宋体"/>
                        </a:rPr>
                        <a:t>2</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marL="5080">
                        <a:lnSpc>
                          <a:spcPct val="100000"/>
                        </a:lnSpc>
                        <a:spcBef>
                          <a:spcPts val="1305"/>
                        </a:spcBef>
                      </a:pPr>
                      <a:r>
                        <a:rPr dirty="0" sz="1600" spc="-50">
                          <a:latin typeface="宋体"/>
                          <a:cs typeface="宋体"/>
                        </a:rPr>
                        <a:t>3</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8FFFF"/>
                    </a:solidFill>
                  </a:tcPr>
                </a:tc>
                <a:tc>
                  <a:txBody>
                    <a:bodyPr/>
                    <a:lstStyle/>
                    <a:p>
                      <a:pPr algn="ctr">
                        <a:lnSpc>
                          <a:spcPct val="100000"/>
                        </a:lnSpc>
                        <a:spcBef>
                          <a:spcPts val="1305"/>
                        </a:spcBef>
                      </a:pPr>
                      <a:r>
                        <a:rPr dirty="0" sz="1600" spc="-50">
                          <a:latin typeface="宋体"/>
                          <a:cs typeface="宋体"/>
                        </a:rPr>
                        <a:t>4</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1FFFF"/>
                    </a:solidFill>
                  </a:tcPr>
                </a:tc>
                <a:tc rowSpan="4">
                  <a:txBody>
                    <a:bodyPr/>
                    <a:lstStyle/>
                    <a:p>
                      <a:pPr marL="401955">
                        <a:lnSpc>
                          <a:spcPct val="100000"/>
                        </a:lnSpc>
                        <a:spcBef>
                          <a:spcPts val="840"/>
                        </a:spcBef>
                      </a:pPr>
                      <a:r>
                        <a:rPr dirty="0" sz="1850" spc="-25">
                          <a:latin typeface="宋体"/>
                          <a:cs typeface="宋体"/>
                        </a:rPr>
                        <a:t>……</a:t>
                      </a:r>
                      <a:endParaRPr sz="1850">
                        <a:latin typeface="宋体"/>
                        <a:cs typeface="宋体"/>
                      </a:endParaRPr>
                    </a:p>
                    <a:p>
                      <a:pPr>
                        <a:lnSpc>
                          <a:spcPct val="100000"/>
                        </a:lnSpc>
                        <a:spcBef>
                          <a:spcPts val="60"/>
                        </a:spcBef>
                      </a:pPr>
                      <a:endParaRPr sz="1850">
                        <a:latin typeface="Times New Roman"/>
                        <a:cs typeface="Times New Roman"/>
                      </a:endParaRPr>
                    </a:p>
                    <a:p>
                      <a:pPr marL="401955">
                        <a:lnSpc>
                          <a:spcPct val="100000"/>
                        </a:lnSpc>
                      </a:pPr>
                      <a:r>
                        <a:rPr dirty="0" sz="1850" spc="-25">
                          <a:latin typeface="宋体"/>
                          <a:cs typeface="宋体"/>
                        </a:rPr>
                        <a:t>……</a:t>
                      </a:r>
                      <a:endParaRPr sz="1850">
                        <a:latin typeface="宋体"/>
                        <a:cs typeface="宋体"/>
                      </a:endParaRPr>
                    </a:p>
                    <a:p>
                      <a:pPr>
                        <a:lnSpc>
                          <a:spcPct val="100000"/>
                        </a:lnSpc>
                        <a:spcBef>
                          <a:spcPts val="100"/>
                        </a:spcBef>
                      </a:pPr>
                      <a:endParaRPr sz="1850">
                        <a:latin typeface="Times New Roman"/>
                        <a:cs typeface="Times New Roman"/>
                      </a:endParaRPr>
                    </a:p>
                    <a:p>
                      <a:pPr marL="401955">
                        <a:lnSpc>
                          <a:spcPct val="100000"/>
                        </a:lnSpc>
                      </a:pPr>
                      <a:r>
                        <a:rPr dirty="0" sz="1850" spc="-25">
                          <a:latin typeface="宋体"/>
                          <a:cs typeface="宋体"/>
                        </a:rPr>
                        <a:t>……</a:t>
                      </a:r>
                      <a:endParaRPr sz="1850">
                        <a:latin typeface="宋体"/>
                        <a:cs typeface="宋体"/>
                      </a:endParaRPr>
                    </a:p>
                    <a:p>
                      <a:pPr>
                        <a:lnSpc>
                          <a:spcPct val="100000"/>
                        </a:lnSpc>
                        <a:spcBef>
                          <a:spcPts val="55"/>
                        </a:spcBef>
                      </a:pPr>
                      <a:endParaRPr sz="1850">
                        <a:latin typeface="Times New Roman"/>
                        <a:cs typeface="Times New Roman"/>
                      </a:endParaRPr>
                    </a:p>
                    <a:p>
                      <a:pPr marL="401955">
                        <a:lnSpc>
                          <a:spcPct val="100000"/>
                        </a:lnSpc>
                      </a:pPr>
                      <a:r>
                        <a:rPr dirty="0" sz="1850" spc="-25">
                          <a:latin typeface="宋体"/>
                          <a:cs typeface="宋体"/>
                        </a:rPr>
                        <a:t>……</a:t>
                      </a:r>
                      <a:endParaRPr sz="1850">
                        <a:latin typeface="宋体"/>
                        <a:cs typeface="宋体"/>
                      </a:endParaRPr>
                    </a:p>
                  </a:txBody>
                  <a:tcPr marL="0" marR="0" marB="0" marT="106680">
                    <a:lnB w="38100">
                      <a:solidFill>
                        <a:srgbClr val="000000"/>
                      </a:solidFill>
                      <a:prstDash val="solid"/>
                    </a:lnB>
                  </a:tcPr>
                </a:tc>
                <a:tc gridSpan="3">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tcPr>
                </a:tc>
                <a:tc hMerge="1">
                  <a:txBody>
                    <a:bodyPr/>
                    <a:lstStyle/>
                    <a:p>
                      <a:pPr/>
                    </a:p>
                  </a:txBody>
                  <a:tcPr marL="0" marR="0" marB="0" marT="0"/>
                </a:tc>
                <a:tc hMerge="1">
                  <a:txBody>
                    <a:bodyPr/>
                    <a:lstStyle/>
                    <a:p>
                      <a:pPr/>
                    </a:p>
                  </a:txBody>
                  <a:tcPr marL="0" marR="0" marB="0" marT="0"/>
                </a:tc>
                <a:tc>
                  <a:txBody>
                    <a:bodyPr/>
                    <a:lstStyle/>
                    <a:p>
                      <a:pPr algn="ctr" marL="5080">
                        <a:lnSpc>
                          <a:spcPct val="100000"/>
                        </a:lnSpc>
                        <a:spcBef>
                          <a:spcPts val="1305"/>
                        </a:spcBef>
                      </a:pPr>
                      <a:r>
                        <a:rPr dirty="0" sz="1600" spc="-50">
                          <a:latin typeface="宋体"/>
                          <a:cs typeface="宋体"/>
                        </a:rPr>
                        <a:t>n</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00CDC7"/>
                    </a:solidFill>
                  </a:tcPr>
                </a:tc>
                <a:tc rowSpan="4">
                  <a:txBody>
                    <a:bodyPr/>
                    <a:lstStyle/>
                    <a:p>
                      <a:pPr>
                        <a:lnSpc>
                          <a:spcPct val="100000"/>
                        </a:lnSpc>
                      </a:pPr>
                      <a:endParaRPr sz="1900">
                        <a:latin typeface="Times New Roman"/>
                        <a:cs typeface="Times New Roman"/>
                      </a:endParaRPr>
                    </a:p>
                  </a:txBody>
                  <a:tcPr marL="0" marR="0" marB="0" marT="0">
                    <a:lnB w="38100">
                      <a:solidFill>
                        <a:srgbClr val="000000"/>
                      </a:solidFill>
                      <a:prstDash val="solid"/>
                    </a:lnB>
                  </a:tcPr>
                </a:tc>
              </a:tr>
              <a:tr h="558800">
                <a:tc gridSpan="2">
                  <a:txBody>
                    <a:bodyPr/>
                    <a:lstStyle/>
                    <a:p>
                      <a:pPr>
                        <a:lnSpc>
                          <a:spcPct val="100000"/>
                        </a:lnSpc>
                      </a:pPr>
                      <a:endParaRPr sz="1900">
                        <a:latin typeface="Times New Roman"/>
                        <a:cs typeface="Times New Roman"/>
                      </a:endParaRPr>
                    </a:p>
                  </a:txBody>
                  <a:tcPr marL="0" marR="0" marB="0" marT="0">
                    <a:lnL w="38100">
                      <a:solidFill>
                        <a:srgbClr val="000000"/>
                      </a:solidFill>
                      <a:prstDash val="solid"/>
                    </a:lnL>
                    <a:lnR w="19050">
                      <a:solidFill>
                        <a:srgbClr val="000000"/>
                      </a:solidFill>
                      <a:prstDash val="solid"/>
                    </a:lnR>
                  </a:tcPr>
                </a:tc>
                <a:tc hMerge="1">
                  <a:txBody>
                    <a:bodyPr/>
                    <a:lstStyle/>
                    <a:p>
                      <a:pPr/>
                    </a:p>
                  </a:txBody>
                  <a:tcPr marL="0" marR="0" marB="0" marT="0"/>
                </a:tc>
                <a:tc>
                  <a:txBody>
                    <a:bodyPr/>
                    <a:lstStyle/>
                    <a:p>
                      <a:pPr algn="ctr">
                        <a:lnSpc>
                          <a:spcPct val="100000"/>
                        </a:lnSpc>
                        <a:spcBef>
                          <a:spcPts val="1305"/>
                        </a:spcBef>
                      </a:pPr>
                      <a:r>
                        <a:rPr dirty="0" sz="1600" spc="-50">
                          <a:latin typeface="宋体"/>
                          <a:cs typeface="宋体"/>
                        </a:rPr>
                        <a:t>1</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4FFFF"/>
                    </a:solidFill>
                  </a:tcPr>
                </a:tc>
                <a:tc>
                  <a:txBody>
                    <a:bodyPr/>
                    <a:lstStyle/>
                    <a:p>
                      <a:pPr algn="ctr" marL="5080">
                        <a:lnSpc>
                          <a:spcPct val="100000"/>
                        </a:lnSpc>
                        <a:spcBef>
                          <a:spcPts val="1305"/>
                        </a:spcBef>
                      </a:pPr>
                      <a:r>
                        <a:rPr dirty="0" sz="1600" spc="-50">
                          <a:latin typeface="宋体"/>
                          <a:cs typeface="宋体"/>
                        </a:rPr>
                        <a:t>2</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a:lnSpc>
                          <a:spcPct val="100000"/>
                        </a:lnSpc>
                        <a:spcBef>
                          <a:spcPts val="1305"/>
                        </a:spcBef>
                      </a:pPr>
                      <a:r>
                        <a:rPr dirty="0" sz="1600" spc="-50">
                          <a:latin typeface="宋体"/>
                          <a:cs typeface="宋体"/>
                        </a:rPr>
                        <a:t>3</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8FFFF"/>
                    </a:solidFill>
                  </a:tcPr>
                </a:tc>
                <a:tc>
                  <a:txBody>
                    <a:bodyPr/>
                    <a:lstStyle/>
                    <a:p>
                      <a:pPr algn="ctr" marL="5080">
                        <a:lnSpc>
                          <a:spcPct val="100000"/>
                        </a:lnSpc>
                        <a:spcBef>
                          <a:spcPts val="1305"/>
                        </a:spcBef>
                      </a:pPr>
                      <a:r>
                        <a:rPr dirty="0" sz="1600" spc="-50">
                          <a:latin typeface="宋体"/>
                          <a:cs typeface="宋体"/>
                        </a:rPr>
                        <a:t>4</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1FFFF"/>
                    </a:solidFill>
                  </a:tcPr>
                </a:tc>
                <a:tc rowSpan="3">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106680">
                    <a:lnB w="38100">
                      <a:solidFill>
                        <a:srgbClr val="000000"/>
                      </a:solidFill>
                      <a:prstDash val="solid"/>
                    </a:lnB>
                  </a:tcPr>
                </a:tc>
                <a:tc gridSpan="2">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tcPr>
                </a:tc>
                <a:tc hMerge="1">
                  <a:txBody>
                    <a:bodyPr/>
                    <a:lstStyle/>
                    <a:p>
                      <a:pPr/>
                    </a:p>
                  </a:txBody>
                  <a:tcPr marL="0" marR="0" marB="0" marT="0"/>
                </a:tc>
                <a:tc>
                  <a:txBody>
                    <a:bodyPr/>
                    <a:lstStyle/>
                    <a:p>
                      <a:pPr algn="ctr">
                        <a:lnSpc>
                          <a:spcPct val="100000"/>
                        </a:lnSpc>
                        <a:spcBef>
                          <a:spcPts val="1305"/>
                        </a:spcBef>
                      </a:pPr>
                      <a:r>
                        <a:rPr dirty="0" sz="1600" spc="-50">
                          <a:latin typeface="宋体"/>
                          <a:cs typeface="宋体"/>
                        </a:rPr>
                        <a:t>n</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00CDC7"/>
                    </a:solidFill>
                  </a:tcPr>
                </a:tc>
                <a:tc rowSpan="3">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B w="38100">
                      <a:solidFill>
                        <a:srgbClr val="000000"/>
                      </a:solidFill>
                      <a:prstDash val="solid"/>
                    </a:lnB>
                  </a:tcPr>
                </a:tc>
              </a:tr>
              <a:tr h="564515">
                <a:tc>
                  <a:txBody>
                    <a:bodyPr/>
                    <a:lstStyle/>
                    <a:p>
                      <a:pPr>
                        <a:lnSpc>
                          <a:spcPct val="100000"/>
                        </a:lnSpc>
                      </a:pPr>
                      <a:endParaRPr sz="1900">
                        <a:latin typeface="Times New Roman"/>
                        <a:cs typeface="Times New Roman"/>
                      </a:endParaRPr>
                    </a:p>
                  </a:txBody>
                  <a:tcPr marL="0" marR="0" marB="0" marT="0">
                    <a:lnL w="38100">
                      <a:solidFill>
                        <a:srgbClr val="000000"/>
                      </a:solidFill>
                      <a:prstDash val="solid"/>
                    </a:lnL>
                    <a:lnR w="19050">
                      <a:solidFill>
                        <a:srgbClr val="000000"/>
                      </a:solidFill>
                      <a:prstDash val="solid"/>
                    </a:lnR>
                    <a:lnB w="19050">
                      <a:solidFill>
                        <a:srgbClr val="000000"/>
                      </a:solidFill>
                      <a:prstDash val="solid"/>
                    </a:lnB>
                  </a:tcPr>
                </a:tc>
                <a:tc>
                  <a:txBody>
                    <a:bodyPr/>
                    <a:lstStyle/>
                    <a:p>
                      <a:pPr algn="ctr" marL="5080">
                        <a:lnSpc>
                          <a:spcPct val="100000"/>
                        </a:lnSpc>
                        <a:spcBef>
                          <a:spcPts val="1305"/>
                        </a:spcBef>
                      </a:pPr>
                      <a:r>
                        <a:rPr dirty="0" sz="1600" spc="-50">
                          <a:latin typeface="宋体"/>
                          <a:cs typeface="宋体"/>
                        </a:rPr>
                        <a:t>1</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4FFFF"/>
                    </a:solidFill>
                  </a:tcPr>
                </a:tc>
                <a:tc>
                  <a:txBody>
                    <a:bodyPr/>
                    <a:lstStyle/>
                    <a:p>
                      <a:pPr algn="ctr">
                        <a:lnSpc>
                          <a:spcPct val="100000"/>
                        </a:lnSpc>
                        <a:spcBef>
                          <a:spcPts val="1305"/>
                        </a:spcBef>
                      </a:pPr>
                      <a:r>
                        <a:rPr dirty="0" sz="1600" spc="-50">
                          <a:latin typeface="宋体"/>
                          <a:cs typeface="宋体"/>
                        </a:rPr>
                        <a:t>2</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marL="5080">
                        <a:lnSpc>
                          <a:spcPct val="100000"/>
                        </a:lnSpc>
                        <a:spcBef>
                          <a:spcPts val="1305"/>
                        </a:spcBef>
                      </a:pPr>
                      <a:r>
                        <a:rPr dirty="0" sz="1600" spc="-50">
                          <a:latin typeface="宋体"/>
                          <a:cs typeface="宋体"/>
                        </a:rPr>
                        <a:t>3</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88FFFF"/>
                    </a:solidFill>
                  </a:tcPr>
                </a:tc>
                <a:tc>
                  <a:txBody>
                    <a:bodyPr/>
                    <a:lstStyle/>
                    <a:p>
                      <a:pPr algn="ctr">
                        <a:lnSpc>
                          <a:spcPct val="100000"/>
                        </a:lnSpc>
                        <a:spcBef>
                          <a:spcPts val="1305"/>
                        </a:spcBef>
                      </a:pPr>
                      <a:r>
                        <a:rPr dirty="0" sz="1600" spc="-50">
                          <a:latin typeface="宋体"/>
                          <a:cs typeface="宋体"/>
                        </a:rPr>
                        <a:t>4</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1FFFF"/>
                    </a:solidFill>
                  </a:tcPr>
                </a:tc>
                <a:tc rowSpan="2">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106680">
                    <a:lnB w="381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lnB w="19050">
                      <a:solidFill>
                        <a:srgbClr val="000000"/>
                      </a:solidFill>
                      <a:prstDash val="solid"/>
                    </a:lnB>
                  </a:tcPr>
                </a:tc>
                <a:tc>
                  <a:txBody>
                    <a:bodyPr/>
                    <a:lstStyle/>
                    <a:p>
                      <a:pPr algn="ctr" marL="5080">
                        <a:lnSpc>
                          <a:spcPct val="100000"/>
                        </a:lnSpc>
                        <a:spcBef>
                          <a:spcPts val="1305"/>
                        </a:spcBef>
                      </a:pPr>
                      <a:r>
                        <a:rPr dirty="0" sz="1600" spc="-50">
                          <a:latin typeface="宋体"/>
                          <a:cs typeface="宋体"/>
                        </a:rPr>
                        <a:t>n</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00CDC7"/>
                    </a:solidFill>
                  </a:tcPr>
                </a:tc>
                <a:tc rowSpan="2">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B w="38100">
                      <a:solidFill>
                        <a:srgbClr val="000000"/>
                      </a:solidFill>
                      <a:prstDash val="solid"/>
                    </a:lnB>
                  </a:tcPr>
                </a:tc>
              </a:tr>
              <a:tr h="565150">
                <a:tc>
                  <a:txBody>
                    <a:bodyPr/>
                    <a:lstStyle/>
                    <a:p>
                      <a:pPr algn="ctr">
                        <a:lnSpc>
                          <a:spcPct val="100000"/>
                        </a:lnSpc>
                        <a:spcBef>
                          <a:spcPts val="1305"/>
                        </a:spcBef>
                      </a:pPr>
                      <a:r>
                        <a:rPr dirty="0" sz="1600" spc="-50">
                          <a:latin typeface="宋体"/>
                          <a:cs typeface="宋体"/>
                        </a:rPr>
                        <a:t>1</a:t>
                      </a:r>
                      <a:endParaRPr sz="1600">
                        <a:latin typeface="宋体"/>
                        <a:cs typeface="宋体"/>
                      </a:endParaRPr>
                    </a:p>
                  </a:txBody>
                  <a:tcPr marL="0" marR="0" marB="0" marT="165735">
                    <a:lnL w="3810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solidFill>
                      <a:srgbClr val="E4FFFF"/>
                    </a:solidFill>
                  </a:tcPr>
                </a:tc>
                <a:tc>
                  <a:txBody>
                    <a:bodyPr/>
                    <a:lstStyle/>
                    <a:p>
                      <a:pPr algn="ctr" marL="5080">
                        <a:lnSpc>
                          <a:spcPct val="100000"/>
                        </a:lnSpc>
                        <a:spcBef>
                          <a:spcPts val="1305"/>
                        </a:spcBef>
                      </a:pPr>
                      <a:r>
                        <a:rPr dirty="0" sz="1600" spc="-50">
                          <a:latin typeface="宋体"/>
                          <a:cs typeface="宋体"/>
                        </a:rPr>
                        <a:t>2</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solidFill>
                      <a:srgbClr val="CCFFFF"/>
                    </a:solidFill>
                  </a:tcPr>
                </a:tc>
                <a:tc>
                  <a:txBody>
                    <a:bodyPr/>
                    <a:lstStyle/>
                    <a:p>
                      <a:pPr algn="ctr">
                        <a:lnSpc>
                          <a:spcPct val="100000"/>
                        </a:lnSpc>
                        <a:spcBef>
                          <a:spcPts val="1305"/>
                        </a:spcBef>
                      </a:pPr>
                      <a:r>
                        <a:rPr dirty="0" sz="1600" spc="-50">
                          <a:latin typeface="宋体"/>
                          <a:cs typeface="宋体"/>
                        </a:rPr>
                        <a:t>3</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solidFill>
                      <a:srgbClr val="88FFFF"/>
                    </a:solidFill>
                  </a:tcPr>
                </a:tc>
                <a:tc>
                  <a:txBody>
                    <a:bodyPr/>
                    <a:lstStyle/>
                    <a:p>
                      <a:pPr algn="ctr" marL="5080">
                        <a:lnSpc>
                          <a:spcPct val="100000"/>
                        </a:lnSpc>
                        <a:spcBef>
                          <a:spcPts val="1305"/>
                        </a:spcBef>
                      </a:pPr>
                      <a:r>
                        <a:rPr dirty="0" sz="1600" spc="-50">
                          <a:latin typeface="宋体"/>
                          <a:cs typeface="宋体"/>
                        </a:rPr>
                        <a:t>4</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solidFill>
                      <a:srgbClr val="11FFFF"/>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106680">
                    <a:lnB w="38100">
                      <a:solidFill>
                        <a:srgbClr val="000000"/>
                      </a:solidFill>
                      <a:prstDash val="solid"/>
                    </a:lnB>
                  </a:tcPr>
                </a:tc>
                <a:tc>
                  <a:txBody>
                    <a:bodyPr/>
                    <a:lstStyle/>
                    <a:p>
                      <a:pPr algn="ctr">
                        <a:lnSpc>
                          <a:spcPct val="100000"/>
                        </a:lnSpc>
                        <a:spcBef>
                          <a:spcPts val="1305"/>
                        </a:spcBef>
                      </a:pPr>
                      <a:r>
                        <a:rPr dirty="0" sz="1600" spc="-50">
                          <a:latin typeface="宋体"/>
                          <a:cs typeface="宋体"/>
                        </a:rPr>
                        <a:t>n</a:t>
                      </a:r>
                      <a:endParaRPr sz="1600">
                        <a:latin typeface="宋体"/>
                        <a:cs typeface="宋体"/>
                      </a:endParaRPr>
                    </a:p>
                  </a:txBody>
                  <a:tcPr marL="0" marR="0" marB="0" marT="165735">
                    <a:lnL w="1905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solidFill>
                      <a:srgbClr val="00CDC7"/>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T w="19050">
                      <a:solidFill>
                        <a:srgbClr val="000000"/>
                      </a:solidFill>
                      <a:prstDash val="solid"/>
                    </a:lnT>
                    <a:lnB w="38100">
                      <a:solidFill>
                        <a:srgbClr val="000000"/>
                      </a:solidFill>
                      <a:prstDash val="solid"/>
                    </a:lnB>
                  </a:tcPr>
                </a:tc>
                <a:tc vMerge="1">
                  <a:txBody>
                    <a:bodyPr/>
                    <a:lstStyle/>
                    <a:p>
                      <a:pPr/>
                    </a:p>
                  </a:txBody>
                  <a:tcPr marL="0" marR="0" marB="0" marT="0">
                    <a:lnB w="38100">
                      <a:solidFill>
                        <a:srgbClr val="000000"/>
                      </a:solidFill>
                      <a:prstDash val="solid"/>
                    </a:lnB>
                  </a:tcPr>
                </a:tc>
              </a:tr>
            </a:tbl>
          </a:graphicData>
        </a:graphic>
      </p:graphicFrame>
      <p:sp>
        <p:nvSpPr>
          <p:cNvPr id="49" name="object 49" descr=""/>
          <p:cNvSpPr/>
          <p:nvPr/>
        </p:nvSpPr>
        <p:spPr>
          <a:xfrm>
            <a:off x="7556383" y="3712712"/>
            <a:ext cx="14604" cy="65405"/>
          </a:xfrm>
          <a:custGeom>
            <a:avLst/>
            <a:gdLst/>
            <a:ahLst/>
            <a:cxnLst/>
            <a:rect l="l" t="t" r="r" b="b"/>
            <a:pathLst>
              <a:path w="14604" h="65404">
                <a:moveTo>
                  <a:pt x="14512" y="5419"/>
                </a:moveTo>
                <a:lnTo>
                  <a:pt x="14512" y="60063"/>
                </a:lnTo>
                <a:lnTo>
                  <a:pt x="14512" y="65031"/>
                </a:lnTo>
                <a:lnTo>
                  <a:pt x="9473" y="65031"/>
                </a:lnTo>
                <a:lnTo>
                  <a:pt x="4636" y="65031"/>
                </a:lnTo>
                <a:lnTo>
                  <a:pt x="0" y="60063"/>
                </a:lnTo>
                <a:lnTo>
                  <a:pt x="0" y="5419"/>
                </a:lnTo>
                <a:lnTo>
                  <a:pt x="4636" y="0"/>
                </a:lnTo>
                <a:lnTo>
                  <a:pt x="9473" y="0"/>
                </a:lnTo>
                <a:lnTo>
                  <a:pt x="14512" y="0"/>
                </a:lnTo>
                <a:lnTo>
                  <a:pt x="14512" y="5419"/>
                </a:lnTo>
                <a:close/>
              </a:path>
            </a:pathLst>
          </a:custGeom>
          <a:ln w="5021">
            <a:solidFill>
              <a:srgbClr val="000000"/>
            </a:solidFill>
          </a:ln>
        </p:spPr>
        <p:txBody>
          <a:bodyPr wrap="square" lIns="0" tIns="0" rIns="0" bIns="0" rtlCol="0"/>
          <a:lstStyle/>
          <a:p/>
        </p:txBody>
      </p:sp>
      <p:sp>
        <p:nvSpPr>
          <p:cNvPr id="50" name="object 50" descr=""/>
          <p:cNvSpPr/>
          <p:nvPr/>
        </p:nvSpPr>
        <p:spPr>
          <a:xfrm>
            <a:off x="7556383" y="3832388"/>
            <a:ext cx="14604" cy="65405"/>
          </a:xfrm>
          <a:custGeom>
            <a:avLst/>
            <a:gdLst/>
            <a:ahLst/>
            <a:cxnLst/>
            <a:rect l="l" t="t" r="r" b="b"/>
            <a:pathLst>
              <a:path w="14604" h="65404">
                <a:moveTo>
                  <a:pt x="14512" y="5645"/>
                </a:moveTo>
                <a:lnTo>
                  <a:pt x="14512" y="59612"/>
                </a:lnTo>
                <a:lnTo>
                  <a:pt x="14512" y="65257"/>
                </a:lnTo>
                <a:lnTo>
                  <a:pt x="9473" y="65257"/>
                </a:lnTo>
                <a:lnTo>
                  <a:pt x="4636" y="65257"/>
                </a:lnTo>
                <a:lnTo>
                  <a:pt x="0" y="59612"/>
                </a:lnTo>
                <a:lnTo>
                  <a:pt x="0" y="5645"/>
                </a:lnTo>
                <a:lnTo>
                  <a:pt x="4636" y="0"/>
                </a:lnTo>
                <a:lnTo>
                  <a:pt x="9473" y="0"/>
                </a:lnTo>
                <a:lnTo>
                  <a:pt x="14512" y="0"/>
                </a:lnTo>
                <a:lnTo>
                  <a:pt x="14512" y="5645"/>
                </a:lnTo>
                <a:close/>
              </a:path>
            </a:pathLst>
          </a:custGeom>
          <a:ln w="5021">
            <a:solidFill>
              <a:srgbClr val="000000"/>
            </a:solidFill>
          </a:ln>
        </p:spPr>
        <p:txBody>
          <a:bodyPr wrap="square" lIns="0" tIns="0" rIns="0" bIns="0" rtlCol="0"/>
          <a:lstStyle/>
          <a:p/>
        </p:txBody>
      </p:sp>
      <p:sp>
        <p:nvSpPr>
          <p:cNvPr id="51" name="object 51" descr=""/>
          <p:cNvSpPr/>
          <p:nvPr/>
        </p:nvSpPr>
        <p:spPr>
          <a:xfrm>
            <a:off x="7556383" y="3951613"/>
            <a:ext cx="14604" cy="65405"/>
          </a:xfrm>
          <a:custGeom>
            <a:avLst/>
            <a:gdLst/>
            <a:ahLst/>
            <a:cxnLst/>
            <a:rect l="l" t="t" r="r" b="b"/>
            <a:pathLst>
              <a:path w="14604" h="65404">
                <a:moveTo>
                  <a:pt x="14512" y="5645"/>
                </a:moveTo>
                <a:lnTo>
                  <a:pt x="14512" y="54644"/>
                </a:lnTo>
                <a:lnTo>
                  <a:pt x="14512" y="60289"/>
                </a:lnTo>
                <a:lnTo>
                  <a:pt x="14512" y="65257"/>
                </a:lnTo>
                <a:lnTo>
                  <a:pt x="9473" y="65257"/>
                </a:lnTo>
                <a:lnTo>
                  <a:pt x="4636" y="65257"/>
                </a:lnTo>
                <a:lnTo>
                  <a:pt x="0" y="60289"/>
                </a:lnTo>
                <a:lnTo>
                  <a:pt x="0" y="54644"/>
                </a:lnTo>
                <a:lnTo>
                  <a:pt x="0" y="5645"/>
                </a:lnTo>
                <a:lnTo>
                  <a:pt x="0" y="0"/>
                </a:lnTo>
                <a:lnTo>
                  <a:pt x="4636" y="0"/>
                </a:lnTo>
                <a:lnTo>
                  <a:pt x="9473" y="0"/>
                </a:lnTo>
                <a:lnTo>
                  <a:pt x="14512" y="0"/>
                </a:lnTo>
                <a:lnTo>
                  <a:pt x="14512" y="5645"/>
                </a:lnTo>
                <a:close/>
              </a:path>
            </a:pathLst>
          </a:custGeom>
          <a:ln w="5021">
            <a:solidFill>
              <a:srgbClr val="000000"/>
            </a:solidFill>
          </a:ln>
        </p:spPr>
        <p:txBody>
          <a:bodyPr wrap="square" lIns="0" tIns="0" rIns="0" bIns="0" rtlCol="0"/>
          <a:lstStyle/>
          <a:p/>
        </p:txBody>
      </p:sp>
      <p:sp>
        <p:nvSpPr>
          <p:cNvPr id="52" name="object 52" descr=""/>
          <p:cNvSpPr/>
          <p:nvPr/>
        </p:nvSpPr>
        <p:spPr>
          <a:xfrm>
            <a:off x="7556383" y="4424061"/>
            <a:ext cx="14604" cy="185420"/>
          </a:xfrm>
          <a:custGeom>
            <a:avLst/>
            <a:gdLst/>
            <a:ahLst/>
            <a:cxnLst/>
            <a:rect l="l" t="t" r="r" b="b"/>
            <a:pathLst>
              <a:path w="14604" h="185420">
                <a:moveTo>
                  <a:pt x="14512" y="11154"/>
                </a:moveTo>
                <a:lnTo>
                  <a:pt x="14512" y="60176"/>
                </a:lnTo>
                <a:lnTo>
                  <a:pt x="14512" y="65189"/>
                </a:lnTo>
                <a:lnTo>
                  <a:pt x="9473" y="70744"/>
                </a:lnTo>
                <a:lnTo>
                  <a:pt x="4636" y="65189"/>
                </a:lnTo>
                <a:lnTo>
                  <a:pt x="0" y="65189"/>
                </a:lnTo>
                <a:lnTo>
                  <a:pt x="0" y="60176"/>
                </a:lnTo>
                <a:lnTo>
                  <a:pt x="0" y="11154"/>
                </a:lnTo>
                <a:lnTo>
                  <a:pt x="0" y="5577"/>
                </a:lnTo>
                <a:lnTo>
                  <a:pt x="4636" y="0"/>
                </a:lnTo>
                <a:lnTo>
                  <a:pt x="9473" y="0"/>
                </a:lnTo>
                <a:lnTo>
                  <a:pt x="14512" y="0"/>
                </a:lnTo>
                <a:lnTo>
                  <a:pt x="14512" y="5577"/>
                </a:lnTo>
                <a:lnTo>
                  <a:pt x="14512" y="11154"/>
                </a:lnTo>
                <a:close/>
              </a:path>
              <a:path w="14604" h="185420">
                <a:moveTo>
                  <a:pt x="14512" y="125343"/>
                </a:moveTo>
                <a:lnTo>
                  <a:pt x="14512" y="179378"/>
                </a:lnTo>
                <a:lnTo>
                  <a:pt x="14512" y="184955"/>
                </a:lnTo>
                <a:lnTo>
                  <a:pt x="9473" y="184955"/>
                </a:lnTo>
                <a:lnTo>
                  <a:pt x="4636" y="184955"/>
                </a:lnTo>
                <a:lnTo>
                  <a:pt x="0" y="179378"/>
                </a:lnTo>
                <a:lnTo>
                  <a:pt x="0" y="125343"/>
                </a:lnTo>
                <a:lnTo>
                  <a:pt x="4636" y="119788"/>
                </a:lnTo>
                <a:lnTo>
                  <a:pt x="9473" y="119788"/>
                </a:lnTo>
                <a:lnTo>
                  <a:pt x="14512" y="119788"/>
                </a:lnTo>
                <a:lnTo>
                  <a:pt x="14512" y="125343"/>
                </a:lnTo>
                <a:close/>
              </a:path>
            </a:pathLst>
          </a:custGeom>
          <a:ln w="5292">
            <a:solidFill>
              <a:srgbClr val="000000"/>
            </a:solidFill>
          </a:ln>
        </p:spPr>
        <p:txBody>
          <a:bodyPr wrap="square" lIns="0" tIns="0" rIns="0" bIns="0" rtlCol="0"/>
          <a:lstStyle/>
          <a:p/>
        </p:txBody>
      </p:sp>
      <p:sp>
        <p:nvSpPr>
          <p:cNvPr id="53" name="object 53" descr=""/>
          <p:cNvSpPr/>
          <p:nvPr/>
        </p:nvSpPr>
        <p:spPr>
          <a:xfrm>
            <a:off x="7556384" y="4663051"/>
            <a:ext cx="14604" cy="65405"/>
          </a:xfrm>
          <a:custGeom>
            <a:avLst/>
            <a:gdLst/>
            <a:ahLst/>
            <a:cxnLst/>
            <a:rect l="l" t="t" r="r" b="b"/>
            <a:pathLst>
              <a:path w="14604" h="65404">
                <a:moveTo>
                  <a:pt x="14512" y="5577"/>
                </a:moveTo>
                <a:lnTo>
                  <a:pt x="14512" y="60176"/>
                </a:lnTo>
                <a:lnTo>
                  <a:pt x="14512" y="65189"/>
                </a:lnTo>
                <a:lnTo>
                  <a:pt x="9473" y="65189"/>
                </a:lnTo>
                <a:lnTo>
                  <a:pt x="4636" y="65189"/>
                </a:lnTo>
                <a:lnTo>
                  <a:pt x="0" y="60176"/>
                </a:lnTo>
                <a:lnTo>
                  <a:pt x="0" y="5577"/>
                </a:lnTo>
                <a:lnTo>
                  <a:pt x="4636" y="0"/>
                </a:lnTo>
                <a:lnTo>
                  <a:pt x="9473" y="0"/>
                </a:lnTo>
                <a:lnTo>
                  <a:pt x="14512" y="0"/>
                </a:lnTo>
                <a:lnTo>
                  <a:pt x="14512" y="5577"/>
                </a:lnTo>
                <a:close/>
              </a:path>
            </a:pathLst>
          </a:custGeom>
          <a:ln w="5021">
            <a:solidFill>
              <a:srgbClr val="000000"/>
            </a:solidFill>
          </a:ln>
        </p:spPr>
        <p:txBody>
          <a:bodyPr wrap="square" lIns="0" tIns="0" rIns="0" bIns="0" rtlCol="0"/>
          <a:lstStyle/>
          <a:p/>
        </p:txBody>
      </p:sp>
      <p:sp>
        <p:nvSpPr>
          <p:cNvPr id="54" name="object 54" descr=""/>
          <p:cNvSpPr/>
          <p:nvPr/>
        </p:nvSpPr>
        <p:spPr>
          <a:xfrm>
            <a:off x="7556384" y="4782840"/>
            <a:ext cx="14604" cy="65405"/>
          </a:xfrm>
          <a:custGeom>
            <a:avLst/>
            <a:gdLst/>
            <a:ahLst/>
            <a:cxnLst/>
            <a:rect l="l" t="t" r="r" b="b"/>
            <a:pathLst>
              <a:path w="14604" h="65404">
                <a:moveTo>
                  <a:pt x="14512" y="5577"/>
                </a:moveTo>
                <a:lnTo>
                  <a:pt x="14512" y="59612"/>
                </a:lnTo>
                <a:lnTo>
                  <a:pt x="14512" y="65166"/>
                </a:lnTo>
                <a:lnTo>
                  <a:pt x="9473" y="65166"/>
                </a:lnTo>
                <a:lnTo>
                  <a:pt x="4636" y="65166"/>
                </a:lnTo>
                <a:lnTo>
                  <a:pt x="0" y="59612"/>
                </a:lnTo>
                <a:lnTo>
                  <a:pt x="0" y="5577"/>
                </a:lnTo>
                <a:lnTo>
                  <a:pt x="4636" y="0"/>
                </a:lnTo>
                <a:lnTo>
                  <a:pt x="9473" y="0"/>
                </a:lnTo>
                <a:lnTo>
                  <a:pt x="14512" y="0"/>
                </a:lnTo>
                <a:lnTo>
                  <a:pt x="14512" y="5577"/>
                </a:lnTo>
                <a:close/>
              </a:path>
            </a:pathLst>
          </a:custGeom>
          <a:ln w="5021">
            <a:solidFill>
              <a:srgbClr val="000000"/>
            </a:solidFill>
          </a:ln>
        </p:spPr>
        <p:txBody>
          <a:bodyPr wrap="square" lIns="0" tIns="0" rIns="0" bIns="0" rtlCol="0"/>
          <a:lstStyle/>
          <a:p/>
        </p:txBody>
      </p:sp>
      <p:sp>
        <p:nvSpPr>
          <p:cNvPr id="55" name="object 55" descr=""/>
          <p:cNvSpPr/>
          <p:nvPr/>
        </p:nvSpPr>
        <p:spPr>
          <a:xfrm>
            <a:off x="7556384" y="4902065"/>
            <a:ext cx="14604" cy="65405"/>
          </a:xfrm>
          <a:custGeom>
            <a:avLst/>
            <a:gdLst/>
            <a:ahLst/>
            <a:cxnLst/>
            <a:rect l="l" t="t" r="r" b="b"/>
            <a:pathLst>
              <a:path w="14604" h="65404">
                <a:moveTo>
                  <a:pt x="14512" y="5554"/>
                </a:moveTo>
                <a:lnTo>
                  <a:pt x="14512" y="54576"/>
                </a:lnTo>
                <a:lnTo>
                  <a:pt x="14512" y="60154"/>
                </a:lnTo>
                <a:lnTo>
                  <a:pt x="14512" y="65166"/>
                </a:lnTo>
                <a:lnTo>
                  <a:pt x="9473" y="65166"/>
                </a:lnTo>
                <a:lnTo>
                  <a:pt x="4636" y="65166"/>
                </a:lnTo>
                <a:lnTo>
                  <a:pt x="0" y="60154"/>
                </a:lnTo>
                <a:lnTo>
                  <a:pt x="0" y="54576"/>
                </a:lnTo>
                <a:lnTo>
                  <a:pt x="0" y="5554"/>
                </a:lnTo>
                <a:lnTo>
                  <a:pt x="0" y="0"/>
                </a:lnTo>
                <a:lnTo>
                  <a:pt x="4636" y="0"/>
                </a:lnTo>
                <a:lnTo>
                  <a:pt x="9473" y="0"/>
                </a:lnTo>
                <a:lnTo>
                  <a:pt x="14512" y="0"/>
                </a:lnTo>
                <a:lnTo>
                  <a:pt x="14512" y="5554"/>
                </a:lnTo>
                <a:close/>
              </a:path>
            </a:pathLst>
          </a:custGeom>
          <a:ln w="5021">
            <a:solidFill>
              <a:srgbClr val="000000"/>
            </a:solidFill>
          </a:ln>
        </p:spPr>
        <p:txBody>
          <a:bodyPr wrap="square" lIns="0" tIns="0" rIns="0" bIns="0" rtlCol="0"/>
          <a:lstStyle/>
          <a:p/>
        </p:txBody>
      </p:sp>
      <p:sp>
        <p:nvSpPr>
          <p:cNvPr id="56" name="object 56" descr=""/>
          <p:cNvSpPr/>
          <p:nvPr/>
        </p:nvSpPr>
        <p:spPr>
          <a:xfrm>
            <a:off x="7556384" y="5375032"/>
            <a:ext cx="14604" cy="70485"/>
          </a:xfrm>
          <a:custGeom>
            <a:avLst/>
            <a:gdLst/>
            <a:ahLst/>
            <a:cxnLst/>
            <a:rect l="l" t="t" r="r" b="b"/>
            <a:pathLst>
              <a:path w="14604" h="70485">
                <a:moveTo>
                  <a:pt x="14512" y="10590"/>
                </a:moveTo>
                <a:lnTo>
                  <a:pt x="14512" y="59612"/>
                </a:lnTo>
                <a:lnTo>
                  <a:pt x="14512" y="65189"/>
                </a:lnTo>
                <a:lnTo>
                  <a:pt x="9473" y="70202"/>
                </a:lnTo>
                <a:lnTo>
                  <a:pt x="4636" y="65189"/>
                </a:lnTo>
                <a:lnTo>
                  <a:pt x="0" y="65189"/>
                </a:lnTo>
                <a:lnTo>
                  <a:pt x="0" y="59612"/>
                </a:lnTo>
                <a:lnTo>
                  <a:pt x="0" y="10590"/>
                </a:lnTo>
                <a:lnTo>
                  <a:pt x="0" y="5012"/>
                </a:lnTo>
                <a:lnTo>
                  <a:pt x="4636" y="0"/>
                </a:lnTo>
                <a:lnTo>
                  <a:pt x="9473" y="0"/>
                </a:lnTo>
                <a:lnTo>
                  <a:pt x="14512" y="0"/>
                </a:lnTo>
                <a:lnTo>
                  <a:pt x="14512" y="5012"/>
                </a:lnTo>
                <a:lnTo>
                  <a:pt x="14512" y="10590"/>
                </a:lnTo>
                <a:close/>
              </a:path>
            </a:pathLst>
          </a:custGeom>
          <a:ln w="5017">
            <a:solidFill>
              <a:srgbClr val="000000"/>
            </a:solidFill>
          </a:ln>
        </p:spPr>
        <p:txBody>
          <a:bodyPr wrap="square" lIns="0" tIns="0" rIns="0" bIns="0" rtlCol="0"/>
          <a:lstStyle/>
          <a:p/>
        </p:txBody>
      </p:sp>
      <p:sp>
        <p:nvSpPr>
          <p:cNvPr id="57" name="object 57" descr=""/>
          <p:cNvSpPr/>
          <p:nvPr/>
        </p:nvSpPr>
        <p:spPr>
          <a:xfrm>
            <a:off x="5080546" y="5445235"/>
            <a:ext cx="15240" cy="304800"/>
          </a:xfrm>
          <a:custGeom>
            <a:avLst/>
            <a:gdLst/>
            <a:ahLst/>
            <a:cxnLst/>
            <a:rect l="l" t="t" r="r" b="b"/>
            <a:pathLst>
              <a:path w="15239" h="304800">
                <a:moveTo>
                  <a:pt x="14915" y="11132"/>
                </a:moveTo>
                <a:lnTo>
                  <a:pt x="14915" y="60154"/>
                </a:lnTo>
                <a:lnTo>
                  <a:pt x="14915" y="65166"/>
                </a:lnTo>
                <a:lnTo>
                  <a:pt x="9876" y="70744"/>
                </a:lnTo>
                <a:lnTo>
                  <a:pt x="4837" y="65166"/>
                </a:lnTo>
                <a:lnTo>
                  <a:pt x="0" y="65166"/>
                </a:lnTo>
                <a:lnTo>
                  <a:pt x="0" y="60154"/>
                </a:lnTo>
                <a:lnTo>
                  <a:pt x="0" y="11132"/>
                </a:lnTo>
                <a:lnTo>
                  <a:pt x="0" y="5554"/>
                </a:lnTo>
                <a:lnTo>
                  <a:pt x="4837" y="5554"/>
                </a:lnTo>
                <a:lnTo>
                  <a:pt x="4837" y="0"/>
                </a:lnTo>
                <a:lnTo>
                  <a:pt x="9876" y="0"/>
                </a:lnTo>
                <a:lnTo>
                  <a:pt x="14915" y="5554"/>
                </a:lnTo>
                <a:lnTo>
                  <a:pt x="14915" y="11132"/>
                </a:lnTo>
                <a:close/>
              </a:path>
              <a:path w="15239" h="304800">
                <a:moveTo>
                  <a:pt x="14915" y="130356"/>
                </a:moveTo>
                <a:lnTo>
                  <a:pt x="14915" y="179378"/>
                </a:lnTo>
                <a:lnTo>
                  <a:pt x="14915" y="184955"/>
                </a:lnTo>
                <a:lnTo>
                  <a:pt x="9876" y="189968"/>
                </a:lnTo>
                <a:lnTo>
                  <a:pt x="4837" y="184955"/>
                </a:lnTo>
                <a:lnTo>
                  <a:pt x="0" y="184955"/>
                </a:lnTo>
                <a:lnTo>
                  <a:pt x="0" y="179378"/>
                </a:lnTo>
                <a:lnTo>
                  <a:pt x="0" y="130356"/>
                </a:lnTo>
                <a:lnTo>
                  <a:pt x="0" y="124778"/>
                </a:lnTo>
                <a:lnTo>
                  <a:pt x="4837" y="119766"/>
                </a:lnTo>
                <a:lnTo>
                  <a:pt x="9876" y="119766"/>
                </a:lnTo>
                <a:lnTo>
                  <a:pt x="14915" y="119766"/>
                </a:lnTo>
                <a:lnTo>
                  <a:pt x="14915" y="124778"/>
                </a:lnTo>
                <a:lnTo>
                  <a:pt x="14915" y="130356"/>
                </a:lnTo>
                <a:close/>
              </a:path>
              <a:path w="15239" h="304800">
                <a:moveTo>
                  <a:pt x="14915" y="244567"/>
                </a:moveTo>
                <a:lnTo>
                  <a:pt x="14915" y="298602"/>
                </a:lnTo>
                <a:lnTo>
                  <a:pt x="14915" y="304179"/>
                </a:lnTo>
                <a:lnTo>
                  <a:pt x="9876" y="304179"/>
                </a:lnTo>
                <a:lnTo>
                  <a:pt x="4837" y="304179"/>
                </a:lnTo>
                <a:lnTo>
                  <a:pt x="0" y="298602"/>
                </a:lnTo>
                <a:lnTo>
                  <a:pt x="0" y="244567"/>
                </a:lnTo>
                <a:lnTo>
                  <a:pt x="4837" y="238990"/>
                </a:lnTo>
                <a:lnTo>
                  <a:pt x="9876" y="238990"/>
                </a:lnTo>
                <a:lnTo>
                  <a:pt x="14915" y="238990"/>
                </a:lnTo>
                <a:lnTo>
                  <a:pt x="14915" y="244567"/>
                </a:lnTo>
                <a:close/>
              </a:path>
            </a:pathLst>
          </a:custGeom>
          <a:ln w="5292">
            <a:solidFill>
              <a:srgbClr val="000000"/>
            </a:solidFill>
          </a:ln>
        </p:spPr>
        <p:txBody>
          <a:bodyPr wrap="square" lIns="0" tIns="0" rIns="0" bIns="0" rtlCol="0"/>
          <a:lstStyle/>
          <a:p/>
        </p:txBody>
      </p:sp>
      <p:sp>
        <p:nvSpPr>
          <p:cNvPr id="58" name="object 58" descr=""/>
          <p:cNvSpPr/>
          <p:nvPr/>
        </p:nvSpPr>
        <p:spPr>
          <a:xfrm>
            <a:off x="5080546" y="5803991"/>
            <a:ext cx="15240" cy="65405"/>
          </a:xfrm>
          <a:custGeom>
            <a:avLst/>
            <a:gdLst/>
            <a:ahLst/>
            <a:cxnLst/>
            <a:rect l="l" t="t" r="r" b="b"/>
            <a:pathLst>
              <a:path w="15239" h="65404">
                <a:moveTo>
                  <a:pt x="14915" y="5035"/>
                </a:moveTo>
                <a:lnTo>
                  <a:pt x="14915" y="59612"/>
                </a:lnTo>
                <a:lnTo>
                  <a:pt x="14915" y="65189"/>
                </a:lnTo>
                <a:lnTo>
                  <a:pt x="9876" y="65189"/>
                </a:lnTo>
                <a:lnTo>
                  <a:pt x="4837" y="65189"/>
                </a:lnTo>
                <a:lnTo>
                  <a:pt x="0" y="59612"/>
                </a:lnTo>
                <a:lnTo>
                  <a:pt x="0" y="5035"/>
                </a:lnTo>
                <a:lnTo>
                  <a:pt x="4837" y="0"/>
                </a:lnTo>
                <a:lnTo>
                  <a:pt x="9876" y="0"/>
                </a:lnTo>
                <a:lnTo>
                  <a:pt x="14915" y="0"/>
                </a:lnTo>
                <a:lnTo>
                  <a:pt x="14915" y="5035"/>
                </a:lnTo>
                <a:close/>
              </a:path>
            </a:pathLst>
          </a:custGeom>
          <a:ln w="5022">
            <a:solidFill>
              <a:srgbClr val="000000"/>
            </a:solidFill>
          </a:ln>
        </p:spPr>
        <p:txBody>
          <a:bodyPr wrap="square" lIns="0" tIns="0" rIns="0" bIns="0" rtlCol="0"/>
          <a:lstStyle/>
          <a:p/>
        </p:txBody>
      </p:sp>
      <p:sp>
        <p:nvSpPr>
          <p:cNvPr id="59" name="object 59" descr=""/>
          <p:cNvSpPr/>
          <p:nvPr/>
        </p:nvSpPr>
        <p:spPr>
          <a:xfrm>
            <a:off x="5080546" y="5923215"/>
            <a:ext cx="15240" cy="65405"/>
          </a:xfrm>
          <a:custGeom>
            <a:avLst/>
            <a:gdLst/>
            <a:ahLst/>
            <a:cxnLst/>
            <a:rect l="l" t="t" r="r" b="b"/>
            <a:pathLst>
              <a:path w="15239" h="65404">
                <a:moveTo>
                  <a:pt x="14915" y="5577"/>
                </a:moveTo>
                <a:lnTo>
                  <a:pt x="14915" y="59612"/>
                </a:lnTo>
                <a:lnTo>
                  <a:pt x="14915" y="65189"/>
                </a:lnTo>
                <a:lnTo>
                  <a:pt x="9876" y="65189"/>
                </a:lnTo>
                <a:lnTo>
                  <a:pt x="4837" y="65189"/>
                </a:lnTo>
                <a:lnTo>
                  <a:pt x="0" y="59612"/>
                </a:lnTo>
                <a:lnTo>
                  <a:pt x="0" y="5577"/>
                </a:lnTo>
                <a:lnTo>
                  <a:pt x="4837" y="0"/>
                </a:lnTo>
                <a:lnTo>
                  <a:pt x="9876" y="0"/>
                </a:lnTo>
                <a:lnTo>
                  <a:pt x="14915" y="0"/>
                </a:lnTo>
                <a:lnTo>
                  <a:pt x="14915" y="5577"/>
                </a:lnTo>
                <a:close/>
              </a:path>
            </a:pathLst>
          </a:custGeom>
          <a:ln w="5022">
            <a:solidFill>
              <a:srgbClr val="000000"/>
            </a:solidFill>
          </a:ln>
        </p:spPr>
        <p:txBody>
          <a:bodyPr wrap="square" lIns="0" tIns="0" rIns="0" bIns="0" rtlCol="0"/>
          <a:lstStyle/>
          <a:p/>
        </p:txBody>
      </p:sp>
      <p:sp>
        <p:nvSpPr>
          <p:cNvPr id="60" name="object 60" descr=""/>
          <p:cNvSpPr/>
          <p:nvPr/>
        </p:nvSpPr>
        <p:spPr>
          <a:xfrm>
            <a:off x="5506859" y="5478089"/>
            <a:ext cx="14604" cy="543560"/>
          </a:xfrm>
          <a:custGeom>
            <a:avLst/>
            <a:gdLst/>
            <a:ahLst/>
            <a:cxnLst/>
            <a:rect l="l" t="t" r="r" b="b"/>
            <a:pathLst>
              <a:path w="14604" h="543560">
                <a:moveTo>
                  <a:pt x="14512" y="10590"/>
                </a:moveTo>
                <a:lnTo>
                  <a:pt x="14512" y="59612"/>
                </a:lnTo>
                <a:lnTo>
                  <a:pt x="14512" y="65189"/>
                </a:lnTo>
                <a:lnTo>
                  <a:pt x="10078" y="65189"/>
                </a:lnTo>
                <a:lnTo>
                  <a:pt x="5039" y="70202"/>
                </a:lnTo>
                <a:lnTo>
                  <a:pt x="0" y="65189"/>
                </a:lnTo>
                <a:lnTo>
                  <a:pt x="0" y="59612"/>
                </a:lnTo>
                <a:lnTo>
                  <a:pt x="0" y="10590"/>
                </a:lnTo>
                <a:lnTo>
                  <a:pt x="0" y="5577"/>
                </a:lnTo>
                <a:lnTo>
                  <a:pt x="5039" y="5577"/>
                </a:lnTo>
                <a:lnTo>
                  <a:pt x="5039" y="0"/>
                </a:lnTo>
                <a:lnTo>
                  <a:pt x="10078" y="5577"/>
                </a:lnTo>
                <a:lnTo>
                  <a:pt x="14512" y="5577"/>
                </a:lnTo>
                <a:lnTo>
                  <a:pt x="14512" y="10590"/>
                </a:lnTo>
                <a:close/>
              </a:path>
              <a:path w="14604" h="543560">
                <a:moveTo>
                  <a:pt x="14512" y="130378"/>
                </a:moveTo>
                <a:lnTo>
                  <a:pt x="14512" y="178836"/>
                </a:lnTo>
                <a:lnTo>
                  <a:pt x="14512" y="184413"/>
                </a:lnTo>
                <a:lnTo>
                  <a:pt x="10078" y="184413"/>
                </a:lnTo>
                <a:lnTo>
                  <a:pt x="5039" y="189991"/>
                </a:lnTo>
                <a:lnTo>
                  <a:pt x="0" y="184413"/>
                </a:lnTo>
                <a:lnTo>
                  <a:pt x="0" y="178836"/>
                </a:lnTo>
                <a:lnTo>
                  <a:pt x="0" y="130378"/>
                </a:lnTo>
                <a:lnTo>
                  <a:pt x="0" y="124801"/>
                </a:lnTo>
                <a:lnTo>
                  <a:pt x="5039" y="119224"/>
                </a:lnTo>
                <a:lnTo>
                  <a:pt x="10078" y="119224"/>
                </a:lnTo>
                <a:lnTo>
                  <a:pt x="10078" y="124801"/>
                </a:lnTo>
                <a:lnTo>
                  <a:pt x="14512" y="124801"/>
                </a:lnTo>
                <a:lnTo>
                  <a:pt x="14512" y="130378"/>
                </a:lnTo>
                <a:close/>
              </a:path>
              <a:path w="14604" h="543560">
                <a:moveTo>
                  <a:pt x="14512" y="249580"/>
                </a:moveTo>
                <a:lnTo>
                  <a:pt x="14512" y="298625"/>
                </a:lnTo>
                <a:lnTo>
                  <a:pt x="14512" y="304179"/>
                </a:lnTo>
                <a:lnTo>
                  <a:pt x="10078" y="304179"/>
                </a:lnTo>
                <a:lnTo>
                  <a:pt x="5039" y="309192"/>
                </a:lnTo>
                <a:lnTo>
                  <a:pt x="0" y="304179"/>
                </a:lnTo>
                <a:lnTo>
                  <a:pt x="0" y="298625"/>
                </a:lnTo>
                <a:lnTo>
                  <a:pt x="0" y="249580"/>
                </a:lnTo>
                <a:lnTo>
                  <a:pt x="0" y="244025"/>
                </a:lnTo>
                <a:lnTo>
                  <a:pt x="5039" y="239012"/>
                </a:lnTo>
                <a:lnTo>
                  <a:pt x="10078" y="239012"/>
                </a:lnTo>
                <a:lnTo>
                  <a:pt x="10078" y="244025"/>
                </a:lnTo>
                <a:lnTo>
                  <a:pt x="14512" y="244025"/>
                </a:lnTo>
                <a:lnTo>
                  <a:pt x="14512" y="249580"/>
                </a:lnTo>
                <a:close/>
              </a:path>
              <a:path w="14604" h="543560">
                <a:moveTo>
                  <a:pt x="14512" y="369369"/>
                </a:moveTo>
                <a:lnTo>
                  <a:pt x="14512" y="417826"/>
                </a:lnTo>
                <a:lnTo>
                  <a:pt x="14512" y="423404"/>
                </a:lnTo>
                <a:lnTo>
                  <a:pt x="10078" y="423404"/>
                </a:lnTo>
                <a:lnTo>
                  <a:pt x="5039" y="428981"/>
                </a:lnTo>
                <a:lnTo>
                  <a:pt x="0" y="423404"/>
                </a:lnTo>
                <a:lnTo>
                  <a:pt x="0" y="417826"/>
                </a:lnTo>
                <a:lnTo>
                  <a:pt x="0" y="369369"/>
                </a:lnTo>
                <a:lnTo>
                  <a:pt x="0" y="363791"/>
                </a:lnTo>
                <a:lnTo>
                  <a:pt x="0" y="358214"/>
                </a:lnTo>
                <a:lnTo>
                  <a:pt x="5039" y="358214"/>
                </a:lnTo>
                <a:lnTo>
                  <a:pt x="10078" y="358214"/>
                </a:lnTo>
                <a:lnTo>
                  <a:pt x="14512" y="363791"/>
                </a:lnTo>
                <a:lnTo>
                  <a:pt x="14512" y="369369"/>
                </a:lnTo>
                <a:close/>
              </a:path>
              <a:path w="14604" h="543560">
                <a:moveTo>
                  <a:pt x="14512" y="483016"/>
                </a:moveTo>
                <a:lnTo>
                  <a:pt x="14512" y="537615"/>
                </a:lnTo>
                <a:lnTo>
                  <a:pt x="10078" y="543192"/>
                </a:lnTo>
                <a:lnTo>
                  <a:pt x="5039" y="543192"/>
                </a:lnTo>
                <a:lnTo>
                  <a:pt x="0" y="543192"/>
                </a:lnTo>
                <a:lnTo>
                  <a:pt x="0" y="537615"/>
                </a:lnTo>
                <a:lnTo>
                  <a:pt x="0" y="483016"/>
                </a:lnTo>
                <a:lnTo>
                  <a:pt x="0" y="478003"/>
                </a:lnTo>
                <a:lnTo>
                  <a:pt x="5039" y="478003"/>
                </a:lnTo>
                <a:lnTo>
                  <a:pt x="10078" y="478003"/>
                </a:lnTo>
                <a:lnTo>
                  <a:pt x="14512" y="483016"/>
                </a:lnTo>
                <a:close/>
              </a:path>
            </a:pathLst>
          </a:custGeom>
          <a:ln w="5292">
            <a:solidFill>
              <a:srgbClr val="000000"/>
            </a:solidFill>
          </a:ln>
        </p:spPr>
        <p:txBody>
          <a:bodyPr wrap="square" lIns="0" tIns="0" rIns="0" bIns="0" rtlCol="0"/>
          <a:lstStyle/>
          <a:p/>
        </p:txBody>
      </p:sp>
      <p:sp>
        <p:nvSpPr>
          <p:cNvPr id="61" name="object 61" descr=""/>
          <p:cNvSpPr/>
          <p:nvPr/>
        </p:nvSpPr>
        <p:spPr>
          <a:xfrm>
            <a:off x="5928333" y="5977815"/>
            <a:ext cx="15240" cy="38100"/>
          </a:xfrm>
          <a:custGeom>
            <a:avLst/>
            <a:gdLst/>
            <a:ahLst/>
            <a:cxnLst/>
            <a:rect l="l" t="t" r="r" b="b"/>
            <a:pathLst>
              <a:path w="15239" h="38100">
                <a:moveTo>
                  <a:pt x="14915" y="10590"/>
                </a:moveTo>
                <a:lnTo>
                  <a:pt x="14915" y="26735"/>
                </a:lnTo>
                <a:lnTo>
                  <a:pt x="14915" y="32312"/>
                </a:lnTo>
                <a:lnTo>
                  <a:pt x="14915" y="37889"/>
                </a:lnTo>
                <a:lnTo>
                  <a:pt x="9876" y="37889"/>
                </a:lnTo>
                <a:lnTo>
                  <a:pt x="4837" y="37889"/>
                </a:lnTo>
                <a:lnTo>
                  <a:pt x="4837" y="32312"/>
                </a:lnTo>
                <a:lnTo>
                  <a:pt x="0" y="26735"/>
                </a:lnTo>
                <a:lnTo>
                  <a:pt x="0" y="10590"/>
                </a:lnTo>
                <a:lnTo>
                  <a:pt x="4837" y="5012"/>
                </a:lnTo>
                <a:lnTo>
                  <a:pt x="9876" y="0"/>
                </a:lnTo>
                <a:lnTo>
                  <a:pt x="14915" y="5012"/>
                </a:lnTo>
                <a:lnTo>
                  <a:pt x="14915" y="10590"/>
                </a:lnTo>
                <a:close/>
              </a:path>
            </a:pathLst>
          </a:custGeom>
          <a:ln w="5073">
            <a:solidFill>
              <a:srgbClr val="000000"/>
            </a:solidFill>
          </a:ln>
        </p:spPr>
        <p:txBody>
          <a:bodyPr wrap="square" lIns="0" tIns="0" rIns="0" bIns="0" rtlCol="0"/>
          <a:lstStyle/>
          <a:p/>
        </p:txBody>
      </p:sp>
      <p:grpSp>
        <p:nvGrpSpPr>
          <p:cNvPr id="62" name="object 62" descr=""/>
          <p:cNvGrpSpPr/>
          <p:nvPr/>
        </p:nvGrpSpPr>
        <p:grpSpPr>
          <a:xfrm>
            <a:off x="9244600" y="4313480"/>
            <a:ext cx="19685" cy="1721485"/>
            <a:chOff x="9244600" y="4313480"/>
            <a:chExt cx="19685" cy="1721485"/>
          </a:xfrm>
        </p:grpSpPr>
        <p:sp>
          <p:nvSpPr>
            <p:cNvPr id="63" name="object 63" descr=""/>
            <p:cNvSpPr/>
            <p:nvPr/>
          </p:nvSpPr>
          <p:spPr>
            <a:xfrm>
              <a:off x="9247121" y="4315992"/>
              <a:ext cx="14604" cy="1716405"/>
            </a:xfrm>
            <a:custGeom>
              <a:avLst/>
              <a:gdLst/>
              <a:ahLst/>
              <a:cxnLst/>
              <a:rect l="l" t="t" r="r" b="b"/>
              <a:pathLst>
                <a:path w="14604" h="1716404">
                  <a:moveTo>
                    <a:pt x="9473" y="0"/>
                  </a:moveTo>
                  <a:lnTo>
                    <a:pt x="4837" y="0"/>
                  </a:lnTo>
                  <a:lnTo>
                    <a:pt x="0" y="5012"/>
                  </a:lnTo>
                  <a:lnTo>
                    <a:pt x="0" y="64624"/>
                  </a:lnTo>
                  <a:lnTo>
                    <a:pt x="4837" y="70179"/>
                  </a:lnTo>
                  <a:lnTo>
                    <a:pt x="9473" y="70179"/>
                  </a:lnTo>
                  <a:lnTo>
                    <a:pt x="14311" y="64624"/>
                  </a:lnTo>
                  <a:lnTo>
                    <a:pt x="14311" y="5012"/>
                  </a:lnTo>
                  <a:lnTo>
                    <a:pt x="9473" y="0"/>
                  </a:lnTo>
                  <a:close/>
                </a:path>
                <a:path w="14604" h="1716404">
                  <a:moveTo>
                    <a:pt x="9473" y="184391"/>
                  </a:moveTo>
                  <a:lnTo>
                    <a:pt x="4837" y="184391"/>
                  </a:lnTo>
                  <a:lnTo>
                    <a:pt x="4837" y="189968"/>
                  </a:lnTo>
                  <a:lnTo>
                    <a:pt x="9473" y="184391"/>
                  </a:lnTo>
                  <a:close/>
                </a:path>
                <a:path w="14604" h="1716404">
                  <a:moveTo>
                    <a:pt x="9473" y="119224"/>
                  </a:moveTo>
                  <a:lnTo>
                    <a:pt x="4837" y="119224"/>
                  </a:lnTo>
                  <a:lnTo>
                    <a:pt x="0" y="124778"/>
                  </a:lnTo>
                  <a:lnTo>
                    <a:pt x="0" y="184391"/>
                  </a:lnTo>
                  <a:lnTo>
                    <a:pt x="14311" y="184391"/>
                  </a:lnTo>
                  <a:lnTo>
                    <a:pt x="14311" y="124778"/>
                  </a:lnTo>
                  <a:lnTo>
                    <a:pt x="9473" y="119224"/>
                  </a:lnTo>
                  <a:close/>
                </a:path>
                <a:path w="14604" h="1716404">
                  <a:moveTo>
                    <a:pt x="14311" y="238425"/>
                  </a:moveTo>
                  <a:lnTo>
                    <a:pt x="0" y="238425"/>
                  </a:lnTo>
                  <a:lnTo>
                    <a:pt x="0" y="303615"/>
                  </a:lnTo>
                  <a:lnTo>
                    <a:pt x="14311" y="303615"/>
                  </a:lnTo>
                  <a:lnTo>
                    <a:pt x="14311" y="238425"/>
                  </a:lnTo>
                  <a:close/>
                </a:path>
                <a:path w="14604" h="1716404">
                  <a:moveTo>
                    <a:pt x="14311" y="358214"/>
                  </a:moveTo>
                  <a:lnTo>
                    <a:pt x="0" y="358214"/>
                  </a:lnTo>
                  <a:lnTo>
                    <a:pt x="0" y="423381"/>
                  </a:lnTo>
                  <a:lnTo>
                    <a:pt x="14311" y="423381"/>
                  </a:lnTo>
                  <a:lnTo>
                    <a:pt x="14311" y="358214"/>
                  </a:lnTo>
                  <a:close/>
                </a:path>
                <a:path w="14604" h="1716404">
                  <a:moveTo>
                    <a:pt x="14311" y="477438"/>
                  </a:moveTo>
                  <a:lnTo>
                    <a:pt x="0" y="477438"/>
                  </a:lnTo>
                  <a:lnTo>
                    <a:pt x="0" y="542605"/>
                  </a:lnTo>
                  <a:lnTo>
                    <a:pt x="14311" y="542605"/>
                  </a:lnTo>
                  <a:lnTo>
                    <a:pt x="14311" y="477438"/>
                  </a:lnTo>
                  <a:close/>
                </a:path>
                <a:path w="14604" h="1716404">
                  <a:moveTo>
                    <a:pt x="14311" y="597204"/>
                  </a:moveTo>
                  <a:lnTo>
                    <a:pt x="0" y="597204"/>
                  </a:lnTo>
                  <a:lnTo>
                    <a:pt x="0" y="662394"/>
                  </a:lnTo>
                  <a:lnTo>
                    <a:pt x="14311" y="662394"/>
                  </a:lnTo>
                  <a:lnTo>
                    <a:pt x="14311" y="597204"/>
                  </a:lnTo>
                  <a:close/>
                </a:path>
                <a:path w="14604" h="1716404">
                  <a:moveTo>
                    <a:pt x="14311" y="716429"/>
                  </a:moveTo>
                  <a:lnTo>
                    <a:pt x="0" y="716429"/>
                  </a:lnTo>
                  <a:lnTo>
                    <a:pt x="0" y="781596"/>
                  </a:lnTo>
                  <a:lnTo>
                    <a:pt x="14311" y="781596"/>
                  </a:lnTo>
                  <a:lnTo>
                    <a:pt x="14311" y="716429"/>
                  </a:lnTo>
                  <a:close/>
                </a:path>
                <a:path w="14604" h="1716404">
                  <a:moveTo>
                    <a:pt x="4837" y="711416"/>
                  </a:moveTo>
                  <a:lnTo>
                    <a:pt x="4837" y="716429"/>
                  </a:lnTo>
                  <a:lnTo>
                    <a:pt x="9473" y="716429"/>
                  </a:lnTo>
                  <a:lnTo>
                    <a:pt x="4837" y="711416"/>
                  </a:lnTo>
                  <a:close/>
                </a:path>
                <a:path w="14604" h="1716404">
                  <a:moveTo>
                    <a:pt x="9473" y="830640"/>
                  </a:moveTo>
                  <a:lnTo>
                    <a:pt x="4837" y="830640"/>
                  </a:lnTo>
                  <a:lnTo>
                    <a:pt x="0" y="836195"/>
                  </a:lnTo>
                  <a:lnTo>
                    <a:pt x="0" y="895807"/>
                  </a:lnTo>
                  <a:lnTo>
                    <a:pt x="4837" y="901384"/>
                  </a:lnTo>
                  <a:lnTo>
                    <a:pt x="9473" y="901384"/>
                  </a:lnTo>
                  <a:lnTo>
                    <a:pt x="14311" y="895807"/>
                  </a:lnTo>
                  <a:lnTo>
                    <a:pt x="14311" y="836195"/>
                  </a:lnTo>
                  <a:lnTo>
                    <a:pt x="9473" y="830640"/>
                  </a:lnTo>
                  <a:close/>
                </a:path>
                <a:path w="14604" h="1716404">
                  <a:moveTo>
                    <a:pt x="9473" y="950406"/>
                  </a:moveTo>
                  <a:lnTo>
                    <a:pt x="4837" y="950406"/>
                  </a:lnTo>
                  <a:lnTo>
                    <a:pt x="0" y="955419"/>
                  </a:lnTo>
                  <a:lnTo>
                    <a:pt x="0" y="1015596"/>
                  </a:lnTo>
                  <a:lnTo>
                    <a:pt x="4837" y="1020609"/>
                  </a:lnTo>
                  <a:lnTo>
                    <a:pt x="9473" y="1020609"/>
                  </a:lnTo>
                  <a:lnTo>
                    <a:pt x="14311" y="1015596"/>
                  </a:lnTo>
                  <a:lnTo>
                    <a:pt x="14311" y="955419"/>
                  </a:lnTo>
                  <a:lnTo>
                    <a:pt x="9473" y="950406"/>
                  </a:lnTo>
                  <a:close/>
                </a:path>
                <a:path w="14604" h="1716404">
                  <a:moveTo>
                    <a:pt x="9473" y="1134797"/>
                  </a:moveTo>
                  <a:lnTo>
                    <a:pt x="4837" y="1134797"/>
                  </a:lnTo>
                  <a:lnTo>
                    <a:pt x="4837" y="1140375"/>
                  </a:lnTo>
                  <a:lnTo>
                    <a:pt x="9473" y="1134797"/>
                  </a:lnTo>
                  <a:close/>
                </a:path>
                <a:path w="14604" h="1716404">
                  <a:moveTo>
                    <a:pt x="9473" y="1069630"/>
                  </a:moveTo>
                  <a:lnTo>
                    <a:pt x="4837" y="1069630"/>
                  </a:lnTo>
                  <a:lnTo>
                    <a:pt x="0" y="1075208"/>
                  </a:lnTo>
                  <a:lnTo>
                    <a:pt x="0" y="1134797"/>
                  </a:lnTo>
                  <a:lnTo>
                    <a:pt x="14311" y="1134797"/>
                  </a:lnTo>
                  <a:lnTo>
                    <a:pt x="14311" y="1075208"/>
                  </a:lnTo>
                  <a:lnTo>
                    <a:pt x="9473" y="1069630"/>
                  </a:lnTo>
                  <a:close/>
                </a:path>
                <a:path w="14604" h="1716404">
                  <a:moveTo>
                    <a:pt x="14311" y="1189397"/>
                  </a:moveTo>
                  <a:lnTo>
                    <a:pt x="0" y="1189397"/>
                  </a:lnTo>
                  <a:lnTo>
                    <a:pt x="0" y="1254022"/>
                  </a:lnTo>
                  <a:lnTo>
                    <a:pt x="14311" y="1254022"/>
                  </a:lnTo>
                  <a:lnTo>
                    <a:pt x="14311" y="1189397"/>
                  </a:lnTo>
                  <a:close/>
                </a:path>
                <a:path w="14604" h="1716404">
                  <a:moveTo>
                    <a:pt x="14311" y="1308621"/>
                  </a:moveTo>
                  <a:lnTo>
                    <a:pt x="0" y="1308621"/>
                  </a:lnTo>
                  <a:lnTo>
                    <a:pt x="0" y="1373810"/>
                  </a:lnTo>
                  <a:lnTo>
                    <a:pt x="14311" y="1373810"/>
                  </a:lnTo>
                  <a:lnTo>
                    <a:pt x="14311" y="1308621"/>
                  </a:lnTo>
                  <a:close/>
                </a:path>
                <a:path w="14604" h="1716404">
                  <a:moveTo>
                    <a:pt x="14311" y="1427845"/>
                  </a:moveTo>
                  <a:lnTo>
                    <a:pt x="0" y="1427845"/>
                  </a:lnTo>
                  <a:lnTo>
                    <a:pt x="0" y="1493035"/>
                  </a:lnTo>
                  <a:lnTo>
                    <a:pt x="14311" y="1493035"/>
                  </a:lnTo>
                  <a:lnTo>
                    <a:pt x="14311" y="1427845"/>
                  </a:lnTo>
                  <a:close/>
                </a:path>
                <a:path w="14604" h="1716404">
                  <a:moveTo>
                    <a:pt x="14311" y="1547611"/>
                  </a:moveTo>
                  <a:lnTo>
                    <a:pt x="0" y="1547611"/>
                  </a:lnTo>
                  <a:lnTo>
                    <a:pt x="0" y="1612801"/>
                  </a:lnTo>
                  <a:lnTo>
                    <a:pt x="14311" y="1612801"/>
                  </a:lnTo>
                  <a:lnTo>
                    <a:pt x="14311" y="1547611"/>
                  </a:lnTo>
                  <a:close/>
                </a:path>
                <a:path w="14604" h="1716404">
                  <a:moveTo>
                    <a:pt x="14311" y="1666835"/>
                  </a:moveTo>
                  <a:lnTo>
                    <a:pt x="0" y="1666835"/>
                  </a:lnTo>
                  <a:lnTo>
                    <a:pt x="0" y="1710303"/>
                  </a:lnTo>
                  <a:lnTo>
                    <a:pt x="4837" y="1715857"/>
                  </a:lnTo>
                  <a:lnTo>
                    <a:pt x="9473" y="1715857"/>
                  </a:lnTo>
                  <a:lnTo>
                    <a:pt x="14311" y="1710303"/>
                  </a:lnTo>
                  <a:lnTo>
                    <a:pt x="14311" y="1666835"/>
                  </a:lnTo>
                  <a:close/>
                </a:path>
                <a:path w="14604" h="1716404">
                  <a:moveTo>
                    <a:pt x="4837" y="1661823"/>
                  </a:moveTo>
                  <a:lnTo>
                    <a:pt x="4837" y="1666835"/>
                  </a:lnTo>
                  <a:lnTo>
                    <a:pt x="9473" y="1666835"/>
                  </a:lnTo>
                  <a:lnTo>
                    <a:pt x="4837" y="1661823"/>
                  </a:lnTo>
                  <a:close/>
                </a:path>
              </a:pathLst>
            </a:custGeom>
            <a:solidFill>
              <a:srgbClr val="000000"/>
            </a:solidFill>
          </p:spPr>
          <p:txBody>
            <a:bodyPr wrap="square" lIns="0" tIns="0" rIns="0" bIns="0" rtlCol="0"/>
            <a:lstStyle/>
            <a:p/>
          </p:txBody>
        </p:sp>
        <p:sp>
          <p:nvSpPr>
            <p:cNvPr id="64" name="object 64" descr=""/>
            <p:cNvSpPr/>
            <p:nvPr/>
          </p:nvSpPr>
          <p:spPr>
            <a:xfrm>
              <a:off x="9247121" y="4315992"/>
              <a:ext cx="14604" cy="1716405"/>
            </a:xfrm>
            <a:custGeom>
              <a:avLst/>
              <a:gdLst/>
              <a:ahLst/>
              <a:cxnLst/>
              <a:rect l="l" t="t" r="r" b="b"/>
              <a:pathLst>
                <a:path w="14604" h="1716404">
                  <a:moveTo>
                    <a:pt x="14311" y="10590"/>
                  </a:moveTo>
                  <a:lnTo>
                    <a:pt x="14311" y="59612"/>
                  </a:lnTo>
                  <a:lnTo>
                    <a:pt x="14311" y="64624"/>
                  </a:lnTo>
                  <a:lnTo>
                    <a:pt x="9473" y="70179"/>
                  </a:lnTo>
                  <a:lnTo>
                    <a:pt x="4837" y="70179"/>
                  </a:lnTo>
                  <a:lnTo>
                    <a:pt x="0" y="64624"/>
                  </a:lnTo>
                  <a:lnTo>
                    <a:pt x="0" y="59612"/>
                  </a:lnTo>
                  <a:lnTo>
                    <a:pt x="0" y="10590"/>
                  </a:lnTo>
                  <a:lnTo>
                    <a:pt x="0" y="5012"/>
                  </a:lnTo>
                  <a:lnTo>
                    <a:pt x="4837" y="0"/>
                  </a:lnTo>
                  <a:lnTo>
                    <a:pt x="9473" y="0"/>
                  </a:lnTo>
                  <a:lnTo>
                    <a:pt x="14311" y="5012"/>
                  </a:lnTo>
                  <a:lnTo>
                    <a:pt x="14311" y="10590"/>
                  </a:lnTo>
                  <a:close/>
                </a:path>
                <a:path w="14604" h="1716404">
                  <a:moveTo>
                    <a:pt x="14311" y="129791"/>
                  </a:moveTo>
                  <a:lnTo>
                    <a:pt x="14311" y="178813"/>
                  </a:lnTo>
                  <a:lnTo>
                    <a:pt x="14311" y="184391"/>
                  </a:lnTo>
                  <a:lnTo>
                    <a:pt x="9473" y="184391"/>
                  </a:lnTo>
                  <a:lnTo>
                    <a:pt x="4837" y="189968"/>
                  </a:lnTo>
                  <a:lnTo>
                    <a:pt x="4837" y="184391"/>
                  </a:lnTo>
                  <a:lnTo>
                    <a:pt x="0" y="184391"/>
                  </a:lnTo>
                  <a:lnTo>
                    <a:pt x="0" y="178813"/>
                  </a:lnTo>
                  <a:lnTo>
                    <a:pt x="0" y="129791"/>
                  </a:lnTo>
                  <a:lnTo>
                    <a:pt x="0" y="124778"/>
                  </a:lnTo>
                  <a:lnTo>
                    <a:pt x="4837" y="119224"/>
                  </a:lnTo>
                  <a:lnTo>
                    <a:pt x="9473" y="119224"/>
                  </a:lnTo>
                  <a:lnTo>
                    <a:pt x="14311" y="124778"/>
                  </a:lnTo>
                  <a:lnTo>
                    <a:pt x="14311" y="129791"/>
                  </a:lnTo>
                  <a:close/>
                </a:path>
                <a:path w="14604" h="1716404">
                  <a:moveTo>
                    <a:pt x="14311" y="249580"/>
                  </a:moveTo>
                  <a:lnTo>
                    <a:pt x="14311" y="298602"/>
                  </a:lnTo>
                  <a:lnTo>
                    <a:pt x="14311" y="303615"/>
                  </a:lnTo>
                  <a:lnTo>
                    <a:pt x="9473" y="303615"/>
                  </a:lnTo>
                  <a:lnTo>
                    <a:pt x="4837" y="303615"/>
                  </a:lnTo>
                  <a:lnTo>
                    <a:pt x="0" y="303615"/>
                  </a:lnTo>
                  <a:lnTo>
                    <a:pt x="0" y="298602"/>
                  </a:lnTo>
                  <a:lnTo>
                    <a:pt x="0" y="249580"/>
                  </a:lnTo>
                  <a:lnTo>
                    <a:pt x="0" y="244003"/>
                  </a:lnTo>
                  <a:lnTo>
                    <a:pt x="0" y="238425"/>
                  </a:lnTo>
                  <a:lnTo>
                    <a:pt x="4837" y="238425"/>
                  </a:lnTo>
                  <a:lnTo>
                    <a:pt x="9473" y="238425"/>
                  </a:lnTo>
                  <a:lnTo>
                    <a:pt x="14311" y="238425"/>
                  </a:lnTo>
                  <a:lnTo>
                    <a:pt x="14311" y="249580"/>
                  </a:lnTo>
                  <a:close/>
                </a:path>
                <a:path w="14604" h="1716404">
                  <a:moveTo>
                    <a:pt x="14311" y="363791"/>
                  </a:moveTo>
                  <a:lnTo>
                    <a:pt x="14311" y="417826"/>
                  </a:lnTo>
                  <a:lnTo>
                    <a:pt x="14311" y="423381"/>
                  </a:lnTo>
                  <a:lnTo>
                    <a:pt x="9473" y="423381"/>
                  </a:lnTo>
                  <a:lnTo>
                    <a:pt x="4837" y="423381"/>
                  </a:lnTo>
                  <a:lnTo>
                    <a:pt x="0" y="423381"/>
                  </a:lnTo>
                  <a:lnTo>
                    <a:pt x="0" y="417826"/>
                  </a:lnTo>
                  <a:lnTo>
                    <a:pt x="0" y="363791"/>
                  </a:lnTo>
                  <a:lnTo>
                    <a:pt x="0" y="358214"/>
                  </a:lnTo>
                  <a:lnTo>
                    <a:pt x="4837" y="358214"/>
                  </a:lnTo>
                  <a:lnTo>
                    <a:pt x="9473" y="358214"/>
                  </a:lnTo>
                  <a:lnTo>
                    <a:pt x="14311" y="358214"/>
                  </a:lnTo>
                  <a:lnTo>
                    <a:pt x="14311" y="363791"/>
                  </a:lnTo>
                  <a:close/>
                </a:path>
                <a:path w="14604" h="1716404">
                  <a:moveTo>
                    <a:pt x="14311" y="482993"/>
                  </a:moveTo>
                  <a:lnTo>
                    <a:pt x="14311" y="537592"/>
                  </a:lnTo>
                  <a:lnTo>
                    <a:pt x="14311" y="542605"/>
                  </a:lnTo>
                  <a:lnTo>
                    <a:pt x="9473" y="542605"/>
                  </a:lnTo>
                  <a:lnTo>
                    <a:pt x="4837" y="542605"/>
                  </a:lnTo>
                  <a:lnTo>
                    <a:pt x="0" y="542605"/>
                  </a:lnTo>
                  <a:lnTo>
                    <a:pt x="0" y="537592"/>
                  </a:lnTo>
                  <a:lnTo>
                    <a:pt x="0" y="482993"/>
                  </a:lnTo>
                  <a:lnTo>
                    <a:pt x="0" y="477438"/>
                  </a:lnTo>
                  <a:lnTo>
                    <a:pt x="4837" y="477438"/>
                  </a:lnTo>
                  <a:lnTo>
                    <a:pt x="9473" y="477438"/>
                  </a:lnTo>
                  <a:lnTo>
                    <a:pt x="14311" y="477438"/>
                  </a:lnTo>
                  <a:lnTo>
                    <a:pt x="14311" y="482993"/>
                  </a:lnTo>
                  <a:close/>
                </a:path>
                <a:path w="14604" h="1716404">
                  <a:moveTo>
                    <a:pt x="14311" y="602782"/>
                  </a:moveTo>
                  <a:lnTo>
                    <a:pt x="14311" y="656817"/>
                  </a:lnTo>
                  <a:lnTo>
                    <a:pt x="14311" y="662394"/>
                  </a:lnTo>
                  <a:lnTo>
                    <a:pt x="9473" y="662394"/>
                  </a:lnTo>
                  <a:lnTo>
                    <a:pt x="4837" y="662394"/>
                  </a:lnTo>
                  <a:lnTo>
                    <a:pt x="0" y="662394"/>
                  </a:lnTo>
                  <a:lnTo>
                    <a:pt x="0" y="656817"/>
                  </a:lnTo>
                  <a:lnTo>
                    <a:pt x="0" y="602782"/>
                  </a:lnTo>
                  <a:lnTo>
                    <a:pt x="0" y="597204"/>
                  </a:lnTo>
                  <a:lnTo>
                    <a:pt x="4837" y="597204"/>
                  </a:lnTo>
                  <a:lnTo>
                    <a:pt x="9473" y="597204"/>
                  </a:lnTo>
                  <a:lnTo>
                    <a:pt x="14311" y="597204"/>
                  </a:lnTo>
                  <a:lnTo>
                    <a:pt x="14311" y="602782"/>
                  </a:lnTo>
                  <a:close/>
                </a:path>
                <a:path w="14604" h="1716404">
                  <a:moveTo>
                    <a:pt x="14311" y="722006"/>
                  </a:moveTo>
                  <a:lnTo>
                    <a:pt x="14311" y="771028"/>
                  </a:lnTo>
                  <a:lnTo>
                    <a:pt x="14311" y="781596"/>
                  </a:lnTo>
                  <a:lnTo>
                    <a:pt x="9473" y="781596"/>
                  </a:lnTo>
                  <a:lnTo>
                    <a:pt x="4837" y="781596"/>
                  </a:lnTo>
                  <a:lnTo>
                    <a:pt x="0" y="781596"/>
                  </a:lnTo>
                  <a:lnTo>
                    <a:pt x="0" y="776583"/>
                  </a:lnTo>
                  <a:lnTo>
                    <a:pt x="0" y="771028"/>
                  </a:lnTo>
                  <a:lnTo>
                    <a:pt x="0" y="722006"/>
                  </a:lnTo>
                  <a:lnTo>
                    <a:pt x="0" y="716429"/>
                  </a:lnTo>
                  <a:lnTo>
                    <a:pt x="4837" y="716429"/>
                  </a:lnTo>
                  <a:lnTo>
                    <a:pt x="4837" y="711416"/>
                  </a:lnTo>
                  <a:lnTo>
                    <a:pt x="9473" y="716429"/>
                  </a:lnTo>
                  <a:lnTo>
                    <a:pt x="14311" y="716429"/>
                  </a:lnTo>
                  <a:lnTo>
                    <a:pt x="14311" y="722006"/>
                  </a:lnTo>
                  <a:close/>
                </a:path>
                <a:path w="14604" h="1716404">
                  <a:moveTo>
                    <a:pt x="14311" y="841772"/>
                  </a:moveTo>
                  <a:lnTo>
                    <a:pt x="14311" y="890252"/>
                  </a:lnTo>
                  <a:lnTo>
                    <a:pt x="14311" y="895807"/>
                  </a:lnTo>
                  <a:lnTo>
                    <a:pt x="9473" y="901384"/>
                  </a:lnTo>
                  <a:lnTo>
                    <a:pt x="4837" y="901384"/>
                  </a:lnTo>
                  <a:lnTo>
                    <a:pt x="0" y="895807"/>
                  </a:lnTo>
                  <a:lnTo>
                    <a:pt x="0" y="890252"/>
                  </a:lnTo>
                  <a:lnTo>
                    <a:pt x="0" y="841772"/>
                  </a:lnTo>
                  <a:lnTo>
                    <a:pt x="0" y="836195"/>
                  </a:lnTo>
                  <a:lnTo>
                    <a:pt x="4837" y="830640"/>
                  </a:lnTo>
                  <a:lnTo>
                    <a:pt x="9473" y="830640"/>
                  </a:lnTo>
                  <a:lnTo>
                    <a:pt x="14311" y="836195"/>
                  </a:lnTo>
                  <a:lnTo>
                    <a:pt x="14311" y="841772"/>
                  </a:lnTo>
                  <a:close/>
                </a:path>
                <a:path w="14604" h="1716404">
                  <a:moveTo>
                    <a:pt x="14311" y="960996"/>
                  </a:moveTo>
                  <a:lnTo>
                    <a:pt x="14311" y="1010018"/>
                  </a:lnTo>
                  <a:lnTo>
                    <a:pt x="14311" y="1015596"/>
                  </a:lnTo>
                  <a:lnTo>
                    <a:pt x="9473" y="1020609"/>
                  </a:lnTo>
                  <a:lnTo>
                    <a:pt x="4837" y="1020609"/>
                  </a:lnTo>
                  <a:lnTo>
                    <a:pt x="0" y="1015596"/>
                  </a:lnTo>
                  <a:lnTo>
                    <a:pt x="0" y="1010018"/>
                  </a:lnTo>
                  <a:lnTo>
                    <a:pt x="0" y="960996"/>
                  </a:lnTo>
                  <a:lnTo>
                    <a:pt x="0" y="955419"/>
                  </a:lnTo>
                  <a:lnTo>
                    <a:pt x="4837" y="950406"/>
                  </a:lnTo>
                  <a:lnTo>
                    <a:pt x="9473" y="950406"/>
                  </a:lnTo>
                  <a:lnTo>
                    <a:pt x="14311" y="955419"/>
                  </a:lnTo>
                  <a:lnTo>
                    <a:pt x="14311" y="960996"/>
                  </a:lnTo>
                  <a:close/>
                </a:path>
                <a:path w="14604" h="1716404">
                  <a:moveTo>
                    <a:pt x="14311" y="1080763"/>
                  </a:moveTo>
                  <a:lnTo>
                    <a:pt x="14311" y="1129243"/>
                  </a:lnTo>
                  <a:lnTo>
                    <a:pt x="14311" y="1134797"/>
                  </a:lnTo>
                  <a:lnTo>
                    <a:pt x="9473" y="1134797"/>
                  </a:lnTo>
                  <a:lnTo>
                    <a:pt x="4837" y="1140375"/>
                  </a:lnTo>
                  <a:lnTo>
                    <a:pt x="4837" y="1134797"/>
                  </a:lnTo>
                  <a:lnTo>
                    <a:pt x="0" y="1134797"/>
                  </a:lnTo>
                  <a:lnTo>
                    <a:pt x="0" y="1129243"/>
                  </a:lnTo>
                  <a:lnTo>
                    <a:pt x="0" y="1080763"/>
                  </a:lnTo>
                  <a:lnTo>
                    <a:pt x="0" y="1075208"/>
                  </a:lnTo>
                  <a:lnTo>
                    <a:pt x="4837" y="1069630"/>
                  </a:lnTo>
                  <a:lnTo>
                    <a:pt x="9473" y="1069630"/>
                  </a:lnTo>
                  <a:lnTo>
                    <a:pt x="14311" y="1075208"/>
                  </a:lnTo>
                  <a:lnTo>
                    <a:pt x="14311" y="1080763"/>
                  </a:lnTo>
                  <a:close/>
                </a:path>
                <a:path w="14604" h="1716404">
                  <a:moveTo>
                    <a:pt x="14311" y="1199987"/>
                  </a:moveTo>
                  <a:lnTo>
                    <a:pt x="14311" y="1249009"/>
                  </a:lnTo>
                  <a:lnTo>
                    <a:pt x="14311" y="1254022"/>
                  </a:lnTo>
                  <a:lnTo>
                    <a:pt x="9473" y="1254022"/>
                  </a:lnTo>
                  <a:lnTo>
                    <a:pt x="4837" y="1254022"/>
                  </a:lnTo>
                  <a:lnTo>
                    <a:pt x="0" y="1254022"/>
                  </a:lnTo>
                  <a:lnTo>
                    <a:pt x="0" y="1249009"/>
                  </a:lnTo>
                  <a:lnTo>
                    <a:pt x="0" y="1199987"/>
                  </a:lnTo>
                  <a:lnTo>
                    <a:pt x="0" y="1194409"/>
                  </a:lnTo>
                  <a:lnTo>
                    <a:pt x="0" y="1189397"/>
                  </a:lnTo>
                  <a:lnTo>
                    <a:pt x="4837" y="1189397"/>
                  </a:lnTo>
                  <a:lnTo>
                    <a:pt x="9473" y="1189397"/>
                  </a:lnTo>
                  <a:lnTo>
                    <a:pt x="14311" y="1189397"/>
                  </a:lnTo>
                  <a:lnTo>
                    <a:pt x="14311" y="1199987"/>
                  </a:lnTo>
                  <a:close/>
                </a:path>
                <a:path w="14604" h="1716404">
                  <a:moveTo>
                    <a:pt x="14311" y="1314198"/>
                  </a:moveTo>
                  <a:lnTo>
                    <a:pt x="14311" y="1368233"/>
                  </a:lnTo>
                  <a:lnTo>
                    <a:pt x="14311" y="1373810"/>
                  </a:lnTo>
                  <a:lnTo>
                    <a:pt x="9473" y="1373810"/>
                  </a:lnTo>
                  <a:lnTo>
                    <a:pt x="4837" y="1373810"/>
                  </a:lnTo>
                  <a:lnTo>
                    <a:pt x="0" y="1373810"/>
                  </a:lnTo>
                  <a:lnTo>
                    <a:pt x="0" y="1368233"/>
                  </a:lnTo>
                  <a:lnTo>
                    <a:pt x="0" y="1314198"/>
                  </a:lnTo>
                  <a:lnTo>
                    <a:pt x="0" y="1308621"/>
                  </a:lnTo>
                  <a:lnTo>
                    <a:pt x="4837" y="1308621"/>
                  </a:lnTo>
                  <a:lnTo>
                    <a:pt x="9473" y="1308621"/>
                  </a:lnTo>
                  <a:lnTo>
                    <a:pt x="14311" y="1308621"/>
                  </a:lnTo>
                  <a:lnTo>
                    <a:pt x="14311" y="1314198"/>
                  </a:lnTo>
                  <a:close/>
                </a:path>
                <a:path w="14604" h="1716404">
                  <a:moveTo>
                    <a:pt x="14311" y="1433422"/>
                  </a:moveTo>
                  <a:lnTo>
                    <a:pt x="14311" y="1487999"/>
                  </a:lnTo>
                  <a:lnTo>
                    <a:pt x="14311" y="1493035"/>
                  </a:lnTo>
                  <a:lnTo>
                    <a:pt x="9473" y="1493035"/>
                  </a:lnTo>
                  <a:lnTo>
                    <a:pt x="4837" y="1493035"/>
                  </a:lnTo>
                  <a:lnTo>
                    <a:pt x="0" y="1493035"/>
                  </a:lnTo>
                  <a:lnTo>
                    <a:pt x="0" y="1487999"/>
                  </a:lnTo>
                  <a:lnTo>
                    <a:pt x="0" y="1433422"/>
                  </a:lnTo>
                  <a:lnTo>
                    <a:pt x="0" y="1427845"/>
                  </a:lnTo>
                  <a:lnTo>
                    <a:pt x="4837" y="1427845"/>
                  </a:lnTo>
                  <a:lnTo>
                    <a:pt x="9473" y="1427845"/>
                  </a:lnTo>
                  <a:lnTo>
                    <a:pt x="14311" y="1427845"/>
                  </a:lnTo>
                  <a:lnTo>
                    <a:pt x="14311" y="1433422"/>
                  </a:lnTo>
                  <a:close/>
                </a:path>
                <a:path w="14604" h="1716404">
                  <a:moveTo>
                    <a:pt x="14311" y="1553189"/>
                  </a:moveTo>
                  <a:lnTo>
                    <a:pt x="14311" y="1607223"/>
                  </a:lnTo>
                  <a:lnTo>
                    <a:pt x="14311" y="1612801"/>
                  </a:lnTo>
                  <a:lnTo>
                    <a:pt x="9473" y="1612801"/>
                  </a:lnTo>
                  <a:lnTo>
                    <a:pt x="4837" y="1612801"/>
                  </a:lnTo>
                  <a:lnTo>
                    <a:pt x="0" y="1612801"/>
                  </a:lnTo>
                  <a:lnTo>
                    <a:pt x="0" y="1607223"/>
                  </a:lnTo>
                  <a:lnTo>
                    <a:pt x="0" y="1553189"/>
                  </a:lnTo>
                  <a:lnTo>
                    <a:pt x="0" y="1547611"/>
                  </a:lnTo>
                  <a:lnTo>
                    <a:pt x="4837" y="1547611"/>
                  </a:lnTo>
                  <a:lnTo>
                    <a:pt x="9473" y="1547611"/>
                  </a:lnTo>
                  <a:lnTo>
                    <a:pt x="14311" y="1547611"/>
                  </a:lnTo>
                  <a:lnTo>
                    <a:pt x="14311" y="1553189"/>
                  </a:lnTo>
                  <a:close/>
                </a:path>
                <a:path w="14604" h="1716404">
                  <a:moveTo>
                    <a:pt x="14311" y="1672413"/>
                  </a:moveTo>
                  <a:lnTo>
                    <a:pt x="14311" y="1705290"/>
                  </a:lnTo>
                  <a:lnTo>
                    <a:pt x="14311" y="1710303"/>
                  </a:lnTo>
                  <a:lnTo>
                    <a:pt x="9473" y="1715857"/>
                  </a:lnTo>
                  <a:lnTo>
                    <a:pt x="4837" y="1715857"/>
                  </a:lnTo>
                  <a:lnTo>
                    <a:pt x="0" y="1710303"/>
                  </a:lnTo>
                  <a:lnTo>
                    <a:pt x="0" y="1705290"/>
                  </a:lnTo>
                  <a:lnTo>
                    <a:pt x="0" y="1672413"/>
                  </a:lnTo>
                  <a:lnTo>
                    <a:pt x="0" y="1666835"/>
                  </a:lnTo>
                  <a:lnTo>
                    <a:pt x="4837" y="1666835"/>
                  </a:lnTo>
                  <a:lnTo>
                    <a:pt x="4837" y="1661823"/>
                  </a:lnTo>
                  <a:lnTo>
                    <a:pt x="9473" y="1666835"/>
                  </a:lnTo>
                  <a:lnTo>
                    <a:pt x="14311" y="1666835"/>
                  </a:lnTo>
                  <a:lnTo>
                    <a:pt x="14311" y="1672413"/>
                  </a:lnTo>
                  <a:close/>
                </a:path>
              </a:pathLst>
            </a:custGeom>
            <a:ln w="5292">
              <a:solidFill>
                <a:srgbClr val="000000"/>
              </a:solidFill>
            </a:ln>
          </p:spPr>
          <p:txBody>
            <a:bodyPr wrap="square" lIns="0" tIns="0" rIns="0" bIns="0" rtlCol="0"/>
            <a:lstStyle/>
            <a:p/>
          </p:txBody>
        </p:sp>
      </p:grpSp>
      <p:sp>
        <p:nvSpPr>
          <p:cNvPr id="65" name="object 65"/>
          <p:cNvSpPr txBox="1">
            <a:spLocks noGrp="1"/>
          </p:cNvSpPr>
          <p:nvPr>
            <p:ph type="title"/>
          </p:nvPr>
        </p:nvSpPr>
        <p:spPr>
          <a:xfrm>
            <a:off x="3197098" y="121107"/>
            <a:ext cx="3702050"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3.1.1</a:t>
            </a:r>
            <a:r>
              <a:rPr dirty="0" u="none" spc="-40" b="1">
                <a:latin typeface="黑体"/>
                <a:cs typeface="黑体"/>
              </a:rPr>
              <a:t> 什么是流水线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67008" y="6560367"/>
            <a:ext cx="518159"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767839" algn="l"/>
                <a:tab pos="11028045" algn="l"/>
              </a:tabLst>
            </a:pPr>
            <a:r>
              <a:rPr dirty="0"/>
              <a:t>	3.1.1</a:t>
            </a:r>
            <a:r>
              <a:rPr dirty="0" spc="-15"/>
              <a:t> </a:t>
            </a:r>
            <a:r>
              <a:rPr dirty="0"/>
              <a:t>什么</a:t>
            </a:r>
            <a:r>
              <a:rPr dirty="0" spc="-20"/>
              <a:t>是</a:t>
            </a:r>
            <a:r>
              <a:rPr dirty="0"/>
              <a:t>流水</a:t>
            </a:r>
            <a:r>
              <a:rPr dirty="0" spc="-50"/>
              <a:t>线</a:t>
            </a:r>
            <a:r>
              <a:rPr dirty="0"/>
              <a:t>	</a:t>
            </a:r>
          </a:p>
        </p:txBody>
      </p:sp>
      <p:sp>
        <p:nvSpPr>
          <p:cNvPr id="9" name="object 9" descr=""/>
          <p:cNvSpPr txBox="1"/>
          <p:nvPr/>
        </p:nvSpPr>
        <p:spPr>
          <a:xfrm>
            <a:off x="234492" y="1110742"/>
            <a:ext cx="11507470" cy="5361305"/>
          </a:xfrm>
          <a:prstGeom prst="rect">
            <a:avLst/>
          </a:prstGeom>
        </p:spPr>
        <p:txBody>
          <a:bodyPr wrap="square" lIns="0" tIns="12065" rIns="0" bIns="0" rtlCol="0" vert="horz">
            <a:spAutoFit/>
          </a:bodyPr>
          <a:lstStyle/>
          <a:p>
            <a:pPr marL="468630" indent="-455930">
              <a:lnSpc>
                <a:spcPct val="100000"/>
              </a:lnSpc>
              <a:spcBef>
                <a:spcPts val="95"/>
              </a:spcBef>
              <a:buClr>
                <a:srgbClr val="40458B"/>
              </a:buClr>
              <a:buFont typeface="Tahoma"/>
              <a:buAutoNum type="arabicPeriod" startAt="7"/>
              <a:tabLst>
                <a:tab pos="468630" algn="l"/>
              </a:tabLst>
            </a:pPr>
            <a:r>
              <a:rPr dirty="0" sz="2800" spc="-40">
                <a:solidFill>
                  <a:srgbClr val="E14B04"/>
                </a:solidFill>
                <a:latin typeface="黑体"/>
                <a:cs typeface="黑体"/>
              </a:rPr>
              <a:t>流水技术的特点</a:t>
            </a:r>
            <a:endParaRPr sz="2800">
              <a:latin typeface="黑体"/>
              <a:cs typeface="黑体"/>
            </a:endParaRPr>
          </a:p>
          <a:p>
            <a:pPr lvl="1" marL="1099185" marR="36830" indent="-457200">
              <a:lnSpc>
                <a:spcPct val="150000"/>
              </a:lnSpc>
              <a:spcBef>
                <a:spcPts val="680"/>
              </a:spcBef>
              <a:buSzPct val="89583"/>
              <a:buFont typeface="Wingdings"/>
              <a:buChar char=""/>
              <a:tabLst>
                <a:tab pos="1099185" algn="l"/>
              </a:tabLst>
            </a:pPr>
            <a:r>
              <a:rPr dirty="0" sz="2400">
                <a:solidFill>
                  <a:srgbClr val="40458B"/>
                </a:solidFill>
                <a:latin typeface="黑体"/>
                <a:cs typeface="黑体"/>
              </a:rPr>
              <a:t>流水线把一个处理过程分解为若干个子过程（段），</a:t>
            </a:r>
            <a:r>
              <a:rPr dirty="0" sz="2400" spc="-5">
                <a:solidFill>
                  <a:srgbClr val="40458B"/>
                </a:solidFill>
                <a:latin typeface="黑体"/>
                <a:cs typeface="黑体"/>
              </a:rPr>
              <a:t>每个子过程由一个专门的</a:t>
            </a:r>
            <a:r>
              <a:rPr dirty="0" sz="2400" spc="-10">
                <a:solidFill>
                  <a:srgbClr val="40458B"/>
                </a:solidFill>
                <a:latin typeface="黑体"/>
                <a:cs typeface="黑体"/>
              </a:rPr>
              <a:t>功能部件来实现。</a:t>
            </a:r>
            <a:endParaRPr sz="2400">
              <a:latin typeface="黑体"/>
              <a:cs typeface="黑体"/>
            </a:endParaRPr>
          </a:p>
          <a:p>
            <a:pPr lvl="1" marL="1099185" indent="-457200">
              <a:lnSpc>
                <a:spcPct val="100000"/>
              </a:lnSpc>
              <a:spcBef>
                <a:spcPts val="2014"/>
              </a:spcBef>
              <a:buSzPct val="89583"/>
              <a:buFont typeface="Wingdings"/>
              <a:buChar char=""/>
              <a:tabLst>
                <a:tab pos="1099185" algn="l"/>
              </a:tabLst>
            </a:pPr>
            <a:r>
              <a:rPr dirty="0" sz="2400" spc="-10">
                <a:solidFill>
                  <a:srgbClr val="40458B"/>
                </a:solidFill>
                <a:latin typeface="黑体"/>
                <a:cs typeface="黑体"/>
              </a:rPr>
              <a:t>流水线中</a:t>
            </a:r>
            <a:r>
              <a:rPr dirty="0" sz="2400" spc="-5">
                <a:solidFill>
                  <a:srgbClr val="E14B04"/>
                </a:solidFill>
                <a:latin typeface="黑体"/>
                <a:cs typeface="黑体"/>
              </a:rPr>
              <a:t>各段的时间应尽可能相等</a:t>
            </a:r>
            <a:r>
              <a:rPr dirty="0" sz="2400" spc="-15">
                <a:solidFill>
                  <a:srgbClr val="40458B"/>
                </a:solidFill>
                <a:latin typeface="黑体"/>
                <a:cs typeface="黑体"/>
              </a:rPr>
              <a:t>，否则将引起流水线堵塞、断流。</a:t>
            </a:r>
            <a:endParaRPr sz="2400">
              <a:latin typeface="黑体"/>
              <a:cs typeface="黑体"/>
            </a:endParaRPr>
          </a:p>
          <a:p>
            <a:pPr marL="2007235">
              <a:lnSpc>
                <a:spcPct val="100000"/>
              </a:lnSpc>
              <a:spcBef>
                <a:spcPts val="1780"/>
              </a:spcBef>
            </a:pPr>
            <a:r>
              <a:rPr dirty="0" sz="2000" spc="-20" b="1">
                <a:solidFill>
                  <a:srgbClr val="00AFEF"/>
                </a:solidFill>
                <a:latin typeface="黑体"/>
                <a:cs typeface="黑体"/>
              </a:rPr>
              <a:t>时间最长的段将成为</a:t>
            </a:r>
            <a:r>
              <a:rPr dirty="0" sz="2000" spc="-25" b="1">
                <a:solidFill>
                  <a:srgbClr val="FF0000"/>
                </a:solidFill>
                <a:latin typeface="黑体"/>
                <a:cs typeface="黑体"/>
              </a:rPr>
              <a:t>流水线的瓶颈。</a:t>
            </a:r>
            <a:endParaRPr sz="2000">
              <a:latin typeface="黑体"/>
              <a:cs typeface="黑体"/>
            </a:endParaRPr>
          </a:p>
          <a:p>
            <a:pPr lvl="1" marL="1099185" indent="-457200">
              <a:lnSpc>
                <a:spcPct val="100000"/>
              </a:lnSpc>
              <a:spcBef>
                <a:spcPts val="1914"/>
              </a:spcBef>
              <a:buSzPct val="89583"/>
              <a:buFont typeface="Wingdings"/>
              <a:buChar char=""/>
              <a:tabLst>
                <a:tab pos="1099185" algn="l"/>
              </a:tabLst>
            </a:pPr>
            <a:r>
              <a:rPr dirty="0" sz="2400" spc="-10">
                <a:solidFill>
                  <a:srgbClr val="40458B"/>
                </a:solidFill>
                <a:latin typeface="黑体"/>
                <a:cs typeface="黑体"/>
              </a:rPr>
              <a:t>流水线每一个段的后面都要有一个缓冲寄存器（锁存器），</a:t>
            </a:r>
            <a:r>
              <a:rPr dirty="0" sz="2400" spc="-5">
                <a:solidFill>
                  <a:srgbClr val="40458B"/>
                </a:solidFill>
                <a:latin typeface="黑体"/>
                <a:cs typeface="黑体"/>
              </a:rPr>
              <a:t>称为</a:t>
            </a:r>
            <a:r>
              <a:rPr dirty="0" sz="2400" spc="-10">
                <a:solidFill>
                  <a:srgbClr val="FF0000"/>
                </a:solidFill>
                <a:latin typeface="黑体"/>
                <a:cs typeface="黑体"/>
              </a:rPr>
              <a:t>流水寄存器。</a:t>
            </a:r>
            <a:endParaRPr sz="2400">
              <a:latin typeface="黑体"/>
              <a:cs typeface="黑体"/>
            </a:endParaRPr>
          </a:p>
          <a:p>
            <a:pPr algn="just" lvl="2" marL="1522730" marR="5080" indent="-287020">
              <a:lnSpc>
                <a:spcPct val="150000"/>
              </a:lnSpc>
              <a:spcBef>
                <a:spcPts val="585"/>
              </a:spcBef>
              <a:buClr>
                <a:srgbClr val="4668F5"/>
              </a:buClr>
              <a:buSzPct val="60000"/>
              <a:buFont typeface="Wingdings"/>
              <a:buChar char=""/>
              <a:tabLst>
                <a:tab pos="1524000" algn="l"/>
              </a:tabLst>
            </a:pPr>
            <a:r>
              <a:rPr dirty="0" sz="2000" spc="-10" b="1">
                <a:solidFill>
                  <a:srgbClr val="D50092"/>
                </a:solidFill>
                <a:latin typeface="黑体"/>
                <a:cs typeface="黑体"/>
              </a:rPr>
              <a:t>作用：</a:t>
            </a:r>
            <a:r>
              <a:rPr dirty="0" sz="2000" spc="-25" b="1">
                <a:solidFill>
                  <a:srgbClr val="00AFEF"/>
                </a:solidFill>
                <a:latin typeface="黑体"/>
                <a:cs typeface="黑体"/>
              </a:rPr>
              <a:t>在相邻的两段之间传送数据，以保证提供后面要用到的信息，并把各段的处理工作</a:t>
            </a:r>
            <a:r>
              <a:rPr dirty="0" sz="2000" spc="-25" b="1">
                <a:solidFill>
                  <a:srgbClr val="00AFEF"/>
                </a:solidFill>
                <a:latin typeface="黑体"/>
                <a:cs typeface="黑体"/>
              </a:rPr>
              <a:t>	</a:t>
            </a:r>
            <a:r>
              <a:rPr dirty="0" sz="2000" spc="-15" b="1">
                <a:solidFill>
                  <a:srgbClr val="00AFEF"/>
                </a:solidFill>
                <a:latin typeface="黑体"/>
                <a:cs typeface="黑体"/>
              </a:rPr>
              <a:t>相互隔离。</a:t>
            </a:r>
            <a:r>
              <a:rPr dirty="0" sz="2000" spc="-20" b="1">
                <a:solidFill>
                  <a:srgbClr val="00AFEF"/>
                </a:solidFill>
                <a:latin typeface="黑体"/>
                <a:cs typeface="黑体"/>
              </a:rPr>
              <a:t>（</a:t>
            </a:r>
            <a:r>
              <a:rPr dirty="0" sz="2000" spc="-25" b="1">
                <a:solidFill>
                  <a:srgbClr val="00AFEF"/>
                </a:solidFill>
                <a:latin typeface="黑体"/>
                <a:cs typeface="黑体"/>
              </a:rPr>
              <a:t>先完成的部件暂存结果数据而不必要等待下一个段的工作再继续自己当前的</a:t>
            </a:r>
            <a:r>
              <a:rPr dirty="0" sz="2000" spc="-25" b="1">
                <a:solidFill>
                  <a:srgbClr val="00AFEF"/>
                </a:solidFill>
                <a:latin typeface="黑体"/>
                <a:cs typeface="黑体"/>
              </a:rPr>
              <a:t>	</a:t>
            </a:r>
            <a:r>
              <a:rPr dirty="0" sz="2000" spc="-15" b="1">
                <a:solidFill>
                  <a:srgbClr val="00AFEF"/>
                </a:solidFill>
                <a:latin typeface="黑体"/>
                <a:cs typeface="黑体"/>
              </a:rPr>
              <a:t>工作</a:t>
            </a:r>
            <a:r>
              <a:rPr dirty="0" sz="2000" spc="-50" b="1">
                <a:solidFill>
                  <a:srgbClr val="00AFEF"/>
                </a:solidFill>
                <a:latin typeface="黑体"/>
                <a:cs typeface="黑体"/>
              </a:rPr>
              <a:t>）</a:t>
            </a:r>
            <a:endParaRPr sz="2000">
              <a:latin typeface="黑体"/>
              <a:cs typeface="黑体"/>
            </a:endParaRPr>
          </a:p>
          <a:p>
            <a:pPr algn="just" lvl="2" marL="1523365" indent="-287020">
              <a:lnSpc>
                <a:spcPct val="100000"/>
              </a:lnSpc>
              <a:spcBef>
                <a:spcPts val="1685"/>
              </a:spcBef>
              <a:buClr>
                <a:srgbClr val="4668F5"/>
              </a:buClr>
              <a:buSzPct val="60000"/>
              <a:buFont typeface="Wingdings"/>
              <a:buChar char=""/>
              <a:tabLst>
                <a:tab pos="1523365" algn="l"/>
              </a:tabLst>
            </a:pPr>
            <a:r>
              <a:rPr dirty="0" sz="2000" spc="-20" b="1">
                <a:solidFill>
                  <a:srgbClr val="00AFEF"/>
                </a:solidFill>
                <a:latin typeface="黑体"/>
                <a:cs typeface="黑体"/>
              </a:rPr>
              <a:t>例如取指阶段的</a:t>
            </a:r>
            <a:r>
              <a:rPr dirty="0" sz="2000" spc="-25" b="1">
                <a:solidFill>
                  <a:srgbClr val="00AFEF"/>
                </a:solidFill>
                <a:latin typeface="黑体"/>
                <a:cs typeface="黑体"/>
              </a:rPr>
              <a:t>IR</a:t>
            </a:r>
            <a:endParaRPr sz="2000">
              <a:latin typeface="黑体"/>
              <a:cs typeface="黑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206242" y="161289"/>
            <a:ext cx="3686175" cy="513715"/>
          </a:xfrm>
          <a:prstGeom prst="rect"/>
        </p:spPr>
        <p:txBody>
          <a:bodyPr wrap="square" lIns="0" tIns="12700" rIns="0" bIns="0" rtlCol="0" vert="horz">
            <a:spAutoFit/>
          </a:bodyPr>
          <a:lstStyle/>
          <a:p>
            <a:pPr marL="12700">
              <a:lnSpc>
                <a:spcPct val="100000"/>
              </a:lnSpc>
              <a:spcBef>
                <a:spcPts val="100"/>
              </a:spcBef>
            </a:pPr>
            <a:r>
              <a:rPr dirty="0" u="none"/>
              <a:t>3.1.1</a:t>
            </a:r>
            <a:r>
              <a:rPr dirty="0" u="none" spc="-15"/>
              <a:t> 什么是流水线</a:t>
            </a:r>
          </a:p>
        </p:txBody>
      </p:sp>
      <p:sp>
        <p:nvSpPr>
          <p:cNvPr id="10" name="object 10" descr=""/>
          <p:cNvSpPr txBox="1"/>
          <p:nvPr/>
        </p:nvSpPr>
        <p:spPr>
          <a:xfrm>
            <a:off x="105867" y="649350"/>
            <a:ext cx="11583035" cy="2794000"/>
          </a:xfrm>
          <a:prstGeom prst="rect">
            <a:avLst/>
          </a:prstGeom>
        </p:spPr>
        <p:txBody>
          <a:bodyPr wrap="square" lIns="0" tIns="12700" rIns="0" bIns="0" rtlCol="0" vert="horz">
            <a:spAutoFit/>
          </a:bodyPr>
          <a:lstStyle/>
          <a:p>
            <a:pPr marL="282575" marR="5080" indent="-270510">
              <a:lnSpc>
                <a:spcPct val="150000"/>
              </a:lnSpc>
              <a:spcBef>
                <a:spcPts val="100"/>
              </a:spcBef>
              <a:buSzPct val="89583"/>
              <a:buFont typeface="Wingdings"/>
              <a:buChar char=""/>
              <a:tabLst>
                <a:tab pos="283845" algn="l"/>
              </a:tabLst>
            </a:pPr>
            <a:r>
              <a:rPr dirty="0" sz="2400">
                <a:solidFill>
                  <a:srgbClr val="40458B"/>
                </a:solidFill>
                <a:latin typeface="黑体"/>
                <a:cs typeface="黑体"/>
              </a:rPr>
              <a:t>流水技术适合于</a:t>
            </a:r>
            <a:r>
              <a:rPr dirty="0" sz="2400">
                <a:solidFill>
                  <a:srgbClr val="FF0000"/>
                </a:solidFill>
                <a:latin typeface="黑体"/>
                <a:cs typeface="黑体"/>
              </a:rPr>
              <a:t>大量重复</a:t>
            </a:r>
            <a:r>
              <a:rPr dirty="0" sz="2400" spc="-5">
                <a:solidFill>
                  <a:srgbClr val="40458B"/>
                </a:solidFill>
                <a:latin typeface="黑体"/>
                <a:cs typeface="黑体"/>
              </a:rPr>
              <a:t>的时序过程，只有在输入端不断地提供任务，才能充分发挥</a:t>
            </a:r>
            <a:r>
              <a:rPr dirty="0" sz="2400" spc="-5">
                <a:solidFill>
                  <a:srgbClr val="40458B"/>
                </a:solidFill>
                <a:latin typeface="黑体"/>
                <a:cs typeface="黑体"/>
              </a:rPr>
              <a:t>	</a:t>
            </a:r>
            <a:r>
              <a:rPr dirty="0" sz="2400" spc="-10">
                <a:solidFill>
                  <a:srgbClr val="40458B"/>
                </a:solidFill>
                <a:latin typeface="黑体"/>
                <a:cs typeface="黑体"/>
              </a:rPr>
              <a:t>流水线的效率。</a:t>
            </a:r>
            <a:endParaRPr sz="2400">
              <a:latin typeface="黑体"/>
              <a:cs typeface="黑体"/>
            </a:endParaRPr>
          </a:p>
          <a:p>
            <a:pPr marL="377825" indent="-365125">
              <a:lnSpc>
                <a:spcPct val="100000"/>
              </a:lnSpc>
              <a:spcBef>
                <a:spcPts val="2014"/>
              </a:spcBef>
              <a:buSzPct val="89583"/>
              <a:buFont typeface="Wingdings"/>
              <a:buChar char=""/>
              <a:tabLst>
                <a:tab pos="377825" algn="l"/>
              </a:tabLst>
            </a:pPr>
            <a:r>
              <a:rPr dirty="0" sz="2400">
                <a:solidFill>
                  <a:srgbClr val="40458B"/>
                </a:solidFill>
                <a:latin typeface="黑体"/>
                <a:cs typeface="黑体"/>
              </a:rPr>
              <a:t>流水线需要有</a:t>
            </a:r>
            <a:r>
              <a:rPr dirty="0" sz="2400">
                <a:solidFill>
                  <a:srgbClr val="4F55AC"/>
                </a:solidFill>
                <a:latin typeface="黑体"/>
                <a:cs typeface="黑体"/>
              </a:rPr>
              <a:t>通过时间和排空时间</a:t>
            </a:r>
            <a:r>
              <a:rPr dirty="0" sz="2400" spc="-50">
                <a:solidFill>
                  <a:srgbClr val="40458B"/>
                </a:solidFill>
                <a:latin typeface="黑体"/>
                <a:cs typeface="黑体"/>
              </a:rPr>
              <a:t>。</a:t>
            </a:r>
            <a:endParaRPr sz="2400">
              <a:latin typeface="黑体"/>
              <a:cs typeface="黑体"/>
            </a:endParaRPr>
          </a:p>
          <a:p>
            <a:pPr lvl="1" marL="1184275" indent="-287655">
              <a:lnSpc>
                <a:spcPct val="100000"/>
              </a:lnSpc>
              <a:spcBef>
                <a:spcPts val="1780"/>
              </a:spcBef>
              <a:buClr>
                <a:srgbClr val="4668F5"/>
              </a:buClr>
              <a:buSzPct val="60000"/>
              <a:buFont typeface="Wingdings"/>
              <a:buChar char=""/>
              <a:tabLst>
                <a:tab pos="1184275" algn="l"/>
              </a:tabLst>
            </a:pPr>
            <a:r>
              <a:rPr dirty="0" sz="2000" spc="-15" b="1">
                <a:solidFill>
                  <a:srgbClr val="FF0000"/>
                </a:solidFill>
                <a:latin typeface="黑体"/>
                <a:cs typeface="黑体"/>
              </a:rPr>
              <a:t>通过时间：</a:t>
            </a:r>
            <a:r>
              <a:rPr dirty="0" sz="2000" spc="-15" b="1">
                <a:solidFill>
                  <a:srgbClr val="E14B04"/>
                </a:solidFill>
                <a:latin typeface="黑体"/>
                <a:cs typeface="黑体"/>
              </a:rPr>
              <a:t>第一个任务</a:t>
            </a:r>
            <a:r>
              <a:rPr dirty="0" sz="2000" spc="-25" b="1">
                <a:solidFill>
                  <a:srgbClr val="00AFEF"/>
                </a:solidFill>
                <a:latin typeface="黑体"/>
                <a:cs typeface="黑体"/>
              </a:rPr>
              <a:t>从进入流水线到流出结果所需的时间。</a:t>
            </a:r>
            <a:endParaRPr sz="2000">
              <a:latin typeface="黑体"/>
              <a:cs typeface="黑体"/>
            </a:endParaRPr>
          </a:p>
          <a:p>
            <a:pPr lvl="1" marL="1184275" indent="-287655">
              <a:lnSpc>
                <a:spcPct val="100000"/>
              </a:lnSpc>
              <a:spcBef>
                <a:spcPts val="1680"/>
              </a:spcBef>
              <a:buClr>
                <a:srgbClr val="4668F5"/>
              </a:buClr>
              <a:buSzPct val="60000"/>
              <a:buFont typeface="Wingdings"/>
              <a:buChar char=""/>
              <a:tabLst>
                <a:tab pos="1184275" algn="l"/>
              </a:tabLst>
            </a:pPr>
            <a:r>
              <a:rPr dirty="0" sz="2000" spc="-20" b="1">
                <a:solidFill>
                  <a:srgbClr val="FF0000"/>
                </a:solidFill>
                <a:latin typeface="黑体"/>
                <a:cs typeface="黑体"/>
              </a:rPr>
              <a:t>排空时间：</a:t>
            </a:r>
            <a:r>
              <a:rPr dirty="0" sz="2000" spc="-20" b="1">
                <a:solidFill>
                  <a:srgbClr val="E14B04"/>
                </a:solidFill>
                <a:latin typeface="黑体"/>
                <a:cs typeface="黑体"/>
              </a:rPr>
              <a:t>最后一个任务</a:t>
            </a:r>
            <a:r>
              <a:rPr dirty="0" sz="2000" spc="-25" b="1">
                <a:solidFill>
                  <a:srgbClr val="00AFEF"/>
                </a:solidFill>
                <a:latin typeface="黑体"/>
                <a:cs typeface="黑体"/>
              </a:rPr>
              <a:t>从进入流水线到流出结果所需的时间。</a:t>
            </a:r>
            <a:endParaRPr sz="2000">
              <a:latin typeface="黑体"/>
              <a:cs typeface="黑体"/>
            </a:endParaRPr>
          </a:p>
        </p:txBody>
      </p:sp>
      <p:grpSp>
        <p:nvGrpSpPr>
          <p:cNvPr id="11" name="object 11" descr=""/>
          <p:cNvGrpSpPr/>
          <p:nvPr/>
        </p:nvGrpSpPr>
        <p:grpSpPr>
          <a:xfrm>
            <a:off x="3284896" y="3687561"/>
            <a:ext cx="6823709" cy="2205355"/>
            <a:chOff x="3284896" y="3687561"/>
            <a:chExt cx="6823709" cy="2205355"/>
          </a:xfrm>
        </p:grpSpPr>
        <p:sp>
          <p:nvSpPr>
            <p:cNvPr id="12" name="object 12" descr=""/>
            <p:cNvSpPr/>
            <p:nvPr/>
          </p:nvSpPr>
          <p:spPr>
            <a:xfrm>
              <a:off x="5403587" y="4587519"/>
              <a:ext cx="418465" cy="421640"/>
            </a:xfrm>
            <a:custGeom>
              <a:avLst/>
              <a:gdLst/>
              <a:ahLst/>
              <a:cxnLst/>
              <a:rect l="l" t="t" r="r" b="b"/>
              <a:pathLst>
                <a:path w="418464" h="421639">
                  <a:moveTo>
                    <a:pt x="418224" y="0"/>
                  </a:moveTo>
                  <a:lnTo>
                    <a:pt x="0" y="0"/>
                  </a:lnTo>
                  <a:lnTo>
                    <a:pt x="0" y="421229"/>
                  </a:lnTo>
                  <a:lnTo>
                    <a:pt x="418224" y="421229"/>
                  </a:lnTo>
                  <a:lnTo>
                    <a:pt x="418224" y="0"/>
                  </a:lnTo>
                  <a:close/>
                </a:path>
              </a:pathLst>
            </a:custGeom>
            <a:solidFill>
              <a:srgbClr val="11FFFF"/>
            </a:solidFill>
          </p:spPr>
          <p:txBody>
            <a:bodyPr wrap="square" lIns="0" tIns="0" rIns="0" bIns="0" rtlCol="0"/>
            <a:lstStyle/>
            <a:p/>
          </p:txBody>
        </p:sp>
        <p:sp>
          <p:nvSpPr>
            <p:cNvPr id="13" name="object 13" descr=""/>
            <p:cNvSpPr/>
            <p:nvPr/>
          </p:nvSpPr>
          <p:spPr>
            <a:xfrm>
              <a:off x="5403587" y="4587519"/>
              <a:ext cx="418465" cy="421640"/>
            </a:xfrm>
            <a:custGeom>
              <a:avLst/>
              <a:gdLst/>
              <a:ahLst/>
              <a:cxnLst/>
              <a:rect l="l" t="t" r="r" b="b"/>
              <a:pathLst>
                <a:path w="418464" h="421639">
                  <a:moveTo>
                    <a:pt x="0" y="421229"/>
                  </a:moveTo>
                  <a:lnTo>
                    <a:pt x="418224" y="421229"/>
                  </a:lnTo>
                  <a:lnTo>
                    <a:pt x="418224" y="0"/>
                  </a:lnTo>
                  <a:lnTo>
                    <a:pt x="0" y="0"/>
                  </a:lnTo>
                  <a:lnTo>
                    <a:pt x="0" y="421229"/>
                  </a:lnTo>
                  <a:close/>
                </a:path>
              </a:pathLst>
            </a:custGeom>
            <a:ln w="13215">
              <a:solidFill>
                <a:srgbClr val="000000"/>
              </a:solidFill>
            </a:ln>
          </p:spPr>
          <p:txBody>
            <a:bodyPr wrap="square" lIns="0" tIns="0" rIns="0" bIns="0" rtlCol="0"/>
            <a:lstStyle/>
            <a:p/>
          </p:txBody>
        </p:sp>
        <p:sp>
          <p:nvSpPr>
            <p:cNvPr id="14" name="object 14" descr=""/>
            <p:cNvSpPr/>
            <p:nvPr/>
          </p:nvSpPr>
          <p:spPr>
            <a:xfrm>
              <a:off x="5821732" y="4166290"/>
              <a:ext cx="413384" cy="421640"/>
            </a:xfrm>
            <a:custGeom>
              <a:avLst/>
              <a:gdLst/>
              <a:ahLst/>
              <a:cxnLst/>
              <a:rect l="l" t="t" r="r" b="b"/>
              <a:pathLst>
                <a:path w="413385" h="421639">
                  <a:moveTo>
                    <a:pt x="413321" y="0"/>
                  </a:moveTo>
                  <a:lnTo>
                    <a:pt x="0" y="0"/>
                  </a:lnTo>
                  <a:lnTo>
                    <a:pt x="0" y="421229"/>
                  </a:lnTo>
                  <a:lnTo>
                    <a:pt x="413321" y="421229"/>
                  </a:lnTo>
                  <a:lnTo>
                    <a:pt x="413321" y="0"/>
                  </a:lnTo>
                  <a:close/>
                </a:path>
              </a:pathLst>
            </a:custGeom>
            <a:solidFill>
              <a:srgbClr val="11FFFF"/>
            </a:solidFill>
          </p:spPr>
          <p:txBody>
            <a:bodyPr wrap="square" lIns="0" tIns="0" rIns="0" bIns="0" rtlCol="0"/>
            <a:lstStyle/>
            <a:p/>
          </p:txBody>
        </p:sp>
        <p:sp>
          <p:nvSpPr>
            <p:cNvPr id="15" name="object 15" descr=""/>
            <p:cNvSpPr/>
            <p:nvPr/>
          </p:nvSpPr>
          <p:spPr>
            <a:xfrm>
              <a:off x="5821732" y="4166290"/>
              <a:ext cx="413384" cy="421640"/>
            </a:xfrm>
            <a:custGeom>
              <a:avLst/>
              <a:gdLst/>
              <a:ahLst/>
              <a:cxnLst/>
              <a:rect l="l" t="t" r="r" b="b"/>
              <a:pathLst>
                <a:path w="413385" h="421639">
                  <a:moveTo>
                    <a:pt x="0" y="421229"/>
                  </a:moveTo>
                  <a:lnTo>
                    <a:pt x="413321" y="421229"/>
                  </a:lnTo>
                  <a:lnTo>
                    <a:pt x="413321" y="0"/>
                  </a:lnTo>
                  <a:lnTo>
                    <a:pt x="0" y="0"/>
                  </a:lnTo>
                  <a:lnTo>
                    <a:pt x="0" y="421229"/>
                  </a:lnTo>
                  <a:close/>
                </a:path>
              </a:pathLst>
            </a:custGeom>
            <a:ln w="13227">
              <a:solidFill>
                <a:srgbClr val="000000"/>
              </a:solidFill>
            </a:ln>
          </p:spPr>
          <p:txBody>
            <a:bodyPr wrap="square" lIns="0" tIns="0" rIns="0" bIns="0" rtlCol="0"/>
            <a:lstStyle/>
            <a:p/>
          </p:txBody>
        </p:sp>
        <p:sp>
          <p:nvSpPr>
            <p:cNvPr id="16" name="object 16" descr=""/>
            <p:cNvSpPr/>
            <p:nvPr/>
          </p:nvSpPr>
          <p:spPr>
            <a:xfrm>
              <a:off x="8648908" y="4587519"/>
              <a:ext cx="413384" cy="421640"/>
            </a:xfrm>
            <a:custGeom>
              <a:avLst/>
              <a:gdLst/>
              <a:ahLst/>
              <a:cxnLst/>
              <a:rect l="l" t="t" r="r" b="b"/>
              <a:pathLst>
                <a:path w="413384" h="421639">
                  <a:moveTo>
                    <a:pt x="413321" y="0"/>
                  </a:moveTo>
                  <a:lnTo>
                    <a:pt x="0" y="0"/>
                  </a:lnTo>
                  <a:lnTo>
                    <a:pt x="0" y="421229"/>
                  </a:lnTo>
                  <a:lnTo>
                    <a:pt x="413321" y="421229"/>
                  </a:lnTo>
                  <a:lnTo>
                    <a:pt x="413321" y="0"/>
                  </a:lnTo>
                  <a:close/>
                </a:path>
              </a:pathLst>
            </a:custGeom>
            <a:solidFill>
              <a:srgbClr val="00CDC7"/>
            </a:solidFill>
          </p:spPr>
          <p:txBody>
            <a:bodyPr wrap="square" lIns="0" tIns="0" rIns="0" bIns="0" rtlCol="0"/>
            <a:lstStyle/>
            <a:p/>
          </p:txBody>
        </p:sp>
        <p:sp>
          <p:nvSpPr>
            <p:cNvPr id="17" name="object 17" descr=""/>
            <p:cNvSpPr/>
            <p:nvPr/>
          </p:nvSpPr>
          <p:spPr>
            <a:xfrm>
              <a:off x="8648908" y="4587519"/>
              <a:ext cx="413384" cy="421640"/>
            </a:xfrm>
            <a:custGeom>
              <a:avLst/>
              <a:gdLst/>
              <a:ahLst/>
              <a:cxnLst/>
              <a:rect l="l" t="t" r="r" b="b"/>
              <a:pathLst>
                <a:path w="413384" h="421639">
                  <a:moveTo>
                    <a:pt x="0" y="421229"/>
                  </a:moveTo>
                  <a:lnTo>
                    <a:pt x="413321" y="421229"/>
                  </a:lnTo>
                  <a:lnTo>
                    <a:pt x="413321" y="0"/>
                  </a:lnTo>
                  <a:lnTo>
                    <a:pt x="0" y="0"/>
                  </a:lnTo>
                  <a:lnTo>
                    <a:pt x="0" y="421229"/>
                  </a:lnTo>
                  <a:close/>
                </a:path>
              </a:pathLst>
            </a:custGeom>
            <a:ln w="13227">
              <a:solidFill>
                <a:srgbClr val="000000"/>
              </a:solidFill>
            </a:ln>
          </p:spPr>
          <p:txBody>
            <a:bodyPr wrap="square" lIns="0" tIns="0" rIns="0" bIns="0" rtlCol="0"/>
            <a:lstStyle/>
            <a:p/>
          </p:txBody>
        </p:sp>
        <p:sp>
          <p:nvSpPr>
            <p:cNvPr id="18" name="object 18" descr=""/>
            <p:cNvSpPr/>
            <p:nvPr/>
          </p:nvSpPr>
          <p:spPr>
            <a:xfrm>
              <a:off x="9062308" y="4166290"/>
              <a:ext cx="418465" cy="421640"/>
            </a:xfrm>
            <a:custGeom>
              <a:avLst/>
              <a:gdLst/>
              <a:ahLst/>
              <a:cxnLst/>
              <a:rect l="l" t="t" r="r" b="b"/>
              <a:pathLst>
                <a:path w="418465" h="421639">
                  <a:moveTo>
                    <a:pt x="418224" y="0"/>
                  </a:moveTo>
                  <a:lnTo>
                    <a:pt x="0" y="0"/>
                  </a:lnTo>
                  <a:lnTo>
                    <a:pt x="0" y="421229"/>
                  </a:lnTo>
                  <a:lnTo>
                    <a:pt x="418224" y="421229"/>
                  </a:lnTo>
                  <a:lnTo>
                    <a:pt x="418224" y="0"/>
                  </a:lnTo>
                  <a:close/>
                </a:path>
              </a:pathLst>
            </a:custGeom>
            <a:solidFill>
              <a:srgbClr val="00CDC7"/>
            </a:solidFill>
          </p:spPr>
          <p:txBody>
            <a:bodyPr wrap="square" lIns="0" tIns="0" rIns="0" bIns="0" rtlCol="0"/>
            <a:lstStyle/>
            <a:p/>
          </p:txBody>
        </p:sp>
        <p:sp>
          <p:nvSpPr>
            <p:cNvPr id="19" name="object 19" descr=""/>
            <p:cNvSpPr/>
            <p:nvPr/>
          </p:nvSpPr>
          <p:spPr>
            <a:xfrm>
              <a:off x="9062308" y="4166290"/>
              <a:ext cx="418465" cy="421640"/>
            </a:xfrm>
            <a:custGeom>
              <a:avLst/>
              <a:gdLst/>
              <a:ahLst/>
              <a:cxnLst/>
              <a:rect l="l" t="t" r="r" b="b"/>
              <a:pathLst>
                <a:path w="418465" h="421639">
                  <a:moveTo>
                    <a:pt x="0" y="421229"/>
                  </a:moveTo>
                  <a:lnTo>
                    <a:pt x="418224" y="421229"/>
                  </a:lnTo>
                  <a:lnTo>
                    <a:pt x="418224" y="0"/>
                  </a:lnTo>
                  <a:lnTo>
                    <a:pt x="0" y="0"/>
                  </a:lnTo>
                  <a:lnTo>
                    <a:pt x="0" y="421229"/>
                  </a:lnTo>
                  <a:close/>
                </a:path>
              </a:pathLst>
            </a:custGeom>
            <a:ln w="13215">
              <a:solidFill>
                <a:srgbClr val="000000"/>
              </a:solidFill>
            </a:ln>
          </p:spPr>
          <p:txBody>
            <a:bodyPr wrap="square" lIns="0" tIns="0" rIns="0" bIns="0" rtlCol="0"/>
            <a:lstStyle/>
            <a:p/>
          </p:txBody>
        </p:sp>
        <p:sp>
          <p:nvSpPr>
            <p:cNvPr id="20" name="object 20" descr=""/>
            <p:cNvSpPr/>
            <p:nvPr/>
          </p:nvSpPr>
          <p:spPr>
            <a:xfrm>
              <a:off x="5403587" y="4166290"/>
              <a:ext cx="418465" cy="421640"/>
            </a:xfrm>
            <a:custGeom>
              <a:avLst/>
              <a:gdLst/>
              <a:ahLst/>
              <a:cxnLst/>
              <a:rect l="l" t="t" r="r" b="b"/>
              <a:pathLst>
                <a:path w="418464" h="421639">
                  <a:moveTo>
                    <a:pt x="418224" y="0"/>
                  </a:moveTo>
                  <a:lnTo>
                    <a:pt x="0" y="0"/>
                  </a:lnTo>
                  <a:lnTo>
                    <a:pt x="0" y="421229"/>
                  </a:lnTo>
                  <a:lnTo>
                    <a:pt x="418224" y="421229"/>
                  </a:lnTo>
                  <a:lnTo>
                    <a:pt x="418224" y="0"/>
                  </a:lnTo>
                  <a:close/>
                </a:path>
              </a:pathLst>
            </a:custGeom>
            <a:solidFill>
              <a:srgbClr val="88FFFF"/>
            </a:solidFill>
          </p:spPr>
          <p:txBody>
            <a:bodyPr wrap="square" lIns="0" tIns="0" rIns="0" bIns="0" rtlCol="0"/>
            <a:lstStyle/>
            <a:p/>
          </p:txBody>
        </p:sp>
        <p:sp>
          <p:nvSpPr>
            <p:cNvPr id="21" name="object 21" descr=""/>
            <p:cNvSpPr/>
            <p:nvPr/>
          </p:nvSpPr>
          <p:spPr>
            <a:xfrm>
              <a:off x="5403587" y="4166290"/>
              <a:ext cx="418465" cy="421640"/>
            </a:xfrm>
            <a:custGeom>
              <a:avLst/>
              <a:gdLst/>
              <a:ahLst/>
              <a:cxnLst/>
              <a:rect l="l" t="t" r="r" b="b"/>
              <a:pathLst>
                <a:path w="418464" h="421639">
                  <a:moveTo>
                    <a:pt x="0" y="421229"/>
                  </a:moveTo>
                  <a:lnTo>
                    <a:pt x="418224" y="421229"/>
                  </a:lnTo>
                  <a:lnTo>
                    <a:pt x="418224" y="0"/>
                  </a:lnTo>
                  <a:lnTo>
                    <a:pt x="0" y="0"/>
                  </a:lnTo>
                  <a:lnTo>
                    <a:pt x="0" y="421229"/>
                  </a:lnTo>
                  <a:close/>
                </a:path>
              </a:pathLst>
            </a:custGeom>
            <a:ln w="13215">
              <a:solidFill>
                <a:srgbClr val="000000"/>
              </a:solidFill>
            </a:ln>
          </p:spPr>
          <p:txBody>
            <a:bodyPr wrap="square" lIns="0" tIns="0" rIns="0" bIns="0" rtlCol="0"/>
            <a:lstStyle/>
            <a:p/>
          </p:txBody>
        </p:sp>
        <p:sp>
          <p:nvSpPr>
            <p:cNvPr id="22" name="object 22" descr=""/>
            <p:cNvSpPr/>
            <p:nvPr/>
          </p:nvSpPr>
          <p:spPr>
            <a:xfrm>
              <a:off x="4990186" y="4587519"/>
              <a:ext cx="413384" cy="421640"/>
            </a:xfrm>
            <a:custGeom>
              <a:avLst/>
              <a:gdLst/>
              <a:ahLst/>
              <a:cxnLst/>
              <a:rect l="l" t="t" r="r" b="b"/>
              <a:pathLst>
                <a:path w="413385" h="421639">
                  <a:moveTo>
                    <a:pt x="413321" y="0"/>
                  </a:moveTo>
                  <a:lnTo>
                    <a:pt x="0" y="0"/>
                  </a:lnTo>
                  <a:lnTo>
                    <a:pt x="0" y="421229"/>
                  </a:lnTo>
                  <a:lnTo>
                    <a:pt x="413321" y="421229"/>
                  </a:lnTo>
                  <a:lnTo>
                    <a:pt x="413321" y="0"/>
                  </a:lnTo>
                  <a:close/>
                </a:path>
              </a:pathLst>
            </a:custGeom>
            <a:solidFill>
              <a:srgbClr val="88FFFF"/>
            </a:solidFill>
          </p:spPr>
          <p:txBody>
            <a:bodyPr wrap="square" lIns="0" tIns="0" rIns="0" bIns="0" rtlCol="0"/>
            <a:lstStyle/>
            <a:p/>
          </p:txBody>
        </p:sp>
        <p:sp>
          <p:nvSpPr>
            <p:cNvPr id="23" name="object 23" descr=""/>
            <p:cNvSpPr/>
            <p:nvPr/>
          </p:nvSpPr>
          <p:spPr>
            <a:xfrm>
              <a:off x="4990186" y="4587519"/>
              <a:ext cx="413384" cy="421640"/>
            </a:xfrm>
            <a:custGeom>
              <a:avLst/>
              <a:gdLst/>
              <a:ahLst/>
              <a:cxnLst/>
              <a:rect l="l" t="t" r="r" b="b"/>
              <a:pathLst>
                <a:path w="413385" h="421639">
                  <a:moveTo>
                    <a:pt x="0" y="421229"/>
                  </a:moveTo>
                  <a:lnTo>
                    <a:pt x="413321" y="421229"/>
                  </a:lnTo>
                  <a:lnTo>
                    <a:pt x="413321" y="0"/>
                  </a:lnTo>
                  <a:lnTo>
                    <a:pt x="0" y="0"/>
                  </a:lnTo>
                  <a:lnTo>
                    <a:pt x="0" y="421229"/>
                  </a:lnTo>
                  <a:close/>
                </a:path>
              </a:pathLst>
            </a:custGeom>
            <a:ln w="13227">
              <a:solidFill>
                <a:srgbClr val="000000"/>
              </a:solidFill>
            </a:ln>
          </p:spPr>
          <p:txBody>
            <a:bodyPr wrap="square" lIns="0" tIns="0" rIns="0" bIns="0" rtlCol="0"/>
            <a:lstStyle/>
            <a:p/>
          </p:txBody>
        </p:sp>
        <p:sp>
          <p:nvSpPr>
            <p:cNvPr id="24" name="object 24" descr=""/>
            <p:cNvSpPr/>
            <p:nvPr/>
          </p:nvSpPr>
          <p:spPr>
            <a:xfrm>
              <a:off x="4572041" y="4166290"/>
              <a:ext cx="418465" cy="421640"/>
            </a:xfrm>
            <a:custGeom>
              <a:avLst/>
              <a:gdLst/>
              <a:ahLst/>
              <a:cxnLst/>
              <a:rect l="l" t="t" r="r" b="b"/>
              <a:pathLst>
                <a:path w="418464" h="421639">
                  <a:moveTo>
                    <a:pt x="418224" y="0"/>
                  </a:moveTo>
                  <a:lnTo>
                    <a:pt x="0" y="0"/>
                  </a:lnTo>
                  <a:lnTo>
                    <a:pt x="0" y="421229"/>
                  </a:lnTo>
                  <a:lnTo>
                    <a:pt x="418224" y="421229"/>
                  </a:lnTo>
                  <a:lnTo>
                    <a:pt x="418224" y="0"/>
                  </a:lnTo>
                  <a:close/>
                </a:path>
              </a:pathLst>
            </a:custGeom>
            <a:solidFill>
              <a:srgbClr val="E4FFFF"/>
            </a:solidFill>
          </p:spPr>
          <p:txBody>
            <a:bodyPr wrap="square" lIns="0" tIns="0" rIns="0" bIns="0" rtlCol="0"/>
            <a:lstStyle/>
            <a:p/>
          </p:txBody>
        </p:sp>
        <p:sp>
          <p:nvSpPr>
            <p:cNvPr id="25" name="object 25" descr=""/>
            <p:cNvSpPr/>
            <p:nvPr/>
          </p:nvSpPr>
          <p:spPr>
            <a:xfrm>
              <a:off x="4572041" y="4166290"/>
              <a:ext cx="418465" cy="421640"/>
            </a:xfrm>
            <a:custGeom>
              <a:avLst/>
              <a:gdLst/>
              <a:ahLst/>
              <a:cxnLst/>
              <a:rect l="l" t="t" r="r" b="b"/>
              <a:pathLst>
                <a:path w="418464" h="421639">
                  <a:moveTo>
                    <a:pt x="0" y="421229"/>
                  </a:moveTo>
                  <a:lnTo>
                    <a:pt x="418224" y="421229"/>
                  </a:lnTo>
                  <a:lnTo>
                    <a:pt x="418224" y="0"/>
                  </a:lnTo>
                  <a:lnTo>
                    <a:pt x="0" y="0"/>
                  </a:lnTo>
                  <a:lnTo>
                    <a:pt x="0" y="421229"/>
                  </a:lnTo>
                  <a:close/>
                </a:path>
              </a:pathLst>
            </a:custGeom>
            <a:ln w="13215">
              <a:solidFill>
                <a:srgbClr val="000000"/>
              </a:solidFill>
            </a:ln>
          </p:spPr>
          <p:txBody>
            <a:bodyPr wrap="square" lIns="0" tIns="0" rIns="0" bIns="0" rtlCol="0"/>
            <a:lstStyle/>
            <a:p/>
          </p:txBody>
        </p:sp>
        <p:sp>
          <p:nvSpPr>
            <p:cNvPr id="26" name="object 26" descr=""/>
            <p:cNvSpPr/>
            <p:nvPr/>
          </p:nvSpPr>
          <p:spPr>
            <a:xfrm>
              <a:off x="4158641" y="4587519"/>
              <a:ext cx="413384" cy="421640"/>
            </a:xfrm>
            <a:custGeom>
              <a:avLst/>
              <a:gdLst/>
              <a:ahLst/>
              <a:cxnLst/>
              <a:rect l="l" t="t" r="r" b="b"/>
              <a:pathLst>
                <a:path w="413385" h="421639">
                  <a:moveTo>
                    <a:pt x="413321" y="0"/>
                  </a:moveTo>
                  <a:lnTo>
                    <a:pt x="0" y="0"/>
                  </a:lnTo>
                  <a:lnTo>
                    <a:pt x="0" y="421229"/>
                  </a:lnTo>
                  <a:lnTo>
                    <a:pt x="413321" y="421229"/>
                  </a:lnTo>
                  <a:lnTo>
                    <a:pt x="413321" y="0"/>
                  </a:lnTo>
                  <a:close/>
                </a:path>
              </a:pathLst>
            </a:custGeom>
            <a:solidFill>
              <a:srgbClr val="E4FFFF"/>
            </a:solidFill>
          </p:spPr>
          <p:txBody>
            <a:bodyPr wrap="square" lIns="0" tIns="0" rIns="0" bIns="0" rtlCol="0"/>
            <a:lstStyle/>
            <a:p/>
          </p:txBody>
        </p:sp>
        <p:sp>
          <p:nvSpPr>
            <p:cNvPr id="27" name="object 27" descr=""/>
            <p:cNvSpPr/>
            <p:nvPr/>
          </p:nvSpPr>
          <p:spPr>
            <a:xfrm>
              <a:off x="4158641" y="4587519"/>
              <a:ext cx="413384" cy="421640"/>
            </a:xfrm>
            <a:custGeom>
              <a:avLst/>
              <a:gdLst/>
              <a:ahLst/>
              <a:cxnLst/>
              <a:rect l="l" t="t" r="r" b="b"/>
              <a:pathLst>
                <a:path w="413385" h="421639">
                  <a:moveTo>
                    <a:pt x="0" y="421229"/>
                  </a:moveTo>
                  <a:lnTo>
                    <a:pt x="413321" y="421229"/>
                  </a:lnTo>
                  <a:lnTo>
                    <a:pt x="413321" y="0"/>
                  </a:lnTo>
                  <a:lnTo>
                    <a:pt x="0" y="0"/>
                  </a:lnTo>
                  <a:lnTo>
                    <a:pt x="0" y="421229"/>
                  </a:lnTo>
                  <a:close/>
                </a:path>
              </a:pathLst>
            </a:custGeom>
            <a:ln w="13227">
              <a:solidFill>
                <a:srgbClr val="000000"/>
              </a:solidFill>
            </a:ln>
          </p:spPr>
          <p:txBody>
            <a:bodyPr wrap="square" lIns="0" tIns="0" rIns="0" bIns="0" rtlCol="0"/>
            <a:lstStyle/>
            <a:p/>
          </p:txBody>
        </p:sp>
        <p:sp>
          <p:nvSpPr>
            <p:cNvPr id="28" name="object 28" descr=""/>
            <p:cNvSpPr/>
            <p:nvPr/>
          </p:nvSpPr>
          <p:spPr>
            <a:xfrm>
              <a:off x="4990186" y="4166290"/>
              <a:ext cx="413384" cy="421640"/>
            </a:xfrm>
            <a:custGeom>
              <a:avLst/>
              <a:gdLst/>
              <a:ahLst/>
              <a:cxnLst/>
              <a:rect l="l" t="t" r="r" b="b"/>
              <a:pathLst>
                <a:path w="413385" h="421639">
                  <a:moveTo>
                    <a:pt x="413321" y="0"/>
                  </a:moveTo>
                  <a:lnTo>
                    <a:pt x="0" y="0"/>
                  </a:lnTo>
                  <a:lnTo>
                    <a:pt x="0" y="421229"/>
                  </a:lnTo>
                  <a:lnTo>
                    <a:pt x="413321" y="421229"/>
                  </a:lnTo>
                  <a:lnTo>
                    <a:pt x="413321" y="0"/>
                  </a:lnTo>
                  <a:close/>
                </a:path>
              </a:pathLst>
            </a:custGeom>
            <a:solidFill>
              <a:srgbClr val="CCFFFF"/>
            </a:solidFill>
          </p:spPr>
          <p:txBody>
            <a:bodyPr wrap="square" lIns="0" tIns="0" rIns="0" bIns="0" rtlCol="0"/>
            <a:lstStyle/>
            <a:p/>
          </p:txBody>
        </p:sp>
        <p:sp>
          <p:nvSpPr>
            <p:cNvPr id="29" name="object 29" descr=""/>
            <p:cNvSpPr/>
            <p:nvPr/>
          </p:nvSpPr>
          <p:spPr>
            <a:xfrm>
              <a:off x="4990186" y="4166290"/>
              <a:ext cx="413384" cy="421640"/>
            </a:xfrm>
            <a:custGeom>
              <a:avLst/>
              <a:gdLst/>
              <a:ahLst/>
              <a:cxnLst/>
              <a:rect l="l" t="t" r="r" b="b"/>
              <a:pathLst>
                <a:path w="413385" h="421639">
                  <a:moveTo>
                    <a:pt x="0" y="421229"/>
                  </a:moveTo>
                  <a:lnTo>
                    <a:pt x="413321" y="421229"/>
                  </a:lnTo>
                  <a:lnTo>
                    <a:pt x="413321" y="0"/>
                  </a:lnTo>
                  <a:lnTo>
                    <a:pt x="0" y="0"/>
                  </a:lnTo>
                  <a:lnTo>
                    <a:pt x="0" y="421229"/>
                  </a:lnTo>
                  <a:close/>
                </a:path>
              </a:pathLst>
            </a:custGeom>
            <a:ln w="13227">
              <a:solidFill>
                <a:srgbClr val="000000"/>
              </a:solidFill>
            </a:ln>
          </p:spPr>
          <p:txBody>
            <a:bodyPr wrap="square" lIns="0" tIns="0" rIns="0" bIns="0" rtlCol="0"/>
            <a:lstStyle/>
            <a:p/>
          </p:txBody>
        </p:sp>
        <p:sp>
          <p:nvSpPr>
            <p:cNvPr id="30" name="object 30" descr=""/>
            <p:cNvSpPr/>
            <p:nvPr/>
          </p:nvSpPr>
          <p:spPr>
            <a:xfrm>
              <a:off x="4572041" y="4587519"/>
              <a:ext cx="418465" cy="421640"/>
            </a:xfrm>
            <a:custGeom>
              <a:avLst/>
              <a:gdLst/>
              <a:ahLst/>
              <a:cxnLst/>
              <a:rect l="l" t="t" r="r" b="b"/>
              <a:pathLst>
                <a:path w="418464" h="421639">
                  <a:moveTo>
                    <a:pt x="418224" y="0"/>
                  </a:moveTo>
                  <a:lnTo>
                    <a:pt x="0" y="0"/>
                  </a:lnTo>
                  <a:lnTo>
                    <a:pt x="0" y="421229"/>
                  </a:lnTo>
                  <a:lnTo>
                    <a:pt x="418224" y="421229"/>
                  </a:lnTo>
                  <a:lnTo>
                    <a:pt x="418224" y="0"/>
                  </a:lnTo>
                  <a:close/>
                </a:path>
              </a:pathLst>
            </a:custGeom>
            <a:solidFill>
              <a:srgbClr val="CCFFFF"/>
            </a:solidFill>
          </p:spPr>
          <p:txBody>
            <a:bodyPr wrap="square" lIns="0" tIns="0" rIns="0" bIns="0" rtlCol="0"/>
            <a:lstStyle/>
            <a:p/>
          </p:txBody>
        </p:sp>
        <p:sp>
          <p:nvSpPr>
            <p:cNvPr id="31" name="object 31" descr=""/>
            <p:cNvSpPr/>
            <p:nvPr/>
          </p:nvSpPr>
          <p:spPr>
            <a:xfrm>
              <a:off x="4572041" y="4587519"/>
              <a:ext cx="418465" cy="421640"/>
            </a:xfrm>
            <a:custGeom>
              <a:avLst/>
              <a:gdLst/>
              <a:ahLst/>
              <a:cxnLst/>
              <a:rect l="l" t="t" r="r" b="b"/>
              <a:pathLst>
                <a:path w="418464" h="421639">
                  <a:moveTo>
                    <a:pt x="0" y="421229"/>
                  </a:moveTo>
                  <a:lnTo>
                    <a:pt x="418224" y="421229"/>
                  </a:lnTo>
                  <a:lnTo>
                    <a:pt x="418224" y="0"/>
                  </a:lnTo>
                  <a:lnTo>
                    <a:pt x="0" y="0"/>
                  </a:lnTo>
                  <a:lnTo>
                    <a:pt x="0" y="421229"/>
                  </a:lnTo>
                  <a:close/>
                </a:path>
              </a:pathLst>
            </a:custGeom>
            <a:ln w="13215">
              <a:solidFill>
                <a:srgbClr val="000000"/>
              </a:solidFill>
            </a:ln>
          </p:spPr>
          <p:txBody>
            <a:bodyPr wrap="square" lIns="0" tIns="0" rIns="0" bIns="0" rtlCol="0"/>
            <a:lstStyle/>
            <a:p/>
          </p:txBody>
        </p:sp>
        <p:sp>
          <p:nvSpPr>
            <p:cNvPr id="32" name="object 32" descr=""/>
            <p:cNvSpPr/>
            <p:nvPr/>
          </p:nvSpPr>
          <p:spPr>
            <a:xfrm>
              <a:off x="3287435" y="3690101"/>
              <a:ext cx="81280" cy="2176145"/>
            </a:xfrm>
            <a:custGeom>
              <a:avLst/>
              <a:gdLst/>
              <a:ahLst/>
              <a:cxnLst/>
              <a:rect l="l" t="t" r="r" b="b"/>
              <a:pathLst>
                <a:path w="81279" h="2176145">
                  <a:moveTo>
                    <a:pt x="42605" y="69720"/>
                  </a:moveTo>
                  <a:lnTo>
                    <a:pt x="28390" y="80613"/>
                  </a:lnTo>
                  <a:lnTo>
                    <a:pt x="28390" y="2167806"/>
                  </a:lnTo>
                  <a:lnTo>
                    <a:pt x="33293" y="2172006"/>
                  </a:lnTo>
                  <a:lnTo>
                    <a:pt x="33293" y="2175781"/>
                  </a:lnTo>
                  <a:lnTo>
                    <a:pt x="47488" y="2175781"/>
                  </a:lnTo>
                  <a:lnTo>
                    <a:pt x="47488" y="2172006"/>
                  </a:lnTo>
                  <a:lnTo>
                    <a:pt x="51897" y="2167806"/>
                  </a:lnTo>
                  <a:lnTo>
                    <a:pt x="51897" y="77662"/>
                  </a:lnTo>
                  <a:lnTo>
                    <a:pt x="42605" y="69720"/>
                  </a:lnTo>
                  <a:close/>
                </a:path>
                <a:path w="81279" h="2176145">
                  <a:moveTo>
                    <a:pt x="42605" y="0"/>
                  </a:moveTo>
                  <a:lnTo>
                    <a:pt x="0" y="102369"/>
                  </a:lnTo>
                  <a:lnTo>
                    <a:pt x="28390" y="80613"/>
                  </a:lnTo>
                  <a:lnTo>
                    <a:pt x="28390" y="69720"/>
                  </a:lnTo>
                  <a:lnTo>
                    <a:pt x="33293" y="65469"/>
                  </a:lnTo>
                  <a:lnTo>
                    <a:pt x="37702" y="61217"/>
                  </a:lnTo>
                  <a:lnTo>
                    <a:pt x="65447" y="61217"/>
                  </a:lnTo>
                  <a:lnTo>
                    <a:pt x="42605" y="0"/>
                  </a:lnTo>
                  <a:close/>
                </a:path>
                <a:path w="81279" h="2176145">
                  <a:moveTo>
                    <a:pt x="65447" y="61217"/>
                  </a:moveTo>
                  <a:lnTo>
                    <a:pt x="42605" y="61217"/>
                  </a:lnTo>
                  <a:lnTo>
                    <a:pt x="47488" y="65469"/>
                  </a:lnTo>
                  <a:lnTo>
                    <a:pt x="51897" y="69720"/>
                  </a:lnTo>
                  <a:lnTo>
                    <a:pt x="51897" y="77662"/>
                  </a:lnTo>
                  <a:lnTo>
                    <a:pt x="80801" y="102369"/>
                  </a:lnTo>
                  <a:lnTo>
                    <a:pt x="65447" y="61217"/>
                  </a:lnTo>
                  <a:close/>
                </a:path>
                <a:path w="81279" h="2176145">
                  <a:moveTo>
                    <a:pt x="42605" y="61217"/>
                  </a:moveTo>
                  <a:lnTo>
                    <a:pt x="37702" y="61217"/>
                  </a:lnTo>
                  <a:lnTo>
                    <a:pt x="33293" y="65469"/>
                  </a:lnTo>
                  <a:lnTo>
                    <a:pt x="28390" y="69720"/>
                  </a:lnTo>
                  <a:lnTo>
                    <a:pt x="28390" y="80613"/>
                  </a:lnTo>
                  <a:lnTo>
                    <a:pt x="42605" y="69720"/>
                  </a:lnTo>
                  <a:lnTo>
                    <a:pt x="51897" y="69720"/>
                  </a:lnTo>
                  <a:lnTo>
                    <a:pt x="47488" y="65469"/>
                  </a:lnTo>
                  <a:lnTo>
                    <a:pt x="42605" y="61217"/>
                  </a:lnTo>
                  <a:close/>
                </a:path>
                <a:path w="81279" h="2176145">
                  <a:moveTo>
                    <a:pt x="51897" y="69720"/>
                  </a:moveTo>
                  <a:lnTo>
                    <a:pt x="42605" y="69720"/>
                  </a:lnTo>
                  <a:lnTo>
                    <a:pt x="51897" y="77662"/>
                  </a:lnTo>
                  <a:lnTo>
                    <a:pt x="51897" y="69720"/>
                  </a:lnTo>
                  <a:close/>
                </a:path>
              </a:pathLst>
            </a:custGeom>
            <a:solidFill>
              <a:srgbClr val="000000"/>
            </a:solidFill>
          </p:spPr>
          <p:txBody>
            <a:bodyPr wrap="square" lIns="0" tIns="0" rIns="0" bIns="0" rtlCol="0"/>
            <a:lstStyle/>
            <a:p/>
          </p:txBody>
        </p:sp>
        <p:sp>
          <p:nvSpPr>
            <p:cNvPr id="33" name="object 33" descr=""/>
            <p:cNvSpPr/>
            <p:nvPr/>
          </p:nvSpPr>
          <p:spPr>
            <a:xfrm>
              <a:off x="3287436" y="3690101"/>
              <a:ext cx="81280" cy="2176145"/>
            </a:xfrm>
            <a:custGeom>
              <a:avLst/>
              <a:gdLst/>
              <a:ahLst/>
              <a:cxnLst/>
              <a:rect l="l" t="t" r="r" b="b"/>
              <a:pathLst>
                <a:path w="81279" h="2176145">
                  <a:moveTo>
                    <a:pt x="28390" y="2167806"/>
                  </a:moveTo>
                  <a:lnTo>
                    <a:pt x="28390" y="69720"/>
                  </a:lnTo>
                  <a:lnTo>
                    <a:pt x="33293" y="65469"/>
                  </a:lnTo>
                  <a:lnTo>
                    <a:pt x="37702" y="61217"/>
                  </a:lnTo>
                  <a:lnTo>
                    <a:pt x="42605" y="61217"/>
                  </a:lnTo>
                  <a:lnTo>
                    <a:pt x="47488" y="65469"/>
                  </a:lnTo>
                  <a:lnTo>
                    <a:pt x="51897" y="69720"/>
                  </a:lnTo>
                  <a:lnTo>
                    <a:pt x="51897" y="2167806"/>
                  </a:lnTo>
                  <a:lnTo>
                    <a:pt x="47488" y="2172006"/>
                  </a:lnTo>
                  <a:lnTo>
                    <a:pt x="47488" y="2175781"/>
                  </a:lnTo>
                  <a:lnTo>
                    <a:pt x="42605" y="2175781"/>
                  </a:lnTo>
                  <a:lnTo>
                    <a:pt x="37702" y="2175781"/>
                  </a:lnTo>
                  <a:lnTo>
                    <a:pt x="33293" y="2175781"/>
                  </a:lnTo>
                  <a:lnTo>
                    <a:pt x="33293" y="2172006"/>
                  </a:lnTo>
                  <a:lnTo>
                    <a:pt x="28390" y="2167806"/>
                  </a:lnTo>
                  <a:close/>
                </a:path>
                <a:path w="81279" h="2176145">
                  <a:moveTo>
                    <a:pt x="42605" y="69720"/>
                  </a:moveTo>
                  <a:lnTo>
                    <a:pt x="0" y="102369"/>
                  </a:lnTo>
                  <a:lnTo>
                    <a:pt x="42605" y="0"/>
                  </a:lnTo>
                  <a:lnTo>
                    <a:pt x="80801" y="102369"/>
                  </a:lnTo>
                  <a:lnTo>
                    <a:pt x="42605" y="69720"/>
                  </a:lnTo>
                  <a:close/>
                </a:path>
              </a:pathLst>
            </a:custGeom>
            <a:ln w="4554">
              <a:solidFill>
                <a:srgbClr val="000000"/>
              </a:solidFill>
            </a:ln>
          </p:spPr>
          <p:txBody>
            <a:bodyPr wrap="square" lIns="0" tIns="0" rIns="0" bIns="0" rtlCol="0"/>
            <a:lstStyle/>
            <a:p/>
          </p:txBody>
        </p:sp>
        <p:sp>
          <p:nvSpPr>
            <p:cNvPr id="34" name="object 34" descr=""/>
            <p:cNvSpPr/>
            <p:nvPr/>
          </p:nvSpPr>
          <p:spPr>
            <a:xfrm>
              <a:off x="3315826" y="5825173"/>
              <a:ext cx="6790055" cy="66040"/>
            </a:xfrm>
            <a:custGeom>
              <a:avLst/>
              <a:gdLst/>
              <a:ahLst/>
              <a:cxnLst/>
              <a:rect l="l" t="t" r="r" b="b"/>
              <a:pathLst>
                <a:path w="6790055" h="66039">
                  <a:moveTo>
                    <a:pt x="6671542" y="0"/>
                  </a:moveTo>
                  <a:lnTo>
                    <a:pt x="6709106" y="32734"/>
                  </a:lnTo>
                  <a:lnTo>
                    <a:pt x="6671542" y="65452"/>
                  </a:lnTo>
                  <a:lnTo>
                    <a:pt x="6761056" y="40721"/>
                  </a:lnTo>
                  <a:lnTo>
                    <a:pt x="6718991" y="40721"/>
                  </a:lnTo>
                  <a:lnTo>
                    <a:pt x="6718991" y="28534"/>
                  </a:lnTo>
                  <a:lnTo>
                    <a:pt x="6714056" y="24340"/>
                  </a:lnTo>
                  <a:lnTo>
                    <a:pt x="6759598" y="24340"/>
                  </a:lnTo>
                  <a:lnTo>
                    <a:pt x="6671542" y="0"/>
                  </a:lnTo>
                  <a:close/>
                </a:path>
                <a:path w="6790055" h="66039">
                  <a:moveTo>
                    <a:pt x="6699473" y="24340"/>
                  </a:moveTo>
                  <a:lnTo>
                    <a:pt x="14214" y="28534"/>
                  </a:lnTo>
                  <a:lnTo>
                    <a:pt x="4903" y="28534"/>
                  </a:lnTo>
                  <a:lnTo>
                    <a:pt x="4903" y="32734"/>
                  </a:lnTo>
                  <a:lnTo>
                    <a:pt x="0" y="36934"/>
                  </a:lnTo>
                  <a:lnTo>
                    <a:pt x="4903" y="36934"/>
                  </a:lnTo>
                  <a:lnTo>
                    <a:pt x="4915" y="40721"/>
                  </a:lnTo>
                  <a:lnTo>
                    <a:pt x="9311" y="44893"/>
                  </a:lnTo>
                  <a:lnTo>
                    <a:pt x="6699936" y="40721"/>
                  </a:lnTo>
                  <a:lnTo>
                    <a:pt x="6709106" y="32734"/>
                  </a:lnTo>
                  <a:lnTo>
                    <a:pt x="6699473" y="24340"/>
                  </a:lnTo>
                  <a:close/>
                </a:path>
                <a:path w="6790055" h="66039">
                  <a:moveTo>
                    <a:pt x="6759598" y="24340"/>
                  </a:moveTo>
                  <a:lnTo>
                    <a:pt x="6714056" y="24340"/>
                  </a:lnTo>
                  <a:lnTo>
                    <a:pt x="6718991" y="28534"/>
                  </a:lnTo>
                  <a:lnTo>
                    <a:pt x="6718991" y="40721"/>
                  </a:lnTo>
                  <a:lnTo>
                    <a:pt x="6761056" y="40721"/>
                  </a:lnTo>
                  <a:lnTo>
                    <a:pt x="6789967" y="32734"/>
                  </a:lnTo>
                  <a:lnTo>
                    <a:pt x="6759598" y="24340"/>
                  </a:lnTo>
                  <a:close/>
                </a:path>
              </a:pathLst>
            </a:custGeom>
            <a:solidFill>
              <a:srgbClr val="000000"/>
            </a:solidFill>
          </p:spPr>
          <p:txBody>
            <a:bodyPr wrap="square" lIns="0" tIns="0" rIns="0" bIns="0" rtlCol="0"/>
            <a:lstStyle/>
            <a:p/>
          </p:txBody>
        </p:sp>
        <p:sp>
          <p:nvSpPr>
            <p:cNvPr id="35" name="object 35" descr=""/>
            <p:cNvSpPr/>
            <p:nvPr/>
          </p:nvSpPr>
          <p:spPr>
            <a:xfrm>
              <a:off x="9987369" y="5825173"/>
              <a:ext cx="118745" cy="66040"/>
            </a:xfrm>
            <a:custGeom>
              <a:avLst/>
              <a:gdLst/>
              <a:ahLst/>
              <a:cxnLst/>
              <a:rect l="l" t="t" r="r" b="b"/>
              <a:pathLst>
                <a:path w="118745" h="66039">
                  <a:moveTo>
                    <a:pt x="37563" y="32734"/>
                  </a:moveTo>
                  <a:lnTo>
                    <a:pt x="0" y="0"/>
                  </a:lnTo>
                  <a:lnTo>
                    <a:pt x="118425" y="32734"/>
                  </a:lnTo>
                  <a:lnTo>
                    <a:pt x="0" y="65452"/>
                  </a:lnTo>
                  <a:lnTo>
                    <a:pt x="37563" y="32734"/>
                  </a:lnTo>
                  <a:close/>
                </a:path>
              </a:pathLst>
            </a:custGeom>
            <a:ln w="4372">
              <a:solidFill>
                <a:srgbClr val="000000"/>
              </a:solidFill>
            </a:ln>
          </p:spPr>
          <p:txBody>
            <a:bodyPr wrap="square" lIns="0" tIns="0" rIns="0" bIns="0" rtlCol="0"/>
            <a:lstStyle/>
            <a:p/>
          </p:txBody>
        </p:sp>
        <p:sp>
          <p:nvSpPr>
            <p:cNvPr id="36" name="object 36" descr=""/>
            <p:cNvSpPr/>
            <p:nvPr/>
          </p:nvSpPr>
          <p:spPr>
            <a:xfrm>
              <a:off x="4158641" y="4166239"/>
              <a:ext cx="2077085" cy="1689735"/>
            </a:xfrm>
            <a:custGeom>
              <a:avLst/>
              <a:gdLst/>
              <a:ahLst/>
              <a:cxnLst/>
              <a:rect l="l" t="t" r="r" b="b"/>
              <a:pathLst>
                <a:path w="2077085" h="1689735">
                  <a:moveTo>
                    <a:pt x="0" y="421280"/>
                  </a:moveTo>
                  <a:lnTo>
                    <a:pt x="0" y="1689151"/>
                  </a:lnTo>
                </a:path>
                <a:path w="2077085" h="1689735">
                  <a:moveTo>
                    <a:pt x="413400" y="0"/>
                  </a:moveTo>
                  <a:lnTo>
                    <a:pt x="413400" y="1689151"/>
                  </a:lnTo>
                </a:path>
                <a:path w="2077085" h="1689735">
                  <a:moveTo>
                    <a:pt x="831545" y="0"/>
                  </a:moveTo>
                  <a:lnTo>
                    <a:pt x="831545" y="1689151"/>
                  </a:lnTo>
                </a:path>
                <a:path w="2077085" h="1689735">
                  <a:moveTo>
                    <a:pt x="1244945" y="0"/>
                  </a:moveTo>
                  <a:lnTo>
                    <a:pt x="1244946" y="1267922"/>
                  </a:lnTo>
                </a:path>
                <a:path w="2077085" h="1689735">
                  <a:moveTo>
                    <a:pt x="0" y="421280"/>
                  </a:moveTo>
                  <a:lnTo>
                    <a:pt x="2076491" y="421280"/>
                  </a:lnTo>
                </a:path>
              </a:pathLst>
            </a:custGeom>
            <a:ln w="13208">
              <a:solidFill>
                <a:srgbClr val="000000"/>
              </a:solidFill>
            </a:ln>
          </p:spPr>
          <p:txBody>
            <a:bodyPr wrap="square" lIns="0" tIns="0" rIns="0" bIns="0" rtlCol="0"/>
            <a:lstStyle/>
            <a:p/>
          </p:txBody>
        </p:sp>
        <p:pic>
          <p:nvPicPr>
            <p:cNvPr id="37" name="object 37" descr=""/>
            <p:cNvPicPr/>
            <p:nvPr/>
          </p:nvPicPr>
          <p:blipFill>
            <a:blip r:embed="rId2" cstate="print"/>
            <a:stretch>
              <a:fillRect/>
            </a:stretch>
          </p:blipFill>
          <p:spPr>
            <a:xfrm>
              <a:off x="3327835" y="3761131"/>
              <a:ext cx="2922380" cy="2103405"/>
            </a:xfrm>
            <a:prstGeom prst="rect">
              <a:avLst/>
            </a:prstGeom>
          </p:spPr>
        </p:pic>
      </p:grpSp>
      <p:sp>
        <p:nvSpPr>
          <p:cNvPr id="38" name="object 38" descr=""/>
          <p:cNvSpPr txBox="1"/>
          <p:nvPr/>
        </p:nvSpPr>
        <p:spPr>
          <a:xfrm>
            <a:off x="2625359" y="4246981"/>
            <a:ext cx="567690" cy="212725"/>
          </a:xfrm>
          <a:prstGeom prst="rect">
            <a:avLst/>
          </a:prstGeom>
        </p:spPr>
        <p:txBody>
          <a:bodyPr wrap="square" lIns="0" tIns="15875" rIns="0" bIns="0" rtlCol="0" vert="horz">
            <a:spAutoFit/>
          </a:bodyPr>
          <a:lstStyle/>
          <a:p>
            <a:pPr marL="12700">
              <a:lnSpc>
                <a:spcPct val="100000"/>
              </a:lnSpc>
              <a:spcBef>
                <a:spcPts val="125"/>
              </a:spcBef>
            </a:pPr>
            <a:r>
              <a:rPr dirty="0" sz="1200" spc="190" b="1">
                <a:solidFill>
                  <a:srgbClr val="0000FF"/>
                </a:solidFill>
                <a:latin typeface="宋体"/>
                <a:cs typeface="宋体"/>
              </a:rPr>
              <a:t>规格化</a:t>
            </a:r>
            <a:endParaRPr sz="1200">
              <a:latin typeface="宋体"/>
              <a:cs typeface="宋体"/>
            </a:endParaRPr>
          </a:p>
        </p:txBody>
      </p:sp>
      <p:sp>
        <p:nvSpPr>
          <p:cNvPr id="39" name="object 39" descr=""/>
          <p:cNvSpPr txBox="1"/>
          <p:nvPr/>
        </p:nvSpPr>
        <p:spPr>
          <a:xfrm>
            <a:off x="2853565" y="3641606"/>
            <a:ext cx="387350" cy="212725"/>
          </a:xfrm>
          <a:prstGeom prst="rect">
            <a:avLst/>
          </a:prstGeom>
        </p:spPr>
        <p:txBody>
          <a:bodyPr wrap="square" lIns="0" tIns="15875" rIns="0" bIns="0" rtlCol="0" vert="horz">
            <a:spAutoFit/>
          </a:bodyPr>
          <a:lstStyle/>
          <a:p>
            <a:pPr marL="12700">
              <a:lnSpc>
                <a:spcPct val="100000"/>
              </a:lnSpc>
              <a:spcBef>
                <a:spcPts val="125"/>
              </a:spcBef>
            </a:pPr>
            <a:r>
              <a:rPr dirty="0" sz="1200" spc="185" b="1">
                <a:latin typeface="宋体"/>
                <a:cs typeface="宋体"/>
              </a:rPr>
              <a:t>空间</a:t>
            </a:r>
            <a:endParaRPr sz="1200">
              <a:latin typeface="宋体"/>
              <a:cs typeface="宋体"/>
            </a:endParaRPr>
          </a:p>
        </p:txBody>
      </p:sp>
      <p:sp>
        <p:nvSpPr>
          <p:cNvPr id="40" name="object 40" descr=""/>
          <p:cNvSpPr txBox="1"/>
          <p:nvPr/>
        </p:nvSpPr>
        <p:spPr>
          <a:xfrm>
            <a:off x="4725808" y="4275890"/>
            <a:ext cx="116205" cy="212725"/>
          </a:xfrm>
          <a:prstGeom prst="rect">
            <a:avLst/>
          </a:prstGeom>
        </p:spPr>
        <p:txBody>
          <a:bodyPr wrap="square" lIns="0" tIns="15875" rIns="0" bIns="0" rtlCol="0" vert="horz">
            <a:spAutoFit/>
          </a:bodyPr>
          <a:lstStyle/>
          <a:p>
            <a:pPr marL="12700">
              <a:lnSpc>
                <a:spcPct val="100000"/>
              </a:lnSpc>
              <a:spcBef>
                <a:spcPts val="125"/>
              </a:spcBef>
            </a:pPr>
            <a:r>
              <a:rPr dirty="0" sz="1200" spc="55" b="1">
                <a:latin typeface="宋体"/>
                <a:cs typeface="宋体"/>
              </a:rPr>
              <a:t>1</a:t>
            </a:r>
            <a:endParaRPr sz="1200">
              <a:latin typeface="宋体"/>
              <a:cs typeface="宋体"/>
            </a:endParaRPr>
          </a:p>
        </p:txBody>
      </p:sp>
      <p:sp>
        <p:nvSpPr>
          <p:cNvPr id="41" name="object 41" descr=""/>
          <p:cNvSpPr txBox="1"/>
          <p:nvPr/>
        </p:nvSpPr>
        <p:spPr>
          <a:xfrm>
            <a:off x="5139011" y="4275890"/>
            <a:ext cx="116205" cy="212725"/>
          </a:xfrm>
          <a:prstGeom prst="rect">
            <a:avLst/>
          </a:prstGeom>
        </p:spPr>
        <p:txBody>
          <a:bodyPr wrap="square" lIns="0" tIns="15875" rIns="0" bIns="0" rtlCol="0" vert="horz">
            <a:spAutoFit/>
          </a:bodyPr>
          <a:lstStyle/>
          <a:p>
            <a:pPr marL="12700">
              <a:lnSpc>
                <a:spcPct val="100000"/>
              </a:lnSpc>
              <a:spcBef>
                <a:spcPts val="125"/>
              </a:spcBef>
            </a:pPr>
            <a:r>
              <a:rPr dirty="0" sz="1200" spc="55" b="1">
                <a:latin typeface="宋体"/>
                <a:cs typeface="宋体"/>
              </a:rPr>
              <a:t>2</a:t>
            </a:r>
            <a:endParaRPr sz="1200">
              <a:latin typeface="宋体"/>
              <a:cs typeface="宋体"/>
            </a:endParaRPr>
          </a:p>
        </p:txBody>
      </p:sp>
      <p:sp>
        <p:nvSpPr>
          <p:cNvPr id="42" name="object 42" descr=""/>
          <p:cNvSpPr txBox="1"/>
          <p:nvPr/>
        </p:nvSpPr>
        <p:spPr>
          <a:xfrm>
            <a:off x="5557354" y="4275890"/>
            <a:ext cx="116205" cy="212725"/>
          </a:xfrm>
          <a:prstGeom prst="rect">
            <a:avLst/>
          </a:prstGeom>
        </p:spPr>
        <p:txBody>
          <a:bodyPr wrap="square" lIns="0" tIns="15875" rIns="0" bIns="0" rtlCol="0" vert="horz">
            <a:spAutoFit/>
          </a:bodyPr>
          <a:lstStyle/>
          <a:p>
            <a:pPr marL="12700">
              <a:lnSpc>
                <a:spcPct val="100000"/>
              </a:lnSpc>
              <a:spcBef>
                <a:spcPts val="125"/>
              </a:spcBef>
            </a:pPr>
            <a:r>
              <a:rPr dirty="0" sz="1200" spc="55" b="1">
                <a:latin typeface="宋体"/>
                <a:cs typeface="宋体"/>
              </a:rPr>
              <a:t>3</a:t>
            </a:r>
            <a:endParaRPr sz="1200">
              <a:latin typeface="宋体"/>
              <a:cs typeface="宋体"/>
            </a:endParaRPr>
          </a:p>
        </p:txBody>
      </p:sp>
      <p:sp>
        <p:nvSpPr>
          <p:cNvPr id="43" name="object 43" descr=""/>
          <p:cNvSpPr txBox="1"/>
          <p:nvPr/>
        </p:nvSpPr>
        <p:spPr>
          <a:xfrm>
            <a:off x="5970557" y="4275890"/>
            <a:ext cx="116205" cy="212725"/>
          </a:xfrm>
          <a:prstGeom prst="rect">
            <a:avLst/>
          </a:prstGeom>
        </p:spPr>
        <p:txBody>
          <a:bodyPr wrap="square" lIns="0" tIns="15875" rIns="0" bIns="0" rtlCol="0" vert="horz">
            <a:spAutoFit/>
          </a:bodyPr>
          <a:lstStyle/>
          <a:p>
            <a:pPr marL="12700">
              <a:lnSpc>
                <a:spcPct val="100000"/>
              </a:lnSpc>
              <a:spcBef>
                <a:spcPts val="125"/>
              </a:spcBef>
            </a:pPr>
            <a:r>
              <a:rPr dirty="0" sz="1200" spc="55" b="1">
                <a:latin typeface="宋体"/>
                <a:cs typeface="宋体"/>
              </a:rPr>
              <a:t>4</a:t>
            </a:r>
            <a:endParaRPr sz="1200">
              <a:latin typeface="宋体"/>
              <a:cs typeface="宋体"/>
            </a:endParaRPr>
          </a:p>
        </p:txBody>
      </p:sp>
      <p:sp>
        <p:nvSpPr>
          <p:cNvPr id="44" name="object 44" descr=""/>
          <p:cNvSpPr txBox="1"/>
          <p:nvPr/>
        </p:nvSpPr>
        <p:spPr>
          <a:xfrm>
            <a:off x="6617051" y="4230469"/>
            <a:ext cx="443865" cy="242570"/>
          </a:xfrm>
          <a:prstGeom prst="rect">
            <a:avLst/>
          </a:prstGeom>
        </p:spPr>
        <p:txBody>
          <a:bodyPr wrap="square" lIns="0" tIns="15240" rIns="0" bIns="0" rtlCol="0" vert="horz">
            <a:spAutoFit/>
          </a:bodyPr>
          <a:lstStyle/>
          <a:p>
            <a:pPr marL="12700">
              <a:lnSpc>
                <a:spcPct val="100000"/>
              </a:lnSpc>
              <a:spcBef>
                <a:spcPts val="120"/>
              </a:spcBef>
            </a:pPr>
            <a:r>
              <a:rPr dirty="0" sz="1400" spc="215">
                <a:latin typeface="宋体"/>
                <a:cs typeface="宋体"/>
              </a:rPr>
              <a:t>……</a:t>
            </a:r>
            <a:endParaRPr sz="1400">
              <a:latin typeface="宋体"/>
              <a:cs typeface="宋体"/>
            </a:endParaRPr>
          </a:p>
        </p:txBody>
      </p:sp>
      <p:pic>
        <p:nvPicPr>
          <p:cNvPr id="45" name="object 45" descr=""/>
          <p:cNvPicPr/>
          <p:nvPr/>
        </p:nvPicPr>
        <p:blipFill>
          <a:blip r:embed="rId3" cstate="print"/>
          <a:stretch>
            <a:fillRect/>
          </a:stretch>
        </p:blipFill>
        <p:spPr>
          <a:xfrm>
            <a:off x="7810262" y="3761131"/>
            <a:ext cx="1699511" cy="2111355"/>
          </a:xfrm>
          <a:prstGeom prst="rect">
            <a:avLst/>
          </a:prstGeom>
        </p:spPr>
      </p:pic>
      <p:sp>
        <p:nvSpPr>
          <p:cNvPr id="46" name="object 46" descr=""/>
          <p:cNvSpPr txBox="1"/>
          <p:nvPr/>
        </p:nvSpPr>
        <p:spPr>
          <a:xfrm>
            <a:off x="9216076" y="4275890"/>
            <a:ext cx="116205" cy="212725"/>
          </a:xfrm>
          <a:prstGeom prst="rect">
            <a:avLst/>
          </a:prstGeom>
        </p:spPr>
        <p:txBody>
          <a:bodyPr wrap="square" lIns="0" tIns="15875" rIns="0" bIns="0" rtlCol="0" vert="horz">
            <a:spAutoFit/>
          </a:bodyPr>
          <a:lstStyle/>
          <a:p>
            <a:pPr marL="12700">
              <a:lnSpc>
                <a:spcPct val="100000"/>
              </a:lnSpc>
              <a:spcBef>
                <a:spcPts val="125"/>
              </a:spcBef>
            </a:pPr>
            <a:r>
              <a:rPr dirty="0" sz="1200" spc="55" b="1">
                <a:latin typeface="宋体"/>
                <a:cs typeface="宋体"/>
              </a:rPr>
              <a:t>n</a:t>
            </a:r>
            <a:endParaRPr sz="1200">
              <a:latin typeface="宋体"/>
              <a:cs typeface="宋体"/>
            </a:endParaRPr>
          </a:p>
        </p:txBody>
      </p:sp>
      <p:graphicFrame>
        <p:nvGraphicFramePr>
          <p:cNvPr id="47" name="object 47" descr=""/>
          <p:cNvGraphicFramePr>
            <a:graphicFrameLocks noGrp="1"/>
          </p:cNvGraphicFramePr>
          <p:nvPr/>
        </p:nvGraphicFramePr>
        <p:xfrm>
          <a:off x="2525505" y="4689843"/>
          <a:ext cx="7825740" cy="1369695"/>
        </p:xfrm>
        <a:graphic>
          <a:graphicData uri="http://schemas.openxmlformats.org/drawingml/2006/table">
            <a:tbl>
              <a:tblPr firstRow="1" bandRow="1">
                <a:tableStyleId>{2D5ABB26-0587-4C30-8999-92F81FD0307C}</a:tableStyleId>
              </a:tblPr>
              <a:tblGrid>
                <a:gridCol w="800735"/>
                <a:gridCol w="124459"/>
                <a:gridCol w="280034"/>
                <a:gridCol w="128269"/>
                <a:gridCol w="275590"/>
                <a:gridCol w="137794"/>
                <a:gridCol w="280035"/>
                <a:gridCol w="138430"/>
                <a:gridCol w="276225"/>
                <a:gridCol w="138430"/>
                <a:gridCol w="299719"/>
                <a:gridCol w="128905"/>
                <a:gridCol w="287655"/>
                <a:gridCol w="126364"/>
                <a:gridCol w="290195"/>
                <a:gridCol w="243204"/>
                <a:gridCol w="1339214"/>
                <a:gridCol w="415289"/>
                <a:gridCol w="151764"/>
                <a:gridCol w="265429"/>
                <a:gridCol w="415925"/>
                <a:gridCol w="416559"/>
                <a:gridCol w="796925"/>
              </a:tblGrid>
              <a:tr h="318770">
                <a:tc>
                  <a:txBody>
                    <a:bodyPr/>
                    <a:lstStyle/>
                    <a:p>
                      <a:pPr algn="ctr" marR="6350">
                        <a:lnSpc>
                          <a:spcPts val="1365"/>
                        </a:lnSpc>
                      </a:pPr>
                      <a:r>
                        <a:rPr dirty="0" sz="1200" spc="195" b="1">
                          <a:solidFill>
                            <a:srgbClr val="0000FF"/>
                          </a:solidFill>
                          <a:latin typeface="宋体"/>
                          <a:cs typeface="宋体"/>
                        </a:rPr>
                        <a:t>尾数相加</a:t>
                      </a:r>
                      <a:endParaRPr sz="1200">
                        <a:latin typeface="宋体"/>
                        <a:cs typeface="宋体"/>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B w="19050">
                      <a:solidFill>
                        <a:srgbClr val="000000"/>
                      </a:solidFill>
                      <a:prstDash val="solid"/>
                    </a:lnB>
                    <a:solidFill>
                      <a:srgbClr val="E4FFFF"/>
                    </a:solidFill>
                  </a:tcPr>
                </a:tc>
                <a:tc>
                  <a:txBody>
                    <a:bodyPr/>
                    <a:lstStyle/>
                    <a:p>
                      <a:pPr marL="46990">
                        <a:lnSpc>
                          <a:spcPct val="100000"/>
                        </a:lnSpc>
                        <a:spcBef>
                          <a:spcPts val="185"/>
                        </a:spcBef>
                      </a:pPr>
                      <a:r>
                        <a:rPr dirty="0" sz="1200" spc="55" b="1">
                          <a:latin typeface="宋体"/>
                          <a:cs typeface="宋体"/>
                        </a:rPr>
                        <a:t>1</a:t>
                      </a:r>
                      <a:endParaRPr sz="1200">
                        <a:latin typeface="宋体"/>
                        <a:cs typeface="宋体"/>
                      </a:endParaRPr>
                    </a:p>
                  </a:txBody>
                  <a:tcPr marL="0" marR="0" marB="0" marT="23495">
                    <a:lnB w="19050">
                      <a:solidFill>
                        <a:srgbClr val="000000"/>
                      </a:solidFill>
                      <a:prstDash val="solid"/>
                    </a:lnB>
                    <a:solidFill>
                      <a:srgbClr val="E4FFFF"/>
                    </a:solidFill>
                  </a:tcPr>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solidFill>
                      <a:srgbClr val="CCFFFF"/>
                    </a:solidFill>
                  </a:tcPr>
                </a:tc>
                <a:tc>
                  <a:txBody>
                    <a:bodyPr/>
                    <a:lstStyle/>
                    <a:p>
                      <a:pPr marL="46990">
                        <a:lnSpc>
                          <a:spcPct val="100000"/>
                        </a:lnSpc>
                        <a:spcBef>
                          <a:spcPts val="185"/>
                        </a:spcBef>
                      </a:pPr>
                      <a:r>
                        <a:rPr dirty="0" sz="1200" spc="55" b="1">
                          <a:latin typeface="宋体"/>
                          <a:cs typeface="宋体"/>
                        </a:rPr>
                        <a:t>2</a:t>
                      </a:r>
                      <a:endParaRPr sz="1200">
                        <a:latin typeface="宋体"/>
                        <a:cs typeface="宋体"/>
                      </a:endParaRPr>
                    </a:p>
                  </a:txBody>
                  <a:tcPr marL="0" marR="0" marB="0" marT="23495">
                    <a:lnB w="19050">
                      <a:solidFill>
                        <a:srgbClr val="000000"/>
                      </a:solidFill>
                      <a:prstDash val="solid"/>
                    </a:lnB>
                    <a:solidFill>
                      <a:srgbClr val="CCFFFF"/>
                    </a:solidFill>
                  </a:tcPr>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solidFill>
                      <a:srgbClr val="88FFFF"/>
                    </a:solidFill>
                  </a:tcPr>
                </a:tc>
                <a:tc>
                  <a:txBody>
                    <a:bodyPr/>
                    <a:lstStyle/>
                    <a:p>
                      <a:pPr marL="46990">
                        <a:lnSpc>
                          <a:spcPct val="100000"/>
                        </a:lnSpc>
                        <a:spcBef>
                          <a:spcPts val="185"/>
                        </a:spcBef>
                      </a:pPr>
                      <a:r>
                        <a:rPr dirty="0" sz="1200" spc="55" b="1">
                          <a:latin typeface="宋体"/>
                          <a:cs typeface="宋体"/>
                        </a:rPr>
                        <a:t>3</a:t>
                      </a:r>
                      <a:endParaRPr sz="1200">
                        <a:latin typeface="宋体"/>
                        <a:cs typeface="宋体"/>
                      </a:endParaRPr>
                    </a:p>
                  </a:txBody>
                  <a:tcPr marL="0" marR="0" marB="0" marT="23495">
                    <a:lnB w="19050">
                      <a:solidFill>
                        <a:srgbClr val="000000"/>
                      </a:solidFill>
                      <a:prstDash val="solid"/>
                    </a:lnB>
                    <a:solidFill>
                      <a:srgbClr val="88FFFF"/>
                    </a:solidFill>
                  </a:tcPr>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solidFill>
                      <a:srgbClr val="11FFFF"/>
                    </a:solidFill>
                  </a:tcPr>
                </a:tc>
                <a:tc>
                  <a:txBody>
                    <a:bodyPr/>
                    <a:lstStyle/>
                    <a:p>
                      <a:pPr marL="37465">
                        <a:lnSpc>
                          <a:spcPct val="100000"/>
                        </a:lnSpc>
                        <a:spcBef>
                          <a:spcPts val="185"/>
                        </a:spcBef>
                      </a:pPr>
                      <a:r>
                        <a:rPr dirty="0" sz="1200" spc="55" b="1">
                          <a:latin typeface="宋体"/>
                          <a:cs typeface="宋体"/>
                        </a:rPr>
                        <a:t>4</a:t>
                      </a:r>
                      <a:endParaRPr sz="1200">
                        <a:latin typeface="宋体"/>
                        <a:cs typeface="宋体"/>
                      </a:endParaRPr>
                    </a:p>
                  </a:txBody>
                  <a:tcPr marL="0" marR="0" marB="0" marT="23495">
                    <a:lnB w="19050">
                      <a:solidFill>
                        <a:srgbClr val="000000"/>
                      </a:solidFill>
                      <a:prstDash val="solid"/>
                    </a:lnB>
                    <a:solidFill>
                      <a:srgbClr val="11FFFF"/>
                    </a:solidFill>
                  </a:tcPr>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marL="151765">
                        <a:lnSpc>
                          <a:spcPts val="1505"/>
                        </a:lnSpc>
                      </a:pPr>
                      <a:r>
                        <a:rPr dirty="0" sz="1400" spc="215">
                          <a:latin typeface="宋体"/>
                          <a:cs typeface="宋体"/>
                        </a:rPr>
                        <a:t>……</a:t>
                      </a:r>
                      <a:endParaRPr sz="1400">
                        <a:latin typeface="宋体"/>
                        <a:cs typeface="宋体"/>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tcPr>
                </a:tc>
                <a:tc>
                  <a:txBody>
                    <a:bodyPr/>
                    <a:lstStyle/>
                    <a:p>
                      <a:pPr algn="r" marR="153035">
                        <a:lnSpc>
                          <a:spcPct val="100000"/>
                        </a:lnSpc>
                        <a:spcBef>
                          <a:spcPts val="185"/>
                        </a:spcBef>
                      </a:pPr>
                      <a:r>
                        <a:rPr dirty="0" sz="1200" spc="55" b="1">
                          <a:latin typeface="宋体"/>
                          <a:cs typeface="宋体"/>
                        </a:rPr>
                        <a:t>n</a:t>
                      </a:r>
                      <a:endParaRPr sz="1200">
                        <a:latin typeface="宋体"/>
                        <a:cs typeface="宋体"/>
                      </a:endParaRPr>
                    </a:p>
                  </a:txBody>
                  <a:tcPr marL="0" marR="0" marB="0" marT="23495">
                    <a:lnB w="19050">
                      <a:solidFill>
                        <a:srgbClr val="000000"/>
                      </a:solidFill>
                      <a:prstDash val="solid"/>
                    </a:lnB>
                    <a:solidFill>
                      <a:srgbClr val="00CDC7"/>
                    </a:solidFill>
                  </a:tcPr>
                </a:tc>
                <a:tc gridSpan="2">
                  <a:txBody>
                    <a:bodyPr/>
                    <a:lstStyle/>
                    <a:p>
                      <a:pPr marR="231775">
                        <a:lnSpc>
                          <a:spcPct val="100000"/>
                        </a:lnSpc>
                      </a:pPr>
                      <a:endParaRPr sz="1900">
                        <a:latin typeface="Times New Roman"/>
                        <a:cs typeface="Times New Roman"/>
                      </a:endParaRPr>
                    </a:p>
                  </a:txBody>
                  <a:tcPr marL="0" marR="0" marB="0" marT="0"/>
                </a:tc>
                <a:tc hMerge="1">
                  <a:txBody>
                    <a:bodyPr/>
                    <a:lstStyle/>
                    <a:p>
                      <a:pPr/>
                    </a:p>
                  </a:txBody>
                  <a:tcPr marL="0" marR="0" marB="0" marT="0"/>
                </a:tc>
              </a:tr>
              <a:tr h="424815">
                <a:tc>
                  <a:txBody>
                    <a:bodyPr/>
                    <a:lstStyle/>
                    <a:p>
                      <a:pPr algn="ctr" marR="34925">
                        <a:lnSpc>
                          <a:spcPct val="100000"/>
                        </a:lnSpc>
                        <a:spcBef>
                          <a:spcPts val="955"/>
                        </a:spcBef>
                      </a:pPr>
                      <a:r>
                        <a:rPr dirty="0" sz="1200" spc="145" b="1">
                          <a:solidFill>
                            <a:srgbClr val="0000FF"/>
                          </a:solidFill>
                          <a:latin typeface="宋体"/>
                          <a:cs typeface="宋体"/>
                        </a:rPr>
                        <a:t>对 阶</a:t>
                      </a:r>
                      <a:endParaRPr sz="1200">
                        <a:latin typeface="宋体"/>
                        <a:cs typeface="宋体"/>
                      </a:endParaRPr>
                    </a:p>
                  </a:txBody>
                  <a:tcPr marL="0" marR="0" marB="0" marT="121285"/>
                </a:tc>
                <a:tc>
                  <a:txBody>
                    <a:bodyPr/>
                    <a:lstStyle/>
                    <a:p>
                      <a:pPr>
                        <a:lnSpc>
                          <a:spcPct val="100000"/>
                        </a:lnSpc>
                      </a:pPr>
                      <a:endParaRPr sz="19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solidFill>
                      <a:srgbClr val="E4FFFF"/>
                    </a:solidFill>
                  </a:tcPr>
                </a:tc>
                <a:tc>
                  <a:txBody>
                    <a:bodyPr/>
                    <a:lstStyle/>
                    <a:p>
                      <a:pPr marL="46990">
                        <a:lnSpc>
                          <a:spcPct val="100000"/>
                        </a:lnSpc>
                        <a:spcBef>
                          <a:spcPts val="990"/>
                        </a:spcBef>
                      </a:pPr>
                      <a:r>
                        <a:rPr dirty="0" sz="1200" spc="55" b="1">
                          <a:latin typeface="宋体"/>
                          <a:cs typeface="宋体"/>
                        </a:rPr>
                        <a:t>1</a:t>
                      </a:r>
                      <a:endParaRPr sz="1200">
                        <a:latin typeface="宋体"/>
                        <a:cs typeface="宋体"/>
                      </a:endParaRPr>
                    </a:p>
                  </a:txBody>
                  <a:tcPr marL="0" marR="0" marB="0" marT="125730">
                    <a:lnR w="19050">
                      <a:solidFill>
                        <a:srgbClr val="000000"/>
                      </a:solidFill>
                      <a:prstDash val="solid"/>
                    </a:lnR>
                    <a:lnT w="19050">
                      <a:solidFill>
                        <a:srgbClr val="000000"/>
                      </a:solidFill>
                      <a:prstDash val="solid"/>
                    </a:lnT>
                    <a:lnB w="19050">
                      <a:solidFill>
                        <a:srgbClr val="000000"/>
                      </a:solidFill>
                      <a:prstDash val="solid"/>
                    </a:lnB>
                    <a:solidFill>
                      <a:srgbClr val="E4FFFF"/>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solidFill>
                      <a:srgbClr val="CCFFFF"/>
                    </a:solidFill>
                  </a:tcPr>
                </a:tc>
                <a:tc>
                  <a:txBody>
                    <a:bodyPr/>
                    <a:lstStyle/>
                    <a:p>
                      <a:pPr marL="46990">
                        <a:lnSpc>
                          <a:spcPct val="100000"/>
                        </a:lnSpc>
                        <a:spcBef>
                          <a:spcPts val="990"/>
                        </a:spcBef>
                      </a:pPr>
                      <a:r>
                        <a:rPr dirty="0" sz="1200" spc="55" b="1">
                          <a:latin typeface="宋体"/>
                          <a:cs typeface="宋体"/>
                        </a:rPr>
                        <a:t>2</a:t>
                      </a:r>
                      <a:endParaRPr sz="1200">
                        <a:latin typeface="宋体"/>
                        <a:cs typeface="宋体"/>
                      </a:endParaRPr>
                    </a:p>
                  </a:txBody>
                  <a:tcPr marL="0" marR="0" marB="0" marT="125730">
                    <a:lnT w="19050">
                      <a:solidFill>
                        <a:srgbClr val="000000"/>
                      </a:solidFill>
                      <a:prstDash val="solid"/>
                    </a:lnT>
                    <a:lnB w="19050">
                      <a:solidFill>
                        <a:srgbClr val="000000"/>
                      </a:solidFill>
                      <a:prstDash val="solid"/>
                    </a:lnB>
                    <a:solidFill>
                      <a:srgbClr val="CCFFFF"/>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19050">
                      <a:solidFill>
                        <a:srgbClr val="000000"/>
                      </a:solidFill>
                      <a:prstDash val="solid"/>
                    </a:lnB>
                    <a:solidFill>
                      <a:srgbClr val="88FFFF"/>
                    </a:solidFill>
                  </a:tcPr>
                </a:tc>
                <a:tc>
                  <a:txBody>
                    <a:bodyPr/>
                    <a:lstStyle/>
                    <a:p>
                      <a:pPr marL="46990">
                        <a:lnSpc>
                          <a:spcPct val="100000"/>
                        </a:lnSpc>
                        <a:spcBef>
                          <a:spcPts val="990"/>
                        </a:spcBef>
                      </a:pPr>
                      <a:r>
                        <a:rPr dirty="0" sz="1200" spc="55" b="1">
                          <a:latin typeface="宋体"/>
                          <a:cs typeface="宋体"/>
                        </a:rPr>
                        <a:t>3</a:t>
                      </a:r>
                      <a:endParaRPr sz="1200">
                        <a:latin typeface="宋体"/>
                        <a:cs typeface="宋体"/>
                      </a:endParaRPr>
                    </a:p>
                  </a:txBody>
                  <a:tcPr marL="0" marR="0" marB="0" marT="125730">
                    <a:lnT w="19050">
                      <a:solidFill>
                        <a:srgbClr val="000000"/>
                      </a:solidFill>
                      <a:prstDash val="solid"/>
                    </a:lnT>
                    <a:lnB w="19050">
                      <a:solidFill>
                        <a:srgbClr val="000000"/>
                      </a:solidFill>
                      <a:prstDash val="solid"/>
                    </a:lnB>
                    <a:solidFill>
                      <a:srgbClr val="88FFFF"/>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19050">
                      <a:solidFill>
                        <a:srgbClr val="000000"/>
                      </a:solidFill>
                      <a:prstDash val="solid"/>
                    </a:lnB>
                    <a:solidFill>
                      <a:srgbClr val="11FFFF"/>
                    </a:solidFill>
                  </a:tcPr>
                </a:tc>
                <a:tc>
                  <a:txBody>
                    <a:bodyPr/>
                    <a:lstStyle/>
                    <a:p>
                      <a:pPr marL="46990">
                        <a:lnSpc>
                          <a:spcPct val="100000"/>
                        </a:lnSpc>
                        <a:spcBef>
                          <a:spcPts val="990"/>
                        </a:spcBef>
                      </a:pPr>
                      <a:r>
                        <a:rPr dirty="0" sz="1200" spc="55" b="1">
                          <a:latin typeface="宋体"/>
                          <a:cs typeface="宋体"/>
                        </a:rPr>
                        <a:t>4</a:t>
                      </a:r>
                      <a:endParaRPr sz="1200">
                        <a:latin typeface="宋体"/>
                        <a:cs typeface="宋体"/>
                      </a:endParaRPr>
                    </a:p>
                  </a:txBody>
                  <a:tcPr marL="0" marR="0" marB="0" marT="125730">
                    <a:lnT w="19050">
                      <a:solidFill>
                        <a:srgbClr val="000000"/>
                      </a:solidFill>
                      <a:prstDash val="solid"/>
                    </a:lnT>
                    <a:lnB w="19050">
                      <a:solidFill>
                        <a:srgbClr val="000000"/>
                      </a:solidFill>
                      <a:prstDash val="solid"/>
                    </a:lnB>
                    <a:solidFill>
                      <a:srgbClr val="11FFFF"/>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marL="151765">
                        <a:lnSpc>
                          <a:spcPct val="100000"/>
                        </a:lnSpc>
                        <a:spcBef>
                          <a:spcPts val="660"/>
                        </a:spcBef>
                      </a:pPr>
                      <a:r>
                        <a:rPr dirty="0" sz="1400" spc="215">
                          <a:latin typeface="宋体"/>
                          <a:cs typeface="宋体"/>
                        </a:rPr>
                        <a:t>……</a:t>
                      </a:r>
                      <a:endParaRPr sz="1400">
                        <a:latin typeface="宋体"/>
                        <a:cs typeface="宋体"/>
                      </a:endParaRPr>
                    </a:p>
                  </a:txBody>
                  <a:tcPr marL="0" marR="0" marB="0" marT="83820"/>
                </a:tc>
                <a:tc>
                  <a:txBody>
                    <a:bodyPr/>
                    <a:lstStyle/>
                    <a:p>
                      <a:pPr>
                        <a:lnSpc>
                          <a:spcPct val="100000"/>
                        </a:lnSpc>
                      </a:pPr>
                      <a:endParaRPr sz="1900">
                        <a:latin typeface="Times New Roman"/>
                        <a:cs typeface="Times New Roman"/>
                      </a:endParaRPr>
                    </a:p>
                  </a:txBody>
                  <a:tcPr marL="0" marR="0" marB="0" marT="0">
                    <a:lnR w="19050">
                      <a:solidFill>
                        <a:srgbClr val="000000"/>
                      </a:solidFill>
                      <a:prstDash val="solid"/>
                    </a:lnR>
                    <a:lnB w="1905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solidFill>
                      <a:srgbClr val="00CDC7"/>
                    </a:solidFill>
                  </a:tcPr>
                </a:tc>
                <a:tc>
                  <a:txBody>
                    <a:bodyPr/>
                    <a:lstStyle/>
                    <a:p>
                      <a:pPr marL="15240">
                        <a:lnSpc>
                          <a:spcPct val="100000"/>
                        </a:lnSpc>
                        <a:spcBef>
                          <a:spcPts val="990"/>
                        </a:spcBef>
                      </a:pPr>
                      <a:r>
                        <a:rPr dirty="0" sz="1200" spc="55" b="1">
                          <a:latin typeface="宋体"/>
                          <a:cs typeface="宋体"/>
                        </a:rPr>
                        <a:t>n</a:t>
                      </a:r>
                      <a:endParaRPr sz="1200">
                        <a:latin typeface="宋体"/>
                        <a:cs typeface="宋体"/>
                      </a:endParaRPr>
                    </a:p>
                  </a:txBody>
                  <a:tcPr marL="0" marR="0" marB="0" marT="125730">
                    <a:lnT w="19050">
                      <a:solidFill>
                        <a:srgbClr val="000000"/>
                      </a:solidFill>
                      <a:prstDash val="solid"/>
                    </a:lnT>
                    <a:lnB w="19050">
                      <a:solidFill>
                        <a:srgbClr val="000000"/>
                      </a:solidFill>
                      <a:prstDash val="solid"/>
                    </a:lnB>
                    <a:solidFill>
                      <a:srgbClr val="00CDC7"/>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1900">
                        <a:latin typeface="Times New Roman"/>
                        <a:cs typeface="Times New Roman"/>
                      </a:endParaRPr>
                    </a:p>
                  </a:txBody>
                  <a:tcPr marL="0" marR="0" marB="0" marT="0"/>
                </a:tc>
                <a:tc>
                  <a:txBody>
                    <a:bodyPr/>
                    <a:lstStyle/>
                    <a:p>
                      <a:pPr marR="231775">
                        <a:lnSpc>
                          <a:spcPct val="100000"/>
                        </a:lnSpc>
                      </a:pPr>
                      <a:endParaRPr sz="1900">
                        <a:latin typeface="Times New Roman"/>
                        <a:cs typeface="Times New Roman"/>
                      </a:endParaRPr>
                    </a:p>
                  </a:txBody>
                  <a:tcPr marL="0" marR="0" marB="0" marT="0"/>
                </a:tc>
              </a:tr>
              <a:tr h="425450">
                <a:tc>
                  <a:txBody>
                    <a:bodyPr/>
                    <a:lstStyle/>
                    <a:p>
                      <a:pPr algn="ctr" marR="25400">
                        <a:lnSpc>
                          <a:spcPct val="100000"/>
                        </a:lnSpc>
                        <a:spcBef>
                          <a:spcPts val="730"/>
                        </a:spcBef>
                      </a:pPr>
                      <a:r>
                        <a:rPr dirty="0" sz="1200" spc="190" b="1">
                          <a:solidFill>
                            <a:srgbClr val="0000FF"/>
                          </a:solidFill>
                          <a:latin typeface="宋体"/>
                          <a:cs typeface="宋体"/>
                        </a:rPr>
                        <a:t>求阶差</a:t>
                      </a:r>
                      <a:endParaRPr sz="1200">
                        <a:latin typeface="宋体"/>
                        <a:cs typeface="宋体"/>
                      </a:endParaRPr>
                    </a:p>
                  </a:txBody>
                  <a:tcPr marL="0" marR="0" marB="0" marT="92710"/>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28575">
                      <a:solidFill>
                        <a:srgbClr val="000000"/>
                      </a:solidFill>
                      <a:prstDash val="solid"/>
                    </a:lnB>
                    <a:solidFill>
                      <a:srgbClr val="E4FFFF"/>
                    </a:solidFill>
                  </a:tcPr>
                </a:tc>
                <a:tc>
                  <a:txBody>
                    <a:bodyPr/>
                    <a:lstStyle/>
                    <a:p>
                      <a:pPr marL="37465">
                        <a:lnSpc>
                          <a:spcPct val="100000"/>
                        </a:lnSpc>
                        <a:spcBef>
                          <a:spcPts val="990"/>
                        </a:spcBef>
                      </a:pPr>
                      <a:r>
                        <a:rPr dirty="0" sz="1200" spc="55" b="1">
                          <a:latin typeface="宋体"/>
                          <a:cs typeface="宋体"/>
                        </a:rPr>
                        <a:t>1</a:t>
                      </a:r>
                      <a:endParaRPr sz="1200">
                        <a:latin typeface="宋体"/>
                        <a:cs typeface="宋体"/>
                      </a:endParaRPr>
                    </a:p>
                  </a:txBody>
                  <a:tcPr marL="0" marR="0" marB="0" marT="125730">
                    <a:lnR w="19050">
                      <a:solidFill>
                        <a:srgbClr val="000000"/>
                      </a:solidFill>
                      <a:prstDash val="solid"/>
                    </a:lnR>
                    <a:lnT w="19050">
                      <a:solidFill>
                        <a:srgbClr val="000000"/>
                      </a:solidFill>
                      <a:prstDash val="solid"/>
                    </a:lnT>
                    <a:lnB w="28575">
                      <a:solidFill>
                        <a:srgbClr val="000000"/>
                      </a:solidFill>
                      <a:prstDash val="solid"/>
                    </a:lnB>
                    <a:solidFill>
                      <a:srgbClr val="E4FFFF"/>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28575">
                      <a:solidFill>
                        <a:srgbClr val="000000"/>
                      </a:solidFill>
                      <a:prstDash val="solid"/>
                    </a:lnB>
                    <a:solidFill>
                      <a:srgbClr val="CCFFFF"/>
                    </a:solidFill>
                  </a:tcPr>
                </a:tc>
                <a:tc>
                  <a:txBody>
                    <a:bodyPr/>
                    <a:lstStyle/>
                    <a:p>
                      <a:pPr marL="46990">
                        <a:lnSpc>
                          <a:spcPct val="100000"/>
                        </a:lnSpc>
                        <a:spcBef>
                          <a:spcPts val="990"/>
                        </a:spcBef>
                      </a:pPr>
                      <a:r>
                        <a:rPr dirty="0" sz="1200" spc="55" b="1">
                          <a:latin typeface="宋体"/>
                          <a:cs typeface="宋体"/>
                        </a:rPr>
                        <a:t>2</a:t>
                      </a:r>
                      <a:endParaRPr sz="1200">
                        <a:latin typeface="宋体"/>
                        <a:cs typeface="宋体"/>
                      </a:endParaRPr>
                    </a:p>
                  </a:txBody>
                  <a:tcPr marL="0" marR="0" marB="0" marT="125730">
                    <a:lnR w="19050">
                      <a:solidFill>
                        <a:srgbClr val="000000"/>
                      </a:solidFill>
                      <a:prstDash val="solid"/>
                    </a:lnR>
                    <a:lnT w="19050">
                      <a:solidFill>
                        <a:srgbClr val="000000"/>
                      </a:solidFill>
                      <a:prstDash val="solid"/>
                    </a:lnT>
                    <a:lnB w="28575">
                      <a:solidFill>
                        <a:srgbClr val="000000"/>
                      </a:solidFill>
                      <a:prstDash val="solid"/>
                    </a:lnB>
                    <a:solidFill>
                      <a:srgbClr val="CCFFFF"/>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28575">
                      <a:solidFill>
                        <a:srgbClr val="000000"/>
                      </a:solidFill>
                      <a:prstDash val="solid"/>
                    </a:lnB>
                    <a:solidFill>
                      <a:srgbClr val="88FFFF"/>
                    </a:solidFill>
                  </a:tcPr>
                </a:tc>
                <a:tc>
                  <a:txBody>
                    <a:bodyPr/>
                    <a:lstStyle/>
                    <a:p>
                      <a:pPr marL="46990">
                        <a:lnSpc>
                          <a:spcPct val="100000"/>
                        </a:lnSpc>
                        <a:spcBef>
                          <a:spcPts val="990"/>
                        </a:spcBef>
                      </a:pPr>
                      <a:r>
                        <a:rPr dirty="0" sz="1200" spc="55" b="1">
                          <a:latin typeface="宋体"/>
                          <a:cs typeface="宋体"/>
                        </a:rPr>
                        <a:t>3</a:t>
                      </a:r>
                      <a:endParaRPr sz="1200">
                        <a:latin typeface="宋体"/>
                        <a:cs typeface="宋体"/>
                      </a:endParaRPr>
                    </a:p>
                  </a:txBody>
                  <a:tcPr marL="0" marR="0" marB="0" marT="125730">
                    <a:lnT w="19050">
                      <a:solidFill>
                        <a:srgbClr val="000000"/>
                      </a:solidFill>
                      <a:prstDash val="solid"/>
                    </a:lnT>
                    <a:lnB w="28575">
                      <a:solidFill>
                        <a:srgbClr val="000000"/>
                      </a:solidFill>
                      <a:prstDash val="solid"/>
                    </a:lnB>
                    <a:solidFill>
                      <a:srgbClr val="88FFFF"/>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28575">
                      <a:solidFill>
                        <a:srgbClr val="000000"/>
                      </a:solidFill>
                      <a:prstDash val="solid"/>
                    </a:lnB>
                    <a:solidFill>
                      <a:srgbClr val="11FFFF"/>
                    </a:solidFill>
                  </a:tcPr>
                </a:tc>
                <a:tc>
                  <a:txBody>
                    <a:bodyPr/>
                    <a:lstStyle/>
                    <a:p>
                      <a:pPr marL="46990">
                        <a:lnSpc>
                          <a:spcPct val="100000"/>
                        </a:lnSpc>
                        <a:spcBef>
                          <a:spcPts val="990"/>
                        </a:spcBef>
                      </a:pPr>
                      <a:r>
                        <a:rPr dirty="0" sz="1200" spc="55" b="1">
                          <a:latin typeface="宋体"/>
                          <a:cs typeface="宋体"/>
                        </a:rPr>
                        <a:t>4</a:t>
                      </a:r>
                      <a:endParaRPr sz="1200">
                        <a:latin typeface="宋体"/>
                        <a:cs typeface="宋体"/>
                      </a:endParaRPr>
                    </a:p>
                  </a:txBody>
                  <a:tcPr marL="0" marR="0" marB="0" marT="125730">
                    <a:lnT w="19050">
                      <a:solidFill>
                        <a:srgbClr val="000000"/>
                      </a:solidFill>
                      <a:prstDash val="solid"/>
                    </a:lnT>
                    <a:lnB w="28575">
                      <a:solidFill>
                        <a:srgbClr val="000000"/>
                      </a:solidFill>
                      <a:prstDash val="solid"/>
                    </a:lnB>
                    <a:solidFill>
                      <a:srgbClr val="11FFFF"/>
                    </a:solidFill>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marL="151765">
                        <a:lnSpc>
                          <a:spcPct val="100000"/>
                        </a:lnSpc>
                        <a:spcBef>
                          <a:spcPts val="625"/>
                        </a:spcBef>
                      </a:pPr>
                      <a:r>
                        <a:rPr dirty="0" sz="1400" spc="215">
                          <a:latin typeface="宋体"/>
                          <a:cs typeface="宋体"/>
                        </a:rPr>
                        <a:t>……</a:t>
                      </a:r>
                      <a:endParaRPr sz="1400">
                        <a:latin typeface="宋体"/>
                        <a:cs typeface="宋体"/>
                      </a:endParaRPr>
                    </a:p>
                  </a:txBody>
                  <a:tcPr marL="0" marR="0" marB="0" marT="79375">
                    <a:lnR w="19050">
                      <a:solidFill>
                        <a:srgbClr val="000000"/>
                      </a:solidFill>
                      <a:prstDash val="solid"/>
                    </a:lnR>
                    <a:lnB w="28575">
                      <a:solidFill>
                        <a:srgbClr val="000000"/>
                      </a:solidFill>
                      <a:prstDash val="solid"/>
                    </a:lnB>
                  </a:tcPr>
                </a:tc>
                <a:tc>
                  <a:txBody>
                    <a:bodyPr/>
                    <a:lstStyle/>
                    <a:p>
                      <a:pPr algn="r" marR="153035">
                        <a:lnSpc>
                          <a:spcPct val="100000"/>
                        </a:lnSpc>
                        <a:spcBef>
                          <a:spcPts val="990"/>
                        </a:spcBef>
                      </a:pPr>
                      <a:r>
                        <a:rPr dirty="0" sz="1200" spc="55" b="1">
                          <a:latin typeface="宋体"/>
                          <a:cs typeface="宋体"/>
                        </a:rPr>
                        <a:t>n</a:t>
                      </a:r>
                      <a:endParaRPr sz="1200">
                        <a:latin typeface="宋体"/>
                        <a:cs typeface="宋体"/>
                      </a:endParaRPr>
                    </a:p>
                  </a:txBody>
                  <a:tcPr marL="0" marR="0" marB="0" marT="12573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solidFill>
                      <a:srgbClr val="00CDC7"/>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T w="19050">
                      <a:solidFill>
                        <a:srgbClr val="000000"/>
                      </a:solidFill>
                      <a:prstDash val="solid"/>
                    </a:lnT>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T w="19050">
                      <a:solidFill>
                        <a:srgbClr val="000000"/>
                      </a:solidFill>
                      <a:prstDash val="solid"/>
                    </a:lnT>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B w="28575">
                      <a:solidFill>
                        <a:srgbClr val="000000"/>
                      </a:solidFill>
                      <a:prstDash val="solid"/>
                    </a:lnB>
                  </a:tcPr>
                </a:tc>
                <a:tc>
                  <a:txBody>
                    <a:bodyPr/>
                    <a:lstStyle/>
                    <a:p>
                      <a:pPr marR="231775">
                        <a:lnSpc>
                          <a:spcPct val="100000"/>
                        </a:lnSpc>
                      </a:pPr>
                      <a:endParaRPr sz="1900">
                        <a:latin typeface="Times New Roman"/>
                        <a:cs typeface="Times New Roman"/>
                      </a:endParaRPr>
                    </a:p>
                  </a:txBody>
                  <a:tcPr marL="0" marR="0" marB="0" marT="0">
                    <a:lnB w="28575">
                      <a:solidFill>
                        <a:srgbClr val="000000"/>
                      </a:solidFill>
                      <a:prstDash val="solid"/>
                    </a:lnB>
                  </a:tcPr>
                </a:tc>
              </a:tr>
              <a:tr h="200660">
                <a:tc>
                  <a:txBody>
                    <a:bodyPr/>
                    <a:lstStyle/>
                    <a:p>
                      <a:pPr>
                        <a:lnSpc>
                          <a:spcPct val="100000"/>
                        </a:lnSpc>
                      </a:pPr>
                      <a:endParaRPr sz="1200">
                        <a:latin typeface="Times New Roman"/>
                        <a:cs typeface="Times New Roman"/>
                      </a:endParaRPr>
                    </a:p>
                  </a:txBody>
                  <a:tcPr marL="0" marR="0" marB="0" marT="0"/>
                </a:tc>
                <a:tc>
                  <a:txBody>
                    <a:bodyPr/>
                    <a:lstStyle/>
                    <a:p>
                      <a:pPr>
                        <a:lnSpc>
                          <a:spcPts val="1365"/>
                        </a:lnSpc>
                        <a:spcBef>
                          <a:spcPts val="114"/>
                        </a:spcBef>
                      </a:pPr>
                      <a:r>
                        <a:rPr dirty="0" sz="1200" spc="55" b="1">
                          <a:solidFill>
                            <a:srgbClr val="0000FF"/>
                          </a:solidFill>
                          <a:latin typeface="宋体"/>
                          <a:cs typeface="宋体"/>
                        </a:rPr>
                        <a:t>0</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1</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2</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3</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4</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5</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6</a:t>
                      </a:r>
                      <a:endParaRPr sz="1200">
                        <a:latin typeface="宋体"/>
                        <a:cs typeface="宋体"/>
                      </a:endParaRPr>
                    </a:p>
                  </a:txBody>
                  <a:tcPr marL="0" marR="0" marB="0" marT="14604">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nSpc>
                          <a:spcPts val="1365"/>
                        </a:lnSpc>
                        <a:spcBef>
                          <a:spcPts val="114"/>
                        </a:spcBef>
                      </a:pPr>
                      <a:r>
                        <a:rPr dirty="0" sz="1200" spc="55" b="1">
                          <a:solidFill>
                            <a:srgbClr val="0000FF"/>
                          </a:solidFill>
                          <a:latin typeface="宋体"/>
                          <a:cs typeface="宋体"/>
                        </a:rPr>
                        <a:t>7</a:t>
                      </a:r>
                      <a:endParaRPr sz="1200">
                        <a:latin typeface="宋体"/>
                        <a:cs typeface="宋体"/>
                      </a:endParaRPr>
                    </a:p>
                  </a:txBody>
                  <a:tcPr marL="0" marR="0" marB="0" marT="14604">
                    <a:lnT w="28575">
                      <a:solidFill>
                        <a:srgbClr val="000000"/>
                      </a:solidFill>
                      <a:prstDash val="solid"/>
                    </a:lnT>
                  </a:tcPr>
                </a:tc>
                <a:tc>
                  <a:txBody>
                    <a:bodyPr/>
                    <a:lstStyle/>
                    <a:p>
                      <a:pPr marL="317500">
                        <a:lnSpc>
                          <a:spcPts val="1485"/>
                        </a:lnSpc>
                      </a:pPr>
                      <a:r>
                        <a:rPr dirty="0" sz="1400" spc="215">
                          <a:latin typeface="宋体"/>
                          <a:cs typeface="宋体"/>
                        </a:rPr>
                        <a:t>……</a:t>
                      </a:r>
                      <a:endParaRPr sz="1400">
                        <a:latin typeface="宋体"/>
                        <a:cs typeface="宋体"/>
                      </a:endParaRPr>
                    </a:p>
                  </a:txBody>
                  <a:tcPr marL="0" marR="0" marB="0" marT="0">
                    <a:lnT w="28575">
                      <a:solidFill>
                        <a:srgbClr val="000000"/>
                      </a:solidFill>
                      <a:prstDash val="solid"/>
                    </a:lnT>
                  </a:tcPr>
                </a:tc>
                <a:tc>
                  <a:txBody>
                    <a:bodyPr/>
                    <a:lstStyle/>
                    <a:p>
                      <a:pPr algn="r" marR="184150">
                        <a:lnSpc>
                          <a:spcPts val="1300"/>
                        </a:lnSpc>
                        <a:spcBef>
                          <a:spcPts val="180"/>
                        </a:spcBef>
                      </a:pPr>
                      <a:r>
                        <a:rPr dirty="0" baseline="2314" sz="1800" spc="97" b="1">
                          <a:solidFill>
                            <a:srgbClr val="0000FF"/>
                          </a:solidFill>
                          <a:latin typeface="宋体"/>
                          <a:cs typeface="宋体"/>
                        </a:rPr>
                        <a:t>t</a:t>
                      </a:r>
                      <a:r>
                        <a:rPr dirty="0" sz="600" spc="65" b="1">
                          <a:solidFill>
                            <a:srgbClr val="0000FF"/>
                          </a:solidFill>
                          <a:latin typeface="宋体"/>
                          <a:cs typeface="宋体"/>
                        </a:rPr>
                        <a:t>n-</a:t>
                      </a:r>
                      <a:r>
                        <a:rPr dirty="0" sz="600" b="1">
                          <a:solidFill>
                            <a:srgbClr val="0000FF"/>
                          </a:solidFill>
                          <a:latin typeface="宋体"/>
                          <a:cs typeface="宋体"/>
                        </a:rPr>
                        <a:t>1</a:t>
                      </a:r>
                      <a:endParaRPr sz="600">
                        <a:latin typeface="宋体"/>
                        <a:cs typeface="宋体"/>
                      </a:endParaRPr>
                    </a:p>
                  </a:txBody>
                  <a:tcPr marL="0" marR="0" marB="0" marT="22860">
                    <a:lnT w="28575">
                      <a:solidFill>
                        <a:srgbClr val="000000"/>
                      </a:solidFill>
                      <a:prstDash val="solid"/>
                    </a:lnT>
                  </a:tcPr>
                </a:tc>
                <a:tc>
                  <a:txBody>
                    <a:bodyPr/>
                    <a:lstStyle/>
                    <a:p>
                      <a:pPr>
                        <a:lnSpc>
                          <a:spcPts val="1300"/>
                        </a:lnSpc>
                        <a:spcBef>
                          <a:spcPts val="180"/>
                        </a:spcBef>
                      </a:pPr>
                      <a:r>
                        <a:rPr dirty="0" baseline="2314" sz="1800" spc="75" b="1">
                          <a:solidFill>
                            <a:srgbClr val="0000FF"/>
                          </a:solidFill>
                          <a:latin typeface="宋体"/>
                          <a:cs typeface="宋体"/>
                        </a:rPr>
                        <a:t>t</a:t>
                      </a:r>
                      <a:r>
                        <a:rPr dirty="0" sz="600" spc="50" b="1">
                          <a:solidFill>
                            <a:srgbClr val="0000FF"/>
                          </a:solidFill>
                          <a:latin typeface="宋体"/>
                          <a:cs typeface="宋体"/>
                        </a:rPr>
                        <a:t>n</a:t>
                      </a:r>
                      <a:endParaRPr sz="600">
                        <a:latin typeface="宋体"/>
                        <a:cs typeface="宋体"/>
                      </a:endParaRPr>
                    </a:p>
                  </a:txBody>
                  <a:tcPr marL="0" marR="0" marB="0" marT="22860">
                    <a:lnT w="28575">
                      <a:solidFill>
                        <a:srgbClr val="000000"/>
                      </a:solidFill>
                      <a:prstDash val="solid"/>
                    </a:lnT>
                  </a:tcPr>
                </a:tc>
                <a:tc>
                  <a:txBody>
                    <a:bodyPr/>
                    <a:lstStyle/>
                    <a:p>
                      <a:pPr>
                        <a:lnSpc>
                          <a:spcPct val="100000"/>
                        </a:lnSpc>
                      </a:pPr>
                      <a:endParaRPr sz="1200">
                        <a:latin typeface="Times New Roman"/>
                        <a:cs typeface="Times New Roman"/>
                      </a:endParaRPr>
                    </a:p>
                  </a:txBody>
                  <a:tcPr marL="0" marR="0" marB="0" marT="0">
                    <a:lnT w="28575">
                      <a:solidFill>
                        <a:srgbClr val="000000"/>
                      </a:solidFill>
                      <a:prstDash val="solid"/>
                    </a:lnT>
                  </a:tcPr>
                </a:tc>
                <a:tc>
                  <a:txBody>
                    <a:bodyPr/>
                    <a:lstStyle/>
                    <a:p>
                      <a:pPr algn="r" marR="186690">
                        <a:lnSpc>
                          <a:spcPts val="1300"/>
                        </a:lnSpc>
                        <a:spcBef>
                          <a:spcPts val="180"/>
                        </a:spcBef>
                      </a:pPr>
                      <a:r>
                        <a:rPr dirty="0" baseline="2314" sz="1800" spc="52" b="1">
                          <a:solidFill>
                            <a:srgbClr val="0000FF"/>
                          </a:solidFill>
                          <a:latin typeface="宋体"/>
                          <a:cs typeface="宋体"/>
                        </a:rPr>
                        <a:t>t</a:t>
                      </a:r>
                      <a:r>
                        <a:rPr dirty="0" sz="600" spc="35" b="1">
                          <a:solidFill>
                            <a:srgbClr val="0000FF"/>
                          </a:solidFill>
                          <a:latin typeface="宋体"/>
                          <a:cs typeface="宋体"/>
                        </a:rPr>
                        <a:t>n</a:t>
                      </a:r>
                      <a:r>
                        <a:rPr dirty="0" sz="600" spc="35">
                          <a:solidFill>
                            <a:srgbClr val="0000FF"/>
                          </a:solidFill>
                          <a:latin typeface="宋体"/>
                          <a:cs typeface="宋体"/>
                        </a:rPr>
                        <a:t>+1</a:t>
                      </a:r>
                      <a:endParaRPr sz="600">
                        <a:latin typeface="宋体"/>
                        <a:cs typeface="宋体"/>
                      </a:endParaRPr>
                    </a:p>
                  </a:txBody>
                  <a:tcPr marL="0" marR="0" marB="0" marT="22860">
                    <a:lnT w="28575">
                      <a:solidFill>
                        <a:srgbClr val="000000"/>
                      </a:solidFill>
                      <a:prstDash val="solid"/>
                    </a:lnT>
                  </a:tcPr>
                </a:tc>
                <a:tc>
                  <a:txBody>
                    <a:bodyPr/>
                    <a:lstStyle/>
                    <a:p>
                      <a:pPr>
                        <a:lnSpc>
                          <a:spcPts val="1300"/>
                        </a:lnSpc>
                        <a:spcBef>
                          <a:spcPts val="180"/>
                        </a:spcBef>
                      </a:pPr>
                      <a:r>
                        <a:rPr dirty="0" baseline="2314" sz="1800" spc="60" b="1">
                          <a:solidFill>
                            <a:srgbClr val="0000FF"/>
                          </a:solidFill>
                          <a:latin typeface="宋体"/>
                          <a:cs typeface="宋体"/>
                        </a:rPr>
                        <a:t>t</a:t>
                      </a:r>
                      <a:r>
                        <a:rPr dirty="0" sz="600" spc="40" b="1">
                          <a:solidFill>
                            <a:srgbClr val="0000FF"/>
                          </a:solidFill>
                          <a:latin typeface="宋体"/>
                          <a:cs typeface="宋体"/>
                        </a:rPr>
                        <a:t>n+2</a:t>
                      </a:r>
                      <a:endParaRPr sz="600">
                        <a:latin typeface="宋体"/>
                        <a:cs typeface="宋体"/>
                      </a:endParaRPr>
                    </a:p>
                  </a:txBody>
                  <a:tcPr marL="0" marR="0" marB="0" marT="22860">
                    <a:lnT w="28575">
                      <a:solidFill>
                        <a:srgbClr val="000000"/>
                      </a:solidFill>
                      <a:prstDash val="solid"/>
                    </a:lnT>
                  </a:tcPr>
                </a:tc>
                <a:tc>
                  <a:txBody>
                    <a:bodyPr/>
                    <a:lstStyle/>
                    <a:p>
                      <a:pPr>
                        <a:lnSpc>
                          <a:spcPts val="1300"/>
                        </a:lnSpc>
                        <a:spcBef>
                          <a:spcPts val="180"/>
                        </a:spcBef>
                        <a:tabLst>
                          <a:tab pos="434340" algn="l"/>
                        </a:tabLst>
                      </a:pPr>
                      <a:r>
                        <a:rPr dirty="0" baseline="2314" sz="1800" spc="60" b="1">
                          <a:solidFill>
                            <a:srgbClr val="0000FF"/>
                          </a:solidFill>
                          <a:latin typeface="宋体"/>
                          <a:cs typeface="宋体"/>
                        </a:rPr>
                        <a:t>t</a:t>
                      </a:r>
                      <a:r>
                        <a:rPr dirty="0" sz="600" spc="40" b="1">
                          <a:solidFill>
                            <a:srgbClr val="0000FF"/>
                          </a:solidFill>
                          <a:latin typeface="宋体"/>
                          <a:cs typeface="宋体"/>
                        </a:rPr>
                        <a:t>n</a:t>
                      </a:r>
                      <a:r>
                        <a:rPr dirty="0" sz="600" spc="40">
                          <a:solidFill>
                            <a:srgbClr val="0000FF"/>
                          </a:solidFill>
                          <a:latin typeface="宋体"/>
                          <a:cs typeface="宋体"/>
                        </a:rPr>
                        <a:t>+3</a:t>
                      </a:r>
                      <a:r>
                        <a:rPr dirty="0" sz="600">
                          <a:solidFill>
                            <a:srgbClr val="0000FF"/>
                          </a:solidFill>
                          <a:latin typeface="宋体"/>
                          <a:cs typeface="宋体"/>
                        </a:rPr>
                        <a:t>	</a:t>
                      </a:r>
                      <a:r>
                        <a:rPr dirty="0" baseline="-16203" sz="1800" spc="277" b="1">
                          <a:latin typeface="宋体"/>
                          <a:cs typeface="宋体"/>
                        </a:rPr>
                        <a:t>时间</a:t>
                      </a:r>
                      <a:endParaRPr baseline="-16203" sz="1800">
                        <a:latin typeface="宋体"/>
                        <a:cs typeface="宋体"/>
                      </a:endParaRPr>
                    </a:p>
                  </a:txBody>
                  <a:tcPr marL="0" marR="0" marB="0" marT="22860">
                    <a:lnT w="28575">
                      <a:solidFill>
                        <a:srgbClr val="000000"/>
                      </a:solidFill>
                      <a:prstDash val="solid"/>
                    </a:lnT>
                  </a:tcPr>
                </a:tc>
              </a:tr>
            </a:tbl>
          </a:graphicData>
        </a:graphic>
      </p:graphicFrame>
      <p:sp>
        <p:nvSpPr>
          <p:cNvPr id="48" name="object 48" descr=""/>
          <p:cNvSpPr txBox="1"/>
          <p:nvPr/>
        </p:nvSpPr>
        <p:spPr>
          <a:xfrm>
            <a:off x="3808518" y="3719658"/>
            <a:ext cx="748665" cy="212725"/>
          </a:xfrm>
          <a:prstGeom prst="rect">
            <a:avLst/>
          </a:prstGeom>
        </p:spPr>
        <p:txBody>
          <a:bodyPr wrap="square" lIns="0" tIns="15875" rIns="0" bIns="0" rtlCol="0" vert="horz">
            <a:spAutoFit/>
          </a:bodyPr>
          <a:lstStyle/>
          <a:p>
            <a:pPr marL="12700">
              <a:lnSpc>
                <a:spcPct val="100000"/>
              </a:lnSpc>
              <a:spcBef>
                <a:spcPts val="125"/>
              </a:spcBef>
            </a:pPr>
            <a:r>
              <a:rPr dirty="0" sz="1200" spc="195" b="1">
                <a:solidFill>
                  <a:srgbClr val="FF0000"/>
                </a:solidFill>
                <a:latin typeface="宋体"/>
                <a:cs typeface="宋体"/>
              </a:rPr>
              <a:t>通过时间</a:t>
            </a:r>
            <a:endParaRPr sz="1200">
              <a:latin typeface="宋体"/>
              <a:cs typeface="宋体"/>
            </a:endParaRPr>
          </a:p>
        </p:txBody>
      </p:sp>
      <p:sp>
        <p:nvSpPr>
          <p:cNvPr id="49" name="object 49" descr=""/>
          <p:cNvSpPr txBox="1"/>
          <p:nvPr/>
        </p:nvSpPr>
        <p:spPr>
          <a:xfrm>
            <a:off x="8298726" y="3719658"/>
            <a:ext cx="748665" cy="212725"/>
          </a:xfrm>
          <a:prstGeom prst="rect">
            <a:avLst/>
          </a:prstGeom>
        </p:spPr>
        <p:txBody>
          <a:bodyPr wrap="square" lIns="0" tIns="15875" rIns="0" bIns="0" rtlCol="0" vert="horz">
            <a:spAutoFit/>
          </a:bodyPr>
          <a:lstStyle/>
          <a:p>
            <a:pPr marL="12700">
              <a:lnSpc>
                <a:spcPct val="100000"/>
              </a:lnSpc>
              <a:spcBef>
                <a:spcPts val="125"/>
              </a:spcBef>
            </a:pPr>
            <a:r>
              <a:rPr dirty="0" sz="1200" spc="195" b="1">
                <a:solidFill>
                  <a:srgbClr val="FF0000"/>
                </a:solidFill>
                <a:latin typeface="宋体"/>
                <a:cs typeface="宋体"/>
              </a:rPr>
              <a:t>排空时间</a:t>
            </a:r>
            <a:endParaRPr sz="1200">
              <a:latin typeface="宋体"/>
              <a:cs typeface="宋体"/>
            </a:endParaRPr>
          </a:p>
        </p:txBody>
      </p:sp>
      <p:grpSp>
        <p:nvGrpSpPr>
          <p:cNvPr id="50" name="object 50" descr=""/>
          <p:cNvGrpSpPr/>
          <p:nvPr/>
        </p:nvGrpSpPr>
        <p:grpSpPr>
          <a:xfrm>
            <a:off x="5399179" y="5425864"/>
            <a:ext cx="19685" cy="414020"/>
            <a:chOff x="5399179" y="5425864"/>
            <a:chExt cx="19685" cy="414020"/>
          </a:xfrm>
        </p:grpSpPr>
        <p:sp>
          <p:nvSpPr>
            <p:cNvPr id="51" name="object 51" descr=""/>
            <p:cNvSpPr/>
            <p:nvPr/>
          </p:nvSpPr>
          <p:spPr>
            <a:xfrm>
              <a:off x="5401610" y="5428295"/>
              <a:ext cx="15240" cy="409575"/>
            </a:xfrm>
            <a:custGeom>
              <a:avLst/>
              <a:gdLst/>
              <a:ahLst/>
              <a:cxnLst/>
              <a:rect l="l" t="t" r="r" b="b"/>
              <a:pathLst>
                <a:path w="15239" h="409575">
                  <a:moveTo>
                    <a:pt x="9687" y="0"/>
                  </a:moveTo>
                  <a:lnTo>
                    <a:pt x="4744" y="0"/>
                  </a:lnTo>
                  <a:lnTo>
                    <a:pt x="4744" y="4183"/>
                  </a:lnTo>
                  <a:lnTo>
                    <a:pt x="0" y="4183"/>
                  </a:lnTo>
                  <a:lnTo>
                    <a:pt x="0" y="49076"/>
                  </a:lnTo>
                  <a:lnTo>
                    <a:pt x="4744" y="49076"/>
                  </a:lnTo>
                  <a:lnTo>
                    <a:pt x="9687" y="53276"/>
                  </a:lnTo>
                  <a:lnTo>
                    <a:pt x="14630" y="49076"/>
                  </a:lnTo>
                  <a:lnTo>
                    <a:pt x="14630" y="4183"/>
                  </a:lnTo>
                  <a:lnTo>
                    <a:pt x="9687" y="0"/>
                  </a:lnTo>
                  <a:close/>
                </a:path>
                <a:path w="15239" h="409575">
                  <a:moveTo>
                    <a:pt x="14630" y="90194"/>
                  </a:moveTo>
                  <a:lnTo>
                    <a:pt x="4744" y="90194"/>
                  </a:lnTo>
                  <a:lnTo>
                    <a:pt x="0" y="93969"/>
                  </a:lnTo>
                  <a:lnTo>
                    <a:pt x="0" y="139287"/>
                  </a:lnTo>
                  <a:lnTo>
                    <a:pt x="4744" y="139287"/>
                  </a:lnTo>
                  <a:lnTo>
                    <a:pt x="9687" y="143062"/>
                  </a:lnTo>
                  <a:lnTo>
                    <a:pt x="14630" y="139287"/>
                  </a:lnTo>
                  <a:lnTo>
                    <a:pt x="14630" y="90194"/>
                  </a:lnTo>
                  <a:close/>
                </a:path>
                <a:path w="15239" h="409575">
                  <a:moveTo>
                    <a:pt x="14630" y="179980"/>
                  </a:moveTo>
                  <a:lnTo>
                    <a:pt x="4744" y="179980"/>
                  </a:lnTo>
                  <a:lnTo>
                    <a:pt x="0" y="184180"/>
                  </a:lnTo>
                  <a:lnTo>
                    <a:pt x="0" y="224873"/>
                  </a:lnTo>
                  <a:lnTo>
                    <a:pt x="4744" y="229073"/>
                  </a:lnTo>
                  <a:lnTo>
                    <a:pt x="14630" y="229073"/>
                  </a:lnTo>
                  <a:lnTo>
                    <a:pt x="14630" y="179980"/>
                  </a:lnTo>
                  <a:close/>
                </a:path>
                <a:path w="15239" h="409575">
                  <a:moveTo>
                    <a:pt x="14630" y="270174"/>
                  </a:moveTo>
                  <a:lnTo>
                    <a:pt x="4744" y="270174"/>
                  </a:lnTo>
                  <a:lnTo>
                    <a:pt x="0" y="273966"/>
                  </a:lnTo>
                  <a:lnTo>
                    <a:pt x="0" y="315067"/>
                  </a:lnTo>
                  <a:lnTo>
                    <a:pt x="4744" y="319267"/>
                  </a:lnTo>
                  <a:lnTo>
                    <a:pt x="14630" y="319267"/>
                  </a:lnTo>
                  <a:lnTo>
                    <a:pt x="14630" y="270174"/>
                  </a:lnTo>
                  <a:close/>
                </a:path>
                <a:path w="15239" h="409575">
                  <a:moveTo>
                    <a:pt x="14630" y="359960"/>
                  </a:moveTo>
                  <a:lnTo>
                    <a:pt x="4744" y="359960"/>
                  </a:lnTo>
                  <a:lnTo>
                    <a:pt x="0" y="364160"/>
                  </a:lnTo>
                  <a:lnTo>
                    <a:pt x="0" y="404853"/>
                  </a:lnTo>
                  <a:lnTo>
                    <a:pt x="4744" y="409053"/>
                  </a:lnTo>
                  <a:lnTo>
                    <a:pt x="14630" y="409053"/>
                  </a:lnTo>
                  <a:lnTo>
                    <a:pt x="14630" y="359960"/>
                  </a:lnTo>
                  <a:close/>
                </a:path>
              </a:pathLst>
            </a:custGeom>
            <a:solidFill>
              <a:srgbClr val="000000"/>
            </a:solidFill>
          </p:spPr>
          <p:txBody>
            <a:bodyPr wrap="square" lIns="0" tIns="0" rIns="0" bIns="0" rtlCol="0"/>
            <a:lstStyle/>
            <a:p/>
          </p:txBody>
        </p:sp>
        <p:sp>
          <p:nvSpPr>
            <p:cNvPr id="52" name="object 52" descr=""/>
            <p:cNvSpPr/>
            <p:nvPr/>
          </p:nvSpPr>
          <p:spPr>
            <a:xfrm>
              <a:off x="5401610" y="5428295"/>
              <a:ext cx="15240" cy="409575"/>
            </a:xfrm>
            <a:custGeom>
              <a:avLst/>
              <a:gdLst/>
              <a:ahLst/>
              <a:cxnLst/>
              <a:rect l="l" t="t" r="r" b="b"/>
              <a:pathLst>
                <a:path w="15239" h="409575">
                  <a:moveTo>
                    <a:pt x="14630" y="8383"/>
                  </a:moveTo>
                  <a:lnTo>
                    <a:pt x="14630" y="45301"/>
                  </a:lnTo>
                  <a:lnTo>
                    <a:pt x="14630" y="49076"/>
                  </a:lnTo>
                  <a:lnTo>
                    <a:pt x="9687" y="53276"/>
                  </a:lnTo>
                  <a:lnTo>
                    <a:pt x="4744" y="49076"/>
                  </a:lnTo>
                  <a:lnTo>
                    <a:pt x="0" y="49076"/>
                  </a:lnTo>
                  <a:lnTo>
                    <a:pt x="0" y="45301"/>
                  </a:lnTo>
                  <a:lnTo>
                    <a:pt x="0" y="8383"/>
                  </a:lnTo>
                  <a:lnTo>
                    <a:pt x="0" y="4183"/>
                  </a:lnTo>
                  <a:lnTo>
                    <a:pt x="4744" y="4183"/>
                  </a:lnTo>
                  <a:lnTo>
                    <a:pt x="4744" y="0"/>
                  </a:lnTo>
                  <a:lnTo>
                    <a:pt x="9687" y="0"/>
                  </a:lnTo>
                  <a:lnTo>
                    <a:pt x="14630" y="4183"/>
                  </a:lnTo>
                  <a:lnTo>
                    <a:pt x="14630" y="8383"/>
                  </a:lnTo>
                  <a:close/>
                </a:path>
                <a:path w="15239" h="409575">
                  <a:moveTo>
                    <a:pt x="14630" y="98169"/>
                  </a:moveTo>
                  <a:lnTo>
                    <a:pt x="14630" y="135087"/>
                  </a:lnTo>
                  <a:lnTo>
                    <a:pt x="14630" y="139287"/>
                  </a:lnTo>
                  <a:lnTo>
                    <a:pt x="9687" y="143062"/>
                  </a:lnTo>
                  <a:lnTo>
                    <a:pt x="4744" y="139287"/>
                  </a:lnTo>
                  <a:lnTo>
                    <a:pt x="0" y="139287"/>
                  </a:lnTo>
                  <a:lnTo>
                    <a:pt x="0" y="135087"/>
                  </a:lnTo>
                  <a:lnTo>
                    <a:pt x="0" y="98169"/>
                  </a:lnTo>
                  <a:lnTo>
                    <a:pt x="0" y="93969"/>
                  </a:lnTo>
                  <a:lnTo>
                    <a:pt x="4744" y="90194"/>
                  </a:lnTo>
                  <a:lnTo>
                    <a:pt x="9687" y="90194"/>
                  </a:lnTo>
                  <a:lnTo>
                    <a:pt x="14630" y="90194"/>
                  </a:lnTo>
                  <a:lnTo>
                    <a:pt x="14630" y="93969"/>
                  </a:lnTo>
                  <a:lnTo>
                    <a:pt x="14630" y="98169"/>
                  </a:lnTo>
                  <a:close/>
                </a:path>
                <a:path w="15239" h="409575">
                  <a:moveTo>
                    <a:pt x="14630" y="184180"/>
                  </a:moveTo>
                  <a:lnTo>
                    <a:pt x="14630" y="224873"/>
                  </a:lnTo>
                  <a:lnTo>
                    <a:pt x="14630" y="229073"/>
                  </a:lnTo>
                  <a:lnTo>
                    <a:pt x="9687" y="229073"/>
                  </a:lnTo>
                  <a:lnTo>
                    <a:pt x="4744" y="229073"/>
                  </a:lnTo>
                  <a:lnTo>
                    <a:pt x="0" y="224873"/>
                  </a:lnTo>
                  <a:lnTo>
                    <a:pt x="0" y="184180"/>
                  </a:lnTo>
                  <a:lnTo>
                    <a:pt x="4744" y="179980"/>
                  </a:lnTo>
                  <a:lnTo>
                    <a:pt x="9687" y="179980"/>
                  </a:lnTo>
                  <a:lnTo>
                    <a:pt x="14630" y="179980"/>
                  </a:lnTo>
                  <a:lnTo>
                    <a:pt x="14630" y="184180"/>
                  </a:lnTo>
                  <a:close/>
                </a:path>
                <a:path w="15239" h="409575">
                  <a:moveTo>
                    <a:pt x="14630" y="273966"/>
                  </a:moveTo>
                  <a:lnTo>
                    <a:pt x="14630" y="315067"/>
                  </a:lnTo>
                  <a:lnTo>
                    <a:pt x="14630" y="319267"/>
                  </a:lnTo>
                  <a:lnTo>
                    <a:pt x="9687" y="319267"/>
                  </a:lnTo>
                  <a:lnTo>
                    <a:pt x="4744" y="319267"/>
                  </a:lnTo>
                  <a:lnTo>
                    <a:pt x="0" y="315067"/>
                  </a:lnTo>
                  <a:lnTo>
                    <a:pt x="0" y="273966"/>
                  </a:lnTo>
                  <a:lnTo>
                    <a:pt x="4744" y="270174"/>
                  </a:lnTo>
                  <a:lnTo>
                    <a:pt x="9687" y="270174"/>
                  </a:lnTo>
                  <a:lnTo>
                    <a:pt x="14630" y="270174"/>
                  </a:lnTo>
                  <a:lnTo>
                    <a:pt x="14630" y="273966"/>
                  </a:lnTo>
                  <a:close/>
                </a:path>
                <a:path w="15239" h="409575">
                  <a:moveTo>
                    <a:pt x="14630" y="364160"/>
                  </a:moveTo>
                  <a:lnTo>
                    <a:pt x="14630" y="404853"/>
                  </a:lnTo>
                  <a:lnTo>
                    <a:pt x="14630" y="409053"/>
                  </a:lnTo>
                  <a:lnTo>
                    <a:pt x="9687" y="409053"/>
                  </a:lnTo>
                  <a:lnTo>
                    <a:pt x="4744" y="409053"/>
                  </a:lnTo>
                  <a:lnTo>
                    <a:pt x="0" y="404853"/>
                  </a:lnTo>
                  <a:lnTo>
                    <a:pt x="0" y="364160"/>
                  </a:lnTo>
                  <a:lnTo>
                    <a:pt x="4744" y="359960"/>
                  </a:lnTo>
                  <a:lnTo>
                    <a:pt x="9687" y="359960"/>
                  </a:lnTo>
                  <a:lnTo>
                    <a:pt x="14630" y="359960"/>
                  </a:lnTo>
                  <a:lnTo>
                    <a:pt x="14630" y="364160"/>
                  </a:lnTo>
                  <a:close/>
                </a:path>
              </a:pathLst>
            </a:custGeom>
            <a:ln w="4554">
              <a:solidFill>
                <a:srgbClr val="000000"/>
              </a:solidFill>
            </a:ln>
          </p:spPr>
          <p:txBody>
            <a:bodyPr wrap="square" lIns="0" tIns="0" rIns="0" bIns="0" rtlCol="0"/>
            <a:lstStyle/>
            <a:p/>
          </p:txBody>
        </p:sp>
      </p:grpSp>
      <p:sp>
        <p:nvSpPr>
          <p:cNvPr id="53" name="object 53" descr=""/>
          <p:cNvSpPr txBox="1"/>
          <p:nvPr/>
        </p:nvSpPr>
        <p:spPr>
          <a:xfrm>
            <a:off x="4303521" y="6200343"/>
            <a:ext cx="36836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各段时间</a:t>
            </a:r>
            <a:r>
              <a:rPr dirty="0" sz="2400">
                <a:solidFill>
                  <a:srgbClr val="C00000"/>
                </a:solidFill>
                <a:latin typeface="黑体"/>
                <a:cs typeface="黑体"/>
              </a:rPr>
              <a:t>均等</a:t>
            </a:r>
            <a:r>
              <a:rPr dirty="0" sz="2400" spc="-10">
                <a:solidFill>
                  <a:srgbClr val="40458B"/>
                </a:solidFill>
                <a:latin typeface="黑体"/>
                <a:cs typeface="黑体"/>
              </a:rPr>
              <a:t>流水线时空图</a:t>
            </a:r>
            <a:endParaRPr sz="2400">
              <a:latin typeface="黑体"/>
              <a:cs typeface="黑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838960" algn="l"/>
                <a:tab pos="11028045" algn="l"/>
              </a:tabLst>
            </a:pPr>
            <a:r>
              <a:rPr dirty="0">
                <a:solidFill>
                  <a:srgbClr val="0000CC"/>
                </a:solidFill>
              </a:rPr>
              <a:t>	3.1.2</a:t>
            </a:r>
            <a:r>
              <a:rPr dirty="0" spc="-15">
                <a:solidFill>
                  <a:srgbClr val="0000CC"/>
                </a:solidFill>
              </a:rPr>
              <a:t> </a:t>
            </a:r>
            <a:r>
              <a:rPr dirty="0">
                <a:solidFill>
                  <a:srgbClr val="0000CC"/>
                </a:solidFill>
              </a:rPr>
              <a:t>流水</a:t>
            </a:r>
            <a:r>
              <a:rPr dirty="0" spc="-20">
                <a:solidFill>
                  <a:srgbClr val="0000CC"/>
                </a:solidFill>
              </a:rPr>
              <a:t>线</a:t>
            </a:r>
            <a:r>
              <a:rPr dirty="0">
                <a:solidFill>
                  <a:srgbClr val="0000CC"/>
                </a:solidFill>
              </a:rPr>
              <a:t>的分</a:t>
            </a:r>
            <a:r>
              <a:rPr dirty="0" spc="-50">
                <a:solidFill>
                  <a:srgbClr val="0000CC"/>
                </a:solidFill>
              </a:rPr>
              <a:t>类</a:t>
            </a:r>
            <a:r>
              <a:rPr dirty="0">
                <a:solidFill>
                  <a:srgbClr val="0000CC"/>
                </a:solidFill>
              </a:rPr>
              <a:t>	</a:t>
            </a:r>
          </a:p>
        </p:txBody>
      </p:sp>
      <p:sp>
        <p:nvSpPr>
          <p:cNvPr id="9" name="object 9" descr=""/>
          <p:cNvSpPr txBox="1"/>
          <p:nvPr/>
        </p:nvSpPr>
        <p:spPr>
          <a:xfrm>
            <a:off x="2331847" y="1592325"/>
            <a:ext cx="8554085" cy="3776345"/>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40458B"/>
                </a:solidFill>
                <a:latin typeface="黑体"/>
                <a:cs typeface="黑体"/>
              </a:rPr>
              <a:t>从不同的角度和观点，把流水线分成多种不同的种类。</a:t>
            </a:r>
            <a:endParaRPr sz="2800">
              <a:latin typeface="黑体"/>
              <a:cs typeface="黑体"/>
            </a:endParaRPr>
          </a:p>
          <a:p>
            <a:pPr>
              <a:lnSpc>
                <a:spcPct val="100000"/>
              </a:lnSpc>
              <a:spcBef>
                <a:spcPts val="1145"/>
              </a:spcBef>
            </a:pPr>
            <a:endParaRPr sz="2800">
              <a:latin typeface="黑体"/>
              <a:cs typeface="黑体"/>
            </a:endParaRPr>
          </a:p>
          <a:p>
            <a:pPr marL="711835" indent="-456565">
              <a:lnSpc>
                <a:spcPct val="100000"/>
              </a:lnSpc>
              <a:spcBef>
                <a:spcPts val="5"/>
              </a:spcBef>
              <a:buClr>
                <a:srgbClr val="40458B"/>
              </a:buClr>
              <a:buFont typeface="Wingdings"/>
              <a:buChar char=""/>
              <a:tabLst>
                <a:tab pos="711835" algn="l"/>
              </a:tabLst>
            </a:pPr>
            <a:r>
              <a:rPr dirty="0" sz="2700" spc="-5">
                <a:solidFill>
                  <a:srgbClr val="E14B04"/>
                </a:solidFill>
                <a:latin typeface="黑体"/>
                <a:cs typeface="黑体"/>
              </a:rPr>
              <a:t>部件级、处理机级及处理机间流水线</a:t>
            </a:r>
            <a:endParaRPr sz="2700">
              <a:latin typeface="黑体"/>
              <a:cs typeface="黑体"/>
            </a:endParaRPr>
          </a:p>
          <a:p>
            <a:pPr marL="711835" indent="-456565">
              <a:lnSpc>
                <a:spcPct val="100000"/>
              </a:lnSpc>
              <a:spcBef>
                <a:spcPts val="1295"/>
              </a:spcBef>
              <a:buClr>
                <a:srgbClr val="40458B"/>
              </a:buClr>
              <a:buFont typeface="Wingdings"/>
              <a:buChar char=""/>
              <a:tabLst>
                <a:tab pos="711835" algn="l"/>
              </a:tabLst>
            </a:pPr>
            <a:r>
              <a:rPr dirty="0" sz="2700" spc="-15">
                <a:solidFill>
                  <a:srgbClr val="E14B04"/>
                </a:solidFill>
                <a:latin typeface="黑体"/>
                <a:cs typeface="黑体"/>
              </a:rPr>
              <a:t>单功能流水线与多功能流水线</a:t>
            </a:r>
            <a:endParaRPr sz="2700">
              <a:latin typeface="黑体"/>
              <a:cs typeface="黑体"/>
            </a:endParaRPr>
          </a:p>
          <a:p>
            <a:pPr marL="711835" indent="-456565">
              <a:lnSpc>
                <a:spcPct val="100000"/>
              </a:lnSpc>
              <a:spcBef>
                <a:spcPts val="1295"/>
              </a:spcBef>
              <a:buClr>
                <a:srgbClr val="40458B"/>
              </a:buClr>
              <a:buFont typeface="Wingdings"/>
              <a:buChar char=""/>
              <a:tabLst>
                <a:tab pos="711835" algn="l"/>
              </a:tabLst>
            </a:pPr>
            <a:r>
              <a:rPr dirty="0" sz="2700" spc="-5">
                <a:solidFill>
                  <a:srgbClr val="E14B04"/>
                </a:solidFill>
                <a:latin typeface="黑体"/>
                <a:cs typeface="黑体"/>
              </a:rPr>
              <a:t>静态流水线与动态流水线</a:t>
            </a:r>
            <a:endParaRPr sz="2700">
              <a:latin typeface="黑体"/>
              <a:cs typeface="黑体"/>
            </a:endParaRPr>
          </a:p>
          <a:p>
            <a:pPr marL="711835" indent="-456565">
              <a:lnSpc>
                <a:spcPct val="100000"/>
              </a:lnSpc>
              <a:spcBef>
                <a:spcPts val="1300"/>
              </a:spcBef>
              <a:buClr>
                <a:srgbClr val="40458B"/>
              </a:buClr>
              <a:buFont typeface="Wingdings"/>
              <a:buChar char=""/>
              <a:tabLst>
                <a:tab pos="711835" algn="l"/>
              </a:tabLst>
            </a:pPr>
            <a:r>
              <a:rPr dirty="0" sz="2700" spc="-5">
                <a:solidFill>
                  <a:srgbClr val="E14B04"/>
                </a:solidFill>
                <a:latin typeface="黑体"/>
                <a:cs typeface="黑体"/>
              </a:rPr>
              <a:t>线性流水线与非线性流水线</a:t>
            </a:r>
            <a:endParaRPr sz="2700">
              <a:latin typeface="黑体"/>
              <a:cs typeface="黑体"/>
            </a:endParaRPr>
          </a:p>
          <a:p>
            <a:pPr marL="711835" indent="-456565">
              <a:lnSpc>
                <a:spcPct val="100000"/>
              </a:lnSpc>
              <a:spcBef>
                <a:spcPts val="1295"/>
              </a:spcBef>
              <a:buClr>
                <a:srgbClr val="40458B"/>
              </a:buClr>
              <a:buFont typeface="Wingdings"/>
              <a:buChar char=""/>
              <a:tabLst>
                <a:tab pos="711835" algn="l"/>
              </a:tabLst>
            </a:pPr>
            <a:r>
              <a:rPr dirty="0" sz="2700" spc="-5">
                <a:solidFill>
                  <a:srgbClr val="E14B04"/>
                </a:solidFill>
                <a:latin typeface="黑体"/>
                <a:cs typeface="黑体"/>
              </a:rPr>
              <a:t>顺序流水线与乱序流水线</a:t>
            </a:r>
            <a:endParaRPr sz="2700">
              <a:latin typeface="黑体"/>
              <a:cs typeface="黑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tabLst>
                <a:tab pos="2071370" algn="l"/>
                <a:tab pos="11028045" algn="l"/>
              </a:tabLst>
            </a:pPr>
            <a:r>
              <a:rPr dirty="0">
                <a:solidFill>
                  <a:srgbClr val="0000CC"/>
                </a:solidFill>
              </a:rPr>
              <a:t>	3.1.2</a:t>
            </a:r>
            <a:r>
              <a:rPr dirty="0" spc="-10">
                <a:solidFill>
                  <a:srgbClr val="0000CC"/>
                </a:solidFill>
              </a:rPr>
              <a:t> </a:t>
            </a:r>
            <a:r>
              <a:rPr dirty="0">
                <a:solidFill>
                  <a:srgbClr val="0000CC"/>
                </a:solidFill>
              </a:rPr>
              <a:t>流水线的分</a:t>
            </a:r>
            <a:r>
              <a:rPr dirty="0" spc="-50">
                <a:solidFill>
                  <a:srgbClr val="0000CC"/>
                </a:solidFill>
              </a:rPr>
              <a:t>类</a:t>
            </a:r>
            <a:r>
              <a:rPr dirty="0">
                <a:solidFill>
                  <a:srgbClr val="0000CC"/>
                </a:solidFill>
              </a:rPr>
              <a:t>	</a:t>
            </a:r>
          </a:p>
        </p:txBody>
      </p:sp>
      <p:sp>
        <p:nvSpPr>
          <p:cNvPr id="9" name="object 9" descr=""/>
          <p:cNvSpPr txBox="1"/>
          <p:nvPr/>
        </p:nvSpPr>
        <p:spPr>
          <a:xfrm>
            <a:off x="78739" y="1049273"/>
            <a:ext cx="11781790" cy="4874895"/>
          </a:xfrm>
          <a:prstGeom prst="rect">
            <a:avLst/>
          </a:prstGeom>
        </p:spPr>
        <p:txBody>
          <a:bodyPr wrap="square" lIns="0" tIns="12065" rIns="0" bIns="0" rtlCol="0" vert="horz">
            <a:spAutoFit/>
          </a:bodyPr>
          <a:lstStyle/>
          <a:p>
            <a:pPr algn="ctr" marL="36830">
              <a:lnSpc>
                <a:spcPct val="100000"/>
              </a:lnSpc>
              <a:spcBef>
                <a:spcPts val="95"/>
              </a:spcBef>
            </a:pPr>
            <a:r>
              <a:rPr dirty="0" sz="2800" spc="-40">
                <a:solidFill>
                  <a:srgbClr val="40458B"/>
                </a:solidFill>
                <a:latin typeface="黑体"/>
                <a:cs typeface="黑体"/>
              </a:rPr>
              <a:t>从不同的角度和观点，把流水线分成多种不同的种类。</a:t>
            </a:r>
            <a:endParaRPr sz="2800">
              <a:latin typeface="黑体"/>
              <a:cs typeface="黑体"/>
            </a:endParaRPr>
          </a:p>
          <a:p>
            <a:pPr marL="12700">
              <a:lnSpc>
                <a:spcPct val="100000"/>
              </a:lnSpc>
              <a:spcBef>
                <a:spcPts val="2250"/>
              </a:spcBef>
            </a:pPr>
            <a:r>
              <a:rPr dirty="0" sz="2700" spc="-5">
                <a:solidFill>
                  <a:srgbClr val="E14B04"/>
                </a:solidFill>
                <a:latin typeface="黑体"/>
                <a:cs typeface="黑体"/>
              </a:rPr>
              <a:t>部件级、处理机级及处理机间流水线以及系统级流水线</a:t>
            </a:r>
            <a:endParaRPr sz="2700">
              <a:latin typeface="黑体"/>
              <a:cs typeface="黑体"/>
            </a:endParaRPr>
          </a:p>
          <a:p>
            <a:pPr marL="641985">
              <a:lnSpc>
                <a:spcPct val="100000"/>
              </a:lnSpc>
              <a:spcBef>
                <a:spcPts val="1070"/>
              </a:spcBef>
            </a:pPr>
            <a:r>
              <a:rPr dirty="0" sz="2000" spc="-10" b="1">
                <a:latin typeface="宋体"/>
                <a:cs typeface="宋体"/>
              </a:rPr>
              <a:t>（</a:t>
            </a:r>
            <a:r>
              <a:rPr dirty="0" sz="2000" spc="-20" b="1">
                <a:latin typeface="宋体"/>
                <a:cs typeface="宋体"/>
              </a:rPr>
              <a:t>按照流水技术用于计算机系统的等级不同</a:t>
            </a:r>
            <a:r>
              <a:rPr dirty="0" sz="2000" spc="-50" b="1">
                <a:latin typeface="宋体"/>
                <a:cs typeface="宋体"/>
              </a:rPr>
              <a:t>）</a:t>
            </a:r>
            <a:endParaRPr sz="2000">
              <a:latin typeface="宋体"/>
              <a:cs typeface="宋体"/>
            </a:endParaRPr>
          </a:p>
          <a:p>
            <a:pPr marL="1099185" indent="-457200">
              <a:lnSpc>
                <a:spcPct val="100000"/>
              </a:lnSpc>
              <a:spcBef>
                <a:spcPts val="1090"/>
              </a:spcBef>
              <a:buClr>
                <a:srgbClr val="40458B"/>
              </a:buClr>
              <a:buSzPct val="89583"/>
              <a:buFont typeface="Wingdings"/>
              <a:buChar char=""/>
              <a:tabLst>
                <a:tab pos="1099185" algn="l"/>
              </a:tabLst>
            </a:pPr>
            <a:r>
              <a:rPr dirty="0" sz="2400" spc="-10">
                <a:solidFill>
                  <a:srgbClr val="FF0000"/>
                </a:solidFill>
                <a:latin typeface="黑体"/>
                <a:cs typeface="黑体"/>
              </a:rPr>
              <a:t>部件级流水线</a:t>
            </a:r>
            <a:r>
              <a:rPr dirty="0" sz="2400" spc="-10">
                <a:solidFill>
                  <a:srgbClr val="40458B"/>
                </a:solidFill>
                <a:latin typeface="黑体"/>
                <a:cs typeface="黑体"/>
              </a:rPr>
              <a:t>（运算操作流水线）：</a:t>
            </a:r>
            <a:r>
              <a:rPr dirty="0" sz="2400">
                <a:solidFill>
                  <a:srgbClr val="40458B"/>
                </a:solidFill>
                <a:latin typeface="黑体"/>
                <a:cs typeface="黑体"/>
              </a:rPr>
              <a:t>把</a:t>
            </a:r>
            <a:r>
              <a:rPr dirty="0" u="sng" sz="2400" spc="-10">
                <a:solidFill>
                  <a:srgbClr val="40458B"/>
                </a:solidFill>
                <a:uFill>
                  <a:solidFill>
                    <a:srgbClr val="40458B"/>
                  </a:solidFill>
                </a:uFill>
                <a:latin typeface="黑体"/>
                <a:cs typeface="黑体"/>
              </a:rPr>
              <a:t>处理机中的部件分段</a:t>
            </a:r>
            <a:r>
              <a:rPr dirty="0" u="none" sz="2400" spc="-15">
                <a:solidFill>
                  <a:srgbClr val="40458B"/>
                </a:solidFill>
                <a:latin typeface="黑体"/>
                <a:cs typeface="黑体"/>
              </a:rPr>
              <a:t>，再把这些分段相互</a:t>
            </a:r>
            <a:endParaRPr sz="2400">
              <a:latin typeface="黑体"/>
              <a:cs typeface="黑体"/>
            </a:endParaRPr>
          </a:p>
          <a:p>
            <a:pPr marL="1099185">
              <a:lnSpc>
                <a:spcPct val="100000"/>
              </a:lnSpc>
              <a:spcBef>
                <a:spcPts val="580"/>
              </a:spcBef>
            </a:pPr>
            <a:r>
              <a:rPr dirty="0" sz="2400" spc="-5">
                <a:solidFill>
                  <a:srgbClr val="40458B"/>
                </a:solidFill>
                <a:latin typeface="黑体"/>
                <a:cs typeface="黑体"/>
              </a:rPr>
              <a:t>连接起来，使得各种类型的运算操作能够按流水方式进行。</a:t>
            </a:r>
            <a:endParaRPr sz="2400">
              <a:latin typeface="黑体"/>
              <a:cs typeface="黑体"/>
            </a:endParaRPr>
          </a:p>
          <a:p>
            <a:pPr marL="1099185" marR="5080" indent="-457834">
              <a:lnSpc>
                <a:spcPct val="120000"/>
              </a:lnSpc>
              <a:spcBef>
                <a:spcPts val="575"/>
              </a:spcBef>
              <a:buClr>
                <a:srgbClr val="40458B"/>
              </a:buClr>
              <a:buSzPct val="89583"/>
              <a:buFont typeface="Wingdings"/>
              <a:buChar char=""/>
              <a:tabLst>
                <a:tab pos="1099185" algn="l"/>
              </a:tabLst>
            </a:pPr>
            <a:r>
              <a:rPr dirty="0" sz="2400" spc="-5">
                <a:solidFill>
                  <a:srgbClr val="FF0000"/>
                </a:solidFill>
                <a:latin typeface="黑体"/>
                <a:cs typeface="黑体"/>
              </a:rPr>
              <a:t>处理机级流水线</a:t>
            </a:r>
            <a:r>
              <a:rPr dirty="0" sz="2400">
                <a:solidFill>
                  <a:srgbClr val="40458B"/>
                </a:solidFill>
                <a:latin typeface="黑体"/>
                <a:cs typeface="黑体"/>
              </a:rPr>
              <a:t>（指令流水线）：把</a:t>
            </a:r>
            <a:r>
              <a:rPr dirty="0" u="sng" sz="2400" spc="-5">
                <a:solidFill>
                  <a:srgbClr val="40458B"/>
                </a:solidFill>
                <a:uFill>
                  <a:solidFill>
                    <a:srgbClr val="40458B"/>
                  </a:solidFill>
                </a:uFill>
                <a:latin typeface="黑体"/>
                <a:cs typeface="黑体"/>
              </a:rPr>
              <a:t>指令的执行过程</a:t>
            </a:r>
            <a:r>
              <a:rPr dirty="0" u="none" sz="2400" spc="-5">
                <a:solidFill>
                  <a:srgbClr val="40458B"/>
                </a:solidFill>
                <a:latin typeface="黑体"/>
                <a:cs typeface="黑体"/>
              </a:rPr>
              <a:t>按照流水方式处理。把一条</a:t>
            </a:r>
            <a:r>
              <a:rPr dirty="0" u="none" sz="2400" spc="-25">
                <a:solidFill>
                  <a:srgbClr val="40458B"/>
                </a:solidFill>
                <a:latin typeface="黑体"/>
                <a:cs typeface="黑体"/>
              </a:rPr>
              <a:t>指令的执行过程分解为若干个子过程，每个子过程在独立的功能 部件中执行。</a:t>
            </a:r>
            <a:endParaRPr sz="2400">
              <a:latin typeface="黑体"/>
              <a:cs typeface="黑体"/>
            </a:endParaRPr>
          </a:p>
          <a:p>
            <a:pPr marL="1099185">
              <a:lnSpc>
                <a:spcPct val="100000"/>
              </a:lnSpc>
              <a:spcBef>
                <a:spcPts val="580"/>
              </a:spcBef>
            </a:pPr>
            <a:r>
              <a:rPr dirty="0" sz="2400">
                <a:solidFill>
                  <a:srgbClr val="40458B"/>
                </a:solidFill>
                <a:latin typeface="黑体"/>
                <a:cs typeface="黑体"/>
              </a:rPr>
              <a:t>（例如口罩流水线）</a:t>
            </a:r>
            <a:r>
              <a:rPr dirty="0" sz="2400" spc="-250">
                <a:solidFill>
                  <a:srgbClr val="40458B"/>
                </a:solidFill>
                <a:latin typeface="黑体"/>
                <a:cs typeface="黑体"/>
              </a:rPr>
              <a:t> 。</a:t>
            </a:r>
            <a:endParaRPr sz="2400">
              <a:latin typeface="黑体"/>
              <a:cs typeface="黑体"/>
            </a:endParaRPr>
          </a:p>
          <a:p>
            <a:pPr marL="1099185" marR="5715" indent="-457834">
              <a:lnSpc>
                <a:spcPct val="120100"/>
              </a:lnSpc>
              <a:spcBef>
                <a:spcPts val="570"/>
              </a:spcBef>
              <a:buClr>
                <a:srgbClr val="40458B"/>
              </a:buClr>
              <a:buSzPct val="89583"/>
              <a:buFont typeface="Wingdings"/>
              <a:buChar char=""/>
              <a:tabLst>
                <a:tab pos="1099185" algn="l"/>
              </a:tabLst>
            </a:pPr>
            <a:r>
              <a:rPr dirty="0" sz="2400" spc="-5">
                <a:solidFill>
                  <a:srgbClr val="FF0000"/>
                </a:solidFill>
                <a:latin typeface="黑体"/>
                <a:cs typeface="黑体"/>
              </a:rPr>
              <a:t>系统级流水线</a:t>
            </a:r>
            <a:r>
              <a:rPr dirty="0" sz="2400">
                <a:solidFill>
                  <a:srgbClr val="40458B"/>
                </a:solidFill>
                <a:latin typeface="黑体"/>
                <a:cs typeface="黑体"/>
              </a:rPr>
              <a:t>（宏流水线）：</a:t>
            </a:r>
            <a:r>
              <a:rPr dirty="0" sz="2400" spc="-5">
                <a:solidFill>
                  <a:srgbClr val="40458B"/>
                </a:solidFill>
                <a:latin typeface="黑体"/>
                <a:cs typeface="黑体"/>
              </a:rPr>
              <a:t>把多台处理机串行连接起来，对同一数据流进行处理，每个处理机完成整个任务中的一部分。</a:t>
            </a:r>
            <a:endParaRPr sz="2400">
              <a:latin typeface="黑体"/>
              <a:cs typeface="黑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374900" algn="l"/>
                <a:tab pos="11028045" algn="l"/>
              </a:tabLst>
            </a:pPr>
            <a:r>
              <a:rPr dirty="0" u="sng" b="1">
                <a:uFill>
                  <a:solidFill>
                    <a:srgbClr val="2C44A3"/>
                  </a:solidFill>
                </a:uFill>
                <a:latin typeface="Tahoma"/>
                <a:cs typeface="Tahoma"/>
              </a:rPr>
              <a:t>	3.1.2 </a:t>
            </a:r>
            <a:r>
              <a:rPr dirty="0" u="sng" spc="-25" b="1">
                <a:uFill>
                  <a:solidFill>
                    <a:srgbClr val="2C44A3"/>
                  </a:solidFill>
                </a:uFill>
                <a:latin typeface="黑体"/>
                <a:cs typeface="黑体"/>
              </a:rPr>
              <a:t>流水</a:t>
            </a:r>
            <a:r>
              <a:rPr dirty="0" u="sng" spc="-35" b="1">
                <a:uFill>
                  <a:solidFill>
                    <a:srgbClr val="2C44A3"/>
                  </a:solidFill>
                </a:uFill>
                <a:latin typeface="黑体"/>
                <a:cs typeface="黑体"/>
              </a:rPr>
              <a:t>线分</a:t>
            </a:r>
            <a:r>
              <a:rPr dirty="0" u="sng" spc="-50" b="1">
                <a:uFill>
                  <a:solidFill>
                    <a:srgbClr val="2C44A3"/>
                  </a:solidFill>
                </a:uFill>
                <a:latin typeface="黑体"/>
                <a:cs typeface="黑体"/>
              </a:rPr>
              <a:t>类</a:t>
            </a:r>
            <a:r>
              <a:rPr dirty="0" u="sng" b="1">
                <a:uFill>
                  <a:solidFill>
                    <a:srgbClr val="2C44A3"/>
                  </a:solidFill>
                </a:uFill>
                <a:latin typeface="黑体"/>
                <a:cs typeface="黑体"/>
              </a:rPr>
              <a:t>	</a:t>
            </a:r>
          </a:p>
        </p:txBody>
      </p:sp>
      <p:sp>
        <p:nvSpPr>
          <p:cNvPr id="9" name="object 9" descr=""/>
          <p:cNvSpPr txBox="1"/>
          <p:nvPr/>
        </p:nvSpPr>
        <p:spPr>
          <a:xfrm>
            <a:off x="1200150" y="2133104"/>
            <a:ext cx="1871345" cy="576580"/>
          </a:xfrm>
          <a:prstGeom prst="rect">
            <a:avLst/>
          </a:prstGeom>
          <a:solidFill>
            <a:srgbClr val="EBD782"/>
          </a:solidFill>
          <a:ln w="9525">
            <a:solidFill>
              <a:srgbClr val="40458B"/>
            </a:solidFill>
          </a:ln>
        </p:spPr>
        <p:txBody>
          <a:bodyPr wrap="square" lIns="0" tIns="45720" rIns="0" bIns="0" rtlCol="0" vert="horz">
            <a:spAutoFit/>
          </a:bodyPr>
          <a:lstStyle/>
          <a:p>
            <a:pPr marL="472440">
              <a:lnSpc>
                <a:spcPct val="100000"/>
              </a:lnSpc>
              <a:spcBef>
                <a:spcPts val="360"/>
              </a:spcBef>
            </a:pPr>
            <a:r>
              <a:rPr dirty="0" sz="2400" spc="-25">
                <a:solidFill>
                  <a:srgbClr val="40458B"/>
                </a:solidFill>
                <a:latin typeface="黑体"/>
                <a:cs typeface="黑体"/>
              </a:rPr>
              <a:t>求阶差</a:t>
            </a:r>
            <a:endParaRPr sz="2400">
              <a:latin typeface="黑体"/>
              <a:cs typeface="黑体"/>
            </a:endParaRPr>
          </a:p>
        </p:txBody>
      </p:sp>
      <p:grpSp>
        <p:nvGrpSpPr>
          <p:cNvPr id="10" name="object 10" descr=""/>
          <p:cNvGrpSpPr/>
          <p:nvPr/>
        </p:nvGrpSpPr>
        <p:grpSpPr>
          <a:xfrm>
            <a:off x="1195387" y="3208477"/>
            <a:ext cx="1880870" cy="586105"/>
            <a:chOff x="1195387" y="3208477"/>
            <a:chExt cx="1880870" cy="586105"/>
          </a:xfrm>
        </p:grpSpPr>
        <p:sp>
          <p:nvSpPr>
            <p:cNvPr id="11" name="object 11" descr=""/>
            <p:cNvSpPr/>
            <p:nvPr/>
          </p:nvSpPr>
          <p:spPr>
            <a:xfrm>
              <a:off x="1200150" y="3213239"/>
              <a:ext cx="1871345" cy="576580"/>
            </a:xfrm>
            <a:custGeom>
              <a:avLst/>
              <a:gdLst/>
              <a:ahLst/>
              <a:cxnLst/>
              <a:rect l="l" t="t" r="r" b="b"/>
              <a:pathLst>
                <a:path w="1871345" h="576579">
                  <a:moveTo>
                    <a:pt x="1871091" y="0"/>
                  </a:moveTo>
                  <a:lnTo>
                    <a:pt x="0" y="0"/>
                  </a:lnTo>
                  <a:lnTo>
                    <a:pt x="0" y="576059"/>
                  </a:lnTo>
                  <a:lnTo>
                    <a:pt x="1871091" y="576059"/>
                  </a:lnTo>
                  <a:lnTo>
                    <a:pt x="1871091" y="0"/>
                  </a:lnTo>
                  <a:close/>
                </a:path>
              </a:pathLst>
            </a:custGeom>
            <a:solidFill>
              <a:srgbClr val="EBD782"/>
            </a:solidFill>
          </p:spPr>
          <p:txBody>
            <a:bodyPr wrap="square" lIns="0" tIns="0" rIns="0" bIns="0" rtlCol="0"/>
            <a:lstStyle/>
            <a:p/>
          </p:txBody>
        </p:sp>
        <p:sp>
          <p:nvSpPr>
            <p:cNvPr id="12" name="object 12" descr=""/>
            <p:cNvSpPr/>
            <p:nvPr/>
          </p:nvSpPr>
          <p:spPr>
            <a:xfrm>
              <a:off x="1200150" y="3213239"/>
              <a:ext cx="1871345" cy="576580"/>
            </a:xfrm>
            <a:custGeom>
              <a:avLst/>
              <a:gdLst/>
              <a:ahLst/>
              <a:cxnLst/>
              <a:rect l="l" t="t" r="r" b="b"/>
              <a:pathLst>
                <a:path w="1871345" h="576579">
                  <a:moveTo>
                    <a:pt x="0" y="576059"/>
                  </a:moveTo>
                  <a:lnTo>
                    <a:pt x="1871091" y="576059"/>
                  </a:lnTo>
                  <a:lnTo>
                    <a:pt x="1871091" y="0"/>
                  </a:lnTo>
                  <a:lnTo>
                    <a:pt x="0" y="0"/>
                  </a:lnTo>
                  <a:lnTo>
                    <a:pt x="0" y="576059"/>
                  </a:lnTo>
                  <a:close/>
                </a:path>
              </a:pathLst>
            </a:custGeom>
            <a:ln w="9525">
              <a:solidFill>
                <a:srgbClr val="40458B"/>
              </a:solidFill>
            </a:ln>
          </p:spPr>
          <p:txBody>
            <a:bodyPr wrap="square" lIns="0" tIns="0" rIns="0" bIns="0" rtlCol="0"/>
            <a:lstStyle/>
            <a:p/>
          </p:txBody>
        </p:sp>
      </p:grpSp>
      <p:sp>
        <p:nvSpPr>
          <p:cNvPr id="13" name="object 13" descr=""/>
          <p:cNvSpPr txBox="1"/>
          <p:nvPr/>
        </p:nvSpPr>
        <p:spPr>
          <a:xfrm>
            <a:off x="1754504" y="3247135"/>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对阶</a:t>
            </a:r>
            <a:endParaRPr sz="2400">
              <a:latin typeface="黑体"/>
              <a:cs typeface="黑体"/>
            </a:endParaRPr>
          </a:p>
        </p:txBody>
      </p:sp>
      <p:grpSp>
        <p:nvGrpSpPr>
          <p:cNvPr id="14" name="object 14" descr=""/>
          <p:cNvGrpSpPr/>
          <p:nvPr/>
        </p:nvGrpSpPr>
        <p:grpSpPr>
          <a:xfrm>
            <a:off x="1195387" y="4216603"/>
            <a:ext cx="1880870" cy="586105"/>
            <a:chOff x="1195387" y="4216603"/>
            <a:chExt cx="1880870" cy="586105"/>
          </a:xfrm>
        </p:grpSpPr>
        <p:sp>
          <p:nvSpPr>
            <p:cNvPr id="15" name="object 15" descr=""/>
            <p:cNvSpPr/>
            <p:nvPr/>
          </p:nvSpPr>
          <p:spPr>
            <a:xfrm>
              <a:off x="1200150" y="4221365"/>
              <a:ext cx="1871345" cy="576580"/>
            </a:xfrm>
            <a:custGeom>
              <a:avLst/>
              <a:gdLst/>
              <a:ahLst/>
              <a:cxnLst/>
              <a:rect l="l" t="t" r="r" b="b"/>
              <a:pathLst>
                <a:path w="1871345" h="576579">
                  <a:moveTo>
                    <a:pt x="1871091" y="0"/>
                  </a:moveTo>
                  <a:lnTo>
                    <a:pt x="0" y="0"/>
                  </a:lnTo>
                  <a:lnTo>
                    <a:pt x="0" y="576059"/>
                  </a:lnTo>
                  <a:lnTo>
                    <a:pt x="1871091" y="576059"/>
                  </a:lnTo>
                  <a:lnTo>
                    <a:pt x="1871091" y="0"/>
                  </a:lnTo>
                  <a:close/>
                </a:path>
              </a:pathLst>
            </a:custGeom>
            <a:solidFill>
              <a:srgbClr val="EBD782"/>
            </a:solidFill>
          </p:spPr>
          <p:txBody>
            <a:bodyPr wrap="square" lIns="0" tIns="0" rIns="0" bIns="0" rtlCol="0"/>
            <a:lstStyle/>
            <a:p/>
          </p:txBody>
        </p:sp>
        <p:sp>
          <p:nvSpPr>
            <p:cNvPr id="16" name="object 16" descr=""/>
            <p:cNvSpPr/>
            <p:nvPr/>
          </p:nvSpPr>
          <p:spPr>
            <a:xfrm>
              <a:off x="1200150" y="4221365"/>
              <a:ext cx="1871345" cy="576580"/>
            </a:xfrm>
            <a:custGeom>
              <a:avLst/>
              <a:gdLst/>
              <a:ahLst/>
              <a:cxnLst/>
              <a:rect l="l" t="t" r="r" b="b"/>
              <a:pathLst>
                <a:path w="1871345" h="576579">
                  <a:moveTo>
                    <a:pt x="0" y="576059"/>
                  </a:moveTo>
                  <a:lnTo>
                    <a:pt x="1871091" y="576059"/>
                  </a:lnTo>
                  <a:lnTo>
                    <a:pt x="1871091" y="0"/>
                  </a:lnTo>
                  <a:lnTo>
                    <a:pt x="0" y="0"/>
                  </a:lnTo>
                  <a:lnTo>
                    <a:pt x="0" y="576059"/>
                  </a:lnTo>
                  <a:close/>
                </a:path>
              </a:pathLst>
            </a:custGeom>
            <a:ln w="9524">
              <a:solidFill>
                <a:srgbClr val="40458B"/>
              </a:solidFill>
            </a:ln>
          </p:spPr>
          <p:txBody>
            <a:bodyPr wrap="square" lIns="0" tIns="0" rIns="0" bIns="0" rtlCol="0"/>
            <a:lstStyle/>
            <a:p/>
          </p:txBody>
        </p:sp>
      </p:grpSp>
      <p:sp>
        <p:nvSpPr>
          <p:cNvPr id="17" name="object 17" descr=""/>
          <p:cNvSpPr txBox="1"/>
          <p:nvPr/>
        </p:nvSpPr>
        <p:spPr>
          <a:xfrm>
            <a:off x="1660017" y="4255389"/>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尾数加</a:t>
            </a:r>
            <a:endParaRPr sz="2400">
              <a:latin typeface="黑体"/>
              <a:cs typeface="黑体"/>
            </a:endParaRPr>
          </a:p>
        </p:txBody>
      </p:sp>
      <p:grpSp>
        <p:nvGrpSpPr>
          <p:cNvPr id="18" name="object 18" descr=""/>
          <p:cNvGrpSpPr/>
          <p:nvPr/>
        </p:nvGrpSpPr>
        <p:grpSpPr>
          <a:xfrm>
            <a:off x="1195387" y="5224665"/>
            <a:ext cx="1880870" cy="586105"/>
            <a:chOff x="1195387" y="5224665"/>
            <a:chExt cx="1880870" cy="586105"/>
          </a:xfrm>
        </p:grpSpPr>
        <p:sp>
          <p:nvSpPr>
            <p:cNvPr id="19" name="object 19" descr=""/>
            <p:cNvSpPr/>
            <p:nvPr/>
          </p:nvSpPr>
          <p:spPr>
            <a:xfrm>
              <a:off x="1200150" y="5229428"/>
              <a:ext cx="1871345" cy="576580"/>
            </a:xfrm>
            <a:custGeom>
              <a:avLst/>
              <a:gdLst/>
              <a:ahLst/>
              <a:cxnLst/>
              <a:rect l="l" t="t" r="r" b="b"/>
              <a:pathLst>
                <a:path w="1871345" h="576579">
                  <a:moveTo>
                    <a:pt x="1871091" y="0"/>
                  </a:moveTo>
                  <a:lnTo>
                    <a:pt x="0" y="0"/>
                  </a:lnTo>
                  <a:lnTo>
                    <a:pt x="0" y="576059"/>
                  </a:lnTo>
                  <a:lnTo>
                    <a:pt x="1871091" y="576059"/>
                  </a:lnTo>
                  <a:lnTo>
                    <a:pt x="1871091" y="0"/>
                  </a:lnTo>
                  <a:close/>
                </a:path>
              </a:pathLst>
            </a:custGeom>
            <a:solidFill>
              <a:srgbClr val="EBD782"/>
            </a:solidFill>
          </p:spPr>
          <p:txBody>
            <a:bodyPr wrap="square" lIns="0" tIns="0" rIns="0" bIns="0" rtlCol="0"/>
            <a:lstStyle/>
            <a:p/>
          </p:txBody>
        </p:sp>
        <p:sp>
          <p:nvSpPr>
            <p:cNvPr id="20" name="object 20" descr=""/>
            <p:cNvSpPr/>
            <p:nvPr/>
          </p:nvSpPr>
          <p:spPr>
            <a:xfrm>
              <a:off x="1200150" y="5229428"/>
              <a:ext cx="1871345" cy="576580"/>
            </a:xfrm>
            <a:custGeom>
              <a:avLst/>
              <a:gdLst/>
              <a:ahLst/>
              <a:cxnLst/>
              <a:rect l="l" t="t" r="r" b="b"/>
              <a:pathLst>
                <a:path w="1871345" h="576579">
                  <a:moveTo>
                    <a:pt x="0" y="576059"/>
                  </a:moveTo>
                  <a:lnTo>
                    <a:pt x="1871091" y="576059"/>
                  </a:lnTo>
                  <a:lnTo>
                    <a:pt x="1871091" y="0"/>
                  </a:lnTo>
                  <a:lnTo>
                    <a:pt x="0" y="0"/>
                  </a:lnTo>
                  <a:lnTo>
                    <a:pt x="0" y="576059"/>
                  </a:lnTo>
                  <a:close/>
                </a:path>
              </a:pathLst>
            </a:custGeom>
            <a:ln w="9524">
              <a:solidFill>
                <a:srgbClr val="40458B"/>
              </a:solidFill>
            </a:ln>
          </p:spPr>
          <p:txBody>
            <a:bodyPr wrap="square" lIns="0" tIns="0" rIns="0" bIns="0" rtlCol="0"/>
            <a:lstStyle/>
            <a:p/>
          </p:txBody>
        </p:sp>
      </p:grpSp>
      <p:sp>
        <p:nvSpPr>
          <p:cNvPr id="21" name="object 21" descr=""/>
          <p:cNvSpPr txBox="1"/>
          <p:nvPr/>
        </p:nvSpPr>
        <p:spPr>
          <a:xfrm>
            <a:off x="1660017" y="5263641"/>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规格化</a:t>
            </a:r>
            <a:endParaRPr sz="2400">
              <a:latin typeface="黑体"/>
              <a:cs typeface="黑体"/>
            </a:endParaRPr>
          </a:p>
        </p:txBody>
      </p:sp>
      <p:sp>
        <p:nvSpPr>
          <p:cNvPr id="22" name="object 22" descr=""/>
          <p:cNvSpPr/>
          <p:nvPr/>
        </p:nvSpPr>
        <p:spPr>
          <a:xfrm>
            <a:off x="2054732" y="1557019"/>
            <a:ext cx="161925" cy="576580"/>
          </a:xfrm>
          <a:custGeom>
            <a:avLst/>
            <a:gdLst/>
            <a:ahLst/>
            <a:cxnLst/>
            <a:rect l="l" t="t" r="r" b="b"/>
            <a:pathLst>
              <a:path w="161925" h="576580">
                <a:moveTo>
                  <a:pt x="53975" y="414146"/>
                </a:moveTo>
                <a:lnTo>
                  <a:pt x="0" y="414146"/>
                </a:lnTo>
                <a:lnTo>
                  <a:pt x="80899" y="576071"/>
                </a:lnTo>
                <a:lnTo>
                  <a:pt x="148388" y="441197"/>
                </a:lnTo>
                <a:lnTo>
                  <a:pt x="53975" y="441197"/>
                </a:lnTo>
                <a:lnTo>
                  <a:pt x="53975" y="414146"/>
                </a:lnTo>
                <a:close/>
              </a:path>
              <a:path w="161925" h="576580">
                <a:moveTo>
                  <a:pt x="107950" y="0"/>
                </a:moveTo>
                <a:lnTo>
                  <a:pt x="53975" y="0"/>
                </a:lnTo>
                <a:lnTo>
                  <a:pt x="53975" y="441197"/>
                </a:lnTo>
                <a:lnTo>
                  <a:pt x="107950" y="441197"/>
                </a:lnTo>
                <a:lnTo>
                  <a:pt x="107950" y="0"/>
                </a:lnTo>
                <a:close/>
              </a:path>
              <a:path w="161925" h="576580">
                <a:moveTo>
                  <a:pt x="161925" y="414146"/>
                </a:moveTo>
                <a:lnTo>
                  <a:pt x="107950" y="414146"/>
                </a:lnTo>
                <a:lnTo>
                  <a:pt x="107950" y="441197"/>
                </a:lnTo>
                <a:lnTo>
                  <a:pt x="148388" y="441197"/>
                </a:lnTo>
                <a:lnTo>
                  <a:pt x="161925" y="414146"/>
                </a:lnTo>
                <a:close/>
              </a:path>
            </a:pathLst>
          </a:custGeom>
          <a:solidFill>
            <a:srgbClr val="006FC0"/>
          </a:solidFill>
        </p:spPr>
        <p:txBody>
          <a:bodyPr wrap="square" lIns="0" tIns="0" rIns="0" bIns="0" rtlCol="0"/>
          <a:lstStyle/>
          <a:p/>
        </p:txBody>
      </p:sp>
      <p:sp>
        <p:nvSpPr>
          <p:cNvPr id="23" name="object 23" descr=""/>
          <p:cNvSpPr/>
          <p:nvPr/>
        </p:nvSpPr>
        <p:spPr>
          <a:xfrm>
            <a:off x="2054733" y="2709163"/>
            <a:ext cx="161925" cy="2592705"/>
          </a:xfrm>
          <a:custGeom>
            <a:avLst/>
            <a:gdLst/>
            <a:ahLst/>
            <a:cxnLst/>
            <a:rect l="l" t="t" r="r" b="b"/>
            <a:pathLst>
              <a:path w="161925" h="2592704">
                <a:moveTo>
                  <a:pt x="161925" y="2430399"/>
                </a:moveTo>
                <a:lnTo>
                  <a:pt x="107950" y="2430399"/>
                </a:lnTo>
                <a:lnTo>
                  <a:pt x="107950" y="2016252"/>
                </a:lnTo>
                <a:lnTo>
                  <a:pt x="53975" y="2016252"/>
                </a:lnTo>
                <a:lnTo>
                  <a:pt x="53975" y="2430399"/>
                </a:lnTo>
                <a:lnTo>
                  <a:pt x="0" y="2430399"/>
                </a:lnTo>
                <a:lnTo>
                  <a:pt x="80899" y="2592324"/>
                </a:lnTo>
                <a:lnTo>
                  <a:pt x="148450" y="2457323"/>
                </a:lnTo>
                <a:lnTo>
                  <a:pt x="161925" y="2430399"/>
                </a:lnTo>
                <a:close/>
              </a:path>
              <a:path w="161925" h="2592704">
                <a:moveTo>
                  <a:pt x="161925" y="1422273"/>
                </a:moveTo>
                <a:lnTo>
                  <a:pt x="107950" y="1422273"/>
                </a:lnTo>
                <a:lnTo>
                  <a:pt x="107950" y="1008126"/>
                </a:lnTo>
                <a:lnTo>
                  <a:pt x="53975" y="1008126"/>
                </a:lnTo>
                <a:lnTo>
                  <a:pt x="53975" y="1422273"/>
                </a:lnTo>
                <a:lnTo>
                  <a:pt x="0" y="1422273"/>
                </a:lnTo>
                <a:lnTo>
                  <a:pt x="80899" y="1584198"/>
                </a:lnTo>
                <a:lnTo>
                  <a:pt x="148450" y="1449197"/>
                </a:lnTo>
                <a:lnTo>
                  <a:pt x="161925" y="1422273"/>
                </a:lnTo>
                <a:close/>
              </a:path>
              <a:path w="161925" h="2592704">
                <a:moveTo>
                  <a:pt x="161925" y="414147"/>
                </a:moveTo>
                <a:lnTo>
                  <a:pt x="107950" y="414147"/>
                </a:lnTo>
                <a:lnTo>
                  <a:pt x="107950" y="0"/>
                </a:lnTo>
                <a:lnTo>
                  <a:pt x="53975" y="0"/>
                </a:lnTo>
                <a:lnTo>
                  <a:pt x="53975" y="414147"/>
                </a:lnTo>
                <a:lnTo>
                  <a:pt x="0" y="414147"/>
                </a:lnTo>
                <a:lnTo>
                  <a:pt x="80899" y="576072"/>
                </a:lnTo>
                <a:lnTo>
                  <a:pt x="148386" y="441198"/>
                </a:lnTo>
                <a:lnTo>
                  <a:pt x="161925" y="414147"/>
                </a:lnTo>
                <a:close/>
              </a:path>
            </a:pathLst>
          </a:custGeom>
          <a:solidFill>
            <a:srgbClr val="006FC0"/>
          </a:solidFill>
        </p:spPr>
        <p:txBody>
          <a:bodyPr wrap="square" lIns="0" tIns="0" rIns="0" bIns="0" rtlCol="0"/>
          <a:lstStyle/>
          <a:p/>
        </p:txBody>
      </p:sp>
      <p:sp>
        <p:nvSpPr>
          <p:cNvPr id="24" name="object 24" descr=""/>
          <p:cNvSpPr txBox="1"/>
          <p:nvPr/>
        </p:nvSpPr>
        <p:spPr>
          <a:xfrm>
            <a:off x="1303400" y="1197102"/>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操作流水线</a:t>
            </a:r>
            <a:endParaRPr sz="2400">
              <a:latin typeface="黑体"/>
              <a:cs typeface="黑体"/>
            </a:endParaRPr>
          </a:p>
        </p:txBody>
      </p:sp>
      <p:sp>
        <p:nvSpPr>
          <p:cNvPr id="25" name="object 25" descr=""/>
          <p:cNvSpPr txBox="1"/>
          <p:nvPr/>
        </p:nvSpPr>
        <p:spPr>
          <a:xfrm>
            <a:off x="4819650" y="1913216"/>
            <a:ext cx="1872614" cy="468630"/>
          </a:xfrm>
          <a:prstGeom prst="rect">
            <a:avLst/>
          </a:prstGeom>
          <a:solidFill>
            <a:srgbClr val="C3FFF1"/>
          </a:solidFill>
          <a:ln w="9525">
            <a:solidFill>
              <a:srgbClr val="40458B"/>
            </a:solidFill>
          </a:ln>
        </p:spPr>
        <p:txBody>
          <a:bodyPr wrap="square" lIns="0" tIns="46355" rIns="0" bIns="0" rtlCol="0" vert="horz">
            <a:spAutoFit/>
          </a:bodyPr>
          <a:lstStyle/>
          <a:p>
            <a:pPr marL="678815">
              <a:lnSpc>
                <a:spcPct val="100000"/>
              </a:lnSpc>
              <a:spcBef>
                <a:spcPts val="365"/>
              </a:spcBef>
            </a:pPr>
            <a:r>
              <a:rPr dirty="0" sz="2400" spc="-25">
                <a:solidFill>
                  <a:srgbClr val="40458B"/>
                </a:solidFill>
                <a:latin typeface="黑体"/>
                <a:cs typeface="黑体"/>
              </a:rPr>
              <a:t>取指</a:t>
            </a:r>
            <a:endParaRPr sz="2400">
              <a:latin typeface="黑体"/>
              <a:cs typeface="黑体"/>
            </a:endParaRPr>
          </a:p>
        </p:txBody>
      </p:sp>
      <p:sp>
        <p:nvSpPr>
          <p:cNvPr id="26" name="object 26" descr=""/>
          <p:cNvSpPr txBox="1"/>
          <p:nvPr/>
        </p:nvSpPr>
        <p:spPr>
          <a:xfrm>
            <a:off x="4819650" y="2673692"/>
            <a:ext cx="1872614" cy="468630"/>
          </a:xfrm>
          <a:prstGeom prst="rect">
            <a:avLst/>
          </a:prstGeom>
          <a:solidFill>
            <a:srgbClr val="C3FFF1"/>
          </a:solidFill>
          <a:ln w="9525">
            <a:solidFill>
              <a:srgbClr val="40458B"/>
            </a:solidFill>
          </a:ln>
        </p:spPr>
        <p:txBody>
          <a:bodyPr wrap="square" lIns="0" tIns="46355" rIns="0" bIns="0" rtlCol="0" vert="horz">
            <a:spAutoFit/>
          </a:bodyPr>
          <a:lstStyle/>
          <a:p>
            <a:pPr algn="ctr" marL="635">
              <a:lnSpc>
                <a:spcPct val="100000"/>
              </a:lnSpc>
              <a:spcBef>
                <a:spcPts val="365"/>
              </a:spcBef>
            </a:pPr>
            <a:r>
              <a:rPr dirty="0" sz="2400" spc="-30">
                <a:solidFill>
                  <a:srgbClr val="40458B"/>
                </a:solidFill>
                <a:latin typeface="黑体"/>
                <a:cs typeface="黑体"/>
              </a:rPr>
              <a:t>译码</a:t>
            </a:r>
            <a:endParaRPr sz="2400">
              <a:latin typeface="黑体"/>
              <a:cs typeface="黑体"/>
            </a:endParaRPr>
          </a:p>
        </p:txBody>
      </p:sp>
      <p:grpSp>
        <p:nvGrpSpPr>
          <p:cNvPr id="27" name="object 27" descr=""/>
          <p:cNvGrpSpPr/>
          <p:nvPr/>
        </p:nvGrpSpPr>
        <p:grpSpPr>
          <a:xfrm>
            <a:off x="4839271" y="3506876"/>
            <a:ext cx="1882139" cy="478155"/>
            <a:chOff x="4839271" y="3506876"/>
            <a:chExt cx="1882139" cy="478155"/>
          </a:xfrm>
        </p:grpSpPr>
        <p:sp>
          <p:nvSpPr>
            <p:cNvPr id="28" name="object 28" descr=""/>
            <p:cNvSpPr/>
            <p:nvPr/>
          </p:nvSpPr>
          <p:spPr>
            <a:xfrm>
              <a:off x="4844034" y="3511638"/>
              <a:ext cx="1872614" cy="468630"/>
            </a:xfrm>
            <a:custGeom>
              <a:avLst/>
              <a:gdLst/>
              <a:ahLst/>
              <a:cxnLst/>
              <a:rect l="l" t="t" r="r" b="b"/>
              <a:pathLst>
                <a:path w="1872615" h="468629">
                  <a:moveTo>
                    <a:pt x="1872488" y="0"/>
                  </a:moveTo>
                  <a:lnTo>
                    <a:pt x="0" y="0"/>
                  </a:lnTo>
                  <a:lnTo>
                    <a:pt x="0" y="468033"/>
                  </a:lnTo>
                  <a:lnTo>
                    <a:pt x="1872488" y="468033"/>
                  </a:lnTo>
                  <a:lnTo>
                    <a:pt x="1872488" y="0"/>
                  </a:lnTo>
                  <a:close/>
                </a:path>
              </a:pathLst>
            </a:custGeom>
            <a:solidFill>
              <a:srgbClr val="C3FFF1"/>
            </a:solidFill>
          </p:spPr>
          <p:txBody>
            <a:bodyPr wrap="square" lIns="0" tIns="0" rIns="0" bIns="0" rtlCol="0"/>
            <a:lstStyle/>
            <a:p/>
          </p:txBody>
        </p:sp>
        <p:sp>
          <p:nvSpPr>
            <p:cNvPr id="29" name="object 29" descr=""/>
            <p:cNvSpPr/>
            <p:nvPr/>
          </p:nvSpPr>
          <p:spPr>
            <a:xfrm>
              <a:off x="4844034" y="3511638"/>
              <a:ext cx="1872614" cy="468630"/>
            </a:xfrm>
            <a:custGeom>
              <a:avLst/>
              <a:gdLst/>
              <a:ahLst/>
              <a:cxnLst/>
              <a:rect l="l" t="t" r="r" b="b"/>
              <a:pathLst>
                <a:path w="1872615" h="468629">
                  <a:moveTo>
                    <a:pt x="0" y="468033"/>
                  </a:moveTo>
                  <a:lnTo>
                    <a:pt x="1872488" y="468033"/>
                  </a:lnTo>
                  <a:lnTo>
                    <a:pt x="1872488" y="0"/>
                  </a:lnTo>
                  <a:lnTo>
                    <a:pt x="0" y="0"/>
                  </a:lnTo>
                  <a:lnTo>
                    <a:pt x="0" y="468033"/>
                  </a:lnTo>
                  <a:close/>
                </a:path>
              </a:pathLst>
            </a:custGeom>
            <a:ln w="9525">
              <a:solidFill>
                <a:srgbClr val="40458B"/>
              </a:solidFill>
            </a:ln>
          </p:spPr>
          <p:txBody>
            <a:bodyPr wrap="square" lIns="0" tIns="0" rIns="0" bIns="0" rtlCol="0"/>
            <a:lstStyle/>
            <a:p/>
          </p:txBody>
        </p:sp>
      </p:grpSp>
      <p:sp>
        <p:nvSpPr>
          <p:cNvPr id="30" name="object 30" descr=""/>
          <p:cNvSpPr txBox="1"/>
          <p:nvPr/>
        </p:nvSpPr>
        <p:spPr>
          <a:xfrm>
            <a:off x="5252973" y="3545585"/>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计算地址</a:t>
            </a:r>
            <a:endParaRPr sz="2400">
              <a:latin typeface="黑体"/>
              <a:cs typeface="黑体"/>
            </a:endParaRPr>
          </a:p>
        </p:txBody>
      </p:sp>
      <p:grpSp>
        <p:nvGrpSpPr>
          <p:cNvPr id="31" name="object 31" descr=""/>
          <p:cNvGrpSpPr/>
          <p:nvPr/>
        </p:nvGrpSpPr>
        <p:grpSpPr>
          <a:xfrm>
            <a:off x="4823650" y="4334281"/>
            <a:ext cx="1882139" cy="478155"/>
            <a:chOff x="4823650" y="4334281"/>
            <a:chExt cx="1882139" cy="478155"/>
          </a:xfrm>
        </p:grpSpPr>
        <p:sp>
          <p:nvSpPr>
            <p:cNvPr id="32" name="object 32" descr=""/>
            <p:cNvSpPr/>
            <p:nvPr/>
          </p:nvSpPr>
          <p:spPr>
            <a:xfrm>
              <a:off x="4828413" y="4339044"/>
              <a:ext cx="1872614" cy="468630"/>
            </a:xfrm>
            <a:custGeom>
              <a:avLst/>
              <a:gdLst/>
              <a:ahLst/>
              <a:cxnLst/>
              <a:rect l="l" t="t" r="r" b="b"/>
              <a:pathLst>
                <a:path w="1872615" h="468629">
                  <a:moveTo>
                    <a:pt x="1872488" y="0"/>
                  </a:moveTo>
                  <a:lnTo>
                    <a:pt x="0" y="0"/>
                  </a:lnTo>
                  <a:lnTo>
                    <a:pt x="0" y="468033"/>
                  </a:lnTo>
                  <a:lnTo>
                    <a:pt x="1872488" y="468033"/>
                  </a:lnTo>
                  <a:lnTo>
                    <a:pt x="1872488" y="0"/>
                  </a:lnTo>
                  <a:close/>
                </a:path>
              </a:pathLst>
            </a:custGeom>
            <a:solidFill>
              <a:srgbClr val="C3FFF1"/>
            </a:solidFill>
          </p:spPr>
          <p:txBody>
            <a:bodyPr wrap="square" lIns="0" tIns="0" rIns="0" bIns="0" rtlCol="0"/>
            <a:lstStyle/>
            <a:p/>
          </p:txBody>
        </p:sp>
        <p:sp>
          <p:nvSpPr>
            <p:cNvPr id="33" name="object 33" descr=""/>
            <p:cNvSpPr/>
            <p:nvPr/>
          </p:nvSpPr>
          <p:spPr>
            <a:xfrm>
              <a:off x="4828413" y="4339044"/>
              <a:ext cx="1872614" cy="468630"/>
            </a:xfrm>
            <a:custGeom>
              <a:avLst/>
              <a:gdLst/>
              <a:ahLst/>
              <a:cxnLst/>
              <a:rect l="l" t="t" r="r" b="b"/>
              <a:pathLst>
                <a:path w="1872615" h="468629">
                  <a:moveTo>
                    <a:pt x="0" y="468033"/>
                  </a:moveTo>
                  <a:lnTo>
                    <a:pt x="1872488" y="468033"/>
                  </a:lnTo>
                  <a:lnTo>
                    <a:pt x="1872488" y="0"/>
                  </a:lnTo>
                  <a:lnTo>
                    <a:pt x="0" y="0"/>
                  </a:lnTo>
                  <a:lnTo>
                    <a:pt x="0" y="468033"/>
                  </a:lnTo>
                  <a:close/>
                </a:path>
              </a:pathLst>
            </a:custGeom>
            <a:ln w="9525">
              <a:solidFill>
                <a:srgbClr val="40458B"/>
              </a:solidFill>
            </a:ln>
          </p:spPr>
          <p:txBody>
            <a:bodyPr wrap="square" lIns="0" tIns="0" rIns="0" bIns="0" rtlCol="0"/>
            <a:lstStyle/>
            <a:p/>
          </p:txBody>
        </p:sp>
      </p:grpSp>
      <p:sp>
        <p:nvSpPr>
          <p:cNvPr id="34" name="object 34" descr=""/>
          <p:cNvSpPr txBox="1"/>
          <p:nvPr/>
        </p:nvSpPr>
        <p:spPr>
          <a:xfrm>
            <a:off x="5237226" y="4373117"/>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取操作数</a:t>
            </a:r>
            <a:endParaRPr sz="2400">
              <a:latin typeface="黑体"/>
              <a:cs typeface="黑体"/>
            </a:endParaRPr>
          </a:p>
        </p:txBody>
      </p:sp>
      <p:sp>
        <p:nvSpPr>
          <p:cNvPr id="35" name="object 35" descr=""/>
          <p:cNvSpPr/>
          <p:nvPr/>
        </p:nvSpPr>
        <p:spPr>
          <a:xfrm>
            <a:off x="5674867" y="1445133"/>
            <a:ext cx="161925" cy="468630"/>
          </a:xfrm>
          <a:custGeom>
            <a:avLst/>
            <a:gdLst/>
            <a:ahLst/>
            <a:cxnLst/>
            <a:rect l="l" t="t" r="r" b="b"/>
            <a:pathLst>
              <a:path w="161925" h="468630">
                <a:moveTo>
                  <a:pt x="53975" y="306196"/>
                </a:moveTo>
                <a:lnTo>
                  <a:pt x="0" y="306196"/>
                </a:lnTo>
                <a:lnTo>
                  <a:pt x="81026" y="468121"/>
                </a:lnTo>
                <a:lnTo>
                  <a:pt x="148473" y="333120"/>
                </a:lnTo>
                <a:lnTo>
                  <a:pt x="53975" y="333120"/>
                </a:lnTo>
                <a:lnTo>
                  <a:pt x="53975" y="306196"/>
                </a:lnTo>
                <a:close/>
              </a:path>
              <a:path w="161925" h="468630">
                <a:moveTo>
                  <a:pt x="107950" y="0"/>
                </a:moveTo>
                <a:lnTo>
                  <a:pt x="53975" y="0"/>
                </a:lnTo>
                <a:lnTo>
                  <a:pt x="53975" y="333120"/>
                </a:lnTo>
                <a:lnTo>
                  <a:pt x="107950" y="333120"/>
                </a:lnTo>
                <a:lnTo>
                  <a:pt x="107950" y="0"/>
                </a:lnTo>
                <a:close/>
              </a:path>
              <a:path w="161925" h="468630">
                <a:moveTo>
                  <a:pt x="161925" y="306196"/>
                </a:moveTo>
                <a:lnTo>
                  <a:pt x="107950" y="306196"/>
                </a:lnTo>
                <a:lnTo>
                  <a:pt x="107950" y="333120"/>
                </a:lnTo>
                <a:lnTo>
                  <a:pt x="148473" y="333120"/>
                </a:lnTo>
                <a:lnTo>
                  <a:pt x="161925" y="306196"/>
                </a:lnTo>
                <a:close/>
              </a:path>
            </a:pathLst>
          </a:custGeom>
          <a:solidFill>
            <a:srgbClr val="006FC0"/>
          </a:solidFill>
        </p:spPr>
        <p:txBody>
          <a:bodyPr wrap="square" lIns="0" tIns="0" rIns="0" bIns="0" rtlCol="0"/>
          <a:lstStyle/>
          <a:p/>
        </p:txBody>
      </p:sp>
      <p:sp>
        <p:nvSpPr>
          <p:cNvPr id="36" name="object 36" descr=""/>
          <p:cNvSpPr/>
          <p:nvPr/>
        </p:nvSpPr>
        <p:spPr>
          <a:xfrm>
            <a:off x="5674867" y="2381250"/>
            <a:ext cx="161925" cy="292735"/>
          </a:xfrm>
          <a:custGeom>
            <a:avLst/>
            <a:gdLst/>
            <a:ahLst/>
            <a:cxnLst/>
            <a:rect l="l" t="t" r="r" b="b"/>
            <a:pathLst>
              <a:path w="161925" h="292735">
                <a:moveTo>
                  <a:pt x="53975" y="130555"/>
                </a:moveTo>
                <a:lnTo>
                  <a:pt x="0" y="130555"/>
                </a:lnTo>
                <a:lnTo>
                  <a:pt x="81026" y="292480"/>
                </a:lnTo>
                <a:lnTo>
                  <a:pt x="148410" y="157607"/>
                </a:lnTo>
                <a:lnTo>
                  <a:pt x="53975" y="157607"/>
                </a:lnTo>
                <a:lnTo>
                  <a:pt x="53975" y="130555"/>
                </a:lnTo>
                <a:close/>
              </a:path>
              <a:path w="161925" h="292735">
                <a:moveTo>
                  <a:pt x="107950" y="0"/>
                </a:moveTo>
                <a:lnTo>
                  <a:pt x="53975" y="0"/>
                </a:lnTo>
                <a:lnTo>
                  <a:pt x="53975" y="157607"/>
                </a:lnTo>
                <a:lnTo>
                  <a:pt x="107950" y="157607"/>
                </a:lnTo>
                <a:lnTo>
                  <a:pt x="107950" y="0"/>
                </a:lnTo>
                <a:close/>
              </a:path>
              <a:path w="161925" h="292735">
                <a:moveTo>
                  <a:pt x="161925" y="130555"/>
                </a:moveTo>
                <a:lnTo>
                  <a:pt x="107950" y="130555"/>
                </a:lnTo>
                <a:lnTo>
                  <a:pt x="107950" y="157607"/>
                </a:lnTo>
                <a:lnTo>
                  <a:pt x="148410" y="157607"/>
                </a:lnTo>
                <a:lnTo>
                  <a:pt x="161925" y="130555"/>
                </a:lnTo>
                <a:close/>
              </a:path>
            </a:pathLst>
          </a:custGeom>
          <a:solidFill>
            <a:srgbClr val="006FC0"/>
          </a:solidFill>
        </p:spPr>
        <p:txBody>
          <a:bodyPr wrap="square" lIns="0" tIns="0" rIns="0" bIns="0" rtlCol="0"/>
          <a:lstStyle/>
          <a:p/>
        </p:txBody>
      </p:sp>
      <p:grpSp>
        <p:nvGrpSpPr>
          <p:cNvPr id="37" name="object 37" descr=""/>
          <p:cNvGrpSpPr/>
          <p:nvPr/>
        </p:nvGrpSpPr>
        <p:grpSpPr>
          <a:xfrm>
            <a:off x="4839271" y="3141726"/>
            <a:ext cx="1882139" cy="2417445"/>
            <a:chOff x="4839271" y="3141726"/>
            <a:chExt cx="1882139" cy="2417445"/>
          </a:xfrm>
        </p:grpSpPr>
        <p:sp>
          <p:nvSpPr>
            <p:cNvPr id="38" name="object 38" descr=""/>
            <p:cNvSpPr/>
            <p:nvPr/>
          </p:nvSpPr>
          <p:spPr>
            <a:xfrm>
              <a:off x="5674868" y="3141725"/>
              <a:ext cx="186690" cy="1287145"/>
            </a:xfrm>
            <a:custGeom>
              <a:avLst/>
              <a:gdLst/>
              <a:ahLst/>
              <a:cxnLst/>
              <a:rect l="l" t="t" r="r" b="b"/>
              <a:pathLst>
                <a:path w="186689" h="1287145">
                  <a:moveTo>
                    <a:pt x="161925" y="247650"/>
                  </a:moveTo>
                  <a:lnTo>
                    <a:pt x="107950" y="247650"/>
                  </a:lnTo>
                  <a:lnTo>
                    <a:pt x="107950" y="0"/>
                  </a:lnTo>
                  <a:lnTo>
                    <a:pt x="53975" y="0"/>
                  </a:lnTo>
                  <a:lnTo>
                    <a:pt x="53975" y="247650"/>
                  </a:lnTo>
                  <a:lnTo>
                    <a:pt x="0" y="247650"/>
                  </a:lnTo>
                  <a:lnTo>
                    <a:pt x="81026" y="409575"/>
                  </a:lnTo>
                  <a:lnTo>
                    <a:pt x="148399" y="274701"/>
                  </a:lnTo>
                  <a:lnTo>
                    <a:pt x="161925" y="247650"/>
                  </a:lnTo>
                  <a:close/>
                </a:path>
                <a:path w="186689" h="1287145">
                  <a:moveTo>
                    <a:pt x="186436" y="1125220"/>
                  </a:moveTo>
                  <a:lnTo>
                    <a:pt x="132461" y="1125220"/>
                  </a:lnTo>
                  <a:lnTo>
                    <a:pt x="132461" y="819150"/>
                  </a:lnTo>
                  <a:lnTo>
                    <a:pt x="78486" y="819150"/>
                  </a:lnTo>
                  <a:lnTo>
                    <a:pt x="78486" y="1125220"/>
                  </a:lnTo>
                  <a:lnTo>
                    <a:pt x="24511" y="1125220"/>
                  </a:lnTo>
                  <a:lnTo>
                    <a:pt x="105410" y="1287145"/>
                  </a:lnTo>
                  <a:lnTo>
                    <a:pt x="172961" y="1152144"/>
                  </a:lnTo>
                  <a:lnTo>
                    <a:pt x="186436" y="1125220"/>
                  </a:lnTo>
                  <a:close/>
                </a:path>
              </a:pathLst>
            </a:custGeom>
            <a:solidFill>
              <a:srgbClr val="006FC0"/>
            </a:solidFill>
          </p:spPr>
          <p:txBody>
            <a:bodyPr wrap="square" lIns="0" tIns="0" rIns="0" bIns="0" rtlCol="0"/>
            <a:lstStyle/>
            <a:p/>
          </p:txBody>
        </p:sp>
        <p:sp>
          <p:nvSpPr>
            <p:cNvPr id="39" name="object 39" descr=""/>
            <p:cNvSpPr/>
            <p:nvPr/>
          </p:nvSpPr>
          <p:spPr>
            <a:xfrm>
              <a:off x="4844034" y="5086184"/>
              <a:ext cx="1872614" cy="468630"/>
            </a:xfrm>
            <a:custGeom>
              <a:avLst/>
              <a:gdLst/>
              <a:ahLst/>
              <a:cxnLst/>
              <a:rect l="l" t="t" r="r" b="b"/>
              <a:pathLst>
                <a:path w="1872615" h="468629">
                  <a:moveTo>
                    <a:pt x="1872488" y="0"/>
                  </a:moveTo>
                  <a:lnTo>
                    <a:pt x="0" y="0"/>
                  </a:lnTo>
                  <a:lnTo>
                    <a:pt x="0" y="468033"/>
                  </a:lnTo>
                  <a:lnTo>
                    <a:pt x="1872488" y="468033"/>
                  </a:lnTo>
                  <a:lnTo>
                    <a:pt x="1872488" y="0"/>
                  </a:lnTo>
                  <a:close/>
                </a:path>
              </a:pathLst>
            </a:custGeom>
            <a:solidFill>
              <a:srgbClr val="C3FFF1"/>
            </a:solidFill>
          </p:spPr>
          <p:txBody>
            <a:bodyPr wrap="square" lIns="0" tIns="0" rIns="0" bIns="0" rtlCol="0"/>
            <a:lstStyle/>
            <a:p/>
          </p:txBody>
        </p:sp>
        <p:sp>
          <p:nvSpPr>
            <p:cNvPr id="40" name="object 40" descr=""/>
            <p:cNvSpPr/>
            <p:nvPr/>
          </p:nvSpPr>
          <p:spPr>
            <a:xfrm>
              <a:off x="4844034" y="5086184"/>
              <a:ext cx="1872614" cy="468630"/>
            </a:xfrm>
            <a:custGeom>
              <a:avLst/>
              <a:gdLst/>
              <a:ahLst/>
              <a:cxnLst/>
              <a:rect l="l" t="t" r="r" b="b"/>
              <a:pathLst>
                <a:path w="1872615" h="468629">
                  <a:moveTo>
                    <a:pt x="0" y="468033"/>
                  </a:moveTo>
                  <a:lnTo>
                    <a:pt x="1872488" y="468033"/>
                  </a:lnTo>
                  <a:lnTo>
                    <a:pt x="1872488" y="0"/>
                  </a:lnTo>
                  <a:lnTo>
                    <a:pt x="0" y="0"/>
                  </a:lnTo>
                  <a:lnTo>
                    <a:pt x="0" y="468033"/>
                  </a:lnTo>
                  <a:close/>
                </a:path>
              </a:pathLst>
            </a:custGeom>
            <a:ln w="9525">
              <a:solidFill>
                <a:srgbClr val="40458B"/>
              </a:solidFill>
            </a:ln>
          </p:spPr>
          <p:txBody>
            <a:bodyPr wrap="square" lIns="0" tIns="0" rIns="0" bIns="0" rtlCol="0"/>
            <a:lstStyle/>
            <a:p/>
          </p:txBody>
        </p:sp>
      </p:grpSp>
      <p:sp>
        <p:nvSpPr>
          <p:cNvPr id="41" name="object 41" descr=""/>
          <p:cNvSpPr txBox="1"/>
          <p:nvPr/>
        </p:nvSpPr>
        <p:spPr>
          <a:xfrm>
            <a:off x="5557773" y="5120385"/>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执行</a:t>
            </a:r>
            <a:endParaRPr sz="2400">
              <a:latin typeface="黑体"/>
              <a:cs typeface="黑体"/>
            </a:endParaRPr>
          </a:p>
        </p:txBody>
      </p:sp>
      <p:grpSp>
        <p:nvGrpSpPr>
          <p:cNvPr id="42" name="object 42" descr=""/>
          <p:cNvGrpSpPr/>
          <p:nvPr/>
        </p:nvGrpSpPr>
        <p:grpSpPr>
          <a:xfrm>
            <a:off x="4871148" y="5835929"/>
            <a:ext cx="1882139" cy="478155"/>
            <a:chOff x="4871148" y="5835929"/>
            <a:chExt cx="1882139" cy="478155"/>
          </a:xfrm>
        </p:grpSpPr>
        <p:sp>
          <p:nvSpPr>
            <p:cNvPr id="43" name="object 43" descr=""/>
            <p:cNvSpPr/>
            <p:nvPr/>
          </p:nvSpPr>
          <p:spPr>
            <a:xfrm>
              <a:off x="4875910" y="5840691"/>
              <a:ext cx="1872614" cy="468630"/>
            </a:xfrm>
            <a:custGeom>
              <a:avLst/>
              <a:gdLst/>
              <a:ahLst/>
              <a:cxnLst/>
              <a:rect l="l" t="t" r="r" b="b"/>
              <a:pathLst>
                <a:path w="1872615" h="468629">
                  <a:moveTo>
                    <a:pt x="1872488" y="0"/>
                  </a:moveTo>
                  <a:lnTo>
                    <a:pt x="0" y="0"/>
                  </a:lnTo>
                  <a:lnTo>
                    <a:pt x="0" y="468033"/>
                  </a:lnTo>
                  <a:lnTo>
                    <a:pt x="1872488" y="468033"/>
                  </a:lnTo>
                  <a:lnTo>
                    <a:pt x="1872488" y="0"/>
                  </a:lnTo>
                  <a:close/>
                </a:path>
              </a:pathLst>
            </a:custGeom>
            <a:solidFill>
              <a:srgbClr val="C3FFF1"/>
            </a:solidFill>
          </p:spPr>
          <p:txBody>
            <a:bodyPr wrap="square" lIns="0" tIns="0" rIns="0" bIns="0" rtlCol="0"/>
            <a:lstStyle/>
            <a:p/>
          </p:txBody>
        </p:sp>
        <p:sp>
          <p:nvSpPr>
            <p:cNvPr id="44" name="object 44" descr=""/>
            <p:cNvSpPr/>
            <p:nvPr/>
          </p:nvSpPr>
          <p:spPr>
            <a:xfrm>
              <a:off x="4875910" y="5840691"/>
              <a:ext cx="1872614" cy="468630"/>
            </a:xfrm>
            <a:custGeom>
              <a:avLst/>
              <a:gdLst/>
              <a:ahLst/>
              <a:cxnLst/>
              <a:rect l="l" t="t" r="r" b="b"/>
              <a:pathLst>
                <a:path w="1872615" h="468629">
                  <a:moveTo>
                    <a:pt x="0" y="468033"/>
                  </a:moveTo>
                  <a:lnTo>
                    <a:pt x="1872488" y="468033"/>
                  </a:lnTo>
                  <a:lnTo>
                    <a:pt x="1872488" y="0"/>
                  </a:lnTo>
                  <a:lnTo>
                    <a:pt x="0" y="0"/>
                  </a:lnTo>
                  <a:lnTo>
                    <a:pt x="0" y="468033"/>
                  </a:lnTo>
                  <a:close/>
                </a:path>
              </a:pathLst>
            </a:custGeom>
            <a:ln w="9525">
              <a:solidFill>
                <a:srgbClr val="40458B"/>
              </a:solidFill>
            </a:ln>
          </p:spPr>
          <p:txBody>
            <a:bodyPr wrap="square" lIns="0" tIns="0" rIns="0" bIns="0" rtlCol="0"/>
            <a:lstStyle/>
            <a:p/>
          </p:txBody>
        </p:sp>
      </p:grpSp>
      <p:sp>
        <p:nvSpPr>
          <p:cNvPr id="45" name="object 45" descr=""/>
          <p:cNvSpPr txBox="1"/>
          <p:nvPr/>
        </p:nvSpPr>
        <p:spPr>
          <a:xfrm>
            <a:off x="5190235" y="5875121"/>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结果保存</a:t>
            </a:r>
            <a:endParaRPr sz="2400">
              <a:latin typeface="黑体"/>
              <a:cs typeface="黑体"/>
            </a:endParaRPr>
          </a:p>
        </p:txBody>
      </p:sp>
      <p:sp>
        <p:nvSpPr>
          <p:cNvPr id="46" name="object 46" descr=""/>
          <p:cNvSpPr txBox="1"/>
          <p:nvPr/>
        </p:nvSpPr>
        <p:spPr>
          <a:xfrm>
            <a:off x="8688451" y="1977199"/>
            <a:ext cx="1872614" cy="506095"/>
          </a:xfrm>
          <a:prstGeom prst="rect">
            <a:avLst/>
          </a:prstGeom>
          <a:solidFill>
            <a:srgbClr val="EBD782"/>
          </a:solidFill>
          <a:ln w="9525">
            <a:solidFill>
              <a:srgbClr val="40458B"/>
            </a:solidFill>
          </a:ln>
        </p:spPr>
        <p:txBody>
          <a:bodyPr wrap="square" lIns="0" tIns="46355" rIns="0" bIns="0" rtlCol="0" vert="horz">
            <a:spAutoFit/>
          </a:bodyPr>
          <a:lstStyle/>
          <a:p>
            <a:pPr marL="822325">
              <a:lnSpc>
                <a:spcPct val="100000"/>
              </a:lnSpc>
              <a:spcBef>
                <a:spcPts val="365"/>
              </a:spcBef>
            </a:pPr>
            <a:r>
              <a:rPr dirty="0" sz="2400" spc="-25">
                <a:solidFill>
                  <a:srgbClr val="40458B"/>
                </a:solidFill>
                <a:latin typeface="黑体"/>
                <a:cs typeface="黑体"/>
              </a:rPr>
              <a:t>输入</a:t>
            </a:r>
            <a:endParaRPr sz="2400">
              <a:latin typeface="黑体"/>
              <a:cs typeface="黑体"/>
            </a:endParaRPr>
          </a:p>
        </p:txBody>
      </p:sp>
      <p:sp>
        <p:nvSpPr>
          <p:cNvPr id="47" name="object 47" descr=""/>
          <p:cNvSpPr txBox="1"/>
          <p:nvPr/>
        </p:nvSpPr>
        <p:spPr>
          <a:xfrm>
            <a:off x="8688451" y="2799524"/>
            <a:ext cx="1872614" cy="506095"/>
          </a:xfrm>
          <a:prstGeom prst="rect">
            <a:avLst/>
          </a:prstGeom>
          <a:solidFill>
            <a:srgbClr val="EBD782"/>
          </a:solidFill>
          <a:ln w="9525">
            <a:solidFill>
              <a:srgbClr val="40458B"/>
            </a:solidFill>
          </a:ln>
        </p:spPr>
        <p:txBody>
          <a:bodyPr wrap="square" lIns="0" tIns="46355" rIns="0" bIns="0" rtlCol="0" vert="horz">
            <a:spAutoFit/>
          </a:bodyPr>
          <a:lstStyle/>
          <a:p>
            <a:pPr algn="ctr" marL="1270">
              <a:lnSpc>
                <a:spcPct val="100000"/>
              </a:lnSpc>
              <a:spcBef>
                <a:spcPts val="365"/>
              </a:spcBef>
            </a:pPr>
            <a:r>
              <a:rPr dirty="0" sz="2400" spc="-25">
                <a:solidFill>
                  <a:srgbClr val="40458B"/>
                </a:solidFill>
                <a:latin typeface="黑体"/>
                <a:cs typeface="黑体"/>
              </a:rPr>
              <a:t>编译</a:t>
            </a:r>
            <a:endParaRPr sz="2400">
              <a:latin typeface="黑体"/>
              <a:cs typeface="黑体"/>
            </a:endParaRPr>
          </a:p>
        </p:txBody>
      </p:sp>
      <p:grpSp>
        <p:nvGrpSpPr>
          <p:cNvPr id="48" name="object 48" descr=""/>
          <p:cNvGrpSpPr/>
          <p:nvPr/>
        </p:nvGrpSpPr>
        <p:grpSpPr>
          <a:xfrm>
            <a:off x="8708072" y="3700653"/>
            <a:ext cx="1882139" cy="515620"/>
            <a:chOff x="8708072" y="3700653"/>
            <a:chExt cx="1882139" cy="515620"/>
          </a:xfrm>
        </p:grpSpPr>
        <p:sp>
          <p:nvSpPr>
            <p:cNvPr id="49" name="object 49" descr=""/>
            <p:cNvSpPr/>
            <p:nvPr/>
          </p:nvSpPr>
          <p:spPr>
            <a:xfrm>
              <a:off x="8712834" y="3705415"/>
              <a:ext cx="1872614" cy="506095"/>
            </a:xfrm>
            <a:custGeom>
              <a:avLst/>
              <a:gdLst/>
              <a:ahLst/>
              <a:cxnLst/>
              <a:rect l="l" t="t" r="r" b="b"/>
              <a:pathLst>
                <a:path w="1872615" h="506095">
                  <a:moveTo>
                    <a:pt x="1872488" y="0"/>
                  </a:moveTo>
                  <a:lnTo>
                    <a:pt x="0" y="0"/>
                  </a:lnTo>
                  <a:lnTo>
                    <a:pt x="0" y="506031"/>
                  </a:lnTo>
                  <a:lnTo>
                    <a:pt x="1872488" y="506031"/>
                  </a:lnTo>
                  <a:lnTo>
                    <a:pt x="1872488" y="0"/>
                  </a:lnTo>
                  <a:close/>
                </a:path>
              </a:pathLst>
            </a:custGeom>
            <a:solidFill>
              <a:srgbClr val="EBD782"/>
            </a:solidFill>
          </p:spPr>
          <p:txBody>
            <a:bodyPr wrap="square" lIns="0" tIns="0" rIns="0" bIns="0" rtlCol="0"/>
            <a:lstStyle/>
            <a:p/>
          </p:txBody>
        </p:sp>
        <p:sp>
          <p:nvSpPr>
            <p:cNvPr id="50" name="object 50" descr=""/>
            <p:cNvSpPr/>
            <p:nvPr/>
          </p:nvSpPr>
          <p:spPr>
            <a:xfrm>
              <a:off x="8712834" y="3705415"/>
              <a:ext cx="1872614" cy="506095"/>
            </a:xfrm>
            <a:custGeom>
              <a:avLst/>
              <a:gdLst/>
              <a:ahLst/>
              <a:cxnLst/>
              <a:rect l="l" t="t" r="r" b="b"/>
              <a:pathLst>
                <a:path w="1872615" h="506095">
                  <a:moveTo>
                    <a:pt x="0" y="506031"/>
                  </a:moveTo>
                  <a:lnTo>
                    <a:pt x="1872488" y="506031"/>
                  </a:lnTo>
                  <a:lnTo>
                    <a:pt x="1872488" y="0"/>
                  </a:lnTo>
                  <a:lnTo>
                    <a:pt x="0" y="0"/>
                  </a:lnTo>
                  <a:lnTo>
                    <a:pt x="0" y="506031"/>
                  </a:lnTo>
                  <a:close/>
                </a:path>
              </a:pathLst>
            </a:custGeom>
            <a:ln w="9525">
              <a:solidFill>
                <a:srgbClr val="40458B"/>
              </a:solidFill>
            </a:ln>
          </p:spPr>
          <p:txBody>
            <a:bodyPr wrap="square" lIns="0" tIns="0" rIns="0" bIns="0" rtlCol="0"/>
            <a:lstStyle/>
            <a:p/>
          </p:txBody>
        </p:sp>
      </p:grpSp>
      <p:sp>
        <p:nvSpPr>
          <p:cNvPr id="51" name="object 51" descr=""/>
          <p:cNvSpPr txBox="1"/>
          <p:nvPr/>
        </p:nvSpPr>
        <p:spPr>
          <a:xfrm>
            <a:off x="9426956" y="3739388"/>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连接</a:t>
            </a:r>
            <a:endParaRPr sz="2400">
              <a:latin typeface="黑体"/>
              <a:cs typeface="黑体"/>
            </a:endParaRPr>
          </a:p>
        </p:txBody>
      </p:sp>
      <p:grpSp>
        <p:nvGrpSpPr>
          <p:cNvPr id="52" name="object 52" descr=""/>
          <p:cNvGrpSpPr/>
          <p:nvPr/>
        </p:nvGrpSpPr>
        <p:grpSpPr>
          <a:xfrm>
            <a:off x="8692324" y="4595114"/>
            <a:ext cx="1882139" cy="515620"/>
            <a:chOff x="8692324" y="4595114"/>
            <a:chExt cx="1882139" cy="515620"/>
          </a:xfrm>
        </p:grpSpPr>
        <p:sp>
          <p:nvSpPr>
            <p:cNvPr id="53" name="object 53" descr=""/>
            <p:cNvSpPr/>
            <p:nvPr/>
          </p:nvSpPr>
          <p:spPr>
            <a:xfrm>
              <a:off x="8697086" y="4599876"/>
              <a:ext cx="1872614" cy="506095"/>
            </a:xfrm>
            <a:custGeom>
              <a:avLst/>
              <a:gdLst/>
              <a:ahLst/>
              <a:cxnLst/>
              <a:rect l="l" t="t" r="r" b="b"/>
              <a:pathLst>
                <a:path w="1872615" h="506095">
                  <a:moveTo>
                    <a:pt x="1872488" y="0"/>
                  </a:moveTo>
                  <a:lnTo>
                    <a:pt x="0" y="0"/>
                  </a:lnTo>
                  <a:lnTo>
                    <a:pt x="0" y="506031"/>
                  </a:lnTo>
                  <a:lnTo>
                    <a:pt x="1872488" y="506031"/>
                  </a:lnTo>
                  <a:lnTo>
                    <a:pt x="1872488" y="0"/>
                  </a:lnTo>
                  <a:close/>
                </a:path>
              </a:pathLst>
            </a:custGeom>
            <a:solidFill>
              <a:srgbClr val="EBD782"/>
            </a:solidFill>
          </p:spPr>
          <p:txBody>
            <a:bodyPr wrap="square" lIns="0" tIns="0" rIns="0" bIns="0" rtlCol="0"/>
            <a:lstStyle/>
            <a:p/>
          </p:txBody>
        </p:sp>
        <p:sp>
          <p:nvSpPr>
            <p:cNvPr id="54" name="object 54" descr=""/>
            <p:cNvSpPr/>
            <p:nvPr/>
          </p:nvSpPr>
          <p:spPr>
            <a:xfrm>
              <a:off x="8697086" y="4599876"/>
              <a:ext cx="1872614" cy="506095"/>
            </a:xfrm>
            <a:custGeom>
              <a:avLst/>
              <a:gdLst/>
              <a:ahLst/>
              <a:cxnLst/>
              <a:rect l="l" t="t" r="r" b="b"/>
              <a:pathLst>
                <a:path w="1872615" h="506095">
                  <a:moveTo>
                    <a:pt x="0" y="506031"/>
                  </a:moveTo>
                  <a:lnTo>
                    <a:pt x="1872488" y="506031"/>
                  </a:lnTo>
                  <a:lnTo>
                    <a:pt x="1872488" y="0"/>
                  </a:lnTo>
                  <a:lnTo>
                    <a:pt x="0" y="0"/>
                  </a:lnTo>
                  <a:lnTo>
                    <a:pt x="0" y="506031"/>
                  </a:lnTo>
                  <a:close/>
                </a:path>
              </a:pathLst>
            </a:custGeom>
            <a:ln w="9525">
              <a:solidFill>
                <a:srgbClr val="40458B"/>
              </a:solidFill>
            </a:ln>
          </p:spPr>
          <p:txBody>
            <a:bodyPr wrap="square" lIns="0" tIns="0" rIns="0" bIns="0" rtlCol="0"/>
            <a:lstStyle/>
            <a:p/>
          </p:txBody>
        </p:sp>
      </p:grpSp>
      <p:sp>
        <p:nvSpPr>
          <p:cNvPr id="55" name="object 55" descr=""/>
          <p:cNvSpPr txBox="1"/>
          <p:nvPr/>
        </p:nvSpPr>
        <p:spPr>
          <a:xfrm>
            <a:off x="9316593" y="4633671"/>
            <a:ext cx="635635"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执行</a:t>
            </a:r>
            <a:endParaRPr sz="2400">
              <a:latin typeface="黑体"/>
              <a:cs typeface="黑体"/>
            </a:endParaRPr>
          </a:p>
        </p:txBody>
      </p:sp>
      <p:sp>
        <p:nvSpPr>
          <p:cNvPr id="56" name="object 56" descr=""/>
          <p:cNvSpPr/>
          <p:nvPr/>
        </p:nvSpPr>
        <p:spPr>
          <a:xfrm>
            <a:off x="9543668" y="1471167"/>
            <a:ext cx="161925" cy="506095"/>
          </a:xfrm>
          <a:custGeom>
            <a:avLst/>
            <a:gdLst/>
            <a:ahLst/>
            <a:cxnLst/>
            <a:rect l="l" t="t" r="r" b="b"/>
            <a:pathLst>
              <a:path w="161925" h="506094">
                <a:moveTo>
                  <a:pt x="53975" y="344043"/>
                </a:moveTo>
                <a:lnTo>
                  <a:pt x="0" y="344043"/>
                </a:lnTo>
                <a:lnTo>
                  <a:pt x="80899" y="505968"/>
                </a:lnTo>
                <a:lnTo>
                  <a:pt x="148388" y="371094"/>
                </a:lnTo>
                <a:lnTo>
                  <a:pt x="53975" y="371094"/>
                </a:lnTo>
                <a:lnTo>
                  <a:pt x="53975" y="344043"/>
                </a:lnTo>
                <a:close/>
              </a:path>
              <a:path w="161925" h="506094">
                <a:moveTo>
                  <a:pt x="107950" y="0"/>
                </a:moveTo>
                <a:lnTo>
                  <a:pt x="53975" y="0"/>
                </a:lnTo>
                <a:lnTo>
                  <a:pt x="53975" y="371094"/>
                </a:lnTo>
                <a:lnTo>
                  <a:pt x="107950" y="371094"/>
                </a:lnTo>
                <a:lnTo>
                  <a:pt x="107950" y="0"/>
                </a:lnTo>
                <a:close/>
              </a:path>
              <a:path w="161925" h="506094">
                <a:moveTo>
                  <a:pt x="161925" y="344043"/>
                </a:moveTo>
                <a:lnTo>
                  <a:pt x="107950" y="344043"/>
                </a:lnTo>
                <a:lnTo>
                  <a:pt x="107950" y="371094"/>
                </a:lnTo>
                <a:lnTo>
                  <a:pt x="148388" y="371094"/>
                </a:lnTo>
                <a:lnTo>
                  <a:pt x="161925" y="344043"/>
                </a:lnTo>
                <a:close/>
              </a:path>
            </a:pathLst>
          </a:custGeom>
          <a:solidFill>
            <a:srgbClr val="006FC0"/>
          </a:solidFill>
        </p:spPr>
        <p:txBody>
          <a:bodyPr wrap="square" lIns="0" tIns="0" rIns="0" bIns="0" rtlCol="0"/>
          <a:lstStyle/>
          <a:p/>
        </p:txBody>
      </p:sp>
      <p:grpSp>
        <p:nvGrpSpPr>
          <p:cNvPr id="57" name="object 57" descr=""/>
          <p:cNvGrpSpPr/>
          <p:nvPr/>
        </p:nvGrpSpPr>
        <p:grpSpPr>
          <a:xfrm>
            <a:off x="4700968" y="4761610"/>
            <a:ext cx="2214245" cy="1224280"/>
            <a:chOff x="4700968" y="4761610"/>
            <a:chExt cx="2214245" cy="1224280"/>
          </a:xfrm>
        </p:grpSpPr>
        <p:sp>
          <p:nvSpPr>
            <p:cNvPr id="58" name="object 58" descr=""/>
            <p:cNvSpPr/>
            <p:nvPr/>
          </p:nvSpPr>
          <p:spPr>
            <a:xfrm>
              <a:off x="5713349" y="4761610"/>
              <a:ext cx="179705" cy="1224280"/>
            </a:xfrm>
            <a:custGeom>
              <a:avLst/>
              <a:gdLst/>
              <a:ahLst/>
              <a:cxnLst/>
              <a:rect l="l" t="t" r="r" b="b"/>
              <a:pathLst>
                <a:path w="179704" h="1224279">
                  <a:moveTo>
                    <a:pt x="161925" y="1062291"/>
                  </a:moveTo>
                  <a:lnTo>
                    <a:pt x="107950" y="1062291"/>
                  </a:lnTo>
                  <a:lnTo>
                    <a:pt x="107950" y="756158"/>
                  </a:lnTo>
                  <a:lnTo>
                    <a:pt x="53975" y="756158"/>
                  </a:lnTo>
                  <a:lnTo>
                    <a:pt x="53975" y="1062291"/>
                  </a:lnTo>
                  <a:lnTo>
                    <a:pt x="0" y="1062291"/>
                  </a:lnTo>
                  <a:lnTo>
                    <a:pt x="80899" y="1224216"/>
                  </a:lnTo>
                  <a:lnTo>
                    <a:pt x="148412" y="1089279"/>
                  </a:lnTo>
                  <a:lnTo>
                    <a:pt x="161925" y="1062291"/>
                  </a:lnTo>
                  <a:close/>
                </a:path>
                <a:path w="179704" h="1224279">
                  <a:moveTo>
                    <a:pt x="179705" y="306197"/>
                  </a:moveTo>
                  <a:lnTo>
                    <a:pt x="125730" y="306197"/>
                  </a:lnTo>
                  <a:lnTo>
                    <a:pt x="125730" y="0"/>
                  </a:lnTo>
                  <a:lnTo>
                    <a:pt x="71755" y="0"/>
                  </a:lnTo>
                  <a:lnTo>
                    <a:pt x="71755" y="306197"/>
                  </a:lnTo>
                  <a:lnTo>
                    <a:pt x="17780" y="306197"/>
                  </a:lnTo>
                  <a:lnTo>
                    <a:pt x="98806" y="468122"/>
                  </a:lnTo>
                  <a:lnTo>
                    <a:pt x="166243" y="333121"/>
                  </a:lnTo>
                  <a:lnTo>
                    <a:pt x="179705" y="306197"/>
                  </a:lnTo>
                  <a:close/>
                </a:path>
              </a:pathLst>
            </a:custGeom>
            <a:solidFill>
              <a:srgbClr val="006FC0"/>
            </a:solidFill>
          </p:spPr>
          <p:txBody>
            <a:bodyPr wrap="square" lIns="0" tIns="0" rIns="0" bIns="0" rtlCol="0"/>
            <a:lstStyle/>
            <a:p/>
          </p:txBody>
        </p:sp>
        <p:sp>
          <p:nvSpPr>
            <p:cNvPr id="59" name="object 59" descr=""/>
            <p:cNvSpPr/>
            <p:nvPr/>
          </p:nvSpPr>
          <p:spPr>
            <a:xfrm>
              <a:off x="4705730" y="5003799"/>
              <a:ext cx="2204720" cy="728980"/>
            </a:xfrm>
            <a:custGeom>
              <a:avLst/>
              <a:gdLst/>
              <a:ahLst/>
              <a:cxnLst/>
              <a:rect l="l" t="t" r="r" b="b"/>
              <a:pathLst>
                <a:path w="2204720" h="728979">
                  <a:moveTo>
                    <a:pt x="0" y="364363"/>
                  </a:moveTo>
                  <a:lnTo>
                    <a:pt x="8588" y="318645"/>
                  </a:lnTo>
                  <a:lnTo>
                    <a:pt x="33665" y="274626"/>
                  </a:lnTo>
                  <a:lnTo>
                    <a:pt x="74198" y="232646"/>
                  </a:lnTo>
                  <a:lnTo>
                    <a:pt x="129154" y="193046"/>
                  </a:lnTo>
                  <a:lnTo>
                    <a:pt x="197500" y="156167"/>
                  </a:lnTo>
                  <a:lnTo>
                    <a:pt x="236371" y="138854"/>
                  </a:lnTo>
                  <a:lnTo>
                    <a:pt x="278203" y="122349"/>
                  </a:lnTo>
                  <a:lnTo>
                    <a:pt x="322865" y="106695"/>
                  </a:lnTo>
                  <a:lnTo>
                    <a:pt x="370230" y="91935"/>
                  </a:lnTo>
                  <a:lnTo>
                    <a:pt x="420167" y="78110"/>
                  </a:lnTo>
                  <a:lnTo>
                    <a:pt x="472548" y="65264"/>
                  </a:lnTo>
                  <a:lnTo>
                    <a:pt x="527244" y="53439"/>
                  </a:lnTo>
                  <a:lnTo>
                    <a:pt x="584125" y="42678"/>
                  </a:lnTo>
                  <a:lnTo>
                    <a:pt x="643063" y="33023"/>
                  </a:lnTo>
                  <a:lnTo>
                    <a:pt x="703927" y="24518"/>
                  </a:lnTo>
                  <a:lnTo>
                    <a:pt x="766591" y="17203"/>
                  </a:lnTo>
                  <a:lnTo>
                    <a:pt x="830923" y="11124"/>
                  </a:lnTo>
                  <a:lnTo>
                    <a:pt x="896795" y="6321"/>
                  </a:lnTo>
                  <a:lnTo>
                    <a:pt x="964078" y="2837"/>
                  </a:lnTo>
                  <a:lnTo>
                    <a:pt x="1032642" y="716"/>
                  </a:lnTo>
                  <a:lnTo>
                    <a:pt x="1102360" y="0"/>
                  </a:lnTo>
                  <a:lnTo>
                    <a:pt x="1172077" y="716"/>
                  </a:lnTo>
                  <a:lnTo>
                    <a:pt x="1240641" y="2837"/>
                  </a:lnTo>
                  <a:lnTo>
                    <a:pt x="1307924" y="6321"/>
                  </a:lnTo>
                  <a:lnTo>
                    <a:pt x="1373796" y="11124"/>
                  </a:lnTo>
                  <a:lnTo>
                    <a:pt x="1438128" y="17203"/>
                  </a:lnTo>
                  <a:lnTo>
                    <a:pt x="1500792" y="24518"/>
                  </a:lnTo>
                  <a:lnTo>
                    <a:pt x="1561656" y="33023"/>
                  </a:lnTo>
                  <a:lnTo>
                    <a:pt x="1620594" y="42678"/>
                  </a:lnTo>
                  <a:lnTo>
                    <a:pt x="1677475" y="53439"/>
                  </a:lnTo>
                  <a:lnTo>
                    <a:pt x="1732171" y="65264"/>
                  </a:lnTo>
                  <a:lnTo>
                    <a:pt x="1784552" y="78110"/>
                  </a:lnTo>
                  <a:lnTo>
                    <a:pt x="1834489" y="91935"/>
                  </a:lnTo>
                  <a:lnTo>
                    <a:pt x="1881854" y="106695"/>
                  </a:lnTo>
                  <a:lnTo>
                    <a:pt x="1926516" y="122349"/>
                  </a:lnTo>
                  <a:lnTo>
                    <a:pt x="1968348" y="138854"/>
                  </a:lnTo>
                  <a:lnTo>
                    <a:pt x="2007219" y="156167"/>
                  </a:lnTo>
                  <a:lnTo>
                    <a:pt x="2043001" y="174245"/>
                  </a:lnTo>
                  <a:lnTo>
                    <a:pt x="2104781" y="212527"/>
                  </a:lnTo>
                  <a:lnTo>
                    <a:pt x="2152655" y="253360"/>
                  </a:lnTo>
                  <a:lnTo>
                    <a:pt x="2185589" y="296402"/>
                  </a:lnTo>
                  <a:lnTo>
                    <a:pt x="2202551" y="341313"/>
                  </a:lnTo>
                  <a:lnTo>
                    <a:pt x="2204720" y="364363"/>
                  </a:lnTo>
                  <a:lnTo>
                    <a:pt x="2202551" y="387398"/>
                  </a:lnTo>
                  <a:lnTo>
                    <a:pt x="2185589" y="432286"/>
                  </a:lnTo>
                  <a:lnTo>
                    <a:pt x="2152655" y="475311"/>
                  </a:lnTo>
                  <a:lnTo>
                    <a:pt x="2104781" y="516132"/>
                  </a:lnTo>
                  <a:lnTo>
                    <a:pt x="2043001" y="554406"/>
                  </a:lnTo>
                  <a:lnTo>
                    <a:pt x="2007219" y="572482"/>
                  </a:lnTo>
                  <a:lnTo>
                    <a:pt x="1968348" y="589793"/>
                  </a:lnTo>
                  <a:lnTo>
                    <a:pt x="1926516" y="606297"/>
                  </a:lnTo>
                  <a:lnTo>
                    <a:pt x="1881854" y="621950"/>
                  </a:lnTo>
                  <a:lnTo>
                    <a:pt x="1834489" y="636711"/>
                  </a:lnTo>
                  <a:lnTo>
                    <a:pt x="1784552" y="650537"/>
                  </a:lnTo>
                  <a:lnTo>
                    <a:pt x="1732171" y="663384"/>
                  </a:lnTo>
                  <a:lnTo>
                    <a:pt x="1677475" y="675210"/>
                  </a:lnTo>
                  <a:lnTo>
                    <a:pt x="1620594" y="685973"/>
                  </a:lnTo>
                  <a:lnTo>
                    <a:pt x="1561656" y="695629"/>
                  </a:lnTo>
                  <a:lnTo>
                    <a:pt x="1500792" y="704137"/>
                  </a:lnTo>
                  <a:lnTo>
                    <a:pt x="1438128" y="711453"/>
                  </a:lnTo>
                  <a:lnTo>
                    <a:pt x="1373796" y="717534"/>
                  </a:lnTo>
                  <a:lnTo>
                    <a:pt x="1307924" y="722339"/>
                  </a:lnTo>
                  <a:lnTo>
                    <a:pt x="1240641" y="725823"/>
                  </a:lnTo>
                  <a:lnTo>
                    <a:pt x="1172077" y="727945"/>
                  </a:lnTo>
                  <a:lnTo>
                    <a:pt x="1102360" y="728662"/>
                  </a:lnTo>
                  <a:lnTo>
                    <a:pt x="1032642" y="727945"/>
                  </a:lnTo>
                  <a:lnTo>
                    <a:pt x="964078" y="725823"/>
                  </a:lnTo>
                  <a:lnTo>
                    <a:pt x="896795" y="722339"/>
                  </a:lnTo>
                  <a:lnTo>
                    <a:pt x="830923" y="717534"/>
                  </a:lnTo>
                  <a:lnTo>
                    <a:pt x="766591" y="711453"/>
                  </a:lnTo>
                  <a:lnTo>
                    <a:pt x="703927" y="704137"/>
                  </a:lnTo>
                  <a:lnTo>
                    <a:pt x="643063" y="695629"/>
                  </a:lnTo>
                  <a:lnTo>
                    <a:pt x="584125" y="685973"/>
                  </a:lnTo>
                  <a:lnTo>
                    <a:pt x="527244" y="675210"/>
                  </a:lnTo>
                  <a:lnTo>
                    <a:pt x="472548" y="663384"/>
                  </a:lnTo>
                  <a:lnTo>
                    <a:pt x="420167" y="650537"/>
                  </a:lnTo>
                  <a:lnTo>
                    <a:pt x="370230" y="636711"/>
                  </a:lnTo>
                  <a:lnTo>
                    <a:pt x="322865" y="621950"/>
                  </a:lnTo>
                  <a:lnTo>
                    <a:pt x="278203" y="606297"/>
                  </a:lnTo>
                  <a:lnTo>
                    <a:pt x="236371" y="589793"/>
                  </a:lnTo>
                  <a:lnTo>
                    <a:pt x="197500" y="572482"/>
                  </a:lnTo>
                  <a:lnTo>
                    <a:pt x="161718" y="554406"/>
                  </a:lnTo>
                  <a:lnTo>
                    <a:pt x="99938" y="516132"/>
                  </a:lnTo>
                  <a:lnTo>
                    <a:pt x="52064" y="475311"/>
                  </a:lnTo>
                  <a:lnTo>
                    <a:pt x="19130" y="432286"/>
                  </a:lnTo>
                  <a:lnTo>
                    <a:pt x="2168" y="387398"/>
                  </a:lnTo>
                  <a:lnTo>
                    <a:pt x="0" y="364363"/>
                  </a:lnTo>
                  <a:close/>
                </a:path>
              </a:pathLst>
            </a:custGeom>
            <a:ln w="9525">
              <a:solidFill>
                <a:srgbClr val="FF0000"/>
              </a:solidFill>
            </a:ln>
          </p:spPr>
          <p:txBody>
            <a:bodyPr wrap="square" lIns="0" tIns="0" rIns="0" bIns="0" rtlCol="0"/>
            <a:lstStyle/>
            <a:p/>
          </p:txBody>
        </p:sp>
      </p:grpSp>
      <p:sp>
        <p:nvSpPr>
          <p:cNvPr id="60" name="object 60" descr=""/>
          <p:cNvSpPr txBox="1"/>
          <p:nvPr/>
        </p:nvSpPr>
        <p:spPr>
          <a:xfrm>
            <a:off x="5067046" y="1159002"/>
            <a:ext cx="5313680" cy="391160"/>
          </a:xfrm>
          <a:prstGeom prst="rect">
            <a:avLst/>
          </a:prstGeom>
        </p:spPr>
        <p:txBody>
          <a:bodyPr wrap="square" lIns="0" tIns="12700" rIns="0" bIns="0" rtlCol="0" vert="horz">
            <a:spAutoFit/>
          </a:bodyPr>
          <a:lstStyle/>
          <a:p>
            <a:pPr marL="12700">
              <a:lnSpc>
                <a:spcPct val="100000"/>
              </a:lnSpc>
              <a:spcBef>
                <a:spcPts val="100"/>
              </a:spcBef>
              <a:tabLst>
                <a:tab pos="4081145" algn="l"/>
              </a:tabLst>
            </a:pPr>
            <a:r>
              <a:rPr dirty="0" sz="2400">
                <a:solidFill>
                  <a:srgbClr val="40458B"/>
                </a:solidFill>
                <a:latin typeface="黑体"/>
                <a:cs typeface="黑体"/>
              </a:rPr>
              <a:t>指令</a:t>
            </a:r>
            <a:r>
              <a:rPr dirty="0" sz="2400" spc="-459">
                <a:solidFill>
                  <a:srgbClr val="40458B"/>
                </a:solidFill>
                <a:latin typeface="黑体"/>
                <a:cs typeface="黑体"/>
              </a:rPr>
              <a:t> </a:t>
            </a:r>
            <a:r>
              <a:rPr dirty="0" sz="2400">
                <a:solidFill>
                  <a:srgbClr val="40458B"/>
                </a:solidFill>
                <a:latin typeface="黑体"/>
                <a:cs typeface="黑体"/>
              </a:rPr>
              <a:t>流水</a:t>
            </a:r>
            <a:r>
              <a:rPr dirty="0" sz="2400" spc="-50">
                <a:solidFill>
                  <a:srgbClr val="40458B"/>
                </a:solidFill>
                <a:latin typeface="黑体"/>
                <a:cs typeface="黑体"/>
              </a:rPr>
              <a:t>线</a:t>
            </a:r>
            <a:r>
              <a:rPr dirty="0" sz="2400">
                <a:solidFill>
                  <a:srgbClr val="40458B"/>
                </a:solidFill>
                <a:latin typeface="黑体"/>
                <a:cs typeface="黑体"/>
              </a:rPr>
              <a:t>	宏流水</a:t>
            </a:r>
            <a:r>
              <a:rPr dirty="0" sz="2400" spc="-50">
                <a:solidFill>
                  <a:srgbClr val="40458B"/>
                </a:solidFill>
                <a:latin typeface="黑体"/>
                <a:cs typeface="黑体"/>
              </a:rPr>
              <a:t>线</a:t>
            </a:r>
            <a:endParaRPr sz="2400">
              <a:latin typeface="黑体"/>
              <a:cs typeface="黑体"/>
            </a:endParaRPr>
          </a:p>
        </p:txBody>
      </p:sp>
      <p:sp>
        <p:nvSpPr>
          <p:cNvPr id="61" name="object 61" descr=""/>
          <p:cNvSpPr/>
          <p:nvPr/>
        </p:nvSpPr>
        <p:spPr>
          <a:xfrm>
            <a:off x="9543668" y="2483230"/>
            <a:ext cx="161925" cy="316230"/>
          </a:xfrm>
          <a:custGeom>
            <a:avLst/>
            <a:gdLst/>
            <a:ahLst/>
            <a:cxnLst/>
            <a:rect l="l" t="t" r="r" b="b"/>
            <a:pathLst>
              <a:path w="161925" h="316230">
                <a:moveTo>
                  <a:pt x="53975" y="154305"/>
                </a:moveTo>
                <a:lnTo>
                  <a:pt x="0" y="154305"/>
                </a:lnTo>
                <a:lnTo>
                  <a:pt x="80899" y="316230"/>
                </a:lnTo>
                <a:lnTo>
                  <a:pt x="148388" y="181356"/>
                </a:lnTo>
                <a:lnTo>
                  <a:pt x="53975" y="181356"/>
                </a:lnTo>
                <a:lnTo>
                  <a:pt x="53975" y="154305"/>
                </a:lnTo>
                <a:close/>
              </a:path>
              <a:path w="161925" h="316230">
                <a:moveTo>
                  <a:pt x="107950" y="0"/>
                </a:moveTo>
                <a:lnTo>
                  <a:pt x="53975" y="0"/>
                </a:lnTo>
                <a:lnTo>
                  <a:pt x="53975" y="181356"/>
                </a:lnTo>
                <a:lnTo>
                  <a:pt x="107950" y="181356"/>
                </a:lnTo>
                <a:lnTo>
                  <a:pt x="107950" y="0"/>
                </a:lnTo>
                <a:close/>
              </a:path>
              <a:path w="161925" h="316230">
                <a:moveTo>
                  <a:pt x="161925" y="154305"/>
                </a:moveTo>
                <a:lnTo>
                  <a:pt x="107950" y="154305"/>
                </a:lnTo>
                <a:lnTo>
                  <a:pt x="107950" y="181356"/>
                </a:lnTo>
                <a:lnTo>
                  <a:pt x="148388" y="181356"/>
                </a:lnTo>
                <a:lnTo>
                  <a:pt x="161925" y="154305"/>
                </a:lnTo>
                <a:close/>
              </a:path>
            </a:pathLst>
          </a:custGeom>
          <a:solidFill>
            <a:srgbClr val="006FC0"/>
          </a:solidFill>
        </p:spPr>
        <p:txBody>
          <a:bodyPr wrap="square" lIns="0" tIns="0" rIns="0" bIns="0" rtlCol="0"/>
          <a:lstStyle/>
          <a:p/>
        </p:txBody>
      </p:sp>
      <p:grpSp>
        <p:nvGrpSpPr>
          <p:cNvPr id="62" name="object 62" descr=""/>
          <p:cNvGrpSpPr/>
          <p:nvPr/>
        </p:nvGrpSpPr>
        <p:grpSpPr>
          <a:xfrm>
            <a:off x="8726233" y="3305555"/>
            <a:ext cx="1882139" cy="2792095"/>
            <a:chOff x="8726233" y="3305555"/>
            <a:chExt cx="1882139" cy="2792095"/>
          </a:xfrm>
        </p:grpSpPr>
        <p:sp>
          <p:nvSpPr>
            <p:cNvPr id="63" name="object 63" descr=""/>
            <p:cNvSpPr/>
            <p:nvPr/>
          </p:nvSpPr>
          <p:spPr>
            <a:xfrm>
              <a:off x="9543669" y="3305555"/>
              <a:ext cx="186690" cy="1391920"/>
            </a:xfrm>
            <a:custGeom>
              <a:avLst/>
              <a:gdLst/>
              <a:ahLst/>
              <a:cxnLst/>
              <a:rect l="l" t="t" r="r" b="b"/>
              <a:pathLst>
                <a:path w="186690" h="1391920">
                  <a:moveTo>
                    <a:pt x="161925" y="280797"/>
                  </a:moveTo>
                  <a:lnTo>
                    <a:pt x="107950" y="280797"/>
                  </a:lnTo>
                  <a:lnTo>
                    <a:pt x="107950" y="0"/>
                  </a:lnTo>
                  <a:lnTo>
                    <a:pt x="53975" y="0"/>
                  </a:lnTo>
                  <a:lnTo>
                    <a:pt x="53975" y="280797"/>
                  </a:lnTo>
                  <a:lnTo>
                    <a:pt x="0" y="280797"/>
                  </a:lnTo>
                  <a:lnTo>
                    <a:pt x="80899" y="442722"/>
                  </a:lnTo>
                  <a:lnTo>
                    <a:pt x="148386" y="307848"/>
                  </a:lnTo>
                  <a:lnTo>
                    <a:pt x="161925" y="280797"/>
                  </a:lnTo>
                  <a:close/>
                </a:path>
                <a:path w="186690" h="1391920">
                  <a:moveTo>
                    <a:pt x="186309" y="1229614"/>
                  </a:moveTo>
                  <a:lnTo>
                    <a:pt x="132334" y="1229614"/>
                  </a:lnTo>
                  <a:lnTo>
                    <a:pt x="132334" y="885571"/>
                  </a:lnTo>
                  <a:lnTo>
                    <a:pt x="78359" y="885571"/>
                  </a:lnTo>
                  <a:lnTo>
                    <a:pt x="78359" y="1229614"/>
                  </a:lnTo>
                  <a:lnTo>
                    <a:pt x="24384" y="1229614"/>
                  </a:lnTo>
                  <a:lnTo>
                    <a:pt x="105410" y="1391539"/>
                  </a:lnTo>
                  <a:lnTo>
                    <a:pt x="172783" y="1256665"/>
                  </a:lnTo>
                  <a:lnTo>
                    <a:pt x="186309" y="1229614"/>
                  </a:lnTo>
                  <a:close/>
                </a:path>
              </a:pathLst>
            </a:custGeom>
            <a:solidFill>
              <a:srgbClr val="006FC0"/>
            </a:solidFill>
          </p:spPr>
          <p:txBody>
            <a:bodyPr wrap="square" lIns="0" tIns="0" rIns="0" bIns="0" rtlCol="0"/>
            <a:lstStyle/>
            <a:p/>
          </p:txBody>
        </p:sp>
        <p:sp>
          <p:nvSpPr>
            <p:cNvPr id="64" name="object 64" descr=""/>
            <p:cNvSpPr/>
            <p:nvPr/>
          </p:nvSpPr>
          <p:spPr>
            <a:xfrm>
              <a:off x="8730995" y="5586793"/>
              <a:ext cx="1872614" cy="506095"/>
            </a:xfrm>
            <a:custGeom>
              <a:avLst/>
              <a:gdLst/>
              <a:ahLst/>
              <a:cxnLst/>
              <a:rect l="l" t="t" r="r" b="b"/>
              <a:pathLst>
                <a:path w="1872615" h="506095">
                  <a:moveTo>
                    <a:pt x="1872488" y="0"/>
                  </a:moveTo>
                  <a:lnTo>
                    <a:pt x="0" y="0"/>
                  </a:lnTo>
                  <a:lnTo>
                    <a:pt x="0" y="506031"/>
                  </a:lnTo>
                  <a:lnTo>
                    <a:pt x="1872488" y="506031"/>
                  </a:lnTo>
                  <a:lnTo>
                    <a:pt x="1872488" y="0"/>
                  </a:lnTo>
                  <a:close/>
                </a:path>
              </a:pathLst>
            </a:custGeom>
            <a:solidFill>
              <a:srgbClr val="EBD782"/>
            </a:solidFill>
          </p:spPr>
          <p:txBody>
            <a:bodyPr wrap="square" lIns="0" tIns="0" rIns="0" bIns="0" rtlCol="0"/>
            <a:lstStyle/>
            <a:p/>
          </p:txBody>
        </p:sp>
        <p:sp>
          <p:nvSpPr>
            <p:cNvPr id="65" name="object 65" descr=""/>
            <p:cNvSpPr/>
            <p:nvPr/>
          </p:nvSpPr>
          <p:spPr>
            <a:xfrm>
              <a:off x="8730995" y="5586793"/>
              <a:ext cx="1872614" cy="506095"/>
            </a:xfrm>
            <a:custGeom>
              <a:avLst/>
              <a:gdLst/>
              <a:ahLst/>
              <a:cxnLst/>
              <a:rect l="l" t="t" r="r" b="b"/>
              <a:pathLst>
                <a:path w="1872615" h="506095">
                  <a:moveTo>
                    <a:pt x="0" y="506031"/>
                  </a:moveTo>
                  <a:lnTo>
                    <a:pt x="1872488" y="506031"/>
                  </a:lnTo>
                  <a:lnTo>
                    <a:pt x="1872488" y="0"/>
                  </a:lnTo>
                  <a:lnTo>
                    <a:pt x="0" y="0"/>
                  </a:lnTo>
                  <a:lnTo>
                    <a:pt x="0" y="506031"/>
                  </a:lnTo>
                  <a:close/>
                </a:path>
              </a:pathLst>
            </a:custGeom>
            <a:ln w="9525">
              <a:solidFill>
                <a:srgbClr val="40458B"/>
              </a:solidFill>
            </a:ln>
          </p:spPr>
          <p:txBody>
            <a:bodyPr wrap="square" lIns="0" tIns="0" rIns="0" bIns="0" rtlCol="0"/>
            <a:lstStyle/>
            <a:p/>
          </p:txBody>
        </p:sp>
      </p:grpSp>
      <p:sp>
        <p:nvSpPr>
          <p:cNvPr id="66" name="object 66" descr=""/>
          <p:cNvSpPr txBox="1"/>
          <p:nvPr/>
        </p:nvSpPr>
        <p:spPr>
          <a:xfrm>
            <a:off x="9045702" y="5621223"/>
            <a:ext cx="124587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结果输出</a:t>
            </a:r>
            <a:endParaRPr sz="2400">
              <a:latin typeface="黑体"/>
              <a:cs typeface="黑体"/>
            </a:endParaRPr>
          </a:p>
        </p:txBody>
      </p:sp>
      <p:sp>
        <p:nvSpPr>
          <p:cNvPr id="67" name="object 67" descr=""/>
          <p:cNvSpPr/>
          <p:nvPr/>
        </p:nvSpPr>
        <p:spPr>
          <a:xfrm>
            <a:off x="9552431" y="5146166"/>
            <a:ext cx="161925" cy="506095"/>
          </a:xfrm>
          <a:custGeom>
            <a:avLst/>
            <a:gdLst/>
            <a:ahLst/>
            <a:cxnLst/>
            <a:rect l="l" t="t" r="r" b="b"/>
            <a:pathLst>
              <a:path w="161925" h="506095">
                <a:moveTo>
                  <a:pt x="53975" y="344169"/>
                </a:moveTo>
                <a:lnTo>
                  <a:pt x="0" y="344169"/>
                </a:lnTo>
                <a:lnTo>
                  <a:pt x="80899" y="506082"/>
                </a:lnTo>
                <a:lnTo>
                  <a:pt x="148451" y="371093"/>
                </a:lnTo>
                <a:lnTo>
                  <a:pt x="53975" y="371093"/>
                </a:lnTo>
                <a:lnTo>
                  <a:pt x="53975" y="344169"/>
                </a:lnTo>
                <a:close/>
              </a:path>
              <a:path w="161925" h="506095">
                <a:moveTo>
                  <a:pt x="107950" y="0"/>
                </a:moveTo>
                <a:lnTo>
                  <a:pt x="53975" y="0"/>
                </a:lnTo>
                <a:lnTo>
                  <a:pt x="53975" y="371093"/>
                </a:lnTo>
                <a:lnTo>
                  <a:pt x="107950" y="371093"/>
                </a:lnTo>
                <a:lnTo>
                  <a:pt x="107950" y="0"/>
                </a:lnTo>
                <a:close/>
              </a:path>
              <a:path w="161925" h="506095">
                <a:moveTo>
                  <a:pt x="161925" y="344169"/>
                </a:moveTo>
                <a:lnTo>
                  <a:pt x="107950" y="344169"/>
                </a:lnTo>
                <a:lnTo>
                  <a:pt x="107950" y="371093"/>
                </a:lnTo>
                <a:lnTo>
                  <a:pt x="148451" y="371093"/>
                </a:lnTo>
                <a:lnTo>
                  <a:pt x="161925" y="344169"/>
                </a:lnTo>
                <a:close/>
              </a:path>
            </a:pathLst>
          </a:custGeom>
          <a:solidFill>
            <a:srgbClr val="006FC0"/>
          </a:solidFill>
        </p:spPr>
        <p:txBody>
          <a:bodyPr wrap="square" lIns="0" tIns="0" rIns="0" bIns="0" rtlCol="0"/>
          <a:lstStyle/>
          <a:p/>
        </p:txBody>
      </p:sp>
      <p:sp>
        <p:nvSpPr>
          <p:cNvPr id="68" name="object 68" descr=""/>
          <p:cNvSpPr txBox="1"/>
          <p:nvPr/>
        </p:nvSpPr>
        <p:spPr>
          <a:xfrm>
            <a:off x="335991" y="2663697"/>
            <a:ext cx="330835" cy="1845945"/>
          </a:xfrm>
          <a:prstGeom prst="rect">
            <a:avLst/>
          </a:prstGeom>
        </p:spPr>
        <p:txBody>
          <a:bodyPr wrap="square" lIns="0" tIns="14604" rIns="0" bIns="0" rtlCol="0" vert="horz">
            <a:spAutoFit/>
          </a:bodyPr>
          <a:lstStyle/>
          <a:p>
            <a:pPr algn="just" marL="12700" marR="5080">
              <a:lnSpc>
                <a:spcPct val="99400"/>
              </a:lnSpc>
              <a:spcBef>
                <a:spcPts val="114"/>
              </a:spcBef>
            </a:pPr>
            <a:r>
              <a:rPr dirty="0" sz="2400" spc="-50">
                <a:solidFill>
                  <a:srgbClr val="FF0000"/>
                </a:solidFill>
                <a:latin typeface="黑体"/>
                <a:cs typeface="黑体"/>
              </a:rPr>
              <a:t>部件功能级</a:t>
            </a:r>
            <a:endParaRPr sz="2400">
              <a:latin typeface="黑体"/>
              <a:cs typeface="黑体"/>
            </a:endParaRPr>
          </a:p>
        </p:txBody>
      </p:sp>
      <p:sp>
        <p:nvSpPr>
          <p:cNvPr id="69" name="object 69" descr=""/>
          <p:cNvSpPr txBox="1"/>
          <p:nvPr/>
        </p:nvSpPr>
        <p:spPr>
          <a:xfrm>
            <a:off x="3993896" y="2819527"/>
            <a:ext cx="330835" cy="1479550"/>
          </a:xfrm>
          <a:prstGeom prst="rect">
            <a:avLst/>
          </a:prstGeom>
        </p:spPr>
        <p:txBody>
          <a:bodyPr wrap="square" lIns="0" tIns="15240" rIns="0" bIns="0" rtlCol="0" vert="horz">
            <a:spAutoFit/>
          </a:bodyPr>
          <a:lstStyle/>
          <a:p>
            <a:pPr algn="just" marL="12700" marR="5080">
              <a:lnSpc>
                <a:spcPct val="99200"/>
              </a:lnSpc>
              <a:spcBef>
                <a:spcPts val="120"/>
              </a:spcBef>
            </a:pPr>
            <a:r>
              <a:rPr dirty="0" sz="2400" spc="-50">
                <a:solidFill>
                  <a:srgbClr val="FF0000"/>
                </a:solidFill>
                <a:latin typeface="黑体"/>
                <a:cs typeface="黑体"/>
              </a:rPr>
              <a:t>处理机级</a:t>
            </a:r>
            <a:endParaRPr sz="2400">
              <a:latin typeface="黑体"/>
              <a:cs typeface="黑体"/>
            </a:endParaRPr>
          </a:p>
        </p:txBody>
      </p:sp>
      <p:sp>
        <p:nvSpPr>
          <p:cNvPr id="70" name="object 70" descr=""/>
          <p:cNvSpPr txBox="1"/>
          <p:nvPr/>
        </p:nvSpPr>
        <p:spPr>
          <a:xfrm>
            <a:off x="7682230" y="2933827"/>
            <a:ext cx="330835" cy="1113790"/>
          </a:xfrm>
          <a:prstGeom prst="rect">
            <a:avLst/>
          </a:prstGeom>
        </p:spPr>
        <p:txBody>
          <a:bodyPr wrap="square" lIns="0" tIns="17145" rIns="0" bIns="0" rtlCol="0" vert="horz">
            <a:spAutoFit/>
          </a:bodyPr>
          <a:lstStyle/>
          <a:p>
            <a:pPr algn="just" marL="12700" marR="5080">
              <a:lnSpc>
                <a:spcPct val="98700"/>
              </a:lnSpc>
              <a:spcBef>
                <a:spcPts val="135"/>
              </a:spcBef>
            </a:pPr>
            <a:r>
              <a:rPr dirty="0" sz="2400" spc="-50">
                <a:solidFill>
                  <a:srgbClr val="FF0000"/>
                </a:solidFill>
                <a:latin typeface="黑体"/>
                <a:cs typeface="黑体"/>
              </a:rPr>
              <a:t>系统级</a:t>
            </a:r>
            <a:endParaRPr sz="2400">
              <a:latin typeface="黑体"/>
              <a:cs typeface="黑体"/>
            </a:endParaRPr>
          </a:p>
        </p:txBody>
      </p:sp>
      <p:grpSp>
        <p:nvGrpSpPr>
          <p:cNvPr id="71" name="object 71" descr=""/>
          <p:cNvGrpSpPr/>
          <p:nvPr/>
        </p:nvGrpSpPr>
        <p:grpSpPr>
          <a:xfrm>
            <a:off x="3570287" y="5198427"/>
            <a:ext cx="873760" cy="391160"/>
            <a:chOff x="3570287" y="5198427"/>
            <a:chExt cx="873760" cy="391160"/>
          </a:xfrm>
        </p:grpSpPr>
        <p:sp>
          <p:nvSpPr>
            <p:cNvPr id="72" name="object 72" descr=""/>
            <p:cNvSpPr/>
            <p:nvPr/>
          </p:nvSpPr>
          <p:spPr>
            <a:xfrm>
              <a:off x="3575050" y="5203190"/>
              <a:ext cx="864235" cy="381635"/>
            </a:xfrm>
            <a:custGeom>
              <a:avLst/>
              <a:gdLst/>
              <a:ahLst/>
              <a:cxnLst/>
              <a:rect l="l" t="t" r="r" b="b"/>
              <a:pathLst>
                <a:path w="864235" h="381635">
                  <a:moveTo>
                    <a:pt x="190500" y="0"/>
                  </a:moveTo>
                  <a:lnTo>
                    <a:pt x="0" y="190627"/>
                  </a:lnTo>
                  <a:lnTo>
                    <a:pt x="190500" y="381127"/>
                  </a:lnTo>
                  <a:lnTo>
                    <a:pt x="190500" y="285877"/>
                  </a:lnTo>
                  <a:lnTo>
                    <a:pt x="864108" y="285877"/>
                  </a:lnTo>
                  <a:lnTo>
                    <a:pt x="864108" y="95377"/>
                  </a:lnTo>
                  <a:lnTo>
                    <a:pt x="190500" y="95377"/>
                  </a:lnTo>
                  <a:lnTo>
                    <a:pt x="190500" y="0"/>
                  </a:lnTo>
                  <a:close/>
                </a:path>
              </a:pathLst>
            </a:custGeom>
            <a:solidFill>
              <a:srgbClr val="00AFEF"/>
            </a:solidFill>
          </p:spPr>
          <p:txBody>
            <a:bodyPr wrap="square" lIns="0" tIns="0" rIns="0" bIns="0" rtlCol="0"/>
            <a:lstStyle/>
            <a:p/>
          </p:txBody>
        </p:sp>
        <p:sp>
          <p:nvSpPr>
            <p:cNvPr id="73" name="object 73" descr=""/>
            <p:cNvSpPr/>
            <p:nvPr/>
          </p:nvSpPr>
          <p:spPr>
            <a:xfrm>
              <a:off x="3575050" y="5203190"/>
              <a:ext cx="864235" cy="381635"/>
            </a:xfrm>
            <a:custGeom>
              <a:avLst/>
              <a:gdLst/>
              <a:ahLst/>
              <a:cxnLst/>
              <a:rect l="l" t="t" r="r" b="b"/>
              <a:pathLst>
                <a:path w="864235" h="381635">
                  <a:moveTo>
                    <a:pt x="0" y="190627"/>
                  </a:moveTo>
                  <a:lnTo>
                    <a:pt x="190500" y="0"/>
                  </a:lnTo>
                  <a:lnTo>
                    <a:pt x="190500" y="95377"/>
                  </a:lnTo>
                  <a:lnTo>
                    <a:pt x="864108" y="95377"/>
                  </a:lnTo>
                  <a:lnTo>
                    <a:pt x="864108" y="285877"/>
                  </a:lnTo>
                  <a:lnTo>
                    <a:pt x="190500" y="285877"/>
                  </a:lnTo>
                  <a:lnTo>
                    <a:pt x="190500" y="381127"/>
                  </a:lnTo>
                  <a:lnTo>
                    <a:pt x="0" y="190627"/>
                  </a:lnTo>
                  <a:close/>
                </a:path>
              </a:pathLst>
            </a:custGeom>
            <a:ln w="9525">
              <a:solidFill>
                <a:srgbClr val="40458B"/>
              </a:solidFill>
            </a:ln>
          </p:spPr>
          <p:txBody>
            <a:bodyPr wrap="square" lIns="0" tIns="0" rIns="0" bIns="0" rtlCol="0"/>
            <a:lstStyle/>
            <a:p/>
          </p:txBody>
        </p:sp>
      </p:grpSp>
      <p:sp>
        <p:nvSpPr>
          <p:cNvPr id="74" name="object 74" descr=""/>
          <p:cNvSpPr txBox="1"/>
          <p:nvPr/>
        </p:nvSpPr>
        <p:spPr>
          <a:xfrm>
            <a:off x="8120633" y="6184493"/>
            <a:ext cx="39878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宏流水线属于指令间流水线。</a:t>
            </a:r>
            <a:endParaRPr sz="2400">
              <a:latin typeface="黑体"/>
              <a:cs typeface="黑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850007" y="210438"/>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sp>
        <p:nvSpPr>
          <p:cNvPr id="10" name="object 10" descr=""/>
          <p:cNvSpPr txBox="1"/>
          <p:nvPr/>
        </p:nvSpPr>
        <p:spPr>
          <a:xfrm>
            <a:off x="270763" y="1082421"/>
            <a:ext cx="10866755" cy="2312035"/>
          </a:xfrm>
          <a:prstGeom prst="rect">
            <a:avLst/>
          </a:prstGeom>
        </p:spPr>
        <p:txBody>
          <a:bodyPr wrap="square" lIns="0" tIns="12700" rIns="0" bIns="0" rtlCol="0" vert="horz">
            <a:spAutoFit/>
          </a:bodyPr>
          <a:lstStyle/>
          <a:p>
            <a:pPr marL="469900" indent="-457200">
              <a:lnSpc>
                <a:spcPct val="100000"/>
              </a:lnSpc>
              <a:spcBef>
                <a:spcPts val="100"/>
              </a:spcBef>
              <a:buClr>
                <a:srgbClr val="40458B"/>
              </a:buClr>
              <a:buFont typeface="Tahoma"/>
              <a:buAutoNum type="arabicPeriod" startAt="2"/>
              <a:tabLst>
                <a:tab pos="469900" algn="l"/>
              </a:tabLst>
            </a:pPr>
            <a:r>
              <a:rPr dirty="0" sz="2700" spc="-5">
                <a:solidFill>
                  <a:srgbClr val="E14B04"/>
                </a:solidFill>
                <a:latin typeface="黑体"/>
                <a:cs typeface="黑体"/>
              </a:rPr>
              <a:t>单功能流水线与多功能流水线</a:t>
            </a:r>
            <a:endParaRPr sz="2700">
              <a:latin typeface="黑体"/>
              <a:cs typeface="黑体"/>
            </a:endParaRPr>
          </a:p>
          <a:p>
            <a:pPr marL="1117600">
              <a:lnSpc>
                <a:spcPct val="100000"/>
              </a:lnSpc>
              <a:spcBef>
                <a:spcPts val="2485"/>
              </a:spcBef>
            </a:pPr>
            <a:r>
              <a:rPr dirty="0" sz="2000" spc="-15" b="1">
                <a:latin typeface="宋体"/>
                <a:cs typeface="宋体"/>
              </a:rPr>
              <a:t>（</a:t>
            </a:r>
            <a:r>
              <a:rPr dirty="0" sz="2000" spc="-20" b="1">
                <a:latin typeface="宋体"/>
                <a:cs typeface="宋体"/>
              </a:rPr>
              <a:t>按照流水线所完成的功能来分类</a:t>
            </a:r>
            <a:r>
              <a:rPr dirty="0" sz="2000" spc="-50" b="1">
                <a:latin typeface="宋体"/>
                <a:cs typeface="宋体"/>
              </a:rPr>
              <a:t>）</a:t>
            </a:r>
            <a:endParaRPr sz="2000">
              <a:latin typeface="宋体"/>
              <a:cs typeface="宋体"/>
            </a:endParaRPr>
          </a:p>
          <a:p>
            <a:pPr lvl="1" marL="1099185" indent="-457200">
              <a:lnSpc>
                <a:spcPct val="100000"/>
              </a:lnSpc>
              <a:spcBef>
                <a:spcPts val="2100"/>
              </a:spcBef>
              <a:buClr>
                <a:srgbClr val="40458B"/>
              </a:buClr>
              <a:buSzPct val="89583"/>
              <a:buFont typeface="Wingdings"/>
              <a:buChar char=""/>
              <a:tabLst>
                <a:tab pos="1099185" algn="l"/>
              </a:tabLst>
            </a:pPr>
            <a:r>
              <a:rPr dirty="0" sz="2400">
                <a:solidFill>
                  <a:srgbClr val="FF0000"/>
                </a:solidFill>
                <a:latin typeface="黑体"/>
                <a:cs typeface="黑体"/>
              </a:rPr>
              <a:t>单功能流水线：</a:t>
            </a:r>
            <a:r>
              <a:rPr dirty="0" sz="2400" spc="-5">
                <a:solidFill>
                  <a:srgbClr val="40458B"/>
                </a:solidFill>
                <a:latin typeface="黑体"/>
                <a:cs typeface="黑体"/>
              </a:rPr>
              <a:t>只能完成一种固定功能的流水线。</a:t>
            </a:r>
            <a:endParaRPr sz="2400">
              <a:latin typeface="黑体"/>
              <a:cs typeface="黑体"/>
            </a:endParaRPr>
          </a:p>
          <a:p>
            <a:pPr lvl="1" marL="1099185" indent="-457200">
              <a:lnSpc>
                <a:spcPct val="100000"/>
              </a:lnSpc>
              <a:spcBef>
                <a:spcPts val="2014"/>
              </a:spcBef>
              <a:buClr>
                <a:srgbClr val="40458B"/>
              </a:buClr>
              <a:buSzPct val="89583"/>
              <a:buFont typeface="Wingdings"/>
              <a:buChar char=""/>
              <a:tabLst>
                <a:tab pos="1099185" algn="l"/>
              </a:tabLst>
            </a:pPr>
            <a:r>
              <a:rPr dirty="0" sz="2400" spc="-10">
                <a:solidFill>
                  <a:srgbClr val="FF0000"/>
                </a:solidFill>
                <a:latin typeface="黑体"/>
                <a:cs typeface="黑体"/>
              </a:rPr>
              <a:t>多功能流水线：</a:t>
            </a:r>
            <a:r>
              <a:rPr dirty="0" sz="2400" spc="-15">
                <a:solidFill>
                  <a:srgbClr val="40458B"/>
                </a:solidFill>
                <a:latin typeface="黑体"/>
                <a:cs typeface="黑体"/>
              </a:rPr>
              <a:t>流水线的各段可以进行不同的连接，以实现不同的功能。</a:t>
            </a:r>
            <a:endParaRPr sz="2400">
              <a:latin typeface="黑体"/>
              <a:cs typeface="黑体"/>
            </a:endParaRPr>
          </a:p>
        </p:txBody>
      </p:sp>
      <p:sp>
        <p:nvSpPr>
          <p:cNvPr id="11" name="object 11" descr=""/>
          <p:cNvSpPr txBox="1"/>
          <p:nvPr/>
        </p:nvSpPr>
        <p:spPr>
          <a:xfrm>
            <a:off x="8336406" y="324993"/>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3.1.2</a:t>
            </a:r>
            <a:r>
              <a:rPr dirty="0" sz="2600" spc="-20">
                <a:solidFill>
                  <a:srgbClr val="0000CC"/>
                </a:solidFill>
                <a:latin typeface="黑体"/>
                <a:cs typeface="黑体"/>
              </a:rPr>
              <a:t> 流水线的分类</a:t>
            </a:r>
            <a:endParaRPr sz="2600">
              <a:latin typeface="黑体"/>
              <a:cs typeface="黑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3071876" y="188976"/>
            <a:ext cx="6336030" cy="5977255"/>
            <a:chOff x="3071876" y="188976"/>
            <a:chExt cx="6336030" cy="5977255"/>
          </a:xfrm>
        </p:grpSpPr>
        <p:sp>
          <p:nvSpPr>
            <p:cNvPr id="3" name="object 3" descr=""/>
            <p:cNvSpPr/>
            <p:nvPr/>
          </p:nvSpPr>
          <p:spPr>
            <a:xfrm>
              <a:off x="3071876" y="188976"/>
              <a:ext cx="6336030" cy="5977255"/>
            </a:xfrm>
            <a:custGeom>
              <a:avLst/>
              <a:gdLst/>
              <a:ahLst/>
              <a:cxnLst/>
              <a:rect l="l" t="t" r="r" b="b"/>
              <a:pathLst>
                <a:path w="6336030" h="5977255">
                  <a:moveTo>
                    <a:pt x="6335649" y="0"/>
                  </a:moveTo>
                  <a:lnTo>
                    <a:pt x="0" y="0"/>
                  </a:lnTo>
                  <a:lnTo>
                    <a:pt x="0" y="5976874"/>
                  </a:lnTo>
                  <a:lnTo>
                    <a:pt x="6335649" y="5976874"/>
                  </a:lnTo>
                  <a:lnTo>
                    <a:pt x="6335649" y="0"/>
                  </a:lnTo>
                  <a:close/>
                </a:path>
              </a:pathLst>
            </a:custGeom>
            <a:solidFill>
              <a:srgbClr val="EFEFEF"/>
            </a:solidFill>
          </p:spPr>
          <p:txBody>
            <a:bodyPr wrap="square" lIns="0" tIns="0" rIns="0" bIns="0" rtlCol="0"/>
            <a:lstStyle/>
            <a:p/>
          </p:txBody>
        </p:sp>
        <p:sp>
          <p:nvSpPr>
            <p:cNvPr id="4" name="object 4" descr=""/>
            <p:cNvSpPr/>
            <p:nvPr/>
          </p:nvSpPr>
          <p:spPr>
            <a:xfrm>
              <a:off x="5541718" y="3770436"/>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FFFFFF"/>
            </a:solidFill>
          </p:spPr>
          <p:txBody>
            <a:bodyPr wrap="square" lIns="0" tIns="0" rIns="0" bIns="0" rtlCol="0"/>
            <a:lstStyle/>
            <a:p/>
          </p:txBody>
        </p:sp>
        <p:sp>
          <p:nvSpPr>
            <p:cNvPr id="5" name="object 5" descr=""/>
            <p:cNvSpPr/>
            <p:nvPr/>
          </p:nvSpPr>
          <p:spPr>
            <a:xfrm>
              <a:off x="5534861" y="3763401"/>
              <a:ext cx="1075690" cy="328930"/>
            </a:xfrm>
            <a:custGeom>
              <a:avLst/>
              <a:gdLst/>
              <a:ahLst/>
              <a:cxnLst/>
              <a:rect l="l" t="t" r="r" b="b"/>
              <a:pathLst>
                <a:path w="1075690" h="328929">
                  <a:moveTo>
                    <a:pt x="1068073" y="9964"/>
                  </a:moveTo>
                  <a:lnTo>
                    <a:pt x="1058866" y="9964"/>
                  </a:lnTo>
                  <a:lnTo>
                    <a:pt x="1058866" y="62577"/>
                  </a:lnTo>
                  <a:lnTo>
                    <a:pt x="1075518" y="62577"/>
                  </a:lnTo>
                  <a:lnTo>
                    <a:pt x="1075518" y="16740"/>
                  </a:lnTo>
                  <a:lnTo>
                    <a:pt x="1068073" y="16740"/>
                  </a:lnTo>
                  <a:lnTo>
                    <a:pt x="1068073" y="9964"/>
                  </a:lnTo>
                  <a:close/>
                </a:path>
                <a:path w="1075690" h="328929">
                  <a:moveTo>
                    <a:pt x="1068073" y="0"/>
                  </a:moveTo>
                  <a:lnTo>
                    <a:pt x="1009498" y="0"/>
                  </a:lnTo>
                  <a:lnTo>
                    <a:pt x="1009498" y="16740"/>
                  </a:lnTo>
                  <a:lnTo>
                    <a:pt x="1058866" y="16740"/>
                  </a:lnTo>
                  <a:lnTo>
                    <a:pt x="1058866" y="9964"/>
                  </a:lnTo>
                  <a:lnTo>
                    <a:pt x="1068073" y="9964"/>
                  </a:lnTo>
                  <a:lnTo>
                    <a:pt x="1068073" y="0"/>
                  </a:lnTo>
                  <a:close/>
                </a:path>
                <a:path w="1075690" h="328929">
                  <a:moveTo>
                    <a:pt x="1075518" y="9964"/>
                  </a:moveTo>
                  <a:lnTo>
                    <a:pt x="1068073" y="9964"/>
                  </a:lnTo>
                  <a:lnTo>
                    <a:pt x="1068073" y="16740"/>
                  </a:lnTo>
                  <a:lnTo>
                    <a:pt x="1075518" y="16740"/>
                  </a:lnTo>
                  <a:lnTo>
                    <a:pt x="1075518" y="9964"/>
                  </a:lnTo>
                  <a:close/>
                </a:path>
                <a:path w="1075690" h="328929">
                  <a:moveTo>
                    <a:pt x="964831" y="0"/>
                  </a:moveTo>
                  <a:lnTo>
                    <a:pt x="906060" y="0"/>
                  </a:lnTo>
                  <a:lnTo>
                    <a:pt x="906060" y="16740"/>
                  </a:lnTo>
                  <a:lnTo>
                    <a:pt x="964831" y="16740"/>
                  </a:lnTo>
                  <a:lnTo>
                    <a:pt x="964831" y="0"/>
                  </a:lnTo>
                  <a:close/>
                </a:path>
                <a:path w="1075690" h="328929">
                  <a:moveTo>
                    <a:pt x="861394" y="0"/>
                  </a:moveTo>
                  <a:lnTo>
                    <a:pt x="802230" y="0"/>
                  </a:lnTo>
                  <a:lnTo>
                    <a:pt x="802230" y="16740"/>
                  </a:lnTo>
                  <a:lnTo>
                    <a:pt x="861394" y="16740"/>
                  </a:lnTo>
                  <a:lnTo>
                    <a:pt x="861394" y="0"/>
                  </a:lnTo>
                  <a:close/>
                </a:path>
                <a:path w="1075690" h="328929">
                  <a:moveTo>
                    <a:pt x="757564" y="0"/>
                  </a:moveTo>
                  <a:lnTo>
                    <a:pt x="698792" y="0"/>
                  </a:lnTo>
                  <a:lnTo>
                    <a:pt x="698792" y="16740"/>
                  </a:lnTo>
                  <a:lnTo>
                    <a:pt x="757564" y="16740"/>
                  </a:lnTo>
                  <a:lnTo>
                    <a:pt x="757564" y="0"/>
                  </a:lnTo>
                  <a:close/>
                </a:path>
                <a:path w="1075690" h="328929">
                  <a:moveTo>
                    <a:pt x="656673" y="0"/>
                  </a:moveTo>
                  <a:lnTo>
                    <a:pt x="597901" y="0"/>
                  </a:lnTo>
                  <a:lnTo>
                    <a:pt x="597901" y="16740"/>
                  </a:lnTo>
                  <a:lnTo>
                    <a:pt x="656673" y="16740"/>
                  </a:lnTo>
                  <a:lnTo>
                    <a:pt x="656673" y="0"/>
                  </a:lnTo>
                  <a:close/>
                </a:path>
                <a:path w="1075690" h="328929">
                  <a:moveTo>
                    <a:pt x="553235" y="0"/>
                  </a:moveTo>
                  <a:lnTo>
                    <a:pt x="494072" y="0"/>
                  </a:lnTo>
                  <a:lnTo>
                    <a:pt x="494072" y="16740"/>
                  </a:lnTo>
                  <a:lnTo>
                    <a:pt x="553235" y="16740"/>
                  </a:lnTo>
                  <a:lnTo>
                    <a:pt x="553235" y="0"/>
                  </a:lnTo>
                  <a:close/>
                </a:path>
                <a:path w="1075690" h="328929">
                  <a:moveTo>
                    <a:pt x="449405" y="0"/>
                  </a:moveTo>
                  <a:lnTo>
                    <a:pt x="390634" y="0"/>
                  </a:lnTo>
                  <a:lnTo>
                    <a:pt x="390634" y="16740"/>
                  </a:lnTo>
                  <a:lnTo>
                    <a:pt x="449405" y="16740"/>
                  </a:lnTo>
                  <a:lnTo>
                    <a:pt x="449405" y="0"/>
                  </a:lnTo>
                  <a:close/>
                </a:path>
                <a:path w="1075690" h="328929">
                  <a:moveTo>
                    <a:pt x="346164" y="0"/>
                  </a:moveTo>
                  <a:lnTo>
                    <a:pt x="287392" y="0"/>
                  </a:lnTo>
                  <a:lnTo>
                    <a:pt x="287392" y="16740"/>
                  </a:lnTo>
                  <a:lnTo>
                    <a:pt x="346164" y="16740"/>
                  </a:lnTo>
                  <a:lnTo>
                    <a:pt x="346164" y="0"/>
                  </a:lnTo>
                  <a:close/>
                </a:path>
                <a:path w="1075690" h="328929">
                  <a:moveTo>
                    <a:pt x="245077" y="0"/>
                  </a:moveTo>
                  <a:lnTo>
                    <a:pt x="185913" y="0"/>
                  </a:lnTo>
                  <a:lnTo>
                    <a:pt x="185913" y="16740"/>
                  </a:lnTo>
                  <a:lnTo>
                    <a:pt x="245077" y="16740"/>
                  </a:lnTo>
                  <a:lnTo>
                    <a:pt x="245077" y="0"/>
                  </a:lnTo>
                  <a:close/>
                </a:path>
                <a:path w="1075690" h="328929">
                  <a:moveTo>
                    <a:pt x="141247" y="0"/>
                  </a:moveTo>
                  <a:lnTo>
                    <a:pt x="82671" y="0"/>
                  </a:lnTo>
                  <a:lnTo>
                    <a:pt x="82671" y="16740"/>
                  </a:lnTo>
                  <a:lnTo>
                    <a:pt x="141247" y="16740"/>
                  </a:lnTo>
                  <a:lnTo>
                    <a:pt x="141247" y="0"/>
                  </a:lnTo>
                  <a:close/>
                </a:path>
                <a:path w="1075690" h="328929">
                  <a:moveTo>
                    <a:pt x="38005" y="0"/>
                  </a:moveTo>
                  <a:lnTo>
                    <a:pt x="0" y="0"/>
                  </a:lnTo>
                  <a:lnTo>
                    <a:pt x="0" y="38463"/>
                  </a:lnTo>
                  <a:lnTo>
                    <a:pt x="16651" y="38463"/>
                  </a:lnTo>
                  <a:lnTo>
                    <a:pt x="16651" y="16740"/>
                  </a:lnTo>
                  <a:lnTo>
                    <a:pt x="9795" y="16740"/>
                  </a:lnTo>
                  <a:lnTo>
                    <a:pt x="16651" y="9964"/>
                  </a:lnTo>
                  <a:lnTo>
                    <a:pt x="38005" y="9964"/>
                  </a:lnTo>
                  <a:lnTo>
                    <a:pt x="38005" y="0"/>
                  </a:lnTo>
                  <a:close/>
                </a:path>
                <a:path w="1075690" h="328929">
                  <a:moveTo>
                    <a:pt x="16651" y="9964"/>
                  </a:moveTo>
                  <a:lnTo>
                    <a:pt x="9795" y="16740"/>
                  </a:lnTo>
                  <a:lnTo>
                    <a:pt x="16651" y="16740"/>
                  </a:lnTo>
                  <a:lnTo>
                    <a:pt x="16651" y="9964"/>
                  </a:lnTo>
                  <a:close/>
                </a:path>
                <a:path w="1075690" h="328929">
                  <a:moveTo>
                    <a:pt x="38005" y="9964"/>
                  </a:moveTo>
                  <a:lnTo>
                    <a:pt x="16651" y="9964"/>
                  </a:lnTo>
                  <a:lnTo>
                    <a:pt x="16651" y="16740"/>
                  </a:lnTo>
                  <a:lnTo>
                    <a:pt x="38005" y="16740"/>
                  </a:lnTo>
                  <a:lnTo>
                    <a:pt x="38005" y="9964"/>
                  </a:lnTo>
                  <a:close/>
                </a:path>
                <a:path w="1075690" h="328929">
                  <a:moveTo>
                    <a:pt x="16651" y="84100"/>
                  </a:moveTo>
                  <a:lnTo>
                    <a:pt x="0" y="84100"/>
                  </a:lnTo>
                  <a:lnTo>
                    <a:pt x="0" y="143688"/>
                  </a:lnTo>
                  <a:lnTo>
                    <a:pt x="16651" y="143688"/>
                  </a:lnTo>
                  <a:lnTo>
                    <a:pt x="16651" y="84100"/>
                  </a:lnTo>
                  <a:close/>
                </a:path>
                <a:path w="1075690" h="328929">
                  <a:moveTo>
                    <a:pt x="16651" y="189326"/>
                  </a:moveTo>
                  <a:lnTo>
                    <a:pt x="0" y="189326"/>
                  </a:lnTo>
                  <a:lnTo>
                    <a:pt x="0" y="249312"/>
                  </a:lnTo>
                  <a:lnTo>
                    <a:pt x="16651" y="249312"/>
                  </a:lnTo>
                  <a:lnTo>
                    <a:pt x="16651" y="189326"/>
                  </a:lnTo>
                  <a:close/>
                </a:path>
                <a:path w="1075690" h="328929">
                  <a:moveTo>
                    <a:pt x="16651" y="292160"/>
                  </a:moveTo>
                  <a:lnTo>
                    <a:pt x="0" y="292160"/>
                  </a:lnTo>
                  <a:lnTo>
                    <a:pt x="0" y="328430"/>
                  </a:lnTo>
                  <a:lnTo>
                    <a:pt x="40356" y="328430"/>
                  </a:lnTo>
                  <a:lnTo>
                    <a:pt x="40356" y="321057"/>
                  </a:lnTo>
                  <a:lnTo>
                    <a:pt x="16651" y="321057"/>
                  </a:lnTo>
                  <a:lnTo>
                    <a:pt x="9795" y="311291"/>
                  </a:lnTo>
                  <a:lnTo>
                    <a:pt x="16651" y="311291"/>
                  </a:lnTo>
                  <a:lnTo>
                    <a:pt x="16651" y="292160"/>
                  </a:lnTo>
                  <a:close/>
                </a:path>
                <a:path w="1075690" h="328929">
                  <a:moveTo>
                    <a:pt x="16651" y="311291"/>
                  </a:moveTo>
                  <a:lnTo>
                    <a:pt x="9795" y="311291"/>
                  </a:lnTo>
                  <a:lnTo>
                    <a:pt x="16651" y="321057"/>
                  </a:lnTo>
                  <a:lnTo>
                    <a:pt x="16651" y="311291"/>
                  </a:lnTo>
                  <a:close/>
                </a:path>
                <a:path w="1075690" h="328929">
                  <a:moveTo>
                    <a:pt x="40356" y="311291"/>
                  </a:moveTo>
                  <a:lnTo>
                    <a:pt x="16651" y="311291"/>
                  </a:lnTo>
                  <a:lnTo>
                    <a:pt x="16651" y="321057"/>
                  </a:lnTo>
                  <a:lnTo>
                    <a:pt x="40356" y="321057"/>
                  </a:lnTo>
                  <a:lnTo>
                    <a:pt x="40356" y="311291"/>
                  </a:lnTo>
                  <a:close/>
                </a:path>
                <a:path w="1075690" h="328929">
                  <a:moveTo>
                    <a:pt x="143794" y="311291"/>
                  </a:moveTo>
                  <a:lnTo>
                    <a:pt x="85022" y="311291"/>
                  </a:lnTo>
                  <a:lnTo>
                    <a:pt x="85022" y="328430"/>
                  </a:lnTo>
                  <a:lnTo>
                    <a:pt x="143794" y="328430"/>
                  </a:lnTo>
                  <a:lnTo>
                    <a:pt x="143794" y="311291"/>
                  </a:lnTo>
                  <a:close/>
                </a:path>
                <a:path w="1075690" h="328929">
                  <a:moveTo>
                    <a:pt x="247036" y="311291"/>
                  </a:moveTo>
                  <a:lnTo>
                    <a:pt x="188460" y="311291"/>
                  </a:lnTo>
                  <a:lnTo>
                    <a:pt x="188460" y="328430"/>
                  </a:lnTo>
                  <a:lnTo>
                    <a:pt x="247036" y="328430"/>
                  </a:lnTo>
                  <a:lnTo>
                    <a:pt x="247036" y="311291"/>
                  </a:lnTo>
                  <a:close/>
                </a:path>
                <a:path w="1075690" h="328929">
                  <a:moveTo>
                    <a:pt x="350865" y="311291"/>
                  </a:moveTo>
                  <a:lnTo>
                    <a:pt x="292290" y="311291"/>
                  </a:lnTo>
                  <a:lnTo>
                    <a:pt x="292290" y="328430"/>
                  </a:lnTo>
                  <a:lnTo>
                    <a:pt x="350865" y="328430"/>
                  </a:lnTo>
                  <a:lnTo>
                    <a:pt x="350865" y="311291"/>
                  </a:lnTo>
                  <a:close/>
                </a:path>
                <a:path w="1075690" h="328929">
                  <a:moveTo>
                    <a:pt x="451952" y="311291"/>
                  </a:moveTo>
                  <a:lnTo>
                    <a:pt x="393181" y="311291"/>
                  </a:lnTo>
                  <a:lnTo>
                    <a:pt x="393181" y="328430"/>
                  </a:lnTo>
                  <a:lnTo>
                    <a:pt x="451952" y="328430"/>
                  </a:lnTo>
                  <a:lnTo>
                    <a:pt x="451952" y="311291"/>
                  </a:lnTo>
                  <a:close/>
                </a:path>
                <a:path w="1075690" h="328929">
                  <a:moveTo>
                    <a:pt x="555194" y="311291"/>
                  </a:moveTo>
                  <a:lnTo>
                    <a:pt x="496423" y="311291"/>
                  </a:lnTo>
                  <a:lnTo>
                    <a:pt x="496423" y="328430"/>
                  </a:lnTo>
                  <a:lnTo>
                    <a:pt x="555194" y="328430"/>
                  </a:lnTo>
                  <a:lnTo>
                    <a:pt x="555194" y="311291"/>
                  </a:lnTo>
                  <a:close/>
                </a:path>
                <a:path w="1075690" h="328929">
                  <a:moveTo>
                    <a:pt x="659024" y="311291"/>
                  </a:moveTo>
                  <a:lnTo>
                    <a:pt x="600448" y="311291"/>
                  </a:lnTo>
                  <a:lnTo>
                    <a:pt x="600448" y="328430"/>
                  </a:lnTo>
                  <a:lnTo>
                    <a:pt x="659024" y="328430"/>
                  </a:lnTo>
                  <a:lnTo>
                    <a:pt x="659024" y="311291"/>
                  </a:lnTo>
                  <a:close/>
                </a:path>
                <a:path w="1075690" h="328929">
                  <a:moveTo>
                    <a:pt x="762462" y="311291"/>
                  </a:moveTo>
                  <a:lnTo>
                    <a:pt x="703690" y="311291"/>
                  </a:lnTo>
                  <a:lnTo>
                    <a:pt x="703690" y="328430"/>
                  </a:lnTo>
                  <a:lnTo>
                    <a:pt x="762462" y="328430"/>
                  </a:lnTo>
                  <a:lnTo>
                    <a:pt x="762462" y="311291"/>
                  </a:lnTo>
                  <a:close/>
                </a:path>
                <a:path w="1075690" h="328929">
                  <a:moveTo>
                    <a:pt x="863353" y="311291"/>
                  </a:moveTo>
                  <a:lnTo>
                    <a:pt x="804581" y="311291"/>
                  </a:lnTo>
                  <a:lnTo>
                    <a:pt x="804581" y="328430"/>
                  </a:lnTo>
                  <a:lnTo>
                    <a:pt x="863353" y="328430"/>
                  </a:lnTo>
                  <a:lnTo>
                    <a:pt x="863353" y="311291"/>
                  </a:lnTo>
                  <a:close/>
                </a:path>
                <a:path w="1075690" h="328929">
                  <a:moveTo>
                    <a:pt x="967182" y="311291"/>
                  </a:moveTo>
                  <a:lnTo>
                    <a:pt x="908411" y="311291"/>
                  </a:lnTo>
                  <a:lnTo>
                    <a:pt x="908411" y="328430"/>
                  </a:lnTo>
                  <a:lnTo>
                    <a:pt x="967182" y="328430"/>
                  </a:lnTo>
                  <a:lnTo>
                    <a:pt x="967182" y="311291"/>
                  </a:lnTo>
                  <a:close/>
                </a:path>
                <a:path w="1075690" h="328929">
                  <a:moveTo>
                    <a:pt x="1068073" y="311291"/>
                  </a:moveTo>
                  <a:lnTo>
                    <a:pt x="1011849" y="311291"/>
                  </a:lnTo>
                  <a:lnTo>
                    <a:pt x="1011849" y="328430"/>
                  </a:lnTo>
                  <a:lnTo>
                    <a:pt x="1075518" y="328430"/>
                  </a:lnTo>
                  <a:lnTo>
                    <a:pt x="1075518" y="321057"/>
                  </a:lnTo>
                  <a:lnTo>
                    <a:pt x="1058866" y="321057"/>
                  </a:lnTo>
                  <a:lnTo>
                    <a:pt x="1058866" y="316274"/>
                  </a:lnTo>
                  <a:lnTo>
                    <a:pt x="1063376" y="316274"/>
                  </a:lnTo>
                  <a:lnTo>
                    <a:pt x="1068073" y="311291"/>
                  </a:lnTo>
                  <a:close/>
                </a:path>
                <a:path w="1075690" h="328929">
                  <a:moveTo>
                    <a:pt x="1063376" y="316274"/>
                  </a:moveTo>
                  <a:lnTo>
                    <a:pt x="1058866" y="316274"/>
                  </a:lnTo>
                  <a:lnTo>
                    <a:pt x="1058866" y="321057"/>
                  </a:lnTo>
                  <a:lnTo>
                    <a:pt x="1063376" y="316274"/>
                  </a:lnTo>
                  <a:close/>
                </a:path>
                <a:path w="1075690" h="328929">
                  <a:moveTo>
                    <a:pt x="1075518" y="316274"/>
                  </a:moveTo>
                  <a:lnTo>
                    <a:pt x="1063376" y="316274"/>
                  </a:lnTo>
                  <a:lnTo>
                    <a:pt x="1058866" y="321057"/>
                  </a:lnTo>
                  <a:lnTo>
                    <a:pt x="1075518" y="321057"/>
                  </a:lnTo>
                  <a:lnTo>
                    <a:pt x="1075518" y="316274"/>
                  </a:lnTo>
                  <a:close/>
                </a:path>
                <a:path w="1075690" h="328929">
                  <a:moveTo>
                    <a:pt x="1075518" y="213440"/>
                  </a:moveTo>
                  <a:lnTo>
                    <a:pt x="1058866" y="213440"/>
                  </a:lnTo>
                  <a:lnTo>
                    <a:pt x="1058866" y="273028"/>
                  </a:lnTo>
                  <a:lnTo>
                    <a:pt x="1075518" y="273028"/>
                  </a:lnTo>
                  <a:lnTo>
                    <a:pt x="1075518" y="213440"/>
                  </a:lnTo>
                  <a:close/>
                </a:path>
                <a:path w="1075690" h="328929">
                  <a:moveTo>
                    <a:pt x="1075518" y="107816"/>
                  </a:moveTo>
                  <a:lnTo>
                    <a:pt x="1058866" y="107816"/>
                  </a:lnTo>
                  <a:lnTo>
                    <a:pt x="1058866" y="167802"/>
                  </a:lnTo>
                  <a:lnTo>
                    <a:pt x="1075518" y="167802"/>
                  </a:lnTo>
                  <a:lnTo>
                    <a:pt x="1075518" y="107816"/>
                  </a:lnTo>
                  <a:close/>
                </a:path>
              </a:pathLst>
            </a:custGeom>
            <a:solidFill>
              <a:srgbClr val="000000"/>
            </a:solidFill>
          </p:spPr>
          <p:txBody>
            <a:bodyPr wrap="square" lIns="0" tIns="0" rIns="0" bIns="0" rtlCol="0"/>
            <a:lstStyle/>
            <a:p/>
          </p:txBody>
        </p:sp>
        <p:sp>
          <p:nvSpPr>
            <p:cNvPr id="6" name="object 6" descr=""/>
            <p:cNvSpPr/>
            <p:nvPr/>
          </p:nvSpPr>
          <p:spPr>
            <a:xfrm>
              <a:off x="5534861" y="3763401"/>
              <a:ext cx="1075690" cy="328930"/>
            </a:xfrm>
            <a:custGeom>
              <a:avLst/>
              <a:gdLst/>
              <a:ahLst/>
              <a:cxnLst/>
              <a:rect l="l" t="t" r="r" b="b"/>
              <a:pathLst>
                <a:path w="1075690" h="328929">
                  <a:moveTo>
                    <a:pt x="1068073" y="16740"/>
                  </a:moveTo>
                  <a:lnTo>
                    <a:pt x="1009498" y="16740"/>
                  </a:lnTo>
                  <a:lnTo>
                    <a:pt x="1009498" y="0"/>
                  </a:lnTo>
                  <a:lnTo>
                    <a:pt x="1068073" y="0"/>
                  </a:lnTo>
                  <a:lnTo>
                    <a:pt x="1068073" y="16740"/>
                  </a:lnTo>
                  <a:close/>
                </a:path>
                <a:path w="1075690" h="328929">
                  <a:moveTo>
                    <a:pt x="964831" y="16740"/>
                  </a:moveTo>
                  <a:lnTo>
                    <a:pt x="906060" y="16740"/>
                  </a:lnTo>
                  <a:lnTo>
                    <a:pt x="906060" y="0"/>
                  </a:lnTo>
                  <a:lnTo>
                    <a:pt x="964831" y="0"/>
                  </a:lnTo>
                  <a:lnTo>
                    <a:pt x="964831" y="16740"/>
                  </a:lnTo>
                  <a:close/>
                </a:path>
                <a:path w="1075690" h="328929">
                  <a:moveTo>
                    <a:pt x="861394" y="16740"/>
                  </a:moveTo>
                  <a:lnTo>
                    <a:pt x="802230" y="16740"/>
                  </a:lnTo>
                  <a:lnTo>
                    <a:pt x="802230" y="0"/>
                  </a:lnTo>
                  <a:lnTo>
                    <a:pt x="861394" y="0"/>
                  </a:lnTo>
                  <a:lnTo>
                    <a:pt x="861394" y="16740"/>
                  </a:lnTo>
                  <a:close/>
                </a:path>
                <a:path w="1075690" h="328929">
                  <a:moveTo>
                    <a:pt x="757564" y="16740"/>
                  </a:moveTo>
                  <a:lnTo>
                    <a:pt x="698792" y="16740"/>
                  </a:lnTo>
                  <a:lnTo>
                    <a:pt x="698792" y="0"/>
                  </a:lnTo>
                  <a:lnTo>
                    <a:pt x="757564" y="0"/>
                  </a:lnTo>
                  <a:lnTo>
                    <a:pt x="757564" y="16740"/>
                  </a:lnTo>
                  <a:close/>
                </a:path>
                <a:path w="1075690" h="328929">
                  <a:moveTo>
                    <a:pt x="656673" y="16740"/>
                  </a:moveTo>
                  <a:lnTo>
                    <a:pt x="597901" y="16740"/>
                  </a:lnTo>
                  <a:lnTo>
                    <a:pt x="597901" y="0"/>
                  </a:lnTo>
                  <a:lnTo>
                    <a:pt x="656673" y="0"/>
                  </a:lnTo>
                  <a:lnTo>
                    <a:pt x="656673" y="16740"/>
                  </a:lnTo>
                  <a:close/>
                </a:path>
                <a:path w="1075690" h="328929">
                  <a:moveTo>
                    <a:pt x="553235" y="16740"/>
                  </a:moveTo>
                  <a:lnTo>
                    <a:pt x="494072" y="16740"/>
                  </a:lnTo>
                  <a:lnTo>
                    <a:pt x="494072" y="0"/>
                  </a:lnTo>
                  <a:lnTo>
                    <a:pt x="553235" y="0"/>
                  </a:lnTo>
                  <a:lnTo>
                    <a:pt x="553235" y="16740"/>
                  </a:lnTo>
                  <a:close/>
                </a:path>
                <a:path w="1075690" h="328929">
                  <a:moveTo>
                    <a:pt x="449405" y="16740"/>
                  </a:moveTo>
                  <a:lnTo>
                    <a:pt x="390634" y="16740"/>
                  </a:lnTo>
                  <a:lnTo>
                    <a:pt x="390634" y="0"/>
                  </a:lnTo>
                  <a:lnTo>
                    <a:pt x="449405" y="0"/>
                  </a:lnTo>
                  <a:lnTo>
                    <a:pt x="449405" y="16740"/>
                  </a:lnTo>
                  <a:close/>
                </a:path>
                <a:path w="1075690" h="328929">
                  <a:moveTo>
                    <a:pt x="346164" y="16740"/>
                  </a:moveTo>
                  <a:lnTo>
                    <a:pt x="287392" y="16740"/>
                  </a:lnTo>
                  <a:lnTo>
                    <a:pt x="287392" y="0"/>
                  </a:lnTo>
                  <a:lnTo>
                    <a:pt x="346164" y="0"/>
                  </a:lnTo>
                  <a:lnTo>
                    <a:pt x="346164" y="16740"/>
                  </a:lnTo>
                  <a:close/>
                </a:path>
                <a:path w="1075690" h="328929">
                  <a:moveTo>
                    <a:pt x="245077" y="16740"/>
                  </a:moveTo>
                  <a:lnTo>
                    <a:pt x="185913" y="16740"/>
                  </a:lnTo>
                  <a:lnTo>
                    <a:pt x="185913" y="0"/>
                  </a:lnTo>
                  <a:lnTo>
                    <a:pt x="245077" y="0"/>
                  </a:lnTo>
                  <a:lnTo>
                    <a:pt x="245077" y="16740"/>
                  </a:lnTo>
                  <a:close/>
                </a:path>
                <a:path w="1075690" h="328929">
                  <a:moveTo>
                    <a:pt x="141247" y="16740"/>
                  </a:moveTo>
                  <a:lnTo>
                    <a:pt x="82671" y="16740"/>
                  </a:lnTo>
                  <a:lnTo>
                    <a:pt x="82671" y="0"/>
                  </a:lnTo>
                  <a:lnTo>
                    <a:pt x="141247" y="0"/>
                  </a:lnTo>
                  <a:lnTo>
                    <a:pt x="141247" y="16740"/>
                  </a:lnTo>
                  <a:close/>
                </a:path>
                <a:path w="1075690" h="328929">
                  <a:moveTo>
                    <a:pt x="38005" y="16740"/>
                  </a:moveTo>
                  <a:lnTo>
                    <a:pt x="9795" y="16740"/>
                  </a:lnTo>
                  <a:lnTo>
                    <a:pt x="16651" y="9964"/>
                  </a:lnTo>
                  <a:lnTo>
                    <a:pt x="16651" y="38463"/>
                  </a:lnTo>
                  <a:lnTo>
                    <a:pt x="0" y="38463"/>
                  </a:lnTo>
                  <a:lnTo>
                    <a:pt x="0" y="0"/>
                  </a:lnTo>
                  <a:lnTo>
                    <a:pt x="38005" y="0"/>
                  </a:lnTo>
                  <a:lnTo>
                    <a:pt x="38005" y="16740"/>
                  </a:lnTo>
                  <a:close/>
                </a:path>
                <a:path w="1075690" h="328929">
                  <a:moveTo>
                    <a:pt x="16651" y="84100"/>
                  </a:moveTo>
                  <a:lnTo>
                    <a:pt x="16651" y="143688"/>
                  </a:lnTo>
                  <a:lnTo>
                    <a:pt x="0" y="143688"/>
                  </a:lnTo>
                  <a:lnTo>
                    <a:pt x="0" y="84100"/>
                  </a:lnTo>
                  <a:lnTo>
                    <a:pt x="16651" y="84100"/>
                  </a:lnTo>
                  <a:close/>
                </a:path>
                <a:path w="1075690" h="328929">
                  <a:moveTo>
                    <a:pt x="16651" y="189326"/>
                  </a:moveTo>
                  <a:lnTo>
                    <a:pt x="16651" y="249312"/>
                  </a:lnTo>
                  <a:lnTo>
                    <a:pt x="0" y="249312"/>
                  </a:lnTo>
                  <a:lnTo>
                    <a:pt x="0" y="189326"/>
                  </a:lnTo>
                  <a:lnTo>
                    <a:pt x="16651" y="189326"/>
                  </a:lnTo>
                  <a:close/>
                </a:path>
                <a:path w="1075690" h="328929">
                  <a:moveTo>
                    <a:pt x="16651" y="292160"/>
                  </a:moveTo>
                  <a:lnTo>
                    <a:pt x="16651" y="321057"/>
                  </a:lnTo>
                  <a:lnTo>
                    <a:pt x="9795" y="311291"/>
                  </a:lnTo>
                  <a:lnTo>
                    <a:pt x="40356" y="311291"/>
                  </a:lnTo>
                  <a:lnTo>
                    <a:pt x="40356" y="328430"/>
                  </a:lnTo>
                  <a:lnTo>
                    <a:pt x="0" y="328430"/>
                  </a:lnTo>
                  <a:lnTo>
                    <a:pt x="0" y="292160"/>
                  </a:lnTo>
                  <a:lnTo>
                    <a:pt x="16651" y="292160"/>
                  </a:lnTo>
                  <a:close/>
                </a:path>
                <a:path w="1075690" h="328929">
                  <a:moveTo>
                    <a:pt x="85022" y="311291"/>
                  </a:moveTo>
                  <a:lnTo>
                    <a:pt x="143794" y="311291"/>
                  </a:lnTo>
                  <a:lnTo>
                    <a:pt x="143794" y="328430"/>
                  </a:lnTo>
                  <a:lnTo>
                    <a:pt x="85022" y="328430"/>
                  </a:lnTo>
                  <a:lnTo>
                    <a:pt x="85022" y="311291"/>
                  </a:lnTo>
                  <a:close/>
                </a:path>
                <a:path w="1075690" h="328929">
                  <a:moveTo>
                    <a:pt x="188460" y="311291"/>
                  </a:moveTo>
                  <a:lnTo>
                    <a:pt x="247036" y="311291"/>
                  </a:lnTo>
                  <a:lnTo>
                    <a:pt x="247036" y="328430"/>
                  </a:lnTo>
                  <a:lnTo>
                    <a:pt x="188460" y="328430"/>
                  </a:lnTo>
                  <a:lnTo>
                    <a:pt x="188460" y="311291"/>
                  </a:lnTo>
                  <a:close/>
                </a:path>
                <a:path w="1075690" h="328929">
                  <a:moveTo>
                    <a:pt x="292290" y="311291"/>
                  </a:moveTo>
                  <a:lnTo>
                    <a:pt x="350865" y="311291"/>
                  </a:lnTo>
                  <a:lnTo>
                    <a:pt x="350865" y="328430"/>
                  </a:lnTo>
                  <a:lnTo>
                    <a:pt x="292290" y="328430"/>
                  </a:lnTo>
                  <a:lnTo>
                    <a:pt x="292290" y="311291"/>
                  </a:lnTo>
                  <a:close/>
                </a:path>
                <a:path w="1075690" h="328929">
                  <a:moveTo>
                    <a:pt x="393181" y="311291"/>
                  </a:moveTo>
                  <a:lnTo>
                    <a:pt x="451952" y="311291"/>
                  </a:lnTo>
                  <a:lnTo>
                    <a:pt x="451952" y="328430"/>
                  </a:lnTo>
                  <a:lnTo>
                    <a:pt x="393181" y="328430"/>
                  </a:lnTo>
                  <a:lnTo>
                    <a:pt x="393181" y="311291"/>
                  </a:lnTo>
                  <a:close/>
                </a:path>
                <a:path w="1075690" h="328929">
                  <a:moveTo>
                    <a:pt x="496423" y="311291"/>
                  </a:moveTo>
                  <a:lnTo>
                    <a:pt x="555194" y="311291"/>
                  </a:lnTo>
                  <a:lnTo>
                    <a:pt x="555194" y="328430"/>
                  </a:lnTo>
                  <a:lnTo>
                    <a:pt x="496423" y="328430"/>
                  </a:lnTo>
                  <a:lnTo>
                    <a:pt x="496423" y="311291"/>
                  </a:lnTo>
                  <a:close/>
                </a:path>
                <a:path w="1075690" h="328929">
                  <a:moveTo>
                    <a:pt x="600448" y="311291"/>
                  </a:moveTo>
                  <a:lnTo>
                    <a:pt x="659024" y="311291"/>
                  </a:lnTo>
                  <a:lnTo>
                    <a:pt x="659024" y="328430"/>
                  </a:lnTo>
                  <a:lnTo>
                    <a:pt x="600448" y="328430"/>
                  </a:lnTo>
                  <a:lnTo>
                    <a:pt x="600448" y="311291"/>
                  </a:lnTo>
                  <a:close/>
                </a:path>
                <a:path w="1075690" h="328929">
                  <a:moveTo>
                    <a:pt x="703690" y="311291"/>
                  </a:moveTo>
                  <a:lnTo>
                    <a:pt x="762462" y="311291"/>
                  </a:lnTo>
                  <a:lnTo>
                    <a:pt x="762462" y="328430"/>
                  </a:lnTo>
                  <a:lnTo>
                    <a:pt x="703690" y="328430"/>
                  </a:lnTo>
                  <a:lnTo>
                    <a:pt x="703690" y="311291"/>
                  </a:lnTo>
                  <a:close/>
                </a:path>
                <a:path w="1075690" h="328929">
                  <a:moveTo>
                    <a:pt x="804581" y="311291"/>
                  </a:moveTo>
                  <a:lnTo>
                    <a:pt x="863353" y="311291"/>
                  </a:lnTo>
                  <a:lnTo>
                    <a:pt x="863353" y="328430"/>
                  </a:lnTo>
                  <a:lnTo>
                    <a:pt x="804581" y="328430"/>
                  </a:lnTo>
                  <a:lnTo>
                    <a:pt x="804581" y="311291"/>
                  </a:lnTo>
                  <a:close/>
                </a:path>
                <a:path w="1075690" h="328929">
                  <a:moveTo>
                    <a:pt x="908411" y="311291"/>
                  </a:moveTo>
                  <a:lnTo>
                    <a:pt x="967182" y="311291"/>
                  </a:lnTo>
                  <a:lnTo>
                    <a:pt x="967182" y="328430"/>
                  </a:lnTo>
                  <a:lnTo>
                    <a:pt x="908411" y="328430"/>
                  </a:lnTo>
                  <a:lnTo>
                    <a:pt x="908411" y="311291"/>
                  </a:lnTo>
                  <a:close/>
                </a:path>
                <a:path w="1075690" h="328929">
                  <a:moveTo>
                    <a:pt x="1011849" y="311291"/>
                  </a:moveTo>
                  <a:lnTo>
                    <a:pt x="1068073" y="311291"/>
                  </a:lnTo>
                  <a:lnTo>
                    <a:pt x="1058866" y="321057"/>
                  </a:lnTo>
                  <a:lnTo>
                    <a:pt x="1058866" y="316274"/>
                  </a:lnTo>
                  <a:lnTo>
                    <a:pt x="1075518" y="316274"/>
                  </a:lnTo>
                  <a:lnTo>
                    <a:pt x="1075518" y="328430"/>
                  </a:lnTo>
                  <a:lnTo>
                    <a:pt x="1011849" y="328430"/>
                  </a:lnTo>
                  <a:lnTo>
                    <a:pt x="1011849" y="311291"/>
                  </a:lnTo>
                  <a:close/>
                </a:path>
                <a:path w="1075690" h="328929">
                  <a:moveTo>
                    <a:pt x="1058866" y="273028"/>
                  </a:moveTo>
                  <a:lnTo>
                    <a:pt x="1058866" y="213440"/>
                  </a:lnTo>
                  <a:lnTo>
                    <a:pt x="1075518" y="213440"/>
                  </a:lnTo>
                  <a:lnTo>
                    <a:pt x="1075518" y="273028"/>
                  </a:lnTo>
                  <a:lnTo>
                    <a:pt x="1058866" y="273028"/>
                  </a:lnTo>
                  <a:close/>
                </a:path>
                <a:path w="1075690" h="328929">
                  <a:moveTo>
                    <a:pt x="1058866" y="167802"/>
                  </a:moveTo>
                  <a:lnTo>
                    <a:pt x="1058866" y="107816"/>
                  </a:lnTo>
                  <a:lnTo>
                    <a:pt x="1075518" y="107816"/>
                  </a:lnTo>
                  <a:lnTo>
                    <a:pt x="1075518" y="167802"/>
                  </a:lnTo>
                  <a:lnTo>
                    <a:pt x="1058866" y="167802"/>
                  </a:lnTo>
                  <a:close/>
                </a:path>
                <a:path w="1075690" h="328929">
                  <a:moveTo>
                    <a:pt x="1058866" y="62577"/>
                  </a:moveTo>
                  <a:lnTo>
                    <a:pt x="1058866" y="9964"/>
                  </a:lnTo>
                  <a:lnTo>
                    <a:pt x="1075518" y="9964"/>
                  </a:lnTo>
                  <a:lnTo>
                    <a:pt x="1075518" y="62577"/>
                  </a:lnTo>
                  <a:lnTo>
                    <a:pt x="1058866" y="62577"/>
                  </a:lnTo>
                  <a:close/>
                </a:path>
              </a:pathLst>
            </a:custGeom>
            <a:ln w="3175">
              <a:solidFill>
                <a:srgbClr val="000000"/>
              </a:solidFill>
            </a:ln>
          </p:spPr>
          <p:txBody>
            <a:bodyPr wrap="square" lIns="0" tIns="0" rIns="0" bIns="0" rtlCol="0"/>
            <a:lstStyle/>
            <a:p/>
          </p:txBody>
        </p:sp>
        <p:sp>
          <p:nvSpPr>
            <p:cNvPr id="7" name="object 7" descr=""/>
            <p:cNvSpPr/>
            <p:nvPr/>
          </p:nvSpPr>
          <p:spPr>
            <a:xfrm>
              <a:off x="5541718" y="4392820"/>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FFFFFF"/>
            </a:solidFill>
          </p:spPr>
          <p:txBody>
            <a:bodyPr wrap="square" lIns="0" tIns="0" rIns="0" bIns="0" rtlCol="0"/>
            <a:lstStyle/>
            <a:p/>
          </p:txBody>
        </p:sp>
        <p:sp>
          <p:nvSpPr>
            <p:cNvPr id="8" name="object 8" descr=""/>
            <p:cNvSpPr/>
            <p:nvPr/>
          </p:nvSpPr>
          <p:spPr>
            <a:xfrm>
              <a:off x="5534861" y="4386423"/>
              <a:ext cx="1075690" cy="328295"/>
            </a:xfrm>
            <a:custGeom>
              <a:avLst/>
              <a:gdLst/>
              <a:ahLst/>
              <a:cxnLst/>
              <a:rect l="l" t="t" r="r" b="b"/>
              <a:pathLst>
                <a:path w="1075690" h="328295">
                  <a:moveTo>
                    <a:pt x="1068073" y="9346"/>
                  </a:moveTo>
                  <a:lnTo>
                    <a:pt x="1058866" y="9346"/>
                  </a:lnTo>
                  <a:lnTo>
                    <a:pt x="1058866" y="61959"/>
                  </a:lnTo>
                  <a:lnTo>
                    <a:pt x="1075518" y="61959"/>
                  </a:lnTo>
                  <a:lnTo>
                    <a:pt x="1075518" y="16720"/>
                  </a:lnTo>
                  <a:lnTo>
                    <a:pt x="1068073" y="16720"/>
                  </a:lnTo>
                  <a:lnTo>
                    <a:pt x="1068073" y="9346"/>
                  </a:lnTo>
                  <a:close/>
                </a:path>
                <a:path w="1075690" h="328295">
                  <a:moveTo>
                    <a:pt x="1068073" y="0"/>
                  </a:moveTo>
                  <a:lnTo>
                    <a:pt x="1009498" y="0"/>
                  </a:lnTo>
                  <a:lnTo>
                    <a:pt x="1009498" y="16720"/>
                  </a:lnTo>
                  <a:lnTo>
                    <a:pt x="1058866" y="16720"/>
                  </a:lnTo>
                  <a:lnTo>
                    <a:pt x="1058866" y="9346"/>
                  </a:lnTo>
                  <a:lnTo>
                    <a:pt x="1068073" y="9346"/>
                  </a:lnTo>
                  <a:lnTo>
                    <a:pt x="1068073" y="0"/>
                  </a:lnTo>
                  <a:close/>
                </a:path>
                <a:path w="1075690" h="328295">
                  <a:moveTo>
                    <a:pt x="1075518" y="9346"/>
                  </a:moveTo>
                  <a:lnTo>
                    <a:pt x="1068073" y="9346"/>
                  </a:lnTo>
                  <a:lnTo>
                    <a:pt x="1068073" y="16720"/>
                  </a:lnTo>
                  <a:lnTo>
                    <a:pt x="1075518" y="16720"/>
                  </a:lnTo>
                  <a:lnTo>
                    <a:pt x="1075518" y="9346"/>
                  </a:lnTo>
                  <a:close/>
                </a:path>
                <a:path w="1075690" h="328295">
                  <a:moveTo>
                    <a:pt x="964831" y="0"/>
                  </a:moveTo>
                  <a:lnTo>
                    <a:pt x="906060" y="0"/>
                  </a:lnTo>
                  <a:lnTo>
                    <a:pt x="906060" y="16720"/>
                  </a:lnTo>
                  <a:lnTo>
                    <a:pt x="964831" y="16720"/>
                  </a:lnTo>
                  <a:lnTo>
                    <a:pt x="964831" y="0"/>
                  </a:lnTo>
                  <a:close/>
                </a:path>
                <a:path w="1075690" h="328295">
                  <a:moveTo>
                    <a:pt x="861394" y="0"/>
                  </a:moveTo>
                  <a:lnTo>
                    <a:pt x="802230" y="0"/>
                  </a:lnTo>
                  <a:lnTo>
                    <a:pt x="802230" y="16720"/>
                  </a:lnTo>
                  <a:lnTo>
                    <a:pt x="861394" y="16720"/>
                  </a:lnTo>
                  <a:lnTo>
                    <a:pt x="861394" y="0"/>
                  </a:lnTo>
                  <a:close/>
                </a:path>
                <a:path w="1075690" h="328295">
                  <a:moveTo>
                    <a:pt x="757564" y="0"/>
                  </a:moveTo>
                  <a:lnTo>
                    <a:pt x="698792" y="0"/>
                  </a:lnTo>
                  <a:lnTo>
                    <a:pt x="698792" y="16720"/>
                  </a:lnTo>
                  <a:lnTo>
                    <a:pt x="757564" y="16720"/>
                  </a:lnTo>
                  <a:lnTo>
                    <a:pt x="757564" y="0"/>
                  </a:lnTo>
                  <a:close/>
                </a:path>
                <a:path w="1075690" h="328295">
                  <a:moveTo>
                    <a:pt x="656673" y="0"/>
                  </a:moveTo>
                  <a:lnTo>
                    <a:pt x="597901" y="0"/>
                  </a:lnTo>
                  <a:lnTo>
                    <a:pt x="597901" y="16720"/>
                  </a:lnTo>
                  <a:lnTo>
                    <a:pt x="656673" y="16720"/>
                  </a:lnTo>
                  <a:lnTo>
                    <a:pt x="656673" y="0"/>
                  </a:lnTo>
                  <a:close/>
                </a:path>
                <a:path w="1075690" h="328295">
                  <a:moveTo>
                    <a:pt x="553235" y="0"/>
                  </a:moveTo>
                  <a:lnTo>
                    <a:pt x="494072" y="0"/>
                  </a:lnTo>
                  <a:lnTo>
                    <a:pt x="494072" y="16720"/>
                  </a:lnTo>
                  <a:lnTo>
                    <a:pt x="553235" y="16720"/>
                  </a:lnTo>
                  <a:lnTo>
                    <a:pt x="553235" y="0"/>
                  </a:lnTo>
                  <a:close/>
                </a:path>
                <a:path w="1075690" h="328295">
                  <a:moveTo>
                    <a:pt x="449405" y="0"/>
                  </a:moveTo>
                  <a:lnTo>
                    <a:pt x="390634" y="0"/>
                  </a:lnTo>
                  <a:lnTo>
                    <a:pt x="390634" y="16720"/>
                  </a:lnTo>
                  <a:lnTo>
                    <a:pt x="449405" y="16720"/>
                  </a:lnTo>
                  <a:lnTo>
                    <a:pt x="449405" y="0"/>
                  </a:lnTo>
                  <a:close/>
                </a:path>
                <a:path w="1075690" h="328295">
                  <a:moveTo>
                    <a:pt x="346164" y="0"/>
                  </a:moveTo>
                  <a:lnTo>
                    <a:pt x="287392" y="0"/>
                  </a:lnTo>
                  <a:lnTo>
                    <a:pt x="287392" y="16720"/>
                  </a:lnTo>
                  <a:lnTo>
                    <a:pt x="346164" y="16720"/>
                  </a:lnTo>
                  <a:lnTo>
                    <a:pt x="346164" y="0"/>
                  </a:lnTo>
                  <a:close/>
                </a:path>
                <a:path w="1075690" h="328295">
                  <a:moveTo>
                    <a:pt x="245077" y="0"/>
                  </a:moveTo>
                  <a:lnTo>
                    <a:pt x="185913" y="0"/>
                  </a:lnTo>
                  <a:lnTo>
                    <a:pt x="185913" y="16720"/>
                  </a:lnTo>
                  <a:lnTo>
                    <a:pt x="245077" y="16720"/>
                  </a:lnTo>
                  <a:lnTo>
                    <a:pt x="245077" y="0"/>
                  </a:lnTo>
                  <a:close/>
                </a:path>
                <a:path w="1075690" h="328295">
                  <a:moveTo>
                    <a:pt x="141247" y="0"/>
                  </a:moveTo>
                  <a:lnTo>
                    <a:pt x="82671" y="0"/>
                  </a:lnTo>
                  <a:lnTo>
                    <a:pt x="82671" y="16720"/>
                  </a:lnTo>
                  <a:lnTo>
                    <a:pt x="141247" y="16720"/>
                  </a:lnTo>
                  <a:lnTo>
                    <a:pt x="141247" y="0"/>
                  </a:lnTo>
                  <a:close/>
                </a:path>
                <a:path w="1075690" h="328295">
                  <a:moveTo>
                    <a:pt x="38005" y="0"/>
                  </a:moveTo>
                  <a:lnTo>
                    <a:pt x="0" y="0"/>
                  </a:lnTo>
                  <a:lnTo>
                    <a:pt x="0" y="38363"/>
                  </a:lnTo>
                  <a:lnTo>
                    <a:pt x="16651" y="38363"/>
                  </a:lnTo>
                  <a:lnTo>
                    <a:pt x="16651" y="16720"/>
                  </a:lnTo>
                  <a:lnTo>
                    <a:pt x="9795" y="16720"/>
                  </a:lnTo>
                  <a:lnTo>
                    <a:pt x="16651" y="9346"/>
                  </a:lnTo>
                  <a:lnTo>
                    <a:pt x="38005" y="9346"/>
                  </a:lnTo>
                  <a:lnTo>
                    <a:pt x="38005" y="0"/>
                  </a:lnTo>
                  <a:close/>
                </a:path>
                <a:path w="1075690" h="328295">
                  <a:moveTo>
                    <a:pt x="16651" y="9346"/>
                  </a:moveTo>
                  <a:lnTo>
                    <a:pt x="9795" y="16720"/>
                  </a:lnTo>
                  <a:lnTo>
                    <a:pt x="16651" y="16720"/>
                  </a:lnTo>
                  <a:lnTo>
                    <a:pt x="16651" y="9346"/>
                  </a:lnTo>
                  <a:close/>
                </a:path>
                <a:path w="1075690" h="328295">
                  <a:moveTo>
                    <a:pt x="38005" y="9346"/>
                  </a:moveTo>
                  <a:lnTo>
                    <a:pt x="16651" y="9346"/>
                  </a:lnTo>
                  <a:lnTo>
                    <a:pt x="16651" y="16720"/>
                  </a:lnTo>
                  <a:lnTo>
                    <a:pt x="38005" y="16720"/>
                  </a:lnTo>
                  <a:lnTo>
                    <a:pt x="38005" y="9346"/>
                  </a:lnTo>
                  <a:close/>
                </a:path>
                <a:path w="1075690" h="328295">
                  <a:moveTo>
                    <a:pt x="16651" y="83602"/>
                  </a:moveTo>
                  <a:lnTo>
                    <a:pt x="0" y="83602"/>
                  </a:lnTo>
                  <a:lnTo>
                    <a:pt x="0" y="143588"/>
                  </a:lnTo>
                  <a:lnTo>
                    <a:pt x="16651" y="143588"/>
                  </a:lnTo>
                  <a:lnTo>
                    <a:pt x="16651" y="83602"/>
                  </a:lnTo>
                  <a:close/>
                </a:path>
                <a:path w="1075690" h="328295">
                  <a:moveTo>
                    <a:pt x="16651" y="189306"/>
                  </a:moveTo>
                  <a:lnTo>
                    <a:pt x="0" y="189306"/>
                  </a:lnTo>
                  <a:lnTo>
                    <a:pt x="0" y="248794"/>
                  </a:lnTo>
                  <a:lnTo>
                    <a:pt x="16651" y="248794"/>
                  </a:lnTo>
                  <a:lnTo>
                    <a:pt x="16651" y="189306"/>
                  </a:lnTo>
                  <a:close/>
                </a:path>
                <a:path w="1075690" h="328295">
                  <a:moveTo>
                    <a:pt x="16651" y="292060"/>
                  </a:moveTo>
                  <a:lnTo>
                    <a:pt x="0" y="292060"/>
                  </a:lnTo>
                  <a:lnTo>
                    <a:pt x="0" y="327952"/>
                  </a:lnTo>
                  <a:lnTo>
                    <a:pt x="40356" y="327952"/>
                  </a:lnTo>
                  <a:lnTo>
                    <a:pt x="40356" y="321077"/>
                  </a:lnTo>
                  <a:lnTo>
                    <a:pt x="16651" y="321077"/>
                  </a:lnTo>
                  <a:lnTo>
                    <a:pt x="9795" y="311252"/>
                  </a:lnTo>
                  <a:lnTo>
                    <a:pt x="16651" y="311252"/>
                  </a:lnTo>
                  <a:lnTo>
                    <a:pt x="16651" y="292060"/>
                  </a:lnTo>
                  <a:close/>
                </a:path>
                <a:path w="1075690" h="328295">
                  <a:moveTo>
                    <a:pt x="16651" y="311252"/>
                  </a:moveTo>
                  <a:lnTo>
                    <a:pt x="9795" y="311252"/>
                  </a:lnTo>
                  <a:lnTo>
                    <a:pt x="16651" y="321077"/>
                  </a:lnTo>
                  <a:lnTo>
                    <a:pt x="16651" y="311252"/>
                  </a:lnTo>
                  <a:close/>
                </a:path>
                <a:path w="1075690" h="328295">
                  <a:moveTo>
                    <a:pt x="40356" y="311252"/>
                  </a:moveTo>
                  <a:lnTo>
                    <a:pt x="16651" y="311252"/>
                  </a:lnTo>
                  <a:lnTo>
                    <a:pt x="16651" y="321077"/>
                  </a:lnTo>
                  <a:lnTo>
                    <a:pt x="40356" y="321077"/>
                  </a:lnTo>
                  <a:lnTo>
                    <a:pt x="40356" y="311252"/>
                  </a:lnTo>
                  <a:close/>
                </a:path>
                <a:path w="1075690" h="328295">
                  <a:moveTo>
                    <a:pt x="143794" y="311252"/>
                  </a:moveTo>
                  <a:lnTo>
                    <a:pt x="85022" y="311252"/>
                  </a:lnTo>
                  <a:lnTo>
                    <a:pt x="85022" y="327952"/>
                  </a:lnTo>
                  <a:lnTo>
                    <a:pt x="143794" y="327952"/>
                  </a:lnTo>
                  <a:lnTo>
                    <a:pt x="143794" y="311252"/>
                  </a:lnTo>
                  <a:close/>
                </a:path>
                <a:path w="1075690" h="328295">
                  <a:moveTo>
                    <a:pt x="247036" y="311252"/>
                  </a:moveTo>
                  <a:lnTo>
                    <a:pt x="188460" y="311252"/>
                  </a:lnTo>
                  <a:lnTo>
                    <a:pt x="188460" y="327952"/>
                  </a:lnTo>
                  <a:lnTo>
                    <a:pt x="247036" y="327952"/>
                  </a:lnTo>
                  <a:lnTo>
                    <a:pt x="247036" y="311252"/>
                  </a:lnTo>
                  <a:close/>
                </a:path>
                <a:path w="1075690" h="328295">
                  <a:moveTo>
                    <a:pt x="350865" y="311252"/>
                  </a:moveTo>
                  <a:lnTo>
                    <a:pt x="292290" y="311252"/>
                  </a:lnTo>
                  <a:lnTo>
                    <a:pt x="292290" y="327952"/>
                  </a:lnTo>
                  <a:lnTo>
                    <a:pt x="350865" y="327952"/>
                  </a:lnTo>
                  <a:lnTo>
                    <a:pt x="350865" y="311252"/>
                  </a:lnTo>
                  <a:close/>
                </a:path>
                <a:path w="1075690" h="328295">
                  <a:moveTo>
                    <a:pt x="451952" y="311252"/>
                  </a:moveTo>
                  <a:lnTo>
                    <a:pt x="393181" y="311252"/>
                  </a:lnTo>
                  <a:lnTo>
                    <a:pt x="393181" y="327952"/>
                  </a:lnTo>
                  <a:lnTo>
                    <a:pt x="451952" y="327952"/>
                  </a:lnTo>
                  <a:lnTo>
                    <a:pt x="451952" y="311252"/>
                  </a:lnTo>
                  <a:close/>
                </a:path>
                <a:path w="1075690" h="328295">
                  <a:moveTo>
                    <a:pt x="555194" y="311252"/>
                  </a:moveTo>
                  <a:lnTo>
                    <a:pt x="496423" y="311252"/>
                  </a:lnTo>
                  <a:lnTo>
                    <a:pt x="496423" y="327952"/>
                  </a:lnTo>
                  <a:lnTo>
                    <a:pt x="555194" y="327952"/>
                  </a:lnTo>
                  <a:lnTo>
                    <a:pt x="555194" y="311252"/>
                  </a:lnTo>
                  <a:close/>
                </a:path>
                <a:path w="1075690" h="328295">
                  <a:moveTo>
                    <a:pt x="659024" y="311252"/>
                  </a:moveTo>
                  <a:lnTo>
                    <a:pt x="600448" y="311252"/>
                  </a:lnTo>
                  <a:lnTo>
                    <a:pt x="600448" y="327952"/>
                  </a:lnTo>
                  <a:lnTo>
                    <a:pt x="659024" y="327952"/>
                  </a:lnTo>
                  <a:lnTo>
                    <a:pt x="659024" y="311252"/>
                  </a:lnTo>
                  <a:close/>
                </a:path>
                <a:path w="1075690" h="328295">
                  <a:moveTo>
                    <a:pt x="762462" y="311252"/>
                  </a:moveTo>
                  <a:lnTo>
                    <a:pt x="703690" y="311252"/>
                  </a:lnTo>
                  <a:lnTo>
                    <a:pt x="703690" y="327952"/>
                  </a:lnTo>
                  <a:lnTo>
                    <a:pt x="762462" y="327952"/>
                  </a:lnTo>
                  <a:lnTo>
                    <a:pt x="762462" y="311252"/>
                  </a:lnTo>
                  <a:close/>
                </a:path>
                <a:path w="1075690" h="328295">
                  <a:moveTo>
                    <a:pt x="863353" y="311252"/>
                  </a:moveTo>
                  <a:lnTo>
                    <a:pt x="804581" y="311252"/>
                  </a:lnTo>
                  <a:lnTo>
                    <a:pt x="804581" y="327952"/>
                  </a:lnTo>
                  <a:lnTo>
                    <a:pt x="863353" y="327952"/>
                  </a:lnTo>
                  <a:lnTo>
                    <a:pt x="863353" y="311252"/>
                  </a:lnTo>
                  <a:close/>
                </a:path>
                <a:path w="1075690" h="328295">
                  <a:moveTo>
                    <a:pt x="967182" y="311252"/>
                  </a:moveTo>
                  <a:lnTo>
                    <a:pt x="908411" y="311252"/>
                  </a:lnTo>
                  <a:lnTo>
                    <a:pt x="908411" y="327952"/>
                  </a:lnTo>
                  <a:lnTo>
                    <a:pt x="967182" y="327952"/>
                  </a:lnTo>
                  <a:lnTo>
                    <a:pt x="967182" y="311252"/>
                  </a:lnTo>
                  <a:close/>
                </a:path>
                <a:path w="1075690" h="328295">
                  <a:moveTo>
                    <a:pt x="1068073" y="311252"/>
                  </a:moveTo>
                  <a:lnTo>
                    <a:pt x="1011849" y="311252"/>
                  </a:lnTo>
                  <a:lnTo>
                    <a:pt x="1011849" y="327952"/>
                  </a:lnTo>
                  <a:lnTo>
                    <a:pt x="1075518" y="327952"/>
                  </a:lnTo>
                  <a:lnTo>
                    <a:pt x="1075518" y="321077"/>
                  </a:lnTo>
                  <a:lnTo>
                    <a:pt x="1058866" y="321077"/>
                  </a:lnTo>
                  <a:lnTo>
                    <a:pt x="1058866" y="316154"/>
                  </a:lnTo>
                  <a:lnTo>
                    <a:pt x="1063479" y="316154"/>
                  </a:lnTo>
                  <a:lnTo>
                    <a:pt x="1068073" y="311252"/>
                  </a:lnTo>
                  <a:close/>
                </a:path>
                <a:path w="1075690" h="328295">
                  <a:moveTo>
                    <a:pt x="1063479" y="316154"/>
                  </a:moveTo>
                  <a:lnTo>
                    <a:pt x="1058866" y="316154"/>
                  </a:lnTo>
                  <a:lnTo>
                    <a:pt x="1058866" y="321077"/>
                  </a:lnTo>
                  <a:lnTo>
                    <a:pt x="1063479" y="316154"/>
                  </a:lnTo>
                  <a:close/>
                </a:path>
                <a:path w="1075690" h="328295">
                  <a:moveTo>
                    <a:pt x="1075518" y="316154"/>
                  </a:moveTo>
                  <a:lnTo>
                    <a:pt x="1063479" y="316154"/>
                  </a:lnTo>
                  <a:lnTo>
                    <a:pt x="1058866" y="321077"/>
                  </a:lnTo>
                  <a:lnTo>
                    <a:pt x="1075518" y="321077"/>
                  </a:lnTo>
                  <a:lnTo>
                    <a:pt x="1075518" y="316154"/>
                  </a:lnTo>
                  <a:close/>
                </a:path>
                <a:path w="1075690" h="328295">
                  <a:moveTo>
                    <a:pt x="1075518" y="212902"/>
                  </a:moveTo>
                  <a:lnTo>
                    <a:pt x="1058866" y="212902"/>
                  </a:lnTo>
                  <a:lnTo>
                    <a:pt x="1058866" y="272888"/>
                  </a:lnTo>
                  <a:lnTo>
                    <a:pt x="1075518" y="272888"/>
                  </a:lnTo>
                  <a:lnTo>
                    <a:pt x="1075518" y="212902"/>
                  </a:lnTo>
                  <a:close/>
                </a:path>
                <a:path w="1075690" h="328295">
                  <a:moveTo>
                    <a:pt x="1075518" y="107676"/>
                  </a:moveTo>
                  <a:lnTo>
                    <a:pt x="1058866" y="107676"/>
                  </a:lnTo>
                  <a:lnTo>
                    <a:pt x="1058866" y="167663"/>
                  </a:lnTo>
                  <a:lnTo>
                    <a:pt x="1075518" y="167663"/>
                  </a:lnTo>
                  <a:lnTo>
                    <a:pt x="1075518" y="107676"/>
                  </a:lnTo>
                  <a:close/>
                </a:path>
              </a:pathLst>
            </a:custGeom>
            <a:solidFill>
              <a:srgbClr val="000000"/>
            </a:solidFill>
          </p:spPr>
          <p:txBody>
            <a:bodyPr wrap="square" lIns="0" tIns="0" rIns="0" bIns="0" rtlCol="0"/>
            <a:lstStyle/>
            <a:p/>
          </p:txBody>
        </p:sp>
        <p:sp>
          <p:nvSpPr>
            <p:cNvPr id="9" name="object 9" descr=""/>
            <p:cNvSpPr/>
            <p:nvPr/>
          </p:nvSpPr>
          <p:spPr>
            <a:xfrm>
              <a:off x="5534861" y="4386423"/>
              <a:ext cx="1075690" cy="328295"/>
            </a:xfrm>
            <a:custGeom>
              <a:avLst/>
              <a:gdLst/>
              <a:ahLst/>
              <a:cxnLst/>
              <a:rect l="l" t="t" r="r" b="b"/>
              <a:pathLst>
                <a:path w="1075690" h="328295">
                  <a:moveTo>
                    <a:pt x="1068073" y="16720"/>
                  </a:moveTo>
                  <a:lnTo>
                    <a:pt x="1009498" y="16720"/>
                  </a:lnTo>
                  <a:lnTo>
                    <a:pt x="1009498" y="0"/>
                  </a:lnTo>
                  <a:lnTo>
                    <a:pt x="1068073" y="0"/>
                  </a:lnTo>
                  <a:lnTo>
                    <a:pt x="1068073" y="16720"/>
                  </a:lnTo>
                  <a:close/>
                </a:path>
                <a:path w="1075690" h="328295">
                  <a:moveTo>
                    <a:pt x="964831" y="16720"/>
                  </a:moveTo>
                  <a:lnTo>
                    <a:pt x="906060" y="16720"/>
                  </a:lnTo>
                  <a:lnTo>
                    <a:pt x="906060" y="0"/>
                  </a:lnTo>
                  <a:lnTo>
                    <a:pt x="964831" y="0"/>
                  </a:lnTo>
                  <a:lnTo>
                    <a:pt x="964831" y="16720"/>
                  </a:lnTo>
                  <a:close/>
                </a:path>
                <a:path w="1075690" h="328295">
                  <a:moveTo>
                    <a:pt x="861394" y="16720"/>
                  </a:moveTo>
                  <a:lnTo>
                    <a:pt x="802230" y="16720"/>
                  </a:lnTo>
                  <a:lnTo>
                    <a:pt x="802230" y="0"/>
                  </a:lnTo>
                  <a:lnTo>
                    <a:pt x="861394" y="0"/>
                  </a:lnTo>
                  <a:lnTo>
                    <a:pt x="861394" y="16720"/>
                  </a:lnTo>
                  <a:close/>
                </a:path>
                <a:path w="1075690" h="328295">
                  <a:moveTo>
                    <a:pt x="757564" y="16720"/>
                  </a:moveTo>
                  <a:lnTo>
                    <a:pt x="698792" y="16720"/>
                  </a:lnTo>
                  <a:lnTo>
                    <a:pt x="698792" y="0"/>
                  </a:lnTo>
                  <a:lnTo>
                    <a:pt x="757564" y="0"/>
                  </a:lnTo>
                  <a:lnTo>
                    <a:pt x="757564" y="16720"/>
                  </a:lnTo>
                  <a:close/>
                </a:path>
                <a:path w="1075690" h="328295">
                  <a:moveTo>
                    <a:pt x="656673" y="16720"/>
                  </a:moveTo>
                  <a:lnTo>
                    <a:pt x="597901" y="16720"/>
                  </a:lnTo>
                  <a:lnTo>
                    <a:pt x="597901" y="0"/>
                  </a:lnTo>
                  <a:lnTo>
                    <a:pt x="656673" y="0"/>
                  </a:lnTo>
                  <a:lnTo>
                    <a:pt x="656673" y="16720"/>
                  </a:lnTo>
                  <a:close/>
                </a:path>
                <a:path w="1075690" h="328295">
                  <a:moveTo>
                    <a:pt x="553235" y="16720"/>
                  </a:moveTo>
                  <a:lnTo>
                    <a:pt x="494072" y="16720"/>
                  </a:lnTo>
                  <a:lnTo>
                    <a:pt x="494072" y="0"/>
                  </a:lnTo>
                  <a:lnTo>
                    <a:pt x="553235" y="0"/>
                  </a:lnTo>
                  <a:lnTo>
                    <a:pt x="553235" y="16720"/>
                  </a:lnTo>
                  <a:close/>
                </a:path>
                <a:path w="1075690" h="328295">
                  <a:moveTo>
                    <a:pt x="449405" y="16720"/>
                  </a:moveTo>
                  <a:lnTo>
                    <a:pt x="390634" y="16720"/>
                  </a:lnTo>
                  <a:lnTo>
                    <a:pt x="390634" y="0"/>
                  </a:lnTo>
                  <a:lnTo>
                    <a:pt x="449405" y="0"/>
                  </a:lnTo>
                  <a:lnTo>
                    <a:pt x="449405" y="16720"/>
                  </a:lnTo>
                  <a:close/>
                </a:path>
                <a:path w="1075690" h="328295">
                  <a:moveTo>
                    <a:pt x="346164" y="16720"/>
                  </a:moveTo>
                  <a:lnTo>
                    <a:pt x="287392" y="16720"/>
                  </a:lnTo>
                  <a:lnTo>
                    <a:pt x="287392" y="0"/>
                  </a:lnTo>
                  <a:lnTo>
                    <a:pt x="346164" y="0"/>
                  </a:lnTo>
                  <a:lnTo>
                    <a:pt x="346164" y="16720"/>
                  </a:lnTo>
                  <a:close/>
                </a:path>
                <a:path w="1075690" h="328295">
                  <a:moveTo>
                    <a:pt x="245077" y="16720"/>
                  </a:moveTo>
                  <a:lnTo>
                    <a:pt x="185913" y="16720"/>
                  </a:lnTo>
                  <a:lnTo>
                    <a:pt x="185913" y="0"/>
                  </a:lnTo>
                  <a:lnTo>
                    <a:pt x="245077" y="0"/>
                  </a:lnTo>
                  <a:lnTo>
                    <a:pt x="245077" y="16720"/>
                  </a:lnTo>
                  <a:close/>
                </a:path>
                <a:path w="1075690" h="328295">
                  <a:moveTo>
                    <a:pt x="141247" y="16720"/>
                  </a:moveTo>
                  <a:lnTo>
                    <a:pt x="82671" y="16720"/>
                  </a:lnTo>
                  <a:lnTo>
                    <a:pt x="82671" y="0"/>
                  </a:lnTo>
                  <a:lnTo>
                    <a:pt x="141247" y="0"/>
                  </a:lnTo>
                  <a:lnTo>
                    <a:pt x="141247" y="16720"/>
                  </a:lnTo>
                  <a:close/>
                </a:path>
                <a:path w="1075690" h="328295">
                  <a:moveTo>
                    <a:pt x="38005" y="16720"/>
                  </a:moveTo>
                  <a:lnTo>
                    <a:pt x="9795" y="16720"/>
                  </a:lnTo>
                  <a:lnTo>
                    <a:pt x="16651" y="9346"/>
                  </a:lnTo>
                  <a:lnTo>
                    <a:pt x="16651" y="38363"/>
                  </a:lnTo>
                  <a:lnTo>
                    <a:pt x="0" y="38363"/>
                  </a:lnTo>
                  <a:lnTo>
                    <a:pt x="0" y="0"/>
                  </a:lnTo>
                  <a:lnTo>
                    <a:pt x="38005" y="0"/>
                  </a:lnTo>
                  <a:lnTo>
                    <a:pt x="38005" y="16720"/>
                  </a:lnTo>
                  <a:close/>
                </a:path>
                <a:path w="1075690" h="328295">
                  <a:moveTo>
                    <a:pt x="16651" y="83602"/>
                  </a:moveTo>
                  <a:lnTo>
                    <a:pt x="16651" y="143588"/>
                  </a:lnTo>
                  <a:lnTo>
                    <a:pt x="0" y="143588"/>
                  </a:lnTo>
                  <a:lnTo>
                    <a:pt x="0" y="83602"/>
                  </a:lnTo>
                  <a:lnTo>
                    <a:pt x="16651" y="83602"/>
                  </a:lnTo>
                  <a:close/>
                </a:path>
                <a:path w="1075690" h="328295">
                  <a:moveTo>
                    <a:pt x="16651" y="189306"/>
                  </a:moveTo>
                  <a:lnTo>
                    <a:pt x="16651" y="248794"/>
                  </a:lnTo>
                  <a:lnTo>
                    <a:pt x="0" y="248794"/>
                  </a:lnTo>
                  <a:lnTo>
                    <a:pt x="0" y="189306"/>
                  </a:lnTo>
                  <a:lnTo>
                    <a:pt x="16651" y="189306"/>
                  </a:lnTo>
                  <a:close/>
                </a:path>
                <a:path w="1075690" h="328295">
                  <a:moveTo>
                    <a:pt x="16651" y="292060"/>
                  </a:moveTo>
                  <a:lnTo>
                    <a:pt x="16651" y="321077"/>
                  </a:lnTo>
                  <a:lnTo>
                    <a:pt x="9795" y="311252"/>
                  </a:lnTo>
                  <a:lnTo>
                    <a:pt x="40356" y="311252"/>
                  </a:lnTo>
                  <a:lnTo>
                    <a:pt x="40356" y="327952"/>
                  </a:lnTo>
                  <a:lnTo>
                    <a:pt x="0" y="327952"/>
                  </a:lnTo>
                  <a:lnTo>
                    <a:pt x="0" y="292060"/>
                  </a:lnTo>
                  <a:lnTo>
                    <a:pt x="16651" y="292060"/>
                  </a:lnTo>
                  <a:close/>
                </a:path>
                <a:path w="1075690" h="328295">
                  <a:moveTo>
                    <a:pt x="85022" y="311252"/>
                  </a:moveTo>
                  <a:lnTo>
                    <a:pt x="143794" y="311252"/>
                  </a:lnTo>
                  <a:lnTo>
                    <a:pt x="143794" y="327952"/>
                  </a:lnTo>
                  <a:lnTo>
                    <a:pt x="85022" y="327952"/>
                  </a:lnTo>
                  <a:lnTo>
                    <a:pt x="85022" y="311252"/>
                  </a:lnTo>
                  <a:close/>
                </a:path>
                <a:path w="1075690" h="328295">
                  <a:moveTo>
                    <a:pt x="188460" y="311252"/>
                  </a:moveTo>
                  <a:lnTo>
                    <a:pt x="247036" y="311252"/>
                  </a:lnTo>
                  <a:lnTo>
                    <a:pt x="247036" y="327952"/>
                  </a:lnTo>
                  <a:lnTo>
                    <a:pt x="188460" y="327952"/>
                  </a:lnTo>
                  <a:lnTo>
                    <a:pt x="188460" y="311252"/>
                  </a:lnTo>
                  <a:close/>
                </a:path>
                <a:path w="1075690" h="328295">
                  <a:moveTo>
                    <a:pt x="292290" y="311252"/>
                  </a:moveTo>
                  <a:lnTo>
                    <a:pt x="350865" y="311252"/>
                  </a:lnTo>
                  <a:lnTo>
                    <a:pt x="350865" y="327952"/>
                  </a:lnTo>
                  <a:lnTo>
                    <a:pt x="292290" y="327952"/>
                  </a:lnTo>
                  <a:lnTo>
                    <a:pt x="292290" y="311252"/>
                  </a:lnTo>
                  <a:close/>
                </a:path>
                <a:path w="1075690" h="328295">
                  <a:moveTo>
                    <a:pt x="393181" y="311252"/>
                  </a:moveTo>
                  <a:lnTo>
                    <a:pt x="451952" y="311252"/>
                  </a:lnTo>
                  <a:lnTo>
                    <a:pt x="451952" y="327952"/>
                  </a:lnTo>
                  <a:lnTo>
                    <a:pt x="393181" y="327952"/>
                  </a:lnTo>
                  <a:lnTo>
                    <a:pt x="393181" y="311252"/>
                  </a:lnTo>
                  <a:close/>
                </a:path>
                <a:path w="1075690" h="328295">
                  <a:moveTo>
                    <a:pt x="496423" y="311252"/>
                  </a:moveTo>
                  <a:lnTo>
                    <a:pt x="555194" y="311252"/>
                  </a:lnTo>
                  <a:lnTo>
                    <a:pt x="555194" y="327952"/>
                  </a:lnTo>
                  <a:lnTo>
                    <a:pt x="496423" y="327952"/>
                  </a:lnTo>
                  <a:lnTo>
                    <a:pt x="496423" y="311252"/>
                  </a:lnTo>
                  <a:close/>
                </a:path>
                <a:path w="1075690" h="328295">
                  <a:moveTo>
                    <a:pt x="600448" y="311252"/>
                  </a:moveTo>
                  <a:lnTo>
                    <a:pt x="659024" y="311252"/>
                  </a:lnTo>
                  <a:lnTo>
                    <a:pt x="659024" y="327952"/>
                  </a:lnTo>
                  <a:lnTo>
                    <a:pt x="600448" y="327952"/>
                  </a:lnTo>
                  <a:lnTo>
                    <a:pt x="600448" y="311252"/>
                  </a:lnTo>
                  <a:close/>
                </a:path>
                <a:path w="1075690" h="328295">
                  <a:moveTo>
                    <a:pt x="703690" y="311252"/>
                  </a:moveTo>
                  <a:lnTo>
                    <a:pt x="762462" y="311252"/>
                  </a:lnTo>
                  <a:lnTo>
                    <a:pt x="762462" y="327952"/>
                  </a:lnTo>
                  <a:lnTo>
                    <a:pt x="703690" y="327952"/>
                  </a:lnTo>
                  <a:lnTo>
                    <a:pt x="703690" y="311252"/>
                  </a:lnTo>
                  <a:close/>
                </a:path>
                <a:path w="1075690" h="328295">
                  <a:moveTo>
                    <a:pt x="804581" y="311252"/>
                  </a:moveTo>
                  <a:lnTo>
                    <a:pt x="863353" y="311252"/>
                  </a:lnTo>
                  <a:lnTo>
                    <a:pt x="863353" y="327952"/>
                  </a:lnTo>
                  <a:lnTo>
                    <a:pt x="804581" y="327952"/>
                  </a:lnTo>
                  <a:lnTo>
                    <a:pt x="804581" y="311252"/>
                  </a:lnTo>
                  <a:close/>
                </a:path>
                <a:path w="1075690" h="328295">
                  <a:moveTo>
                    <a:pt x="908411" y="311252"/>
                  </a:moveTo>
                  <a:lnTo>
                    <a:pt x="967182" y="311252"/>
                  </a:lnTo>
                  <a:lnTo>
                    <a:pt x="967182" y="327952"/>
                  </a:lnTo>
                  <a:lnTo>
                    <a:pt x="908411" y="327952"/>
                  </a:lnTo>
                  <a:lnTo>
                    <a:pt x="908411" y="311252"/>
                  </a:lnTo>
                  <a:close/>
                </a:path>
                <a:path w="1075690" h="328295">
                  <a:moveTo>
                    <a:pt x="1011849" y="311252"/>
                  </a:moveTo>
                  <a:lnTo>
                    <a:pt x="1068073" y="311252"/>
                  </a:lnTo>
                  <a:lnTo>
                    <a:pt x="1058866" y="321077"/>
                  </a:lnTo>
                  <a:lnTo>
                    <a:pt x="1058866" y="316154"/>
                  </a:lnTo>
                  <a:lnTo>
                    <a:pt x="1075518" y="316154"/>
                  </a:lnTo>
                  <a:lnTo>
                    <a:pt x="1075518" y="327952"/>
                  </a:lnTo>
                  <a:lnTo>
                    <a:pt x="1011849" y="327952"/>
                  </a:lnTo>
                  <a:lnTo>
                    <a:pt x="1011849" y="311252"/>
                  </a:lnTo>
                  <a:close/>
                </a:path>
                <a:path w="1075690" h="328295">
                  <a:moveTo>
                    <a:pt x="1058866" y="272888"/>
                  </a:moveTo>
                  <a:lnTo>
                    <a:pt x="1058866" y="212902"/>
                  </a:lnTo>
                  <a:lnTo>
                    <a:pt x="1075518" y="212902"/>
                  </a:lnTo>
                  <a:lnTo>
                    <a:pt x="1075518" y="272888"/>
                  </a:lnTo>
                  <a:lnTo>
                    <a:pt x="1058866" y="272888"/>
                  </a:lnTo>
                  <a:close/>
                </a:path>
                <a:path w="1075690" h="328295">
                  <a:moveTo>
                    <a:pt x="1058866" y="167663"/>
                  </a:moveTo>
                  <a:lnTo>
                    <a:pt x="1058866" y="107676"/>
                  </a:lnTo>
                  <a:lnTo>
                    <a:pt x="1075518" y="107676"/>
                  </a:lnTo>
                  <a:lnTo>
                    <a:pt x="1075518" y="167663"/>
                  </a:lnTo>
                  <a:lnTo>
                    <a:pt x="1058866" y="167663"/>
                  </a:lnTo>
                  <a:close/>
                </a:path>
                <a:path w="1075690" h="328295">
                  <a:moveTo>
                    <a:pt x="1058866" y="61959"/>
                  </a:moveTo>
                  <a:lnTo>
                    <a:pt x="1058866" y="9346"/>
                  </a:lnTo>
                  <a:lnTo>
                    <a:pt x="1075518" y="9346"/>
                  </a:lnTo>
                  <a:lnTo>
                    <a:pt x="1075518" y="61959"/>
                  </a:lnTo>
                  <a:lnTo>
                    <a:pt x="1058866" y="61959"/>
                  </a:lnTo>
                  <a:close/>
                </a:path>
              </a:pathLst>
            </a:custGeom>
            <a:ln w="3175">
              <a:solidFill>
                <a:srgbClr val="000000"/>
              </a:solidFill>
            </a:ln>
          </p:spPr>
          <p:txBody>
            <a:bodyPr wrap="square" lIns="0" tIns="0" rIns="0" bIns="0" rtlCol="0"/>
            <a:lstStyle/>
            <a:p/>
          </p:txBody>
        </p:sp>
        <p:sp>
          <p:nvSpPr>
            <p:cNvPr id="10" name="object 10" descr=""/>
            <p:cNvSpPr/>
            <p:nvPr/>
          </p:nvSpPr>
          <p:spPr>
            <a:xfrm>
              <a:off x="6033831" y="3452308"/>
              <a:ext cx="80645" cy="1566545"/>
            </a:xfrm>
            <a:custGeom>
              <a:avLst/>
              <a:gdLst/>
              <a:ahLst/>
              <a:cxnLst/>
              <a:rect l="l" t="t" r="r" b="b"/>
              <a:pathLst>
                <a:path w="80645" h="1566545">
                  <a:moveTo>
                    <a:pt x="0" y="1446451"/>
                  </a:moveTo>
                  <a:lnTo>
                    <a:pt x="40160" y="1566424"/>
                  </a:lnTo>
                  <a:lnTo>
                    <a:pt x="64072" y="1494639"/>
                  </a:lnTo>
                  <a:lnTo>
                    <a:pt x="35458" y="1494639"/>
                  </a:lnTo>
                  <a:lnTo>
                    <a:pt x="32912" y="1492188"/>
                  </a:lnTo>
                  <a:lnTo>
                    <a:pt x="30561" y="1489737"/>
                  </a:lnTo>
                  <a:lnTo>
                    <a:pt x="30536" y="1475621"/>
                  </a:lnTo>
                  <a:lnTo>
                    <a:pt x="0" y="1446451"/>
                  </a:lnTo>
                  <a:close/>
                </a:path>
                <a:path w="80645" h="1566545">
                  <a:moveTo>
                    <a:pt x="30536" y="1475621"/>
                  </a:moveTo>
                  <a:lnTo>
                    <a:pt x="30561" y="1489737"/>
                  </a:lnTo>
                  <a:lnTo>
                    <a:pt x="32912" y="1492188"/>
                  </a:lnTo>
                  <a:lnTo>
                    <a:pt x="35458" y="1494639"/>
                  </a:lnTo>
                  <a:lnTo>
                    <a:pt x="44666" y="1494639"/>
                  </a:lnTo>
                  <a:lnTo>
                    <a:pt x="49368" y="1489737"/>
                  </a:lnTo>
                  <a:lnTo>
                    <a:pt x="49368" y="1484814"/>
                  </a:lnTo>
                  <a:lnTo>
                    <a:pt x="40160" y="1484814"/>
                  </a:lnTo>
                  <a:lnTo>
                    <a:pt x="30536" y="1475621"/>
                  </a:lnTo>
                  <a:close/>
                </a:path>
                <a:path w="80645" h="1566545">
                  <a:moveTo>
                    <a:pt x="80125" y="1446451"/>
                  </a:moveTo>
                  <a:lnTo>
                    <a:pt x="49368" y="1475976"/>
                  </a:lnTo>
                  <a:lnTo>
                    <a:pt x="49368" y="1489737"/>
                  </a:lnTo>
                  <a:lnTo>
                    <a:pt x="44666" y="1494639"/>
                  </a:lnTo>
                  <a:lnTo>
                    <a:pt x="64072" y="1494639"/>
                  </a:lnTo>
                  <a:lnTo>
                    <a:pt x="80125" y="1446451"/>
                  </a:lnTo>
                  <a:close/>
                </a:path>
                <a:path w="80645" h="1566545">
                  <a:moveTo>
                    <a:pt x="42119" y="0"/>
                  </a:moveTo>
                  <a:lnTo>
                    <a:pt x="35458" y="0"/>
                  </a:lnTo>
                  <a:lnTo>
                    <a:pt x="32911" y="2391"/>
                  </a:lnTo>
                  <a:lnTo>
                    <a:pt x="30561" y="4384"/>
                  </a:lnTo>
                  <a:lnTo>
                    <a:pt x="28014" y="9167"/>
                  </a:lnTo>
                  <a:lnTo>
                    <a:pt x="30486" y="1446451"/>
                  </a:lnTo>
                  <a:lnTo>
                    <a:pt x="30536" y="1475621"/>
                  </a:lnTo>
                  <a:lnTo>
                    <a:pt x="40160" y="1484814"/>
                  </a:lnTo>
                  <a:lnTo>
                    <a:pt x="49368" y="1475976"/>
                  </a:lnTo>
                  <a:lnTo>
                    <a:pt x="49367" y="9167"/>
                  </a:lnTo>
                  <a:lnTo>
                    <a:pt x="47017" y="4384"/>
                  </a:lnTo>
                  <a:lnTo>
                    <a:pt x="47017" y="2391"/>
                  </a:lnTo>
                  <a:lnTo>
                    <a:pt x="42119" y="0"/>
                  </a:lnTo>
                  <a:close/>
                </a:path>
                <a:path w="80645" h="1566545">
                  <a:moveTo>
                    <a:pt x="49368" y="1475976"/>
                  </a:moveTo>
                  <a:lnTo>
                    <a:pt x="40160" y="1484814"/>
                  </a:lnTo>
                  <a:lnTo>
                    <a:pt x="49368" y="1484814"/>
                  </a:lnTo>
                  <a:lnTo>
                    <a:pt x="49368" y="1475976"/>
                  </a:lnTo>
                  <a:close/>
                </a:path>
              </a:pathLst>
            </a:custGeom>
            <a:solidFill>
              <a:srgbClr val="993366"/>
            </a:solidFill>
          </p:spPr>
          <p:txBody>
            <a:bodyPr wrap="square" lIns="0" tIns="0" rIns="0" bIns="0" rtlCol="0"/>
            <a:lstStyle/>
            <a:p/>
          </p:txBody>
        </p:sp>
        <p:sp>
          <p:nvSpPr>
            <p:cNvPr id="11" name="object 11" descr=""/>
            <p:cNvSpPr/>
            <p:nvPr/>
          </p:nvSpPr>
          <p:spPr>
            <a:xfrm>
              <a:off x="6033831" y="3452308"/>
              <a:ext cx="80645" cy="1566545"/>
            </a:xfrm>
            <a:custGeom>
              <a:avLst/>
              <a:gdLst/>
              <a:ahLst/>
              <a:cxnLst/>
              <a:rect l="l" t="t" r="r" b="b"/>
              <a:pathLst>
                <a:path w="80645" h="1566545">
                  <a:moveTo>
                    <a:pt x="49367" y="9167"/>
                  </a:moveTo>
                  <a:lnTo>
                    <a:pt x="49368" y="1484814"/>
                  </a:lnTo>
                  <a:lnTo>
                    <a:pt x="49368" y="1489737"/>
                  </a:lnTo>
                  <a:lnTo>
                    <a:pt x="47017" y="1492188"/>
                  </a:lnTo>
                  <a:lnTo>
                    <a:pt x="44666" y="1494639"/>
                  </a:lnTo>
                  <a:lnTo>
                    <a:pt x="40160" y="1494639"/>
                  </a:lnTo>
                  <a:lnTo>
                    <a:pt x="35458" y="1494639"/>
                  </a:lnTo>
                  <a:lnTo>
                    <a:pt x="32912" y="1492188"/>
                  </a:lnTo>
                  <a:lnTo>
                    <a:pt x="30561" y="1489737"/>
                  </a:lnTo>
                  <a:lnTo>
                    <a:pt x="30561" y="1484814"/>
                  </a:lnTo>
                  <a:lnTo>
                    <a:pt x="28014" y="9167"/>
                  </a:lnTo>
                  <a:lnTo>
                    <a:pt x="30561" y="4384"/>
                  </a:lnTo>
                  <a:lnTo>
                    <a:pt x="32911" y="2391"/>
                  </a:lnTo>
                  <a:lnTo>
                    <a:pt x="35458" y="0"/>
                  </a:lnTo>
                  <a:lnTo>
                    <a:pt x="40160" y="0"/>
                  </a:lnTo>
                  <a:lnTo>
                    <a:pt x="42119" y="0"/>
                  </a:lnTo>
                  <a:lnTo>
                    <a:pt x="47017" y="2391"/>
                  </a:lnTo>
                  <a:lnTo>
                    <a:pt x="47017" y="4384"/>
                  </a:lnTo>
                  <a:lnTo>
                    <a:pt x="49367" y="9167"/>
                  </a:lnTo>
                  <a:close/>
                </a:path>
                <a:path w="80645" h="1566545">
                  <a:moveTo>
                    <a:pt x="40160" y="1484814"/>
                  </a:moveTo>
                  <a:lnTo>
                    <a:pt x="80125" y="1446451"/>
                  </a:lnTo>
                  <a:lnTo>
                    <a:pt x="40160" y="1566424"/>
                  </a:lnTo>
                  <a:lnTo>
                    <a:pt x="0" y="1446451"/>
                  </a:lnTo>
                  <a:lnTo>
                    <a:pt x="40160" y="1484814"/>
                  </a:lnTo>
                  <a:close/>
                </a:path>
              </a:pathLst>
            </a:custGeom>
            <a:ln w="3175">
              <a:solidFill>
                <a:srgbClr val="993366"/>
              </a:solidFill>
            </a:ln>
          </p:spPr>
          <p:txBody>
            <a:bodyPr wrap="square" lIns="0" tIns="0" rIns="0" bIns="0" rtlCol="0"/>
            <a:lstStyle/>
            <a:p/>
          </p:txBody>
        </p:sp>
        <p:sp>
          <p:nvSpPr>
            <p:cNvPr id="12" name="object 12" descr=""/>
            <p:cNvSpPr/>
            <p:nvPr/>
          </p:nvSpPr>
          <p:spPr>
            <a:xfrm>
              <a:off x="7482352" y="314745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FFFFFF"/>
            </a:solidFill>
          </p:spPr>
          <p:txBody>
            <a:bodyPr wrap="square" lIns="0" tIns="0" rIns="0" bIns="0" rtlCol="0"/>
            <a:lstStyle/>
            <a:p/>
          </p:txBody>
        </p:sp>
        <p:sp>
          <p:nvSpPr>
            <p:cNvPr id="13" name="object 13" descr=""/>
            <p:cNvSpPr/>
            <p:nvPr/>
          </p:nvSpPr>
          <p:spPr>
            <a:xfrm>
              <a:off x="7476084" y="3140418"/>
              <a:ext cx="1075055" cy="328930"/>
            </a:xfrm>
            <a:custGeom>
              <a:avLst/>
              <a:gdLst/>
              <a:ahLst/>
              <a:cxnLst/>
              <a:rect l="l" t="t" r="r" b="b"/>
              <a:pathLst>
                <a:path w="1075054" h="328929">
                  <a:moveTo>
                    <a:pt x="1067486" y="9964"/>
                  </a:moveTo>
                  <a:lnTo>
                    <a:pt x="1058278" y="9964"/>
                  </a:lnTo>
                  <a:lnTo>
                    <a:pt x="1058278" y="62577"/>
                  </a:lnTo>
                  <a:lnTo>
                    <a:pt x="1074734" y="62577"/>
                  </a:lnTo>
                  <a:lnTo>
                    <a:pt x="1074734" y="16740"/>
                  </a:lnTo>
                  <a:lnTo>
                    <a:pt x="1067486" y="16740"/>
                  </a:lnTo>
                  <a:lnTo>
                    <a:pt x="1067486" y="9964"/>
                  </a:lnTo>
                  <a:close/>
                </a:path>
                <a:path w="1075054" h="328929">
                  <a:moveTo>
                    <a:pt x="1067486" y="0"/>
                  </a:moveTo>
                  <a:lnTo>
                    <a:pt x="1008714" y="0"/>
                  </a:lnTo>
                  <a:lnTo>
                    <a:pt x="1008714" y="16740"/>
                  </a:lnTo>
                  <a:lnTo>
                    <a:pt x="1058278" y="16740"/>
                  </a:lnTo>
                  <a:lnTo>
                    <a:pt x="1058278" y="9964"/>
                  </a:lnTo>
                  <a:lnTo>
                    <a:pt x="1067486" y="9964"/>
                  </a:lnTo>
                  <a:lnTo>
                    <a:pt x="1067486" y="0"/>
                  </a:lnTo>
                  <a:close/>
                </a:path>
                <a:path w="1075054" h="328929">
                  <a:moveTo>
                    <a:pt x="1074734" y="9964"/>
                  </a:moveTo>
                  <a:lnTo>
                    <a:pt x="1067486" y="9964"/>
                  </a:lnTo>
                  <a:lnTo>
                    <a:pt x="1067486" y="16740"/>
                  </a:lnTo>
                  <a:lnTo>
                    <a:pt x="1074734" y="16740"/>
                  </a:lnTo>
                  <a:lnTo>
                    <a:pt x="1074734" y="9964"/>
                  </a:lnTo>
                  <a:close/>
                </a:path>
                <a:path w="1075054" h="328929">
                  <a:moveTo>
                    <a:pt x="964048" y="0"/>
                  </a:moveTo>
                  <a:lnTo>
                    <a:pt x="905472" y="0"/>
                  </a:lnTo>
                  <a:lnTo>
                    <a:pt x="905472" y="16740"/>
                  </a:lnTo>
                  <a:lnTo>
                    <a:pt x="964048" y="16740"/>
                  </a:lnTo>
                  <a:lnTo>
                    <a:pt x="964048" y="0"/>
                  </a:lnTo>
                  <a:close/>
                </a:path>
                <a:path w="1075054" h="328929">
                  <a:moveTo>
                    <a:pt x="860806" y="0"/>
                  </a:moveTo>
                  <a:lnTo>
                    <a:pt x="802034" y="0"/>
                  </a:lnTo>
                  <a:lnTo>
                    <a:pt x="802034" y="16740"/>
                  </a:lnTo>
                  <a:lnTo>
                    <a:pt x="860806" y="16740"/>
                  </a:lnTo>
                  <a:lnTo>
                    <a:pt x="860806" y="0"/>
                  </a:lnTo>
                  <a:close/>
                </a:path>
                <a:path w="1075054" h="328929">
                  <a:moveTo>
                    <a:pt x="756976" y="0"/>
                  </a:moveTo>
                  <a:lnTo>
                    <a:pt x="698205" y="0"/>
                  </a:lnTo>
                  <a:lnTo>
                    <a:pt x="698205" y="16740"/>
                  </a:lnTo>
                  <a:lnTo>
                    <a:pt x="756976" y="16740"/>
                  </a:lnTo>
                  <a:lnTo>
                    <a:pt x="756976" y="0"/>
                  </a:lnTo>
                  <a:close/>
                </a:path>
                <a:path w="1075054" h="328929">
                  <a:moveTo>
                    <a:pt x="656085" y="0"/>
                  </a:moveTo>
                  <a:lnTo>
                    <a:pt x="597314" y="0"/>
                  </a:lnTo>
                  <a:lnTo>
                    <a:pt x="597314" y="16740"/>
                  </a:lnTo>
                  <a:lnTo>
                    <a:pt x="656085" y="16740"/>
                  </a:lnTo>
                  <a:lnTo>
                    <a:pt x="656085" y="0"/>
                  </a:lnTo>
                  <a:close/>
                </a:path>
                <a:path w="1075054" h="328929">
                  <a:moveTo>
                    <a:pt x="552647" y="0"/>
                  </a:moveTo>
                  <a:lnTo>
                    <a:pt x="493876" y="0"/>
                  </a:lnTo>
                  <a:lnTo>
                    <a:pt x="493876" y="16740"/>
                  </a:lnTo>
                  <a:lnTo>
                    <a:pt x="552647" y="16740"/>
                  </a:lnTo>
                  <a:lnTo>
                    <a:pt x="552647" y="0"/>
                  </a:lnTo>
                  <a:close/>
                </a:path>
                <a:path w="1075054" h="328929">
                  <a:moveTo>
                    <a:pt x="448818" y="0"/>
                  </a:moveTo>
                  <a:lnTo>
                    <a:pt x="390046" y="0"/>
                  </a:lnTo>
                  <a:lnTo>
                    <a:pt x="390046" y="16740"/>
                  </a:lnTo>
                  <a:lnTo>
                    <a:pt x="448818" y="16740"/>
                  </a:lnTo>
                  <a:lnTo>
                    <a:pt x="448818" y="0"/>
                  </a:lnTo>
                  <a:close/>
                </a:path>
                <a:path w="1075054" h="328929">
                  <a:moveTo>
                    <a:pt x="345380" y="0"/>
                  </a:moveTo>
                  <a:lnTo>
                    <a:pt x="286608" y="0"/>
                  </a:lnTo>
                  <a:lnTo>
                    <a:pt x="286608" y="16740"/>
                  </a:lnTo>
                  <a:lnTo>
                    <a:pt x="345380" y="16740"/>
                  </a:lnTo>
                  <a:lnTo>
                    <a:pt x="345380" y="0"/>
                  </a:lnTo>
                  <a:close/>
                </a:path>
                <a:path w="1075054" h="328929">
                  <a:moveTo>
                    <a:pt x="244489" y="0"/>
                  </a:moveTo>
                  <a:lnTo>
                    <a:pt x="185717" y="0"/>
                  </a:lnTo>
                  <a:lnTo>
                    <a:pt x="185717" y="16740"/>
                  </a:lnTo>
                  <a:lnTo>
                    <a:pt x="244489" y="16740"/>
                  </a:lnTo>
                  <a:lnTo>
                    <a:pt x="244489" y="0"/>
                  </a:lnTo>
                  <a:close/>
                </a:path>
                <a:path w="1075054" h="328929">
                  <a:moveTo>
                    <a:pt x="140659" y="0"/>
                  </a:moveTo>
                  <a:lnTo>
                    <a:pt x="81888" y="0"/>
                  </a:lnTo>
                  <a:lnTo>
                    <a:pt x="81888" y="16740"/>
                  </a:lnTo>
                  <a:lnTo>
                    <a:pt x="140659" y="16740"/>
                  </a:lnTo>
                  <a:lnTo>
                    <a:pt x="140659" y="0"/>
                  </a:lnTo>
                  <a:close/>
                </a:path>
                <a:path w="1075054" h="328929">
                  <a:moveTo>
                    <a:pt x="37221" y="0"/>
                  </a:moveTo>
                  <a:lnTo>
                    <a:pt x="0" y="0"/>
                  </a:lnTo>
                  <a:lnTo>
                    <a:pt x="0" y="38463"/>
                  </a:lnTo>
                  <a:lnTo>
                    <a:pt x="16456" y="38463"/>
                  </a:lnTo>
                  <a:lnTo>
                    <a:pt x="16456" y="16740"/>
                  </a:lnTo>
                  <a:lnTo>
                    <a:pt x="9207" y="16740"/>
                  </a:lnTo>
                  <a:lnTo>
                    <a:pt x="16456" y="9964"/>
                  </a:lnTo>
                  <a:lnTo>
                    <a:pt x="37221" y="9964"/>
                  </a:lnTo>
                  <a:lnTo>
                    <a:pt x="37221" y="0"/>
                  </a:lnTo>
                  <a:close/>
                </a:path>
                <a:path w="1075054" h="328929">
                  <a:moveTo>
                    <a:pt x="16456" y="9964"/>
                  </a:moveTo>
                  <a:lnTo>
                    <a:pt x="9207" y="16740"/>
                  </a:lnTo>
                  <a:lnTo>
                    <a:pt x="16456" y="16740"/>
                  </a:lnTo>
                  <a:lnTo>
                    <a:pt x="16456" y="9964"/>
                  </a:lnTo>
                  <a:close/>
                </a:path>
                <a:path w="1075054" h="328929">
                  <a:moveTo>
                    <a:pt x="37221" y="9964"/>
                  </a:moveTo>
                  <a:lnTo>
                    <a:pt x="16456" y="9964"/>
                  </a:lnTo>
                  <a:lnTo>
                    <a:pt x="16456" y="16740"/>
                  </a:lnTo>
                  <a:lnTo>
                    <a:pt x="37221" y="16740"/>
                  </a:lnTo>
                  <a:lnTo>
                    <a:pt x="37221" y="9964"/>
                  </a:lnTo>
                  <a:close/>
                </a:path>
                <a:path w="1075054" h="328929">
                  <a:moveTo>
                    <a:pt x="16456" y="84100"/>
                  </a:moveTo>
                  <a:lnTo>
                    <a:pt x="0" y="84100"/>
                  </a:lnTo>
                  <a:lnTo>
                    <a:pt x="0" y="144087"/>
                  </a:lnTo>
                  <a:lnTo>
                    <a:pt x="16456" y="144087"/>
                  </a:lnTo>
                  <a:lnTo>
                    <a:pt x="16456" y="84100"/>
                  </a:lnTo>
                  <a:close/>
                </a:path>
                <a:path w="1075054" h="328929">
                  <a:moveTo>
                    <a:pt x="16456" y="189326"/>
                  </a:moveTo>
                  <a:lnTo>
                    <a:pt x="0" y="189326"/>
                  </a:lnTo>
                  <a:lnTo>
                    <a:pt x="0" y="249312"/>
                  </a:lnTo>
                  <a:lnTo>
                    <a:pt x="16456" y="249312"/>
                  </a:lnTo>
                  <a:lnTo>
                    <a:pt x="16456" y="189326"/>
                  </a:lnTo>
                  <a:close/>
                </a:path>
                <a:path w="1075054" h="328929">
                  <a:moveTo>
                    <a:pt x="16456" y="292558"/>
                  </a:moveTo>
                  <a:lnTo>
                    <a:pt x="0" y="292558"/>
                  </a:lnTo>
                  <a:lnTo>
                    <a:pt x="0" y="328430"/>
                  </a:lnTo>
                  <a:lnTo>
                    <a:pt x="39768" y="328430"/>
                  </a:lnTo>
                  <a:lnTo>
                    <a:pt x="39768" y="321057"/>
                  </a:lnTo>
                  <a:lnTo>
                    <a:pt x="16456" y="321057"/>
                  </a:lnTo>
                  <a:lnTo>
                    <a:pt x="9207" y="311889"/>
                  </a:lnTo>
                  <a:lnTo>
                    <a:pt x="16456" y="311889"/>
                  </a:lnTo>
                  <a:lnTo>
                    <a:pt x="16456" y="292558"/>
                  </a:lnTo>
                  <a:close/>
                </a:path>
                <a:path w="1075054" h="328929">
                  <a:moveTo>
                    <a:pt x="16456" y="311889"/>
                  </a:moveTo>
                  <a:lnTo>
                    <a:pt x="9207" y="311889"/>
                  </a:lnTo>
                  <a:lnTo>
                    <a:pt x="16456" y="321057"/>
                  </a:lnTo>
                  <a:lnTo>
                    <a:pt x="16456" y="311889"/>
                  </a:lnTo>
                  <a:close/>
                </a:path>
                <a:path w="1075054" h="328929">
                  <a:moveTo>
                    <a:pt x="39768" y="311889"/>
                  </a:moveTo>
                  <a:lnTo>
                    <a:pt x="16456" y="311889"/>
                  </a:lnTo>
                  <a:lnTo>
                    <a:pt x="16456" y="321057"/>
                  </a:lnTo>
                  <a:lnTo>
                    <a:pt x="39768" y="321057"/>
                  </a:lnTo>
                  <a:lnTo>
                    <a:pt x="39768" y="311889"/>
                  </a:lnTo>
                  <a:close/>
                </a:path>
                <a:path w="1075054" h="328929">
                  <a:moveTo>
                    <a:pt x="143010" y="311889"/>
                  </a:moveTo>
                  <a:lnTo>
                    <a:pt x="84435" y="311889"/>
                  </a:lnTo>
                  <a:lnTo>
                    <a:pt x="84435" y="328430"/>
                  </a:lnTo>
                  <a:lnTo>
                    <a:pt x="143010" y="328430"/>
                  </a:lnTo>
                  <a:lnTo>
                    <a:pt x="143010" y="311889"/>
                  </a:lnTo>
                  <a:close/>
                </a:path>
                <a:path w="1075054" h="328929">
                  <a:moveTo>
                    <a:pt x="246840" y="311889"/>
                  </a:moveTo>
                  <a:lnTo>
                    <a:pt x="187676" y="311889"/>
                  </a:lnTo>
                  <a:lnTo>
                    <a:pt x="187676" y="328430"/>
                  </a:lnTo>
                  <a:lnTo>
                    <a:pt x="246840" y="328430"/>
                  </a:lnTo>
                  <a:lnTo>
                    <a:pt x="246840" y="311889"/>
                  </a:lnTo>
                  <a:close/>
                </a:path>
                <a:path w="1075054" h="328929">
                  <a:moveTo>
                    <a:pt x="350278" y="311889"/>
                  </a:moveTo>
                  <a:lnTo>
                    <a:pt x="291506" y="311889"/>
                  </a:lnTo>
                  <a:lnTo>
                    <a:pt x="291506" y="328430"/>
                  </a:lnTo>
                  <a:lnTo>
                    <a:pt x="350278" y="328430"/>
                  </a:lnTo>
                  <a:lnTo>
                    <a:pt x="350278" y="311889"/>
                  </a:lnTo>
                  <a:close/>
                </a:path>
                <a:path w="1075054" h="328929">
                  <a:moveTo>
                    <a:pt x="451169" y="311889"/>
                  </a:moveTo>
                  <a:lnTo>
                    <a:pt x="392397" y="311889"/>
                  </a:lnTo>
                  <a:lnTo>
                    <a:pt x="392397" y="328430"/>
                  </a:lnTo>
                  <a:lnTo>
                    <a:pt x="451169" y="328430"/>
                  </a:lnTo>
                  <a:lnTo>
                    <a:pt x="451169" y="311889"/>
                  </a:lnTo>
                  <a:close/>
                </a:path>
                <a:path w="1075054" h="328929">
                  <a:moveTo>
                    <a:pt x="554998" y="311889"/>
                  </a:moveTo>
                  <a:lnTo>
                    <a:pt x="495835" y="311889"/>
                  </a:lnTo>
                  <a:lnTo>
                    <a:pt x="495835" y="328430"/>
                  </a:lnTo>
                  <a:lnTo>
                    <a:pt x="554998" y="328430"/>
                  </a:lnTo>
                  <a:lnTo>
                    <a:pt x="554998" y="311889"/>
                  </a:lnTo>
                  <a:close/>
                </a:path>
                <a:path w="1075054" h="328929">
                  <a:moveTo>
                    <a:pt x="658436" y="311889"/>
                  </a:moveTo>
                  <a:lnTo>
                    <a:pt x="599665" y="311889"/>
                  </a:lnTo>
                  <a:lnTo>
                    <a:pt x="599665" y="328430"/>
                  </a:lnTo>
                  <a:lnTo>
                    <a:pt x="658436" y="328430"/>
                  </a:lnTo>
                  <a:lnTo>
                    <a:pt x="658436" y="311889"/>
                  </a:lnTo>
                  <a:close/>
                </a:path>
                <a:path w="1075054" h="328929">
                  <a:moveTo>
                    <a:pt x="761874" y="311889"/>
                  </a:moveTo>
                  <a:lnTo>
                    <a:pt x="703102" y="311889"/>
                  </a:lnTo>
                  <a:lnTo>
                    <a:pt x="703102" y="328430"/>
                  </a:lnTo>
                  <a:lnTo>
                    <a:pt x="761874" y="328430"/>
                  </a:lnTo>
                  <a:lnTo>
                    <a:pt x="761874" y="311889"/>
                  </a:lnTo>
                  <a:close/>
                </a:path>
                <a:path w="1075054" h="328929">
                  <a:moveTo>
                    <a:pt x="863157" y="311889"/>
                  </a:moveTo>
                  <a:lnTo>
                    <a:pt x="803993" y="311889"/>
                  </a:lnTo>
                  <a:lnTo>
                    <a:pt x="803993" y="328430"/>
                  </a:lnTo>
                  <a:lnTo>
                    <a:pt x="863157" y="328430"/>
                  </a:lnTo>
                  <a:lnTo>
                    <a:pt x="863157" y="311889"/>
                  </a:lnTo>
                  <a:close/>
                </a:path>
                <a:path w="1075054" h="328929">
                  <a:moveTo>
                    <a:pt x="966595" y="311889"/>
                  </a:moveTo>
                  <a:lnTo>
                    <a:pt x="907823" y="311889"/>
                  </a:lnTo>
                  <a:lnTo>
                    <a:pt x="907823" y="328430"/>
                  </a:lnTo>
                  <a:lnTo>
                    <a:pt x="966595" y="328430"/>
                  </a:lnTo>
                  <a:lnTo>
                    <a:pt x="966595" y="311889"/>
                  </a:lnTo>
                  <a:close/>
                </a:path>
                <a:path w="1075054" h="328929">
                  <a:moveTo>
                    <a:pt x="1067486" y="311889"/>
                  </a:moveTo>
                  <a:lnTo>
                    <a:pt x="1011261" y="311889"/>
                  </a:lnTo>
                  <a:lnTo>
                    <a:pt x="1011261" y="328430"/>
                  </a:lnTo>
                  <a:lnTo>
                    <a:pt x="1074734" y="328430"/>
                  </a:lnTo>
                  <a:lnTo>
                    <a:pt x="1074734" y="321057"/>
                  </a:lnTo>
                  <a:lnTo>
                    <a:pt x="1058278" y="321057"/>
                  </a:lnTo>
                  <a:lnTo>
                    <a:pt x="1058278" y="316274"/>
                  </a:lnTo>
                  <a:lnTo>
                    <a:pt x="1063082" y="316274"/>
                  </a:lnTo>
                  <a:lnTo>
                    <a:pt x="1067486" y="311889"/>
                  </a:lnTo>
                  <a:close/>
                </a:path>
                <a:path w="1075054" h="328929">
                  <a:moveTo>
                    <a:pt x="1063082" y="316274"/>
                  </a:moveTo>
                  <a:lnTo>
                    <a:pt x="1058278" y="316274"/>
                  </a:lnTo>
                  <a:lnTo>
                    <a:pt x="1058278" y="321057"/>
                  </a:lnTo>
                  <a:lnTo>
                    <a:pt x="1063082" y="316274"/>
                  </a:lnTo>
                  <a:close/>
                </a:path>
                <a:path w="1075054" h="328929">
                  <a:moveTo>
                    <a:pt x="1074734" y="316274"/>
                  </a:moveTo>
                  <a:lnTo>
                    <a:pt x="1063082" y="316274"/>
                  </a:lnTo>
                  <a:lnTo>
                    <a:pt x="1058278" y="321057"/>
                  </a:lnTo>
                  <a:lnTo>
                    <a:pt x="1074734" y="321057"/>
                  </a:lnTo>
                  <a:lnTo>
                    <a:pt x="1074734" y="316274"/>
                  </a:lnTo>
                  <a:close/>
                </a:path>
                <a:path w="1075054" h="328929">
                  <a:moveTo>
                    <a:pt x="1074734" y="213440"/>
                  </a:moveTo>
                  <a:lnTo>
                    <a:pt x="1058278" y="213440"/>
                  </a:lnTo>
                  <a:lnTo>
                    <a:pt x="1058278" y="273426"/>
                  </a:lnTo>
                  <a:lnTo>
                    <a:pt x="1074734" y="273426"/>
                  </a:lnTo>
                  <a:lnTo>
                    <a:pt x="1074734" y="213440"/>
                  </a:lnTo>
                  <a:close/>
                </a:path>
                <a:path w="1075054" h="328929">
                  <a:moveTo>
                    <a:pt x="1074734" y="108214"/>
                  </a:moveTo>
                  <a:lnTo>
                    <a:pt x="1058278" y="108214"/>
                  </a:lnTo>
                  <a:lnTo>
                    <a:pt x="1058278" y="167802"/>
                  </a:lnTo>
                  <a:lnTo>
                    <a:pt x="1074734" y="167802"/>
                  </a:lnTo>
                  <a:lnTo>
                    <a:pt x="1074734" y="108214"/>
                  </a:lnTo>
                  <a:close/>
                </a:path>
              </a:pathLst>
            </a:custGeom>
            <a:solidFill>
              <a:srgbClr val="000000"/>
            </a:solidFill>
          </p:spPr>
          <p:txBody>
            <a:bodyPr wrap="square" lIns="0" tIns="0" rIns="0" bIns="0" rtlCol="0"/>
            <a:lstStyle/>
            <a:p/>
          </p:txBody>
        </p:sp>
        <p:sp>
          <p:nvSpPr>
            <p:cNvPr id="14" name="object 14" descr=""/>
            <p:cNvSpPr/>
            <p:nvPr/>
          </p:nvSpPr>
          <p:spPr>
            <a:xfrm>
              <a:off x="7476083" y="3140418"/>
              <a:ext cx="1075055" cy="328930"/>
            </a:xfrm>
            <a:custGeom>
              <a:avLst/>
              <a:gdLst/>
              <a:ahLst/>
              <a:cxnLst/>
              <a:rect l="l" t="t" r="r" b="b"/>
              <a:pathLst>
                <a:path w="1075054" h="328929">
                  <a:moveTo>
                    <a:pt x="1067486" y="16740"/>
                  </a:moveTo>
                  <a:lnTo>
                    <a:pt x="1008714" y="16740"/>
                  </a:lnTo>
                  <a:lnTo>
                    <a:pt x="1008714" y="0"/>
                  </a:lnTo>
                  <a:lnTo>
                    <a:pt x="1067486" y="0"/>
                  </a:lnTo>
                  <a:lnTo>
                    <a:pt x="1067486" y="16740"/>
                  </a:lnTo>
                  <a:close/>
                </a:path>
                <a:path w="1075054" h="328929">
                  <a:moveTo>
                    <a:pt x="964048" y="16740"/>
                  </a:moveTo>
                  <a:lnTo>
                    <a:pt x="905472" y="16740"/>
                  </a:lnTo>
                  <a:lnTo>
                    <a:pt x="905472" y="0"/>
                  </a:lnTo>
                  <a:lnTo>
                    <a:pt x="964048" y="0"/>
                  </a:lnTo>
                  <a:lnTo>
                    <a:pt x="964048" y="16740"/>
                  </a:lnTo>
                  <a:close/>
                </a:path>
                <a:path w="1075054" h="328929">
                  <a:moveTo>
                    <a:pt x="860806" y="16740"/>
                  </a:moveTo>
                  <a:lnTo>
                    <a:pt x="802034" y="16740"/>
                  </a:lnTo>
                  <a:lnTo>
                    <a:pt x="802034" y="0"/>
                  </a:lnTo>
                  <a:lnTo>
                    <a:pt x="860806" y="0"/>
                  </a:lnTo>
                  <a:lnTo>
                    <a:pt x="860806" y="16740"/>
                  </a:lnTo>
                  <a:close/>
                </a:path>
                <a:path w="1075054" h="328929">
                  <a:moveTo>
                    <a:pt x="756976" y="16740"/>
                  </a:moveTo>
                  <a:lnTo>
                    <a:pt x="698205" y="16740"/>
                  </a:lnTo>
                  <a:lnTo>
                    <a:pt x="698205" y="0"/>
                  </a:lnTo>
                  <a:lnTo>
                    <a:pt x="756976" y="0"/>
                  </a:lnTo>
                  <a:lnTo>
                    <a:pt x="756976" y="16740"/>
                  </a:lnTo>
                  <a:close/>
                </a:path>
                <a:path w="1075054" h="328929">
                  <a:moveTo>
                    <a:pt x="656085" y="16740"/>
                  </a:moveTo>
                  <a:lnTo>
                    <a:pt x="597314" y="16740"/>
                  </a:lnTo>
                  <a:lnTo>
                    <a:pt x="597314" y="0"/>
                  </a:lnTo>
                  <a:lnTo>
                    <a:pt x="656085" y="0"/>
                  </a:lnTo>
                  <a:lnTo>
                    <a:pt x="656085" y="16740"/>
                  </a:lnTo>
                  <a:close/>
                </a:path>
                <a:path w="1075054" h="328929">
                  <a:moveTo>
                    <a:pt x="552647" y="16740"/>
                  </a:moveTo>
                  <a:lnTo>
                    <a:pt x="493876" y="16740"/>
                  </a:lnTo>
                  <a:lnTo>
                    <a:pt x="493876" y="0"/>
                  </a:lnTo>
                  <a:lnTo>
                    <a:pt x="552647" y="0"/>
                  </a:lnTo>
                  <a:lnTo>
                    <a:pt x="552647" y="16740"/>
                  </a:lnTo>
                  <a:close/>
                </a:path>
                <a:path w="1075054" h="328929">
                  <a:moveTo>
                    <a:pt x="448818" y="16740"/>
                  </a:moveTo>
                  <a:lnTo>
                    <a:pt x="390046" y="16740"/>
                  </a:lnTo>
                  <a:lnTo>
                    <a:pt x="390046" y="0"/>
                  </a:lnTo>
                  <a:lnTo>
                    <a:pt x="448818" y="0"/>
                  </a:lnTo>
                  <a:lnTo>
                    <a:pt x="448818" y="16740"/>
                  </a:lnTo>
                  <a:close/>
                </a:path>
                <a:path w="1075054" h="328929">
                  <a:moveTo>
                    <a:pt x="345380" y="16740"/>
                  </a:moveTo>
                  <a:lnTo>
                    <a:pt x="286608" y="16740"/>
                  </a:lnTo>
                  <a:lnTo>
                    <a:pt x="286608" y="0"/>
                  </a:lnTo>
                  <a:lnTo>
                    <a:pt x="345380" y="0"/>
                  </a:lnTo>
                  <a:lnTo>
                    <a:pt x="345380" y="16740"/>
                  </a:lnTo>
                  <a:close/>
                </a:path>
                <a:path w="1075054" h="328929">
                  <a:moveTo>
                    <a:pt x="244489" y="16740"/>
                  </a:moveTo>
                  <a:lnTo>
                    <a:pt x="185717" y="16740"/>
                  </a:lnTo>
                  <a:lnTo>
                    <a:pt x="185717" y="0"/>
                  </a:lnTo>
                  <a:lnTo>
                    <a:pt x="244489" y="0"/>
                  </a:lnTo>
                  <a:lnTo>
                    <a:pt x="244489" y="16740"/>
                  </a:lnTo>
                  <a:close/>
                </a:path>
                <a:path w="1075054" h="328929">
                  <a:moveTo>
                    <a:pt x="140659" y="16740"/>
                  </a:moveTo>
                  <a:lnTo>
                    <a:pt x="81888" y="16740"/>
                  </a:lnTo>
                  <a:lnTo>
                    <a:pt x="81888" y="0"/>
                  </a:lnTo>
                  <a:lnTo>
                    <a:pt x="140659" y="0"/>
                  </a:lnTo>
                  <a:lnTo>
                    <a:pt x="140659" y="16740"/>
                  </a:lnTo>
                  <a:close/>
                </a:path>
                <a:path w="1075054" h="328929">
                  <a:moveTo>
                    <a:pt x="37221" y="16740"/>
                  </a:moveTo>
                  <a:lnTo>
                    <a:pt x="9207" y="16740"/>
                  </a:lnTo>
                  <a:lnTo>
                    <a:pt x="16456" y="9964"/>
                  </a:lnTo>
                  <a:lnTo>
                    <a:pt x="16456" y="38463"/>
                  </a:lnTo>
                  <a:lnTo>
                    <a:pt x="0" y="38463"/>
                  </a:lnTo>
                  <a:lnTo>
                    <a:pt x="0" y="0"/>
                  </a:lnTo>
                  <a:lnTo>
                    <a:pt x="37221" y="0"/>
                  </a:lnTo>
                  <a:lnTo>
                    <a:pt x="37221" y="16740"/>
                  </a:lnTo>
                  <a:close/>
                </a:path>
                <a:path w="1075054" h="328929">
                  <a:moveTo>
                    <a:pt x="16456" y="84100"/>
                  </a:moveTo>
                  <a:lnTo>
                    <a:pt x="16456" y="144087"/>
                  </a:lnTo>
                  <a:lnTo>
                    <a:pt x="0" y="144087"/>
                  </a:lnTo>
                  <a:lnTo>
                    <a:pt x="0" y="84100"/>
                  </a:lnTo>
                  <a:lnTo>
                    <a:pt x="16456" y="84100"/>
                  </a:lnTo>
                  <a:close/>
                </a:path>
                <a:path w="1075054" h="328929">
                  <a:moveTo>
                    <a:pt x="16456" y="189326"/>
                  </a:moveTo>
                  <a:lnTo>
                    <a:pt x="16456" y="249312"/>
                  </a:lnTo>
                  <a:lnTo>
                    <a:pt x="0" y="249312"/>
                  </a:lnTo>
                  <a:lnTo>
                    <a:pt x="0" y="189326"/>
                  </a:lnTo>
                  <a:lnTo>
                    <a:pt x="16456" y="189326"/>
                  </a:lnTo>
                  <a:close/>
                </a:path>
                <a:path w="1075054" h="328929">
                  <a:moveTo>
                    <a:pt x="16456" y="292558"/>
                  </a:moveTo>
                  <a:lnTo>
                    <a:pt x="16456" y="321057"/>
                  </a:lnTo>
                  <a:lnTo>
                    <a:pt x="9207" y="311889"/>
                  </a:lnTo>
                  <a:lnTo>
                    <a:pt x="39768" y="311889"/>
                  </a:lnTo>
                  <a:lnTo>
                    <a:pt x="39768" y="328430"/>
                  </a:lnTo>
                  <a:lnTo>
                    <a:pt x="0" y="328430"/>
                  </a:lnTo>
                  <a:lnTo>
                    <a:pt x="0" y="292558"/>
                  </a:lnTo>
                  <a:lnTo>
                    <a:pt x="16456" y="292558"/>
                  </a:lnTo>
                  <a:close/>
                </a:path>
                <a:path w="1075054" h="328929">
                  <a:moveTo>
                    <a:pt x="84435" y="311889"/>
                  </a:moveTo>
                  <a:lnTo>
                    <a:pt x="143010" y="311889"/>
                  </a:lnTo>
                  <a:lnTo>
                    <a:pt x="143010" y="328430"/>
                  </a:lnTo>
                  <a:lnTo>
                    <a:pt x="84435" y="328430"/>
                  </a:lnTo>
                  <a:lnTo>
                    <a:pt x="84435" y="311889"/>
                  </a:lnTo>
                  <a:close/>
                </a:path>
                <a:path w="1075054" h="328929">
                  <a:moveTo>
                    <a:pt x="187676" y="311889"/>
                  </a:moveTo>
                  <a:lnTo>
                    <a:pt x="246840" y="311889"/>
                  </a:lnTo>
                  <a:lnTo>
                    <a:pt x="246840" y="328430"/>
                  </a:lnTo>
                  <a:lnTo>
                    <a:pt x="187676" y="328430"/>
                  </a:lnTo>
                  <a:lnTo>
                    <a:pt x="187676" y="311889"/>
                  </a:lnTo>
                  <a:close/>
                </a:path>
                <a:path w="1075054" h="328929">
                  <a:moveTo>
                    <a:pt x="291506" y="311889"/>
                  </a:moveTo>
                  <a:lnTo>
                    <a:pt x="350278" y="311889"/>
                  </a:lnTo>
                  <a:lnTo>
                    <a:pt x="350278" y="328430"/>
                  </a:lnTo>
                  <a:lnTo>
                    <a:pt x="291506" y="328430"/>
                  </a:lnTo>
                  <a:lnTo>
                    <a:pt x="291506" y="311889"/>
                  </a:lnTo>
                  <a:close/>
                </a:path>
                <a:path w="1075054" h="328929">
                  <a:moveTo>
                    <a:pt x="392397" y="311889"/>
                  </a:moveTo>
                  <a:lnTo>
                    <a:pt x="451169" y="311889"/>
                  </a:lnTo>
                  <a:lnTo>
                    <a:pt x="451169" y="328430"/>
                  </a:lnTo>
                  <a:lnTo>
                    <a:pt x="392397" y="328430"/>
                  </a:lnTo>
                  <a:lnTo>
                    <a:pt x="392397" y="311889"/>
                  </a:lnTo>
                  <a:close/>
                </a:path>
                <a:path w="1075054" h="328929">
                  <a:moveTo>
                    <a:pt x="495835" y="311889"/>
                  </a:moveTo>
                  <a:lnTo>
                    <a:pt x="554998" y="311889"/>
                  </a:lnTo>
                  <a:lnTo>
                    <a:pt x="554998" y="328430"/>
                  </a:lnTo>
                  <a:lnTo>
                    <a:pt x="495835" y="328430"/>
                  </a:lnTo>
                  <a:lnTo>
                    <a:pt x="495835" y="311889"/>
                  </a:lnTo>
                  <a:close/>
                </a:path>
                <a:path w="1075054" h="328929">
                  <a:moveTo>
                    <a:pt x="599665" y="311889"/>
                  </a:moveTo>
                  <a:lnTo>
                    <a:pt x="658436" y="311889"/>
                  </a:lnTo>
                  <a:lnTo>
                    <a:pt x="658436" y="328430"/>
                  </a:lnTo>
                  <a:lnTo>
                    <a:pt x="599665" y="328430"/>
                  </a:lnTo>
                  <a:lnTo>
                    <a:pt x="599665" y="311889"/>
                  </a:lnTo>
                  <a:close/>
                </a:path>
                <a:path w="1075054" h="328929">
                  <a:moveTo>
                    <a:pt x="703102" y="311889"/>
                  </a:moveTo>
                  <a:lnTo>
                    <a:pt x="761874" y="311889"/>
                  </a:lnTo>
                  <a:lnTo>
                    <a:pt x="761874" y="328430"/>
                  </a:lnTo>
                  <a:lnTo>
                    <a:pt x="703102" y="328430"/>
                  </a:lnTo>
                  <a:lnTo>
                    <a:pt x="703102" y="311889"/>
                  </a:lnTo>
                  <a:close/>
                </a:path>
                <a:path w="1075054" h="328929">
                  <a:moveTo>
                    <a:pt x="803993" y="311889"/>
                  </a:moveTo>
                  <a:lnTo>
                    <a:pt x="863157" y="311889"/>
                  </a:lnTo>
                  <a:lnTo>
                    <a:pt x="863157" y="328430"/>
                  </a:lnTo>
                  <a:lnTo>
                    <a:pt x="803993" y="328430"/>
                  </a:lnTo>
                  <a:lnTo>
                    <a:pt x="803993" y="311889"/>
                  </a:lnTo>
                  <a:close/>
                </a:path>
                <a:path w="1075054" h="328929">
                  <a:moveTo>
                    <a:pt x="907823" y="311889"/>
                  </a:moveTo>
                  <a:lnTo>
                    <a:pt x="966595" y="311889"/>
                  </a:lnTo>
                  <a:lnTo>
                    <a:pt x="966595" y="328430"/>
                  </a:lnTo>
                  <a:lnTo>
                    <a:pt x="907823" y="328430"/>
                  </a:lnTo>
                  <a:lnTo>
                    <a:pt x="907823" y="311889"/>
                  </a:lnTo>
                  <a:close/>
                </a:path>
                <a:path w="1075054" h="328929">
                  <a:moveTo>
                    <a:pt x="1011261" y="311889"/>
                  </a:moveTo>
                  <a:lnTo>
                    <a:pt x="1067486" y="311889"/>
                  </a:lnTo>
                  <a:lnTo>
                    <a:pt x="1058278" y="321057"/>
                  </a:lnTo>
                  <a:lnTo>
                    <a:pt x="1058278" y="316274"/>
                  </a:lnTo>
                  <a:lnTo>
                    <a:pt x="1074734" y="316274"/>
                  </a:lnTo>
                  <a:lnTo>
                    <a:pt x="1074734" y="328430"/>
                  </a:lnTo>
                  <a:lnTo>
                    <a:pt x="1011261" y="328430"/>
                  </a:lnTo>
                  <a:lnTo>
                    <a:pt x="1011261" y="311889"/>
                  </a:lnTo>
                  <a:close/>
                </a:path>
                <a:path w="1075054" h="328929">
                  <a:moveTo>
                    <a:pt x="1058278" y="273426"/>
                  </a:moveTo>
                  <a:lnTo>
                    <a:pt x="1058278" y="213440"/>
                  </a:lnTo>
                  <a:lnTo>
                    <a:pt x="1074734" y="213440"/>
                  </a:lnTo>
                  <a:lnTo>
                    <a:pt x="1074734" y="273426"/>
                  </a:lnTo>
                  <a:lnTo>
                    <a:pt x="1058278" y="273426"/>
                  </a:lnTo>
                  <a:close/>
                </a:path>
                <a:path w="1075054" h="328929">
                  <a:moveTo>
                    <a:pt x="1058278" y="167802"/>
                  </a:moveTo>
                  <a:lnTo>
                    <a:pt x="1058278" y="108214"/>
                  </a:lnTo>
                  <a:lnTo>
                    <a:pt x="1074734" y="108214"/>
                  </a:lnTo>
                  <a:lnTo>
                    <a:pt x="1074734" y="167802"/>
                  </a:lnTo>
                  <a:lnTo>
                    <a:pt x="1058278" y="167802"/>
                  </a:lnTo>
                  <a:close/>
                </a:path>
                <a:path w="1075054" h="328929">
                  <a:moveTo>
                    <a:pt x="1058278" y="62577"/>
                  </a:moveTo>
                  <a:lnTo>
                    <a:pt x="1058278" y="9964"/>
                  </a:lnTo>
                  <a:lnTo>
                    <a:pt x="1074734" y="9964"/>
                  </a:lnTo>
                  <a:lnTo>
                    <a:pt x="1074734" y="62577"/>
                  </a:lnTo>
                  <a:lnTo>
                    <a:pt x="1058278" y="62577"/>
                  </a:lnTo>
                  <a:close/>
                </a:path>
              </a:pathLst>
            </a:custGeom>
            <a:ln w="3175">
              <a:solidFill>
                <a:srgbClr val="000000"/>
              </a:solidFill>
            </a:ln>
          </p:spPr>
          <p:txBody>
            <a:bodyPr wrap="square" lIns="0" tIns="0" rIns="0" bIns="0" rtlCol="0"/>
            <a:lstStyle/>
            <a:p/>
          </p:txBody>
        </p:sp>
        <p:sp>
          <p:nvSpPr>
            <p:cNvPr id="15" name="object 15" descr=""/>
            <p:cNvSpPr/>
            <p:nvPr/>
          </p:nvSpPr>
          <p:spPr>
            <a:xfrm>
              <a:off x="7482352" y="2524371"/>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FFFFFF"/>
            </a:solidFill>
          </p:spPr>
          <p:txBody>
            <a:bodyPr wrap="square" lIns="0" tIns="0" rIns="0" bIns="0" rtlCol="0"/>
            <a:lstStyle/>
            <a:p/>
          </p:txBody>
        </p:sp>
        <p:sp>
          <p:nvSpPr>
            <p:cNvPr id="16" name="object 16" descr=""/>
            <p:cNvSpPr/>
            <p:nvPr/>
          </p:nvSpPr>
          <p:spPr>
            <a:xfrm>
              <a:off x="7476083" y="2518034"/>
              <a:ext cx="1075055" cy="328295"/>
            </a:xfrm>
            <a:custGeom>
              <a:avLst/>
              <a:gdLst/>
              <a:ahLst/>
              <a:cxnLst/>
              <a:rect l="l" t="t" r="r" b="b"/>
              <a:pathLst>
                <a:path w="1075054" h="328294">
                  <a:moveTo>
                    <a:pt x="1067486" y="9366"/>
                  </a:moveTo>
                  <a:lnTo>
                    <a:pt x="1058278" y="9366"/>
                  </a:lnTo>
                  <a:lnTo>
                    <a:pt x="1058278" y="61979"/>
                  </a:lnTo>
                  <a:lnTo>
                    <a:pt x="1074734" y="61979"/>
                  </a:lnTo>
                  <a:lnTo>
                    <a:pt x="1074734" y="16740"/>
                  </a:lnTo>
                  <a:lnTo>
                    <a:pt x="1067486" y="16740"/>
                  </a:lnTo>
                  <a:lnTo>
                    <a:pt x="1067486" y="9366"/>
                  </a:lnTo>
                  <a:close/>
                </a:path>
                <a:path w="1075054" h="328294">
                  <a:moveTo>
                    <a:pt x="1067486" y="0"/>
                  </a:moveTo>
                  <a:lnTo>
                    <a:pt x="1008714" y="0"/>
                  </a:lnTo>
                  <a:lnTo>
                    <a:pt x="1008714" y="16740"/>
                  </a:lnTo>
                  <a:lnTo>
                    <a:pt x="1058278" y="16740"/>
                  </a:lnTo>
                  <a:lnTo>
                    <a:pt x="1058278" y="9366"/>
                  </a:lnTo>
                  <a:lnTo>
                    <a:pt x="1067486" y="9366"/>
                  </a:lnTo>
                  <a:lnTo>
                    <a:pt x="1067486" y="0"/>
                  </a:lnTo>
                  <a:close/>
                </a:path>
                <a:path w="1075054" h="328294">
                  <a:moveTo>
                    <a:pt x="1074734" y="9366"/>
                  </a:moveTo>
                  <a:lnTo>
                    <a:pt x="1067486" y="9366"/>
                  </a:lnTo>
                  <a:lnTo>
                    <a:pt x="1067486" y="16740"/>
                  </a:lnTo>
                  <a:lnTo>
                    <a:pt x="1074734" y="16740"/>
                  </a:lnTo>
                  <a:lnTo>
                    <a:pt x="1074734" y="9366"/>
                  </a:lnTo>
                  <a:close/>
                </a:path>
                <a:path w="1075054" h="328294">
                  <a:moveTo>
                    <a:pt x="964048" y="0"/>
                  </a:moveTo>
                  <a:lnTo>
                    <a:pt x="905472" y="0"/>
                  </a:lnTo>
                  <a:lnTo>
                    <a:pt x="905472" y="16740"/>
                  </a:lnTo>
                  <a:lnTo>
                    <a:pt x="964048" y="16740"/>
                  </a:lnTo>
                  <a:lnTo>
                    <a:pt x="964048" y="0"/>
                  </a:lnTo>
                  <a:close/>
                </a:path>
                <a:path w="1075054" h="328294">
                  <a:moveTo>
                    <a:pt x="860806" y="0"/>
                  </a:moveTo>
                  <a:lnTo>
                    <a:pt x="802034" y="0"/>
                  </a:lnTo>
                  <a:lnTo>
                    <a:pt x="802034" y="16740"/>
                  </a:lnTo>
                  <a:lnTo>
                    <a:pt x="860806" y="16740"/>
                  </a:lnTo>
                  <a:lnTo>
                    <a:pt x="860806" y="0"/>
                  </a:lnTo>
                  <a:close/>
                </a:path>
                <a:path w="1075054" h="328294">
                  <a:moveTo>
                    <a:pt x="756976" y="0"/>
                  </a:moveTo>
                  <a:lnTo>
                    <a:pt x="698205" y="0"/>
                  </a:lnTo>
                  <a:lnTo>
                    <a:pt x="698205" y="16740"/>
                  </a:lnTo>
                  <a:lnTo>
                    <a:pt x="756976" y="16740"/>
                  </a:lnTo>
                  <a:lnTo>
                    <a:pt x="756976" y="0"/>
                  </a:lnTo>
                  <a:close/>
                </a:path>
                <a:path w="1075054" h="328294">
                  <a:moveTo>
                    <a:pt x="656085" y="0"/>
                  </a:moveTo>
                  <a:lnTo>
                    <a:pt x="597314" y="0"/>
                  </a:lnTo>
                  <a:lnTo>
                    <a:pt x="597314" y="16740"/>
                  </a:lnTo>
                  <a:lnTo>
                    <a:pt x="656085" y="16740"/>
                  </a:lnTo>
                  <a:lnTo>
                    <a:pt x="656085" y="0"/>
                  </a:lnTo>
                  <a:close/>
                </a:path>
                <a:path w="1075054" h="328294">
                  <a:moveTo>
                    <a:pt x="552647" y="0"/>
                  </a:moveTo>
                  <a:lnTo>
                    <a:pt x="493876" y="0"/>
                  </a:lnTo>
                  <a:lnTo>
                    <a:pt x="493876" y="16740"/>
                  </a:lnTo>
                  <a:lnTo>
                    <a:pt x="552647" y="16740"/>
                  </a:lnTo>
                  <a:lnTo>
                    <a:pt x="552647" y="0"/>
                  </a:lnTo>
                  <a:close/>
                </a:path>
                <a:path w="1075054" h="328294">
                  <a:moveTo>
                    <a:pt x="448818" y="0"/>
                  </a:moveTo>
                  <a:lnTo>
                    <a:pt x="390046" y="0"/>
                  </a:lnTo>
                  <a:lnTo>
                    <a:pt x="390046" y="16740"/>
                  </a:lnTo>
                  <a:lnTo>
                    <a:pt x="448818" y="16740"/>
                  </a:lnTo>
                  <a:lnTo>
                    <a:pt x="448818" y="0"/>
                  </a:lnTo>
                  <a:close/>
                </a:path>
                <a:path w="1075054" h="328294">
                  <a:moveTo>
                    <a:pt x="345380" y="0"/>
                  </a:moveTo>
                  <a:lnTo>
                    <a:pt x="286608" y="0"/>
                  </a:lnTo>
                  <a:lnTo>
                    <a:pt x="286608" y="16740"/>
                  </a:lnTo>
                  <a:lnTo>
                    <a:pt x="345380" y="16740"/>
                  </a:lnTo>
                  <a:lnTo>
                    <a:pt x="345380" y="0"/>
                  </a:lnTo>
                  <a:close/>
                </a:path>
                <a:path w="1075054" h="328294">
                  <a:moveTo>
                    <a:pt x="244489" y="0"/>
                  </a:moveTo>
                  <a:lnTo>
                    <a:pt x="185717" y="0"/>
                  </a:lnTo>
                  <a:lnTo>
                    <a:pt x="185717" y="16740"/>
                  </a:lnTo>
                  <a:lnTo>
                    <a:pt x="244489" y="16740"/>
                  </a:lnTo>
                  <a:lnTo>
                    <a:pt x="244489" y="0"/>
                  </a:lnTo>
                  <a:close/>
                </a:path>
                <a:path w="1075054" h="328294">
                  <a:moveTo>
                    <a:pt x="140659" y="0"/>
                  </a:moveTo>
                  <a:lnTo>
                    <a:pt x="81888" y="0"/>
                  </a:lnTo>
                  <a:lnTo>
                    <a:pt x="81888" y="16740"/>
                  </a:lnTo>
                  <a:lnTo>
                    <a:pt x="140659" y="16740"/>
                  </a:lnTo>
                  <a:lnTo>
                    <a:pt x="140659" y="0"/>
                  </a:lnTo>
                  <a:close/>
                </a:path>
                <a:path w="1075054" h="328294">
                  <a:moveTo>
                    <a:pt x="37221" y="0"/>
                  </a:moveTo>
                  <a:lnTo>
                    <a:pt x="0" y="0"/>
                  </a:lnTo>
                  <a:lnTo>
                    <a:pt x="0" y="38263"/>
                  </a:lnTo>
                  <a:lnTo>
                    <a:pt x="16456" y="38263"/>
                  </a:lnTo>
                  <a:lnTo>
                    <a:pt x="16456" y="16740"/>
                  </a:lnTo>
                  <a:lnTo>
                    <a:pt x="9207" y="16740"/>
                  </a:lnTo>
                  <a:lnTo>
                    <a:pt x="16456" y="9366"/>
                  </a:lnTo>
                  <a:lnTo>
                    <a:pt x="37221" y="9366"/>
                  </a:lnTo>
                  <a:lnTo>
                    <a:pt x="37221" y="0"/>
                  </a:lnTo>
                  <a:close/>
                </a:path>
                <a:path w="1075054" h="328294">
                  <a:moveTo>
                    <a:pt x="16456" y="9366"/>
                  </a:moveTo>
                  <a:lnTo>
                    <a:pt x="9207" y="16740"/>
                  </a:lnTo>
                  <a:lnTo>
                    <a:pt x="16456" y="16740"/>
                  </a:lnTo>
                  <a:lnTo>
                    <a:pt x="16456" y="9366"/>
                  </a:lnTo>
                  <a:close/>
                </a:path>
                <a:path w="1075054" h="328294">
                  <a:moveTo>
                    <a:pt x="37221" y="9366"/>
                  </a:moveTo>
                  <a:lnTo>
                    <a:pt x="16456" y="9366"/>
                  </a:lnTo>
                  <a:lnTo>
                    <a:pt x="16456" y="16740"/>
                  </a:lnTo>
                  <a:lnTo>
                    <a:pt x="37221" y="16740"/>
                  </a:lnTo>
                  <a:lnTo>
                    <a:pt x="37221" y="9366"/>
                  </a:lnTo>
                  <a:close/>
                </a:path>
                <a:path w="1075054" h="328294">
                  <a:moveTo>
                    <a:pt x="16456" y="83502"/>
                  </a:moveTo>
                  <a:lnTo>
                    <a:pt x="0" y="83502"/>
                  </a:lnTo>
                  <a:lnTo>
                    <a:pt x="0" y="143489"/>
                  </a:lnTo>
                  <a:lnTo>
                    <a:pt x="16456" y="143489"/>
                  </a:lnTo>
                  <a:lnTo>
                    <a:pt x="16456" y="83502"/>
                  </a:lnTo>
                  <a:close/>
                </a:path>
                <a:path w="1075054" h="328294">
                  <a:moveTo>
                    <a:pt x="16456" y="189326"/>
                  </a:moveTo>
                  <a:lnTo>
                    <a:pt x="0" y="189326"/>
                  </a:lnTo>
                  <a:lnTo>
                    <a:pt x="0" y="248714"/>
                  </a:lnTo>
                  <a:lnTo>
                    <a:pt x="16456" y="248714"/>
                  </a:lnTo>
                  <a:lnTo>
                    <a:pt x="16456" y="189326"/>
                  </a:lnTo>
                  <a:close/>
                </a:path>
                <a:path w="1075054" h="328294">
                  <a:moveTo>
                    <a:pt x="16456" y="291960"/>
                  </a:moveTo>
                  <a:lnTo>
                    <a:pt x="0" y="291960"/>
                  </a:lnTo>
                  <a:lnTo>
                    <a:pt x="0" y="328032"/>
                  </a:lnTo>
                  <a:lnTo>
                    <a:pt x="39768" y="328032"/>
                  </a:lnTo>
                  <a:lnTo>
                    <a:pt x="39768" y="321057"/>
                  </a:lnTo>
                  <a:lnTo>
                    <a:pt x="16456" y="321057"/>
                  </a:lnTo>
                  <a:lnTo>
                    <a:pt x="9207" y="311291"/>
                  </a:lnTo>
                  <a:lnTo>
                    <a:pt x="16456" y="311291"/>
                  </a:lnTo>
                  <a:lnTo>
                    <a:pt x="16456" y="291960"/>
                  </a:lnTo>
                  <a:close/>
                </a:path>
                <a:path w="1075054" h="328294">
                  <a:moveTo>
                    <a:pt x="16456" y="311291"/>
                  </a:moveTo>
                  <a:lnTo>
                    <a:pt x="9207" y="311291"/>
                  </a:lnTo>
                  <a:lnTo>
                    <a:pt x="16456" y="321057"/>
                  </a:lnTo>
                  <a:lnTo>
                    <a:pt x="16456" y="311291"/>
                  </a:lnTo>
                  <a:close/>
                </a:path>
                <a:path w="1075054" h="328294">
                  <a:moveTo>
                    <a:pt x="39768" y="311291"/>
                  </a:moveTo>
                  <a:lnTo>
                    <a:pt x="16456" y="311291"/>
                  </a:lnTo>
                  <a:lnTo>
                    <a:pt x="16456" y="321057"/>
                  </a:lnTo>
                  <a:lnTo>
                    <a:pt x="39768" y="321057"/>
                  </a:lnTo>
                  <a:lnTo>
                    <a:pt x="39768" y="311291"/>
                  </a:lnTo>
                  <a:close/>
                </a:path>
                <a:path w="1075054" h="328294">
                  <a:moveTo>
                    <a:pt x="143010" y="311291"/>
                  </a:moveTo>
                  <a:lnTo>
                    <a:pt x="84435" y="311291"/>
                  </a:lnTo>
                  <a:lnTo>
                    <a:pt x="84435" y="328032"/>
                  </a:lnTo>
                  <a:lnTo>
                    <a:pt x="143010" y="328032"/>
                  </a:lnTo>
                  <a:lnTo>
                    <a:pt x="143010" y="311291"/>
                  </a:lnTo>
                  <a:close/>
                </a:path>
                <a:path w="1075054" h="328294">
                  <a:moveTo>
                    <a:pt x="246840" y="311291"/>
                  </a:moveTo>
                  <a:lnTo>
                    <a:pt x="187676" y="311291"/>
                  </a:lnTo>
                  <a:lnTo>
                    <a:pt x="187676" y="328032"/>
                  </a:lnTo>
                  <a:lnTo>
                    <a:pt x="246840" y="328032"/>
                  </a:lnTo>
                  <a:lnTo>
                    <a:pt x="246840" y="311291"/>
                  </a:lnTo>
                  <a:close/>
                </a:path>
                <a:path w="1075054" h="328294">
                  <a:moveTo>
                    <a:pt x="350278" y="311291"/>
                  </a:moveTo>
                  <a:lnTo>
                    <a:pt x="291506" y="311291"/>
                  </a:lnTo>
                  <a:lnTo>
                    <a:pt x="291506" y="328032"/>
                  </a:lnTo>
                  <a:lnTo>
                    <a:pt x="350278" y="328032"/>
                  </a:lnTo>
                  <a:lnTo>
                    <a:pt x="350278" y="311291"/>
                  </a:lnTo>
                  <a:close/>
                </a:path>
                <a:path w="1075054" h="328294">
                  <a:moveTo>
                    <a:pt x="451169" y="311291"/>
                  </a:moveTo>
                  <a:lnTo>
                    <a:pt x="392397" y="311291"/>
                  </a:lnTo>
                  <a:lnTo>
                    <a:pt x="392397" y="328032"/>
                  </a:lnTo>
                  <a:lnTo>
                    <a:pt x="451169" y="328032"/>
                  </a:lnTo>
                  <a:lnTo>
                    <a:pt x="451169" y="311291"/>
                  </a:lnTo>
                  <a:close/>
                </a:path>
                <a:path w="1075054" h="328294">
                  <a:moveTo>
                    <a:pt x="554998" y="311291"/>
                  </a:moveTo>
                  <a:lnTo>
                    <a:pt x="495835" y="311291"/>
                  </a:lnTo>
                  <a:lnTo>
                    <a:pt x="495835" y="328032"/>
                  </a:lnTo>
                  <a:lnTo>
                    <a:pt x="554998" y="328032"/>
                  </a:lnTo>
                  <a:lnTo>
                    <a:pt x="554998" y="311291"/>
                  </a:lnTo>
                  <a:close/>
                </a:path>
                <a:path w="1075054" h="328294">
                  <a:moveTo>
                    <a:pt x="658436" y="311291"/>
                  </a:moveTo>
                  <a:lnTo>
                    <a:pt x="599665" y="311291"/>
                  </a:lnTo>
                  <a:lnTo>
                    <a:pt x="599665" y="328032"/>
                  </a:lnTo>
                  <a:lnTo>
                    <a:pt x="658436" y="328032"/>
                  </a:lnTo>
                  <a:lnTo>
                    <a:pt x="658436" y="311291"/>
                  </a:lnTo>
                  <a:close/>
                </a:path>
                <a:path w="1075054" h="328294">
                  <a:moveTo>
                    <a:pt x="761874" y="311291"/>
                  </a:moveTo>
                  <a:lnTo>
                    <a:pt x="703102" y="311291"/>
                  </a:lnTo>
                  <a:lnTo>
                    <a:pt x="703102" y="328032"/>
                  </a:lnTo>
                  <a:lnTo>
                    <a:pt x="761874" y="328032"/>
                  </a:lnTo>
                  <a:lnTo>
                    <a:pt x="761874" y="311291"/>
                  </a:lnTo>
                  <a:close/>
                </a:path>
                <a:path w="1075054" h="328294">
                  <a:moveTo>
                    <a:pt x="863157" y="311291"/>
                  </a:moveTo>
                  <a:lnTo>
                    <a:pt x="803993" y="311291"/>
                  </a:lnTo>
                  <a:lnTo>
                    <a:pt x="803993" y="328032"/>
                  </a:lnTo>
                  <a:lnTo>
                    <a:pt x="863157" y="328032"/>
                  </a:lnTo>
                  <a:lnTo>
                    <a:pt x="863157" y="311291"/>
                  </a:lnTo>
                  <a:close/>
                </a:path>
                <a:path w="1075054" h="328294">
                  <a:moveTo>
                    <a:pt x="966595" y="311291"/>
                  </a:moveTo>
                  <a:lnTo>
                    <a:pt x="907823" y="311291"/>
                  </a:lnTo>
                  <a:lnTo>
                    <a:pt x="907823" y="328032"/>
                  </a:lnTo>
                  <a:lnTo>
                    <a:pt x="966595" y="328032"/>
                  </a:lnTo>
                  <a:lnTo>
                    <a:pt x="966595" y="311291"/>
                  </a:lnTo>
                  <a:close/>
                </a:path>
                <a:path w="1075054" h="328294">
                  <a:moveTo>
                    <a:pt x="1067486" y="311291"/>
                  </a:moveTo>
                  <a:lnTo>
                    <a:pt x="1011261" y="311291"/>
                  </a:lnTo>
                  <a:lnTo>
                    <a:pt x="1011261" y="328032"/>
                  </a:lnTo>
                  <a:lnTo>
                    <a:pt x="1074734" y="328032"/>
                  </a:lnTo>
                  <a:lnTo>
                    <a:pt x="1074734" y="321057"/>
                  </a:lnTo>
                  <a:lnTo>
                    <a:pt x="1058278" y="321057"/>
                  </a:lnTo>
                  <a:lnTo>
                    <a:pt x="1058278" y="316074"/>
                  </a:lnTo>
                  <a:lnTo>
                    <a:pt x="1062976" y="316074"/>
                  </a:lnTo>
                  <a:lnTo>
                    <a:pt x="1067486" y="311291"/>
                  </a:lnTo>
                  <a:close/>
                </a:path>
                <a:path w="1075054" h="328294">
                  <a:moveTo>
                    <a:pt x="1062976" y="316074"/>
                  </a:moveTo>
                  <a:lnTo>
                    <a:pt x="1058278" y="316074"/>
                  </a:lnTo>
                  <a:lnTo>
                    <a:pt x="1058278" y="321057"/>
                  </a:lnTo>
                  <a:lnTo>
                    <a:pt x="1062976" y="316074"/>
                  </a:lnTo>
                  <a:close/>
                </a:path>
                <a:path w="1075054" h="328294">
                  <a:moveTo>
                    <a:pt x="1074734" y="316074"/>
                  </a:moveTo>
                  <a:lnTo>
                    <a:pt x="1062976" y="316074"/>
                  </a:lnTo>
                  <a:lnTo>
                    <a:pt x="1058278" y="321057"/>
                  </a:lnTo>
                  <a:lnTo>
                    <a:pt x="1074734" y="321057"/>
                  </a:lnTo>
                  <a:lnTo>
                    <a:pt x="1074734" y="316074"/>
                  </a:lnTo>
                  <a:close/>
                </a:path>
                <a:path w="1075054" h="328294">
                  <a:moveTo>
                    <a:pt x="1074734" y="212842"/>
                  </a:moveTo>
                  <a:lnTo>
                    <a:pt x="1058278" y="212842"/>
                  </a:lnTo>
                  <a:lnTo>
                    <a:pt x="1058278" y="272828"/>
                  </a:lnTo>
                  <a:lnTo>
                    <a:pt x="1074734" y="272828"/>
                  </a:lnTo>
                  <a:lnTo>
                    <a:pt x="1074734" y="212842"/>
                  </a:lnTo>
                  <a:close/>
                </a:path>
                <a:path w="1075054" h="328294">
                  <a:moveTo>
                    <a:pt x="1074734" y="107616"/>
                  </a:moveTo>
                  <a:lnTo>
                    <a:pt x="1058278" y="107616"/>
                  </a:lnTo>
                  <a:lnTo>
                    <a:pt x="1058278" y="167603"/>
                  </a:lnTo>
                  <a:lnTo>
                    <a:pt x="1074734" y="167603"/>
                  </a:lnTo>
                  <a:lnTo>
                    <a:pt x="1074734" y="107616"/>
                  </a:lnTo>
                  <a:close/>
                </a:path>
              </a:pathLst>
            </a:custGeom>
            <a:solidFill>
              <a:srgbClr val="000000"/>
            </a:solidFill>
          </p:spPr>
          <p:txBody>
            <a:bodyPr wrap="square" lIns="0" tIns="0" rIns="0" bIns="0" rtlCol="0"/>
            <a:lstStyle/>
            <a:p/>
          </p:txBody>
        </p:sp>
        <p:sp>
          <p:nvSpPr>
            <p:cNvPr id="17" name="object 17" descr=""/>
            <p:cNvSpPr/>
            <p:nvPr/>
          </p:nvSpPr>
          <p:spPr>
            <a:xfrm>
              <a:off x="7476083" y="2518034"/>
              <a:ext cx="1075055" cy="328295"/>
            </a:xfrm>
            <a:custGeom>
              <a:avLst/>
              <a:gdLst/>
              <a:ahLst/>
              <a:cxnLst/>
              <a:rect l="l" t="t" r="r" b="b"/>
              <a:pathLst>
                <a:path w="1075054" h="328294">
                  <a:moveTo>
                    <a:pt x="1067486" y="16740"/>
                  </a:moveTo>
                  <a:lnTo>
                    <a:pt x="1008714" y="16740"/>
                  </a:lnTo>
                  <a:lnTo>
                    <a:pt x="1008714" y="0"/>
                  </a:lnTo>
                  <a:lnTo>
                    <a:pt x="1067486" y="0"/>
                  </a:lnTo>
                  <a:lnTo>
                    <a:pt x="1067486" y="16740"/>
                  </a:lnTo>
                  <a:close/>
                </a:path>
                <a:path w="1075054" h="328294">
                  <a:moveTo>
                    <a:pt x="964048" y="16740"/>
                  </a:moveTo>
                  <a:lnTo>
                    <a:pt x="905472" y="16740"/>
                  </a:lnTo>
                  <a:lnTo>
                    <a:pt x="905472" y="0"/>
                  </a:lnTo>
                  <a:lnTo>
                    <a:pt x="964048" y="0"/>
                  </a:lnTo>
                  <a:lnTo>
                    <a:pt x="964048" y="16740"/>
                  </a:lnTo>
                  <a:close/>
                </a:path>
                <a:path w="1075054" h="328294">
                  <a:moveTo>
                    <a:pt x="860806" y="16740"/>
                  </a:moveTo>
                  <a:lnTo>
                    <a:pt x="802034" y="16740"/>
                  </a:lnTo>
                  <a:lnTo>
                    <a:pt x="802034" y="0"/>
                  </a:lnTo>
                  <a:lnTo>
                    <a:pt x="860806" y="0"/>
                  </a:lnTo>
                  <a:lnTo>
                    <a:pt x="860806" y="16740"/>
                  </a:lnTo>
                  <a:close/>
                </a:path>
                <a:path w="1075054" h="328294">
                  <a:moveTo>
                    <a:pt x="756976" y="16740"/>
                  </a:moveTo>
                  <a:lnTo>
                    <a:pt x="698205" y="16740"/>
                  </a:lnTo>
                  <a:lnTo>
                    <a:pt x="698205" y="0"/>
                  </a:lnTo>
                  <a:lnTo>
                    <a:pt x="756976" y="0"/>
                  </a:lnTo>
                  <a:lnTo>
                    <a:pt x="756976" y="16740"/>
                  </a:lnTo>
                  <a:close/>
                </a:path>
                <a:path w="1075054" h="328294">
                  <a:moveTo>
                    <a:pt x="656085" y="16740"/>
                  </a:moveTo>
                  <a:lnTo>
                    <a:pt x="597314" y="16740"/>
                  </a:lnTo>
                  <a:lnTo>
                    <a:pt x="597314" y="0"/>
                  </a:lnTo>
                  <a:lnTo>
                    <a:pt x="656085" y="0"/>
                  </a:lnTo>
                  <a:lnTo>
                    <a:pt x="656085" y="16740"/>
                  </a:lnTo>
                  <a:close/>
                </a:path>
                <a:path w="1075054" h="328294">
                  <a:moveTo>
                    <a:pt x="552647" y="16740"/>
                  </a:moveTo>
                  <a:lnTo>
                    <a:pt x="493876" y="16740"/>
                  </a:lnTo>
                  <a:lnTo>
                    <a:pt x="493876" y="0"/>
                  </a:lnTo>
                  <a:lnTo>
                    <a:pt x="552647" y="0"/>
                  </a:lnTo>
                  <a:lnTo>
                    <a:pt x="552647" y="16740"/>
                  </a:lnTo>
                  <a:close/>
                </a:path>
                <a:path w="1075054" h="328294">
                  <a:moveTo>
                    <a:pt x="448818" y="16740"/>
                  </a:moveTo>
                  <a:lnTo>
                    <a:pt x="390046" y="16740"/>
                  </a:lnTo>
                  <a:lnTo>
                    <a:pt x="390046" y="0"/>
                  </a:lnTo>
                  <a:lnTo>
                    <a:pt x="448818" y="0"/>
                  </a:lnTo>
                  <a:lnTo>
                    <a:pt x="448818" y="16740"/>
                  </a:lnTo>
                  <a:close/>
                </a:path>
                <a:path w="1075054" h="328294">
                  <a:moveTo>
                    <a:pt x="345380" y="16740"/>
                  </a:moveTo>
                  <a:lnTo>
                    <a:pt x="286608" y="16740"/>
                  </a:lnTo>
                  <a:lnTo>
                    <a:pt x="286608" y="0"/>
                  </a:lnTo>
                  <a:lnTo>
                    <a:pt x="345380" y="0"/>
                  </a:lnTo>
                  <a:lnTo>
                    <a:pt x="345380" y="16740"/>
                  </a:lnTo>
                  <a:close/>
                </a:path>
                <a:path w="1075054" h="328294">
                  <a:moveTo>
                    <a:pt x="244489" y="16740"/>
                  </a:moveTo>
                  <a:lnTo>
                    <a:pt x="185717" y="16740"/>
                  </a:lnTo>
                  <a:lnTo>
                    <a:pt x="185717" y="0"/>
                  </a:lnTo>
                  <a:lnTo>
                    <a:pt x="244489" y="0"/>
                  </a:lnTo>
                  <a:lnTo>
                    <a:pt x="244489" y="16740"/>
                  </a:lnTo>
                  <a:close/>
                </a:path>
                <a:path w="1075054" h="328294">
                  <a:moveTo>
                    <a:pt x="140659" y="16740"/>
                  </a:moveTo>
                  <a:lnTo>
                    <a:pt x="81888" y="16740"/>
                  </a:lnTo>
                  <a:lnTo>
                    <a:pt x="81888" y="0"/>
                  </a:lnTo>
                  <a:lnTo>
                    <a:pt x="140659" y="0"/>
                  </a:lnTo>
                  <a:lnTo>
                    <a:pt x="140659" y="16740"/>
                  </a:lnTo>
                  <a:close/>
                </a:path>
                <a:path w="1075054" h="328294">
                  <a:moveTo>
                    <a:pt x="37221" y="16740"/>
                  </a:moveTo>
                  <a:lnTo>
                    <a:pt x="9207" y="16740"/>
                  </a:lnTo>
                  <a:lnTo>
                    <a:pt x="16456" y="9366"/>
                  </a:lnTo>
                  <a:lnTo>
                    <a:pt x="16456" y="38263"/>
                  </a:lnTo>
                  <a:lnTo>
                    <a:pt x="0" y="38263"/>
                  </a:lnTo>
                  <a:lnTo>
                    <a:pt x="0" y="0"/>
                  </a:lnTo>
                  <a:lnTo>
                    <a:pt x="37221" y="0"/>
                  </a:lnTo>
                  <a:lnTo>
                    <a:pt x="37221" y="16740"/>
                  </a:lnTo>
                  <a:close/>
                </a:path>
                <a:path w="1075054" h="328294">
                  <a:moveTo>
                    <a:pt x="16456" y="83502"/>
                  </a:moveTo>
                  <a:lnTo>
                    <a:pt x="16456" y="143489"/>
                  </a:lnTo>
                  <a:lnTo>
                    <a:pt x="0" y="143489"/>
                  </a:lnTo>
                  <a:lnTo>
                    <a:pt x="0" y="83502"/>
                  </a:lnTo>
                  <a:lnTo>
                    <a:pt x="16456" y="83502"/>
                  </a:lnTo>
                  <a:close/>
                </a:path>
                <a:path w="1075054" h="328294">
                  <a:moveTo>
                    <a:pt x="16456" y="189326"/>
                  </a:moveTo>
                  <a:lnTo>
                    <a:pt x="16456" y="248714"/>
                  </a:lnTo>
                  <a:lnTo>
                    <a:pt x="0" y="248714"/>
                  </a:lnTo>
                  <a:lnTo>
                    <a:pt x="0" y="189326"/>
                  </a:lnTo>
                  <a:lnTo>
                    <a:pt x="16456" y="189326"/>
                  </a:lnTo>
                  <a:close/>
                </a:path>
                <a:path w="1075054" h="328294">
                  <a:moveTo>
                    <a:pt x="16456" y="291960"/>
                  </a:moveTo>
                  <a:lnTo>
                    <a:pt x="16456" y="321057"/>
                  </a:lnTo>
                  <a:lnTo>
                    <a:pt x="9207" y="311291"/>
                  </a:lnTo>
                  <a:lnTo>
                    <a:pt x="39768" y="311291"/>
                  </a:lnTo>
                  <a:lnTo>
                    <a:pt x="39768" y="328032"/>
                  </a:lnTo>
                  <a:lnTo>
                    <a:pt x="0" y="328032"/>
                  </a:lnTo>
                  <a:lnTo>
                    <a:pt x="0" y="291960"/>
                  </a:lnTo>
                  <a:lnTo>
                    <a:pt x="16456" y="291960"/>
                  </a:lnTo>
                  <a:close/>
                </a:path>
                <a:path w="1075054" h="328294">
                  <a:moveTo>
                    <a:pt x="84435" y="311291"/>
                  </a:moveTo>
                  <a:lnTo>
                    <a:pt x="143010" y="311291"/>
                  </a:lnTo>
                  <a:lnTo>
                    <a:pt x="143010" y="328032"/>
                  </a:lnTo>
                  <a:lnTo>
                    <a:pt x="84435" y="328032"/>
                  </a:lnTo>
                  <a:lnTo>
                    <a:pt x="84435" y="311291"/>
                  </a:lnTo>
                  <a:close/>
                </a:path>
                <a:path w="1075054" h="328294">
                  <a:moveTo>
                    <a:pt x="187676" y="311291"/>
                  </a:moveTo>
                  <a:lnTo>
                    <a:pt x="246840" y="311291"/>
                  </a:lnTo>
                  <a:lnTo>
                    <a:pt x="246840" y="328032"/>
                  </a:lnTo>
                  <a:lnTo>
                    <a:pt x="187676" y="328032"/>
                  </a:lnTo>
                  <a:lnTo>
                    <a:pt x="187676" y="311291"/>
                  </a:lnTo>
                  <a:close/>
                </a:path>
                <a:path w="1075054" h="328294">
                  <a:moveTo>
                    <a:pt x="291506" y="311291"/>
                  </a:moveTo>
                  <a:lnTo>
                    <a:pt x="350278" y="311291"/>
                  </a:lnTo>
                  <a:lnTo>
                    <a:pt x="350278" y="328032"/>
                  </a:lnTo>
                  <a:lnTo>
                    <a:pt x="291506" y="328032"/>
                  </a:lnTo>
                  <a:lnTo>
                    <a:pt x="291506" y="311291"/>
                  </a:lnTo>
                  <a:close/>
                </a:path>
                <a:path w="1075054" h="328294">
                  <a:moveTo>
                    <a:pt x="392397" y="311291"/>
                  </a:moveTo>
                  <a:lnTo>
                    <a:pt x="451169" y="311291"/>
                  </a:lnTo>
                  <a:lnTo>
                    <a:pt x="451169" y="328032"/>
                  </a:lnTo>
                  <a:lnTo>
                    <a:pt x="392397" y="328032"/>
                  </a:lnTo>
                  <a:lnTo>
                    <a:pt x="392397" y="311291"/>
                  </a:lnTo>
                  <a:close/>
                </a:path>
                <a:path w="1075054" h="328294">
                  <a:moveTo>
                    <a:pt x="495835" y="311291"/>
                  </a:moveTo>
                  <a:lnTo>
                    <a:pt x="554998" y="311291"/>
                  </a:lnTo>
                  <a:lnTo>
                    <a:pt x="554998" y="328032"/>
                  </a:lnTo>
                  <a:lnTo>
                    <a:pt x="495835" y="328032"/>
                  </a:lnTo>
                  <a:lnTo>
                    <a:pt x="495835" y="311291"/>
                  </a:lnTo>
                  <a:close/>
                </a:path>
                <a:path w="1075054" h="328294">
                  <a:moveTo>
                    <a:pt x="599665" y="311291"/>
                  </a:moveTo>
                  <a:lnTo>
                    <a:pt x="658436" y="311291"/>
                  </a:lnTo>
                  <a:lnTo>
                    <a:pt x="658436" y="328032"/>
                  </a:lnTo>
                  <a:lnTo>
                    <a:pt x="599665" y="328032"/>
                  </a:lnTo>
                  <a:lnTo>
                    <a:pt x="599665" y="311291"/>
                  </a:lnTo>
                  <a:close/>
                </a:path>
                <a:path w="1075054" h="328294">
                  <a:moveTo>
                    <a:pt x="703102" y="311291"/>
                  </a:moveTo>
                  <a:lnTo>
                    <a:pt x="761874" y="311291"/>
                  </a:lnTo>
                  <a:lnTo>
                    <a:pt x="761874" y="328032"/>
                  </a:lnTo>
                  <a:lnTo>
                    <a:pt x="703102" y="328032"/>
                  </a:lnTo>
                  <a:lnTo>
                    <a:pt x="703102" y="311291"/>
                  </a:lnTo>
                  <a:close/>
                </a:path>
                <a:path w="1075054" h="328294">
                  <a:moveTo>
                    <a:pt x="803993" y="311291"/>
                  </a:moveTo>
                  <a:lnTo>
                    <a:pt x="863157" y="311291"/>
                  </a:lnTo>
                  <a:lnTo>
                    <a:pt x="863157" y="328032"/>
                  </a:lnTo>
                  <a:lnTo>
                    <a:pt x="803993" y="328032"/>
                  </a:lnTo>
                  <a:lnTo>
                    <a:pt x="803993" y="311291"/>
                  </a:lnTo>
                  <a:close/>
                </a:path>
                <a:path w="1075054" h="328294">
                  <a:moveTo>
                    <a:pt x="907823" y="311291"/>
                  </a:moveTo>
                  <a:lnTo>
                    <a:pt x="966595" y="311291"/>
                  </a:lnTo>
                  <a:lnTo>
                    <a:pt x="966595" y="328032"/>
                  </a:lnTo>
                  <a:lnTo>
                    <a:pt x="907823" y="328032"/>
                  </a:lnTo>
                  <a:lnTo>
                    <a:pt x="907823" y="311291"/>
                  </a:lnTo>
                  <a:close/>
                </a:path>
                <a:path w="1075054" h="328294">
                  <a:moveTo>
                    <a:pt x="1011261" y="311291"/>
                  </a:moveTo>
                  <a:lnTo>
                    <a:pt x="1067486" y="311291"/>
                  </a:lnTo>
                  <a:lnTo>
                    <a:pt x="1058278" y="321057"/>
                  </a:lnTo>
                  <a:lnTo>
                    <a:pt x="1058278" y="316074"/>
                  </a:lnTo>
                  <a:lnTo>
                    <a:pt x="1074734" y="316074"/>
                  </a:lnTo>
                  <a:lnTo>
                    <a:pt x="1074734" y="328032"/>
                  </a:lnTo>
                  <a:lnTo>
                    <a:pt x="1011261" y="328032"/>
                  </a:lnTo>
                  <a:lnTo>
                    <a:pt x="1011261" y="311291"/>
                  </a:lnTo>
                  <a:close/>
                </a:path>
                <a:path w="1075054" h="328294">
                  <a:moveTo>
                    <a:pt x="1058278" y="272828"/>
                  </a:moveTo>
                  <a:lnTo>
                    <a:pt x="1058278" y="212842"/>
                  </a:lnTo>
                  <a:lnTo>
                    <a:pt x="1074734" y="212842"/>
                  </a:lnTo>
                  <a:lnTo>
                    <a:pt x="1074734" y="272828"/>
                  </a:lnTo>
                  <a:lnTo>
                    <a:pt x="1058278" y="272828"/>
                  </a:lnTo>
                  <a:close/>
                </a:path>
                <a:path w="1075054" h="328294">
                  <a:moveTo>
                    <a:pt x="1058278" y="167603"/>
                  </a:moveTo>
                  <a:lnTo>
                    <a:pt x="1058278" y="107616"/>
                  </a:lnTo>
                  <a:lnTo>
                    <a:pt x="1074734" y="107616"/>
                  </a:lnTo>
                  <a:lnTo>
                    <a:pt x="1074734" y="167603"/>
                  </a:lnTo>
                  <a:lnTo>
                    <a:pt x="1058278" y="167603"/>
                  </a:lnTo>
                  <a:close/>
                </a:path>
                <a:path w="1075054" h="328294">
                  <a:moveTo>
                    <a:pt x="1058278" y="61979"/>
                  </a:moveTo>
                  <a:lnTo>
                    <a:pt x="1058278" y="9366"/>
                  </a:lnTo>
                  <a:lnTo>
                    <a:pt x="1074734" y="9366"/>
                  </a:lnTo>
                  <a:lnTo>
                    <a:pt x="1074734" y="61979"/>
                  </a:lnTo>
                  <a:lnTo>
                    <a:pt x="1058278" y="61979"/>
                  </a:lnTo>
                  <a:close/>
                </a:path>
              </a:pathLst>
            </a:custGeom>
            <a:ln w="3175">
              <a:solidFill>
                <a:srgbClr val="000000"/>
              </a:solidFill>
            </a:ln>
          </p:spPr>
          <p:txBody>
            <a:bodyPr wrap="square" lIns="0" tIns="0" rIns="0" bIns="0" rtlCol="0"/>
            <a:lstStyle/>
            <a:p/>
          </p:txBody>
        </p:sp>
        <p:sp>
          <p:nvSpPr>
            <p:cNvPr id="18" name="object 18" descr=""/>
            <p:cNvSpPr/>
            <p:nvPr/>
          </p:nvSpPr>
          <p:spPr>
            <a:xfrm>
              <a:off x="7482352" y="1901389"/>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FFFFFF"/>
            </a:solidFill>
          </p:spPr>
          <p:txBody>
            <a:bodyPr wrap="square" lIns="0" tIns="0" rIns="0" bIns="0" rtlCol="0"/>
            <a:lstStyle/>
            <a:p/>
          </p:txBody>
        </p:sp>
        <p:sp>
          <p:nvSpPr>
            <p:cNvPr id="19" name="object 19" descr=""/>
            <p:cNvSpPr/>
            <p:nvPr/>
          </p:nvSpPr>
          <p:spPr>
            <a:xfrm>
              <a:off x="7476083" y="1895051"/>
              <a:ext cx="1075055" cy="328295"/>
            </a:xfrm>
            <a:custGeom>
              <a:avLst/>
              <a:gdLst/>
              <a:ahLst/>
              <a:cxnLst/>
              <a:rect l="l" t="t" r="r" b="b"/>
              <a:pathLst>
                <a:path w="1075054" h="328294">
                  <a:moveTo>
                    <a:pt x="1067486" y="9366"/>
                  </a:moveTo>
                  <a:lnTo>
                    <a:pt x="1058278" y="9366"/>
                  </a:lnTo>
                  <a:lnTo>
                    <a:pt x="1058278" y="62377"/>
                  </a:lnTo>
                  <a:lnTo>
                    <a:pt x="1074734" y="62377"/>
                  </a:lnTo>
                  <a:lnTo>
                    <a:pt x="1074734" y="16740"/>
                  </a:lnTo>
                  <a:lnTo>
                    <a:pt x="1067486" y="16740"/>
                  </a:lnTo>
                  <a:lnTo>
                    <a:pt x="1067486" y="9366"/>
                  </a:lnTo>
                  <a:close/>
                </a:path>
                <a:path w="1075054" h="328294">
                  <a:moveTo>
                    <a:pt x="1067486" y="0"/>
                  </a:moveTo>
                  <a:lnTo>
                    <a:pt x="1008714" y="0"/>
                  </a:lnTo>
                  <a:lnTo>
                    <a:pt x="1008714" y="16740"/>
                  </a:lnTo>
                  <a:lnTo>
                    <a:pt x="1058278" y="16740"/>
                  </a:lnTo>
                  <a:lnTo>
                    <a:pt x="1058278" y="9366"/>
                  </a:lnTo>
                  <a:lnTo>
                    <a:pt x="1067486" y="9366"/>
                  </a:lnTo>
                  <a:lnTo>
                    <a:pt x="1067486" y="0"/>
                  </a:lnTo>
                  <a:close/>
                </a:path>
                <a:path w="1075054" h="328294">
                  <a:moveTo>
                    <a:pt x="1074734" y="9366"/>
                  </a:moveTo>
                  <a:lnTo>
                    <a:pt x="1067486" y="9366"/>
                  </a:lnTo>
                  <a:lnTo>
                    <a:pt x="1067486" y="16740"/>
                  </a:lnTo>
                  <a:lnTo>
                    <a:pt x="1074734" y="16740"/>
                  </a:lnTo>
                  <a:lnTo>
                    <a:pt x="1074734" y="9366"/>
                  </a:lnTo>
                  <a:close/>
                </a:path>
                <a:path w="1075054" h="328294">
                  <a:moveTo>
                    <a:pt x="964048" y="0"/>
                  </a:moveTo>
                  <a:lnTo>
                    <a:pt x="905472" y="0"/>
                  </a:lnTo>
                  <a:lnTo>
                    <a:pt x="905472" y="16740"/>
                  </a:lnTo>
                  <a:lnTo>
                    <a:pt x="964048" y="16740"/>
                  </a:lnTo>
                  <a:lnTo>
                    <a:pt x="964048" y="0"/>
                  </a:lnTo>
                  <a:close/>
                </a:path>
                <a:path w="1075054" h="328294">
                  <a:moveTo>
                    <a:pt x="860806" y="0"/>
                  </a:moveTo>
                  <a:lnTo>
                    <a:pt x="802034" y="0"/>
                  </a:lnTo>
                  <a:lnTo>
                    <a:pt x="802034" y="16740"/>
                  </a:lnTo>
                  <a:lnTo>
                    <a:pt x="860806" y="16740"/>
                  </a:lnTo>
                  <a:lnTo>
                    <a:pt x="860806" y="0"/>
                  </a:lnTo>
                  <a:close/>
                </a:path>
                <a:path w="1075054" h="328294">
                  <a:moveTo>
                    <a:pt x="756976" y="0"/>
                  </a:moveTo>
                  <a:lnTo>
                    <a:pt x="698205" y="0"/>
                  </a:lnTo>
                  <a:lnTo>
                    <a:pt x="698205" y="16740"/>
                  </a:lnTo>
                  <a:lnTo>
                    <a:pt x="756976" y="16740"/>
                  </a:lnTo>
                  <a:lnTo>
                    <a:pt x="756976" y="0"/>
                  </a:lnTo>
                  <a:close/>
                </a:path>
                <a:path w="1075054" h="328294">
                  <a:moveTo>
                    <a:pt x="656085" y="0"/>
                  </a:moveTo>
                  <a:lnTo>
                    <a:pt x="597314" y="0"/>
                  </a:lnTo>
                  <a:lnTo>
                    <a:pt x="597314" y="16740"/>
                  </a:lnTo>
                  <a:lnTo>
                    <a:pt x="656085" y="16740"/>
                  </a:lnTo>
                  <a:lnTo>
                    <a:pt x="656085" y="0"/>
                  </a:lnTo>
                  <a:close/>
                </a:path>
                <a:path w="1075054" h="328294">
                  <a:moveTo>
                    <a:pt x="552647" y="0"/>
                  </a:moveTo>
                  <a:lnTo>
                    <a:pt x="493876" y="0"/>
                  </a:lnTo>
                  <a:lnTo>
                    <a:pt x="493876" y="16740"/>
                  </a:lnTo>
                  <a:lnTo>
                    <a:pt x="552647" y="16740"/>
                  </a:lnTo>
                  <a:lnTo>
                    <a:pt x="552647" y="0"/>
                  </a:lnTo>
                  <a:close/>
                </a:path>
                <a:path w="1075054" h="328294">
                  <a:moveTo>
                    <a:pt x="448818" y="0"/>
                  </a:moveTo>
                  <a:lnTo>
                    <a:pt x="390046" y="0"/>
                  </a:lnTo>
                  <a:lnTo>
                    <a:pt x="390046" y="16740"/>
                  </a:lnTo>
                  <a:lnTo>
                    <a:pt x="448818" y="16740"/>
                  </a:lnTo>
                  <a:lnTo>
                    <a:pt x="448818" y="0"/>
                  </a:lnTo>
                  <a:close/>
                </a:path>
                <a:path w="1075054" h="328294">
                  <a:moveTo>
                    <a:pt x="345380" y="0"/>
                  </a:moveTo>
                  <a:lnTo>
                    <a:pt x="286608" y="0"/>
                  </a:lnTo>
                  <a:lnTo>
                    <a:pt x="286608" y="16740"/>
                  </a:lnTo>
                  <a:lnTo>
                    <a:pt x="345380" y="16740"/>
                  </a:lnTo>
                  <a:lnTo>
                    <a:pt x="345380" y="0"/>
                  </a:lnTo>
                  <a:close/>
                </a:path>
                <a:path w="1075054" h="328294">
                  <a:moveTo>
                    <a:pt x="244489" y="0"/>
                  </a:moveTo>
                  <a:lnTo>
                    <a:pt x="185717" y="0"/>
                  </a:lnTo>
                  <a:lnTo>
                    <a:pt x="185717" y="16740"/>
                  </a:lnTo>
                  <a:lnTo>
                    <a:pt x="244489" y="16740"/>
                  </a:lnTo>
                  <a:lnTo>
                    <a:pt x="244489" y="0"/>
                  </a:lnTo>
                  <a:close/>
                </a:path>
                <a:path w="1075054" h="328294">
                  <a:moveTo>
                    <a:pt x="140659" y="0"/>
                  </a:moveTo>
                  <a:lnTo>
                    <a:pt x="81888" y="0"/>
                  </a:lnTo>
                  <a:lnTo>
                    <a:pt x="81888" y="16740"/>
                  </a:lnTo>
                  <a:lnTo>
                    <a:pt x="140659" y="16740"/>
                  </a:lnTo>
                  <a:lnTo>
                    <a:pt x="140659" y="0"/>
                  </a:lnTo>
                  <a:close/>
                </a:path>
                <a:path w="1075054" h="328294">
                  <a:moveTo>
                    <a:pt x="37221" y="0"/>
                  </a:moveTo>
                  <a:lnTo>
                    <a:pt x="0" y="0"/>
                  </a:lnTo>
                  <a:lnTo>
                    <a:pt x="0" y="38263"/>
                  </a:lnTo>
                  <a:lnTo>
                    <a:pt x="16456" y="38263"/>
                  </a:lnTo>
                  <a:lnTo>
                    <a:pt x="16456" y="16740"/>
                  </a:lnTo>
                  <a:lnTo>
                    <a:pt x="9207" y="16740"/>
                  </a:lnTo>
                  <a:lnTo>
                    <a:pt x="16456" y="9366"/>
                  </a:lnTo>
                  <a:lnTo>
                    <a:pt x="37221" y="9366"/>
                  </a:lnTo>
                  <a:lnTo>
                    <a:pt x="37221" y="0"/>
                  </a:lnTo>
                  <a:close/>
                </a:path>
                <a:path w="1075054" h="328294">
                  <a:moveTo>
                    <a:pt x="16456" y="9366"/>
                  </a:moveTo>
                  <a:lnTo>
                    <a:pt x="9207" y="16740"/>
                  </a:lnTo>
                  <a:lnTo>
                    <a:pt x="16456" y="16740"/>
                  </a:lnTo>
                  <a:lnTo>
                    <a:pt x="16456" y="9366"/>
                  </a:lnTo>
                  <a:close/>
                </a:path>
                <a:path w="1075054" h="328294">
                  <a:moveTo>
                    <a:pt x="37221" y="9366"/>
                  </a:moveTo>
                  <a:lnTo>
                    <a:pt x="16456" y="9366"/>
                  </a:lnTo>
                  <a:lnTo>
                    <a:pt x="16456" y="16740"/>
                  </a:lnTo>
                  <a:lnTo>
                    <a:pt x="37221" y="16740"/>
                  </a:lnTo>
                  <a:lnTo>
                    <a:pt x="37221" y="9366"/>
                  </a:lnTo>
                  <a:close/>
                </a:path>
                <a:path w="1075054" h="328294">
                  <a:moveTo>
                    <a:pt x="16456" y="83502"/>
                  </a:moveTo>
                  <a:lnTo>
                    <a:pt x="0" y="83502"/>
                  </a:lnTo>
                  <a:lnTo>
                    <a:pt x="0" y="143489"/>
                  </a:lnTo>
                  <a:lnTo>
                    <a:pt x="16456" y="143489"/>
                  </a:lnTo>
                  <a:lnTo>
                    <a:pt x="16456" y="83502"/>
                  </a:lnTo>
                  <a:close/>
                </a:path>
                <a:path w="1075054" h="328294">
                  <a:moveTo>
                    <a:pt x="16456" y="189326"/>
                  </a:moveTo>
                  <a:lnTo>
                    <a:pt x="0" y="189326"/>
                  </a:lnTo>
                  <a:lnTo>
                    <a:pt x="0" y="249312"/>
                  </a:lnTo>
                  <a:lnTo>
                    <a:pt x="16456" y="249312"/>
                  </a:lnTo>
                  <a:lnTo>
                    <a:pt x="16456" y="189326"/>
                  </a:lnTo>
                  <a:close/>
                </a:path>
                <a:path w="1075054" h="328294">
                  <a:moveTo>
                    <a:pt x="16456" y="291960"/>
                  </a:moveTo>
                  <a:lnTo>
                    <a:pt x="0" y="291960"/>
                  </a:lnTo>
                  <a:lnTo>
                    <a:pt x="0" y="328032"/>
                  </a:lnTo>
                  <a:lnTo>
                    <a:pt x="39768" y="328032"/>
                  </a:lnTo>
                  <a:lnTo>
                    <a:pt x="39768" y="321057"/>
                  </a:lnTo>
                  <a:lnTo>
                    <a:pt x="16456" y="321057"/>
                  </a:lnTo>
                  <a:lnTo>
                    <a:pt x="9207" y="311291"/>
                  </a:lnTo>
                  <a:lnTo>
                    <a:pt x="16456" y="311291"/>
                  </a:lnTo>
                  <a:lnTo>
                    <a:pt x="16456" y="291960"/>
                  </a:lnTo>
                  <a:close/>
                </a:path>
                <a:path w="1075054" h="328294">
                  <a:moveTo>
                    <a:pt x="16456" y="311291"/>
                  </a:moveTo>
                  <a:lnTo>
                    <a:pt x="9207" y="311291"/>
                  </a:lnTo>
                  <a:lnTo>
                    <a:pt x="16456" y="321057"/>
                  </a:lnTo>
                  <a:lnTo>
                    <a:pt x="16456" y="311291"/>
                  </a:lnTo>
                  <a:close/>
                </a:path>
                <a:path w="1075054" h="328294">
                  <a:moveTo>
                    <a:pt x="39768" y="311291"/>
                  </a:moveTo>
                  <a:lnTo>
                    <a:pt x="16456" y="311291"/>
                  </a:lnTo>
                  <a:lnTo>
                    <a:pt x="16456" y="321057"/>
                  </a:lnTo>
                  <a:lnTo>
                    <a:pt x="39768" y="321057"/>
                  </a:lnTo>
                  <a:lnTo>
                    <a:pt x="39768" y="311291"/>
                  </a:lnTo>
                  <a:close/>
                </a:path>
                <a:path w="1075054" h="328294">
                  <a:moveTo>
                    <a:pt x="143010" y="311291"/>
                  </a:moveTo>
                  <a:lnTo>
                    <a:pt x="84435" y="311291"/>
                  </a:lnTo>
                  <a:lnTo>
                    <a:pt x="84435" y="328032"/>
                  </a:lnTo>
                  <a:lnTo>
                    <a:pt x="143010" y="328032"/>
                  </a:lnTo>
                  <a:lnTo>
                    <a:pt x="143010" y="311291"/>
                  </a:lnTo>
                  <a:close/>
                </a:path>
                <a:path w="1075054" h="328294">
                  <a:moveTo>
                    <a:pt x="246840" y="311291"/>
                  </a:moveTo>
                  <a:lnTo>
                    <a:pt x="187676" y="311291"/>
                  </a:lnTo>
                  <a:lnTo>
                    <a:pt x="187676" y="328032"/>
                  </a:lnTo>
                  <a:lnTo>
                    <a:pt x="246840" y="328032"/>
                  </a:lnTo>
                  <a:lnTo>
                    <a:pt x="246840" y="311291"/>
                  </a:lnTo>
                  <a:close/>
                </a:path>
                <a:path w="1075054" h="328294">
                  <a:moveTo>
                    <a:pt x="350278" y="311291"/>
                  </a:moveTo>
                  <a:lnTo>
                    <a:pt x="291506" y="311291"/>
                  </a:lnTo>
                  <a:lnTo>
                    <a:pt x="291506" y="328032"/>
                  </a:lnTo>
                  <a:lnTo>
                    <a:pt x="350278" y="328032"/>
                  </a:lnTo>
                  <a:lnTo>
                    <a:pt x="350278" y="311291"/>
                  </a:lnTo>
                  <a:close/>
                </a:path>
                <a:path w="1075054" h="328294">
                  <a:moveTo>
                    <a:pt x="451169" y="311291"/>
                  </a:moveTo>
                  <a:lnTo>
                    <a:pt x="392397" y="311291"/>
                  </a:lnTo>
                  <a:lnTo>
                    <a:pt x="392397" y="328032"/>
                  </a:lnTo>
                  <a:lnTo>
                    <a:pt x="451169" y="328032"/>
                  </a:lnTo>
                  <a:lnTo>
                    <a:pt x="451169" y="311291"/>
                  </a:lnTo>
                  <a:close/>
                </a:path>
                <a:path w="1075054" h="328294">
                  <a:moveTo>
                    <a:pt x="554998" y="311291"/>
                  </a:moveTo>
                  <a:lnTo>
                    <a:pt x="495835" y="311291"/>
                  </a:lnTo>
                  <a:lnTo>
                    <a:pt x="495835" y="328032"/>
                  </a:lnTo>
                  <a:lnTo>
                    <a:pt x="554998" y="328032"/>
                  </a:lnTo>
                  <a:lnTo>
                    <a:pt x="554998" y="311291"/>
                  </a:lnTo>
                  <a:close/>
                </a:path>
                <a:path w="1075054" h="328294">
                  <a:moveTo>
                    <a:pt x="658436" y="311291"/>
                  </a:moveTo>
                  <a:lnTo>
                    <a:pt x="599665" y="311291"/>
                  </a:lnTo>
                  <a:lnTo>
                    <a:pt x="599665" y="328032"/>
                  </a:lnTo>
                  <a:lnTo>
                    <a:pt x="658436" y="328032"/>
                  </a:lnTo>
                  <a:lnTo>
                    <a:pt x="658436" y="311291"/>
                  </a:lnTo>
                  <a:close/>
                </a:path>
                <a:path w="1075054" h="328294">
                  <a:moveTo>
                    <a:pt x="761874" y="311291"/>
                  </a:moveTo>
                  <a:lnTo>
                    <a:pt x="703102" y="311291"/>
                  </a:lnTo>
                  <a:lnTo>
                    <a:pt x="703102" y="328032"/>
                  </a:lnTo>
                  <a:lnTo>
                    <a:pt x="761874" y="328032"/>
                  </a:lnTo>
                  <a:lnTo>
                    <a:pt x="761874" y="311291"/>
                  </a:lnTo>
                  <a:close/>
                </a:path>
                <a:path w="1075054" h="328294">
                  <a:moveTo>
                    <a:pt x="863157" y="311291"/>
                  </a:moveTo>
                  <a:lnTo>
                    <a:pt x="803993" y="311291"/>
                  </a:lnTo>
                  <a:lnTo>
                    <a:pt x="803993" y="328032"/>
                  </a:lnTo>
                  <a:lnTo>
                    <a:pt x="863157" y="328032"/>
                  </a:lnTo>
                  <a:lnTo>
                    <a:pt x="863157" y="311291"/>
                  </a:lnTo>
                  <a:close/>
                </a:path>
                <a:path w="1075054" h="328294">
                  <a:moveTo>
                    <a:pt x="966595" y="311291"/>
                  </a:moveTo>
                  <a:lnTo>
                    <a:pt x="907823" y="311291"/>
                  </a:lnTo>
                  <a:lnTo>
                    <a:pt x="907823" y="328032"/>
                  </a:lnTo>
                  <a:lnTo>
                    <a:pt x="966595" y="328032"/>
                  </a:lnTo>
                  <a:lnTo>
                    <a:pt x="966595" y="311291"/>
                  </a:lnTo>
                  <a:close/>
                </a:path>
                <a:path w="1075054" h="328294">
                  <a:moveTo>
                    <a:pt x="1067486" y="311291"/>
                  </a:moveTo>
                  <a:lnTo>
                    <a:pt x="1011261" y="311291"/>
                  </a:lnTo>
                  <a:lnTo>
                    <a:pt x="1011261" y="328032"/>
                  </a:lnTo>
                  <a:lnTo>
                    <a:pt x="1074734" y="328032"/>
                  </a:lnTo>
                  <a:lnTo>
                    <a:pt x="1074734" y="321057"/>
                  </a:lnTo>
                  <a:lnTo>
                    <a:pt x="1058278" y="321057"/>
                  </a:lnTo>
                  <a:lnTo>
                    <a:pt x="1058278" y="316074"/>
                  </a:lnTo>
                  <a:lnTo>
                    <a:pt x="1062976" y="316074"/>
                  </a:lnTo>
                  <a:lnTo>
                    <a:pt x="1067486" y="311291"/>
                  </a:lnTo>
                  <a:close/>
                </a:path>
                <a:path w="1075054" h="328294">
                  <a:moveTo>
                    <a:pt x="1062976" y="316074"/>
                  </a:moveTo>
                  <a:lnTo>
                    <a:pt x="1058278" y="316074"/>
                  </a:lnTo>
                  <a:lnTo>
                    <a:pt x="1058278" y="321057"/>
                  </a:lnTo>
                  <a:lnTo>
                    <a:pt x="1062976" y="316074"/>
                  </a:lnTo>
                  <a:close/>
                </a:path>
                <a:path w="1075054" h="328294">
                  <a:moveTo>
                    <a:pt x="1074734" y="316074"/>
                  </a:moveTo>
                  <a:lnTo>
                    <a:pt x="1062976" y="316074"/>
                  </a:lnTo>
                  <a:lnTo>
                    <a:pt x="1058278" y="321057"/>
                  </a:lnTo>
                  <a:lnTo>
                    <a:pt x="1074734" y="321057"/>
                  </a:lnTo>
                  <a:lnTo>
                    <a:pt x="1074734" y="316074"/>
                  </a:lnTo>
                  <a:close/>
                </a:path>
                <a:path w="1075054" h="328294">
                  <a:moveTo>
                    <a:pt x="1074734" y="213440"/>
                  </a:moveTo>
                  <a:lnTo>
                    <a:pt x="1058278" y="213440"/>
                  </a:lnTo>
                  <a:lnTo>
                    <a:pt x="1058278" y="272828"/>
                  </a:lnTo>
                  <a:lnTo>
                    <a:pt x="1074734" y="272828"/>
                  </a:lnTo>
                  <a:lnTo>
                    <a:pt x="1074734" y="213440"/>
                  </a:lnTo>
                  <a:close/>
                </a:path>
                <a:path w="1075054" h="328294">
                  <a:moveTo>
                    <a:pt x="1074734" y="107616"/>
                  </a:moveTo>
                  <a:lnTo>
                    <a:pt x="1058278" y="107616"/>
                  </a:lnTo>
                  <a:lnTo>
                    <a:pt x="1058278" y="167603"/>
                  </a:lnTo>
                  <a:lnTo>
                    <a:pt x="1074734" y="167603"/>
                  </a:lnTo>
                  <a:lnTo>
                    <a:pt x="1074734" y="107616"/>
                  </a:lnTo>
                  <a:close/>
                </a:path>
              </a:pathLst>
            </a:custGeom>
            <a:solidFill>
              <a:srgbClr val="000000"/>
            </a:solidFill>
          </p:spPr>
          <p:txBody>
            <a:bodyPr wrap="square" lIns="0" tIns="0" rIns="0" bIns="0" rtlCol="0"/>
            <a:lstStyle/>
            <a:p/>
          </p:txBody>
        </p:sp>
        <p:sp>
          <p:nvSpPr>
            <p:cNvPr id="20" name="object 20" descr=""/>
            <p:cNvSpPr/>
            <p:nvPr/>
          </p:nvSpPr>
          <p:spPr>
            <a:xfrm>
              <a:off x="7476083" y="1895051"/>
              <a:ext cx="1075055" cy="328295"/>
            </a:xfrm>
            <a:custGeom>
              <a:avLst/>
              <a:gdLst/>
              <a:ahLst/>
              <a:cxnLst/>
              <a:rect l="l" t="t" r="r" b="b"/>
              <a:pathLst>
                <a:path w="1075054" h="328294">
                  <a:moveTo>
                    <a:pt x="1067486" y="16740"/>
                  </a:moveTo>
                  <a:lnTo>
                    <a:pt x="1008714" y="16740"/>
                  </a:lnTo>
                  <a:lnTo>
                    <a:pt x="1008714" y="0"/>
                  </a:lnTo>
                  <a:lnTo>
                    <a:pt x="1067486" y="0"/>
                  </a:lnTo>
                  <a:lnTo>
                    <a:pt x="1067486" y="16740"/>
                  </a:lnTo>
                  <a:close/>
                </a:path>
                <a:path w="1075054" h="328294">
                  <a:moveTo>
                    <a:pt x="964048" y="16740"/>
                  </a:moveTo>
                  <a:lnTo>
                    <a:pt x="905472" y="16740"/>
                  </a:lnTo>
                  <a:lnTo>
                    <a:pt x="905472" y="0"/>
                  </a:lnTo>
                  <a:lnTo>
                    <a:pt x="964048" y="0"/>
                  </a:lnTo>
                  <a:lnTo>
                    <a:pt x="964048" y="16740"/>
                  </a:lnTo>
                  <a:close/>
                </a:path>
                <a:path w="1075054" h="328294">
                  <a:moveTo>
                    <a:pt x="860806" y="16740"/>
                  </a:moveTo>
                  <a:lnTo>
                    <a:pt x="802034" y="16740"/>
                  </a:lnTo>
                  <a:lnTo>
                    <a:pt x="802034" y="0"/>
                  </a:lnTo>
                  <a:lnTo>
                    <a:pt x="860806" y="0"/>
                  </a:lnTo>
                  <a:lnTo>
                    <a:pt x="860806" y="16740"/>
                  </a:lnTo>
                  <a:close/>
                </a:path>
                <a:path w="1075054" h="328294">
                  <a:moveTo>
                    <a:pt x="756976" y="16740"/>
                  </a:moveTo>
                  <a:lnTo>
                    <a:pt x="698205" y="16740"/>
                  </a:lnTo>
                  <a:lnTo>
                    <a:pt x="698205" y="0"/>
                  </a:lnTo>
                  <a:lnTo>
                    <a:pt x="756976" y="0"/>
                  </a:lnTo>
                  <a:lnTo>
                    <a:pt x="756976" y="16740"/>
                  </a:lnTo>
                  <a:close/>
                </a:path>
                <a:path w="1075054" h="328294">
                  <a:moveTo>
                    <a:pt x="656085" y="16740"/>
                  </a:moveTo>
                  <a:lnTo>
                    <a:pt x="597314" y="16740"/>
                  </a:lnTo>
                  <a:lnTo>
                    <a:pt x="597314" y="0"/>
                  </a:lnTo>
                  <a:lnTo>
                    <a:pt x="656085" y="0"/>
                  </a:lnTo>
                  <a:lnTo>
                    <a:pt x="656085" y="16740"/>
                  </a:lnTo>
                  <a:close/>
                </a:path>
                <a:path w="1075054" h="328294">
                  <a:moveTo>
                    <a:pt x="552647" y="16740"/>
                  </a:moveTo>
                  <a:lnTo>
                    <a:pt x="493876" y="16740"/>
                  </a:lnTo>
                  <a:lnTo>
                    <a:pt x="493876" y="0"/>
                  </a:lnTo>
                  <a:lnTo>
                    <a:pt x="552647" y="0"/>
                  </a:lnTo>
                  <a:lnTo>
                    <a:pt x="552647" y="16740"/>
                  </a:lnTo>
                  <a:close/>
                </a:path>
                <a:path w="1075054" h="328294">
                  <a:moveTo>
                    <a:pt x="448818" y="16740"/>
                  </a:moveTo>
                  <a:lnTo>
                    <a:pt x="390046" y="16740"/>
                  </a:lnTo>
                  <a:lnTo>
                    <a:pt x="390046" y="0"/>
                  </a:lnTo>
                  <a:lnTo>
                    <a:pt x="448818" y="0"/>
                  </a:lnTo>
                  <a:lnTo>
                    <a:pt x="448818" y="16740"/>
                  </a:lnTo>
                  <a:close/>
                </a:path>
                <a:path w="1075054" h="328294">
                  <a:moveTo>
                    <a:pt x="345380" y="16740"/>
                  </a:moveTo>
                  <a:lnTo>
                    <a:pt x="286608" y="16740"/>
                  </a:lnTo>
                  <a:lnTo>
                    <a:pt x="286608" y="0"/>
                  </a:lnTo>
                  <a:lnTo>
                    <a:pt x="345380" y="0"/>
                  </a:lnTo>
                  <a:lnTo>
                    <a:pt x="345380" y="16740"/>
                  </a:lnTo>
                  <a:close/>
                </a:path>
                <a:path w="1075054" h="328294">
                  <a:moveTo>
                    <a:pt x="244489" y="16740"/>
                  </a:moveTo>
                  <a:lnTo>
                    <a:pt x="185717" y="16740"/>
                  </a:lnTo>
                  <a:lnTo>
                    <a:pt x="185717" y="0"/>
                  </a:lnTo>
                  <a:lnTo>
                    <a:pt x="244489" y="0"/>
                  </a:lnTo>
                  <a:lnTo>
                    <a:pt x="244489" y="16740"/>
                  </a:lnTo>
                  <a:close/>
                </a:path>
                <a:path w="1075054" h="328294">
                  <a:moveTo>
                    <a:pt x="140659" y="16740"/>
                  </a:moveTo>
                  <a:lnTo>
                    <a:pt x="81888" y="16740"/>
                  </a:lnTo>
                  <a:lnTo>
                    <a:pt x="81888" y="0"/>
                  </a:lnTo>
                  <a:lnTo>
                    <a:pt x="140659" y="0"/>
                  </a:lnTo>
                  <a:lnTo>
                    <a:pt x="140659" y="16740"/>
                  </a:lnTo>
                  <a:close/>
                </a:path>
                <a:path w="1075054" h="328294">
                  <a:moveTo>
                    <a:pt x="37221" y="16740"/>
                  </a:moveTo>
                  <a:lnTo>
                    <a:pt x="9207" y="16740"/>
                  </a:lnTo>
                  <a:lnTo>
                    <a:pt x="16456" y="9366"/>
                  </a:lnTo>
                  <a:lnTo>
                    <a:pt x="16456" y="38263"/>
                  </a:lnTo>
                  <a:lnTo>
                    <a:pt x="0" y="38263"/>
                  </a:lnTo>
                  <a:lnTo>
                    <a:pt x="0" y="0"/>
                  </a:lnTo>
                  <a:lnTo>
                    <a:pt x="37221" y="0"/>
                  </a:lnTo>
                  <a:lnTo>
                    <a:pt x="37221" y="16740"/>
                  </a:lnTo>
                  <a:close/>
                </a:path>
                <a:path w="1075054" h="328294">
                  <a:moveTo>
                    <a:pt x="16456" y="83502"/>
                  </a:moveTo>
                  <a:lnTo>
                    <a:pt x="16456" y="143489"/>
                  </a:lnTo>
                  <a:lnTo>
                    <a:pt x="0" y="143489"/>
                  </a:lnTo>
                  <a:lnTo>
                    <a:pt x="0" y="83502"/>
                  </a:lnTo>
                  <a:lnTo>
                    <a:pt x="16456" y="83502"/>
                  </a:lnTo>
                  <a:close/>
                </a:path>
                <a:path w="1075054" h="328294">
                  <a:moveTo>
                    <a:pt x="16456" y="189326"/>
                  </a:moveTo>
                  <a:lnTo>
                    <a:pt x="16456" y="249312"/>
                  </a:lnTo>
                  <a:lnTo>
                    <a:pt x="0" y="249312"/>
                  </a:lnTo>
                  <a:lnTo>
                    <a:pt x="0" y="189326"/>
                  </a:lnTo>
                  <a:lnTo>
                    <a:pt x="16456" y="189326"/>
                  </a:lnTo>
                  <a:close/>
                </a:path>
                <a:path w="1075054" h="328294">
                  <a:moveTo>
                    <a:pt x="16456" y="291960"/>
                  </a:moveTo>
                  <a:lnTo>
                    <a:pt x="16456" y="321057"/>
                  </a:lnTo>
                  <a:lnTo>
                    <a:pt x="9207" y="311291"/>
                  </a:lnTo>
                  <a:lnTo>
                    <a:pt x="39768" y="311291"/>
                  </a:lnTo>
                  <a:lnTo>
                    <a:pt x="39768" y="328032"/>
                  </a:lnTo>
                  <a:lnTo>
                    <a:pt x="0" y="328032"/>
                  </a:lnTo>
                  <a:lnTo>
                    <a:pt x="0" y="291960"/>
                  </a:lnTo>
                  <a:lnTo>
                    <a:pt x="16456" y="291960"/>
                  </a:lnTo>
                  <a:close/>
                </a:path>
                <a:path w="1075054" h="328294">
                  <a:moveTo>
                    <a:pt x="84435" y="311291"/>
                  </a:moveTo>
                  <a:lnTo>
                    <a:pt x="143010" y="311291"/>
                  </a:lnTo>
                  <a:lnTo>
                    <a:pt x="143010" y="328032"/>
                  </a:lnTo>
                  <a:lnTo>
                    <a:pt x="84435" y="328032"/>
                  </a:lnTo>
                  <a:lnTo>
                    <a:pt x="84435" y="311291"/>
                  </a:lnTo>
                  <a:close/>
                </a:path>
                <a:path w="1075054" h="328294">
                  <a:moveTo>
                    <a:pt x="187676" y="311291"/>
                  </a:moveTo>
                  <a:lnTo>
                    <a:pt x="246840" y="311291"/>
                  </a:lnTo>
                  <a:lnTo>
                    <a:pt x="246840" y="328032"/>
                  </a:lnTo>
                  <a:lnTo>
                    <a:pt x="187676" y="328032"/>
                  </a:lnTo>
                  <a:lnTo>
                    <a:pt x="187676" y="311291"/>
                  </a:lnTo>
                  <a:close/>
                </a:path>
                <a:path w="1075054" h="328294">
                  <a:moveTo>
                    <a:pt x="291506" y="311291"/>
                  </a:moveTo>
                  <a:lnTo>
                    <a:pt x="350278" y="311291"/>
                  </a:lnTo>
                  <a:lnTo>
                    <a:pt x="350278" y="328032"/>
                  </a:lnTo>
                  <a:lnTo>
                    <a:pt x="291506" y="328032"/>
                  </a:lnTo>
                  <a:lnTo>
                    <a:pt x="291506" y="311291"/>
                  </a:lnTo>
                  <a:close/>
                </a:path>
                <a:path w="1075054" h="328294">
                  <a:moveTo>
                    <a:pt x="392397" y="311291"/>
                  </a:moveTo>
                  <a:lnTo>
                    <a:pt x="451169" y="311291"/>
                  </a:lnTo>
                  <a:lnTo>
                    <a:pt x="451169" y="328032"/>
                  </a:lnTo>
                  <a:lnTo>
                    <a:pt x="392397" y="328032"/>
                  </a:lnTo>
                  <a:lnTo>
                    <a:pt x="392397" y="311291"/>
                  </a:lnTo>
                  <a:close/>
                </a:path>
                <a:path w="1075054" h="328294">
                  <a:moveTo>
                    <a:pt x="495835" y="311291"/>
                  </a:moveTo>
                  <a:lnTo>
                    <a:pt x="554998" y="311291"/>
                  </a:lnTo>
                  <a:lnTo>
                    <a:pt x="554998" y="328032"/>
                  </a:lnTo>
                  <a:lnTo>
                    <a:pt x="495835" y="328032"/>
                  </a:lnTo>
                  <a:lnTo>
                    <a:pt x="495835" y="311291"/>
                  </a:lnTo>
                  <a:close/>
                </a:path>
                <a:path w="1075054" h="328294">
                  <a:moveTo>
                    <a:pt x="599665" y="311291"/>
                  </a:moveTo>
                  <a:lnTo>
                    <a:pt x="658436" y="311291"/>
                  </a:lnTo>
                  <a:lnTo>
                    <a:pt x="658436" y="328032"/>
                  </a:lnTo>
                  <a:lnTo>
                    <a:pt x="599665" y="328032"/>
                  </a:lnTo>
                  <a:lnTo>
                    <a:pt x="599665" y="311291"/>
                  </a:lnTo>
                  <a:close/>
                </a:path>
                <a:path w="1075054" h="328294">
                  <a:moveTo>
                    <a:pt x="703102" y="311291"/>
                  </a:moveTo>
                  <a:lnTo>
                    <a:pt x="761874" y="311291"/>
                  </a:lnTo>
                  <a:lnTo>
                    <a:pt x="761874" y="328032"/>
                  </a:lnTo>
                  <a:lnTo>
                    <a:pt x="703102" y="328032"/>
                  </a:lnTo>
                  <a:lnTo>
                    <a:pt x="703102" y="311291"/>
                  </a:lnTo>
                  <a:close/>
                </a:path>
                <a:path w="1075054" h="328294">
                  <a:moveTo>
                    <a:pt x="803993" y="311291"/>
                  </a:moveTo>
                  <a:lnTo>
                    <a:pt x="863157" y="311291"/>
                  </a:lnTo>
                  <a:lnTo>
                    <a:pt x="863157" y="328032"/>
                  </a:lnTo>
                  <a:lnTo>
                    <a:pt x="803993" y="328032"/>
                  </a:lnTo>
                  <a:lnTo>
                    <a:pt x="803993" y="311291"/>
                  </a:lnTo>
                  <a:close/>
                </a:path>
                <a:path w="1075054" h="328294">
                  <a:moveTo>
                    <a:pt x="907823" y="311291"/>
                  </a:moveTo>
                  <a:lnTo>
                    <a:pt x="966595" y="311291"/>
                  </a:lnTo>
                  <a:lnTo>
                    <a:pt x="966595" y="328032"/>
                  </a:lnTo>
                  <a:lnTo>
                    <a:pt x="907823" y="328032"/>
                  </a:lnTo>
                  <a:lnTo>
                    <a:pt x="907823" y="311291"/>
                  </a:lnTo>
                  <a:close/>
                </a:path>
                <a:path w="1075054" h="328294">
                  <a:moveTo>
                    <a:pt x="1011261" y="311291"/>
                  </a:moveTo>
                  <a:lnTo>
                    <a:pt x="1067486" y="311291"/>
                  </a:lnTo>
                  <a:lnTo>
                    <a:pt x="1058278" y="321057"/>
                  </a:lnTo>
                  <a:lnTo>
                    <a:pt x="1058278" y="316074"/>
                  </a:lnTo>
                  <a:lnTo>
                    <a:pt x="1074734" y="316074"/>
                  </a:lnTo>
                  <a:lnTo>
                    <a:pt x="1074734" y="328032"/>
                  </a:lnTo>
                  <a:lnTo>
                    <a:pt x="1011261" y="328032"/>
                  </a:lnTo>
                  <a:lnTo>
                    <a:pt x="1011261" y="311291"/>
                  </a:lnTo>
                  <a:close/>
                </a:path>
                <a:path w="1075054" h="328294">
                  <a:moveTo>
                    <a:pt x="1058278" y="272828"/>
                  </a:moveTo>
                  <a:lnTo>
                    <a:pt x="1058278" y="213440"/>
                  </a:lnTo>
                  <a:lnTo>
                    <a:pt x="1074734" y="213440"/>
                  </a:lnTo>
                  <a:lnTo>
                    <a:pt x="1074734" y="272828"/>
                  </a:lnTo>
                  <a:lnTo>
                    <a:pt x="1058278" y="272828"/>
                  </a:lnTo>
                  <a:close/>
                </a:path>
                <a:path w="1075054" h="328294">
                  <a:moveTo>
                    <a:pt x="1058278" y="167603"/>
                  </a:moveTo>
                  <a:lnTo>
                    <a:pt x="1058278" y="107616"/>
                  </a:lnTo>
                  <a:lnTo>
                    <a:pt x="1074734" y="107616"/>
                  </a:lnTo>
                  <a:lnTo>
                    <a:pt x="1074734" y="167603"/>
                  </a:lnTo>
                  <a:lnTo>
                    <a:pt x="1058278" y="167603"/>
                  </a:lnTo>
                  <a:close/>
                </a:path>
                <a:path w="1075054" h="328294">
                  <a:moveTo>
                    <a:pt x="1058278" y="62377"/>
                  </a:moveTo>
                  <a:lnTo>
                    <a:pt x="1058278" y="9366"/>
                  </a:lnTo>
                  <a:lnTo>
                    <a:pt x="1074734" y="9366"/>
                  </a:lnTo>
                  <a:lnTo>
                    <a:pt x="1074734" y="62377"/>
                  </a:lnTo>
                  <a:lnTo>
                    <a:pt x="1058278" y="62377"/>
                  </a:lnTo>
                  <a:close/>
                </a:path>
              </a:pathLst>
            </a:custGeom>
            <a:ln w="3175">
              <a:solidFill>
                <a:srgbClr val="000000"/>
              </a:solidFill>
            </a:ln>
          </p:spPr>
          <p:txBody>
            <a:bodyPr wrap="square" lIns="0" tIns="0" rIns="0" bIns="0" rtlCol="0"/>
            <a:lstStyle/>
            <a:p/>
          </p:txBody>
        </p:sp>
        <p:sp>
          <p:nvSpPr>
            <p:cNvPr id="21" name="object 21" descr=""/>
            <p:cNvSpPr/>
            <p:nvPr/>
          </p:nvSpPr>
          <p:spPr>
            <a:xfrm>
              <a:off x="7482352" y="1278904"/>
              <a:ext cx="1058545" cy="311785"/>
            </a:xfrm>
            <a:custGeom>
              <a:avLst/>
              <a:gdLst/>
              <a:ahLst/>
              <a:cxnLst/>
              <a:rect l="l" t="t" r="r" b="b"/>
              <a:pathLst>
                <a:path w="1058545" h="311784">
                  <a:moveTo>
                    <a:pt x="1058356" y="0"/>
                  </a:moveTo>
                  <a:lnTo>
                    <a:pt x="0" y="0"/>
                  </a:lnTo>
                  <a:lnTo>
                    <a:pt x="0" y="311232"/>
                  </a:lnTo>
                  <a:lnTo>
                    <a:pt x="1058356" y="311232"/>
                  </a:lnTo>
                  <a:lnTo>
                    <a:pt x="1058356" y="0"/>
                  </a:lnTo>
                  <a:close/>
                </a:path>
              </a:pathLst>
            </a:custGeom>
            <a:solidFill>
              <a:srgbClr val="FFFFFF"/>
            </a:solidFill>
          </p:spPr>
          <p:txBody>
            <a:bodyPr wrap="square" lIns="0" tIns="0" rIns="0" bIns="0" rtlCol="0"/>
            <a:lstStyle/>
            <a:p/>
          </p:txBody>
        </p:sp>
        <p:sp>
          <p:nvSpPr>
            <p:cNvPr id="22" name="object 22" descr=""/>
            <p:cNvSpPr/>
            <p:nvPr/>
          </p:nvSpPr>
          <p:spPr>
            <a:xfrm>
              <a:off x="7476083" y="1272069"/>
              <a:ext cx="1075055" cy="328930"/>
            </a:xfrm>
            <a:custGeom>
              <a:avLst/>
              <a:gdLst/>
              <a:ahLst/>
              <a:cxnLst/>
              <a:rect l="l" t="t" r="r" b="b"/>
              <a:pathLst>
                <a:path w="1075054" h="328930">
                  <a:moveTo>
                    <a:pt x="1067486" y="9765"/>
                  </a:moveTo>
                  <a:lnTo>
                    <a:pt x="1058278" y="9765"/>
                  </a:lnTo>
                  <a:lnTo>
                    <a:pt x="1058278" y="62377"/>
                  </a:lnTo>
                  <a:lnTo>
                    <a:pt x="1074734" y="62377"/>
                  </a:lnTo>
                  <a:lnTo>
                    <a:pt x="1074734" y="16740"/>
                  </a:lnTo>
                  <a:lnTo>
                    <a:pt x="1067486" y="16740"/>
                  </a:lnTo>
                  <a:lnTo>
                    <a:pt x="1067486" y="9765"/>
                  </a:lnTo>
                  <a:close/>
                </a:path>
                <a:path w="1075054" h="328930">
                  <a:moveTo>
                    <a:pt x="1067486" y="0"/>
                  </a:moveTo>
                  <a:lnTo>
                    <a:pt x="1008714" y="0"/>
                  </a:lnTo>
                  <a:lnTo>
                    <a:pt x="1008714" y="16740"/>
                  </a:lnTo>
                  <a:lnTo>
                    <a:pt x="1058278" y="16740"/>
                  </a:lnTo>
                  <a:lnTo>
                    <a:pt x="1058278" y="9765"/>
                  </a:lnTo>
                  <a:lnTo>
                    <a:pt x="1067486" y="9765"/>
                  </a:lnTo>
                  <a:lnTo>
                    <a:pt x="1067486" y="0"/>
                  </a:lnTo>
                  <a:close/>
                </a:path>
                <a:path w="1075054" h="328930">
                  <a:moveTo>
                    <a:pt x="1074734" y="9765"/>
                  </a:moveTo>
                  <a:lnTo>
                    <a:pt x="1067486" y="9765"/>
                  </a:lnTo>
                  <a:lnTo>
                    <a:pt x="1067486" y="16740"/>
                  </a:lnTo>
                  <a:lnTo>
                    <a:pt x="1074734" y="16740"/>
                  </a:lnTo>
                  <a:lnTo>
                    <a:pt x="1074734" y="9765"/>
                  </a:lnTo>
                  <a:close/>
                </a:path>
                <a:path w="1075054" h="328930">
                  <a:moveTo>
                    <a:pt x="964048" y="0"/>
                  </a:moveTo>
                  <a:lnTo>
                    <a:pt x="905472" y="0"/>
                  </a:lnTo>
                  <a:lnTo>
                    <a:pt x="905472" y="16740"/>
                  </a:lnTo>
                  <a:lnTo>
                    <a:pt x="964048" y="16740"/>
                  </a:lnTo>
                  <a:lnTo>
                    <a:pt x="964048" y="0"/>
                  </a:lnTo>
                  <a:close/>
                </a:path>
                <a:path w="1075054" h="328930">
                  <a:moveTo>
                    <a:pt x="860806" y="0"/>
                  </a:moveTo>
                  <a:lnTo>
                    <a:pt x="802034" y="0"/>
                  </a:lnTo>
                  <a:lnTo>
                    <a:pt x="802034" y="16740"/>
                  </a:lnTo>
                  <a:lnTo>
                    <a:pt x="860806" y="16740"/>
                  </a:lnTo>
                  <a:lnTo>
                    <a:pt x="860806" y="0"/>
                  </a:lnTo>
                  <a:close/>
                </a:path>
                <a:path w="1075054" h="328930">
                  <a:moveTo>
                    <a:pt x="756976" y="0"/>
                  </a:moveTo>
                  <a:lnTo>
                    <a:pt x="698205" y="0"/>
                  </a:lnTo>
                  <a:lnTo>
                    <a:pt x="698205" y="16740"/>
                  </a:lnTo>
                  <a:lnTo>
                    <a:pt x="756976" y="16740"/>
                  </a:lnTo>
                  <a:lnTo>
                    <a:pt x="756976" y="0"/>
                  </a:lnTo>
                  <a:close/>
                </a:path>
                <a:path w="1075054" h="328930">
                  <a:moveTo>
                    <a:pt x="656085" y="0"/>
                  </a:moveTo>
                  <a:lnTo>
                    <a:pt x="597314" y="0"/>
                  </a:lnTo>
                  <a:lnTo>
                    <a:pt x="597314" y="16740"/>
                  </a:lnTo>
                  <a:lnTo>
                    <a:pt x="656085" y="16740"/>
                  </a:lnTo>
                  <a:lnTo>
                    <a:pt x="656085" y="0"/>
                  </a:lnTo>
                  <a:close/>
                </a:path>
                <a:path w="1075054" h="328930">
                  <a:moveTo>
                    <a:pt x="552647" y="0"/>
                  </a:moveTo>
                  <a:lnTo>
                    <a:pt x="493876" y="0"/>
                  </a:lnTo>
                  <a:lnTo>
                    <a:pt x="493876" y="16740"/>
                  </a:lnTo>
                  <a:lnTo>
                    <a:pt x="552647" y="16740"/>
                  </a:lnTo>
                  <a:lnTo>
                    <a:pt x="552647" y="0"/>
                  </a:lnTo>
                  <a:close/>
                </a:path>
                <a:path w="1075054" h="328930">
                  <a:moveTo>
                    <a:pt x="448818" y="0"/>
                  </a:moveTo>
                  <a:lnTo>
                    <a:pt x="390046" y="0"/>
                  </a:lnTo>
                  <a:lnTo>
                    <a:pt x="390046" y="16740"/>
                  </a:lnTo>
                  <a:lnTo>
                    <a:pt x="448818" y="16740"/>
                  </a:lnTo>
                  <a:lnTo>
                    <a:pt x="448818" y="0"/>
                  </a:lnTo>
                  <a:close/>
                </a:path>
                <a:path w="1075054" h="328930">
                  <a:moveTo>
                    <a:pt x="345380" y="0"/>
                  </a:moveTo>
                  <a:lnTo>
                    <a:pt x="286608" y="0"/>
                  </a:lnTo>
                  <a:lnTo>
                    <a:pt x="286608" y="16740"/>
                  </a:lnTo>
                  <a:lnTo>
                    <a:pt x="345380" y="16740"/>
                  </a:lnTo>
                  <a:lnTo>
                    <a:pt x="345380" y="0"/>
                  </a:lnTo>
                  <a:close/>
                </a:path>
                <a:path w="1075054" h="328930">
                  <a:moveTo>
                    <a:pt x="244489" y="0"/>
                  </a:moveTo>
                  <a:lnTo>
                    <a:pt x="185717" y="0"/>
                  </a:lnTo>
                  <a:lnTo>
                    <a:pt x="185717" y="16740"/>
                  </a:lnTo>
                  <a:lnTo>
                    <a:pt x="244489" y="16740"/>
                  </a:lnTo>
                  <a:lnTo>
                    <a:pt x="244489" y="0"/>
                  </a:lnTo>
                  <a:close/>
                </a:path>
                <a:path w="1075054" h="328930">
                  <a:moveTo>
                    <a:pt x="140659" y="0"/>
                  </a:moveTo>
                  <a:lnTo>
                    <a:pt x="81888" y="0"/>
                  </a:lnTo>
                  <a:lnTo>
                    <a:pt x="81888" y="16740"/>
                  </a:lnTo>
                  <a:lnTo>
                    <a:pt x="140659" y="16740"/>
                  </a:lnTo>
                  <a:lnTo>
                    <a:pt x="140659" y="0"/>
                  </a:lnTo>
                  <a:close/>
                </a:path>
                <a:path w="1075054" h="328930">
                  <a:moveTo>
                    <a:pt x="37221" y="0"/>
                  </a:moveTo>
                  <a:lnTo>
                    <a:pt x="0" y="0"/>
                  </a:lnTo>
                  <a:lnTo>
                    <a:pt x="0" y="38263"/>
                  </a:lnTo>
                  <a:lnTo>
                    <a:pt x="16456" y="38263"/>
                  </a:lnTo>
                  <a:lnTo>
                    <a:pt x="16456" y="16740"/>
                  </a:lnTo>
                  <a:lnTo>
                    <a:pt x="9207" y="16740"/>
                  </a:lnTo>
                  <a:lnTo>
                    <a:pt x="16456" y="9765"/>
                  </a:lnTo>
                  <a:lnTo>
                    <a:pt x="37221" y="9765"/>
                  </a:lnTo>
                  <a:lnTo>
                    <a:pt x="37221" y="0"/>
                  </a:lnTo>
                  <a:close/>
                </a:path>
                <a:path w="1075054" h="328930">
                  <a:moveTo>
                    <a:pt x="16456" y="9765"/>
                  </a:moveTo>
                  <a:lnTo>
                    <a:pt x="9207" y="16740"/>
                  </a:lnTo>
                  <a:lnTo>
                    <a:pt x="16456" y="16740"/>
                  </a:lnTo>
                  <a:lnTo>
                    <a:pt x="16456" y="9765"/>
                  </a:lnTo>
                  <a:close/>
                </a:path>
                <a:path w="1075054" h="328930">
                  <a:moveTo>
                    <a:pt x="37221" y="9765"/>
                  </a:moveTo>
                  <a:lnTo>
                    <a:pt x="16456" y="9765"/>
                  </a:lnTo>
                  <a:lnTo>
                    <a:pt x="16456" y="16740"/>
                  </a:lnTo>
                  <a:lnTo>
                    <a:pt x="37221" y="16740"/>
                  </a:lnTo>
                  <a:lnTo>
                    <a:pt x="37221" y="9765"/>
                  </a:lnTo>
                  <a:close/>
                </a:path>
                <a:path w="1075054" h="328930">
                  <a:moveTo>
                    <a:pt x="16456" y="84100"/>
                  </a:moveTo>
                  <a:lnTo>
                    <a:pt x="0" y="84100"/>
                  </a:lnTo>
                  <a:lnTo>
                    <a:pt x="0" y="144087"/>
                  </a:lnTo>
                  <a:lnTo>
                    <a:pt x="16456" y="144087"/>
                  </a:lnTo>
                  <a:lnTo>
                    <a:pt x="16456" y="84100"/>
                  </a:lnTo>
                  <a:close/>
                </a:path>
                <a:path w="1075054" h="328930">
                  <a:moveTo>
                    <a:pt x="16456" y="189326"/>
                  </a:moveTo>
                  <a:lnTo>
                    <a:pt x="0" y="189326"/>
                  </a:lnTo>
                  <a:lnTo>
                    <a:pt x="0" y="249312"/>
                  </a:lnTo>
                  <a:lnTo>
                    <a:pt x="16456" y="249312"/>
                  </a:lnTo>
                  <a:lnTo>
                    <a:pt x="16456" y="189326"/>
                  </a:lnTo>
                  <a:close/>
                </a:path>
                <a:path w="1075054" h="328930">
                  <a:moveTo>
                    <a:pt x="16456" y="292558"/>
                  </a:moveTo>
                  <a:lnTo>
                    <a:pt x="0" y="292558"/>
                  </a:lnTo>
                  <a:lnTo>
                    <a:pt x="0" y="328430"/>
                  </a:lnTo>
                  <a:lnTo>
                    <a:pt x="39768" y="328430"/>
                  </a:lnTo>
                  <a:lnTo>
                    <a:pt x="39768" y="321057"/>
                  </a:lnTo>
                  <a:lnTo>
                    <a:pt x="16456" y="321057"/>
                  </a:lnTo>
                  <a:lnTo>
                    <a:pt x="9207" y="311690"/>
                  </a:lnTo>
                  <a:lnTo>
                    <a:pt x="16456" y="311690"/>
                  </a:lnTo>
                  <a:lnTo>
                    <a:pt x="16456" y="292558"/>
                  </a:lnTo>
                  <a:close/>
                </a:path>
                <a:path w="1075054" h="328930">
                  <a:moveTo>
                    <a:pt x="16456" y="311690"/>
                  </a:moveTo>
                  <a:lnTo>
                    <a:pt x="9207" y="311690"/>
                  </a:lnTo>
                  <a:lnTo>
                    <a:pt x="16456" y="321057"/>
                  </a:lnTo>
                  <a:lnTo>
                    <a:pt x="16456" y="311690"/>
                  </a:lnTo>
                  <a:close/>
                </a:path>
                <a:path w="1075054" h="328930">
                  <a:moveTo>
                    <a:pt x="39768" y="311690"/>
                  </a:moveTo>
                  <a:lnTo>
                    <a:pt x="16456" y="311690"/>
                  </a:lnTo>
                  <a:lnTo>
                    <a:pt x="16456" y="321057"/>
                  </a:lnTo>
                  <a:lnTo>
                    <a:pt x="39768" y="321057"/>
                  </a:lnTo>
                  <a:lnTo>
                    <a:pt x="39768" y="311690"/>
                  </a:lnTo>
                  <a:close/>
                </a:path>
                <a:path w="1075054" h="328930">
                  <a:moveTo>
                    <a:pt x="143010" y="311690"/>
                  </a:moveTo>
                  <a:lnTo>
                    <a:pt x="84435" y="311690"/>
                  </a:lnTo>
                  <a:lnTo>
                    <a:pt x="84435" y="328430"/>
                  </a:lnTo>
                  <a:lnTo>
                    <a:pt x="143010" y="328430"/>
                  </a:lnTo>
                  <a:lnTo>
                    <a:pt x="143010" y="311690"/>
                  </a:lnTo>
                  <a:close/>
                </a:path>
                <a:path w="1075054" h="328930">
                  <a:moveTo>
                    <a:pt x="246840" y="311690"/>
                  </a:moveTo>
                  <a:lnTo>
                    <a:pt x="187676" y="311690"/>
                  </a:lnTo>
                  <a:lnTo>
                    <a:pt x="187676" y="328430"/>
                  </a:lnTo>
                  <a:lnTo>
                    <a:pt x="246840" y="328430"/>
                  </a:lnTo>
                  <a:lnTo>
                    <a:pt x="246840" y="311690"/>
                  </a:lnTo>
                  <a:close/>
                </a:path>
                <a:path w="1075054" h="328930">
                  <a:moveTo>
                    <a:pt x="350278" y="311690"/>
                  </a:moveTo>
                  <a:lnTo>
                    <a:pt x="291506" y="311690"/>
                  </a:lnTo>
                  <a:lnTo>
                    <a:pt x="291506" y="328430"/>
                  </a:lnTo>
                  <a:lnTo>
                    <a:pt x="350278" y="328430"/>
                  </a:lnTo>
                  <a:lnTo>
                    <a:pt x="350278" y="311690"/>
                  </a:lnTo>
                  <a:close/>
                </a:path>
                <a:path w="1075054" h="328930">
                  <a:moveTo>
                    <a:pt x="451169" y="311690"/>
                  </a:moveTo>
                  <a:lnTo>
                    <a:pt x="392397" y="311690"/>
                  </a:lnTo>
                  <a:lnTo>
                    <a:pt x="392397" y="328430"/>
                  </a:lnTo>
                  <a:lnTo>
                    <a:pt x="451169" y="328430"/>
                  </a:lnTo>
                  <a:lnTo>
                    <a:pt x="451169" y="311690"/>
                  </a:lnTo>
                  <a:close/>
                </a:path>
                <a:path w="1075054" h="328930">
                  <a:moveTo>
                    <a:pt x="554998" y="311690"/>
                  </a:moveTo>
                  <a:lnTo>
                    <a:pt x="495835" y="311690"/>
                  </a:lnTo>
                  <a:lnTo>
                    <a:pt x="495835" y="328430"/>
                  </a:lnTo>
                  <a:lnTo>
                    <a:pt x="554998" y="328430"/>
                  </a:lnTo>
                  <a:lnTo>
                    <a:pt x="554998" y="311690"/>
                  </a:lnTo>
                  <a:close/>
                </a:path>
                <a:path w="1075054" h="328930">
                  <a:moveTo>
                    <a:pt x="658436" y="311690"/>
                  </a:moveTo>
                  <a:lnTo>
                    <a:pt x="599665" y="311690"/>
                  </a:lnTo>
                  <a:lnTo>
                    <a:pt x="599665" y="328430"/>
                  </a:lnTo>
                  <a:lnTo>
                    <a:pt x="658436" y="328430"/>
                  </a:lnTo>
                  <a:lnTo>
                    <a:pt x="658436" y="311690"/>
                  </a:lnTo>
                  <a:close/>
                </a:path>
                <a:path w="1075054" h="328930">
                  <a:moveTo>
                    <a:pt x="761874" y="311690"/>
                  </a:moveTo>
                  <a:lnTo>
                    <a:pt x="703102" y="311690"/>
                  </a:lnTo>
                  <a:lnTo>
                    <a:pt x="703102" y="328430"/>
                  </a:lnTo>
                  <a:lnTo>
                    <a:pt x="761874" y="328430"/>
                  </a:lnTo>
                  <a:lnTo>
                    <a:pt x="761874" y="311690"/>
                  </a:lnTo>
                  <a:close/>
                </a:path>
                <a:path w="1075054" h="328930">
                  <a:moveTo>
                    <a:pt x="863157" y="311690"/>
                  </a:moveTo>
                  <a:lnTo>
                    <a:pt x="803993" y="311690"/>
                  </a:lnTo>
                  <a:lnTo>
                    <a:pt x="803993" y="328430"/>
                  </a:lnTo>
                  <a:lnTo>
                    <a:pt x="863157" y="328430"/>
                  </a:lnTo>
                  <a:lnTo>
                    <a:pt x="863157" y="311690"/>
                  </a:lnTo>
                  <a:close/>
                </a:path>
                <a:path w="1075054" h="328930">
                  <a:moveTo>
                    <a:pt x="966595" y="311690"/>
                  </a:moveTo>
                  <a:lnTo>
                    <a:pt x="907823" y="311690"/>
                  </a:lnTo>
                  <a:lnTo>
                    <a:pt x="907823" y="328430"/>
                  </a:lnTo>
                  <a:lnTo>
                    <a:pt x="966595" y="328430"/>
                  </a:lnTo>
                  <a:lnTo>
                    <a:pt x="966595" y="311690"/>
                  </a:lnTo>
                  <a:close/>
                </a:path>
                <a:path w="1075054" h="328930">
                  <a:moveTo>
                    <a:pt x="1067486" y="311690"/>
                  </a:moveTo>
                  <a:lnTo>
                    <a:pt x="1011261" y="311690"/>
                  </a:lnTo>
                  <a:lnTo>
                    <a:pt x="1011261" y="328430"/>
                  </a:lnTo>
                  <a:lnTo>
                    <a:pt x="1074734" y="328430"/>
                  </a:lnTo>
                  <a:lnTo>
                    <a:pt x="1074734" y="321057"/>
                  </a:lnTo>
                  <a:lnTo>
                    <a:pt x="1058278" y="321057"/>
                  </a:lnTo>
                  <a:lnTo>
                    <a:pt x="1058278" y="316074"/>
                  </a:lnTo>
                  <a:lnTo>
                    <a:pt x="1063176" y="316074"/>
                  </a:lnTo>
                  <a:lnTo>
                    <a:pt x="1067486" y="311690"/>
                  </a:lnTo>
                  <a:close/>
                </a:path>
                <a:path w="1075054" h="328930">
                  <a:moveTo>
                    <a:pt x="1063176" y="316074"/>
                  </a:moveTo>
                  <a:lnTo>
                    <a:pt x="1058278" y="316074"/>
                  </a:lnTo>
                  <a:lnTo>
                    <a:pt x="1058278" y="321057"/>
                  </a:lnTo>
                  <a:lnTo>
                    <a:pt x="1063176" y="316074"/>
                  </a:lnTo>
                  <a:close/>
                </a:path>
                <a:path w="1075054" h="328930">
                  <a:moveTo>
                    <a:pt x="1074734" y="316074"/>
                  </a:moveTo>
                  <a:lnTo>
                    <a:pt x="1063176" y="316074"/>
                  </a:lnTo>
                  <a:lnTo>
                    <a:pt x="1058278" y="321057"/>
                  </a:lnTo>
                  <a:lnTo>
                    <a:pt x="1074734" y="321057"/>
                  </a:lnTo>
                  <a:lnTo>
                    <a:pt x="1074734" y="316074"/>
                  </a:lnTo>
                  <a:close/>
                </a:path>
                <a:path w="1075054" h="328930">
                  <a:moveTo>
                    <a:pt x="1074734" y="213440"/>
                  </a:moveTo>
                  <a:lnTo>
                    <a:pt x="1058278" y="213440"/>
                  </a:lnTo>
                  <a:lnTo>
                    <a:pt x="1058278" y="273426"/>
                  </a:lnTo>
                  <a:lnTo>
                    <a:pt x="1074734" y="273426"/>
                  </a:lnTo>
                  <a:lnTo>
                    <a:pt x="1074734" y="213440"/>
                  </a:lnTo>
                  <a:close/>
                </a:path>
                <a:path w="1075054" h="328930">
                  <a:moveTo>
                    <a:pt x="1074734" y="108214"/>
                  </a:moveTo>
                  <a:lnTo>
                    <a:pt x="1058278" y="108214"/>
                  </a:lnTo>
                  <a:lnTo>
                    <a:pt x="1058278" y="167603"/>
                  </a:lnTo>
                  <a:lnTo>
                    <a:pt x="1074734" y="167603"/>
                  </a:lnTo>
                  <a:lnTo>
                    <a:pt x="1074734" y="108214"/>
                  </a:lnTo>
                  <a:close/>
                </a:path>
              </a:pathLst>
            </a:custGeom>
            <a:solidFill>
              <a:srgbClr val="000000"/>
            </a:solidFill>
          </p:spPr>
          <p:txBody>
            <a:bodyPr wrap="square" lIns="0" tIns="0" rIns="0" bIns="0" rtlCol="0"/>
            <a:lstStyle/>
            <a:p/>
          </p:txBody>
        </p:sp>
        <p:sp>
          <p:nvSpPr>
            <p:cNvPr id="23" name="object 23" descr=""/>
            <p:cNvSpPr/>
            <p:nvPr/>
          </p:nvSpPr>
          <p:spPr>
            <a:xfrm>
              <a:off x="7476083" y="1272069"/>
              <a:ext cx="1075055" cy="328930"/>
            </a:xfrm>
            <a:custGeom>
              <a:avLst/>
              <a:gdLst/>
              <a:ahLst/>
              <a:cxnLst/>
              <a:rect l="l" t="t" r="r" b="b"/>
              <a:pathLst>
                <a:path w="1075054" h="328930">
                  <a:moveTo>
                    <a:pt x="1067486" y="16740"/>
                  </a:moveTo>
                  <a:lnTo>
                    <a:pt x="1008714" y="16740"/>
                  </a:lnTo>
                  <a:lnTo>
                    <a:pt x="1008714" y="0"/>
                  </a:lnTo>
                  <a:lnTo>
                    <a:pt x="1067486" y="0"/>
                  </a:lnTo>
                  <a:lnTo>
                    <a:pt x="1067486" y="16740"/>
                  </a:lnTo>
                  <a:close/>
                </a:path>
                <a:path w="1075054" h="328930">
                  <a:moveTo>
                    <a:pt x="964048" y="16740"/>
                  </a:moveTo>
                  <a:lnTo>
                    <a:pt x="905472" y="16740"/>
                  </a:lnTo>
                  <a:lnTo>
                    <a:pt x="905472" y="0"/>
                  </a:lnTo>
                  <a:lnTo>
                    <a:pt x="964048" y="0"/>
                  </a:lnTo>
                  <a:lnTo>
                    <a:pt x="964048" y="16740"/>
                  </a:lnTo>
                  <a:close/>
                </a:path>
                <a:path w="1075054" h="328930">
                  <a:moveTo>
                    <a:pt x="860806" y="16740"/>
                  </a:moveTo>
                  <a:lnTo>
                    <a:pt x="802034" y="16740"/>
                  </a:lnTo>
                  <a:lnTo>
                    <a:pt x="802034" y="0"/>
                  </a:lnTo>
                  <a:lnTo>
                    <a:pt x="860806" y="0"/>
                  </a:lnTo>
                  <a:lnTo>
                    <a:pt x="860806" y="16740"/>
                  </a:lnTo>
                  <a:close/>
                </a:path>
                <a:path w="1075054" h="328930">
                  <a:moveTo>
                    <a:pt x="756976" y="16740"/>
                  </a:moveTo>
                  <a:lnTo>
                    <a:pt x="698205" y="16740"/>
                  </a:lnTo>
                  <a:lnTo>
                    <a:pt x="698205" y="0"/>
                  </a:lnTo>
                  <a:lnTo>
                    <a:pt x="756976" y="0"/>
                  </a:lnTo>
                  <a:lnTo>
                    <a:pt x="756976" y="16740"/>
                  </a:lnTo>
                  <a:close/>
                </a:path>
                <a:path w="1075054" h="328930">
                  <a:moveTo>
                    <a:pt x="656085" y="16740"/>
                  </a:moveTo>
                  <a:lnTo>
                    <a:pt x="597314" y="16740"/>
                  </a:lnTo>
                  <a:lnTo>
                    <a:pt x="597314" y="0"/>
                  </a:lnTo>
                  <a:lnTo>
                    <a:pt x="656085" y="0"/>
                  </a:lnTo>
                  <a:lnTo>
                    <a:pt x="656085" y="16740"/>
                  </a:lnTo>
                  <a:close/>
                </a:path>
                <a:path w="1075054" h="328930">
                  <a:moveTo>
                    <a:pt x="552647" y="16740"/>
                  </a:moveTo>
                  <a:lnTo>
                    <a:pt x="493876" y="16740"/>
                  </a:lnTo>
                  <a:lnTo>
                    <a:pt x="493876" y="0"/>
                  </a:lnTo>
                  <a:lnTo>
                    <a:pt x="552647" y="0"/>
                  </a:lnTo>
                  <a:lnTo>
                    <a:pt x="552647" y="16740"/>
                  </a:lnTo>
                  <a:close/>
                </a:path>
                <a:path w="1075054" h="328930">
                  <a:moveTo>
                    <a:pt x="448818" y="16740"/>
                  </a:moveTo>
                  <a:lnTo>
                    <a:pt x="390046" y="16740"/>
                  </a:lnTo>
                  <a:lnTo>
                    <a:pt x="390046" y="0"/>
                  </a:lnTo>
                  <a:lnTo>
                    <a:pt x="448818" y="0"/>
                  </a:lnTo>
                  <a:lnTo>
                    <a:pt x="448818" y="16740"/>
                  </a:lnTo>
                  <a:close/>
                </a:path>
                <a:path w="1075054" h="328930">
                  <a:moveTo>
                    <a:pt x="345380" y="16740"/>
                  </a:moveTo>
                  <a:lnTo>
                    <a:pt x="286608" y="16740"/>
                  </a:lnTo>
                  <a:lnTo>
                    <a:pt x="286608" y="0"/>
                  </a:lnTo>
                  <a:lnTo>
                    <a:pt x="345380" y="0"/>
                  </a:lnTo>
                  <a:lnTo>
                    <a:pt x="345380" y="16740"/>
                  </a:lnTo>
                  <a:close/>
                </a:path>
                <a:path w="1075054" h="328930">
                  <a:moveTo>
                    <a:pt x="244489" y="16740"/>
                  </a:moveTo>
                  <a:lnTo>
                    <a:pt x="185717" y="16740"/>
                  </a:lnTo>
                  <a:lnTo>
                    <a:pt x="185717" y="0"/>
                  </a:lnTo>
                  <a:lnTo>
                    <a:pt x="244489" y="0"/>
                  </a:lnTo>
                  <a:lnTo>
                    <a:pt x="244489" y="16740"/>
                  </a:lnTo>
                  <a:close/>
                </a:path>
                <a:path w="1075054" h="328930">
                  <a:moveTo>
                    <a:pt x="140659" y="16740"/>
                  </a:moveTo>
                  <a:lnTo>
                    <a:pt x="81888" y="16740"/>
                  </a:lnTo>
                  <a:lnTo>
                    <a:pt x="81888" y="0"/>
                  </a:lnTo>
                  <a:lnTo>
                    <a:pt x="140659" y="0"/>
                  </a:lnTo>
                  <a:lnTo>
                    <a:pt x="140659" y="16740"/>
                  </a:lnTo>
                  <a:close/>
                </a:path>
                <a:path w="1075054" h="328930">
                  <a:moveTo>
                    <a:pt x="37221" y="16740"/>
                  </a:moveTo>
                  <a:lnTo>
                    <a:pt x="9207" y="16740"/>
                  </a:lnTo>
                  <a:lnTo>
                    <a:pt x="16456" y="9765"/>
                  </a:lnTo>
                  <a:lnTo>
                    <a:pt x="16456" y="38263"/>
                  </a:lnTo>
                  <a:lnTo>
                    <a:pt x="0" y="38263"/>
                  </a:lnTo>
                  <a:lnTo>
                    <a:pt x="0" y="0"/>
                  </a:lnTo>
                  <a:lnTo>
                    <a:pt x="37221" y="0"/>
                  </a:lnTo>
                  <a:lnTo>
                    <a:pt x="37221" y="16740"/>
                  </a:lnTo>
                  <a:close/>
                </a:path>
                <a:path w="1075054" h="328930">
                  <a:moveTo>
                    <a:pt x="16456" y="84100"/>
                  </a:moveTo>
                  <a:lnTo>
                    <a:pt x="16456" y="144087"/>
                  </a:lnTo>
                  <a:lnTo>
                    <a:pt x="0" y="144087"/>
                  </a:lnTo>
                  <a:lnTo>
                    <a:pt x="0" y="84100"/>
                  </a:lnTo>
                  <a:lnTo>
                    <a:pt x="16456" y="84100"/>
                  </a:lnTo>
                  <a:close/>
                </a:path>
                <a:path w="1075054" h="328930">
                  <a:moveTo>
                    <a:pt x="16456" y="189326"/>
                  </a:moveTo>
                  <a:lnTo>
                    <a:pt x="16456" y="249312"/>
                  </a:lnTo>
                  <a:lnTo>
                    <a:pt x="0" y="249312"/>
                  </a:lnTo>
                  <a:lnTo>
                    <a:pt x="0" y="189326"/>
                  </a:lnTo>
                  <a:lnTo>
                    <a:pt x="16456" y="189326"/>
                  </a:lnTo>
                  <a:close/>
                </a:path>
                <a:path w="1075054" h="328930">
                  <a:moveTo>
                    <a:pt x="16456" y="292558"/>
                  </a:moveTo>
                  <a:lnTo>
                    <a:pt x="16456" y="321057"/>
                  </a:lnTo>
                  <a:lnTo>
                    <a:pt x="9207" y="311690"/>
                  </a:lnTo>
                  <a:lnTo>
                    <a:pt x="39768" y="311690"/>
                  </a:lnTo>
                  <a:lnTo>
                    <a:pt x="39768" y="328430"/>
                  </a:lnTo>
                  <a:lnTo>
                    <a:pt x="0" y="328430"/>
                  </a:lnTo>
                  <a:lnTo>
                    <a:pt x="0" y="292558"/>
                  </a:lnTo>
                  <a:lnTo>
                    <a:pt x="16456" y="292558"/>
                  </a:lnTo>
                  <a:close/>
                </a:path>
                <a:path w="1075054" h="328930">
                  <a:moveTo>
                    <a:pt x="84435" y="311690"/>
                  </a:moveTo>
                  <a:lnTo>
                    <a:pt x="143010" y="311690"/>
                  </a:lnTo>
                  <a:lnTo>
                    <a:pt x="143010" y="328430"/>
                  </a:lnTo>
                  <a:lnTo>
                    <a:pt x="84435" y="328430"/>
                  </a:lnTo>
                  <a:lnTo>
                    <a:pt x="84435" y="311690"/>
                  </a:lnTo>
                  <a:close/>
                </a:path>
                <a:path w="1075054" h="328930">
                  <a:moveTo>
                    <a:pt x="187676" y="311690"/>
                  </a:moveTo>
                  <a:lnTo>
                    <a:pt x="246840" y="311690"/>
                  </a:lnTo>
                  <a:lnTo>
                    <a:pt x="246840" y="328430"/>
                  </a:lnTo>
                  <a:lnTo>
                    <a:pt x="187676" y="328430"/>
                  </a:lnTo>
                  <a:lnTo>
                    <a:pt x="187676" y="311690"/>
                  </a:lnTo>
                  <a:close/>
                </a:path>
                <a:path w="1075054" h="328930">
                  <a:moveTo>
                    <a:pt x="291506" y="311690"/>
                  </a:moveTo>
                  <a:lnTo>
                    <a:pt x="350278" y="311690"/>
                  </a:lnTo>
                  <a:lnTo>
                    <a:pt x="350278" y="328430"/>
                  </a:lnTo>
                  <a:lnTo>
                    <a:pt x="291506" y="328430"/>
                  </a:lnTo>
                  <a:lnTo>
                    <a:pt x="291506" y="311690"/>
                  </a:lnTo>
                  <a:close/>
                </a:path>
                <a:path w="1075054" h="328930">
                  <a:moveTo>
                    <a:pt x="392397" y="311690"/>
                  </a:moveTo>
                  <a:lnTo>
                    <a:pt x="451169" y="311690"/>
                  </a:lnTo>
                  <a:lnTo>
                    <a:pt x="451169" y="328430"/>
                  </a:lnTo>
                  <a:lnTo>
                    <a:pt x="392397" y="328430"/>
                  </a:lnTo>
                  <a:lnTo>
                    <a:pt x="392397" y="311690"/>
                  </a:lnTo>
                  <a:close/>
                </a:path>
                <a:path w="1075054" h="328930">
                  <a:moveTo>
                    <a:pt x="495835" y="311690"/>
                  </a:moveTo>
                  <a:lnTo>
                    <a:pt x="554998" y="311690"/>
                  </a:lnTo>
                  <a:lnTo>
                    <a:pt x="554998" y="328430"/>
                  </a:lnTo>
                  <a:lnTo>
                    <a:pt x="495835" y="328430"/>
                  </a:lnTo>
                  <a:lnTo>
                    <a:pt x="495835" y="311690"/>
                  </a:lnTo>
                  <a:close/>
                </a:path>
                <a:path w="1075054" h="328930">
                  <a:moveTo>
                    <a:pt x="599665" y="311690"/>
                  </a:moveTo>
                  <a:lnTo>
                    <a:pt x="658436" y="311690"/>
                  </a:lnTo>
                  <a:lnTo>
                    <a:pt x="658436" y="328430"/>
                  </a:lnTo>
                  <a:lnTo>
                    <a:pt x="599665" y="328430"/>
                  </a:lnTo>
                  <a:lnTo>
                    <a:pt x="599665" y="311690"/>
                  </a:lnTo>
                  <a:close/>
                </a:path>
                <a:path w="1075054" h="328930">
                  <a:moveTo>
                    <a:pt x="703102" y="311690"/>
                  </a:moveTo>
                  <a:lnTo>
                    <a:pt x="761874" y="311690"/>
                  </a:lnTo>
                  <a:lnTo>
                    <a:pt x="761874" y="328430"/>
                  </a:lnTo>
                  <a:lnTo>
                    <a:pt x="703102" y="328430"/>
                  </a:lnTo>
                  <a:lnTo>
                    <a:pt x="703102" y="311690"/>
                  </a:lnTo>
                  <a:close/>
                </a:path>
                <a:path w="1075054" h="328930">
                  <a:moveTo>
                    <a:pt x="803993" y="311690"/>
                  </a:moveTo>
                  <a:lnTo>
                    <a:pt x="863157" y="311690"/>
                  </a:lnTo>
                  <a:lnTo>
                    <a:pt x="863157" y="328430"/>
                  </a:lnTo>
                  <a:lnTo>
                    <a:pt x="803993" y="328430"/>
                  </a:lnTo>
                  <a:lnTo>
                    <a:pt x="803993" y="311690"/>
                  </a:lnTo>
                  <a:close/>
                </a:path>
                <a:path w="1075054" h="328930">
                  <a:moveTo>
                    <a:pt x="907823" y="311690"/>
                  </a:moveTo>
                  <a:lnTo>
                    <a:pt x="966595" y="311690"/>
                  </a:lnTo>
                  <a:lnTo>
                    <a:pt x="966595" y="328430"/>
                  </a:lnTo>
                  <a:lnTo>
                    <a:pt x="907823" y="328430"/>
                  </a:lnTo>
                  <a:lnTo>
                    <a:pt x="907823" y="311690"/>
                  </a:lnTo>
                  <a:close/>
                </a:path>
                <a:path w="1075054" h="328930">
                  <a:moveTo>
                    <a:pt x="1011261" y="311690"/>
                  </a:moveTo>
                  <a:lnTo>
                    <a:pt x="1067486" y="311690"/>
                  </a:lnTo>
                  <a:lnTo>
                    <a:pt x="1058278" y="321057"/>
                  </a:lnTo>
                  <a:lnTo>
                    <a:pt x="1058278" y="316074"/>
                  </a:lnTo>
                  <a:lnTo>
                    <a:pt x="1074734" y="316074"/>
                  </a:lnTo>
                  <a:lnTo>
                    <a:pt x="1074734" y="328430"/>
                  </a:lnTo>
                  <a:lnTo>
                    <a:pt x="1011261" y="328430"/>
                  </a:lnTo>
                  <a:lnTo>
                    <a:pt x="1011261" y="311690"/>
                  </a:lnTo>
                  <a:close/>
                </a:path>
                <a:path w="1075054" h="328930">
                  <a:moveTo>
                    <a:pt x="1058278" y="273426"/>
                  </a:moveTo>
                  <a:lnTo>
                    <a:pt x="1058278" y="213440"/>
                  </a:lnTo>
                  <a:lnTo>
                    <a:pt x="1074734" y="213440"/>
                  </a:lnTo>
                  <a:lnTo>
                    <a:pt x="1074734" y="273426"/>
                  </a:lnTo>
                  <a:lnTo>
                    <a:pt x="1058278" y="273426"/>
                  </a:lnTo>
                  <a:close/>
                </a:path>
                <a:path w="1075054" h="328930">
                  <a:moveTo>
                    <a:pt x="1058278" y="167603"/>
                  </a:moveTo>
                  <a:lnTo>
                    <a:pt x="1058278" y="108214"/>
                  </a:lnTo>
                  <a:lnTo>
                    <a:pt x="1074734" y="108214"/>
                  </a:lnTo>
                  <a:lnTo>
                    <a:pt x="1074734" y="167603"/>
                  </a:lnTo>
                  <a:lnTo>
                    <a:pt x="1058278" y="167603"/>
                  </a:lnTo>
                  <a:close/>
                </a:path>
                <a:path w="1075054" h="328930">
                  <a:moveTo>
                    <a:pt x="1058278" y="62377"/>
                  </a:moveTo>
                  <a:lnTo>
                    <a:pt x="1058278" y="9765"/>
                  </a:lnTo>
                  <a:lnTo>
                    <a:pt x="1074734" y="9765"/>
                  </a:lnTo>
                  <a:lnTo>
                    <a:pt x="1074734" y="62377"/>
                  </a:lnTo>
                  <a:lnTo>
                    <a:pt x="1058278" y="62377"/>
                  </a:lnTo>
                  <a:close/>
                </a:path>
              </a:pathLst>
            </a:custGeom>
            <a:ln w="3175">
              <a:solidFill>
                <a:srgbClr val="000000"/>
              </a:solidFill>
            </a:ln>
          </p:spPr>
          <p:txBody>
            <a:bodyPr wrap="square" lIns="0" tIns="0" rIns="0" bIns="0" rtlCol="0"/>
            <a:lstStyle/>
            <a:p/>
          </p:txBody>
        </p:sp>
        <p:sp>
          <p:nvSpPr>
            <p:cNvPr id="24" name="object 24" descr=""/>
            <p:cNvSpPr/>
            <p:nvPr/>
          </p:nvSpPr>
          <p:spPr>
            <a:xfrm>
              <a:off x="7974270" y="960777"/>
              <a:ext cx="80645" cy="2813050"/>
            </a:xfrm>
            <a:custGeom>
              <a:avLst/>
              <a:gdLst/>
              <a:ahLst/>
              <a:cxnLst/>
              <a:rect l="l" t="t" r="r" b="b"/>
              <a:pathLst>
                <a:path w="80645" h="2813050">
                  <a:moveTo>
                    <a:pt x="0" y="2692615"/>
                  </a:moveTo>
                  <a:lnTo>
                    <a:pt x="40356" y="2812588"/>
                  </a:lnTo>
                  <a:lnTo>
                    <a:pt x="64336" y="2740246"/>
                  </a:lnTo>
                  <a:lnTo>
                    <a:pt x="35458" y="2740246"/>
                  </a:lnTo>
                  <a:lnTo>
                    <a:pt x="33107" y="2738253"/>
                  </a:lnTo>
                  <a:lnTo>
                    <a:pt x="30757" y="2735861"/>
                  </a:lnTo>
                  <a:lnTo>
                    <a:pt x="30743" y="2721765"/>
                  </a:lnTo>
                  <a:lnTo>
                    <a:pt x="0" y="2692615"/>
                  </a:lnTo>
                  <a:close/>
                </a:path>
                <a:path w="80645" h="2813050">
                  <a:moveTo>
                    <a:pt x="30743" y="2721765"/>
                  </a:moveTo>
                  <a:lnTo>
                    <a:pt x="30757" y="2735861"/>
                  </a:lnTo>
                  <a:lnTo>
                    <a:pt x="33107" y="2738253"/>
                  </a:lnTo>
                  <a:lnTo>
                    <a:pt x="35458" y="2740246"/>
                  </a:lnTo>
                  <a:lnTo>
                    <a:pt x="44666" y="2740246"/>
                  </a:lnTo>
                  <a:lnTo>
                    <a:pt x="47213" y="2738253"/>
                  </a:lnTo>
                  <a:lnTo>
                    <a:pt x="49563" y="2735861"/>
                  </a:lnTo>
                  <a:lnTo>
                    <a:pt x="49563" y="2730879"/>
                  </a:lnTo>
                  <a:lnTo>
                    <a:pt x="40356" y="2730879"/>
                  </a:lnTo>
                  <a:lnTo>
                    <a:pt x="30743" y="2721765"/>
                  </a:lnTo>
                  <a:close/>
                </a:path>
                <a:path w="80645" h="2813050">
                  <a:moveTo>
                    <a:pt x="80125" y="2692615"/>
                  </a:moveTo>
                  <a:lnTo>
                    <a:pt x="49563" y="2722020"/>
                  </a:lnTo>
                  <a:lnTo>
                    <a:pt x="49563" y="2735861"/>
                  </a:lnTo>
                  <a:lnTo>
                    <a:pt x="47213" y="2738253"/>
                  </a:lnTo>
                  <a:lnTo>
                    <a:pt x="44666" y="2740246"/>
                  </a:lnTo>
                  <a:lnTo>
                    <a:pt x="64336" y="2740246"/>
                  </a:lnTo>
                  <a:lnTo>
                    <a:pt x="80125" y="2692615"/>
                  </a:lnTo>
                  <a:close/>
                </a:path>
                <a:path w="80645" h="2813050">
                  <a:moveTo>
                    <a:pt x="42707" y="0"/>
                  </a:moveTo>
                  <a:lnTo>
                    <a:pt x="35458" y="0"/>
                  </a:lnTo>
                  <a:lnTo>
                    <a:pt x="33107" y="2590"/>
                  </a:lnTo>
                  <a:lnTo>
                    <a:pt x="30756" y="4982"/>
                  </a:lnTo>
                  <a:lnTo>
                    <a:pt x="28210" y="9366"/>
                  </a:lnTo>
                  <a:lnTo>
                    <a:pt x="30716" y="2692615"/>
                  </a:lnTo>
                  <a:lnTo>
                    <a:pt x="30743" y="2721765"/>
                  </a:lnTo>
                  <a:lnTo>
                    <a:pt x="40356" y="2730879"/>
                  </a:lnTo>
                  <a:lnTo>
                    <a:pt x="49563" y="2722020"/>
                  </a:lnTo>
                  <a:lnTo>
                    <a:pt x="49563" y="9366"/>
                  </a:lnTo>
                  <a:lnTo>
                    <a:pt x="47212" y="4982"/>
                  </a:lnTo>
                  <a:lnTo>
                    <a:pt x="47212" y="2590"/>
                  </a:lnTo>
                  <a:lnTo>
                    <a:pt x="42707" y="0"/>
                  </a:lnTo>
                  <a:close/>
                </a:path>
                <a:path w="80645" h="2813050">
                  <a:moveTo>
                    <a:pt x="49563" y="2722020"/>
                  </a:moveTo>
                  <a:lnTo>
                    <a:pt x="40356" y="2730879"/>
                  </a:lnTo>
                  <a:lnTo>
                    <a:pt x="49563" y="2730879"/>
                  </a:lnTo>
                  <a:lnTo>
                    <a:pt x="49563" y="2722020"/>
                  </a:lnTo>
                  <a:close/>
                </a:path>
              </a:pathLst>
            </a:custGeom>
            <a:solidFill>
              <a:srgbClr val="993366"/>
            </a:solidFill>
          </p:spPr>
          <p:txBody>
            <a:bodyPr wrap="square" lIns="0" tIns="0" rIns="0" bIns="0" rtlCol="0"/>
            <a:lstStyle/>
            <a:p/>
          </p:txBody>
        </p:sp>
        <p:sp>
          <p:nvSpPr>
            <p:cNvPr id="25" name="object 25" descr=""/>
            <p:cNvSpPr/>
            <p:nvPr/>
          </p:nvSpPr>
          <p:spPr>
            <a:xfrm>
              <a:off x="7974270" y="960777"/>
              <a:ext cx="80645" cy="2813050"/>
            </a:xfrm>
            <a:custGeom>
              <a:avLst/>
              <a:gdLst/>
              <a:ahLst/>
              <a:cxnLst/>
              <a:rect l="l" t="t" r="r" b="b"/>
              <a:pathLst>
                <a:path w="80645" h="2813050">
                  <a:moveTo>
                    <a:pt x="49563" y="9366"/>
                  </a:moveTo>
                  <a:lnTo>
                    <a:pt x="49563" y="2730879"/>
                  </a:lnTo>
                  <a:lnTo>
                    <a:pt x="49563" y="2735861"/>
                  </a:lnTo>
                  <a:lnTo>
                    <a:pt x="47213" y="2738253"/>
                  </a:lnTo>
                  <a:lnTo>
                    <a:pt x="44666" y="2740246"/>
                  </a:lnTo>
                  <a:lnTo>
                    <a:pt x="40356" y="2740246"/>
                  </a:lnTo>
                  <a:lnTo>
                    <a:pt x="35458" y="2740246"/>
                  </a:lnTo>
                  <a:lnTo>
                    <a:pt x="33107" y="2738253"/>
                  </a:lnTo>
                  <a:lnTo>
                    <a:pt x="30757" y="2735861"/>
                  </a:lnTo>
                  <a:lnTo>
                    <a:pt x="30757" y="2730879"/>
                  </a:lnTo>
                  <a:lnTo>
                    <a:pt x="28210" y="9366"/>
                  </a:lnTo>
                  <a:lnTo>
                    <a:pt x="30756" y="4982"/>
                  </a:lnTo>
                  <a:lnTo>
                    <a:pt x="33107" y="2590"/>
                  </a:lnTo>
                  <a:lnTo>
                    <a:pt x="35458" y="0"/>
                  </a:lnTo>
                  <a:lnTo>
                    <a:pt x="40356" y="0"/>
                  </a:lnTo>
                  <a:lnTo>
                    <a:pt x="42707" y="0"/>
                  </a:lnTo>
                  <a:lnTo>
                    <a:pt x="47212" y="2590"/>
                  </a:lnTo>
                  <a:lnTo>
                    <a:pt x="47212" y="4982"/>
                  </a:lnTo>
                  <a:lnTo>
                    <a:pt x="49563" y="9366"/>
                  </a:lnTo>
                  <a:close/>
                </a:path>
                <a:path w="80645" h="2813050">
                  <a:moveTo>
                    <a:pt x="40356" y="2730879"/>
                  </a:moveTo>
                  <a:lnTo>
                    <a:pt x="80125" y="2692615"/>
                  </a:lnTo>
                  <a:lnTo>
                    <a:pt x="40356" y="2812588"/>
                  </a:lnTo>
                  <a:lnTo>
                    <a:pt x="0" y="2692615"/>
                  </a:lnTo>
                  <a:lnTo>
                    <a:pt x="40356" y="2730879"/>
                  </a:lnTo>
                  <a:close/>
                </a:path>
              </a:pathLst>
            </a:custGeom>
            <a:ln w="3175">
              <a:solidFill>
                <a:srgbClr val="993366"/>
              </a:solidFill>
            </a:ln>
          </p:spPr>
          <p:txBody>
            <a:bodyPr wrap="square" lIns="0" tIns="0" rIns="0" bIns="0" rtlCol="0"/>
            <a:lstStyle/>
            <a:p/>
          </p:txBody>
        </p:sp>
        <p:sp>
          <p:nvSpPr>
            <p:cNvPr id="26" name="object 26" descr=""/>
            <p:cNvSpPr/>
            <p:nvPr/>
          </p:nvSpPr>
          <p:spPr>
            <a:xfrm>
              <a:off x="6033831" y="960777"/>
              <a:ext cx="78105" cy="321310"/>
            </a:xfrm>
            <a:custGeom>
              <a:avLst/>
              <a:gdLst/>
              <a:ahLst/>
              <a:cxnLst/>
              <a:rect l="l" t="t" r="r" b="b"/>
              <a:pathLst>
                <a:path w="78104" h="321309">
                  <a:moveTo>
                    <a:pt x="0" y="201084"/>
                  </a:moveTo>
                  <a:lnTo>
                    <a:pt x="40160" y="321057"/>
                  </a:lnTo>
                  <a:lnTo>
                    <a:pt x="61915" y="251305"/>
                  </a:lnTo>
                  <a:lnTo>
                    <a:pt x="40160" y="251305"/>
                  </a:lnTo>
                  <a:lnTo>
                    <a:pt x="35458" y="249312"/>
                  </a:lnTo>
                  <a:lnTo>
                    <a:pt x="32912" y="249312"/>
                  </a:lnTo>
                  <a:lnTo>
                    <a:pt x="30561" y="244529"/>
                  </a:lnTo>
                  <a:lnTo>
                    <a:pt x="28014" y="241938"/>
                  </a:lnTo>
                  <a:lnTo>
                    <a:pt x="28014" y="229582"/>
                  </a:lnTo>
                  <a:lnTo>
                    <a:pt x="0" y="201084"/>
                  </a:lnTo>
                  <a:close/>
                </a:path>
                <a:path w="78104" h="321309">
                  <a:moveTo>
                    <a:pt x="42119" y="249312"/>
                  </a:moveTo>
                  <a:lnTo>
                    <a:pt x="35458" y="249312"/>
                  </a:lnTo>
                  <a:lnTo>
                    <a:pt x="40160" y="251305"/>
                  </a:lnTo>
                  <a:lnTo>
                    <a:pt x="42119" y="249312"/>
                  </a:lnTo>
                  <a:close/>
                </a:path>
                <a:path w="78104" h="321309">
                  <a:moveTo>
                    <a:pt x="77578" y="201084"/>
                  </a:moveTo>
                  <a:lnTo>
                    <a:pt x="49368" y="231885"/>
                  </a:lnTo>
                  <a:lnTo>
                    <a:pt x="49368" y="241938"/>
                  </a:lnTo>
                  <a:lnTo>
                    <a:pt x="47017" y="244529"/>
                  </a:lnTo>
                  <a:lnTo>
                    <a:pt x="47017" y="249312"/>
                  </a:lnTo>
                  <a:lnTo>
                    <a:pt x="42119" y="249312"/>
                  </a:lnTo>
                  <a:lnTo>
                    <a:pt x="40160" y="251305"/>
                  </a:lnTo>
                  <a:lnTo>
                    <a:pt x="61915" y="251305"/>
                  </a:lnTo>
                  <a:lnTo>
                    <a:pt x="77578" y="201084"/>
                  </a:lnTo>
                  <a:close/>
                </a:path>
                <a:path w="78104" h="321309">
                  <a:moveTo>
                    <a:pt x="28014" y="229582"/>
                  </a:moveTo>
                  <a:lnTo>
                    <a:pt x="28014" y="241938"/>
                  </a:lnTo>
                  <a:lnTo>
                    <a:pt x="30561" y="244529"/>
                  </a:lnTo>
                  <a:lnTo>
                    <a:pt x="32912" y="249312"/>
                  </a:lnTo>
                  <a:lnTo>
                    <a:pt x="47017" y="249312"/>
                  </a:lnTo>
                  <a:lnTo>
                    <a:pt x="47017" y="244529"/>
                  </a:lnTo>
                  <a:lnTo>
                    <a:pt x="49368" y="241938"/>
                  </a:lnTo>
                  <a:lnTo>
                    <a:pt x="40160" y="241938"/>
                  </a:lnTo>
                  <a:lnTo>
                    <a:pt x="28014" y="229582"/>
                  </a:lnTo>
                  <a:close/>
                </a:path>
                <a:path w="78104" h="321309">
                  <a:moveTo>
                    <a:pt x="42119" y="0"/>
                  </a:moveTo>
                  <a:lnTo>
                    <a:pt x="35458" y="0"/>
                  </a:lnTo>
                  <a:lnTo>
                    <a:pt x="30561" y="4982"/>
                  </a:lnTo>
                  <a:lnTo>
                    <a:pt x="28014" y="9366"/>
                  </a:lnTo>
                  <a:lnTo>
                    <a:pt x="28014" y="229582"/>
                  </a:lnTo>
                  <a:lnTo>
                    <a:pt x="40160" y="241938"/>
                  </a:lnTo>
                  <a:lnTo>
                    <a:pt x="49368" y="231885"/>
                  </a:lnTo>
                  <a:lnTo>
                    <a:pt x="49368" y="9366"/>
                  </a:lnTo>
                  <a:lnTo>
                    <a:pt x="47017" y="4982"/>
                  </a:lnTo>
                  <a:lnTo>
                    <a:pt x="47017" y="2590"/>
                  </a:lnTo>
                  <a:lnTo>
                    <a:pt x="42119" y="0"/>
                  </a:lnTo>
                  <a:close/>
                </a:path>
                <a:path w="78104" h="321309">
                  <a:moveTo>
                    <a:pt x="49368" y="231885"/>
                  </a:moveTo>
                  <a:lnTo>
                    <a:pt x="40160" y="241938"/>
                  </a:lnTo>
                  <a:lnTo>
                    <a:pt x="49368" y="241938"/>
                  </a:lnTo>
                  <a:lnTo>
                    <a:pt x="49368" y="231885"/>
                  </a:lnTo>
                  <a:close/>
                </a:path>
              </a:pathLst>
            </a:custGeom>
            <a:solidFill>
              <a:srgbClr val="993366"/>
            </a:solidFill>
          </p:spPr>
          <p:txBody>
            <a:bodyPr wrap="square" lIns="0" tIns="0" rIns="0" bIns="0" rtlCol="0"/>
            <a:lstStyle/>
            <a:p/>
          </p:txBody>
        </p:sp>
        <p:sp>
          <p:nvSpPr>
            <p:cNvPr id="27" name="object 27" descr=""/>
            <p:cNvSpPr/>
            <p:nvPr/>
          </p:nvSpPr>
          <p:spPr>
            <a:xfrm>
              <a:off x="6033831" y="960777"/>
              <a:ext cx="78105" cy="321310"/>
            </a:xfrm>
            <a:custGeom>
              <a:avLst/>
              <a:gdLst/>
              <a:ahLst/>
              <a:cxnLst/>
              <a:rect l="l" t="t" r="r" b="b"/>
              <a:pathLst>
                <a:path w="78104" h="321309">
                  <a:moveTo>
                    <a:pt x="49368" y="9366"/>
                  </a:moveTo>
                  <a:lnTo>
                    <a:pt x="49368" y="241938"/>
                  </a:lnTo>
                  <a:lnTo>
                    <a:pt x="47017" y="244529"/>
                  </a:lnTo>
                  <a:lnTo>
                    <a:pt x="47017" y="249312"/>
                  </a:lnTo>
                  <a:lnTo>
                    <a:pt x="42119" y="249312"/>
                  </a:lnTo>
                  <a:lnTo>
                    <a:pt x="40160" y="251305"/>
                  </a:lnTo>
                  <a:lnTo>
                    <a:pt x="35458" y="249312"/>
                  </a:lnTo>
                  <a:lnTo>
                    <a:pt x="32912" y="249312"/>
                  </a:lnTo>
                  <a:lnTo>
                    <a:pt x="30561" y="244529"/>
                  </a:lnTo>
                  <a:lnTo>
                    <a:pt x="28014" y="241938"/>
                  </a:lnTo>
                  <a:lnTo>
                    <a:pt x="28014" y="9366"/>
                  </a:lnTo>
                  <a:lnTo>
                    <a:pt x="30561" y="4982"/>
                  </a:lnTo>
                  <a:lnTo>
                    <a:pt x="32912" y="2590"/>
                  </a:lnTo>
                  <a:lnTo>
                    <a:pt x="35458" y="0"/>
                  </a:lnTo>
                  <a:lnTo>
                    <a:pt x="40160" y="0"/>
                  </a:lnTo>
                  <a:lnTo>
                    <a:pt x="42119" y="0"/>
                  </a:lnTo>
                  <a:lnTo>
                    <a:pt x="47017" y="2590"/>
                  </a:lnTo>
                  <a:lnTo>
                    <a:pt x="47017" y="4982"/>
                  </a:lnTo>
                  <a:lnTo>
                    <a:pt x="49368" y="9366"/>
                  </a:lnTo>
                  <a:close/>
                </a:path>
                <a:path w="78104" h="321309">
                  <a:moveTo>
                    <a:pt x="40160" y="241938"/>
                  </a:moveTo>
                  <a:lnTo>
                    <a:pt x="77578" y="201084"/>
                  </a:lnTo>
                  <a:lnTo>
                    <a:pt x="40160" y="321057"/>
                  </a:lnTo>
                  <a:lnTo>
                    <a:pt x="0" y="201084"/>
                  </a:lnTo>
                  <a:lnTo>
                    <a:pt x="40160" y="241938"/>
                  </a:lnTo>
                  <a:close/>
                </a:path>
              </a:pathLst>
            </a:custGeom>
            <a:ln w="3175">
              <a:solidFill>
                <a:srgbClr val="993366"/>
              </a:solidFill>
            </a:ln>
          </p:spPr>
          <p:txBody>
            <a:bodyPr wrap="square" lIns="0" tIns="0" rIns="0" bIns="0" rtlCol="0"/>
            <a:lstStyle/>
            <a:p/>
          </p:txBody>
        </p:sp>
        <p:sp>
          <p:nvSpPr>
            <p:cNvPr id="28" name="object 28" descr=""/>
            <p:cNvSpPr/>
            <p:nvPr/>
          </p:nvSpPr>
          <p:spPr>
            <a:xfrm>
              <a:off x="6033831" y="1583759"/>
              <a:ext cx="78105" cy="320675"/>
            </a:xfrm>
            <a:custGeom>
              <a:avLst/>
              <a:gdLst/>
              <a:ahLst/>
              <a:cxnLst/>
              <a:rect l="l" t="t" r="r" b="b"/>
              <a:pathLst>
                <a:path w="78104" h="320675">
                  <a:moveTo>
                    <a:pt x="0" y="201084"/>
                  </a:moveTo>
                  <a:lnTo>
                    <a:pt x="40160" y="320658"/>
                  </a:lnTo>
                  <a:lnTo>
                    <a:pt x="61862" y="251305"/>
                  </a:lnTo>
                  <a:lnTo>
                    <a:pt x="40160" y="251305"/>
                  </a:lnTo>
                  <a:lnTo>
                    <a:pt x="35458" y="248913"/>
                  </a:lnTo>
                  <a:lnTo>
                    <a:pt x="32912" y="248913"/>
                  </a:lnTo>
                  <a:lnTo>
                    <a:pt x="30561" y="244330"/>
                  </a:lnTo>
                  <a:lnTo>
                    <a:pt x="28014" y="241938"/>
                  </a:lnTo>
                  <a:lnTo>
                    <a:pt x="28014" y="229582"/>
                  </a:lnTo>
                  <a:lnTo>
                    <a:pt x="0" y="201084"/>
                  </a:lnTo>
                  <a:close/>
                </a:path>
                <a:path w="78104" h="320675">
                  <a:moveTo>
                    <a:pt x="42119" y="248913"/>
                  </a:moveTo>
                  <a:lnTo>
                    <a:pt x="35458" y="248913"/>
                  </a:lnTo>
                  <a:lnTo>
                    <a:pt x="40160" y="251305"/>
                  </a:lnTo>
                  <a:lnTo>
                    <a:pt x="42119" y="248913"/>
                  </a:lnTo>
                  <a:close/>
                </a:path>
                <a:path w="78104" h="320675">
                  <a:moveTo>
                    <a:pt x="77578" y="201084"/>
                  </a:moveTo>
                  <a:lnTo>
                    <a:pt x="49368" y="231885"/>
                  </a:lnTo>
                  <a:lnTo>
                    <a:pt x="49368" y="241938"/>
                  </a:lnTo>
                  <a:lnTo>
                    <a:pt x="47017" y="244330"/>
                  </a:lnTo>
                  <a:lnTo>
                    <a:pt x="47017" y="248913"/>
                  </a:lnTo>
                  <a:lnTo>
                    <a:pt x="42119" y="248913"/>
                  </a:lnTo>
                  <a:lnTo>
                    <a:pt x="40160" y="251305"/>
                  </a:lnTo>
                  <a:lnTo>
                    <a:pt x="61862" y="251305"/>
                  </a:lnTo>
                  <a:lnTo>
                    <a:pt x="77578" y="201084"/>
                  </a:lnTo>
                  <a:close/>
                </a:path>
                <a:path w="78104" h="320675">
                  <a:moveTo>
                    <a:pt x="28014" y="229582"/>
                  </a:moveTo>
                  <a:lnTo>
                    <a:pt x="28014" y="241938"/>
                  </a:lnTo>
                  <a:lnTo>
                    <a:pt x="30561" y="244330"/>
                  </a:lnTo>
                  <a:lnTo>
                    <a:pt x="32912" y="248913"/>
                  </a:lnTo>
                  <a:lnTo>
                    <a:pt x="47017" y="248913"/>
                  </a:lnTo>
                  <a:lnTo>
                    <a:pt x="47017" y="244330"/>
                  </a:lnTo>
                  <a:lnTo>
                    <a:pt x="49368" y="241938"/>
                  </a:lnTo>
                  <a:lnTo>
                    <a:pt x="40160" y="241938"/>
                  </a:lnTo>
                  <a:lnTo>
                    <a:pt x="28014" y="229582"/>
                  </a:lnTo>
                  <a:close/>
                </a:path>
                <a:path w="78104" h="320675">
                  <a:moveTo>
                    <a:pt x="42119" y="0"/>
                  </a:moveTo>
                  <a:lnTo>
                    <a:pt x="35458" y="0"/>
                  </a:lnTo>
                  <a:lnTo>
                    <a:pt x="32912" y="1992"/>
                  </a:lnTo>
                  <a:lnTo>
                    <a:pt x="30561" y="4384"/>
                  </a:lnTo>
                  <a:lnTo>
                    <a:pt x="28014" y="9366"/>
                  </a:lnTo>
                  <a:lnTo>
                    <a:pt x="28014" y="229582"/>
                  </a:lnTo>
                  <a:lnTo>
                    <a:pt x="40160" y="241938"/>
                  </a:lnTo>
                  <a:lnTo>
                    <a:pt x="49368" y="231885"/>
                  </a:lnTo>
                  <a:lnTo>
                    <a:pt x="49368" y="9366"/>
                  </a:lnTo>
                  <a:lnTo>
                    <a:pt x="47017" y="4384"/>
                  </a:lnTo>
                  <a:lnTo>
                    <a:pt x="47017" y="1992"/>
                  </a:lnTo>
                  <a:lnTo>
                    <a:pt x="42119" y="0"/>
                  </a:lnTo>
                  <a:close/>
                </a:path>
                <a:path w="78104" h="320675">
                  <a:moveTo>
                    <a:pt x="49368" y="231885"/>
                  </a:moveTo>
                  <a:lnTo>
                    <a:pt x="40160" y="241938"/>
                  </a:lnTo>
                  <a:lnTo>
                    <a:pt x="49368" y="241938"/>
                  </a:lnTo>
                  <a:lnTo>
                    <a:pt x="49368" y="231885"/>
                  </a:lnTo>
                  <a:close/>
                </a:path>
              </a:pathLst>
            </a:custGeom>
            <a:solidFill>
              <a:srgbClr val="993366"/>
            </a:solidFill>
          </p:spPr>
          <p:txBody>
            <a:bodyPr wrap="square" lIns="0" tIns="0" rIns="0" bIns="0" rtlCol="0"/>
            <a:lstStyle/>
            <a:p/>
          </p:txBody>
        </p:sp>
        <p:sp>
          <p:nvSpPr>
            <p:cNvPr id="29" name="object 29" descr=""/>
            <p:cNvSpPr/>
            <p:nvPr/>
          </p:nvSpPr>
          <p:spPr>
            <a:xfrm>
              <a:off x="6033831" y="1583759"/>
              <a:ext cx="78105" cy="320675"/>
            </a:xfrm>
            <a:custGeom>
              <a:avLst/>
              <a:gdLst/>
              <a:ahLst/>
              <a:cxnLst/>
              <a:rect l="l" t="t" r="r" b="b"/>
              <a:pathLst>
                <a:path w="78104" h="320675">
                  <a:moveTo>
                    <a:pt x="49368" y="9366"/>
                  </a:moveTo>
                  <a:lnTo>
                    <a:pt x="49368" y="241938"/>
                  </a:lnTo>
                  <a:lnTo>
                    <a:pt x="47017" y="244330"/>
                  </a:lnTo>
                  <a:lnTo>
                    <a:pt x="47017" y="248913"/>
                  </a:lnTo>
                  <a:lnTo>
                    <a:pt x="42119" y="248913"/>
                  </a:lnTo>
                  <a:lnTo>
                    <a:pt x="40160" y="251305"/>
                  </a:lnTo>
                  <a:lnTo>
                    <a:pt x="35458" y="248913"/>
                  </a:lnTo>
                  <a:lnTo>
                    <a:pt x="32912" y="248913"/>
                  </a:lnTo>
                  <a:lnTo>
                    <a:pt x="30561" y="244330"/>
                  </a:lnTo>
                  <a:lnTo>
                    <a:pt x="28014" y="241938"/>
                  </a:lnTo>
                  <a:lnTo>
                    <a:pt x="28014" y="9366"/>
                  </a:lnTo>
                  <a:lnTo>
                    <a:pt x="30561" y="4384"/>
                  </a:lnTo>
                  <a:lnTo>
                    <a:pt x="32912" y="1992"/>
                  </a:lnTo>
                  <a:lnTo>
                    <a:pt x="35458" y="0"/>
                  </a:lnTo>
                  <a:lnTo>
                    <a:pt x="40160" y="0"/>
                  </a:lnTo>
                  <a:lnTo>
                    <a:pt x="42119" y="0"/>
                  </a:lnTo>
                  <a:lnTo>
                    <a:pt x="47017" y="1992"/>
                  </a:lnTo>
                  <a:lnTo>
                    <a:pt x="47017" y="4384"/>
                  </a:lnTo>
                  <a:lnTo>
                    <a:pt x="49368" y="9366"/>
                  </a:lnTo>
                  <a:close/>
                </a:path>
                <a:path w="78104" h="320675">
                  <a:moveTo>
                    <a:pt x="40160" y="241938"/>
                  </a:moveTo>
                  <a:lnTo>
                    <a:pt x="77578" y="201084"/>
                  </a:lnTo>
                  <a:lnTo>
                    <a:pt x="40160" y="320658"/>
                  </a:lnTo>
                  <a:lnTo>
                    <a:pt x="0" y="201084"/>
                  </a:lnTo>
                  <a:lnTo>
                    <a:pt x="40160" y="241938"/>
                  </a:lnTo>
                  <a:close/>
                </a:path>
              </a:pathLst>
            </a:custGeom>
            <a:ln w="3175">
              <a:solidFill>
                <a:srgbClr val="993366"/>
              </a:solidFill>
            </a:ln>
          </p:spPr>
          <p:txBody>
            <a:bodyPr wrap="square" lIns="0" tIns="0" rIns="0" bIns="0" rtlCol="0"/>
            <a:lstStyle/>
            <a:p/>
          </p:txBody>
        </p:sp>
        <p:sp>
          <p:nvSpPr>
            <p:cNvPr id="30" name="object 30" descr=""/>
            <p:cNvSpPr/>
            <p:nvPr/>
          </p:nvSpPr>
          <p:spPr>
            <a:xfrm>
              <a:off x="6033831" y="2206343"/>
              <a:ext cx="78105" cy="321310"/>
            </a:xfrm>
            <a:custGeom>
              <a:avLst/>
              <a:gdLst/>
              <a:ahLst/>
              <a:cxnLst/>
              <a:rect l="l" t="t" r="r" b="b"/>
              <a:pathLst>
                <a:path w="78104" h="321310">
                  <a:moveTo>
                    <a:pt x="0" y="201482"/>
                  </a:moveTo>
                  <a:lnTo>
                    <a:pt x="40160" y="321057"/>
                  </a:lnTo>
                  <a:lnTo>
                    <a:pt x="61862" y="251704"/>
                  </a:lnTo>
                  <a:lnTo>
                    <a:pt x="40160" y="251704"/>
                  </a:lnTo>
                  <a:lnTo>
                    <a:pt x="35458" y="249312"/>
                  </a:lnTo>
                  <a:lnTo>
                    <a:pt x="32912" y="249312"/>
                  </a:lnTo>
                  <a:lnTo>
                    <a:pt x="30561" y="244330"/>
                  </a:lnTo>
                  <a:lnTo>
                    <a:pt x="28014" y="241938"/>
                  </a:lnTo>
                  <a:lnTo>
                    <a:pt x="28014" y="229703"/>
                  </a:lnTo>
                  <a:lnTo>
                    <a:pt x="0" y="201482"/>
                  </a:lnTo>
                  <a:close/>
                </a:path>
                <a:path w="78104" h="321310">
                  <a:moveTo>
                    <a:pt x="42119" y="249312"/>
                  </a:moveTo>
                  <a:lnTo>
                    <a:pt x="35458" y="249312"/>
                  </a:lnTo>
                  <a:lnTo>
                    <a:pt x="40160" y="251704"/>
                  </a:lnTo>
                  <a:lnTo>
                    <a:pt x="42119" y="249312"/>
                  </a:lnTo>
                  <a:close/>
                </a:path>
                <a:path w="78104" h="321310">
                  <a:moveTo>
                    <a:pt x="77578" y="201482"/>
                  </a:moveTo>
                  <a:lnTo>
                    <a:pt x="49368" y="231983"/>
                  </a:lnTo>
                  <a:lnTo>
                    <a:pt x="49368" y="241938"/>
                  </a:lnTo>
                  <a:lnTo>
                    <a:pt x="47017" y="244330"/>
                  </a:lnTo>
                  <a:lnTo>
                    <a:pt x="47017" y="249312"/>
                  </a:lnTo>
                  <a:lnTo>
                    <a:pt x="42119" y="249312"/>
                  </a:lnTo>
                  <a:lnTo>
                    <a:pt x="40160" y="251704"/>
                  </a:lnTo>
                  <a:lnTo>
                    <a:pt x="61862" y="251704"/>
                  </a:lnTo>
                  <a:lnTo>
                    <a:pt x="77578" y="201482"/>
                  </a:lnTo>
                  <a:close/>
                </a:path>
                <a:path w="78104" h="321310">
                  <a:moveTo>
                    <a:pt x="28014" y="229703"/>
                  </a:moveTo>
                  <a:lnTo>
                    <a:pt x="28014" y="241938"/>
                  </a:lnTo>
                  <a:lnTo>
                    <a:pt x="30561" y="244330"/>
                  </a:lnTo>
                  <a:lnTo>
                    <a:pt x="32912" y="249312"/>
                  </a:lnTo>
                  <a:lnTo>
                    <a:pt x="47017" y="249312"/>
                  </a:lnTo>
                  <a:lnTo>
                    <a:pt x="47017" y="244330"/>
                  </a:lnTo>
                  <a:lnTo>
                    <a:pt x="49368" y="241938"/>
                  </a:lnTo>
                  <a:lnTo>
                    <a:pt x="40160" y="241938"/>
                  </a:lnTo>
                  <a:lnTo>
                    <a:pt x="28014" y="229703"/>
                  </a:lnTo>
                  <a:close/>
                </a:path>
                <a:path w="78104" h="321310">
                  <a:moveTo>
                    <a:pt x="42119" y="0"/>
                  </a:moveTo>
                  <a:lnTo>
                    <a:pt x="35458" y="0"/>
                  </a:lnTo>
                  <a:lnTo>
                    <a:pt x="32912" y="2391"/>
                  </a:lnTo>
                  <a:lnTo>
                    <a:pt x="30561" y="4782"/>
                  </a:lnTo>
                  <a:lnTo>
                    <a:pt x="28014" y="9765"/>
                  </a:lnTo>
                  <a:lnTo>
                    <a:pt x="28014" y="229703"/>
                  </a:lnTo>
                  <a:lnTo>
                    <a:pt x="40160" y="241938"/>
                  </a:lnTo>
                  <a:lnTo>
                    <a:pt x="49368" y="231983"/>
                  </a:lnTo>
                  <a:lnTo>
                    <a:pt x="49368" y="9765"/>
                  </a:lnTo>
                  <a:lnTo>
                    <a:pt x="47017" y="4782"/>
                  </a:lnTo>
                  <a:lnTo>
                    <a:pt x="47017" y="2391"/>
                  </a:lnTo>
                  <a:lnTo>
                    <a:pt x="42119" y="0"/>
                  </a:lnTo>
                  <a:close/>
                </a:path>
                <a:path w="78104" h="321310">
                  <a:moveTo>
                    <a:pt x="49368" y="231983"/>
                  </a:moveTo>
                  <a:lnTo>
                    <a:pt x="40160" y="241938"/>
                  </a:lnTo>
                  <a:lnTo>
                    <a:pt x="49368" y="241938"/>
                  </a:lnTo>
                  <a:lnTo>
                    <a:pt x="49368" y="231983"/>
                  </a:lnTo>
                  <a:close/>
                </a:path>
              </a:pathLst>
            </a:custGeom>
            <a:solidFill>
              <a:srgbClr val="993366"/>
            </a:solidFill>
          </p:spPr>
          <p:txBody>
            <a:bodyPr wrap="square" lIns="0" tIns="0" rIns="0" bIns="0" rtlCol="0"/>
            <a:lstStyle/>
            <a:p/>
          </p:txBody>
        </p:sp>
        <p:sp>
          <p:nvSpPr>
            <p:cNvPr id="31" name="object 31" descr=""/>
            <p:cNvSpPr/>
            <p:nvPr/>
          </p:nvSpPr>
          <p:spPr>
            <a:xfrm>
              <a:off x="6033831" y="2206343"/>
              <a:ext cx="78105" cy="321310"/>
            </a:xfrm>
            <a:custGeom>
              <a:avLst/>
              <a:gdLst/>
              <a:ahLst/>
              <a:cxnLst/>
              <a:rect l="l" t="t" r="r" b="b"/>
              <a:pathLst>
                <a:path w="78104" h="321310">
                  <a:moveTo>
                    <a:pt x="49368" y="9765"/>
                  </a:moveTo>
                  <a:lnTo>
                    <a:pt x="49368" y="241938"/>
                  </a:lnTo>
                  <a:lnTo>
                    <a:pt x="47017" y="244330"/>
                  </a:lnTo>
                  <a:lnTo>
                    <a:pt x="47017" y="249312"/>
                  </a:lnTo>
                  <a:lnTo>
                    <a:pt x="42119" y="249312"/>
                  </a:lnTo>
                  <a:lnTo>
                    <a:pt x="40160" y="251704"/>
                  </a:lnTo>
                  <a:lnTo>
                    <a:pt x="35458" y="249312"/>
                  </a:lnTo>
                  <a:lnTo>
                    <a:pt x="32912" y="249312"/>
                  </a:lnTo>
                  <a:lnTo>
                    <a:pt x="30561" y="244330"/>
                  </a:lnTo>
                  <a:lnTo>
                    <a:pt x="28014" y="241938"/>
                  </a:lnTo>
                  <a:lnTo>
                    <a:pt x="28014" y="9765"/>
                  </a:lnTo>
                  <a:lnTo>
                    <a:pt x="30561" y="4782"/>
                  </a:lnTo>
                  <a:lnTo>
                    <a:pt x="32912" y="2391"/>
                  </a:lnTo>
                  <a:lnTo>
                    <a:pt x="35458" y="0"/>
                  </a:lnTo>
                  <a:lnTo>
                    <a:pt x="40160" y="0"/>
                  </a:lnTo>
                  <a:lnTo>
                    <a:pt x="42119" y="0"/>
                  </a:lnTo>
                  <a:lnTo>
                    <a:pt x="47017" y="2391"/>
                  </a:lnTo>
                  <a:lnTo>
                    <a:pt x="47017" y="4782"/>
                  </a:lnTo>
                  <a:lnTo>
                    <a:pt x="49368" y="9765"/>
                  </a:lnTo>
                  <a:close/>
                </a:path>
                <a:path w="78104" h="321310">
                  <a:moveTo>
                    <a:pt x="40160" y="241938"/>
                  </a:moveTo>
                  <a:lnTo>
                    <a:pt x="77578" y="201482"/>
                  </a:lnTo>
                  <a:lnTo>
                    <a:pt x="40160" y="321057"/>
                  </a:lnTo>
                  <a:lnTo>
                    <a:pt x="0" y="201482"/>
                  </a:lnTo>
                  <a:lnTo>
                    <a:pt x="40160" y="241938"/>
                  </a:lnTo>
                  <a:close/>
                </a:path>
              </a:pathLst>
            </a:custGeom>
            <a:ln w="3175">
              <a:solidFill>
                <a:srgbClr val="993366"/>
              </a:solidFill>
            </a:ln>
          </p:spPr>
          <p:txBody>
            <a:bodyPr wrap="square" lIns="0" tIns="0" rIns="0" bIns="0" rtlCol="0"/>
            <a:lstStyle/>
            <a:p/>
          </p:txBody>
        </p:sp>
        <p:sp>
          <p:nvSpPr>
            <p:cNvPr id="32" name="object 32" descr=""/>
            <p:cNvSpPr/>
            <p:nvPr/>
          </p:nvSpPr>
          <p:spPr>
            <a:xfrm>
              <a:off x="6033832" y="5320638"/>
              <a:ext cx="78105" cy="321310"/>
            </a:xfrm>
            <a:custGeom>
              <a:avLst/>
              <a:gdLst/>
              <a:ahLst/>
              <a:cxnLst/>
              <a:rect l="l" t="t" r="r" b="b"/>
              <a:pathLst>
                <a:path w="78104" h="321310">
                  <a:moveTo>
                    <a:pt x="0" y="201104"/>
                  </a:moveTo>
                  <a:lnTo>
                    <a:pt x="40160" y="321077"/>
                  </a:lnTo>
                  <a:lnTo>
                    <a:pt x="61939" y="251245"/>
                  </a:lnTo>
                  <a:lnTo>
                    <a:pt x="40160" y="251245"/>
                  </a:lnTo>
                  <a:lnTo>
                    <a:pt x="35458" y="249292"/>
                  </a:lnTo>
                  <a:lnTo>
                    <a:pt x="32912" y="249292"/>
                  </a:lnTo>
                  <a:lnTo>
                    <a:pt x="30561" y="244370"/>
                  </a:lnTo>
                  <a:lnTo>
                    <a:pt x="28014" y="241918"/>
                  </a:lnTo>
                  <a:lnTo>
                    <a:pt x="28014" y="229574"/>
                  </a:lnTo>
                  <a:lnTo>
                    <a:pt x="0" y="201104"/>
                  </a:lnTo>
                  <a:close/>
                </a:path>
                <a:path w="78104" h="321310">
                  <a:moveTo>
                    <a:pt x="42119" y="249292"/>
                  </a:moveTo>
                  <a:lnTo>
                    <a:pt x="35458" y="249292"/>
                  </a:lnTo>
                  <a:lnTo>
                    <a:pt x="40160" y="251245"/>
                  </a:lnTo>
                  <a:lnTo>
                    <a:pt x="42119" y="249292"/>
                  </a:lnTo>
                  <a:close/>
                </a:path>
                <a:path w="78104" h="321310">
                  <a:moveTo>
                    <a:pt x="77578" y="201104"/>
                  </a:moveTo>
                  <a:lnTo>
                    <a:pt x="49368" y="231875"/>
                  </a:lnTo>
                  <a:lnTo>
                    <a:pt x="49368" y="241918"/>
                  </a:lnTo>
                  <a:lnTo>
                    <a:pt x="47017" y="244370"/>
                  </a:lnTo>
                  <a:lnTo>
                    <a:pt x="47017" y="249292"/>
                  </a:lnTo>
                  <a:lnTo>
                    <a:pt x="42119" y="249292"/>
                  </a:lnTo>
                  <a:lnTo>
                    <a:pt x="40160" y="251245"/>
                  </a:lnTo>
                  <a:lnTo>
                    <a:pt x="61939" y="251245"/>
                  </a:lnTo>
                  <a:lnTo>
                    <a:pt x="77578" y="201104"/>
                  </a:lnTo>
                  <a:close/>
                </a:path>
                <a:path w="78104" h="321310">
                  <a:moveTo>
                    <a:pt x="28014" y="229574"/>
                  </a:moveTo>
                  <a:lnTo>
                    <a:pt x="28014" y="241918"/>
                  </a:lnTo>
                  <a:lnTo>
                    <a:pt x="30561" y="244370"/>
                  </a:lnTo>
                  <a:lnTo>
                    <a:pt x="32912" y="249292"/>
                  </a:lnTo>
                  <a:lnTo>
                    <a:pt x="47017" y="249292"/>
                  </a:lnTo>
                  <a:lnTo>
                    <a:pt x="47017" y="244370"/>
                  </a:lnTo>
                  <a:lnTo>
                    <a:pt x="49368" y="241918"/>
                  </a:lnTo>
                  <a:lnTo>
                    <a:pt x="40160" y="241918"/>
                  </a:lnTo>
                  <a:lnTo>
                    <a:pt x="28014" y="229574"/>
                  </a:lnTo>
                  <a:close/>
                </a:path>
                <a:path w="78104" h="321310">
                  <a:moveTo>
                    <a:pt x="42119" y="0"/>
                  </a:moveTo>
                  <a:lnTo>
                    <a:pt x="35458" y="0"/>
                  </a:lnTo>
                  <a:lnTo>
                    <a:pt x="32912" y="2451"/>
                  </a:lnTo>
                  <a:lnTo>
                    <a:pt x="30561" y="4922"/>
                  </a:lnTo>
                  <a:lnTo>
                    <a:pt x="28014" y="9346"/>
                  </a:lnTo>
                  <a:lnTo>
                    <a:pt x="28014" y="229574"/>
                  </a:lnTo>
                  <a:lnTo>
                    <a:pt x="40160" y="241918"/>
                  </a:lnTo>
                  <a:lnTo>
                    <a:pt x="49368" y="231875"/>
                  </a:lnTo>
                  <a:lnTo>
                    <a:pt x="49368" y="9346"/>
                  </a:lnTo>
                  <a:lnTo>
                    <a:pt x="47017" y="4922"/>
                  </a:lnTo>
                  <a:lnTo>
                    <a:pt x="47017" y="2451"/>
                  </a:lnTo>
                  <a:lnTo>
                    <a:pt x="42119" y="0"/>
                  </a:lnTo>
                  <a:close/>
                </a:path>
                <a:path w="78104" h="321310">
                  <a:moveTo>
                    <a:pt x="49368" y="231875"/>
                  </a:moveTo>
                  <a:lnTo>
                    <a:pt x="40160" y="241918"/>
                  </a:lnTo>
                  <a:lnTo>
                    <a:pt x="49368" y="241918"/>
                  </a:lnTo>
                  <a:lnTo>
                    <a:pt x="49368" y="231875"/>
                  </a:lnTo>
                  <a:close/>
                </a:path>
              </a:pathLst>
            </a:custGeom>
            <a:solidFill>
              <a:srgbClr val="993366"/>
            </a:solidFill>
          </p:spPr>
          <p:txBody>
            <a:bodyPr wrap="square" lIns="0" tIns="0" rIns="0" bIns="0" rtlCol="0"/>
            <a:lstStyle/>
            <a:p/>
          </p:txBody>
        </p:sp>
        <p:pic>
          <p:nvPicPr>
            <p:cNvPr id="33" name="object 33" descr=""/>
            <p:cNvPicPr/>
            <p:nvPr/>
          </p:nvPicPr>
          <p:blipFill>
            <a:blip r:embed="rId2" cstate="print"/>
            <a:stretch>
              <a:fillRect/>
            </a:stretch>
          </p:blipFill>
          <p:spPr>
            <a:xfrm>
              <a:off x="6032453" y="5319267"/>
              <a:ext cx="80335" cy="323827"/>
            </a:xfrm>
            <a:prstGeom prst="rect">
              <a:avLst/>
            </a:prstGeom>
          </p:spPr>
        </p:pic>
        <p:sp>
          <p:nvSpPr>
            <p:cNvPr id="34" name="object 34" descr=""/>
            <p:cNvSpPr/>
            <p:nvPr/>
          </p:nvSpPr>
          <p:spPr>
            <a:xfrm>
              <a:off x="6033831" y="2829326"/>
              <a:ext cx="78105" cy="321310"/>
            </a:xfrm>
            <a:custGeom>
              <a:avLst/>
              <a:gdLst/>
              <a:ahLst/>
              <a:cxnLst/>
              <a:rect l="l" t="t" r="r" b="b"/>
              <a:pathLst>
                <a:path w="78104" h="321310">
                  <a:moveTo>
                    <a:pt x="0" y="201084"/>
                  </a:moveTo>
                  <a:lnTo>
                    <a:pt x="40160" y="321057"/>
                  </a:lnTo>
                  <a:lnTo>
                    <a:pt x="61790" y="251704"/>
                  </a:lnTo>
                  <a:lnTo>
                    <a:pt x="40160" y="251704"/>
                  </a:lnTo>
                  <a:lnTo>
                    <a:pt x="35458" y="249312"/>
                  </a:lnTo>
                  <a:lnTo>
                    <a:pt x="32912" y="249312"/>
                  </a:lnTo>
                  <a:lnTo>
                    <a:pt x="30561" y="244330"/>
                  </a:lnTo>
                  <a:lnTo>
                    <a:pt x="28014" y="241739"/>
                  </a:lnTo>
                  <a:lnTo>
                    <a:pt x="28014" y="229443"/>
                  </a:lnTo>
                  <a:lnTo>
                    <a:pt x="0" y="201084"/>
                  </a:lnTo>
                  <a:close/>
                </a:path>
                <a:path w="78104" h="321310">
                  <a:moveTo>
                    <a:pt x="42119" y="249312"/>
                  </a:moveTo>
                  <a:lnTo>
                    <a:pt x="35458" y="249312"/>
                  </a:lnTo>
                  <a:lnTo>
                    <a:pt x="40160" y="251704"/>
                  </a:lnTo>
                  <a:lnTo>
                    <a:pt x="42119" y="249312"/>
                  </a:lnTo>
                  <a:close/>
                </a:path>
                <a:path w="78104" h="321310">
                  <a:moveTo>
                    <a:pt x="77578" y="201084"/>
                  </a:moveTo>
                  <a:lnTo>
                    <a:pt x="49368" y="231735"/>
                  </a:lnTo>
                  <a:lnTo>
                    <a:pt x="49368" y="241739"/>
                  </a:lnTo>
                  <a:lnTo>
                    <a:pt x="47017" y="244330"/>
                  </a:lnTo>
                  <a:lnTo>
                    <a:pt x="47017" y="249312"/>
                  </a:lnTo>
                  <a:lnTo>
                    <a:pt x="42119" y="249312"/>
                  </a:lnTo>
                  <a:lnTo>
                    <a:pt x="40160" y="251704"/>
                  </a:lnTo>
                  <a:lnTo>
                    <a:pt x="61790" y="251704"/>
                  </a:lnTo>
                  <a:lnTo>
                    <a:pt x="77578" y="201084"/>
                  </a:lnTo>
                  <a:close/>
                </a:path>
                <a:path w="78104" h="321310">
                  <a:moveTo>
                    <a:pt x="28014" y="229443"/>
                  </a:moveTo>
                  <a:lnTo>
                    <a:pt x="28014" y="241739"/>
                  </a:lnTo>
                  <a:lnTo>
                    <a:pt x="30561" y="244330"/>
                  </a:lnTo>
                  <a:lnTo>
                    <a:pt x="32912" y="249312"/>
                  </a:lnTo>
                  <a:lnTo>
                    <a:pt x="47017" y="249312"/>
                  </a:lnTo>
                  <a:lnTo>
                    <a:pt x="47017" y="244330"/>
                  </a:lnTo>
                  <a:lnTo>
                    <a:pt x="49368" y="241739"/>
                  </a:lnTo>
                  <a:lnTo>
                    <a:pt x="40160" y="241739"/>
                  </a:lnTo>
                  <a:lnTo>
                    <a:pt x="28014" y="229443"/>
                  </a:lnTo>
                  <a:close/>
                </a:path>
                <a:path w="78104" h="321310">
                  <a:moveTo>
                    <a:pt x="42119" y="0"/>
                  </a:moveTo>
                  <a:lnTo>
                    <a:pt x="35458" y="0"/>
                  </a:lnTo>
                  <a:lnTo>
                    <a:pt x="32912" y="2391"/>
                  </a:lnTo>
                  <a:lnTo>
                    <a:pt x="30561" y="4782"/>
                  </a:lnTo>
                  <a:lnTo>
                    <a:pt x="28014" y="9765"/>
                  </a:lnTo>
                  <a:lnTo>
                    <a:pt x="28014" y="229443"/>
                  </a:lnTo>
                  <a:lnTo>
                    <a:pt x="40160" y="241739"/>
                  </a:lnTo>
                  <a:lnTo>
                    <a:pt x="49368" y="231735"/>
                  </a:lnTo>
                  <a:lnTo>
                    <a:pt x="49368" y="9765"/>
                  </a:lnTo>
                  <a:lnTo>
                    <a:pt x="47017" y="4782"/>
                  </a:lnTo>
                  <a:lnTo>
                    <a:pt x="47017" y="2391"/>
                  </a:lnTo>
                  <a:lnTo>
                    <a:pt x="42119" y="0"/>
                  </a:lnTo>
                  <a:close/>
                </a:path>
                <a:path w="78104" h="321310">
                  <a:moveTo>
                    <a:pt x="49368" y="231735"/>
                  </a:moveTo>
                  <a:lnTo>
                    <a:pt x="40160" y="241739"/>
                  </a:lnTo>
                  <a:lnTo>
                    <a:pt x="49368" y="241739"/>
                  </a:lnTo>
                  <a:lnTo>
                    <a:pt x="49368" y="231735"/>
                  </a:lnTo>
                  <a:close/>
                </a:path>
              </a:pathLst>
            </a:custGeom>
            <a:solidFill>
              <a:srgbClr val="993366"/>
            </a:solidFill>
          </p:spPr>
          <p:txBody>
            <a:bodyPr wrap="square" lIns="0" tIns="0" rIns="0" bIns="0" rtlCol="0"/>
            <a:lstStyle/>
            <a:p/>
          </p:txBody>
        </p:sp>
        <p:sp>
          <p:nvSpPr>
            <p:cNvPr id="35" name="object 35" descr=""/>
            <p:cNvSpPr/>
            <p:nvPr/>
          </p:nvSpPr>
          <p:spPr>
            <a:xfrm>
              <a:off x="6033831" y="2829326"/>
              <a:ext cx="78105" cy="321310"/>
            </a:xfrm>
            <a:custGeom>
              <a:avLst/>
              <a:gdLst/>
              <a:ahLst/>
              <a:cxnLst/>
              <a:rect l="l" t="t" r="r" b="b"/>
              <a:pathLst>
                <a:path w="78104" h="321310">
                  <a:moveTo>
                    <a:pt x="49368" y="9765"/>
                  </a:moveTo>
                  <a:lnTo>
                    <a:pt x="49368" y="241739"/>
                  </a:lnTo>
                  <a:lnTo>
                    <a:pt x="47017" y="244330"/>
                  </a:lnTo>
                  <a:lnTo>
                    <a:pt x="47017" y="249312"/>
                  </a:lnTo>
                  <a:lnTo>
                    <a:pt x="42119" y="249312"/>
                  </a:lnTo>
                  <a:lnTo>
                    <a:pt x="40160" y="251704"/>
                  </a:lnTo>
                  <a:lnTo>
                    <a:pt x="35458" y="249312"/>
                  </a:lnTo>
                  <a:lnTo>
                    <a:pt x="32912" y="249312"/>
                  </a:lnTo>
                  <a:lnTo>
                    <a:pt x="30561" y="244330"/>
                  </a:lnTo>
                  <a:lnTo>
                    <a:pt x="28014" y="241739"/>
                  </a:lnTo>
                  <a:lnTo>
                    <a:pt x="28014" y="9765"/>
                  </a:lnTo>
                  <a:lnTo>
                    <a:pt x="30561" y="4782"/>
                  </a:lnTo>
                  <a:lnTo>
                    <a:pt x="32912" y="2391"/>
                  </a:lnTo>
                  <a:lnTo>
                    <a:pt x="35458" y="0"/>
                  </a:lnTo>
                  <a:lnTo>
                    <a:pt x="40160" y="0"/>
                  </a:lnTo>
                  <a:lnTo>
                    <a:pt x="42119" y="0"/>
                  </a:lnTo>
                  <a:lnTo>
                    <a:pt x="47017" y="2391"/>
                  </a:lnTo>
                  <a:lnTo>
                    <a:pt x="47017" y="4782"/>
                  </a:lnTo>
                  <a:lnTo>
                    <a:pt x="49368" y="9765"/>
                  </a:lnTo>
                  <a:close/>
                </a:path>
                <a:path w="78104" h="321310">
                  <a:moveTo>
                    <a:pt x="40160" y="241739"/>
                  </a:moveTo>
                  <a:lnTo>
                    <a:pt x="77578" y="201084"/>
                  </a:lnTo>
                  <a:lnTo>
                    <a:pt x="40160" y="321057"/>
                  </a:lnTo>
                  <a:lnTo>
                    <a:pt x="0" y="201084"/>
                  </a:lnTo>
                  <a:lnTo>
                    <a:pt x="40160" y="241739"/>
                  </a:lnTo>
                  <a:close/>
                </a:path>
              </a:pathLst>
            </a:custGeom>
            <a:ln w="3175">
              <a:solidFill>
                <a:srgbClr val="993366"/>
              </a:solidFill>
            </a:ln>
          </p:spPr>
          <p:txBody>
            <a:bodyPr wrap="square" lIns="0" tIns="0" rIns="0" bIns="0" rtlCol="0"/>
            <a:lstStyle/>
            <a:p/>
          </p:txBody>
        </p:sp>
        <p:sp>
          <p:nvSpPr>
            <p:cNvPr id="36" name="object 36" descr=""/>
            <p:cNvSpPr/>
            <p:nvPr/>
          </p:nvSpPr>
          <p:spPr>
            <a:xfrm>
              <a:off x="7974270" y="337794"/>
              <a:ext cx="78105" cy="321310"/>
            </a:xfrm>
            <a:custGeom>
              <a:avLst/>
              <a:gdLst/>
              <a:ahLst/>
              <a:cxnLst/>
              <a:rect l="l" t="t" r="r" b="b"/>
              <a:pathLst>
                <a:path w="78104" h="321309">
                  <a:moveTo>
                    <a:pt x="0" y="201084"/>
                  </a:moveTo>
                  <a:lnTo>
                    <a:pt x="40356" y="321057"/>
                  </a:lnTo>
                  <a:lnTo>
                    <a:pt x="61924" y="251903"/>
                  </a:lnTo>
                  <a:lnTo>
                    <a:pt x="40356" y="251903"/>
                  </a:lnTo>
                  <a:lnTo>
                    <a:pt x="35458" y="249312"/>
                  </a:lnTo>
                  <a:lnTo>
                    <a:pt x="33107" y="249312"/>
                  </a:lnTo>
                  <a:lnTo>
                    <a:pt x="30757" y="244529"/>
                  </a:lnTo>
                  <a:lnTo>
                    <a:pt x="28210" y="241938"/>
                  </a:lnTo>
                  <a:lnTo>
                    <a:pt x="28210" y="229642"/>
                  </a:lnTo>
                  <a:lnTo>
                    <a:pt x="0" y="201084"/>
                  </a:lnTo>
                  <a:close/>
                </a:path>
                <a:path w="78104" h="321309">
                  <a:moveTo>
                    <a:pt x="42707" y="249312"/>
                  </a:moveTo>
                  <a:lnTo>
                    <a:pt x="35458" y="249312"/>
                  </a:lnTo>
                  <a:lnTo>
                    <a:pt x="40356" y="251903"/>
                  </a:lnTo>
                  <a:lnTo>
                    <a:pt x="42707" y="249312"/>
                  </a:lnTo>
                  <a:close/>
                </a:path>
                <a:path w="78104" h="321309">
                  <a:moveTo>
                    <a:pt x="77774" y="201084"/>
                  </a:moveTo>
                  <a:lnTo>
                    <a:pt x="49563" y="231885"/>
                  </a:lnTo>
                  <a:lnTo>
                    <a:pt x="49563" y="241938"/>
                  </a:lnTo>
                  <a:lnTo>
                    <a:pt x="47213" y="244529"/>
                  </a:lnTo>
                  <a:lnTo>
                    <a:pt x="47213" y="249312"/>
                  </a:lnTo>
                  <a:lnTo>
                    <a:pt x="42707" y="249312"/>
                  </a:lnTo>
                  <a:lnTo>
                    <a:pt x="40356" y="251903"/>
                  </a:lnTo>
                  <a:lnTo>
                    <a:pt x="61924" y="251903"/>
                  </a:lnTo>
                  <a:lnTo>
                    <a:pt x="77774" y="201084"/>
                  </a:lnTo>
                  <a:close/>
                </a:path>
                <a:path w="78104" h="321309">
                  <a:moveTo>
                    <a:pt x="28210" y="229642"/>
                  </a:moveTo>
                  <a:lnTo>
                    <a:pt x="28210" y="241938"/>
                  </a:lnTo>
                  <a:lnTo>
                    <a:pt x="30757" y="244529"/>
                  </a:lnTo>
                  <a:lnTo>
                    <a:pt x="33107" y="249312"/>
                  </a:lnTo>
                  <a:lnTo>
                    <a:pt x="47213" y="249312"/>
                  </a:lnTo>
                  <a:lnTo>
                    <a:pt x="47213" y="244529"/>
                  </a:lnTo>
                  <a:lnTo>
                    <a:pt x="49563" y="241938"/>
                  </a:lnTo>
                  <a:lnTo>
                    <a:pt x="40356" y="241938"/>
                  </a:lnTo>
                  <a:lnTo>
                    <a:pt x="28210" y="229642"/>
                  </a:lnTo>
                  <a:close/>
                </a:path>
                <a:path w="78104" h="321309">
                  <a:moveTo>
                    <a:pt x="42707" y="0"/>
                  </a:moveTo>
                  <a:lnTo>
                    <a:pt x="35458" y="0"/>
                  </a:lnTo>
                  <a:lnTo>
                    <a:pt x="33107" y="2590"/>
                  </a:lnTo>
                  <a:lnTo>
                    <a:pt x="30757" y="4982"/>
                  </a:lnTo>
                  <a:lnTo>
                    <a:pt x="28210" y="9964"/>
                  </a:lnTo>
                  <a:lnTo>
                    <a:pt x="28210" y="229642"/>
                  </a:lnTo>
                  <a:lnTo>
                    <a:pt x="40356" y="241938"/>
                  </a:lnTo>
                  <a:lnTo>
                    <a:pt x="49563" y="231885"/>
                  </a:lnTo>
                  <a:lnTo>
                    <a:pt x="49563" y="9964"/>
                  </a:lnTo>
                  <a:lnTo>
                    <a:pt x="47213" y="4982"/>
                  </a:lnTo>
                  <a:lnTo>
                    <a:pt x="47213" y="2590"/>
                  </a:lnTo>
                  <a:lnTo>
                    <a:pt x="42707" y="0"/>
                  </a:lnTo>
                  <a:close/>
                </a:path>
                <a:path w="78104" h="321309">
                  <a:moveTo>
                    <a:pt x="49563" y="231885"/>
                  </a:moveTo>
                  <a:lnTo>
                    <a:pt x="40356" y="241938"/>
                  </a:lnTo>
                  <a:lnTo>
                    <a:pt x="49563" y="241938"/>
                  </a:lnTo>
                  <a:lnTo>
                    <a:pt x="49563" y="231885"/>
                  </a:lnTo>
                  <a:close/>
                </a:path>
              </a:pathLst>
            </a:custGeom>
            <a:solidFill>
              <a:srgbClr val="993366"/>
            </a:solidFill>
          </p:spPr>
          <p:txBody>
            <a:bodyPr wrap="square" lIns="0" tIns="0" rIns="0" bIns="0" rtlCol="0"/>
            <a:lstStyle/>
            <a:p/>
          </p:txBody>
        </p:sp>
        <p:sp>
          <p:nvSpPr>
            <p:cNvPr id="37" name="object 37" descr=""/>
            <p:cNvSpPr/>
            <p:nvPr/>
          </p:nvSpPr>
          <p:spPr>
            <a:xfrm>
              <a:off x="7974270" y="337794"/>
              <a:ext cx="78105" cy="321310"/>
            </a:xfrm>
            <a:custGeom>
              <a:avLst/>
              <a:gdLst/>
              <a:ahLst/>
              <a:cxnLst/>
              <a:rect l="l" t="t" r="r" b="b"/>
              <a:pathLst>
                <a:path w="78104" h="321309">
                  <a:moveTo>
                    <a:pt x="49563" y="9964"/>
                  </a:moveTo>
                  <a:lnTo>
                    <a:pt x="49563" y="241938"/>
                  </a:lnTo>
                  <a:lnTo>
                    <a:pt x="47213" y="244529"/>
                  </a:lnTo>
                  <a:lnTo>
                    <a:pt x="47213" y="249312"/>
                  </a:lnTo>
                  <a:lnTo>
                    <a:pt x="42707" y="249312"/>
                  </a:lnTo>
                  <a:lnTo>
                    <a:pt x="40356" y="251903"/>
                  </a:lnTo>
                  <a:lnTo>
                    <a:pt x="35458" y="249312"/>
                  </a:lnTo>
                  <a:lnTo>
                    <a:pt x="33107" y="249312"/>
                  </a:lnTo>
                  <a:lnTo>
                    <a:pt x="30757" y="244529"/>
                  </a:lnTo>
                  <a:lnTo>
                    <a:pt x="28210" y="241938"/>
                  </a:lnTo>
                  <a:lnTo>
                    <a:pt x="28210" y="9964"/>
                  </a:lnTo>
                  <a:lnTo>
                    <a:pt x="30757" y="4982"/>
                  </a:lnTo>
                  <a:lnTo>
                    <a:pt x="33107" y="2590"/>
                  </a:lnTo>
                  <a:lnTo>
                    <a:pt x="35458" y="0"/>
                  </a:lnTo>
                  <a:lnTo>
                    <a:pt x="40356" y="0"/>
                  </a:lnTo>
                  <a:lnTo>
                    <a:pt x="42707" y="0"/>
                  </a:lnTo>
                  <a:lnTo>
                    <a:pt x="47213" y="2590"/>
                  </a:lnTo>
                  <a:lnTo>
                    <a:pt x="47213" y="4982"/>
                  </a:lnTo>
                  <a:lnTo>
                    <a:pt x="49563" y="9964"/>
                  </a:lnTo>
                  <a:close/>
                </a:path>
                <a:path w="78104" h="321309">
                  <a:moveTo>
                    <a:pt x="40356" y="241938"/>
                  </a:moveTo>
                  <a:lnTo>
                    <a:pt x="77774" y="201084"/>
                  </a:lnTo>
                  <a:lnTo>
                    <a:pt x="40356" y="321057"/>
                  </a:lnTo>
                  <a:lnTo>
                    <a:pt x="0" y="201084"/>
                  </a:lnTo>
                  <a:lnTo>
                    <a:pt x="40356" y="241938"/>
                  </a:lnTo>
                  <a:close/>
                </a:path>
              </a:pathLst>
            </a:custGeom>
            <a:ln w="3175">
              <a:solidFill>
                <a:srgbClr val="993366"/>
              </a:solidFill>
            </a:ln>
          </p:spPr>
          <p:txBody>
            <a:bodyPr wrap="square" lIns="0" tIns="0" rIns="0" bIns="0" rtlCol="0"/>
            <a:lstStyle/>
            <a:p/>
          </p:txBody>
        </p:sp>
        <p:sp>
          <p:nvSpPr>
            <p:cNvPr id="38" name="object 38" descr=""/>
            <p:cNvSpPr/>
            <p:nvPr/>
          </p:nvSpPr>
          <p:spPr>
            <a:xfrm>
              <a:off x="7974270" y="5320638"/>
              <a:ext cx="78105" cy="321310"/>
            </a:xfrm>
            <a:custGeom>
              <a:avLst/>
              <a:gdLst/>
              <a:ahLst/>
              <a:cxnLst/>
              <a:rect l="l" t="t" r="r" b="b"/>
              <a:pathLst>
                <a:path w="78104" h="321310">
                  <a:moveTo>
                    <a:pt x="0" y="201104"/>
                  </a:moveTo>
                  <a:lnTo>
                    <a:pt x="40356" y="321077"/>
                  </a:lnTo>
                  <a:lnTo>
                    <a:pt x="62135" y="251245"/>
                  </a:lnTo>
                  <a:lnTo>
                    <a:pt x="40356" y="251245"/>
                  </a:lnTo>
                  <a:lnTo>
                    <a:pt x="35458" y="249292"/>
                  </a:lnTo>
                  <a:lnTo>
                    <a:pt x="33107" y="249292"/>
                  </a:lnTo>
                  <a:lnTo>
                    <a:pt x="30757" y="244370"/>
                  </a:lnTo>
                  <a:lnTo>
                    <a:pt x="28210" y="241918"/>
                  </a:lnTo>
                  <a:lnTo>
                    <a:pt x="28210" y="229634"/>
                  </a:lnTo>
                  <a:lnTo>
                    <a:pt x="0" y="201104"/>
                  </a:lnTo>
                  <a:close/>
                </a:path>
                <a:path w="78104" h="321310">
                  <a:moveTo>
                    <a:pt x="42707" y="249292"/>
                  </a:moveTo>
                  <a:lnTo>
                    <a:pt x="35458" y="249292"/>
                  </a:lnTo>
                  <a:lnTo>
                    <a:pt x="40356" y="251245"/>
                  </a:lnTo>
                  <a:lnTo>
                    <a:pt x="42707" y="249292"/>
                  </a:lnTo>
                  <a:close/>
                </a:path>
                <a:path w="78104" h="321310">
                  <a:moveTo>
                    <a:pt x="77774" y="201104"/>
                  </a:moveTo>
                  <a:lnTo>
                    <a:pt x="49563" y="231875"/>
                  </a:lnTo>
                  <a:lnTo>
                    <a:pt x="49563" y="241918"/>
                  </a:lnTo>
                  <a:lnTo>
                    <a:pt x="47213" y="244370"/>
                  </a:lnTo>
                  <a:lnTo>
                    <a:pt x="47213" y="249292"/>
                  </a:lnTo>
                  <a:lnTo>
                    <a:pt x="42707" y="249292"/>
                  </a:lnTo>
                  <a:lnTo>
                    <a:pt x="40356" y="251245"/>
                  </a:lnTo>
                  <a:lnTo>
                    <a:pt x="62135" y="251245"/>
                  </a:lnTo>
                  <a:lnTo>
                    <a:pt x="77774" y="201104"/>
                  </a:lnTo>
                  <a:close/>
                </a:path>
                <a:path w="78104" h="321310">
                  <a:moveTo>
                    <a:pt x="28210" y="229634"/>
                  </a:moveTo>
                  <a:lnTo>
                    <a:pt x="28210" y="241918"/>
                  </a:lnTo>
                  <a:lnTo>
                    <a:pt x="30757" y="244370"/>
                  </a:lnTo>
                  <a:lnTo>
                    <a:pt x="33107" y="249292"/>
                  </a:lnTo>
                  <a:lnTo>
                    <a:pt x="47213" y="249292"/>
                  </a:lnTo>
                  <a:lnTo>
                    <a:pt x="47213" y="244370"/>
                  </a:lnTo>
                  <a:lnTo>
                    <a:pt x="49563" y="241918"/>
                  </a:lnTo>
                  <a:lnTo>
                    <a:pt x="40356" y="241918"/>
                  </a:lnTo>
                  <a:lnTo>
                    <a:pt x="28210" y="229634"/>
                  </a:lnTo>
                  <a:close/>
                </a:path>
                <a:path w="78104" h="321310">
                  <a:moveTo>
                    <a:pt x="42707" y="0"/>
                  </a:moveTo>
                  <a:lnTo>
                    <a:pt x="35458" y="0"/>
                  </a:lnTo>
                  <a:lnTo>
                    <a:pt x="30757" y="4922"/>
                  </a:lnTo>
                  <a:lnTo>
                    <a:pt x="28210" y="9346"/>
                  </a:lnTo>
                  <a:lnTo>
                    <a:pt x="28210" y="229634"/>
                  </a:lnTo>
                  <a:lnTo>
                    <a:pt x="40356" y="241918"/>
                  </a:lnTo>
                  <a:lnTo>
                    <a:pt x="49563" y="231875"/>
                  </a:lnTo>
                  <a:lnTo>
                    <a:pt x="49563" y="9346"/>
                  </a:lnTo>
                  <a:lnTo>
                    <a:pt x="47213" y="4922"/>
                  </a:lnTo>
                  <a:lnTo>
                    <a:pt x="47213" y="2451"/>
                  </a:lnTo>
                  <a:lnTo>
                    <a:pt x="42707" y="0"/>
                  </a:lnTo>
                  <a:close/>
                </a:path>
                <a:path w="78104" h="321310">
                  <a:moveTo>
                    <a:pt x="49563" y="231875"/>
                  </a:moveTo>
                  <a:lnTo>
                    <a:pt x="40356" y="241918"/>
                  </a:lnTo>
                  <a:lnTo>
                    <a:pt x="49563" y="241918"/>
                  </a:lnTo>
                  <a:lnTo>
                    <a:pt x="49563" y="231875"/>
                  </a:lnTo>
                  <a:close/>
                </a:path>
              </a:pathLst>
            </a:custGeom>
            <a:solidFill>
              <a:srgbClr val="993366"/>
            </a:solidFill>
          </p:spPr>
          <p:txBody>
            <a:bodyPr wrap="square" lIns="0" tIns="0" rIns="0" bIns="0" rtlCol="0"/>
            <a:lstStyle/>
            <a:p/>
          </p:txBody>
        </p:sp>
        <p:pic>
          <p:nvPicPr>
            <p:cNvPr id="39" name="object 39" descr=""/>
            <p:cNvPicPr/>
            <p:nvPr/>
          </p:nvPicPr>
          <p:blipFill>
            <a:blip r:embed="rId3" cstate="print"/>
            <a:stretch>
              <a:fillRect/>
            </a:stretch>
          </p:blipFill>
          <p:spPr>
            <a:xfrm>
              <a:off x="7972892" y="5319267"/>
              <a:ext cx="80531" cy="323827"/>
            </a:xfrm>
            <a:prstGeom prst="rect">
              <a:avLst/>
            </a:prstGeom>
          </p:spPr>
        </p:pic>
        <p:sp>
          <p:nvSpPr>
            <p:cNvPr id="40" name="object 40" descr=""/>
            <p:cNvSpPr/>
            <p:nvPr/>
          </p:nvSpPr>
          <p:spPr>
            <a:xfrm>
              <a:off x="7974270" y="4074693"/>
              <a:ext cx="78105" cy="321310"/>
            </a:xfrm>
            <a:custGeom>
              <a:avLst/>
              <a:gdLst/>
              <a:ahLst/>
              <a:cxnLst/>
              <a:rect l="l" t="t" r="r" b="b"/>
              <a:pathLst>
                <a:path w="78104" h="321310">
                  <a:moveTo>
                    <a:pt x="0" y="201602"/>
                  </a:moveTo>
                  <a:lnTo>
                    <a:pt x="40356" y="321077"/>
                  </a:lnTo>
                  <a:lnTo>
                    <a:pt x="62070" y="251743"/>
                  </a:lnTo>
                  <a:lnTo>
                    <a:pt x="40356" y="251743"/>
                  </a:lnTo>
                  <a:lnTo>
                    <a:pt x="35458" y="249292"/>
                  </a:lnTo>
                  <a:lnTo>
                    <a:pt x="33107" y="249292"/>
                  </a:lnTo>
                  <a:lnTo>
                    <a:pt x="30757" y="244370"/>
                  </a:lnTo>
                  <a:lnTo>
                    <a:pt x="28210" y="242417"/>
                  </a:lnTo>
                  <a:lnTo>
                    <a:pt x="28210" y="230133"/>
                  </a:lnTo>
                  <a:lnTo>
                    <a:pt x="0" y="201602"/>
                  </a:lnTo>
                  <a:close/>
                </a:path>
                <a:path w="78104" h="321310">
                  <a:moveTo>
                    <a:pt x="42707" y="249292"/>
                  </a:moveTo>
                  <a:lnTo>
                    <a:pt x="35458" y="249292"/>
                  </a:lnTo>
                  <a:lnTo>
                    <a:pt x="40356" y="251743"/>
                  </a:lnTo>
                  <a:lnTo>
                    <a:pt x="42707" y="249292"/>
                  </a:lnTo>
                  <a:close/>
                </a:path>
                <a:path w="78104" h="321310">
                  <a:moveTo>
                    <a:pt x="77774" y="201602"/>
                  </a:moveTo>
                  <a:lnTo>
                    <a:pt x="49563" y="232373"/>
                  </a:lnTo>
                  <a:lnTo>
                    <a:pt x="49563" y="242417"/>
                  </a:lnTo>
                  <a:lnTo>
                    <a:pt x="47213" y="244370"/>
                  </a:lnTo>
                  <a:lnTo>
                    <a:pt x="47213" y="249292"/>
                  </a:lnTo>
                  <a:lnTo>
                    <a:pt x="42707" y="249292"/>
                  </a:lnTo>
                  <a:lnTo>
                    <a:pt x="40356" y="251743"/>
                  </a:lnTo>
                  <a:lnTo>
                    <a:pt x="62070" y="251743"/>
                  </a:lnTo>
                  <a:lnTo>
                    <a:pt x="77774" y="201602"/>
                  </a:lnTo>
                  <a:close/>
                </a:path>
                <a:path w="78104" h="321310">
                  <a:moveTo>
                    <a:pt x="28210" y="230133"/>
                  </a:moveTo>
                  <a:lnTo>
                    <a:pt x="28210" y="242417"/>
                  </a:lnTo>
                  <a:lnTo>
                    <a:pt x="30757" y="244370"/>
                  </a:lnTo>
                  <a:lnTo>
                    <a:pt x="33107" y="249292"/>
                  </a:lnTo>
                  <a:lnTo>
                    <a:pt x="47213" y="249292"/>
                  </a:lnTo>
                  <a:lnTo>
                    <a:pt x="47213" y="244370"/>
                  </a:lnTo>
                  <a:lnTo>
                    <a:pt x="49563" y="242417"/>
                  </a:lnTo>
                  <a:lnTo>
                    <a:pt x="40356" y="242417"/>
                  </a:lnTo>
                  <a:lnTo>
                    <a:pt x="28210" y="230133"/>
                  </a:lnTo>
                  <a:close/>
                </a:path>
                <a:path w="78104" h="321310">
                  <a:moveTo>
                    <a:pt x="42707" y="0"/>
                  </a:moveTo>
                  <a:lnTo>
                    <a:pt x="35458" y="0"/>
                  </a:lnTo>
                  <a:lnTo>
                    <a:pt x="33107" y="2391"/>
                  </a:lnTo>
                  <a:lnTo>
                    <a:pt x="30757" y="4982"/>
                  </a:lnTo>
                  <a:lnTo>
                    <a:pt x="28210" y="9765"/>
                  </a:lnTo>
                  <a:lnTo>
                    <a:pt x="28210" y="230133"/>
                  </a:lnTo>
                  <a:lnTo>
                    <a:pt x="40356" y="242417"/>
                  </a:lnTo>
                  <a:lnTo>
                    <a:pt x="49563" y="232373"/>
                  </a:lnTo>
                  <a:lnTo>
                    <a:pt x="49563" y="9765"/>
                  </a:lnTo>
                  <a:lnTo>
                    <a:pt x="47213" y="4982"/>
                  </a:lnTo>
                  <a:lnTo>
                    <a:pt x="47213" y="2391"/>
                  </a:lnTo>
                  <a:lnTo>
                    <a:pt x="42707" y="0"/>
                  </a:lnTo>
                  <a:close/>
                </a:path>
                <a:path w="78104" h="321310">
                  <a:moveTo>
                    <a:pt x="49563" y="232373"/>
                  </a:moveTo>
                  <a:lnTo>
                    <a:pt x="40356" y="242417"/>
                  </a:lnTo>
                  <a:lnTo>
                    <a:pt x="49563" y="242417"/>
                  </a:lnTo>
                  <a:lnTo>
                    <a:pt x="49563" y="232373"/>
                  </a:lnTo>
                  <a:close/>
                </a:path>
              </a:pathLst>
            </a:custGeom>
            <a:solidFill>
              <a:srgbClr val="993366"/>
            </a:solidFill>
          </p:spPr>
          <p:txBody>
            <a:bodyPr wrap="square" lIns="0" tIns="0" rIns="0" bIns="0" rtlCol="0"/>
            <a:lstStyle/>
            <a:p/>
          </p:txBody>
        </p:sp>
        <p:sp>
          <p:nvSpPr>
            <p:cNvPr id="41" name="object 41" descr=""/>
            <p:cNvSpPr/>
            <p:nvPr/>
          </p:nvSpPr>
          <p:spPr>
            <a:xfrm>
              <a:off x="7974270" y="4074693"/>
              <a:ext cx="78105" cy="321310"/>
            </a:xfrm>
            <a:custGeom>
              <a:avLst/>
              <a:gdLst/>
              <a:ahLst/>
              <a:cxnLst/>
              <a:rect l="l" t="t" r="r" b="b"/>
              <a:pathLst>
                <a:path w="78104" h="321310">
                  <a:moveTo>
                    <a:pt x="49563" y="9765"/>
                  </a:moveTo>
                  <a:lnTo>
                    <a:pt x="49563" y="242417"/>
                  </a:lnTo>
                  <a:lnTo>
                    <a:pt x="47213" y="244370"/>
                  </a:lnTo>
                  <a:lnTo>
                    <a:pt x="47213" y="249292"/>
                  </a:lnTo>
                  <a:lnTo>
                    <a:pt x="42707" y="249292"/>
                  </a:lnTo>
                  <a:lnTo>
                    <a:pt x="40356" y="251743"/>
                  </a:lnTo>
                  <a:lnTo>
                    <a:pt x="35458" y="249292"/>
                  </a:lnTo>
                  <a:lnTo>
                    <a:pt x="33107" y="249292"/>
                  </a:lnTo>
                  <a:lnTo>
                    <a:pt x="30757" y="244370"/>
                  </a:lnTo>
                  <a:lnTo>
                    <a:pt x="28210" y="242417"/>
                  </a:lnTo>
                  <a:lnTo>
                    <a:pt x="28210" y="9765"/>
                  </a:lnTo>
                  <a:lnTo>
                    <a:pt x="30757" y="4982"/>
                  </a:lnTo>
                  <a:lnTo>
                    <a:pt x="33107" y="2391"/>
                  </a:lnTo>
                  <a:lnTo>
                    <a:pt x="35458" y="0"/>
                  </a:lnTo>
                  <a:lnTo>
                    <a:pt x="40356" y="0"/>
                  </a:lnTo>
                  <a:lnTo>
                    <a:pt x="42707" y="0"/>
                  </a:lnTo>
                  <a:lnTo>
                    <a:pt x="47213" y="2391"/>
                  </a:lnTo>
                  <a:lnTo>
                    <a:pt x="47213" y="4982"/>
                  </a:lnTo>
                  <a:lnTo>
                    <a:pt x="49563" y="9765"/>
                  </a:lnTo>
                  <a:close/>
                </a:path>
                <a:path w="78104" h="321310">
                  <a:moveTo>
                    <a:pt x="40356" y="242417"/>
                  </a:moveTo>
                  <a:lnTo>
                    <a:pt x="77774" y="201602"/>
                  </a:lnTo>
                  <a:lnTo>
                    <a:pt x="40356" y="321077"/>
                  </a:lnTo>
                  <a:lnTo>
                    <a:pt x="0" y="201602"/>
                  </a:lnTo>
                  <a:lnTo>
                    <a:pt x="40356" y="242417"/>
                  </a:lnTo>
                  <a:close/>
                </a:path>
              </a:pathLst>
            </a:custGeom>
            <a:ln w="3175">
              <a:solidFill>
                <a:srgbClr val="993366"/>
              </a:solidFill>
            </a:ln>
          </p:spPr>
          <p:txBody>
            <a:bodyPr wrap="square" lIns="0" tIns="0" rIns="0" bIns="0" rtlCol="0"/>
            <a:lstStyle/>
            <a:p/>
          </p:txBody>
        </p:sp>
        <p:sp>
          <p:nvSpPr>
            <p:cNvPr id="42" name="object 42" descr=""/>
            <p:cNvSpPr/>
            <p:nvPr/>
          </p:nvSpPr>
          <p:spPr>
            <a:xfrm>
              <a:off x="7974270" y="4697675"/>
              <a:ext cx="78105" cy="321310"/>
            </a:xfrm>
            <a:custGeom>
              <a:avLst/>
              <a:gdLst/>
              <a:ahLst/>
              <a:cxnLst/>
              <a:rect l="l" t="t" r="r" b="b"/>
              <a:pathLst>
                <a:path w="78104" h="321310">
                  <a:moveTo>
                    <a:pt x="0" y="201084"/>
                  </a:moveTo>
                  <a:lnTo>
                    <a:pt x="40356" y="321057"/>
                  </a:lnTo>
                  <a:lnTo>
                    <a:pt x="61974" y="251743"/>
                  </a:lnTo>
                  <a:lnTo>
                    <a:pt x="40356" y="251743"/>
                  </a:lnTo>
                  <a:lnTo>
                    <a:pt x="35458" y="249272"/>
                  </a:lnTo>
                  <a:lnTo>
                    <a:pt x="33107" y="249272"/>
                  </a:lnTo>
                  <a:lnTo>
                    <a:pt x="30757" y="244370"/>
                  </a:lnTo>
                  <a:lnTo>
                    <a:pt x="28210" y="241898"/>
                  </a:lnTo>
                  <a:lnTo>
                    <a:pt x="28210" y="229614"/>
                  </a:lnTo>
                  <a:lnTo>
                    <a:pt x="0" y="201084"/>
                  </a:lnTo>
                  <a:close/>
                </a:path>
                <a:path w="78104" h="321310">
                  <a:moveTo>
                    <a:pt x="42707" y="249272"/>
                  </a:moveTo>
                  <a:lnTo>
                    <a:pt x="35458" y="249272"/>
                  </a:lnTo>
                  <a:lnTo>
                    <a:pt x="40356" y="251743"/>
                  </a:lnTo>
                  <a:lnTo>
                    <a:pt x="42707" y="249272"/>
                  </a:lnTo>
                  <a:close/>
                </a:path>
                <a:path w="78104" h="321310">
                  <a:moveTo>
                    <a:pt x="77774" y="201084"/>
                  </a:moveTo>
                  <a:lnTo>
                    <a:pt x="49563" y="231855"/>
                  </a:lnTo>
                  <a:lnTo>
                    <a:pt x="49563" y="241898"/>
                  </a:lnTo>
                  <a:lnTo>
                    <a:pt x="47213" y="244370"/>
                  </a:lnTo>
                  <a:lnTo>
                    <a:pt x="47213" y="249272"/>
                  </a:lnTo>
                  <a:lnTo>
                    <a:pt x="42707" y="249272"/>
                  </a:lnTo>
                  <a:lnTo>
                    <a:pt x="40356" y="251743"/>
                  </a:lnTo>
                  <a:lnTo>
                    <a:pt x="61974" y="251743"/>
                  </a:lnTo>
                  <a:lnTo>
                    <a:pt x="77774" y="201084"/>
                  </a:lnTo>
                  <a:close/>
                </a:path>
                <a:path w="78104" h="321310">
                  <a:moveTo>
                    <a:pt x="28210" y="229614"/>
                  </a:moveTo>
                  <a:lnTo>
                    <a:pt x="28210" y="241898"/>
                  </a:lnTo>
                  <a:lnTo>
                    <a:pt x="30757" y="244370"/>
                  </a:lnTo>
                  <a:lnTo>
                    <a:pt x="33107" y="249272"/>
                  </a:lnTo>
                  <a:lnTo>
                    <a:pt x="47213" y="249272"/>
                  </a:lnTo>
                  <a:lnTo>
                    <a:pt x="47213" y="244370"/>
                  </a:lnTo>
                  <a:lnTo>
                    <a:pt x="49563" y="241898"/>
                  </a:lnTo>
                  <a:lnTo>
                    <a:pt x="40356" y="241898"/>
                  </a:lnTo>
                  <a:lnTo>
                    <a:pt x="28210" y="229614"/>
                  </a:lnTo>
                  <a:close/>
                </a:path>
                <a:path w="78104" h="321310">
                  <a:moveTo>
                    <a:pt x="42707" y="0"/>
                  </a:moveTo>
                  <a:lnTo>
                    <a:pt x="35458" y="0"/>
                  </a:lnTo>
                  <a:lnTo>
                    <a:pt x="30757" y="4902"/>
                  </a:lnTo>
                  <a:lnTo>
                    <a:pt x="28210" y="9825"/>
                  </a:lnTo>
                  <a:lnTo>
                    <a:pt x="28210" y="229614"/>
                  </a:lnTo>
                  <a:lnTo>
                    <a:pt x="40356" y="241898"/>
                  </a:lnTo>
                  <a:lnTo>
                    <a:pt x="49563" y="231855"/>
                  </a:lnTo>
                  <a:lnTo>
                    <a:pt x="49563" y="9825"/>
                  </a:lnTo>
                  <a:lnTo>
                    <a:pt x="47213" y="4902"/>
                  </a:lnTo>
                  <a:lnTo>
                    <a:pt x="47213" y="2451"/>
                  </a:lnTo>
                  <a:lnTo>
                    <a:pt x="42707" y="0"/>
                  </a:lnTo>
                  <a:close/>
                </a:path>
                <a:path w="78104" h="321310">
                  <a:moveTo>
                    <a:pt x="49563" y="231855"/>
                  </a:moveTo>
                  <a:lnTo>
                    <a:pt x="40356" y="241898"/>
                  </a:lnTo>
                  <a:lnTo>
                    <a:pt x="49563" y="241898"/>
                  </a:lnTo>
                  <a:lnTo>
                    <a:pt x="49563" y="231855"/>
                  </a:lnTo>
                  <a:close/>
                </a:path>
              </a:pathLst>
            </a:custGeom>
            <a:solidFill>
              <a:srgbClr val="993366"/>
            </a:solidFill>
          </p:spPr>
          <p:txBody>
            <a:bodyPr wrap="square" lIns="0" tIns="0" rIns="0" bIns="0" rtlCol="0"/>
            <a:lstStyle/>
            <a:p/>
          </p:txBody>
        </p:sp>
        <p:sp>
          <p:nvSpPr>
            <p:cNvPr id="43" name="object 43" descr=""/>
            <p:cNvSpPr/>
            <p:nvPr/>
          </p:nvSpPr>
          <p:spPr>
            <a:xfrm>
              <a:off x="7974270" y="4697675"/>
              <a:ext cx="78105" cy="321310"/>
            </a:xfrm>
            <a:custGeom>
              <a:avLst/>
              <a:gdLst/>
              <a:ahLst/>
              <a:cxnLst/>
              <a:rect l="l" t="t" r="r" b="b"/>
              <a:pathLst>
                <a:path w="78104" h="321310">
                  <a:moveTo>
                    <a:pt x="49563" y="9825"/>
                  </a:moveTo>
                  <a:lnTo>
                    <a:pt x="49563" y="241898"/>
                  </a:lnTo>
                  <a:lnTo>
                    <a:pt x="47213" y="244370"/>
                  </a:lnTo>
                  <a:lnTo>
                    <a:pt x="47213" y="249272"/>
                  </a:lnTo>
                  <a:lnTo>
                    <a:pt x="42707" y="249272"/>
                  </a:lnTo>
                  <a:lnTo>
                    <a:pt x="40356" y="251743"/>
                  </a:lnTo>
                  <a:lnTo>
                    <a:pt x="35458" y="249272"/>
                  </a:lnTo>
                  <a:lnTo>
                    <a:pt x="33107" y="249272"/>
                  </a:lnTo>
                  <a:lnTo>
                    <a:pt x="30757" y="244370"/>
                  </a:lnTo>
                  <a:lnTo>
                    <a:pt x="28210" y="241898"/>
                  </a:lnTo>
                  <a:lnTo>
                    <a:pt x="28210" y="9825"/>
                  </a:lnTo>
                  <a:lnTo>
                    <a:pt x="30757" y="4902"/>
                  </a:lnTo>
                  <a:lnTo>
                    <a:pt x="33107" y="2451"/>
                  </a:lnTo>
                  <a:lnTo>
                    <a:pt x="35458" y="0"/>
                  </a:lnTo>
                  <a:lnTo>
                    <a:pt x="40356" y="0"/>
                  </a:lnTo>
                  <a:lnTo>
                    <a:pt x="42707" y="0"/>
                  </a:lnTo>
                  <a:lnTo>
                    <a:pt x="47213" y="2451"/>
                  </a:lnTo>
                  <a:lnTo>
                    <a:pt x="47213" y="4902"/>
                  </a:lnTo>
                  <a:lnTo>
                    <a:pt x="49563" y="9825"/>
                  </a:lnTo>
                  <a:close/>
                </a:path>
                <a:path w="78104" h="321310">
                  <a:moveTo>
                    <a:pt x="40356" y="241898"/>
                  </a:moveTo>
                  <a:lnTo>
                    <a:pt x="77774" y="201084"/>
                  </a:lnTo>
                  <a:lnTo>
                    <a:pt x="40356" y="321057"/>
                  </a:lnTo>
                  <a:lnTo>
                    <a:pt x="0" y="201084"/>
                  </a:lnTo>
                  <a:lnTo>
                    <a:pt x="40356" y="241898"/>
                  </a:lnTo>
                  <a:close/>
                </a:path>
              </a:pathLst>
            </a:custGeom>
            <a:ln w="3175">
              <a:solidFill>
                <a:srgbClr val="993366"/>
              </a:solidFill>
            </a:ln>
          </p:spPr>
          <p:txBody>
            <a:bodyPr wrap="square" lIns="0" tIns="0" rIns="0" bIns="0" rtlCol="0"/>
            <a:lstStyle/>
            <a:p/>
          </p:txBody>
        </p:sp>
        <p:sp>
          <p:nvSpPr>
            <p:cNvPr id="44" name="object 44" descr=""/>
            <p:cNvSpPr/>
            <p:nvPr/>
          </p:nvSpPr>
          <p:spPr>
            <a:xfrm>
              <a:off x="6033831" y="335403"/>
              <a:ext cx="78105" cy="323850"/>
            </a:xfrm>
            <a:custGeom>
              <a:avLst/>
              <a:gdLst/>
              <a:ahLst/>
              <a:cxnLst/>
              <a:rect l="l" t="t" r="r" b="b"/>
              <a:pathLst>
                <a:path w="78104" h="323850">
                  <a:moveTo>
                    <a:pt x="0" y="203475"/>
                  </a:moveTo>
                  <a:lnTo>
                    <a:pt x="40160" y="323448"/>
                  </a:lnTo>
                  <a:lnTo>
                    <a:pt x="62536" y="251704"/>
                  </a:lnTo>
                  <a:lnTo>
                    <a:pt x="35458" y="251704"/>
                  </a:lnTo>
                  <a:lnTo>
                    <a:pt x="32912" y="249312"/>
                  </a:lnTo>
                  <a:lnTo>
                    <a:pt x="30561" y="246921"/>
                  </a:lnTo>
                  <a:lnTo>
                    <a:pt x="30458" y="232646"/>
                  </a:lnTo>
                  <a:lnTo>
                    <a:pt x="0" y="203475"/>
                  </a:lnTo>
                  <a:close/>
                </a:path>
                <a:path w="78104" h="323850">
                  <a:moveTo>
                    <a:pt x="30458" y="232646"/>
                  </a:moveTo>
                  <a:lnTo>
                    <a:pt x="30561" y="246921"/>
                  </a:lnTo>
                  <a:lnTo>
                    <a:pt x="32912" y="249312"/>
                  </a:lnTo>
                  <a:lnTo>
                    <a:pt x="35458" y="251704"/>
                  </a:lnTo>
                  <a:lnTo>
                    <a:pt x="42119" y="251704"/>
                  </a:lnTo>
                  <a:lnTo>
                    <a:pt x="47017" y="249312"/>
                  </a:lnTo>
                  <a:lnTo>
                    <a:pt x="49368" y="246921"/>
                  </a:lnTo>
                  <a:lnTo>
                    <a:pt x="49368" y="241938"/>
                  </a:lnTo>
                  <a:lnTo>
                    <a:pt x="40160" y="241938"/>
                  </a:lnTo>
                  <a:lnTo>
                    <a:pt x="30458" y="232646"/>
                  </a:lnTo>
                  <a:close/>
                </a:path>
                <a:path w="78104" h="323850">
                  <a:moveTo>
                    <a:pt x="77578" y="203475"/>
                  </a:moveTo>
                  <a:lnTo>
                    <a:pt x="49368" y="232474"/>
                  </a:lnTo>
                  <a:lnTo>
                    <a:pt x="49368" y="246921"/>
                  </a:lnTo>
                  <a:lnTo>
                    <a:pt x="47017" y="249312"/>
                  </a:lnTo>
                  <a:lnTo>
                    <a:pt x="42119" y="251704"/>
                  </a:lnTo>
                  <a:lnTo>
                    <a:pt x="62536" y="251704"/>
                  </a:lnTo>
                  <a:lnTo>
                    <a:pt x="77578" y="203475"/>
                  </a:lnTo>
                  <a:close/>
                </a:path>
                <a:path w="78104" h="323850">
                  <a:moveTo>
                    <a:pt x="40160" y="0"/>
                  </a:moveTo>
                  <a:lnTo>
                    <a:pt x="35458" y="2391"/>
                  </a:lnTo>
                  <a:lnTo>
                    <a:pt x="30561" y="7373"/>
                  </a:lnTo>
                  <a:lnTo>
                    <a:pt x="28014" y="12356"/>
                  </a:lnTo>
                  <a:lnTo>
                    <a:pt x="30456" y="232474"/>
                  </a:lnTo>
                  <a:lnTo>
                    <a:pt x="30458" y="232646"/>
                  </a:lnTo>
                  <a:lnTo>
                    <a:pt x="40160" y="241938"/>
                  </a:lnTo>
                  <a:lnTo>
                    <a:pt x="49368" y="232474"/>
                  </a:lnTo>
                  <a:lnTo>
                    <a:pt x="49368" y="12356"/>
                  </a:lnTo>
                  <a:lnTo>
                    <a:pt x="47017" y="7373"/>
                  </a:lnTo>
                  <a:lnTo>
                    <a:pt x="47017" y="4982"/>
                  </a:lnTo>
                  <a:lnTo>
                    <a:pt x="42119" y="2391"/>
                  </a:lnTo>
                  <a:lnTo>
                    <a:pt x="40160" y="0"/>
                  </a:lnTo>
                  <a:close/>
                </a:path>
                <a:path w="78104" h="323850">
                  <a:moveTo>
                    <a:pt x="49368" y="232474"/>
                  </a:moveTo>
                  <a:lnTo>
                    <a:pt x="40160" y="241938"/>
                  </a:lnTo>
                  <a:lnTo>
                    <a:pt x="49368" y="241938"/>
                  </a:lnTo>
                  <a:lnTo>
                    <a:pt x="49368" y="232474"/>
                  </a:lnTo>
                  <a:close/>
                </a:path>
              </a:pathLst>
            </a:custGeom>
            <a:solidFill>
              <a:srgbClr val="993366"/>
            </a:solidFill>
          </p:spPr>
          <p:txBody>
            <a:bodyPr wrap="square" lIns="0" tIns="0" rIns="0" bIns="0" rtlCol="0"/>
            <a:lstStyle/>
            <a:p/>
          </p:txBody>
        </p:sp>
        <p:sp>
          <p:nvSpPr>
            <p:cNvPr id="45" name="object 45" descr=""/>
            <p:cNvSpPr/>
            <p:nvPr/>
          </p:nvSpPr>
          <p:spPr>
            <a:xfrm>
              <a:off x="6033831" y="335403"/>
              <a:ext cx="78105" cy="323850"/>
            </a:xfrm>
            <a:custGeom>
              <a:avLst/>
              <a:gdLst/>
              <a:ahLst/>
              <a:cxnLst/>
              <a:rect l="l" t="t" r="r" b="b"/>
              <a:pathLst>
                <a:path w="78104" h="323850">
                  <a:moveTo>
                    <a:pt x="49368" y="12356"/>
                  </a:moveTo>
                  <a:lnTo>
                    <a:pt x="49368" y="241938"/>
                  </a:lnTo>
                  <a:lnTo>
                    <a:pt x="49368" y="246921"/>
                  </a:lnTo>
                  <a:lnTo>
                    <a:pt x="47017" y="249312"/>
                  </a:lnTo>
                  <a:lnTo>
                    <a:pt x="42119" y="251704"/>
                  </a:lnTo>
                  <a:lnTo>
                    <a:pt x="40160" y="251704"/>
                  </a:lnTo>
                  <a:lnTo>
                    <a:pt x="35458" y="251704"/>
                  </a:lnTo>
                  <a:lnTo>
                    <a:pt x="32912" y="249312"/>
                  </a:lnTo>
                  <a:lnTo>
                    <a:pt x="30561" y="246921"/>
                  </a:lnTo>
                  <a:lnTo>
                    <a:pt x="30561" y="241938"/>
                  </a:lnTo>
                  <a:lnTo>
                    <a:pt x="28014" y="12356"/>
                  </a:lnTo>
                  <a:lnTo>
                    <a:pt x="30561" y="7373"/>
                  </a:lnTo>
                  <a:lnTo>
                    <a:pt x="32912" y="4982"/>
                  </a:lnTo>
                  <a:lnTo>
                    <a:pt x="35458" y="2391"/>
                  </a:lnTo>
                  <a:lnTo>
                    <a:pt x="40160" y="0"/>
                  </a:lnTo>
                  <a:lnTo>
                    <a:pt x="42119" y="2391"/>
                  </a:lnTo>
                  <a:lnTo>
                    <a:pt x="47017" y="4982"/>
                  </a:lnTo>
                  <a:lnTo>
                    <a:pt x="47017" y="7373"/>
                  </a:lnTo>
                  <a:lnTo>
                    <a:pt x="49368" y="12356"/>
                  </a:lnTo>
                  <a:close/>
                </a:path>
                <a:path w="78104" h="323850">
                  <a:moveTo>
                    <a:pt x="40160" y="241938"/>
                  </a:moveTo>
                  <a:lnTo>
                    <a:pt x="77578" y="203475"/>
                  </a:lnTo>
                  <a:lnTo>
                    <a:pt x="40160" y="323448"/>
                  </a:lnTo>
                  <a:lnTo>
                    <a:pt x="0" y="203475"/>
                  </a:lnTo>
                  <a:lnTo>
                    <a:pt x="40160" y="241938"/>
                  </a:lnTo>
                  <a:close/>
                </a:path>
              </a:pathLst>
            </a:custGeom>
            <a:ln w="3175">
              <a:solidFill>
                <a:srgbClr val="993366"/>
              </a:solidFill>
            </a:ln>
          </p:spPr>
          <p:txBody>
            <a:bodyPr wrap="square" lIns="0" tIns="0" rIns="0" bIns="0" rtlCol="0"/>
            <a:lstStyle/>
            <a:p/>
          </p:txBody>
        </p:sp>
        <p:sp>
          <p:nvSpPr>
            <p:cNvPr id="46" name="object 46" descr=""/>
            <p:cNvSpPr/>
            <p:nvPr/>
          </p:nvSpPr>
          <p:spPr>
            <a:xfrm>
              <a:off x="3601162" y="2524371"/>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CCFFFF"/>
            </a:solidFill>
          </p:spPr>
          <p:txBody>
            <a:bodyPr wrap="square" lIns="0" tIns="0" rIns="0" bIns="0" rtlCol="0"/>
            <a:lstStyle/>
            <a:p/>
          </p:txBody>
        </p:sp>
        <p:sp>
          <p:nvSpPr>
            <p:cNvPr id="47" name="object 47" descr=""/>
            <p:cNvSpPr/>
            <p:nvPr/>
          </p:nvSpPr>
          <p:spPr>
            <a:xfrm>
              <a:off x="3601162" y="2524371"/>
              <a:ext cx="1058545" cy="311785"/>
            </a:xfrm>
            <a:custGeom>
              <a:avLst/>
              <a:gdLst/>
              <a:ahLst/>
              <a:cxnLst/>
              <a:rect l="l" t="t" r="r" b="b"/>
              <a:pathLst>
                <a:path w="1058545" h="311785">
                  <a:moveTo>
                    <a:pt x="0" y="311730"/>
                  </a:moveTo>
                  <a:lnTo>
                    <a:pt x="1058356" y="311730"/>
                  </a:lnTo>
                  <a:lnTo>
                    <a:pt x="1058356" y="0"/>
                  </a:lnTo>
                  <a:lnTo>
                    <a:pt x="0" y="0"/>
                  </a:lnTo>
                  <a:lnTo>
                    <a:pt x="0" y="311730"/>
                  </a:lnTo>
                  <a:close/>
                </a:path>
              </a:pathLst>
            </a:custGeom>
            <a:ln w="14296">
              <a:solidFill>
                <a:srgbClr val="000000"/>
              </a:solidFill>
            </a:ln>
          </p:spPr>
          <p:txBody>
            <a:bodyPr wrap="square" lIns="0" tIns="0" rIns="0" bIns="0" rtlCol="0"/>
            <a:lstStyle/>
            <a:p/>
          </p:txBody>
        </p:sp>
        <p:sp>
          <p:nvSpPr>
            <p:cNvPr id="48" name="object 48" descr=""/>
            <p:cNvSpPr/>
            <p:nvPr/>
          </p:nvSpPr>
          <p:spPr>
            <a:xfrm>
              <a:off x="3601162" y="314745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CCFFFF"/>
            </a:solidFill>
          </p:spPr>
          <p:txBody>
            <a:bodyPr wrap="square" lIns="0" tIns="0" rIns="0" bIns="0" rtlCol="0"/>
            <a:lstStyle/>
            <a:p/>
          </p:txBody>
        </p:sp>
        <p:sp>
          <p:nvSpPr>
            <p:cNvPr id="49" name="object 49" descr=""/>
            <p:cNvSpPr/>
            <p:nvPr/>
          </p:nvSpPr>
          <p:spPr>
            <a:xfrm>
              <a:off x="3601162" y="3147453"/>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50" name="object 50" descr=""/>
            <p:cNvSpPr/>
            <p:nvPr/>
          </p:nvSpPr>
          <p:spPr>
            <a:xfrm>
              <a:off x="3601162" y="3770436"/>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CCFFFF"/>
            </a:solidFill>
          </p:spPr>
          <p:txBody>
            <a:bodyPr wrap="square" lIns="0" tIns="0" rIns="0" bIns="0" rtlCol="0"/>
            <a:lstStyle/>
            <a:p/>
          </p:txBody>
        </p:sp>
        <p:sp>
          <p:nvSpPr>
            <p:cNvPr id="51" name="object 51" descr=""/>
            <p:cNvSpPr/>
            <p:nvPr/>
          </p:nvSpPr>
          <p:spPr>
            <a:xfrm>
              <a:off x="3601162" y="3770436"/>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52" name="object 52" descr=""/>
            <p:cNvSpPr/>
            <p:nvPr/>
          </p:nvSpPr>
          <p:spPr>
            <a:xfrm>
              <a:off x="3601162" y="4392820"/>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CCFFFF"/>
            </a:solidFill>
          </p:spPr>
          <p:txBody>
            <a:bodyPr wrap="square" lIns="0" tIns="0" rIns="0" bIns="0" rtlCol="0"/>
            <a:lstStyle/>
            <a:p/>
          </p:txBody>
        </p:sp>
        <p:sp>
          <p:nvSpPr>
            <p:cNvPr id="53" name="object 53" descr=""/>
            <p:cNvSpPr/>
            <p:nvPr/>
          </p:nvSpPr>
          <p:spPr>
            <a:xfrm>
              <a:off x="3601162" y="4392820"/>
              <a:ext cx="1058545" cy="311785"/>
            </a:xfrm>
            <a:custGeom>
              <a:avLst/>
              <a:gdLst/>
              <a:ahLst/>
              <a:cxnLst/>
              <a:rect l="l" t="t" r="r" b="b"/>
              <a:pathLst>
                <a:path w="1058545" h="311785">
                  <a:moveTo>
                    <a:pt x="0" y="311730"/>
                  </a:moveTo>
                  <a:lnTo>
                    <a:pt x="1058356" y="311730"/>
                  </a:lnTo>
                  <a:lnTo>
                    <a:pt x="1058356" y="0"/>
                  </a:lnTo>
                  <a:lnTo>
                    <a:pt x="0" y="0"/>
                  </a:lnTo>
                  <a:lnTo>
                    <a:pt x="0" y="311730"/>
                  </a:lnTo>
                  <a:close/>
                </a:path>
              </a:pathLst>
            </a:custGeom>
            <a:ln w="14296">
              <a:solidFill>
                <a:srgbClr val="000000"/>
              </a:solidFill>
            </a:ln>
          </p:spPr>
          <p:txBody>
            <a:bodyPr wrap="square" lIns="0" tIns="0" rIns="0" bIns="0" rtlCol="0"/>
            <a:lstStyle/>
            <a:p/>
          </p:txBody>
        </p:sp>
        <p:sp>
          <p:nvSpPr>
            <p:cNvPr id="54" name="object 54" descr=""/>
            <p:cNvSpPr/>
            <p:nvPr/>
          </p:nvSpPr>
          <p:spPr>
            <a:xfrm>
              <a:off x="3601162" y="501580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CCFFFF"/>
            </a:solidFill>
          </p:spPr>
          <p:txBody>
            <a:bodyPr wrap="square" lIns="0" tIns="0" rIns="0" bIns="0" rtlCol="0"/>
            <a:lstStyle/>
            <a:p/>
          </p:txBody>
        </p:sp>
        <p:sp>
          <p:nvSpPr>
            <p:cNvPr id="55" name="object 55" descr=""/>
            <p:cNvSpPr/>
            <p:nvPr/>
          </p:nvSpPr>
          <p:spPr>
            <a:xfrm>
              <a:off x="3601162" y="5015803"/>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grpSp>
      <p:sp>
        <p:nvSpPr>
          <p:cNvPr id="56" name="object 56" descr=""/>
          <p:cNvSpPr txBox="1"/>
          <p:nvPr/>
        </p:nvSpPr>
        <p:spPr>
          <a:xfrm>
            <a:off x="3601162" y="1278904"/>
            <a:ext cx="1058545" cy="311785"/>
          </a:xfrm>
          <a:prstGeom prst="rect">
            <a:avLst/>
          </a:prstGeom>
          <a:solidFill>
            <a:srgbClr val="CCFFFF"/>
          </a:solidFill>
          <a:ln w="14297">
            <a:solidFill>
              <a:srgbClr val="000000"/>
            </a:solidFill>
          </a:ln>
        </p:spPr>
        <p:txBody>
          <a:bodyPr wrap="square" lIns="0" tIns="37465" rIns="0" bIns="0" rtlCol="0" vert="horz">
            <a:spAutoFit/>
          </a:bodyPr>
          <a:lstStyle/>
          <a:p>
            <a:pPr marL="192405">
              <a:lnSpc>
                <a:spcPct val="100000"/>
              </a:lnSpc>
              <a:spcBef>
                <a:spcPts val="295"/>
              </a:spcBef>
            </a:pPr>
            <a:r>
              <a:rPr dirty="0" sz="1400" spc="-25">
                <a:latin typeface="宋体"/>
                <a:cs typeface="宋体"/>
              </a:rPr>
              <a:t>求 阶 差</a:t>
            </a:r>
            <a:endParaRPr sz="1400">
              <a:latin typeface="宋体"/>
              <a:cs typeface="宋体"/>
            </a:endParaRPr>
          </a:p>
        </p:txBody>
      </p:sp>
      <p:sp>
        <p:nvSpPr>
          <p:cNvPr id="57" name="object 57" descr=""/>
          <p:cNvSpPr txBox="1"/>
          <p:nvPr/>
        </p:nvSpPr>
        <p:spPr>
          <a:xfrm>
            <a:off x="3601162" y="1901389"/>
            <a:ext cx="1058545" cy="311785"/>
          </a:xfrm>
          <a:prstGeom prst="rect">
            <a:avLst/>
          </a:prstGeom>
          <a:solidFill>
            <a:srgbClr val="CCFFFF"/>
          </a:solidFill>
          <a:ln w="14297">
            <a:solidFill>
              <a:srgbClr val="000000"/>
            </a:solidFill>
          </a:ln>
        </p:spPr>
        <p:txBody>
          <a:bodyPr wrap="square" lIns="0" tIns="38100" rIns="0" bIns="0" rtlCol="0" vert="horz">
            <a:spAutoFit/>
          </a:bodyPr>
          <a:lstStyle/>
          <a:p>
            <a:pPr marL="175895">
              <a:lnSpc>
                <a:spcPct val="100000"/>
              </a:lnSpc>
              <a:spcBef>
                <a:spcPts val="300"/>
              </a:spcBef>
              <a:tabLst>
                <a:tab pos="707390" algn="l"/>
              </a:tabLst>
            </a:pPr>
            <a:r>
              <a:rPr dirty="0" sz="1400" spc="-50">
                <a:latin typeface="宋体"/>
                <a:cs typeface="宋体"/>
              </a:rPr>
              <a:t>对</a:t>
            </a:r>
            <a:r>
              <a:rPr dirty="0" sz="1400">
                <a:latin typeface="宋体"/>
                <a:cs typeface="宋体"/>
              </a:rPr>
              <a:t>	</a:t>
            </a:r>
            <a:r>
              <a:rPr dirty="0" sz="1400" spc="-50">
                <a:latin typeface="宋体"/>
                <a:cs typeface="宋体"/>
              </a:rPr>
              <a:t>阶</a:t>
            </a:r>
            <a:endParaRPr sz="1400">
              <a:latin typeface="宋体"/>
              <a:cs typeface="宋体"/>
            </a:endParaRPr>
          </a:p>
        </p:txBody>
      </p:sp>
      <p:sp>
        <p:nvSpPr>
          <p:cNvPr id="58" name="object 58" descr=""/>
          <p:cNvSpPr txBox="1"/>
          <p:nvPr/>
        </p:nvSpPr>
        <p:spPr>
          <a:xfrm>
            <a:off x="3781115" y="2547360"/>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相</a:t>
            </a:r>
            <a:r>
              <a:rPr dirty="0" sz="1400">
                <a:latin typeface="宋体"/>
                <a:cs typeface="宋体"/>
              </a:rPr>
              <a:t>	</a:t>
            </a:r>
            <a:r>
              <a:rPr dirty="0" sz="1400" spc="-50">
                <a:latin typeface="宋体"/>
                <a:cs typeface="宋体"/>
              </a:rPr>
              <a:t>加</a:t>
            </a:r>
            <a:endParaRPr sz="1400">
              <a:latin typeface="宋体"/>
              <a:cs typeface="宋体"/>
            </a:endParaRPr>
          </a:p>
        </p:txBody>
      </p:sp>
      <p:sp>
        <p:nvSpPr>
          <p:cNvPr id="59" name="object 59" descr=""/>
          <p:cNvSpPr txBox="1"/>
          <p:nvPr/>
        </p:nvSpPr>
        <p:spPr>
          <a:xfrm>
            <a:off x="3868469" y="3169944"/>
            <a:ext cx="558165" cy="241935"/>
          </a:xfrm>
          <a:prstGeom prst="rect">
            <a:avLst/>
          </a:prstGeom>
        </p:spPr>
        <p:txBody>
          <a:bodyPr wrap="square" lIns="0" tIns="14604" rIns="0" bIns="0" rtlCol="0" vert="horz">
            <a:spAutoFit/>
          </a:bodyPr>
          <a:lstStyle/>
          <a:p>
            <a:pPr marL="12700">
              <a:lnSpc>
                <a:spcPct val="100000"/>
              </a:lnSpc>
              <a:spcBef>
                <a:spcPts val="114"/>
              </a:spcBef>
            </a:pPr>
            <a:r>
              <a:rPr dirty="0" sz="1400" spc="-30">
                <a:latin typeface="宋体"/>
                <a:cs typeface="宋体"/>
              </a:rPr>
              <a:t>规格化</a:t>
            </a:r>
            <a:endParaRPr sz="1400">
              <a:latin typeface="宋体"/>
              <a:cs typeface="宋体"/>
            </a:endParaRPr>
          </a:p>
        </p:txBody>
      </p:sp>
      <p:sp>
        <p:nvSpPr>
          <p:cNvPr id="60" name="object 60" descr=""/>
          <p:cNvSpPr txBox="1"/>
          <p:nvPr/>
        </p:nvSpPr>
        <p:spPr>
          <a:xfrm>
            <a:off x="3795200" y="3792727"/>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相</a:t>
            </a:r>
            <a:r>
              <a:rPr dirty="0" sz="1400">
                <a:latin typeface="宋体"/>
                <a:cs typeface="宋体"/>
              </a:rPr>
              <a:t>	</a:t>
            </a:r>
            <a:r>
              <a:rPr dirty="0" sz="1400" spc="-50">
                <a:latin typeface="宋体"/>
                <a:cs typeface="宋体"/>
              </a:rPr>
              <a:t>乘</a:t>
            </a:r>
            <a:endParaRPr sz="1400">
              <a:latin typeface="宋体"/>
              <a:cs typeface="宋体"/>
            </a:endParaRPr>
          </a:p>
        </p:txBody>
      </p:sp>
      <p:sp>
        <p:nvSpPr>
          <p:cNvPr id="61" name="object 61" descr=""/>
          <p:cNvSpPr txBox="1"/>
          <p:nvPr/>
        </p:nvSpPr>
        <p:spPr>
          <a:xfrm>
            <a:off x="3795200" y="4415790"/>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累</a:t>
            </a:r>
            <a:r>
              <a:rPr dirty="0" sz="1400">
                <a:latin typeface="宋体"/>
                <a:cs typeface="宋体"/>
              </a:rPr>
              <a:t>	</a:t>
            </a:r>
            <a:r>
              <a:rPr dirty="0" sz="1400" spc="-50">
                <a:latin typeface="宋体"/>
                <a:cs typeface="宋体"/>
              </a:rPr>
              <a:t>加</a:t>
            </a:r>
            <a:endParaRPr sz="1400">
              <a:latin typeface="宋体"/>
              <a:cs typeface="宋体"/>
            </a:endParaRPr>
          </a:p>
        </p:txBody>
      </p:sp>
      <p:sp>
        <p:nvSpPr>
          <p:cNvPr id="62" name="object 62" descr=""/>
          <p:cNvSpPr txBox="1"/>
          <p:nvPr/>
        </p:nvSpPr>
        <p:spPr>
          <a:xfrm>
            <a:off x="3795200" y="5038274"/>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输</a:t>
            </a:r>
            <a:r>
              <a:rPr dirty="0" sz="1400">
                <a:latin typeface="宋体"/>
                <a:cs typeface="宋体"/>
              </a:rPr>
              <a:t>	</a:t>
            </a:r>
            <a:r>
              <a:rPr dirty="0" sz="1400" spc="-50">
                <a:latin typeface="宋体"/>
                <a:cs typeface="宋体"/>
              </a:rPr>
              <a:t>出</a:t>
            </a:r>
            <a:endParaRPr sz="1400">
              <a:latin typeface="宋体"/>
              <a:cs typeface="宋体"/>
            </a:endParaRPr>
          </a:p>
        </p:txBody>
      </p:sp>
      <p:sp>
        <p:nvSpPr>
          <p:cNvPr id="63" name="object 63" descr=""/>
          <p:cNvSpPr txBox="1"/>
          <p:nvPr/>
        </p:nvSpPr>
        <p:spPr>
          <a:xfrm>
            <a:off x="3266257" y="68339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1</a:t>
            </a:r>
            <a:endParaRPr sz="1400">
              <a:latin typeface="Times New Roman"/>
              <a:cs typeface="Times New Roman"/>
            </a:endParaRPr>
          </a:p>
        </p:txBody>
      </p:sp>
      <p:sp>
        <p:nvSpPr>
          <p:cNvPr id="64" name="object 64" descr=""/>
          <p:cNvSpPr txBox="1"/>
          <p:nvPr/>
        </p:nvSpPr>
        <p:spPr>
          <a:xfrm>
            <a:off x="3266257" y="13063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2</a:t>
            </a:r>
            <a:endParaRPr sz="1400">
              <a:latin typeface="Times New Roman"/>
              <a:cs typeface="Times New Roman"/>
            </a:endParaRPr>
          </a:p>
        </p:txBody>
      </p:sp>
      <p:sp>
        <p:nvSpPr>
          <p:cNvPr id="65" name="object 65" descr=""/>
          <p:cNvSpPr txBox="1"/>
          <p:nvPr/>
        </p:nvSpPr>
        <p:spPr>
          <a:xfrm>
            <a:off x="3266257" y="1929360"/>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3</a:t>
            </a:r>
            <a:endParaRPr sz="1400">
              <a:latin typeface="Times New Roman"/>
              <a:cs typeface="Times New Roman"/>
            </a:endParaRPr>
          </a:p>
        </p:txBody>
      </p:sp>
      <p:sp>
        <p:nvSpPr>
          <p:cNvPr id="66" name="object 66" descr=""/>
          <p:cNvSpPr txBox="1"/>
          <p:nvPr/>
        </p:nvSpPr>
        <p:spPr>
          <a:xfrm>
            <a:off x="3266257" y="255174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4</a:t>
            </a:r>
            <a:endParaRPr sz="1400">
              <a:latin typeface="Times New Roman"/>
              <a:cs typeface="Times New Roman"/>
            </a:endParaRPr>
          </a:p>
        </p:txBody>
      </p:sp>
      <p:sp>
        <p:nvSpPr>
          <p:cNvPr id="67" name="object 67" descr=""/>
          <p:cNvSpPr txBox="1"/>
          <p:nvPr/>
        </p:nvSpPr>
        <p:spPr>
          <a:xfrm>
            <a:off x="3265779" y="3775493"/>
            <a:ext cx="129539" cy="280035"/>
          </a:xfrm>
          <a:prstGeom prst="rect">
            <a:avLst/>
          </a:prstGeom>
        </p:spPr>
        <p:txBody>
          <a:bodyPr wrap="square" lIns="0" tIns="14604" rIns="0" bIns="0" rtlCol="0" vert="horz">
            <a:spAutoFit/>
          </a:bodyPr>
          <a:lstStyle/>
          <a:p>
            <a:pPr marL="12700">
              <a:lnSpc>
                <a:spcPct val="100000"/>
              </a:lnSpc>
              <a:spcBef>
                <a:spcPts val="114"/>
              </a:spcBef>
            </a:pPr>
            <a:r>
              <a:rPr dirty="0" sz="1650" spc="-50" b="1">
                <a:solidFill>
                  <a:srgbClr val="0000FF"/>
                </a:solidFill>
                <a:latin typeface="Times New Roman"/>
                <a:cs typeface="Times New Roman"/>
              </a:rPr>
              <a:t>6</a:t>
            </a:r>
            <a:endParaRPr sz="1650">
              <a:latin typeface="Times New Roman"/>
              <a:cs typeface="Times New Roman"/>
            </a:endParaRPr>
          </a:p>
        </p:txBody>
      </p:sp>
      <p:sp>
        <p:nvSpPr>
          <p:cNvPr id="68" name="object 68" descr=""/>
          <p:cNvSpPr txBox="1"/>
          <p:nvPr/>
        </p:nvSpPr>
        <p:spPr>
          <a:xfrm>
            <a:off x="3266257" y="317472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5</a:t>
            </a:r>
            <a:endParaRPr sz="1400">
              <a:latin typeface="Times New Roman"/>
              <a:cs typeface="Times New Roman"/>
            </a:endParaRPr>
          </a:p>
        </p:txBody>
      </p:sp>
      <p:sp>
        <p:nvSpPr>
          <p:cNvPr id="69" name="object 69" descr=""/>
          <p:cNvSpPr txBox="1"/>
          <p:nvPr/>
        </p:nvSpPr>
        <p:spPr>
          <a:xfrm>
            <a:off x="3266257" y="4420214"/>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7</a:t>
            </a:r>
            <a:endParaRPr sz="1400">
              <a:latin typeface="Times New Roman"/>
              <a:cs typeface="Times New Roman"/>
            </a:endParaRPr>
          </a:p>
        </p:txBody>
      </p:sp>
      <p:sp>
        <p:nvSpPr>
          <p:cNvPr id="70" name="object 70" descr=""/>
          <p:cNvSpPr txBox="1"/>
          <p:nvPr/>
        </p:nvSpPr>
        <p:spPr>
          <a:xfrm>
            <a:off x="3266257" y="50431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8</a:t>
            </a:r>
            <a:endParaRPr sz="1400">
              <a:latin typeface="Times New Roman"/>
              <a:cs typeface="Times New Roman"/>
            </a:endParaRPr>
          </a:p>
        </p:txBody>
      </p:sp>
      <p:sp>
        <p:nvSpPr>
          <p:cNvPr id="71" name="object 71" descr=""/>
          <p:cNvSpPr txBox="1"/>
          <p:nvPr/>
        </p:nvSpPr>
        <p:spPr>
          <a:xfrm>
            <a:off x="3601162" y="655922"/>
            <a:ext cx="1058545" cy="311785"/>
          </a:xfrm>
          <a:prstGeom prst="rect">
            <a:avLst/>
          </a:prstGeom>
          <a:solidFill>
            <a:srgbClr val="CCFFFF"/>
          </a:solidFill>
          <a:ln w="14297">
            <a:solidFill>
              <a:srgbClr val="000000"/>
            </a:solidFill>
          </a:ln>
        </p:spPr>
        <p:txBody>
          <a:bodyPr wrap="square" lIns="0" tIns="38100" rIns="0" bIns="0" rtlCol="0" vert="horz">
            <a:spAutoFit/>
          </a:bodyPr>
          <a:lstStyle/>
          <a:p>
            <a:pPr marL="192405">
              <a:lnSpc>
                <a:spcPct val="100000"/>
              </a:lnSpc>
              <a:spcBef>
                <a:spcPts val="300"/>
              </a:spcBef>
              <a:tabLst>
                <a:tab pos="635000" algn="l"/>
              </a:tabLst>
            </a:pPr>
            <a:r>
              <a:rPr dirty="0" sz="1400" spc="-50">
                <a:latin typeface="宋体"/>
                <a:cs typeface="宋体"/>
              </a:rPr>
              <a:t>输</a:t>
            </a:r>
            <a:r>
              <a:rPr dirty="0" sz="1400">
                <a:latin typeface="宋体"/>
                <a:cs typeface="宋体"/>
              </a:rPr>
              <a:t>	</a:t>
            </a:r>
            <a:r>
              <a:rPr dirty="0" sz="1400" spc="-50">
                <a:latin typeface="宋体"/>
                <a:cs typeface="宋体"/>
              </a:rPr>
              <a:t>入</a:t>
            </a:r>
            <a:endParaRPr sz="1400">
              <a:latin typeface="宋体"/>
              <a:cs typeface="宋体"/>
            </a:endParaRPr>
          </a:p>
        </p:txBody>
      </p:sp>
      <p:grpSp>
        <p:nvGrpSpPr>
          <p:cNvPr id="72" name="object 72" descr=""/>
          <p:cNvGrpSpPr/>
          <p:nvPr/>
        </p:nvGrpSpPr>
        <p:grpSpPr>
          <a:xfrm>
            <a:off x="5534569" y="648773"/>
            <a:ext cx="3013710" cy="4685665"/>
            <a:chOff x="5534569" y="648773"/>
            <a:chExt cx="3013710" cy="4685665"/>
          </a:xfrm>
        </p:grpSpPr>
        <p:sp>
          <p:nvSpPr>
            <p:cNvPr id="73" name="object 73" descr=""/>
            <p:cNvSpPr/>
            <p:nvPr/>
          </p:nvSpPr>
          <p:spPr>
            <a:xfrm>
              <a:off x="5541718" y="2524371"/>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CCFFCC"/>
            </a:solidFill>
          </p:spPr>
          <p:txBody>
            <a:bodyPr wrap="square" lIns="0" tIns="0" rIns="0" bIns="0" rtlCol="0"/>
            <a:lstStyle/>
            <a:p/>
          </p:txBody>
        </p:sp>
        <p:sp>
          <p:nvSpPr>
            <p:cNvPr id="74" name="object 74" descr=""/>
            <p:cNvSpPr/>
            <p:nvPr/>
          </p:nvSpPr>
          <p:spPr>
            <a:xfrm>
              <a:off x="5541718" y="2524371"/>
              <a:ext cx="1058545" cy="311785"/>
            </a:xfrm>
            <a:custGeom>
              <a:avLst/>
              <a:gdLst/>
              <a:ahLst/>
              <a:cxnLst/>
              <a:rect l="l" t="t" r="r" b="b"/>
              <a:pathLst>
                <a:path w="1058545" h="311785">
                  <a:moveTo>
                    <a:pt x="0" y="311730"/>
                  </a:moveTo>
                  <a:lnTo>
                    <a:pt x="1058356" y="311730"/>
                  </a:lnTo>
                  <a:lnTo>
                    <a:pt x="1058356" y="0"/>
                  </a:lnTo>
                  <a:lnTo>
                    <a:pt x="0" y="0"/>
                  </a:lnTo>
                  <a:lnTo>
                    <a:pt x="0" y="311730"/>
                  </a:lnTo>
                  <a:close/>
                </a:path>
              </a:pathLst>
            </a:custGeom>
            <a:ln w="14296">
              <a:solidFill>
                <a:srgbClr val="000000"/>
              </a:solidFill>
            </a:ln>
          </p:spPr>
          <p:txBody>
            <a:bodyPr wrap="square" lIns="0" tIns="0" rIns="0" bIns="0" rtlCol="0"/>
            <a:lstStyle/>
            <a:p/>
          </p:txBody>
        </p:sp>
        <p:sp>
          <p:nvSpPr>
            <p:cNvPr id="75" name="object 75" descr=""/>
            <p:cNvSpPr/>
            <p:nvPr/>
          </p:nvSpPr>
          <p:spPr>
            <a:xfrm>
              <a:off x="5541718" y="314745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CCFFCC"/>
            </a:solidFill>
          </p:spPr>
          <p:txBody>
            <a:bodyPr wrap="square" lIns="0" tIns="0" rIns="0" bIns="0" rtlCol="0"/>
            <a:lstStyle/>
            <a:p/>
          </p:txBody>
        </p:sp>
        <p:sp>
          <p:nvSpPr>
            <p:cNvPr id="76" name="object 76" descr=""/>
            <p:cNvSpPr/>
            <p:nvPr/>
          </p:nvSpPr>
          <p:spPr>
            <a:xfrm>
              <a:off x="5541718" y="3147453"/>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77" name="object 77" descr=""/>
            <p:cNvSpPr/>
            <p:nvPr/>
          </p:nvSpPr>
          <p:spPr>
            <a:xfrm>
              <a:off x="5541718" y="501580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CCFFCC"/>
            </a:solidFill>
          </p:spPr>
          <p:txBody>
            <a:bodyPr wrap="square" lIns="0" tIns="0" rIns="0" bIns="0" rtlCol="0"/>
            <a:lstStyle/>
            <a:p/>
          </p:txBody>
        </p:sp>
        <p:sp>
          <p:nvSpPr>
            <p:cNvPr id="78" name="object 78" descr=""/>
            <p:cNvSpPr/>
            <p:nvPr/>
          </p:nvSpPr>
          <p:spPr>
            <a:xfrm>
              <a:off x="5541718" y="5015803"/>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79" name="object 79" descr=""/>
            <p:cNvSpPr/>
            <p:nvPr/>
          </p:nvSpPr>
          <p:spPr>
            <a:xfrm>
              <a:off x="7482352" y="5015803"/>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FFFF99"/>
            </a:solidFill>
          </p:spPr>
          <p:txBody>
            <a:bodyPr wrap="square" lIns="0" tIns="0" rIns="0" bIns="0" rtlCol="0"/>
            <a:lstStyle/>
            <a:p/>
          </p:txBody>
        </p:sp>
        <p:sp>
          <p:nvSpPr>
            <p:cNvPr id="80" name="object 80" descr=""/>
            <p:cNvSpPr/>
            <p:nvPr/>
          </p:nvSpPr>
          <p:spPr>
            <a:xfrm>
              <a:off x="7482352" y="5015803"/>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81" name="object 81" descr=""/>
            <p:cNvSpPr/>
            <p:nvPr/>
          </p:nvSpPr>
          <p:spPr>
            <a:xfrm>
              <a:off x="7482352" y="4392820"/>
              <a:ext cx="1058545" cy="311785"/>
            </a:xfrm>
            <a:custGeom>
              <a:avLst/>
              <a:gdLst/>
              <a:ahLst/>
              <a:cxnLst/>
              <a:rect l="l" t="t" r="r" b="b"/>
              <a:pathLst>
                <a:path w="1058545" h="311785">
                  <a:moveTo>
                    <a:pt x="1058356" y="0"/>
                  </a:moveTo>
                  <a:lnTo>
                    <a:pt x="0" y="0"/>
                  </a:lnTo>
                  <a:lnTo>
                    <a:pt x="0" y="311730"/>
                  </a:lnTo>
                  <a:lnTo>
                    <a:pt x="1058356" y="311730"/>
                  </a:lnTo>
                  <a:lnTo>
                    <a:pt x="1058356" y="0"/>
                  </a:lnTo>
                  <a:close/>
                </a:path>
              </a:pathLst>
            </a:custGeom>
            <a:solidFill>
              <a:srgbClr val="FFFF99"/>
            </a:solidFill>
          </p:spPr>
          <p:txBody>
            <a:bodyPr wrap="square" lIns="0" tIns="0" rIns="0" bIns="0" rtlCol="0"/>
            <a:lstStyle/>
            <a:p/>
          </p:txBody>
        </p:sp>
        <p:sp>
          <p:nvSpPr>
            <p:cNvPr id="82" name="object 82" descr=""/>
            <p:cNvSpPr/>
            <p:nvPr/>
          </p:nvSpPr>
          <p:spPr>
            <a:xfrm>
              <a:off x="7482352" y="4392820"/>
              <a:ext cx="1058545" cy="311785"/>
            </a:xfrm>
            <a:custGeom>
              <a:avLst/>
              <a:gdLst/>
              <a:ahLst/>
              <a:cxnLst/>
              <a:rect l="l" t="t" r="r" b="b"/>
              <a:pathLst>
                <a:path w="1058545" h="311785">
                  <a:moveTo>
                    <a:pt x="0" y="311730"/>
                  </a:moveTo>
                  <a:lnTo>
                    <a:pt x="1058356" y="311730"/>
                  </a:lnTo>
                  <a:lnTo>
                    <a:pt x="1058356" y="0"/>
                  </a:lnTo>
                  <a:lnTo>
                    <a:pt x="0" y="0"/>
                  </a:lnTo>
                  <a:lnTo>
                    <a:pt x="0" y="311730"/>
                  </a:lnTo>
                  <a:close/>
                </a:path>
              </a:pathLst>
            </a:custGeom>
            <a:ln w="14296">
              <a:solidFill>
                <a:srgbClr val="000000"/>
              </a:solidFill>
            </a:ln>
          </p:spPr>
          <p:txBody>
            <a:bodyPr wrap="square" lIns="0" tIns="0" rIns="0" bIns="0" rtlCol="0"/>
            <a:lstStyle/>
            <a:p/>
          </p:txBody>
        </p:sp>
        <p:sp>
          <p:nvSpPr>
            <p:cNvPr id="83" name="object 83" descr=""/>
            <p:cNvSpPr/>
            <p:nvPr/>
          </p:nvSpPr>
          <p:spPr>
            <a:xfrm>
              <a:off x="7482352" y="3770436"/>
              <a:ext cx="1058545" cy="311785"/>
            </a:xfrm>
            <a:custGeom>
              <a:avLst/>
              <a:gdLst/>
              <a:ahLst/>
              <a:cxnLst/>
              <a:rect l="l" t="t" r="r" b="b"/>
              <a:pathLst>
                <a:path w="1058545" h="311785">
                  <a:moveTo>
                    <a:pt x="1058356" y="0"/>
                  </a:moveTo>
                  <a:lnTo>
                    <a:pt x="0" y="0"/>
                  </a:lnTo>
                  <a:lnTo>
                    <a:pt x="0" y="311232"/>
                  </a:lnTo>
                  <a:lnTo>
                    <a:pt x="1058356" y="311232"/>
                  </a:lnTo>
                  <a:lnTo>
                    <a:pt x="1058356" y="0"/>
                  </a:lnTo>
                  <a:close/>
                </a:path>
              </a:pathLst>
            </a:custGeom>
            <a:solidFill>
              <a:srgbClr val="FFFF99"/>
            </a:solidFill>
          </p:spPr>
          <p:txBody>
            <a:bodyPr wrap="square" lIns="0" tIns="0" rIns="0" bIns="0" rtlCol="0"/>
            <a:lstStyle/>
            <a:p/>
          </p:txBody>
        </p:sp>
        <p:sp>
          <p:nvSpPr>
            <p:cNvPr id="84" name="object 84" descr=""/>
            <p:cNvSpPr/>
            <p:nvPr/>
          </p:nvSpPr>
          <p:spPr>
            <a:xfrm>
              <a:off x="7482352" y="3770436"/>
              <a:ext cx="1058545" cy="311785"/>
            </a:xfrm>
            <a:custGeom>
              <a:avLst/>
              <a:gdLst/>
              <a:ahLst/>
              <a:cxnLst/>
              <a:rect l="l" t="t" r="r" b="b"/>
              <a:pathLst>
                <a:path w="1058545" h="311785">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sp>
          <p:nvSpPr>
            <p:cNvPr id="85" name="object 85" descr=""/>
            <p:cNvSpPr/>
            <p:nvPr/>
          </p:nvSpPr>
          <p:spPr>
            <a:xfrm>
              <a:off x="7482352" y="655922"/>
              <a:ext cx="1058545" cy="311785"/>
            </a:xfrm>
            <a:custGeom>
              <a:avLst/>
              <a:gdLst/>
              <a:ahLst/>
              <a:cxnLst/>
              <a:rect l="l" t="t" r="r" b="b"/>
              <a:pathLst>
                <a:path w="1058545" h="311784">
                  <a:moveTo>
                    <a:pt x="1058356" y="0"/>
                  </a:moveTo>
                  <a:lnTo>
                    <a:pt x="0" y="0"/>
                  </a:lnTo>
                  <a:lnTo>
                    <a:pt x="0" y="311232"/>
                  </a:lnTo>
                  <a:lnTo>
                    <a:pt x="1058356" y="311232"/>
                  </a:lnTo>
                  <a:lnTo>
                    <a:pt x="1058356" y="0"/>
                  </a:lnTo>
                  <a:close/>
                </a:path>
              </a:pathLst>
            </a:custGeom>
            <a:solidFill>
              <a:srgbClr val="FFFF99"/>
            </a:solidFill>
          </p:spPr>
          <p:txBody>
            <a:bodyPr wrap="square" lIns="0" tIns="0" rIns="0" bIns="0" rtlCol="0"/>
            <a:lstStyle/>
            <a:p/>
          </p:txBody>
        </p:sp>
        <p:sp>
          <p:nvSpPr>
            <p:cNvPr id="86" name="object 86" descr=""/>
            <p:cNvSpPr/>
            <p:nvPr/>
          </p:nvSpPr>
          <p:spPr>
            <a:xfrm>
              <a:off x="7482352" y="655922"/>
              <a:ext cx="1058545" cy="311785"/>
            </a:xfrm>
            <a:custGeom>
              <a:avLst/>
              <a:gdLst/>
              <a:ahLst/>
              <a:cxnLst/>
              <a:rect l="l" t="t" r="r" b="b"/>
              <a:pathLst>
                <a:path w="1058545" h="311784">
                  <a:moveTo>
                    <a:pt x="0" y="311232"/>
                  </a:moveTo>
                  <a:lnTo>
                    <a:pt x="1058356" y="311232"/>
                  </a:lnTo>
                  <a:lnTo>
                    <a:pt x="1058356" y="0"/>
                  </a:lnTo>
                  <a:lnTo>
                    <a:pt x="0" y="0"/>
                  </a:lnTo>
                  <a:lnTo>
                    <a:pt x="0" y="311232"/>
                  </a:lnTo>
                  <a:close/>
                </a:path>
              </a:pathLst>
            </a:custGeom>
            <a:ln w="14296">
              <a:solidFill>
                <a:srgbClr val="000000"/>
              </a:solidFill>
            </a:ln>
          </p:spPr>
          <p:txBody>
            <a:bodyPr wrap="square" lIns="0" tIns="0" rIns="0" bIns="0" rtlCol="0"/>
            <a:lstStyle/>
            <a:p/>
          </p:txBody>
        </p:sp>
      </p:grpSp>
      <p:sp>
        <p:nvSpPr>
          <p:cNvPr id="87" name="object 87" descr=""/>
          <p:cNvSpPr txBox="1"/>
          <p:nvPr/>
        </p:nvSpPr>
        <p:spPr>
          <a:xfrm>
            <a:off x="5541718" y="655922"/>
            <a:ext cx="1058545" cy="311785"/>
          </a:xfrm>
          <a:prstGeom prst="rect">
            <a:avLst/>
          </a:prstGeom>
          <a:solidFill>
            <a:srgbClr val="CCFFCC"/>
          </a:solidFill>
          <a:ln w="14297">
            <a:solidFill>
              <a:srgbClr val="000000"/>
            </a:solidFill>
          </a:ln>
        </p:spPr>
        <p:txBody>
          <a:bodyPr wrap="square" lIns="0" tIns="38100" rIns="0" bIns="0" rtlCol="0" vert="horz">
            <a:spAutoFit/>
          </a:bodyPr>
          <a:lstStyle/>
          <a:p>
            <a:pPr marL="206375">
              <a:lnSpc>
                <a:spcPct val="100000"/>
              </a:lnSpc>
              <a:spcBef>
                <a:spcPts val="300"/>
              </a:spcBef>
              <a:tabLst>
                <a:tab pos="648970" algn="l"/>
              </a:tabLst>
            </a:pPr>
            <a:r>
              <a:rPr dirty="0" sz="1400" spc="-50">
                <a:latin typeface="宋体"/>
                <a:cs typeface="宋体"/>
              </a:rPr>
              <a:t>输</a:t>
            </a:r>
            <a:r>
              <a:rPr dirty="0" sz="1400">
                <a:latin typeface="宋体"/>
                <a:cs typeface="宋体"/>
              </a:rPr>
              <a:t>	</a:t>
            </a:r>
            <a:r>
              <a:rPr dirty="0" sz="1400" spc="-50">
                <a:latin typeface="宋体"/>
                <a:cs typeface="宋体"/>
              </a:rPr>
              <a:t>入</a:t>
            </a:r>
            <a:endParaRPr sz="1400">
              <a:latin typeface="宋体"/>
              <a:cs typeface="宋体"/>
            </a:endParaRPr>
          </a:p>
        </p:txBody>
      </p:sp>
      <p:sp>
        <p:nvSpPr>
          <p:cNvPr id="88" name="object 88" descr=""/>
          <p:cNvSpPr txBox="1"/>
          <p:nvPr/>
        </p:nvSpPr>
        <p:spPr>
          <a:xfrm>
            <a:off x="5795057" y="2547360"/>
            <a:ext cx="647065" cy="241935"/>
          </a:xfrm>
          <a:prstGeom prst="rect">
            <a:avLst/>
          </a:prstGeom>
        </p:spPr>
        <p:txBody>
          <a:bodyPr wrap="square" lIns="0" tIns="14604" rIns="0" bIns="0" rtlCol="0" vert="horz">
            <a:spAutoFit/>
          </a:bodyPr>
          <a:lstStyle/>
          <a:p>
            <a:pPr marL="12700">
              <a:lnSpc>
                <a:spcPct val="100000"/>
              </a:lnSpc>
              <a:spcBef>
                <a:spcPts val="114"/>
              </a:spcBef>
              <a:tabLst>
                <a:tab pos="456565" algn="l"/>
              </a:tabLst>
            </a:pPr>
            <a:r>
              <a:rPr dirty="0" sz="1400" spc="-50">
                <a:latin typeface="宋体"/>
                <a:cs typeface="宋体"/>
              </a:rPr>
              <a:t>相</a:t>
            </a:r>
            <a:r>
              <a:rPr dirty="0" sz="1400">
                <a:latin typeface="宋体"/>
                <a:cs typeface="宋体"/>
              </a:rPr>
              <a:t>	</a:t>
            </a:r>
            <a:r>
              <a:rPr dirty="0" sz="1400" spc="-50">
                <a:latin typeface="宋体"/>
                <a:cs typeface="宋体"/>
              </a:rPr>
              <a:t>加</a:t>
            </a:r>
            <a:endParaRPr sz="1400">
              <a:latin typeface="宋体"/>
              <a:cs typeface="宋体"/>
            </a:endParaRPr>
          </a:p>
        </p:txBody>
      </p:sp>
      <p:sp>
        <p:nvSpPr>
          <p:cNvPr id="89" name="object 89" descr=""/>
          <p:cNvSpPr txBox="1"/>
          <p:nvPr/>
        </p:nvSpPr>
        <p:spPr>
          <a:xfrm>
            <a:off x="5808966" y="3169944"/>
            <a:ext cx="558165" cy="241935"/>
          </a:xfrm>
          <a:prstGeom prst="rect">
            <a:avLst/>
          </a:prstGeom>
        </p:spPr>
        <p:txBody>
          <a:bodyPr wrap="square" lIns="0" tIns="14604" rIns="0" bIns="0" rtlCol="0" vert="horz">
            <a:spAutoFit/>
          </a:bodyPr>
          <a:lstStyle/>
          <a:p>
            <a:pPr marL="12700">
              <a:lnSpc>
                <a:spcPct val="100000"/>
              </a:lnSpc>
              <a:spcBef>
                <a:spcPts val="114"/>
              </a:spcBef>
            </a:pPr>
            <a:r>
              <a:rPr dirty="0" sz="1400" spc="-30">
                <a:latin typeface="宋体"/>
                <a:cs typeface="宋体"/>
              </a:rPr>
              <a:t>规格化</a:t>
            </a:r>
            <a:endParaRPr sz="1400">
              <a:latin typeface="宋体"/>
              <a:cs typeface="宋体"/>
            </a:endParaRPr>
          </a:p>
        </p:txBody>
      </p:sp>
      <p:sp>
        <p:nvSpPr>
          <p:cNvPr id="90" name="object 90" descr=""/>
          <p:cNvSpPr txBox="1"/>
          <p:nvPr/>
        </p:nvSpPr>
        <p:spPr>
          <a:xfrm>
            <a:off x="5721593" y="5038274"/>
            <a:ext cx="645795" cy="241935"/>
          </a:xfrm>
          <a:prstGeom prst="rect">
            <a:avLst/>
          </a:prstGeom>
        </p:spPr>
        <p:txBody>
          <a:bodyPr wrap="square" lIns="0" tIns="14604" rIns="0" bIns="0" rtlCol="0" vert="horz">
            <a:spAutoFit/>
          </a:bodyPr>
          <a:lstStyle/>
          <a:p>
            <a:pPr marL="12700">
              <a:lnSpc>
                <a:spcPct val="100000"/>
              </a:lnSpc>
              <a:spcBef>
                <a:spcPts val="114"/>
              </a:spcBef>
              <a:tabLst>
                <a:tab pos="455295" algn="l"/>
              </a:tabLst>
            </a:pPr>
            <a:r>
              <a:rPr dirty="0" sz="1400" spc="-50">
                <a:latin typeface="宋体"/>
                <a:cs typeface="宋体"/>
              </a:rPr>
              <a:t>输</a:t>
            </a:r>
            <a:r>
              <a:rPr dirty="0" sz="1400">
                <a:latin typeface="宋体"/>
                <a:cs typeface="宋体"/>
              </a:rPr>
              <a:t>	</a:t>
            </a:r>
            <a:r>
              <a:rPr dirty="0" sz="1400" spc="-50">
                <a:latin typeface="宋体"/>
                <a:cs typeface="宋体"/>
              </a:rPr>
              <a:t>出</a:t>
            </a:r>
            <a:endParaRPr sz="1400">
              <a:latin typeface="宋体"/>
              <a:cs typeface="宋体"/>
            </a:endParaRPr>
          </a:p>
        </p:txBody>
      </p:sp>
      <p:sp>
        <p:nvSpPr>
          <p:cNvPr id="91" name="object 91" descr=""/>
          <p:cNvSpPr txBox="1"/>
          <p:nvPr/>
        </p:nvSpPr>
        <p:spPr>
          <a:xfrm>
            <a:off x="7676724" y="5038274"/>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输</a:t>
            </a:r>
            <a:r>
              <a:rPr dirty="0" sz="1400">
                <a:latin typeface="宋体"/>
                <a:cs typeface="宋体"/>
              </a:rPr>
              <a:t>	</a:t>
            </a:r>
            <a:r>
              <a:rPr dirty="0" sz="1400" spc="-50">
                <a:latin typeface="宋体"/>
                <a:cs typeface="宋体"/>
              </a:rPr>
              <a:t>出</a:t>
            </a:r>
            <a:endParaRPr sz="1400">
              <a:latin typeface="宋体"/>
              <a:cs typeface="宋体"/>
            </a:endParaRPr>
          </a:p>
        </p:txBody>
      </p:sp>
      <p:sp>
        <p:nvSpPr>
          <p:cNvPr id="92" name="object 92" descr=""/>
          <p:cNvSpPr txBox="1"/>
          <p:nvPr/>
        </p:nvSpPr>
        <p:spPr>
          <a:xfrm>
            <a:off x="7662227" y="4415790"/>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累</a:t>
            </a:r>
            <a:r>
              <a:rPr dirty="0" sz="1400">
                <a:latin typeface="宋体"/>
                <a:cs typeface="宋体"/>
              </a:rPr>
              <a:t>	</a:t>
            </a:r>
            <a:r>
              <a:rPr dirty="0" sz="1400" spc="-50">
                <a:latin typeface="宋体"/>
                <a:cs typeface="宋体"/>
              </a:rPr>
              <a:t>加</a:t>
            </a:r>
            <a:endParaRPr sz="1400">
              <a:latin typeface="宋体"/>
              <a:cs typeface="宋体"/>
            </a:endParaRPr>
          </a:p>
        </p:txBody>
      </p:sp>
      <p:sp>
        <p:nvSpPr>
          <p:cNvPr id="93" name="object 93" descr=""/>
          <p:cNvSpPr txBox="1"/>
          <p:nvPr/>
        </p:nvSpPr>
        <p:spPr>
          <a:xfrm>
            <a:off x="7662227" y="3792727"/>
            <a:ext cx="645160" cy="241935"/>
          </a:xfrm>
          <a:prstGeom prst="rect">
            <a:avLst/>
          </a:prstGeom>
        </p:spPr>
        <p:txBody>
          <a:bodyPr wrap="square" lIns="0" tIns="14604" rIns="0" bIns="0" rtlCol="0" vert="horz">
            <a:spAutoFit/>
          </a:bodyPr>
          <a:lstStyle/>
          <a:p>
            <a:pPr marL="12700">
              <a:lnSpc>
                <a:spcPct val="100000"/>
              </a:lnSpc>
              <a:spcBef>
                <a:spcPts val="114"/>
              </a:spcBef>
              <a:tabLst>
                <a:tab pos="454659" algn="l"/>
              </a:tabLst>
            </a:pPr>
            <a:r>
              <a:rPr dirty="0" sz="1400" spc="-50">
                <a:latin typeface="宋体"/>
                <a:cs typeface="宋体"/>
              </a:rPr>
              <a:t>相</a:t>
            </a:r>
            <a:r>
              <a:rPr dirty="0" sz="1400">
                <a:latin typeface="宋体"/>
                <a:cs typeface="宋体"/>
              </a:rPr>
              <a:t>	</a:t>
            </a:r>
            <a:r>
              <a:rPr dirty="0" sz="1400" spc="-50">
                <a:latin typeface="宋体"/>
                <a:cs typeface="宋体"/>
              </a:rPr>
              <a:t>乘</a:t>
            </a:r>
            <a:endParaRPr sz="1400">
              <a:latin typeface="宋体"/>
              <a:cs typeface="宋体"/>
            </a:endParaRPr>
          </a:p>
        </p:txBody>
      </p:sp>
      <p:sp>
        <p:nvSpPr>
          <p:cNvPr id="94" name="object 94" descr=""/>
          <p:cNvSpPr txBox="1"/>
          <p:nvPr/>
        </p:nvSpPr>
        <p:spPr>
          <a:xfrm>
            <a:off x="7689424" y="679011"/>
            <a:ext cx="632460" cy="241935"/>
          </a:xfrm>
          <a:prstGeom prst="rect">
            <a:avLst/>
          </a:prstGeom>
        </p:spPr>
        <p:txBody>
          <a:bodyPr wrap="square" lIns="0" tIns="14604" rIns="0" bIns="0" rtlCol="0" vert="horz">
            <a:spAutoFit/>
          </a:bodyPr>
          <a:lstStyle/>
          <a:p>
            <a:pPr>
              <a:lnSpc>
                <a:spcPct val="100000"/>
              </a:lnSpc>
              <a:spcBef>
                <a:spcPts val="114"/>
              </a:spcBef>
              <a:tabLst>
                <a:tab pos="441959" algn="l"/>
              </a:tabLst>
            </a:pPr>
            <a:r>
              <a:rPr dirty="0" sz="1400" spc="-50">
                <a:latin typeface="宋体"/>
                <a:cs typeface="宋体"/>
              </a:rPr>
              <a:t>输</a:t>
            </a:r>
            <a:r>
              <a:rPr dirty="0" sz="1400">
                <a:latin typeface="宋体"/>
                <a:cs typeface="宋体"/>
              </a:rPr>
              <a:t>	</a:t>
            </a:r>
            <a:r>
              <a:rPr dirty="0" sz="1400" spc="-50">
                <a:latin typeface="宋体"/>
                <a:cs typeface="宋体"/>
              </a:rPr>
              <a:t>入</a:t>
            </a:r>
            <a:endParaRPr sz="1400">
              <a:latin typeface="宋体"/>
              <a:cs typeface="宋体"/>
            </a:endParaRPr>
          </a:p>
        </p:txBody>
      </p:sp>
      <p:sp>
        <p:nvSpPr>
          <p:cNvPr id="95" name="object 95" descr=""/>
          <p:cNvSpPr txBox="1"/>
          <p:nvPr/>
        </p:nvSpPr>
        <p:spPr>
          <a:xfrm>
            <a:off x="5541718" y="1278904"/>
            <a:ext cx="1058545" cy="311785"/>
          </a:xfrm>
          <a:prstGeom prst="rect">
            <a:avLst/>
          </a:prstGeom>
          <a:solidFill>
            <a:srgbClr val="CCFFCC"/>
          </a:solidFill>
          <a:ln w="14297">
            <a:solidFill>
              <a:srgbClr val="000000"/>
            </a:solidFill>
          </a:ln>
        </p:spPr>
        <p:txBody>
          <a:bodyPr wrap="square" lIns="0" tIns="37465" rIns="0" bIns="0" rtlCol="0" vert="horz">
            <a:spAutoFit/>
          </a:bodyPr>
          <a:lstStyle/>
          <a:p>
            <a:pPr marL="206375">
              <a:lnSpc>
                <a:spcPct val="100000"/>
              </a:lnSpc>
              <a:spcBef>
                <a:spcPts val="295"/>
              </a:spcBef>
            </a:pPr>
            <a:r>
              <a:rPr dirty="0" sz="1400" spc="-25">
                <a:latin typeface="宋体"/>
                <a:cs typeface="宋体"/>
              </a:rPr>
              <a:t>求 阶 差</a:t>
            </a:r>
            <a:endParaRPr sz="1400">
              <a:latin typeface="宋体"/>
              <a:cs typeface="宋体"/>
            </a:endParaRPr>
          </a:p>
        </p:txBody>
      </p:sp>
      <p:sp>
        <p:nvSpPr>
          <p:cNvPr id="96" name="object 96" descr=""/>
          <p:cNvSpPr txBox="1"/>
          <p:nvPr/>
        </p:nvSpPr>
        <p:spPr>
          <a:xfrm>
            <a:off x="5541718" y="1901389"/>
            <a:ext cx="1058545" cy="311785"/>
          </a:xfrm>
          <a:prstGeom prst="rect">
            <a:avLst/>
          </a:prstGeom>
          <a:solidFill>
            <a:srgbClr val="CCFFCC"/>
          </a:solidFill>
          <a:ln w="14297">
            <a:solidFill>
              <a:srgbClr val="000000"/>
            </a:solidFill>
          </a:ln>
        </p:spPr>
        <p:txBody>
          <a:bodyPr wrap="square" lIns="0" tIns="38100" rIns="0" bIns="0" rtlCol="0" vert="horz">
            <a:spAutoFit/>
          </a:bodyPr>
          <a:lstStyle/>
          <a:p>
            <a:pPr marL="175895">
              <a:lnSpc>
                <a:spcPct val="100000"/>
              </a:lnSpc>
              <a:spcBef>
                <a:spcPts val="300"/>
              </a:spcBef>
              <a:tabLst>
                <a:tab pos="707390" algn="l"/>
              </a:tabLst>
            </a:pPr>
            <a:r>
              <a:rPr dirty="0" sz="1400" spc="-50">
                <a:latin typeface="宋体"/>
                <a:cs typeface="宋体"/>
              </a:rPr>
              <a:t>对</a:t>
            </a:r>
            <a:r>
              <a:rPr dirty="0" sz="1400">
                <a:latin typeface="宋体"/>
                <a:cs typeface="宋体"/>
              </a:rPr>
              <a:t>	</a:t>
            </a:r>
            <a:r>
              <a:rPr dirty="0" sz="1400" spc="-50">
                <a:latin typeface="宋体"/>
                <a:cs typeface="宋体"/>
              </a:rPr>
              <a:t>阶</a:t>
            </a:r>
            <a:endParaRPr sz="1400">
              <a:latin typeface="宋体"/>
              <a:cs typeface="宋体"/>
            </a:endParaRPr>
          </a:p>
        </p:txBody>
      </p:sp>
      <p:sp>
        <p:nvSpPr>
          <p:cNvPr id="97" name="object 97" descr=""/>
          <p:cNvSpPr txBox="1"/>
          <p:nvPr/>
        </p:nvSpPr>
        <p:spPr>
          <a:xfrm>
            <a:off x="5206754" y="13063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2</a:t>
            </a:r>
            <a:endParaRPr sz="1400">
              <a:latin typeface="Times New Roman"/>
              <a:cs typeface="Times New Roman"/>
            </a:endParaRPr>
          </a:p>
        </p:txBody>
      </p:sp>
      <p:sp>
        <p:nvSpPr>
          <p:cNvPr id="98" name="object 98" descr=""/>
          <p:cNvSpPr txBox="1"/>
          <p:nvPr/>
        </p:nvSpPr>
        <p:spPr>
          <a:xfrm>
            <a:off x="5206754" y="1929360"/>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3</a:t>
            </a:r>
            <a:endParaRPr sz="1400">
              <a:latin typeface="Times New Roman"/>
              <a:cs typeface="Times New Roman"/>
            </a:endParaRPr>
          </a:p>
        </p:txBody>
      </p:sp>
      <p:sp>
        <p:nvSpPr>
          <p:cNvPr id="99" name="object 99" descr=""/>
          <p:cNvSpPr txBox="1"/>
          <p:nvPr/>
        </p:nvSpPr>
        <p:spPr>
          <a:xfrm>
            <a:off x="5206754" y="255174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4</a:t>
            </a:r>
            <a:endParaRPr sz="1400">
              <a:latin typeface="Times New Roman"/>
              <a:cs typeface="Times New Roman"/>
            </a:endParaRPr>
          </a:p>
        </p:txBody>
      </p:sp>
      <p:sp>
        <p:nvSpPr>
          <p:cNvPr id="100" name="object 100" descr=""/>
          <p:cNvSpPr txBox="1"/>
          <p:nvPr/>
        </p:nvSpPr>
        <p:spPr>
          <a:xfrm>
            <a:off x="5206754" y="317472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5</a:t>
            </a:r>
            <a:endParaRPr sz="1400">
              <a:latin typeface="Times New Roman"/>
              <a:cs typeface="Times New Roman"/>
            </a:endParaRPr>
          </a:p>
        </p:txBody>
      </p:sp>
      <p:sp>
        <p:nvSpPr>
          <p:cNvPr id="101" name="object 101" descr=""/>
          <p:cNvSpPr txBox="1"/>
          <p:nvPr/>
        </p:nvSpPr>
        <p:spPr>
          <a:xfrm>
            <a:off x="5206755" y="3797710"/>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6</a:t>
            </a:r>
            <a:endParaRPr sz="1400">
              <a:latin typeface="Times New Roman"/>
              <a:cs typeface="Times New Roman"/>
            </a:endParaRPr>
          </a:p>
        </p:txBody>
      </p:sp>
      <p:sp>
        <p:nvSpPr>
          <p:cNvPr id="102" name="object 102" descr=""/>
          <p:cNvSpPr txBox="1"/>
          <p:nvPr/>
        </p:nvSpPr>
        <p:spPr>
          <a:xfrm>
            <a:off x="5206755" y="4420214"/>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7</a:t>
            </a:r>
            <a:endParaRPr sz="1400">
              <a:latin typeface="Times New Roman"/>
              <a:cs typeface="Times New Roman"/>
            </a:endParaRPr>
          </a:p>
        </p:txBody>
      </p:sp>
      <p:sp>
        <p:nvSpPr>
          <p:cNvPr id="103" name="object 103" descr=""/>
          <p:cNvSpPr txBox="1"/>
          <p:nvPr/>
        </p:nvSpPr>
        <p:spPr>
          <a:xfrm>
            <a:off x="5206755" y="50431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8</a:t>
            </a:r>
            <a:endParaRPr sz="1400">
              <a:latin typeface="Times New Roman"/>
              <a:cs typeface="Times New Roman"/>
            </a:endParaRPr>
          </a:p>
        </p:txBody>
      </p:sp>
      <p:sp>
        <p:nvSpPr>
          <p:cNvPr id="104" name="object 104" descr=""/>
          <p:cNvSpPr txBox="1"/>
          <p:nvPr/>
        </p:nvSpPr>
        <p:spPr>
          <a:xfrm>
            <a:off x="7147389" y="3797710"/>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6</a:t>
            </a:r>
            <a:endParaRPr sz="1400">
              <a:latin typeface="Times New Roman"/>
              <a:cs typeface="Times New Roman"/>
            </a:endParaRPr>
          </a:p>
        </p:txBody>
      </p:sp>
      <p:sp>
        <p:nvSpPr>
          <p:cNvPr id="105" name="object 105" descr=""/>
          <p:cNvSpPr txBox="1"/>
          <p:nvPr/>
        </p:nvSpPr>
        <p:spPr>
          <a:xfrm>
            <a:off x="7147389" y="4420214"/>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7</a:t>
            </a:r>
            <a:endParaRPr sz="1400">
              <a:latin typeface="Times New Roman"/>
              <a:cs typeface="Times New Roman"/>
            </a:endParaRPr>
          </a:p>
        </p:txBody>
      </p:sp>
      <p:sp>
        <p:nvSpPr>
          <p:cNvPr id="106" name="object 106" descr=""/>
          <p:cNvSpPr txBox="1"/>
          <p:nvPr/>
        </p:nvSpPr>
        <p:spPr>
          <a:xfrm>
            <a:off x="7147389" y="50431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8</a:t>
            </a:r>
            <a:endParaRPr sz="1400">
              <a:latin typeface="Times New Roman"/>
              <a:cs typeface="Times New Roman"/>
            </a:endParaRPr>
          </a:p>
        </p:txBody>
      </p:sp>
      <p:sp>
        <p:nvSpPr>
          <p:cNvPr id="107" name="object 107" descr=""/>
          <p:cNvSpPr txBox="1"/>
          <p:nvPr/>
        </p:nvSpPr>
        <p:spPr>
          <a:xfrm>
            <a:off x="5456337" y="5661237"/>
            <a:ext cx="1186180" cy="241935"/>
          </a:xfrm>
          <a:prstGeom prst="rect">
            <a:avLst/>
          </a:prstGeom>
        </p:spPr>
        <p:txBody>
          <a:bodyPr wrap="square" lIns="0" tIns="14604" rIns="0" bIns="0" rtlCol="0" vert="horz">
            <a:spAutoFit/>
          </a:bodyPr>
          <a:lstStyle/>
          <a:p>
            <a:pPr marL="12700">
              <a:lnSpc>
                <a:spcPct val="100000"/>
              </a:lnSpc>
              <a:spcBef>
                <a:spcPts val="114"/>
              </a:spcBef>
            </a:pPr>
            <a:r>
              <a:rPr dirty="0" sz="1400" spc="-20">
                <a:solidFill>
                  <a:srgbClr val="0000FF"/>
                </a:solidFill>
                <a:latin typeface="宋体"/>
                <a:cs typeface="宋体"/>
              </a:rPr>
              <a:t>（</a:t>
            </a:r>
            <a:r>
              <a:rPr dirty="0" sz="1400" spc="-20" b="1">
                <a:solidFill>
                  <a:srgbClr val="0000FF"/>
                </a:solidFill>
                <a:latin typeface="Times New Roman"/>
                <a:cs typeface="Times New Roman"/>
              </a:rPr>
              <a:t>b</a:t>
            </a:r>
            <a:r>
              <a:rPr dirty="0" sz="1400" spc="-20">
                <a:solidFill>
                  <a:srgbClr val="0000FF"/>
                </a:solidFill>
                <a:latin typeface="宋体"/>
                <a:cs typeface="宋体"/>
              </a:rPr>
              <a:t>）</a:t>
            </a:r>
            <a:r>
              <a:rPr dirty="0" sz="1400" spc="-35">
                <a:solidFill>
                  <a:srgbClr val="0000FF"/>
                </a:solidFill>
                <a:latin typeface="宋体"/>
                <a:cs typeface="宋体"/>
              </a:rPr>
              <a:t>浮点连接</a:t>
            </a:r>
            <a:endParaRPr sz="1400">
              <a:latin typeface="宋体"/>
              <a:cs typeface="宋体"/>
            </a:endParaRPr>
          </a:p>
        </p:txBody>
      </p:sp>
      <p:sp>
        <p:nvSpPr>
          <p:cNvPr id="108" name="object 108" descr=""/>
          <p:cNvSpPr txBox="1"/>
          <p:nvPr/>
        </p:nvSpPr>
        <p:spPr>
          <a:xfrm>
            <a:off x="3647194" y="5661237"/>
            <a:ext cx="821690" cy="241935"/>
          </a:xfrm>
          <a:prstGeom prst="rect">
            <a:avLst/>
          </a:prstGeom>
        </p:spPr>
        <p:txBody>
          <a:bodyPr wrap="square" lIns="0" tIns="14604" rIns="0" bIns="0" rtlCol="0" vert="horz">
            <a:spAutoFit/>
          </a:bodyPr>
          <a:lstStyle/>
          <a:p>
            <a:pPr marL="12700">
              <a:lnSpc>
                <a:spcPct val="100000"/>
              </a:lnSpc>
              <a:spcBef>
                <a:spcPts val="114"/>
              </a:spcBef>
            </a:pPr>
            <a:r>
              <a:rPr dirty="0" sz="1400" spc="-20">
                <a:solidFill>
                  <a:srgbClr val="0000FF"/>
                </a:solidFill>
                <a:latin typeface="宋体"/>
                <a:cs typeface="宋体"/>
              </a:rPr>
              <a:t>（</a:t>
            </a:r>
            <a:r>
              <a:rPr dirty="0" sz="1400" spc="-20" b="1">
                <a:solidFill>
                  <a:srgbClr val="0000FF"/>
                </a:solidFill>
                <a:latin typeface="Times New Roman"/>
                <a:cs typeface="Times New Roman"/>
              </a:rPr>
              <a:t>a</a:t>
            </a:r>
            <a:r>
              <a:rPr dirty="0" sz="1400" spc="-20">
                <a:solidFill>
                  <a:srgbClr val="0000FF"/>
                </a:solidFill>
                <a:latin typeface="宋体"/>
                <a:cs typeface="宋体"/>
              </a:rPr>
              <a:t>）</a:t>
            </a:r>
            <a:r>
              <a:rPr dirty="0" sz="1400" spc="-40">
                <a:solidFill>
                  <a:srgbClr val="0000FF"/>
                </a:solidFill>
                <a:latin typeface="宋体"/>
                <a:cs typeface="宋体"/>
              </a:rPr>
              <a:t>分段</a:t>
            </a:r>
            <a:endParaRPr sz="1400">
              <a:latin typeface="宋体"/>
              <a:cs typeface="宋体"/>
            </a:endParaRPr>
          </a:p>
        </p:txBody>
      </p:sp>
      <p:sp>
        <p:nvSpPr>
          <p:cNvPr id="109" name="object 109" descr=""/>
          <p:cNvSpPr txBox="1"/>
          <p:nvPr/>
        </p:nvSpPr>
        <p:spPr>
          <a:xfrm>
            <a:off x="7396776" y="5661237"/>
            <a:ext cx="1167765" cy="241935"/>
          </a:xfrm>
          <a:prstGeom prst="rect">
            <a:avLst/>
          </a:prstGeom>
        </p:spPr>
        <p:txBody>
          <a:bodyPr wrap="square" lIns="0" tIns="14604" rIns="0" bIns="0" rtlCol="0" vert="horz">
            <a:spAutoFit/>
          </a:bodyPr>
          <a:lstStyle/>
          <a:p>
            <a:pPr marL="12700">
              <a:lnSpc>
                <a:spcPct val="100000"/>
              </a:lnSpc>
              <a:spcBef>
                <a:spcPts val="114"/>
              </a:spcBef>
            </a:pPr>
            <a:r>
              <a:rPr dirty="0" sz="1400" spc="-20">
                <a:solidFill>
                  <a:srgbClr val="0000FF"/>
                </a:solidFill>
                <a:latin typeface="宋体"/>
                <a:cs typeface="宋体"/>
              </a:rPr>
              <a:t>（</a:t>
            </a:r>
            <a:r>
              <a:rPr dirty="0" sz="1400" spc="-20" b="1">
                <a:solidFill>
                  <a:srgbClr val="0000FF"/>
                </a:solidFill>
                <a:latin typeface="Times New Roman"/>
                <a:cs typeface="Times New Roman"/>
              </a:rPr>
              <a:t>c</a:t>
            </a:r>
            <a:r>
              <a:rPr dirty="0" sz="1400" spc="-20">
                <a:solidFill>
                  <a:srgbClr val="0000FF"/>
                </a:solidFill>
                <a:latin typeface="宋体"/>
                <a:cs typeface="宋体"/>
              </a:rPr>
              <a:t>）</a:t>
            </a:r>
            <a:r>
              <a:rPr dirty="0" sz="1400" spc="-30">
                <a:solidFill>
                  <a:srgbClr val="0000FF"/>
                </a:solidFill>
                <a:latin typeface="宋体"/>
                <a:cs typeface="宋体"/>
              </a:rPr>
              <a:t>定乘连接</a:t>
            </a:r>
            <a:endParaRPr sz="1400">
              <a:latin typeface="宋体"/>
              <a:cs typeface="宋体"/>
            </a:endParaRPr>
          </a:p>
        </p:txBody>
      </p:sp>
      <p:sp>
        <p:nvSpPr>
          <p:cNvPr id="110" name="object 110" descr=""/>
          <p:cNvSpPr txBox="1"/>
          <p:nvPr/>
        </p:nvSpPr>
        <p:spPr>
          <a:xfrm>
            <a:off x="5206754" y="68339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1</a:t>
            </a:r>
            <a:endParaRPr sz="1400">
              <a:latin typeface="Times New Roman"/>
              <a:cs typeface="Times New Roman"/>
            </a:endParaRPr>
          </a:p>
        </p:txBody>
      </p:sp>
      <p:sp>
        <p:nvSpPr>
          <p:cNvPr id="111" name="object 111" descr=""/>
          <p:cNvSpPr txBox="1"/>
          <p:nvPr/>
        </p:nvSpPr>
        <p:spPr>
          <a:xfrm>
            <a:off x="7147389" y="68339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1</a:t>
            </a:r>
            <a:endParaRPr sz="1400">
              <a:latin typeface="Times New Roman"/>
              <a:cs typeface="Times New Roman"/>
            </a:endParaRPr>
          </a:p>
        </p:txBody>
      </p:sp>
      <p:sp>
        <p:nvSpPr>
          <p:cNvPr id="112" name="object 112" descr=""/>
          <p:cNvSpPr txBox="1"/>
          <p:nvPr/>
        </p:nvSpPr>
        <p:spPr>
          <a:xfrm>
            <a:off x="7147389" y="130637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2</a:t>
            </a:r>
            <a:endParaRPr sz="1400">
              <a:latin typeface="Times New Roman"/>
              <a:cs typeface="Times New Roman"/>
            </a:endParaRPr>
          </a:p>
        </p:txBody>
      </p:sp>
      <p:sp>
        <p:nvSpPr>
          <p:cNvPr id="113" name="object 113" descr=""/>
          <p:cNvSpPr txBox="1"/>
          <p:nvPr/>
        </p:nvSpPr>
        <p:spPr>
          <a:xfrm>
            <a:off x="7147389" y="1929360"/>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3</a:t>
            </a:r>
            <a:endParaRPr sz="1400">
              <a:latin typeface="Times New Roman"/>
              <a:cs typeface="Times New Roman"/>
            </a:endParaRPr>
          </a:p>
        </p:txBody>
      </p:sp>
      <p:sp>
        <p:nvSpPr>
          <p:cNvPr id="114" name="object 114" descr=""/>
          <p:cNvSpPr txBox="1"/>
          <p:nvPr/>
        </p:nvSpPr>
        <p:spPr>
          <a:xfrm>
            <a:off x="7147389" y="2551745"/>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4</a:t>
            </a:r>
            <a:endParaRPr sz="1400">
              <a:latin typeface="Times New Roman"/>
              <a:cs typeface="Times New Roman"/>
            </a:endParaRPr>
          </a:p>
        </p:txBody>
      </p:sp>
      <p:sp>
        <p:nvSpPr>
          <p:cNvPr id="115" name="object 115" descr=""/>
          <p:cNvSpPr txBox="1"/>
          <p:nvPr/>
        </p:nvSpPr>
        <p:spPr>
          <a:xfrm>
            <a:off x="7147389" y="3174727"/>
            <a:ext cx="114300" cy="241935"/>
          </a:xfrm>
          <a:prstGeom prst="rect">
            <a:avLst/>
          </a:prstGeom>
        </p:spPr>
        <p:txBody>
          <a:bodyPr wrap="square" lIns="0" tIns="14604" rIns="0" bIns="0" rtlCol="0" vert="horz">
            <a:spAutoFit/>
          </a:bodyPr>
          <a:lstStyle/>
          <a:p>
            <a:pPr marL="12700">
              <a:lnSpc>
                <a:spcPct val="100000"/>
              </a:lnSpc>
              <a:spcBef>
                <a:spcPts val="114"/>
              </a:spcBef>
            </a:pPr>
            <a:r>
              <a:rPr dirty="0" sz="1400" spc="-50" b="1">
                <a:solidFill>
                  <a:srgbClr val="0000FF"/>
                </a:solidFill>
                <a:latin typeface="Times New Roman"/>
                <a:cs typeface="Times New Roman"/>
              </a:rPr>
              <a:t>5</a:t>
            </a:r>
            <a:endParaRPr sz="1400">
              <a:latin typeface="Times New Roman"/>
              <a:cs typeface="Times New Roman"/>
            </a:endParaRPr>
          </a:p>
        </p:txBody>
      </p:sp>
      <p:sp>
        <p:nvSpPr>
          <p:cNvPr id="116" name="object 116" descr=""/>
          <p:cNvSpPr txBox="1"/>
          <p:nvPr/>
        </p:nvSpPr>
        <p:spPr>
          <a:xfrm>
            <a:off x="5095747" y="118998"/>
            <a:ext cx="802005"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组合</a:t>
            </a:r>
            <a:r>
              <a:rPr dirty="0" sz="2400" spc="-50">
                <a:solidFill>
                  <a:srgbClr val="40458B"/>
                </a:solidFill>
                <a:latin typeface="Tahoma"/>
                <a:cs typeface="Tahoma"/>
              </a:rPr>
              <a:t>1</a:t>
            </a:r>
            <a:endParaRPr sz="2400">
              <a:latin typeface="Tahoma"/>
              <a:cs typeface="Tahoma"/>
            </a:endParaRPr>
          </a:p>
        </p:txBody>
      </p:sp>
      <p:sp>
        <p:nvSpPr>
          <p:cNvPr id="117" name="object 117" descr=""/>
          <p:cNvSpPr txBox="1"/>
          <p:nvPr/>
        </p:nvSpPr>
        <p:spPr>
          <a:xfrm>
            <a:off x="8263255" y="149097"/>
            <a:ext cx="8020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组合</a:t>
            </a:r>
            <a:r>
              <a:rPr dirty="0" sz="2400" spc="-50">
                <a:solidFill>
                  <a:srgbClr val="40458B"/>
                </a:solidFill>
                <a:latin typeface="Tahoma"/>
                <a:cs typeface="Tahoma"/>
              </a:rPr>
              <a:t>2</a:t>
            </a:r>
            <a:endParaRPr sz="2400">
              <a:latin typeface="Tahoma"/>
              <a:cs typeface="Tahoma"/>
            </a:endParaRPr>
          </a:p>
        </p:txBody>
      </p:sp>
      <p:sp>
        <p:nvSpPr>
          <p:cNvPr id="118" name="object 118" descr=""/>
          <p:cNvSpPr txBox="1"/>
          <p:nvPr/>
        </p:nvSpPr>
        <p:spPr>
          <a:xfrm>
            <a:off x="1745742" y="2167254"/>
            <a:ext cx="941069" cy="2586355"/>
          </a:xfrm>
          <a:prstGeom prst="rect">
            <a:avLst/>
          </a:prstGeom>
        </p:spPr>
        <p:txBody>
          <a:bodyPr wrap="square" lIns="0" tIns="12700" rIns="0" bIns="0" rtlCol="0" vert="horz">
            <a:spAutoFit/>
          </a:bodyPr>
          <a:lstStyle/>
          <a:p>
            <a:pPr algn="just" marL="12700" marR="5080">
              <a:lnSpc>
                <a:spcPct val="100000"/>
              </a:lnSpc>
              <a:spcBef>
                <a:spcPts val="100"/>
              </a:spcBef>
            </a:pPr>
            <a:r>
              <a:rPr dirty="0" sz="2400" spc="-20">
                <a:solidFill>
                  <a:srgbClr val="40458B"/>
                </a:solidFill>
                <a:latin typeface="黑体"/>
                <a:cs typeface="黑体"/>
              </a:rPr>
              <a:t>流水线各段组合不同的连接实现不同的功</a:t>
            </a:r>
            <a:r>
              <a:rPr dirty="0" sz="2400" spc="-50">
                <a:solidFill>
                  <a:srgbClr val="40458B"/>
                </a:solidFill>
                <a:latin typeface="黑体"/>
                <a:cs typeface="黑体"/>
              </a:rPr>
              <a:t>能</a:t>
            </a:r>
            <a:endParaRPr sz="2400">
              <a:latin typeface="黑体"/>
              <a:cs typeface="黑体"/>
            </a:endParaRPr>
          </a:p>
        </p:txBody>
      </p:sp>
      <p:sp>
        <p:nvSpPr>
          <p:cNvPr id="119" name="object 119" descr=""/>
          <p:cNvSpPr txBox="1"/>
          <p:nvPr/>
        </p:nvSpPr>
        <p:spPr>
          <a:xfrm>
            <a:off x="4806822" y="6263436"/>
            <a:ext cx="353123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宋体"/>
                <a:cs typeface="宋体"/>
              </a:rPr>
              <a:t>ASC</a:t>
            </a:r>
            <a:r>
              <a:rPr dirty="0" sz="2400" spc="-15">
                <a:solidFill>
                  <a:srgbClr val="40458B"/>
                </a:solidFill>
                <a:latin typeface="黑体"/>
                <a:cs typeface="黑体"/>
              </a:rPr>
              <a:t>处理机的多功能流水线</a:t>
            </a:r>
            <a:endParaRPr sz="2400">
              <a:latin typeface="黑体"/>
              <a:cs typeface="黑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21811" y="197307"/>
            <a:ext cx="4105910"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3.1</a:t>
            </a:r>
            <a:r>
              <a:rPr dirty="0" u="none" spc="-45" b="1">
                <a:latin typeface="黑体"/>
                <a:cs typeface="黑体"/>
              </a:rPr>
              <a:t> 流水线的基本概念</a:t>
            </a:r>
          </a:p>
        </p:txBody>
      </p:sp>
      <p:sp>
        <p:nvSpPr>
          <p:cNvPr id="10" name="object 10" descr=""/>
          <p:cNvSpPr txBox="1"/>
          <p:nvPr/>
        </p:nvSpPr>
        <p:spPr>
          <a:xfrm>
            <a:off x="413715" y="1204003"/>
            <a:ext cx="11170920" cy="4529455"/>
          </a:xfrm>
          <a:prstGeom prst="rect">
            <a:avLst/>
          </a:prstGeom>
        </p:spPr>
        <p:txBody>
          <a:bodyPr wrap="square" lIns="0" tIns="241300" rIns="0" bIns="0" rtlCol="0" vert="horz">
            <a:spAutoFit/>
          </a:bodyPr>
          <a:lstStyle/>
          <a:p>
            <a:pPr marL="469265" indent="-456565">
              <a:lnSpc>
                <a:spcPct val="100000"/>
              </a:lnSpc>
              <a:spcBef>
                <a:spcPts val="1900"/>
              </a:spcBef>
              <a:buClr>
                <a:srgbClr val="40458B"/>
              </a:buClr>
              <a:buFont typeface="Tahoma"/>
              <a:buAutoNum type="arabicPeriod" startAt="3"/>
              <a:tabLst>
                <a:tab pos="469265" algn="l"/>
              </a:tabLst>
            </a:pPr>
            <a:r>
              <a:rPr dirty="0" sz="2700" spc="-15">
                <a:solidFill>
                  <a:srgbClr val="E14B04"/>
                </a:solidFill>
                <a:latin typeface="黑体"/>
                <a:cs typeface="黑体"/>
              </a:rPr>
              <a:t>静态流水线与动态流水线</a:t>
            </a:r>
            <a:endParaRPr sz="2700">
              <a:latin typeface="黑体"/>
              <a:cs typeface="黑体"/>
            </a:endParaRPr>
          </a:p>
          <a:p>
            <a:pPr marL="641985">
              <a:lnSpc>
                <a:spcPct val="100000"/>
              </a:lnSpc>
              <a:spcBef>
                <a:spcPts val="1335"/>
              </a:spcBef>
            </a:pPr>
            <a:r>
              <a:rPr dirty="0" sz="2000" spc="-10" b="1">
                <a:latin typeface="宋体"/>
                <a:cs typeface="宋体"/>
              </a:rPr>
              <a:t>（</a:t>
            </a:r>
            <a:r>
              <a:rPr dirty="0" sz="2000" spc="-25" b="1">
                <a:latin typeface="宋体"/>
                <a:cs typeface="宋体"/>
              </a:rPr>
              <a:t>按照同一时间内各段之间的连接方式对</a:t>
            </a:r>
            <a:r>
              <a:rPr dirty="0" sz="2000" spc="-20" b="1">
                <a:solidFill>
                  <a:srgbClr val="E14B04"/>
                </a:solidFill>
                <a:latin typeface="宋体"/>
                <a:cs typeface="宋体"/>
              </a:rPr>
              <a:t>多功能流水线</a:t>
            </a:r>
            <a:r>
              <a:rPr dirty="0" sz="2000" spc="-20" b="1">
                <a:latin typeface="宋体"/>
                <a:cs typeface="宋体"/>
              </a:rPr>
              <a:t>作进一步的分类</a:t>
            </a:r>
            <a:r>
              <a:rPr dirty="0" sz="2000" spc="-50" b="1">
                <a:latin typeface="宋体"/>
                <a:cs typeface="宋体"/>
              </a:rPr>
              <a:t>）</a:t>
            </a:r>
            <a:endParaRPr sz="2000">
              <a:latin typeface="宋体"/>
              <a:cs typeface="宋体"/>
            </a:endParaRPr>
          </a:p>
          <a:p>
            <a:pPr lvl="1" marL="1099185" marR="5080" indent="-457834">
              <a:lnSpc>
                <a:spcPct val="130100"/>
              </a:lnSpc>
              <a:spcBef>
                <a:spcPts val="500"/>
              </a:spcBef>
              <a:buClr>
                <a:srgbClr val="40458B"/>
              </a:buClr>
              <a:buSzPct val="89583"/>
              <a:buFont typeface="Wingdings"/>
              <a:buChar char=""/>
              <a:tabLst>
                <a:tab pos="1099185" algn="l"/>
              </a:tabLst>
            </a:pPr>
            <a:r>
              <a:rPr dirty="0" sz="2400">
                <a:solidFill>
                  <a:srgbClr val="FF0000"/>
                </a:solidFill>
                <a:latin typeface="黑体"/>
                <a:cs typeface="黑体"/>
              </a:rPr>
              <a:t>静态流水线：</a:t>
            </a:r>
            <a:r>
              <a:rPr dirty="0" sz="2400" spc="-5">
                <a:solidFill>
                  <a:srgbClr val="40458B"/>
                </a:solidFill>
                <a:latin typeface="黑体"/>
                <a:cs typeface="黑体"/>
              </a:rPr>
              <a:t>在同一时间内，多功能流水线中的各段只能按同一种功能的连</a:t>
            </a:r>
            <a:r>
              <a:rPr dirty="0" sz="2400" spc="-10">
                <a:solidFill>
                  <a:srgbClr val="40458B"/>
                </a:solidFill>
                <a:latin typeface="黑体"/>
                <a:cs typeface="黑体"/>
              </a:rPr>
              <a:t>接方式工作。</a:t>
            </a:r>
            <a:endParaRPr sz="2400">
              <a:latin typeface="黑体"/>
              <a:cs typeface="黑体"/>
            </a:endParaRPr>
          </a:p>
          <a:p>
            <a:pPr lvl="2" marL="1524635" marR="3792220" indent="-288290">
              <a:lnSpc>
                <a:spcPct val="150000"/>
              </a:lnSpc>
              <a:spcBef>
                <a:spcPts val="75"/>
              </a:spcBef>
              <a:buClr>
                <a:srgbClr val="4668F5"/>
              </a:buClr>
              <a:buSzPct val="60000"/>
              <a:buFont typeface="Wingdings"/>
              <a:buChar char=""/>
              <a:tabLst>
                <a:tab pos="2007870" algn="l"/>
              </a:tabLst>
            </a:pPr>
            <a:r>
              <a:rPr dirty="0" sz="2000" spc="-25" b="1">
                <a:solidFill>
                  <a:srgbClr val="00AFEF"/>
                </a:solidFill>
                <a:latin typeface="黑体"/>
                <a:cs typeface="黑体"/>
              </a:rPr>
              <a:t>对于静态流水线来说，只有当输入的是一串相同的</a:t>
            </a:r>
            <a:r>
              <a:rPr dirty="0" sz="2000" spc="-50" b="1">
                <a:solidFill>
                  <a:srgbClr val="00AFEF"/>
                </a:solidFill>
                <a:latin typeface="黑体"/>
                <a:cs typeface="黑体"/>
              </a:rPr>
              <a:t> </a:t>
            </a:r>
            <a:r>
              <a:rPr dirty="0" sz="2000" spc="-50" b="1">
                <a:solidFill>
                  <a:srgbClr val="00AFEF"/>
                </a:solidFill>
                <a:latin typeface="黑体"/>
                <a:cs typeface="黑体"/>
              </a:rPr>
              <a:t>	</a:t>
            </a:r>
            <a:r>
              <a:rPr dirty="0" sz="2000" spc="-25" b="1">
                <a:solidFill>
                  <a:srgbClr val="00AFEF"/>
                </a:solidFill>
                <a:latin typeface="黑体"/>
                <a:cs typeface="黑体"/>
              </a:rPr>
              <a:t>运算任务时，流水的效率才能得到充分的发挥。</a:t>
            </a:r>
            <a:endParaRPr sz="2000">
              <a:latin typeface="黑体"/>
              <a:cs typeface="黑体"/>
            </a:endParaRPr>
          </a:p>
          <a:p>
            <a:pPr>
              <a:lnSpc>
                <a:spcPct val="100000"/>
              </a:lnSpc>
            </a:pPr>
            <a:endParaRPr sz="2000">
              <a:latin typeface="黑体"/>
              <a:cs typeface="黑体"/>
            </a:endParaRPr>
          </a:p>
          <a:p>
            <a:pPr>
              <a:lnSpc>
                <a:spcPct val="100000"/>
              </a:lnSpc>
              <a:spcBef>
                <a:spcPts val="455"/>
              </a:spcBef>
            </a:pPr>
            <a:endParaRPr sz="2000">
              <a:latin typeface="黑体"/>
              <a:cs typeface="黑体"/>
            </a:endParaRPr>
          </a:p>
          <a:p>
            <a:pPr marL="927100" marR="524510">
              <a:lnSpc>
                <a:spcPct val="100000"/>
              </a:lnSpc>
            </a:pPr>
            <a:r>
              <a:rPr dirty="0" sz="2400" spc="-65">
                <a:solidFill>
                  <a:srgbClr val="40458B"/>
                </a:solidFill>
                <a:latin typeface="黑体"/>
                <a:cs typeface="黑体"/>
              </a:rPr>
              <a:t>例：某机器的 </a:t>
            </a:r>
            <a:r>
              <a:rPr dirty="0" sz="2400" spc="-25">
                <a:solidFill>
                  <a:srgbClr val="40458B"/>
                </a:solidFill>
                <a:latin typeface="Tahoma"/>
                <a:cs typeface="Tahoma"/>
              </a:rPr>
              <a:t>8</a:t>
            </a:r>
            <a:r>
              <a:rPr dirty="0" sz="2400" spc="-5">
                <a:solidFill>
                  <a:srgbClr val="40458B"/>
                </a:solidFill>
                <a:latin typeface="黑体"/>
                <a:cs typeface="黑体"/>
              </a:rPr>
              <a:t>段流水线，某个时间段内只能进行定点乘，某个时间段内</a:t>
            </a:r>
            <a:r>
              <a:rPr dirty="0" sz="2400" spc="-10">
                <a:solidFill>
                  <a:srgbClr val="40458B"/>
                </a:solidFill>
                <a:latin typeface="黑体"/>
                <a:cs typeface="黑体"/>
              </a:rPr>
              <a:t>只能进行浮点连接</a:t>
            </a:r>
            <a:endParaRPr sz="2400">
              <a:latin typeface="黑体"/>
              <a:cs typeface="黑体"/>
            </a:endParaRPr>
          </a:p>
        </p:txBody>
      </p:sp>
      <p:sp>
        <p:nvSpPr>
          <p:cNvPr id="11" name="object 11" descr=""/>
          <p:cNvSpPr txBox="1"/>
          <p:nvPr/>
        </p:nvSpPr>
        <p:spPr>
          <a:xfrm>
            <a:off x="8336406" y="324993"/>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3.1.2</a:t>
            </a:r>
            <a:r>
              <a:rPr dirty="0" sz="2600" spc="-20">
                <a:solidFill>
                  <a:srgbClr val="0000CC"/>
                </a:solidFill>
                <a:latin typeface="黑体"/>
                <a:cs typeface="黑体"/>
              </a:rPr>
              <a:t> 流水线的分类</a:t>
            </a:r>
            <a:endParaRPr sz="2600">
              <a:latin typeface="黑体"/>
              <a:cs typeface="黑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40557" y="161289"/>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sp>
        <p:nvSpPr>
          <p:cNvPr id="10" name="object 10" descr=""/>
          <p:cNvSpPr txBox="1"/>
          <p:nvPr/>
        </p:nvSpPr>
        <p:spPr>
          <a:xfrm>
            <a:off x="827328" y="1115059"/>
            <a:ext cx="11057890" cy="4763135"/>
          </a:xfrm>
          <a:prstGeom prst="rect">
            <a:avLst/>
          </a:prstGeom>
        </p:spPr>
        <p:txBody>
          <a:bodyPr wrap="square" lIns="0" tIns="13335" rIns="0" bIns="0" rtlCol="0" vert="horz">
            <a:spAutoFit/>
          </a:bodyPr>
          <a:lstStyle/>
          <a:p>
            <a:pPr marL="357505" indent="-346075">
              <a:lnSpc>
                <a:spcPct val="100000"/>
              </a:lnSpc>
              <a:spcBef>
                <a:spcPts val="105"/>
              </a:spcBef>
              <a:buSzPct val="96875"/>
              <a:buFont typeface="Tahoma"/>
              <a:buAutoNum type="arabicPeriod" startAt="4"/>
              <a:tabLst>
                <a:tab pos="357505" algn="l"/>
              </a:tabLst>
            </a:pPr>
            <a:r>
              <a:rPr dirty="0" sz="3200" spc="-15">
                <a:solidFill>
                  <a:srgbClr val="FF0000"/>
                </a:solidFill>
                <a:latin typeface="黑体"/>
                <a:cs typeface="黑体"/>
              </a:rPr>
              <a:t>静态流水线与动态流水线</a:t>
            </a:r>
            <a:endParaRPr sz="3200">
              <a:latin typeface="黑体"/>
              <a:cs typeface="黑体"/>
            </a:endParaRPr>
          </a:p>
          <a:p>
            <a:pPr lvl="1" marL="469265" marR="520700" indent="-457200">
              <a:lnSpc>
                <a:spcPct val="150000"/>
              </a:lnSpc>
              <a:spcBef>
                <a:spcPts val="775"/>
              </a:spcBef>
              <a:buClr>
                <a:srgbClr val="40458B"/>
              </a:buClr>
              <a:buSzPct val="89583"/>
              <a:buFont typeface="Wingdings"/>
              <a:buChar char=""/>
              <a:tabLst>
                <a:tab pos="469265" algn="l"/>
              </a:tabLst>
            </a:pPr>
            <a:r>
              <a:rPr dirty="0" sz="2400">
                <a:solidFill>
                  <a:srgbClr val="FF0000"/>
                </a:solidFill>
                <a:latin typeface="黑体"/>
                <a:cs typeface="黑体"/>
              </a:rPr>
              <a:t>动态流水线：</a:t>
            </a:r>
            <a:r>
              <a:rPr dirty="0" sz="2400" spc="-5">
                <a:solidFill>
                  <a:srgbClr val="40458B"/>
                </a:solidFill>
                <a:latin typeface="黑体"/>
                <a:cs typeface="黑体"/>
              </a:rPr>
              <a:t>在同一时间内，多功能流水线中的各段可以按照不同的方式连</a:t>
            </a:r>
            <a:r>
              <a:rPr dirty="0" sz="2400" spc="-15">
                <a:solidFill>
                  <a:srgbClr val="40458B"/>
                </a:solidFill>
                <a:latin typeface="黑体"/>
                <a:cs typeface="黑体"/>
              </a:rPr>
              <a:t>接，同时执行多种功能。</a:t>
            </a:r>
            <a:endParaRPr sz="2400">
              <a:latin typeface="黑体"/>
              <a:cs typeface="黑体"/>
            </a:endParaRPr>
          </a:p>
          <a:p>
            <a:pPr lvl="2" marL="894715" indent="-288290">
              <a:lnSpc>
                <a:spcPct val="100000"/>
              </a:lnSpc>
              <a:spcBef>
                <a:spcPts val="1780"/>
              </a:spcBef>
              <a:buClr>
                <a:srgbClr val="4668F5"/>
              </a:buClr>
              <a:buSzPct val="60000"/>
              <a:buFont typeface="Wingdings"/>
              <a:buChar char=""/>
              <a:tabLst>
                <a:tab pos="894715" algn="l"/>
              </a:tabLst>
            </a:pPr>
            <a:r>
              <a:rPr dirty="0" sz="2000" spc="-10" b="1">
                <a:solidFill>
                  <a:srgbClr val="D50092"/>
                </a:solidFill>
                <a:latin typeface="黑体"/>
                <a:cs typeface="黑体"/>
              </a:rPr>
              <a:t>优点：</a:t>
            </a:r>
            <a:r>
              <a:rPr dirty="0" sz="2000" spc="-25" b="1">
                <a:solidFill>
                  <a:srgbClr val="00AFEF"/>
                </a:solidFill>
                <a:latin typeface="黑体"/>
                <a:cs typeface="黑体"/>
              </a:rPr>
              <a:t>灵活，能够提高流水线各段的使用率，从而提高处理速度。</a:t>
            </a:r>
            <a:endParaRPr sz="2000">
              <a:latin typeface="黑体"/>
              <a:cs typeface="黑体"/>
            </a:endParaRPr>
          </a:p>
          <a:p>
            <a:pPr lvl="2" marL="894715" indent="-288290">
              <a:lnSpc>
                <a:spcPct val="100000"/>
              </a:lnSpc>
              <a:spcBef>
                <a:spcPts val="1680"/>
              </a:spcBef>
              <a:buClr>
                <a:srgbClr val="4668F5"/>
              </a:buClr>
              <a:buSzPct val="60000"/>
              <a:buFont typeface="Wingdings"/>
              <a:buChar char=""/>
              <a:tabLst>
                <a:tab pos="894715" algn="l"/>
              </a:tabLst>
            </a:pPr>
            <a:r>
              <a:rPr dirty="0" sz="2000" spc="-10" b="1">
                <a:solidFill>
                  <a:srgbClr val="D50092"/>
                </a:solidFill>
                <a:latin typeface="黑体"/>
                <a:cs typeface="黑体"/>
              </a:rPr>
              <a:t>缺点：</a:t>
            </a:r>
            <a:r>
              <a:rPr dirty="0" sz="2000" spc="-30" b="1">
                <a:solidFill>
                  <a:srgbClr val="00AFEF"/>
                </a:solidFill>
                <a:latin typeface="黑体"/>
                <a:cs typeface="黑体"/>
              </a:rPr>
              <a:t>控制复杂。</a:t>
            </a:r>
            <a:endParaRPr sz="2000">
              <a:latin typeface="黑体"/>
              <a:cs typeface="黑体"/>
            </a:endParaRPr>
          </a:p>
          <a:p>
            <a:pPr lvl="1" marL="469265" indent="-456565">
              <a:lnSpc>
                <a:spcPct val="100000"/>
              </a:lnSpc>
              <a:spcBef>
                <a:spcPts val="1920"/>
              </a:spcBef>
              <a:buClr>
                <a:srgbClr val="40458B"/>
              </a:buClr>
              <a:buSzPct val="89583"/>
              <a:buFont typeface="Wingdings"/>
              <a:buChar char=""/>
              <a:tabLst>
                <a:tab pos="469265" algn="l"/>
              </a:tabLst>
            </a:pPr>
            <a:r>
              <a:rPr dirty="0" sz="2400" spc="-5">
                <a:solidFill>
                  <a:srgbClr val="4F55AC"/>
                </a:solidFill>
                <a:latin typeface="黑体"/>
                <a:cs typeface="黑体"/>
              </a:rPr>
              <a:t>静、动态流水线时空图的对比</a:t>
            </a:r>
            <a:endParaRPr sz="2400">
              <a:latin typeface="黑体"/>
              <a:cs typeface="黑体"/>
            </a:endParaRPr>
          </a:p>
          <a:p>
            <a:pPr>
              <a:lnSpc>
                <a:spcPct val="100000"/>
              </a:lnSpc>
              <a:spcBef>
                <a:spcPts val="2100"/>
              </a:spcBef>
            </a:pPr>
            <a:endParaRPr sz="2400">
              <a:latin typeface="黑体"/>
              <a:cs typeface="黑体"/>
            </a:endParaRPr>
          </a:p>
          <a:p>
            <a:pPr marL="4992370" marR="5080">
              <a:lnSpc>
                <a:spcPct val="100000"/>
              </a:lnSpc>
            </a:pPr>
            <a:r>
              <a:rPr dirty="0" sz="2400" spc="-75">
                <a:solidFill>
                  <a:srgbClr val="40458B"/>
                </a:solidFill>
                <a:latin typeface="黑体"/>
                <a:cs typeface="黑体"/>
              </a:rPr>
              <a:t>例： 某机器的</a:t>
            </a:r>
            <a:r>
              <a:rPr dirty="0" sz="2400" spc="-25">
                <a:solidFill>
                  <a:srgbClr val="40458B"/>
                </a:solidFill>
                <a:latin typeface="Tahoma"/>
                <a:cs typeface="Tahoma"/>
              </a:rPr>
              <a:t>8</a:t>
            </a:r>
            <a:r>
              <a:rPr dirty="0" sz="2400" spc="-5">
                <a:solidFill>
                  <a:srgbClr val="40458B"/>
                </a:solidFill>
                <a:latin typeface="黑体"/>
                <a:cs typeface="黑体"/>
              </a:rPr>
              <a:t>段流水线，某个时间段内可进行定点乘和进行浮点连接</a:t>
            </a:r>
            <a:endParaRPr sz="2400">
              <a:latin typeface="黑体"/>
              <a:cs typeface="黑体"/>
            </a:endParaRPr>
          </a:p>
        </p:txBody>
      </p:sp>
      <p:sp>
        <p:nvSpPr>
          <p:cNvPr id="11" name="object 11" descr=""/>
          <p:cNvSpPr txBox="1"/>
          <p:nvPr/>
        </p:nvSpPr>
        <p:spPr>
          <a:xfrm>
            <a:off x="8336406" y="324993"/>
            <a:ext cx="29991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3.1.2</a:t>
            </a:r>
            <a:r>
              <a:rPr dirty="0" sz="2600" spc="-20">
                <a:solidFill>
                  <a:srgbClr val="0000CC"/>
                </a:solidFill>
                <a:latin typeface="黑体"/>
                <a:cs typeface="黑体"/>
              </a:rPr>
              <a:t> 流水线的分类</a:t>
            </a:r>
            <a:endParaRPr sz="26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94405"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3.1</a:t>
            </a:r>
            <a:r>
              <a:rPr dirty="0" u="none" spc="-45" b="1">
                <a:latin typeface="黑体"/>
                <a:cs typeface="黑体"/>
              </a:rPr>
              <a:t> 流水线的基本概念</a:t>
            </a:r>
          </a:p>
        </p:txBody>
      </p:sp>
      <p:pic>
        <p:nvPicPr>
          <p:cNvPr id="10" name="object 10" descr=""/>
          <p:cNvPicPr/>
          <p:nvPr/>
        </p:nvPicPr>
        <p:blipFill>
          <a:blip r:embed="rId2" cstate="print"/>
          <a:stretch>
            <a:fillRect/>
          </a:stretch>
        </p:blipFill>
        <p:spPr>
          <a:xfrm>
            <a:off x="2495550" y="1020699"/>
            <a:ext cx="6192774" cy="2432050"/>
          </a:xfrm>
          <a:prstGeom prst="rect">
            <a:avLst/>
          </a:prstGeom>
        </p:spPr>
      </p:pic>
      <p:sp>
        <p:nvSpPr>
          <p:cNvPr id="11" name="object 11" descr=""/>
          <p:cNvSpPr txBox="1"/>
          <p:nvPr/>
        </p:nvSpPr>
        <p:spPr>
          <a:xfrm>
            <a:off x="4776596" y="3345307"/>
            <a:ext cx="1863725" cy="269240"/>
          </a:xfrm>
          <a:prstGeom prst="rect">
            <a:avLst/>
          </a:prstGeom>
        </p:spPr>
        <p:txBody>
          <a:bodyPr wrap="square" lIns="0" tIns="12065" rIns="0" bIns="0" rtlCol="0" vert="horz">
            <a:spAutoFit/>
          </a:bodyPr>
          <a:lstStyle/>
          <a:p>
            <a:pPr marL="12700">
              <a:lnSpc>
                <a:spcPct val="100000"/>
              </a:lnSpc>
              <a:spcBef>
                <a:spcPts val="95"/>
              </a:spcBef>
            </a:pPr>
            <a:r>
              <a:rPr dirty="0" sz="1600" spc="-35" b="1">
                <a:latin typeface="宋体"/>
                <a:cs typeface="宋体"/>
              </a:rPr>
              <a:t>静态流水线的时空图</a:t>
            </a:r>
            <a:endParaRPr sz="1600">
              <a:latin typeface="宋体"/>
              <a:cs typeface="宋体"/>
            </a:endParaRPr>
          </a:p>
        </p:txBody>
      </p:sp>
      <p:pic>
        <p:nvPicPr>
          <p:cNvPr id="12" name="object 12" descr=""/>
          <p:cNvPicPr/>
          <p:nvPr/>
        </p:nvPicPr>
        <p:blipFill>
          <a:blip r:embed="rId3" cstate="print"/>
          <a:stretch>
            <a:fillRect/>
          </a:stretch>
        </p:blipFill>
        <p:spPr>
          <a:xfrm>
            <a:off x="2486025" y="3743325"/>
            <a:ext cx="6353175" cy="2505075"/>
          </a:xfrm>
          <a:prstGeom prst="rect">
            <a:avLst/>
          </a:prstGeom>
        </p:spPr>
      </p:pic>
      <p:sp>
        <p:nvSpPr>
          <p:cNvPr id="13" name="object 13" descr=""/>
          <p:cNvSpPr txBox="1"/>
          <p:nvPr/>
        </p:nvSpPr>
        <p:spPr>
          <a:xfrm>
            <a:off x="4794630" y="6106159"/>
            <a:ext cx="1863725" cy="269240"/>
          </a:xfrm>
          <a:prstGeom prst="rect">
            <a:avLst/>
          </a:prstGeom>
        </p:spPr>
        <p:txBody>
          <a:bodyPr wrap="square" lIns="0" tIns="12065" rIns="0" bIns="0" rtlCol="0" vert="horz">
            <a:spAutoFit/>
          </a:bodyPr>
          <a:lstStyle/>
          <a:p>
            <a:pPr marL="12700">
              <a:lnSpc>
                <a:spcPct val="100000"/>
              </a:lnSpc>
              <a:spcBef>
                <a:spcPts val="95"/>
              </a:spcBef>
            </a:pPr>
            <a:r>
              <a:rPr dirty="0" sz="1600" spc="-35" b="1">
                <a:latin typeface="宋体"/>
                <a:cs typeface="宋体"/>
              </a:rPr>
              <a:t>动态流水线的时空图</a:t>
            </a:r>
            <a:endParaRPr sz="1600">
              <a:latin typeface="宋体"/>
              <a:cs typeface="宋体"/>
            </a:endParaRPr>
          </a:p>
        </p:txBody>
      </p:sp>
      <p:sp>
        <p:nvSpPr>
          <p:cNvPr id="14" name="object 14" descr=""/>
          <p:cNvSpPr/>
          <p:nvPr/>
        </p:nvSpPr>
        <p:spPr>
          <a:xfrm>
            <a:off x="6527800" y="628650"/>
            <a:ext cx="0" cy="2776855"/>
          </a:xfrm>
          <a:custGeom>
            <a:avLst/>
            <a:gdLst/>
            <a:ahLst/>
            <a:cxnLst/>
            <a:rect l="l" t="t" r="r" b="b"/>
            <a:pathLst>
              <a:path w="0" h="2776854">
                <a:moveTo>
                  <a:pt x="0" y="0"/>
                </a:moveTo>
                <a:lnTo>
                  <a:pt x="0" y="2776474"/>
                </a:lnTo>
              </a:path>
            </a:pathLst>
          </a:custGeom>
          <a:ln w="9525">
            <a:solidFill>
              <a:srgbClr val="FF0000"/>
            </a:solidFill>
            <a:prstDash val="sysDash"/>
          </a:ln>
        </p:spPr>
        <p:txBody>
          <a:bodyPr wrap="square" lIns="0" tIns="0" rIns="0" bIns="0" rtlCol="0"/>
          <a:lstStyle/>
          <a:p/>
        </p:txBody>
      </p:sp>
      <p:grpSp>
        <p:nvGrpSpPr>
          <p:cNvPr id="15" name="object 15" descr=""/>
          <p:cNvGrpSpPr/>
          <p:nvPr/>
        </p:nvGrpSpPr>
        <p:grpSpPr>
          <a:xfrm>
            <a:off x="5659437" y="3649726"/>
            <a:ext cx="946150" cy="3021330"/>
            <a:chOff x="5659437" y="3649726"/>
            <a:chExt cx="946150" cy="3021330"/>
          </a:xfrm>
        </p:grpSpPr>
        <p:sp>
          <p:nvSpPr>
            <p:cNvPr id="16" name="object 16" descr=""/>
            <p:cNvSpPr/>
            <p:nvPr/>
          </p:nvSpPr>
          <p:spPr>
            <a:xfrm>
              <a:off x="5664200" y="3649726"/>
              <a:ext cx="936625" cy="3021330"/>
            </a:xfrm>
            <a:custGeom>
              <a:avLst/>
              <a:gdLst/>
              <a:ahLst/>
              <a:cxnLst/>
              <a:rect l="l" t="t" r="r" b="b"/>
              <a:pathLst>
                <a:path w="936625" h="3021329">
                  <a:moveTo>
                    <a:pt x="936625" y="0"/>
                  </a:moveTo>
                  <a:lnTo>
                    <a:pt x="936625" y="3020949"/>
                  </a:lnTo>
                </a:path>
                <a:path w="936625" h="3021329">
                  <a:moveTo>
                    <a:pt x="0" y="0"/>
                  </a:moveTo>
                  <a:lnTo>
                    <a:pt x="0" y="3020949"/>
                  </a:lnTo>
                </a:path>
              </a:pathLst>
            </a:custGeom>
            <a:ln w="9525">
              <a:solidFill>
                <a:srgbClr val="FF0000"/>
              </a:solidFill>
              <a:prstDash val="sysDash"/>
            </a:ln>
          </p:spPr>
          <p:txBody>
            <a:bodyPr wrap="square" lIns="0" tIns="0" rIns="0" bIns="0" rtlCol="0"/>
            <a:lstStyle/>
            <a:p/>
          </p:txBody>
        </p:sp>
        <p:sp>
          <p:nvSpPr>
            <p:cNvPr id="17" name="object 17" descr=""/>
            <p:cNvSpPr/>
            <p:nvPr/>
          </p:nvSpPr>
          <p:spPr>
            <a:xfrm>
              <a:off x="5735701" y="3933825"/>
              <a:ext cx="792480" cy="347980"/>
            </a:xfrm>
            <a:custGeom>
              <a:avLst/>
              <a:gdLst/>
              <a:ahLst/>
              <a:cxnLst/>
              <a:rect l="l" t="t" r="r" b="b"/>
              <a:pathLst>
                <a:path w="792479" h="347979">
                  <a:moveTo>
                    <a:pt x="0" y="173862"/>
                  </a:moveTo>
                  <a:lnTo>
                    <a:pt x="20187" y="118912"/>
                  </a:lnTo>
                  <a:lnTo>
                    <a:pt x="76403" y="71186"/>
                  </a:lnTo>
                  <a:lnTo>
                    <a:pt x="115982" y="50926"/>
                  </a:lnTo>
                  <a:lnTo>
                    <a:pt x="162123" y="33548"/>
                  </a:lnTo>
                  <a:lnTo>
                    <a:pt x="214008" y="19408"/>
                  </a:lnTo>
                  <a:lnTo>
                    <a:pt x="270824" y="8864"/>
                  </a:lnTo>
                  <a:lnTo>
                    <a:pt x="331755" y="2275"/>
                  </a:lnTo>
                  <a:lnTo>
                    <a:pt x="395986" y="0"/>
                  </a:lnTo>
                  <a:lnTo>
                    <a:pt x="460250" y="2275"/>
                  </a:lnTo>
                  <a:lnTo>
                    <a:pt x="521209" y="8864"/>
                  </a:lnTo>
                  <a:lnTo>
                    <a:pt x="578046" y="19408"/>
                  </a:lnTo>
                  <a:lnTo>
                    <a:pt x="629948" y="33548"/>
                  </a:lnTo>
                  <a:lnTo>
                    <a:pt x="676100" y="50927"/>
                  </a:lnTo>
                  <a:lnTo>
                    <a:pt x="715687" y="71186"/>
                  </a:lnTo>
                  <a:lnTo>
                    <a:pt x="747895" y="93967"/>
                  </a:lnTo>
                  <a:lnTo>
                    <a:pt x="786916" y="145663"/>
                  </a:lnTo>
                  <a:lnTo>
                    <a:pt x="792099" y="173862"/>
                  </a:lnTo>
                  <a:lnTo>
                    <a:pt x="786916" y="202058"/>
                  </a:lnTo>
                  <a:lnTo>
                    <a:pt x="747895" y="253731"/>
                  </a:lnTo>
                  <a:lnTo>
                    <a:pt x="715687" y="276495"/>
                  </a:lnTo>
                  <a:lnTo>
                    <a:pt x="676100" y="296735"/>
                  </a:lnTo>
                  <a:lnTo>
                    <a:pt x="629948" y="314095"/>
                  </a:lnTo>
                  <a:lnTo>
                    <a:pt x="578046" y="328218"/>
                  </a:lnTo>
                  <a:lnTo>
                    <a:pt x="521209" y="338747"/>
                  </a:lnTo>
                  <a:lnTo>
                    <a:pt x="460250" y="345326"/>
                  </a:lnTo>
                  <a:lnTo>
                    <a:pt x="395986" y="347599"/>
                  </a:lnTo>
                  <a:lnTo>
                    <a:pt x="331755" y="345326"/>
                  </a:lnTo>
                  <a:lnTo>
                    <a:pt x="270824" y="338747"/>
                  </a:lnTo>
                  <a:lnTo>
                    <a:pt x="214008" y="328218"/>
                  </a:lnTo>
                  <a:lnTo>
                    <a:pt x="162123" y="314095"/>
                  </a:lnTo>
                  <a:lnTo>
                    <a:pt x="115982" y="296735"/>
                  </a:lnTo>
                  <a:lnTo>
                    <a:pt x="76403" y="276495"/>
                  </a:lnTo>
                  <a:lnTo>
                    <a:pt x="44199" y="253731"/>
                  </a:lnTo>
                  <a:lnTo>
                    <a:pt x="5182" y="202058"/>
                  </a:lnTo>
                  <a:lnTo>
                    <a:pt x="0" y="173862"/>
                  </a:lnTo>
                  <a:close/>
                </a:path>
              </a:pathLst>
            </a:custGeom>
            <a:ln w="9525">
              <a:solidFill>
                <a:srgbClr val="FF0000"/>
              </a:solidFill>
              <a:prstDash val="lgDash"/>
            </a:ln>
          </p:spPr>
          <p:txBody>
            <a:bodyPr wrap="square" lIns="0" tIns="0" rIns="0" bIns="0" rtlCol="0"/>
            <a:lstStyle/>
            <a:p/>
          </p:txBody>
        </p:sp>
        <p:sp>
          <p:nvSpPr>
            <p:cNvPr id="18" name="object 18" descr=""/>
            <p:cNvSpPr/>
            <p:nvPr/>
          </p:nvSpPr>
          <p:spPr>
            <a:xfrm>
              <a:off x="5735701" y="4464050"/>
              <a:ext cx="792480" cy="349250"/>
            </a:xfrm>
            <a:custGeom>
              <a:avLst/>
              <a:gdLst/>
              <a:ahLst/>
              <a:cxnLst/>
              <a:rect l="l" t="t" r="r" b="b"/>
              <a:pathLst>
                <a:path w="792479" h="349250">
                  <a:moveTo>
                    <a:pt x="0" y="174625"/>
                  </a:moveTo>
                  <a:lnTo>
                    <a:pt x="20187" y="119449"/>
                  </a:lnTo>
                  <a:lnTo>
                    <a:pt x="76403" y="71515"/>
                  </a:lnTo>
                  <a:lnTo>
                    <a:pt x="115982" y="51165"/>
                  </a:lnTo>
                  <a:lnTo>
                    <a:pt x="162123" y="33706"/>
                  </a:lnTo>
                  <a:lnTo>
                    <a:pt x="214008" y="19500"/>
                  </a:lnTo>
                  <a:lnTo>
                    <a:pt x="270824" y="8907"/>
                  </a:lnTo>
                  <a:lnTo>
                    <a:pt x="331755" y="2286"/>
                  </a:lnTo>
                  <a:lnTo>
                    <a:pt x="395986" y="0"/>
                  </a:lnTo>
                  <a:lnTo>
                    <a:pt x="460250" y="2286"/>
                  </a:lnTo>
                  <a:lnTo>
                    <a:pt x="521209" y="8907"/>
                  </a:lnTo>
                  <a:lnTo>
                    <a:pt x="578046" y="19500"/>
                  </a:lnTo>
                  <a:lnTo>
                    <a:pt x="629948" y="33706"/>
                  </a:lnTo>
                  <a:lnTo>
                    <a:pt x="676100" y="51165"/>
                  </a:lnTo>
                  <a:lnTo>
                    <a:pt x="715687" y="71515"/>
                  </a:lnTo>
                  <a:lnTo>
                    <a:pt x="747895" y="94396"/>
                  </a:lnTo>
                  <a:lnTo>
                    <a:pt x="786916" y="146312"/>
                  </a:lnTo>
                  <a:lnTo>
                    <a:pt x="792099" y="174625"/>
                  </a:lnTo>
                  <a:lnTo>
                    <a:pt x="786916" y="202937"/>
                  </a:lnTo>
                  <a:lnTo>
                    <a:pt x="747895" y="254853"/>
                  </a:lnTo>
                  <a:lnTo>
                    <a:pt x="715687" y="277734"/>
                  </a:lnTo>
                  <a:lnTo>
                    <a:pt x="676100" y="298084"/>
                  </a:lnTo>
                  <a:lnTo>
                    <a:pt x="629948" y="315543"/>
                  </a:lnTo>
                  <a:lnTo>
                    <a:pt x="578046" y="329749"/>
                  </a:lnTo>
                  <a:lnTo>
                    <a:pt x="521209" y="340342"/>
                  </a:lnTo>
                  <a:lnTo>
                    <a:pt x="460250" y="346963"/>
                  </a:lnTo>
                  <a:lnTo>
                    <a:pt x="395986" y="349250"/>
                  </a:lnTo>
                  <a:lnTo>
                    <a:pt x="331755" y="346963"/>
                  </a:lnTo>
                  <a:lnTo>
                    <a:pt x="270824" y="340342"/>
                  </a:lnTo>
                  <a:lnTo>
                    <a:pt x="214008" y="329749"/>
                  </a:lnTo>
                  <a:lnTo>
                    <a:pt x="162123" y="315543"/>
                  </a:lnTo>
                  <a:lnTo>
                    <a:pt x="115982" y="298084"/>
                  </a:lnTo>
                  <a:lnTo>
                    <a:pt x="76403" y="277734"/>
                  </a:lnTo>
                  <a:lnTo>
                    <a:pt x="44199" y="254853"/>
                  </a:lnTo>
                  <a:lnTo>
                    <a:pt x="5182" y="202937"/>
                  </a:lnTo>
                  <a:lnTo>
                    <a:pt x="0" y="174625"/>
                  </a:lnTo>
                  <a:close/>
                </a:path>
              </a:pathLst>
            </a:custGeom>
            <a:ln w="9525">
              <a:solidFill>
                <a:srgbClr val="FF09FF"/>
              </a:solidFill>
              <a:prstDash val="lgDash"/>
            </a:ln>
          </p:spPr>
          <p:txBody>
            <a:bodyPr wrap="square" lIns="0" tIns="0" rIns="0" bIns="0" rtlCol="0"/>
            <a:lstStyle/>
            <a:p/>
          </p:txBody>
        </p:sp>
      </p:grpSp>
      <p:sp>
        <p:nvSpPr>
          <p:cNvPr id="19" name="object 19" descr=""/>
          <p:cNvSpPr txBox="1"/>
          <p:nvPr/>
        </p:nvSpPr>
        <p:spPr>
          <a:xfrm>
            <a:off x="8434831" y="1272641"/>
            <a:ext cx="3108960" cy="985519"/>
          </a:xfrm>
          <a:prstGeom prst="rect">
            <a:avLst/>
          </a:prstGeom>
        </p:spPr>
        <p:txBody>
          <a:bodyPr wrap="square" lIns="0" tIns="119380" rIns="0" bIns="0" rtlCol="0" vert="horz">
            <a:spAutoFit/>
          </a:bodyPr>
          <a:lstStyle/>
          <a:p>
            <a:pPr marL="12700">
              <a:lnSpc>
                <a:spcPct val="100000"/>
              </a:lnSpc>
              <a:spcBef>
                <a:spcPts val="940"/>
              </a:spcBef>
            </a:pPr>
            <a:r>
              <a:rPr dirty="0" sz="1400">
                <a:solidFill>
                  <a:srgbClr val="E14B04"/>
                </a:solidFill>
                <a:latin typeface="黑体"/>
                <a:cs typeface="黑体"/>
              </a:rPr>
              <a:t>虚线</a:t>
            </a:r>
            <a:r>
              <a:rPr dirty="0" sz="1400" spc="-20">
                <a:solidFill>
                  <a:srgbClr val="40458B"/>
                </a:solidFill>
                <a:latin typeface="黑体"/>
                <a:cs typeface="黑体"/>
              </a:rPr>
              <a:t>左右表示：</a:t>
            </a:r>
            <a:endParaRPr sz="1400">
              <a:latin typeface="黑体"/>
              <a:cs typeface="黑体"/>
            </a:endParaRPr>
          </a:p>
          <a:p>
            <a:pPr marL="12700" marR="5080">
              <a:lnSpc>
                <a:spcPct val="150000"/>
              </a:lnSpc>
            </a:pPr>
            <a:r>
              <a:rPr dirty="0" sz="1400">
                <a:solidFill>
                  <a:srgbClr val="E14B04"/>
                </a:solidFill>
                <a:latin typeface="黑体"/>
                <a:cs typeface="黑体"/>
              </a:rPr>
              <a:t>左</a:t>
            </a:r>
            <a:r>
              <a:rPr dirty="0" sz="1400" spc="-50">
                <a:solidFill>
                  <a:srgbClr val="40458B"/>
                </a:solidFill>
                <a:latin typeface="黑体"/>
                <a:cs typeface="黑体"/>
              </a:rPr>
              <a:t>：在某一个时间段 只能进行浮点加法</a:t>
            </a:r>
            <a:r>
              <a:rPr dirty="0" sz="1400">
                <a:solidFill>
                  <a:srgbClr val="E14B04"/>
                </a:solidFill>
                <a:latin typeface="黑体"/>
                <a:cs typeface="黑体"/>
              </a:rPr>
              <a:t>右</a:t>
            </a:r>
            <a:r>
              <a:rPr dirty="0" sz="1400" spc="-45">
                <a:solidFill>
                  <a:srgbClr val="40458B"/>
                </a:solidFill>
                <a:latin typeface="黑体"/>
                <a:cs typeface="黑体"/>
              </a:rPr>
              <a:t>：在某一个时间段 只能进行定点乘法</a:t>
            </a:r>
            <a:endParaRPr sz="1400">
              <a:latin typeface="黑体"/>
              <a:cs typeface="黑体"/>
            </a:endParaRPr>
          </a:p>
        </p:txBody>
      </p:sp>
      <p:sp>
        <p:nvSpPr>
          <p:cNvPr id="20" name="object 20" descr=""/>
          <p:cNvSpPr txBox="1"/>
          <p:nvPr/>
        </p:nvSpPr>
        <p:spPr>
          <a:xfrm>
            <a:off x="8958833" y="4486503"/>
            <a:ext cx="2753360" cy="985519"/>
          </a:xfrm>
          <a:prstGeom prst="rect">
            <a:avLst/>
          </a:prstGeom>
        </p:spPr>
        <p:txBody>
          <a:bodyPr wrap="square" lIns="0" tIns="119380" rIns="0" bIns="0" rtlCol="0" vert="horz">
            <a:spAutoFit/>
          </a:bodyPr>
          <a:lstStyle/>
          <a:p>
            <a:pPr marL="12700">
              <a:lnSpc>
                <a:spcPct val="100000"/>
              </a:lnSpc>
              <a:spcBef>
                <a:spcPts val="940"/>
              </a:spcBef>
            </a:pPr>
            <a:r>
              <a:rPr dirty="0" sz="1400" spc="-5">
                <a:solidFill>
                  <a:srgbClr val="E14B04"/>
                </a:solidFill>
                <a:latin typeface="黑体"/>
                <a:cs typeface="黑体"/>
              </a:rPr>
              <a:t>虚线间隔内</a:t>
            </a:r>
            <a:r>
              <a:rPr dirty="0" sz="1400" spc="-25">
                <a:solidFill>
                  <a:srgbClr val="40458B"/>
                </a:solidFill>
                <a:latin typeface="黑体"/>
                <a:cs typeface="黑体"/>
              </a:rPr>
              <a:t>表示：</a:t>
            </a:r>
            <a:endParaRPr sz="1400">
              <a:latin typeface="黑体"/>
              <a:cs typeface="黑体"/>
            </a:endParaRPr>
          </a:p>
          <a:p>
            <a:pPr marL="12700" marR="5080">
              <a:lnSpc>
                <a:spcPct val="150000"/>
              </a:lnSpc>
            </a:pPr>
            <a:r>
              <a:rPr dirty="0" sz="1400" spc="-45">
                <a:solidFill>
                  <a:srgbClr val="40458B"/>
                </a:solidFill>
                <a:latin typeface="黑体"/>
                <a:cs typeface="黑体"/>
              </a:rPr>
              <a:t>在某一个时间段 浮点加法和定点乘</a:t>
            </a:r>
            <a:r>
              <a:rPr dirty="0" sz="1400" spc="-15">
                <a:solidFill>
                  <a:srgbClr val="40458B"/>
                </a:solidFill>
                <a:latin typeface="黑体"/>
                <a:cs typeface="黑体"/>
              </a:rPr>
              <a:t>法同时进行</a:t>
            </a:r>
            <a:endParaRPr sz="1400">
              <a:latin typeface="黑体"/>
              <a:cs typeface="黑体"/>
            </a:endParaRPr>
          </a:p>
        </p:txBody>
      </p:sp>
      <p:sp>
        <p:nvSpPr>
          <p:cNvPr id="21" name="object 21" descr=""/>
          <p:cNvSpPr txBox="1"/>
          <p:nvPr/>
        </p:nvSpPr>
        <p:spPr>
          <a:xfrm>
            <a:off x="9292081" y="2895663"/>
            <a:ext cx="2349500" cy="1017905"/>
          </a:xfrm>
          <a:prstGeom prst="rect">
            <a:avLst/>
          </a:prstGeom>
          <a:ln w="9525">
            <a:solidFill>
              <a:srgbClr val="FF0000"/>
            </a:solidFill>
          </a:ln>
        </p:spPr>
        <p:txBody>
          <a:bodyPr wrap="square" lIns="0" tIns="109220" rIns="0" bIns="0" rtlCol="0" vert="horz">
            <a:spAutoFit/>
          </a:bodyPr>
          <a:lstStyle/>
          <a:p>
            <a:pPr marL="92710">
              <a:lnSpc>
                <a:spcPct val="100000"/>
              </a:lnSpc>
              <a:spcBef>
                <a:spcPts val="860"/>
              </a:spcBef>
            </a:pPr>
            <a:r>
              <a:rPr dirty="0" sz="1400" spc="-10">
                <a:solidFill>
                  <a:srgbClr val="E14B04"/>
                </a:solidFill>
                <a:latin typeface="黑体"/>
                <a:cs typeface="黑体"/>
              </a:rPr>
              <a:t>对比：</a:t>
            </a:r>
            <a:r>
              <a:rPr dirty="0" sz="1400" spc="-20">
                <a:solidFill>
                  <a:srgbClr val="001F5F"/>
                </a:solidFill>
                <a:latin typeface="黑体"/>
                <a:cs typeface="黑体"/>
              </a:rPr>
              <a:t>在相同的时间内容，</a:t>
            </a:r>
            <a:endParaRPr sz="1400">
              <a:latin typeface="黑体"/>
              <a:cs typeface="黑体"/>
            </a:endParaRPr>
          </a:p>
          <a:p>
            <a:pPr marL="92710">
              <a:lnSpc>
                <a:spcPct val="100000"/>
              </a:lnSpc>
              <a:spcBef>
                <a:spcPts val="840"/>
              </a:spcBef>
            </a:pPr>
            <a:r>
              <a:rPr dirty="0" sz="1400" spc="-20">
                <a:solidFill>
                  <a:srgbClr val="001F5F"/>
                </a:solidFill>
                <a:latin typeface="黑体"/>
                <a:cs typeface="黑体"/>
              </a:rPr>
              <a:t>两类流水指令执行的情况</a:t>
            </a:r>
            <a:endParaRPr sz="1400">
              <a:latin typeface="黑体"/>
              <a:cs typeface="黑体"/>
            </a:endParaRPr>
          </a:p>
        </p:txBody>
      </p:sp>
      <p:sp>
        <p:nvSpPr>
          <p:cNvPr id="22" name="object 22" descr=""/>
          <p:cNvSpPr/>
          <p:nvPr/>
        </p:nvSpPr>
        <p:spPr>
          <a:xfrm>
            <a:off x="6311900" y="3399663"/>
            <a:ext cx="2981325" cy="380365"/>
          </a:xfrm>
          <a:custGeom>
            <a:avLst/>
            <a:gdLst/>
            <a:ahLst/>
            <a:cxnLst/>
            <a:rect l="l" t="t" r="r" b="b"/>
            <a:pathLst>
              <a:path w="2981325" h="380364">
                <a:moveTo>
                  <a:pt x="71247" y="304673"/>
                </a:moveTo>
                <a:lnTo>
                  <a:pt x="0" y="351281"/>
                </a:lnTo>
                <a:lnTo>
                  <a:pt x="80137" y="380364"/>
                </a:lnTo>
                <a:lnTo>
                  <a:pt x="76422" y="348742"/>
                </a:lnTo>
                <a:lnTo>
                  <a:pt x="63626" y="348742"/>
                </a:lnTo>
                <a:lnTo>
                  <a:pt x="62484" y="339217"/>
                </a:lnTo>
                <a:lnTo>
                  <a:pt x="75131" y="337746"/>
                </a:lnTo>
                <a:lnTo>
                  <a:pt x="71247" y="304673"/>
                </a:lnTo>
                <a:close/>
              </a:path>
              <a:path w="2981325" h="380364">
                <a:moveTo>
                  <a:pt x="75131" y="337746"/>
                </a:moveTo>
                <a:lnTo>
                  <a:pt x="62484" y="339217"/>
                </a:lnTo>
                <a:lnTo>
                  <a:pt x="63626" y="348742"/>
                </a:lnTo>
                <a:lnTo>
                  <a:pt x="76250" y="347273"/>
                </a:lnTo>
                <a:lnTo>
                  <a:pt x="75131" y="337746"/>
                </a:lnTo>
                <a:close/>
              </a:path>
              <a:path w="2981325" h="380364">
                <a:moveTo>
                  <a:pt x="76250" y="347273"/>
                </a:moveTo>
                <a:lnTo>
                  <a:pt x="63626" y="348742"/>
                </a:lnTo>
                <a:lnTo>
                  <a:pt x="76422" y="348742"/>
                </a:lnTo>
                <a:lnTo>
                  <a:pt x="76250" y="347273"/>
                </a:lnTo>
                <a:close/>
              </a:path>
              <a:path w="2981325" h="380364">
                <a:moveTo>
                  <a:pt x="2979674" y="0"/>
                </a:moveTo>
                <a:lnTo>
                  <a:pt x="75131" y="337746"/>
                </a:lnTo>
                <a:lnTo>
                  <a:pt x="76250" y="347273"/>
                </a:lnTo>
                <a:lnTo>
                  <a:pt x="2980817" y="9398"/>
                </a:lnTo>
                <a:lnTo>
                  <a:pt x="2979674" y="0"/>
                </a:lnTo>
                <a:close/>
              </a:path>
            </a:pathLst>
          </a:custGeom>
          <a:solidFill>
            <a:srgbClr val="FF0000"/>
          </a:solidFill>
        </p:spPr>
        <p:txBody>
          <a:bodyPr wrap="square" lIns="0" tIns="0" rIns="0" bIns="0" rtlCol="0"/>
          <a:lstStyl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87550" algn="l"/>
                <a:tab pos="11028045" algn="l"/>
              </a:tabLst>
            </a:pPr>
            <a:r>
              <a:rPr dirty="0" b="1">
                <a:latin typeface="黑体"/>
                <a:cs typeface="黑体"/>
              </a:rPr>
              <a:t>	3.1</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基</a:t>
            </a:r>
            <a:r>
              <a:rPr dirty="0" spc="-40" b="1">
                <a:latin typeface="黑体"/>
                <a:cs typeface="黑体"/>
              </a:rPr>
              <a:t>本概</a:t>
            </a:r>
            <a:r>
              <a:rPr dirty="0" spc="-50" b="1">
                <a:latin typeface="黑体"/>
                <a:cs typeface="黑体"/>
              </a:rPr>
              <a:t>念</a:t>
            </a:r>
            <a:r>
              <a:rPr dirty="0" b="1">
                <a:latin typeface="黑体"/>
                <a:cs typeface="黑体"/>
              </a:rPr>
              <a:t>	</a:t>
            </a:r>
          </a:p>
        </p:txBody>
      </p:sp>
      <p:pic>
        <p:nvPicPr>
          <p:cNvPr id="9" name="object 9" descr=""/>
          <p:cNvPicPr/>
          <p:nvPr/>
        </p:nvPicPr>
        <p:blipFill>
          <a:blip r:embed="rId2" cstate="print"/>
          <a:stretch>
            <a:fillRect/>
          </a:stretch>
        </p:blipFill>
        <p:spPr>
          <a:xfrm>
            <a:off x="8593835" y="2271267"/>
            <a:ext cx="238125" cy="250825"/>
          </a:xfrm>
          <a:prstGeom prst="rect">
            <a:avLst/>
          </a:prstGeom>
        </p:spPr>
      </p:pic>
      <p:pic>
        <p:nvPicPr>
          <p:cNvPr id="10" name="object 10" descr=""/>
          <p:cNvPicPr/>
          <p:nvPr/>
        </p:nvPicPr>
        <p:blipFill>
          <a:blip r:embed="rId2" cstate="print"/>
          <a:stretch>
            <a:fillRect/>
          </a:stretch>
        </p:blipFill>
        <p:spPr>
          <a:xfrm>
            <a:off x="9813035" y="3441953"/>
            <a:ext cx="238125" cy="250825"/>
          </a:xfrm>
          <a:prstGeom prst="rect">
            <a:avLst/>
          </a:prstGeom>
        </p:spPr>
      </p:pic>
      <p:sp>
        <p:nvSpPr>
          <p:cNvPr id="11" name="object 11" descr=""/>
          <p:cNvSpPr txBox="1"/>
          <p:nvPr/>
        </p:nvSpPr>
        <p:spPr>
          <a:xfrm>
            <a:off x="1061415" y="990346"/>
            <a:ext cx="10257155" cy="4314190"/>
          </a:xfrm>
          <a:prstGeom prst="rect">
            <a:avLst/>
          </a:prstGeom>
        </p:spPr>
        <p:txBody>
          <a:bodyPr wrap="square" lIns="0" tIns="12700" rIns="0" bIns="0" rtlCol="0" vert="horz">
            <a:spAutoFit/>
          </a:bodyPr>
          <a:lstStyle/>
          <a:p>
            <a:pPr marL="469900" indent="-457200">
              <a:lnSpc>
                <a:spcPct val="100000"/>
              </a:lnSpc>
              <a:spcBef>
                <a:spcPts val="100"/>
              </a:spcBef>
              <a:buClr>
                <a:srgbClr val="40458B"/>
              </a:buClr>
              <a:buFont typeface="Tahoma"/>
              <a:buAutoNum type="arabicPeriod" startAt="4"/>
              <a:tabLst>
                <a:tab pos="469900" algn="l"/>
              </a:tabLst>
            </a:pPr>
            <a:r>
              <a:rPr dirty="0" sz="2700" spc="-5">
                <a:solidFill>
                  <a:srgbClr val="E14B04"/>
                </a:solidFill>
                <a:latin typeface="黑体"/>
                <a:cs typeface="黑体"/>
              </a:rPr>
              <a:t>线性流水线与非线性流水线</a:t>
            </a:r>
            <a:endParaRPr sz="2700">
              <a:latin typeface="黑体"/>
              <a:cs typeface="黑体"/>
            </a:endParaRPr>
          </a:p>
          <a:p>
            <a:pPr marL="641985">
              <a:lnSpc>
                <a:spcPct val="100000"/>
              </a:lnSpc>
              <a:spcBef>
                <a:spcPts val="1850"/>
              </a:spcBef>
            </a:pPr>
            <a:r>
              <a:rPr dirty="0" sz="2000" spc="-10" b="1">
                <a:latin typeface="宋体"/>
                <a:cs typeface="宋体"/>
              </a:rPr>
              <a:t>（</a:t>
            </a:r>
            <a:r>
              <a:rPr dirty="0" sz="2000" spc="-20" b="1">
                <a:latin typeface="宋体"/>
                <a:cs typeface="宋体"/>
              </a:rPr>
              <a:t>按照流水线中是否有反馈回路来进行分类</a:t>
            </a:r>
            <a:r>
              <a:rPr dirty="0" sz="2000" spc="-50" b="1">
                <a:latin typeface="宋体"/>
                <a:cs typeface="宋体"/>
              </a:rPr>
              <a:t>）</a:t>
            </a:r>
            <a:endParaRPr sz="2000">
              <a:latin typeface="宋体"/>
              <a:cs typeface="宋体"/>
            </a:endParaRPr>
          </a:p>
          <a:p>
            <a:pPr lvl="1" marL="1099185" marR="5080" indent="-457200">
              <a:lnSpc>
                <a:spcPct val="150000"/>
              </a:lnSpc>
              <a:spcBef>
                <a:spcPts val="480"/>
              </a:spcBef>
              <a:buClr>
                <a:srgbClr val="40458B"/>
              </a:buClr>
              <a:buSzPct val="89583"/>
              <a:buFont typeface="Wingdings"/>
              <a:buChar char=""/>
              <a:tabLst>
                <a:tab pos="1099185" algn="l"/>
                <a:tab pos="7804784" algn="l"/>
              </a:tabLst>
            </a:pPr>
            <a:r>
              <a:rPr dirty="0" sz="2400">
                <a:solidFill>
                  <a:srgbClr val="FF0000"/>
                </a:solidFill>
                <a:latin typeface="黑体"/>
                <a:cs typeface="黑体"/>
              </a:rPr>
              <a:t>线性流水线：</a:t>
            </a:r>
            <a:r>
              <a:rPr dirty="0" sz="2400">
                <a:solidFill>
                  <a:srgbClr val="40458B"/>
                </a:solidFill>
                <a:latin typeface="黑体"/>
                <a:cs typeface="黑体"/>
              </a:rPr>
              <a:t>流水线的各段串行连接，没有反</a:t>
            </a:r>
            <a:r>
              <a:rPr dirty="0" sz="2400" spc="-50">
                <a:solidFill>
                  <a:srgbClr val="40458B"/>
                </a:solidFill>
                <a:latin typeface="黑体"/>
                <a:cs typeface="黑体"/>
              </a:rPr>
              <a:t>馈</a:t>
            </a:r>
            <a:r>
              <a:rPr dirty="0" sz="2400">
                <a:solidFill>
                  <a:srgbClr val="40458B"/>
                </a:solidFill>
                <a:latin typeface="黑体"/>
                <a:cs typeface="黑体"/>
              </a:rPr>
              <a:t>	路。数据通过流</a:t>
            </a:r>
            <a:r>
              <a:rPr dirty="0" sz="2400" spc="-50">
                <a:solidFill>
                  <a:srgbClr val="40458B"/>
                </a:solidFill>
                <a:latin typeface="黑体"/>
                <a:cs typeface="黑体"/>
              </a:rPr>
              <a:t>水</a:t>
            </a:r>
            <a:r>
              <a:rPr dirty="0" sz="2400">
                <a:solidFill>
                  <a:srgbClr val="40458B"/>
                </a:solidFill>
                <a:latin typeface="黑体"/>
                <a:cs typeface="黑体"/>
              </a:rPr>
              <a:t>线中的各段时，每一个段最多只流过一次</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2014"/>
              </a:spcBef>
              <a:buClr>
                <a:srgbClr val="40458B"/>
              </a:buClr>
              <a:buSzPct val="89583"/>
              <a:buFont typeface="Wingdings"/>
              <a:buChar char=""/>
              <a:tabLst>
                <a:tab pos="1099185" algn="l"/>
                <a:tab pos="9023985" algn="l"/>
              </a:tabLst>
            </a:pPr>
            <a:r>
              <a:rPr dirty="0" sz="2400">
                <a:solidFill>
                  <a:srgbClr val="FF0000"/>
                </a:solidFill>
                <a:latin typeface="黑体"/>
                <a:cs typeface="黑体"/>
              </a:rPr>
              <a:t>非线性流水线：</a:t>
            </a:r>
            <a:r>
              <a:rPr dirty="0" sz="2400">
                <a:solidFill>
                  <a:srgbClr val="40458B"/>
                </a:solidFill>
                <a:latin typeface="黑体"/>
                <a:cs typeface="黑体"/>
              </a:rPr>
              <a:t>流水线中除了有串行的连接外，还有反</a:t>
            </a:r>
            <a:r>
              <a:rPr dirty="0" sz="2400" spc="-50">
                <a:solidFill>
                  <a:srgbClr val="40458B"/>
                </a:solidFill>
                <a:latin typeface="黑体"/>
                <a:cs typeface="黑体"/>
              </a:rPr>
              <a:t>馈</a:t>
            </a:r>
            <a:r>
              <a:rPr dirty="0" sz="2400">
                <a:solidFill>
                  <a:srgbClr val="40458B"/>
                </a:solidFill>
                <a:latin typeface="黑体"/>
                <a:cs typeface="黑体"/>
              </a:rPr>
              <a:t>	路</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2020"/>
              </a:spcBef>
              <a:buSzPct val="89583"/>
              <a:buFont typeface="Wingdings"/>
              <a:buChar char=""/>
              <a:tabLst>
                <a:tab pos="1099185" algn="l"/>
              </a:tabLst>
            </a:pPr>
            <a:r>
              <a:rPr dirty="0" sz="2400">
                <a:solidFill>
                  <a:srgbClr val="40458B"/>
                </a:solidFill>
                <a:latin typeface="黑体"/>
                <a:cs typeface="黑体"/>
              </a:rPr>
              <a:t>非线性流水线的</a:t>
            </a:r>
            <a:r>
              <a:rPr dirty="0" sz="2400" spc="-15">
                <a:solidFill>
                  <a:srgbClr val="D50092"/>
                </a:solidFill>
                <a:latin typeface="黑体"/>
                <a:cs typeface="黑体"/>
              </a:rPr>
              <a:t>调度问题</a:t>
            </a:r>
            <a:endParaRPr sz="2400">
              <a:latin typeface="黑体"/>
              <a:cs typeface="黑体"/>
            </a:endParaRPr>
          </a:p>
          <a:p>
            <a:pPr lvl="2" marL="1524635" indent="-288290">
              <a:lnSpc>
                <a:spcPct val="100000"/>
              </a:lnSpc>
              <a:spcBef>
                <a:spcPts val="1600"/>
              </a:spcBef>
              <a:buClr>
                <a:srgbClr val="4668F5"/>
              </a:buClr>
              <a:buSzPct val="60000"/>
              <a:buFont typeface="Wingdings"/>
              <a:buChar char=""/>
              <a:tabLst>
                <a:tab pos="1524635" algn="l"/>
              </a:tabLst>
            </a:pPr>
            <a:r>
              <a:rPr dirty="0" sz="2000" spc="-25" b="1">
                <a:solidFill>
                  <a:srgbClr val="00AFEF"/>
                </a:solidFill>
                <a:latin typeface="黑体"/>
                <a:cs typeface="黑体"/>
              </a:rPr>
              <a:t>确定什么时候向流水线引进新的任务，才能使该任务不会与先前进入流水线的</a:t>
            </a:r>
            <a:endParaRPr sz="2000">
              <a:latin typeface="黑体"/>
              <a:cs typeface="黑体"/>
            </a:endParaRPr>
          </a:p>
          <a:p>
            <a:pPr marL="1524635">
              <a:lnSpc>
                <a:spcPct val="100000"/>
              </a:lnSpc>
              <a:spcBef>
                <a:spcPts val="960"/>
              </a:spcBef>
            </a:pPr>
            <a:r>
              <a:rPr dirty="0" sz="2000" spc="-10" b="1">
                <a:solidFill>
                  <a:srgbClr val="00AFEF"/>
                </a:solidFill>
                <a:latin typeface="黑体"/>
                <a:cs typeface="黑体"/>
              </a:rPr>
              <a:t>任务发生冲突</a:t>
            </a:r>
            <a:r>
              <a:rPr dirty="0" sz="2000" spc="-10" b="1">
                <a:solidFill>
                  <a:srgbClr val="00AFEF"/>
                </a:solidFill>
                <a:latin typeface="Times New Roman"/>
                <a:cs typeface="Times New Roman"/>
              </a:rPr>
              <a:t>——</a:t>
            </a:r>
            <a:r>
              <a:rPr dirty="0" sz="2000" spc="-25" b="1">
                <a:solidFill>
                  <a:srgbClr val="00AFEF"/>
                </a:solidFill>
                <a:latin typeface="黑体"/>
                <a:cs typeface="黑体"/>
              </a:rPr>
              <a:t>争用流水段。</a:t>
            </a:r>
            <a:endParaRPr sz="2000">
              <a:latin typeface="黑体"/>
              <a:cs typeface="黑体"/>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41979" y="161289"/>
            <a:ext cx="4105910"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pic>
        <p:nvPicPr>
          <p:cNvPr id="10" name="object 10" descr=""/>
          <p:cNvPicPr/>
          <p:nvPr/>
        </p:nvPicPr>
        <p:blipFill>
          <a:blip r:embed="rId2" cstate="print"/>
          <a:stretch>
            <a:fillRect/>
          </a:stretch>
        </p:blipFill>
        <p:spPr>
          <a:xfrm>
            <a:off x="1919351" y="1878076"/>
            <a:ext cx="9217025" cy="1582674"/>
          </a:xfrm>
          <a:prstGeom prst="rect">
            <a:avLst/>
          </a:prstGeom>
        </p:spPr>
      </p:pic>
      <p:sp>
        <p:nvSpPr>
          <p:cNvPr id="11" name="object 11" descr=""/>
          <p:cNvSpPr txBox="1"/>
          <p:nvPr/>
        </p:nvSpPr>
        <p:spPr>
          <a:xfrm>
            <a:off x="4802504" y="3678682"/>
            <a:ext cx="2329815" cy="330835"/>
          </a:xfrm>
          <a:prstGeom prst="rect">
            <a:avLst/>
          </a:prstGeom>
        </p:spPr>
        <p:txBody>
          <a:bodyPr wrap="square" lIns="0" tIns="12700" rIns="0" bIns="0" rtlCol="0" vert="horz">
            <a:spAutoFit/>
          </a:bodyPr>
          <a:lstStyle/>
          <a:p>
            <a:pPr marL="12700">
              <a:lnSpc>
                <a:spcPct val="100000"/>
              </a:lnSpc>
              <a:spcBef>
                <a:spcPts val="100"/>
              </a:spcBef>
            </a:pPr>
            <a:r>
              <a:rPr dirty="0" sz="2000" spc="-15" b="1">
                <a:latin typeface="宋体"/>
                <a:cs typeface="宋体"/>
              </a:rPr>
              <a:t>非线性流水线示意图</a:t>
            </a:r>
            <a:endParaRPr sz="2000">
              <a:latin typeface="宋体"/>
              <a:cs typeface="宋体"/>
            </a:endParaRPr>
          </a:p>
        </p:txBody>
      </p:sp>
      <p:sp>
        <p:nvSpPr>
          <p:cNvPr id="12" name="object 12" descr=""/>
          <p:cNvSpPr txBox="1"/>
          <p:nvPr/>
        </p:nvSpPr>
        <p:spPr>
          <a:xfrm>
            <a:off x="2816225" y="4653026"/>
            <a:ext cx="5259705" cy="708025"/>
          </a:xfrm>
          <a:prstGeom prst="rect">
            <a:avLst/>
          </a:prstGeom>
          <a:solidFill>
            <a:srgbClr val="B4F4F1"/>
          </a:solidFill>
        </p:spPr>
        <p:txBody>
          <a:bodyPr wrap="square" lIns="0" tIns="46990" rIns="0" bIns="0" rtlCol="0" vert="horz">
            <a:spAutoFit/>
          </a:bodyPr>
          <a:lstStyle/>
          <a:p>
            <a:pPr marL="91440">
              <a:lnSpc>
                <a:spcPct val="100000"/>
              </a:lnSpc>
              <a:spcBef>
                <a:spcPts val="370"/>
              </a:spcBef>
            </a:pPr>
            <a:r>
              <a:rPr dirty="0" sz="2000" spc="-5">
                <a:solidFill>
                  <a:srgbClr val="E14B04"/>
                </a:solidFill>
                <a:latin typeface="黑体"/>
                <a:cs typeface="黑体"/>
              </a:rPr>
              <a:t>流水线：</a:t>
            </a:r>
            <a:r>
              <a:rPr dirty="0" sz="2000" spc="-20">
                <a:solidFill>
                  <a:srgbClr val="E14B04"/>
                </a:solidFill>
                <a:latin typeface="Tahoma"/>
                <a:cs typeface="Tahoma"/>
              </a:rPr>
              <a:t>4</a:t>
            </a:r>
            <a:r>
              <a:rPr dirty="0" sz="2000" spc="-25">
                <a:solidFill>
                  <a:srgbClr val="E14B04"/>
                </a:solidFill>
                <a:latin typeface="黑体"/>
                <a:cs typeface="黑体"/>
              </a:rPr>
              <a:t>段，但有些段可能反复通过</a:t>
            </a:r>
            <a:endParaRPr sz="2000">
              <a:latin typeface="黑体"/>
              <a:cs typeface="黑体"/>
            </a:endParaRPr>
          </a:p>
        </p:txBody>
      </p:sp>
      <p:sp>
        <p:nvSpPr>
          <p:cNvPr id="13" name="object 13" descr=""/>
          <p:cNvSpPr txBox="1"/>
          <p:nvPr/>
        </p:nvSpPr>
        <p:spPr>
          <a:xfrm>
            <a:off x="3346196" y="5722416"/>
            <a:ext cx="531431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E14B04"/>
                </a:solidFill>
                <a:latin typeface="黑体"/>
                <a:cs typeface="黑体"/>
              </a:rPr>
              <a:t>例如任务：</a:t>
            </a:r>
            <a:r>
              <a:rPr dirty="0" sz="2400" spc="-15">
                <a:solidFill>
                  <a:srgbClr val="40458B"/>
                </a:solidFill>
                <a:latin typeface="Tahoma"/>
                <a:cs typeface="Tahoma"/>
              </a:rPr>
              <a:t>→ </a:t>
            </a:r>
            <a:r>
              <a:rPr dirty="0" sz="2400">
                <a:solidFill>
                  <a:srgbClr val="40458B"/>
                </a:solidFill>
                <a:latin typeface="Tahoma"/>
                <a:cs typeface="Tahoma"/>
              </a:rPr>
              <a:t>S1→S2→S3</a:t>
            </a:r>
            <a:r>
              <a:rPr dirty="0" sz="2400" spc="-15">
                <a:solidFill>
                  <a:srgbClr val="40458B"/>
                </a:solidFill>
                <a:latin typeface="Tahoma"/>
                <a:cs typeface="Tahoma"/>
              </a:rPr>
              <a:t> → </a:t>
            </a:r>
            <a:r>
              <a:rPr dirty="0" sz="2400" spc="-20">
                <a:solidFill>
                  <a:srgbClr val="40458B"/>
                </a:solidFill>
                <a:latin typeface="Tahoma"/>
                <a:cs typeface="Tahoma"/>
              </a:rPr>
              <a:t>S2→</a:t>
            </a:r>
            <a:r>
              <a:rPr dirty="0" sz="2400" spc="-25">
                <a:solidFill>
                  <a:srgbClr val="40458B"/>
                </a:solidFill>
                <a:latin typeface="黑体"/>
                <a:cs typeface="黑体"/>
              </a:rPr>
              <a:t>输出</a:t>
            </a:r>
            <a:endParaRPr sz="2400">
              <a:latin typeface="黑体"/>
              <a:cs typeface="黑体"/>
            </a:endParaRPr>
          </a:p>
        </p:txBody>
      </p:sp>
      <p:sp>
        <p:nvSpPr>
          <p:cNvPr id="14" name="object 14" descr=""/>
          <p:cNvSpPr txBox="1"/>
          <p:nvPr/>
        </p:nvSpPr>
        <p:spPr>
          <a:xfrm>
            <a:off x="918768" y="1229944"/>
            <a:ext cx="24638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E14B04"/>
                </a:solidFill>
                <a:latin typeface="黑体"/>
                <a:cs typeface="黑体"/>
              </a:rPr>
              <a:t>例如非线性流水线</a:t>
            </a:r>
            <a:endParaRPr sz="2400">
              <a:latin typeface="黑体"/>
              <a:cs typeface="黑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628922" y="1538171"/>
            <a:ext cx="10862653" cy="4852313"/>
          </a:xfrm>
          <a:prstGeom prst="rect">
            <a:avLst/>
          </a:prstGeom>
        </p:spPr>
      </p:pic>
      <p:sp>
        <p:nvSpPr>
          <p:cNvPr id="10" name="object 10"/>
          <p:cNvSpPr txBox="1">
            <a:spLocks noGrp="1"/>
          </p:cNvSpPr>
          <p:nvPr>
            <p:ph type="title"/>
          </p:nvPr>
        </p:nvSpPr>
        <p:spPr>
          <a:xfrm>
            <a:off x="702665" y="995299"/>
            <a:ext cx="1296670" cy="330835"/>
          </a:xfrm>
          <a:prstGeom prst="rect"/>
        </p:spPr>
        <p:txBody>
          <a:bodyPr wrap="square" lIns="0" tIns="13335" rIns="0" bIns="0" rtlCol="0" vert="horz">
            <a:spAutoFit/>
          </a:bodyPr>
          <a:lstStyle/>
          <a:p>
            <a:pPr marL="12700">
              <a:lnSpc>
                <a:spcPct val="100000"/>
              </a:lnSpc>
              <a:spcBef>
                <a:spcPts val="105"/>
              </a:spcBef>
            </a:pPr>
            <a:r>
              <a:rPr dirty="0" u="none" sz="2000" spc="-15">
                <a:solidFill>
                  <a:srgbClr val="40458B"/>
                </a:solidFill>
              </a:rPr>
              <a:t>线性流水线</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38932" y="161289"/>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sp>
        <p:nvSpPr>
          <p:cNvPr id="10" name="object 10" descr=""/>
          <p:cNvSpPr txBox="1"/>
          <p:nvPr/>
        </p:nvSpPr>
        <p:spPr>
          <a:xfrm>
            <a:off x="126288" y="1372565"/>
            <a:ext cx="11781155" cy="3941445"/>
          </a:xfrm>
          <a:prstGeom prst="rect">
            <a:avLst/>
          </a:prstGeom>
        </p:spPr>
        <p:txBody>
          <a:bodyPr wrap="square" lIns="0" tIns="12700" rIns="0" bIns="0" rtlCol="0" vert="horz">
            <a:spAutoFit/>
          </a:bodyPr>
          <a:lstStyle/>
          <a:p>
            <a:pPr marL="469900" indent="-457200">
              <a:lnSpc>
                <a:spcPct val="100000"/>
              </a:lnSpc>
              <a:spcBef>
                <a:spcPts val="100"/>
              </a:spcBef>
              <a:buClr>
                <a:srgbClr val="40458B"/>
              </a:buClr>
              <a:buFont typeface="Tahoma"/>
              <a:buAutoNum type="arabicPeriod" startAt="5"/>
              <a:tabLst>
                <a:tab pos="469900" algn="l"/>
              </a:tabLst>
            </a:pPr>
            <a:r>
              <a:rPr dirty="0" sz="2700" spc="-15">
                <a:solidFill>
                  <a:srgbClr val="E14B04"/>
                </a:solidFill>
                <a:latin typeface="黑体"/>
                <a:cs typeface="黑体"/>
              </a:rPr>
              <a:t>顺序流水线与乱序流水线</a:t>
            </a:r>
            <a:endParaRPr sz="2700">
              <a:latin typeface="黑体"/>
              <a:cs typeface="黑体"/>
            </a:endParaRPr>
          </a:p>
          <a:p>
            <a:pPr marL="641985">
              <a:lnSpc>
                <a:spcPct val="100000"/>
              </a:lnSpc>
              <a:spcBef>
                <a:spcPts val="2090"/>
              </a:spcBef>
            </a:pPr>
            <a:r>
              <a:rPr dirty="0" sz="2000" spc="-10" b="1">
                <a:latin typeface="宋体"/>
                <a:cs typeface="宋体"/>
              </a:rPr>
              <a:t>（</a:t>
            </a:r>
            <a:r>
              <a:rPr dirty="0" sz="2000" spc="-20" b="1">
                <a:latin typeface="宋体"/>
                <a:cs typeface="宋体"/>
              </a:rPr>
              <a:t>根据任务流入和流出的顺序是否相同来进行分类</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2020"/>
              </a:spcBef>
              <a:buClr>
                <a:srgbClr val="40458B"/>
              </a:buClr>
              <a:buSzPct val="89583"/>
              <a:buFont typeface="Wingdings"/>
              <a:buChar char=""/>
              <a:tabLst>
                <a:tab pos="1099185" algn="l"/>
                <a:tab pos="7881620" algn="l"/>
              </a:tabLst>
            </a:pPr>
            <a:r>
              <a:rPr dirty="0" sz="2400" spc="-10">
                <a:solidFill>
                  <a:srgbClr val="FF0000"/>
                </a:solidFill>
                <a:latin typeface="黑体"/>
                <a:cs typeface="黑体"/>
              </a:rPr>
              <a:t>顺序流水线：</a:t>
            </a:r>
            <a:r>
              <a:rPr dirty="0" sz="2400" spc="-10">
                <a:solidFill>
                  <a:srgbClr val="40458B"/>
                </a:solidFill>
                <a:latin typeface="黑体"/>
                <a:cs typeface="黑体"/>
              </a:rPr>
              <a:t>流水线输出端任务流出的顺序与</a:t>
            </a:r>
            <a:r>
              <a:rPr dirty="0" sz="2400" spc="-50">
                <a:solidFill>
                  <a:srgbClr val="40458B"/>
                </a:solidFill>
                <a:latin typeface="黑体"/>
                <a:cs typeface="黑体"/>
              </a:rPr>
              <a:t>输</a:t>
            </a:r>
            <a:r>
              <a:rPr dirty="0" sz="2400">
                <a:solidFill>
                  <a:srgbClr val="40458B"/>
                </a:solidFill>
                <a:latin typeface="黑体"/>
                <a:cs typeface="黑体"/>
              </a:rPr>
              <a:t>	入端任务流入的顺序完全</a:t>
            </a:r>
            <a:r>
              <a:rPr dirty="0" sz="2400" spc="-50">
                <a:solidFill>
                  <a:srgbClr val="40458B"/>
                </a:solidFill>
                <a:latin typeface="黑体"/>
                <a:cs typeface="黑体"/>
              </a:rPr>
              <a:t>相</a:t>
            </a:r>
            <a:endParaRPr sz="2400">
              <a:latin typeface="黑体"/>
              <a:cs typeface="黑体"/>
            </a:endParaRPr>
          </a:p>
          <a:p>
            <a:pPr marL="1099185">
              <a:lnSpc>
                <a:spcPct val="100000"/>
              </a:lnSpc>
              <a:spcBef>
                <a:spcPts val="1440"/>
              </a:spcBef>
            </a:pPr>
            <a:r>
              <a:rPr dirty="0" sz="2400" spc="-50">
                <a:solidFill>
                  <a:srgbClr val="40458B"/>
                </a:solidFill>
                <a:latin typeface="黑体"/>
                <a:cs typeface="黑体"/>
              </a:rPr>
              <a:t>同。每一个任务在流 水线的各段中是一个跟着一个顺序流动的。</a:t>
            </a:r>
            <a:endParaRPr sz="2400">
              <a:latin typeface="黑体"/>
              <a:cs typeface="黑体"/>
            </a:endParaRPr>
          </a:p>
          <a:p>
            <a:pPr lvl="1" marL="1099185" marR="5080" indent="-457200">
              <a:lnSpc>
                <a:spcPct val="150100"/>
              </a:lnSpc>
              <a:spcBef>
                <a:spcPts val="575"/>
              </a:spcBef>
              <a:buClr>
                <a:srgbClr val="40458B"/>
              </a:buClr>
              <a:buSzPct val="89583"/>
              <a:buFont typeface="Wingdings"/>
              <a:buChar char=""/>
              <a:tabLst>
                <a:tab pos="1099185" algn="l"/>
              </a:tabLst>
            </a:pPr>
            <a:r>
              <a:rPr dirty="0" sz="2400">
                <a:solidFill>
                  <a:srgbClr val="FF0000"/>
                </a:solidFill>
                <a:latin typeface="黑体"/>
                <a:cs typeface="黑体"/>
              </a:rPr>
              <a:t>乱序流水线：</a:t>
            </a:r>
            <a:r>
              <a:rPr dirty="0" sz="2400" spc="-5">
                <a:solidFill>
                  <a:srgbClr val="40458B"/>
                </a:solidFill>
                <a:latin typeface="黑体"/>
                <a:cs typeface="黑体"/>
              </a:rPr>
              <a:t>流水线输出端任务流出的顺序与输入端任务流入的顺序可以不同，</a:t>
            </a:r>
            <a:r>
              <a:rPr dirty="0" sz="2400" spc="-50">
                <a:solidFill>
                  <a:srgbClr val="40458B"/>
                </a:solidFill>
                <a:latin typeface="黑体"/>
                <a:cs typeface="黑体"/>
              </a:rPr>
              <a:t>允许后进入流水 线的任务先完成</a:t>
            </a:r>
            <a:r>
              <a:rPr dirty="0" sz="2400">
                <a:solidFill>
                  <a:srgbClr val="40458B"/>
                </a:solidFill>
                <a:latin typeface="黑体"/>
                <a:cs typeface="黑体"/>
              </a:rPr>
              <a:t>（从输出端流出）</a:t>
            </a:r>
            <a:r>
              <a:rPr dirty="0" sz="2400" spc="-50">
                <a:solidFill>
                  <a:srgbClr val="40458B"/>
                </a:solidFill>
                <a:latin typeface="黑体"/>
                <a:cs typeface="黑体"/>
              </a:rPr>
              <a:t>。</a:t>
            </a:r>
            <a:endParaRPr sz="2400">
              <a:latin typeface="黑体"/>
              <a:cs typeface="黑体"/>
            </a:endParaRPr>
          </a:p>
          <a:p>
            <a:pPr marL="2007870">
              <a:lnSpc>
                <a:spcPct val="100000"/>
              </a:lnSpc>
              <a:spcBef>
                <a:spcPts val="1780"/>
              </a:spcBef>
            </a:pPr>
            <a:r>
              <a:rPr dirty="0" sz="2000" spc="-25" b="1">
                <a:solidFill>
                  <a:srgbClr val="00AFEF"/>
                </a:solidFill>
                <a:latin typeface="黑体"/>
                <a:cs typeface="黑体"/>
              </a:rPr>
              <a:t>也称为无序流水线、错序流水线、异步流水线</a:t>
            </a:r>
            <a:endParaRPr sz="2000">
              <a:latin typeface="黑体"/>
              <a:cs typeface="黑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22777" y="161289"/>
            <a:ext cx="4105910"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3.1</a:t>
            </a:r>
            <a:r>
              <a:rPr dirty="0" u="none" spc="-45" b="1">
                <a:latin typeface="黑体"/>
                <a:cs typeface="黑体"/>
              </a:rPr>
              <a:t> 流水线的基本概念</a:t>
            </a:r>
          </a:p>
        </p:txBody>
      </p:sp>
      <p:sp>
        <p:nvSpPr>
          <p:cNvPr id="10" name="object 10" descr=""/>
          <p:cNvSpPr txBox="1"/>
          <p:nvPr/>
        </p:nvSpPr>
        <p:spPr>
          <a:xfrm>
            <a:off x="342391" y="1134871"/>
            <a:ext cx="11475720" cy="286067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Tahoma"/>
              <a:buAutoNum type="arabicPeriod" startAt="6"/>
              <a:tabLst>
                <a:tab pos="469265" algn="l"/>
              </a:tabLst>
            </a:pPr>
            <a:r>
              <a:rPr dirty="0" sz="2700" spc="-5">
                <a:solidFill>
                  <a:srgbClr val="E14B04"/>
                </a:solidFill>
                <a:latin typeface="黑体"/>
                <a:cs typeface="黑体"/>
              </a:rPr>
              <a:t>标量处理机与向量流水处理机</a:t>
            </a:r>
            <a:endParaRPr sz="2700">
              <a:latin typeface="黑体"/>
              <a:cs typeface="黑体"/>
            </a:endParaRPr>
          </a:p>
          <a:p>
            <a:pPr lvl="1" marL="1099185" indent="-457200">
              <a:lnSpc>
                <a:spcPct val="100000"/>
              </a:lnSpc>
              <a:spcBef>
                <a:spcPts val="2085"/>
              </a:spcBef>
              <a:buSzPct val="89583"/>
              <a:buFont typeface="Wingdings"/>
              <a:buChar char=""/>
              <a:tabLst>
                <a:tab pos="1099185" algn="l"/>
              </a:tabLst>
            </a:pPr>
            <a:r>
              <a:rPr dirty="0" sz="2400" spc="-10">
                <a:solidFill>
                  <a:srgbClr val="40458B"/>
                </a:solidFill>
                <a:latin typeface="黑体"/>
                <a:cs typeface="黑体"/>
              </a:rPr>
              <a:t>把指令执行部件中采用了流水线的处理机称为</a:t>
            </a:r>
            <a:r>
              <a:rPr dirty="0" sz="2400" spc="-60">
                <a:solidFill>
                  <a:srgbClr val="FF0000"/>
                </a:solidFill>
                <a:latin typeface="黑体"/>
                <a:cs typeface="黑体"/>
              </a:rPr>
              <a:t>流 水线处理机。</a:t>
            </a:r>
            <a:endParaRPr sz="2400">
              <a:latin typeface="黑体"/>
              <a:cs typeface="黑体"/>
            </a:endParaRPr>
          </a:p>
          <a:p>
            <a:pPr lvl="1" marL="1099185" indent="-457200">
              <a:lnSpc>
                <a:spcPct val="100000"/>
              </a:lnSpc>
              <a:spcBef>
                <a:spcPts val="2020"/>
              </a:spcBef>
              <a:buClr>
                <a:srgbClr val="40458B"/>
              </a:buClr>
              <a:buSzPct val="89583"/>
              <a:buFont typeface="Wingdings"/>
              <a:buChar char=""/>
              <a:tabLst>
                <a:tab pos="1099185" algn="l"/>
              </a:tabLst>
            </a:pPr>
            <a:r>
              <a:rPr dirty="0" sz="2400">
                <a:solidFill>
                  <a:srgbClr val="FF0000"/>
                </a:solidFill>
                <a:latin typeface="黑体"/>
                <a:cs typeface="黑体"/>
              </a:rPr>
              <a:t>向量流水处理机：</a:t>
            </a:r>
            <a:r>
              <a:rPr dirty="0" sz="2400" spc="-40">
                <a:solidFill>
                  <a:srgbClr val="40458B"/>
                </a:solidFill>
                <a:latin typeface="黑体"/>
                <a:cs typeface="黑体"/>
              </a:rPr>
              <a:t>具有向量数据表示和向量指令 的处理机。</a:t>
            </a:r>
            <a:endParaRPr sz="2400">
              <a:latin typeface="黑体"/>
              <a:cs typeface="黑体"/>
            </a:endParaRPr>
          </a:p>
          <a:p>
            <a:pPr lvl="1" marL="1099185" indent="-457200">
              <a:lnSpc>
                <a:spcPct val="100000"/>
              </a:lnSpc>
              <a:spcBef>
                <a:spcPts val="2014"/>
              </a:spcBef>
              <a:buClr>
                <a:srgbClr val="40458B"/>
              </a:buClr>
              <a:buSzPct val="89583"/>
              <a:buFont typeface="Wingdings"/>
              <a:buChar char=""/>
              <a:tabLst>
                <a:tab pos="1099185" algn="l"/>
              </a:tabLst>
            </a:pPr>
            <a:r>
              <a:rPr dirty="0" sz="2400" spc="-10">
                <a:solidFill>
                  <a:srgbClr val="FF0000"/>
                </a:solidFill>
                <a:latin typeface="黑体"/>
                <a:cs typeface="黑体"/>
              </a:rPr>
              <a:t>标量处理机：</a:t>
            </a:r>
            <a:r>
              <a:rPr dirty="0" sz="2400" spc="-15">
                <a:solidFill>
                  <a:srgbClr val="40458B"/>
                </a:solidFill>
                <a:latin typeface="黑体"/>
                <a:cs typeface="黑体"/>
              </a:rPr>
              <a:t>处理机不具有向量数据表示和向量指令，仅对标量数据进行流水</a:t>
            </a:r>
            <a:endParaRPr sz="2400">
              <a:latin typeface="黑体"/>
              <a:cs typeface="黑体"/>
            </a:endParaRPr>
          </a:p>
          <a:p>
            <a:pPr marL="1099185">
              <a:lnSpc>
                <a:spcPct val="100000"/>
              </a:lnSpc>
              <a:spcBef>
                <a:spcPts val="1445"/>
              </a:spcBef>
            </a:pPr>
            <a:r>
              <a:rPr dirty="0" sz="2400" spc="-20">
                <a:solidFill>
                  <a:srgbClr val="40458B"/>
                </a:solidFill>
                <a:latin typeface="黑体"/>
                <a:cs typeface="黑体"/>
              </a:rPr>
              <a:t>处理。</a:t>
            </a:r>
            <a:endParaRPr sz="2400">
              <a:latin typeface="黑体"/>
              <a:cs typeface="黑体"/>
            </a:endParaRPr>
          </a:p>
        </p:txBody>
      </p:sp>
      <p:sp>
        <p:nvSpPr>
          <p:cNvPr id="11" name="object 11" descr=""/>
          <p:cNvSpPr txBox="1"/>
          <p:nvPr/>
        </p:nvSpPr>
        <p:spPr>
          <a:xfrm>
            <a:off x="2337561" y="4817745"/>
            <a:ext cx="3856354"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00AFEF"/>
                </a:solidFill>
                <a:latin typeface="黑体"/>
                <a:cs typeface="黑体"/>
              </a:rPr>
              <a:t>向量数据表示和流水技术的结合。</a:t>
            </a:r>
            <a:endParaRPr sz="2000">
              <a:latin typeface="黑体"/>
              <a:cs typeface="黑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0" y="6196012"/>
            <a:ext cx="12184380" cy="662305"/>
            <a:chOff x="0" y="6196012"/>
            <a:chExt cx="12184380" cy="662305"/>
          </a:xfrm>
        </p:grpSpPr>
        <p:sp>
          <p:nvSpPr>
            <p:cNvPr id="5" name="object 5"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6" name="object 6" descr=""/>
            <p:cNvSpPr/>
            <p:nvPr/>
          </p:nvSpPr>
          <p:spPr>
            <a:xfrm>
              <a:off x="7696200" y="6215062"/>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7696200" y="6215062"/>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8" name="object 8" descr=""/>
          <p:cNvSpPr txBox="1"/>
          <p:nvPr/>
        </p:nvSpPr>
        <p:spPr>
          <a:xfrm>
            <a:off x="2517394" y="1472895"/>
            <a:ext cx="6635115" cy="452120"/>
          </a:xfrm>
          <a:prstGeom prst="rect">
            <a:avLst/>
          </a:prstGeom>
        </p:spPr>
        <p:txBody>
          <a:bodyPr wrap="square" lIns="0" tIns="12065" rIns="0" bIns="0" rtlCol="0" vert="horz">
            <a:spAutoFit/>
          </a:bodyPr>
          <a:lstStyle/>
          <a:p>
            <a:pPr marL="12700">
              <a:lnSpc>
                <a:spcPct val="100000"/>
              </a:lnSpc>
              <a:spcBef>
                <a:spcPts val="95"/>
              </a:spcBef>
              <a:tabLst>
                <a:tab pos="6266180" algn="l"/>
              </a:tabLst>
            </a:pPr>
            <a:r>
              <a:rPr dirty="0" sz="2800" b="1">
                <a:latin typeface="宋体"/>
                <a:cs typeface="宋体"/>
              </a:rPr>
              <a:t>1</a:t>
            </a:r>
            <a:r>
              <a:rPr dirty="0" sz="2800" spc="-30" b="1">
                <a:latin typeface="宋体"/>
                <a:cs typeface="宋体"/>
              </a:rPr>
              <a:t>、动态流水线一定是多功能流水</a:t>
            </a:r>
            <a:r>
              <a:rPr dirty="0" sz="2800" spc="-20" b="1">
                <a:latin typeface="宋体"/>
                <a:cs typeface="宋体"/>
              </a:rPr>
              <a:t>线</a:t>
            </a:r>
            <a:r>
              <a:rPr dirty="0" sz="2800" spc="-50" b="1">
                <a:latin typeface="宋体"/>
                <a:cs typeface="宋体"/>
              </a:rPr>
              <a:t>（</a:t>
            </a:r>
            <a:r>
              <a:rPr dirty="0" sz="2800" b="1">
                <a:latin typeface="宋体"/>
                <a:cs typeface="宋体"/>
              </a:rPr>
              <a:t>	</a:t>
            </a:r>
            <a:r>
              <a:rPr dirty="0" sz="2800" spc="-50" b="1">
                <a:latin typeface="宋体"/>
                <a:cs typeface="宋体"/>
              </a:rPr>
              <a:t>）</a:t>
            </a:r>
            <a:endParaRPr sz="2800">
              <a:latin typeface="宋体"/>
              <a:cs typeface="宋体"/>
            </a:endParaRPr>
          </a:p>
        </p:txBody>
      </p:sp>
      <p:sp>
        <p:nvSpPr>
          <p:cNvPr id="9" name="object 9" descr=""/>
          <p:cNvSpPr txBox="1"/>
          <p:nvPr/>
        </p:nvSpPr>
        <p:spPr>
          <a:xfrm>
            <a:off x="4095750" y="2883788"/>
            <a:ext cx="687070" cy="422275"/>
          </a:xfrm>
          <a:prstGeom prst="rect">
            <a:avLst/>
          </a:prstGeom>
        </p:spPr>
        <p:txBody>
          <a:bodyPr wrap="square" lIns="0" tIns="13335" rIns="0" bIns="0" rtlCol="0" vert="horz">
            <a:spAutoFit/>
          </a:bodyPr>
          <a:lstStyle/>
          <a:p>
            <a:pPr marL="12700">
              <a:lnSpc>
                <a:spcPct val="100000"/>
              </a:lnSpc>
              <a:spcBef>
                <a:spcPts val="105"/>
              </a:spcBef>
            </a:pPr>
            <a:r>
              <a:rPr dirty="0" sz="2600" spc="-25">
                <a:latin typeface="微软雅黑"/>
                <a:cs typeface="微软雅黑"/>
              </a:rPr>
              <a:t>正确</a:t>
            </a:r>
            <a:endParaRPr sz="2600">
              <a:latin typeface="微软雅黑"/>
              <a:cs typeface="微软雅黑"/>
            </a:endParaRPr>
          </a:p>
        </p:txBody>
      </p:sp>
      <p:sp>
        <p:nvSpPr>
          <p:cNvPr id="10" name="object 10" descr=""/>
          <p:cNvSpPr txBox="1"/>
          <p:nvPr/>
        </p:nvSpPr>
        <p:spPr>
          <a:xfrm>
            <a:off x="4095750" y="3741165"/>
            <a:ext cx="687070" cy="422275"/>
          </a:xfrm>
          <a:prstGeom prst="rect">
            <a:avLst/>
          </a:prstGeom>
        </p:spPr>
        <p:txBody>
          <a:bodyPr wrap="square" lIns="0" tIns="12700" rIns="0" bIns="0" rtlCol="0" vert="horz">
            <a:spAutoFit/>
          </a:bodyPr>
          <a:lstStyle/>
          <a:p>
            <a:pPr marL="12700">
              <a:lnSpc>
                <a:spcPct val="100000"/>
              </a:lnSpc>
              <a:spcBef>
                <a:spcPts val="100"/>
              </a:spcBef>
            </a:pPr>
            <a:r>
              <a:rPr dirty="0" sz="2600" spc="-25">
                <a:latin typeface="微软雅黑"/>
                <a:cs typeface="微软雅黑"/>
              </a:rPr>
              <a:t>错误</a:t>
            </a:r>
            <a:endParaRPr sz="2600">
              <a:latin typeface="微软雅黑"/>
              <a:cs typeface="微软雅黑"/>
            </a:endParaRPr>
          </a:p>
        </p:txBody>
      </p:sp>
      <p:grpSp>
        <p:nvGrpSpPr>
          <p:cNvPr id="11" name="object 11" descr=""/>
          <p:cNvGrpSpPr/>
          <p:nvPr/>
        </p:nvGrpSpPr>
        <p:grpSpPr>
          <a:xfrm>
            <a:off x="3289300" y="2836926"/>
            <a:ext cx="539750" cy="539750"/>
            <a:chOff x="3289300" y="2836926"/>
            <a:chExt cx="539750" cy="539750"/>
          </a:xfrm>
        </p:grpSpPr>
        <p:sp>
          <p:nvSpPr>
            <p:cNvPr id="12" name="object 12" descr=""/>
            <p:cNvSpPr/>
            <p:nvPr/>
          </p:nvSpPr>
          <p:spPr>
            <a:xfrm>
              <a:off x="3302000"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13" name="object 13" descr=""/>
            <p:cNvSpPr/>
            <p:nvPr/>
          </p:nvSpPr>
          <p:spPr>
            <a:xfrm>
              <a:off x="3302000"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14" name="object 14" descr=""/>
          <p:cNvSpPr txBox="1"/>
          <p:nvPr/>
        </p:nvSpPr>
        <p:spPr>
          <a:xfrm>
            <a:off x="3475482"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5" name="object 15" descr=""/>
          <p:cNvGrpSpPr/>
          <p:nvPr/>
        </p:nvGrpSpPr>
        <p:grpSpPr>
          <a:xfrm>
            <a:off x="3295650" y="3700526"/>
            <a:ext cx="527050" cy="527050"/>
            <a:chOff x="3295650" y="3700526"/>
            <a:chExt cx="527050" cy="527050"/>
          </a:xfrm>
        </p:grpSpPr>
        <p:sp>
          <p:nvSpPr>
            <p:cNvPr id="16" name="object 16" descr=""/>
            <p:cNvSpPr/>
            <p:nvPr/>
          </p:nvSpPr>
          <p:spPr>
            <a:xfrm>
              <a:off x="3302000"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7" name="object 17" descr=""/>
            <p:cNvSpPr/>
            <p:nvPr/>
          </p:nvSpPr>
          <p:spPr>
            <a:xfrm>
              <a:off x="3302000"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8" name="object 18" descr=""/>
          <p:cNvSpPr txBox="1"/>
          <p:nvPr/>
        </p:nvSpPr>
        <p:spPr>
          <a:xfrm>
            <a:off x="3483355"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sp>
        <p:nvSpPr>
          <p:cNvPr id="19" name="object 19" descr=""/>
          <p:cNvSpPr txBox="1"/>
          <p:nvPr/>
        </p:nvSpPr>
        <p:spPr>
          <a:xfrm>
            <a:off x="8252841" y="627989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20" name="object 2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21" name="object 2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a:solidFill>
                  <a:srgbClr val="000000"/>
                </a:solidFill>
                <a:latin typeface="微软雅黑"/>
                <a:cs typeface="微软雅黑"/>
              </a:rPr>
              <a:t>单选</a:t>
            </a:r>
            <a:r>
              <a:rPr dirty="0" u="none" sz="2600" spc="-50">
                <a:solidFill>
                  <a:srgbClr val="000000"/>
                </a:solidFill>
                <a:latin typeface="微软雅黑"/>
                <a:cs typeface="微软雅黑"/>
              </a:rPr>
              <a:t>题</a:t>
            </a:r>
            <a:r>
              <a:rPr dirty="0" u="none" sz="2600">
                <a:solidFill>
                  <a:srgbClr val="000000"/>
                </a:solidFill>
                <a:latin typeface="微软雅黑"/>
                <a:cs typeface="微软雅黑"/>
              </a:rPr>
              <a:t>	</a:t>
            </a:r>
            <a:r>
              <a:rPr dirty="0" u="none" baseline="-4166" sz="3000">
                <a:solidFill>
                  <a:srgbClr val="808080"/>
                </a:solidFill>
                <a:latin typeface="微软雅黑"/>
                <a:cs typeface="微软雅黑"/>
              </a:rPr>
              <a:t>1</a:t>
            </a:r>
            <a:r>
              <a:rPr dirty="0" u="none" baseline="-4166" sz="3000" spc="-75">
                <a:solidFill>
                  <a:srgbClr val="808080"/>
                </a:solidFill>
                <a:latin typeface="微软雅黑"/>
                <a:cs typeface="微软雅黑"/>
              </a:rPr>
              <a:t>分</a:t>
            </a:r>
            <a:endParaRPr baseline="-4166" sz="3000">
              <a:latin typeface="微软雅黑"/>
              <a:cs typeface="微软雅黑"/>
            </a:endParaRPr>
          </a:p>
        </p:txBody>
      </p:sp>
      <p:pic>
        <p:nvPicPr>
          <p:cNvPr id="22" name="object 2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571601" y="915670"/>
            <a:ext cx="10694035" cy="1168400"/>
          </a:xfrm>
          <a:prstGeom prst="rect">
            <a:avLst/>
          </a:prstGeom>
        </p:spPr>
        <p:txBody>
          <a:bodyPr wrap="square" lIns="0" tIns="13335" rIns="0" bIns="0" rtlCol="0" vert="horz">
            <a:spAutoFit/>
          </a:bodyPr>
          <a:lstStyle/>
          <a:p>
            <a:pPr algn="ctr" marR="149860">
              <a:lnSpc>
                <a:spcPct val="100000"/>
              </a:lnSpc>
              <a:spcBef>
                <a:spcPts val="105"/>
              </a:spcBef>
            </a:pPr>
            <a:r>
              <a:rPr dirty="0" sz="2600" spc="-20">
                <a:solidFill>
                  <a:srgbClr val="0000CC"/>
                </a:solidFill>
                <a:latin typeface="黑体"/>
                <a:cs typeface="黑体"/>
              </a:rPr>
              <a:t>衡量流水线主要指标有：吞吐率、加速比和效率</a:t>
            </a:r>
            <a:endParaRPr sz="2600">
              <a:latin typeface="黑体"/>
              <a:cs typeface="黑体"/>
            </a:endParaRPr>
          </a:p>
          <a:p>
            <a:pPr marL="12700">
              <a:lnSpc>
                <a:spcPct val="100000"/>
              </a:lnSpc>
              <a:spcBef>
                <a:spcPts val="2510"/>
              </a:spcBef>
            </a:pPr>
            <a:r>
              <a:rPr dirty="0" sz="2800" spc="-25">
                <a:solidFill>
                  <a:srgbClr val="FF0000"/>
                </a:solidFill>
                <a:latin typeface="黑体"/>
                <a:cs typeface="黑体"/>
              </a:rPr>
              <a:t>吞吐率：</a:t>
            </a:r>
            <a:r>
              <a:rPr dirty="0" sz="2800" spc="-35">
                <a:solidFill>
                  <a:srgbClr val="40458B"/>
                </a:solidFill>
                <a:latin typeface="黑体"/>
                <a:cs typeface="黑体"/>
              </a:rPr>
              <a:t>在</a:t>
            </a:r>
            <a:r>
              <a:rPr dirty="0" sz="2800" spc="-35">
                <a:solidFill>
                  <a:srgbClr val="FF0000"/>
                </a:solidFill>
                <a:latin typeface="黑体"/>
                <a:cs typeface="黑体"/>
              </a:rPr>
              <a:t>单位时间内</a:t>
            </a:r>
            <a:r>
              <a:rPr dirty="0" sz="2800" spc="-40">
                <a:solidFill>
                  <a:srgbClr val="40458B"/>
                </a:solidFill>
                <a:latin typeface="黑体"/>
                <a:cs typeface="黑体"/>
              </a:rPr>
              <a:t>流水线所完成的任务数量或输出结果的数量。</a:t>
            </a:r>
            <a:endParaRPr sz="2800">
              <a:latin typeface="黑体"/>
              <a:cs typeface="黑体"/>
            </a:endParaRPr>
          </a:p>
        </p:txBody>
      </p:sp>
      <p:sp>
        <p:nvSpPr>
          <p:cNvPr id="10" name="object 10"/>
          <p:cNvSpPr txBox="1">
            <a:spLocks noGrp="1"/>
          </p:cNvSpPr>
          <p:nvPr>
            <p:ph type="title"/>
          </p:nvPr>
        </p:nvSpPr>
        <p:spPr>
          <a:xfrm>
            <a:off x="2643885" y="161289"/>
            <a:ext cx="675830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35" b="1">
                <a:latin typeface="黑体"/>
                <a:cs typeface="黑体"/>
              </a:rPr>
              <a:t> 流水线的性能指标 （</a:t>
            </a:r>
            <a:r>
              <a:rPr dirty="0" u="none" spc="-40" b="1">
                <a:latin typeface="黑体"/>
                <a:cs typeface="黑体"/>
              </a:rPr>
              <a:t>性能度量</a:t>
            </a:r>
            <a:r>
              <a:rPr dirty="0" u="none" spc="-50" b="1">
                <a:latin typeface="黑体"/>
                <a:cs typeface="黑体"/>
              </a:rPr>
              <a:t>）</a:t>
            </a:r>
          </a:p>
        </p:txBody>
      </p:sp>
      <p:sp>
        <p:nvSpPr>
          <p:cNvPr id="11" name="object 11"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grpSp>
        <p:nvGrpSpPr>
          <p:cNvPr id="12" name="object 12" descr=""/>
          <p:cNvGrpSpPr/>
          <p:nvPr/>
        </p:nvGrpSpPr>
        <p:grpSpPr>
          <a:xfrm>
            <a:off x="2135251" y="2484437"/>
            <a:ext cx="2359025" cy="1011555"/>
            <a:chOff x="2135251" y="2484437"/>
            <a:chExt cx="2359025" cy="1011555"/>
          </a:xfrm>
        </p:grpSpPr>
        <p:sp>
          <p:nvSpPr>
            <p:cNvPr id="13" name="object 13" descr=""/>
            <p:cNvSpPr/>
            <p:nvPr/>
          </p:nvSpPr>
          <p:spPr>
            <a:xfrm>
              <a:off x="2135251" y="2484437"/>
              <a:ext cx="2359025" cy="1011555"/>
            </a:xfrm>
            <a:custGeom>
              <a:avLst/>
              <a:gdLst/>
              <a:ahLst/>
              <a:cxnLst/>
              <a:rect l="l" t="t" r="r" b="b"/>
              <a:pathLst>
                <a:path w="2359025" h="1011554">
                  <a:moveTo>
                    <a:pt x="2359025" y="0"/>
                  </a:moveTo>
                  <a:lnTo>
                    <a:pt x="0" y="0"/>
                  </a:lnTo>
                  <a:lnTo>
                    <a:pt x="0" y="1011237"/>
                  </a:lnTo>
                  <a:lnTo>
                    <a:pt x="2359025" y="1011237"/>
                  </a:lnTo>
                  <a:lnTo>
                    <a:pt x="2359025" y="0"/>
                  </a:lnTo>
                  <a:close/>
                </a:path>
              </a:pathLst>
            </a:custGeom>
            <a:solidFill>
              <a:srgbClr val="FAC995"/>
            </a:solidFill>
          </p:spPr>
          <p:txBody>
            <a:bodyPr wrap="square" lIns="0" tIns="0" rIns="0" bIns="0" rtlCol="0"/>
            <a:lstStyle/>
            <a:p/>
          </p:txBody>
        </p:sp>
        <p:sp>
          <p:nvSpPr>
            <p:cNvPr id="14" name="object 14" descr=""/>
            <p:cNvSpPr/>
            <p:nvPr/>
          </p:nvSpPr>
          <p:spPr>
            <a:xfrm>
              <a:off x="3687206" y="2961716"/>
              <a:ext cx="640080" cy="0"/>
            </a:xfrm>
            <a:custGeom>
              <a:avLst/>
              <a:gdLst/>
              <a:ahLst/>
              <a:cxnLst/>
              <a:rect l="l" t="t" r="r" b="b"/>
              <a:pathLst>
                <a:path w="640079" h="0">
                  <a:moveTo>
                    <a:pt x="0" y="0"/>
                  </a:moveTo>
                  <a:lnTo>
                    <a:pt x="639550" y="0"/>
                  </a:lnTo>
                </a:path>
              </a:pathLst>
            </a:custGeom>
            <a:ln w="17504">
              <a:solidFill>
                <a:srgbClr val="000000"/>
              </a:solidFill>
            </a:ln>
          </p:spPr>
          <p:txBody>
            <a:bodyPr wrap="square" lIns="0" tIns="0" rIns="0" bIns="0" rtlCol="0"/>
            <a:lstStyle/>
            <a:p/>
          </p:txBody>
        </p:sp>
      </p:grpSp>
      <p:sp>
        <p:nvSpPr>
          <p:cNvPr id="15" name="object 15" descr=""/>
          <p:cNvSpPr txBox="1"/>
          <p:nvPr/>
        </p:nvSpPr>
        <p:spPr>
          <a:xfrm>
            <a:off x="3661806" y="2380161"/>
            <a:ext cx="576580" cy="1035685"/>
          </a:xfrm>
          <a:prstGeom prst="rect">
            <a:avLst/>
          </a:prstGeom>
        </p:spPr>
        <p:txBody>
          <a:bodyPr wrap="square" lIns="0" tIns="12065" rIns="0" bIns="0" rtlCol="0" vert="horz">
            <a:spAutoFit/>
          </a:bodyPr>
          <a:lstStyle/>
          <a:p>
            <a:pPr marL="25400" marR="30480" indent="156210">
              <a:lnSpc>
                <a:spcPct val="118300"/>
              </a:lnSpc>
              <a:spcBef>
                <a:spcPts val="95"/>
              </a:spcBef>
            </a:pPr>
            <a:r>
              <a:rPr dirty="0" sz="2800" spc="1220" i="1">
                <a:latin typeface="Times New Roman"/>
                <a:cs typeface="Times New Roman"/>
              </a:rPr>
              <a:t>n</a:t>
            </a:r>
            <a:r>
              <a:rPr dirty="0" sz="2800" spc="1220" i="1">
                <a:latin typeface="Times New Roman"/>
                <a:cs typeface="Times New Roman"/>
              </a:rPr>
              <a:t> </a:t>
            </a:r>
            <a:r>
              <a:rPr dirty="0" sz="2800" spc="850" i="1">
                <a:latin typeface="Times New Roman"/>
                <a:cs typeface="Times New Roman"/>
              </a:rPr>
              <a:t>T</a:t>
            </a:r>
            <a:r>
              <a:rPr dirty="0" baseline="-26041" sz="2400" spc="1275" i="1">
                <a:latin typeface="Times New Roman"/>
                <a:cs typeface="Times New Roman"/>
              </a:rPr>
              <a:t>k</a:t>
            </a:r>
            <a:endParaRPr baseline="-26041" sz="2400">
              <a:latin typeface="Times New Roman"/>
              <a:cs typeface="Times New Roman"/>
            </a:endParaRPr>
          </a:p>
        </p:txBody>
      </p:sp>
      <p:sp>
        <p:nvSpPr>
          <p:cNvPr id="16" name="object 16" descr=""/>
          <p:cNvSpPr txBox="1"/>
          <p:nvPr/>
        </p:nvSpPr>
        <p:spPr>
          <a:xfrm>
            <a:off x="2194779" y="2678797"/>
            <a:ext cx="1344295" cy="457200"/>
          </a:xfrm>
          <a:prstGeom prst="rect">
            <a:avLst/>
          </a:prstGeom>
        </p:spPr>
        <p:txBody>
          <a:bodyPr wrap="square" lIns="0" tIns="16510" rIns="0" bIns="0" rtlCol="0" vert="horz">
            <a:spAutoFit/>
          </a:bodyPr>
          <a:lstStyle/>
          <a:p>
            <a:pPr>
              <a:lnSpc>
                <a:spcPct val="100000"/>
              </a:lnSpc>
              <a:spcBef>
                <a:spcPts val="130"/>
              </a:spcBef>
              <a:tabLst>
                <a:tab pos="956310" algn="l"/>
              </a:tabLst>
            </a:pPr>
            <a:r>
              <a:rPr dirty="0" sz="2800" spc="1455" i="1">
                <a:latin typeface="Times New Roman"/>
                <a:cs typeface="Times New Roman"/>
              </a:rPr>
              <a:t>TP</a:t>
            </a:r>
            <a:r>
              <a:rPr dirty="0" sz="2800" i="1">
                <a:latin typeface="Times New Roman"/>
                <a:cs typeface="Times New Roman"/>
              </a:rPr>
              <a:t>	</a:t>
            </a:r>
            <a:r>
              <a:rPr dirty="0" sz="2800" spc="1345">
                <a:latin typeface="Symbol"/>
                <a:cs typeface="Symbol"/>
              </a:rPr>
              <a:t></a:t>
            </a:r>
            <a:endParaRPr sz="2800">
              <a:latin typeface="Symbol"/>
              <a:cs typeface="Symbol"/>
            </a:endParaRPr>
          </a:p>
        </p:txBody>
      </p:sp>
      <p:sp>
        <p:nvSpPr>
          <p:cNvPr id="17" name="object 17" descr=""/>
          <p:cNvSpPr txBox="1"/>
          <p:nvPr/>
        </p:nvSpPr>
        <p:spPr>
          <a:xfrm>
            <a:off x="5349875" y="2410692"/>
            <a:ext cx="4479290" cy="1122680"/>
          </a:xfrm>
          <a:prstGeom prst="rect">
            <a:avLst/>
          </a:prstGeom>
        </p:spPr>
        <p:txBody>
          <a:bodyPr wrap="square" lIns="0" tIns="194945" rIns="0" bIns="0" rtlCol="0" vert="horz">
            <a:spAutoFit/>
          </a:bodyPr>
          <a:lstStyle/>
          <a:p>
            <a:pPr marL="38100">
              <a:lnSpc>
                <a:spcPct val="100000"/>
              </a:lnSpc>
              <a:spcBef>
                <a:spcPts val="1535"/>
              </a:spcBef>
            </a:pPr>
            <a:r>
              <a:rPr dirty="0" sz="2400">
                <a:solidFill>
                  <a:srgbClr val="9933FF"/>
                </a:solidFill>
                <a:latin typeface="Times New Roman"/>
                <a:cs typeface="Times New Roman"/>
              </a:rPr>
              <a:t>n</a:t>
            </a:r>
            <a:r>
              <a:rPr dirty="0" sz="2400">
                <a:solidFill>
                  <a:srgbClr val="9933FF"/>
                </a:solidFill>
                <a:latin typeface="黑体"/>
                <a:cs typeface="黑体"/>
              </a:rPr>
              <a:t>：</a:t>
            </a:r>
            <a:r>
              <a:rPr dirty="0" sz="2400" spc="-20">
                <a:solidFill>
                  <a:srgbClr val="40458B"/>
                </a:solidFill>
                <a:latin typeface="黑体"/>
                <a:cs typeface="黑体"/>
              </a:rPr>
              <a:t>任务数</a:t>
            </a:r>
            <a:endParaRPr sz="2400">
              <a:latin typeface="黑体"/>
              <a:cs typeface="黑体"/>
            </a:endParaRPr>
          </a:p>
          <a:p>
            <a:pPr marL="38100">
              <a:lnSpc>
                <a:spcPct val="100000"/>
              </a:lnSpc>
              <a:spcBef>
                <a:spcPts val="1440"/>
              </a:spcBef>
            </a:pPr>
            <a:r>
              <a:rPr dirty="0" sz="2400" spc="-10">
                <a:solidFill>
                  <a:srgbClr val="9933FF"/>
                </a:solidFill>
                <a:latin typeface="Times New Roman"/>
                <a:cs typeface="Times New Roman"/>
              </a:rPr>
              <a:t>T</a:t>
            </a:r>
            <a:r>
              <a:rPr dirty="0" baseline="-20833" sz="2400" spc="-15">
                <a:solidFill>
                  <a:srgbClr val="9933FF"/>
                </a:solidFill>
                <a:latin typeface="Times New Roman"/>
                <a:cs typeface="Times New Roman"/>
              </a:rPr>
              <a:t>k</a:t>
            </a:r>
            <a:r>
              <a:rPr dirty="0" sz="2400" spc="-10">
                <a:solidFill>
                  <a:srgbClr val="9933FF"/>
                </a:solidFill>
                <a:latin typeface="黑体"/>
                <a:cs typeface="黑体"/>
              </a:rPr>
              <a:t>：</a:t>
            </a:r>
            <a:r>
              <a:rPr dirty="0" sz="2400" spc="-5">
                <a:solidFill>
                  <a:srgbClr val="40458B"/>
                </a:solidFill>
                <a:latin typeface="黑体"/>
                <a:cs typeface="黑体"/>
              </a:rPr>
              <a:t>处理完成</a:t>
            </a:r>
            <a:r>
              <a:rPr dirty="0" sz="2400" spc="-10">
                <a:solidFill>
                  <a:srgbClr val="9933FF"/>
                </a:solidFill>
                <a:latin typeface="Times New Roman"/>
                <a:cs typeface="Times New Roman"/>
              </a:rPr>
              <a:t>n</a:t>
            </a:r>
            <a:r>
              <a:rPr dirty="0" sz="2400" spc="-15">
                <a:solidFill>
                  <a:srgbClr val="40458B"/>
                </a:solidFill>
                <a:latin typeface="黑体"/>
                <a:cs typeface="黑体"/>
              </a:rPr>
              <a:t>个任务所用的时间</a:t>
            </a:r>
            <a:endParaRPr sz="2400">
              <a:latin typeface="黑体"/>
              <a:cs typeface="黑体"/>
            </a:endParaRPr>
          </a:p>
        </p:txBody>
      </p:sp>
      <p:sp>
        <p:nvSpPr>
          <p:cNvPr id="18" name="object 18" descr=""/>
          <p:cNvSpPr txBox="1"/>
          <p:nvPr/>
        </p:nvSpPr>
        <p:spPr>
          <a:xfrm>
            <a:off x="2404998" y="3998214"/>
            <a:ext cx="7855584"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006FC0"/>
                </a:solidFill>
                <a:latin typeface="黑体"/>
                <a:cs typeface="黑体"/>
              </a:rPr>
              <a:t>注意：该公式是计算流水线吞吐率最基本的公式。</a:t>
            </a:r>
            <a:endParaRPr sz="2800">
              <a:latin typeface="黑体"/>
              <a:cs typeface="黑体"/>
            </a:endParaRPr>
          </a:p>
        </p:txBody>
      </p:sp>
      <p:sp>
        <p:nvSpPr>
          <p:cNvPr id="19" name="object 19" descr=""/>
          <p:cNvSpPr txBox="1"/>
          <p:nvPr/>
        </p:nvSpPr>
        <p:spPr>
          <a:xfrm>
            <a:off x="1108049" y="5516067"/>
            <a:ext cx="7960359" cy="452120"/>
          </a:xfrm>
          <a:prstGeom prst="rect">
            <a:avLst/>
          </a:prstGeom>
        </p:spPr>
        <p:txBody>
          <a:bodyPr wrap="square" lIns="0" tIns="12065" rIns="0" bIns="0" rtlCol="0" vert="horz">
            <a:spAutoFit/>
          </a:bodyPr>
          <a:lstStyle/>
          <a:p>
            <a:pPr marL="12700">
              <a:lnSpc>
                <a:spcPct val="100000"/>
              </a:lnSpc>
              <a:spcBef>
                <a:spcPts val="95"/>
              </a:spcBef>
            </a:pPr>
            <a:r>
              <a:rPr dirty="0" sz="2800" spc="-50">
                <a:solidFill>
                  <a:srgbClr val="FF0000"/>
                </a:solidFill>
                <a:latin typeface="黑体"/>
                <a:cs typeface="黑体"/>
              </a:rPr>
              <a:t>注意：需要考虑流水线中各个段的时间是否相等 </a:t>
            </a:r>
            <a:r>
              <a:rPr dirty="0" sz="2800" spc="-50">
                <a:solidFill>
                  <a:srgbClr val="40458B"/>
                </a:solidFill>
                <a:latin typeface="黑体"/>
                <a:cs typeface="黑体"/>
              </a:rPr>
              <a:t>。</a:t>
            </a:r>
            <a:endParaRPr sz="2800">
              <a:latin typeface="黑体"/>
              <a:cs typeface="黑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22777" y="189433"/>
            <a:ext cx="4105910"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342391" y="725396"/>
            <a:ext cx="5379720" cy="1069340"/>
          </a:xfrm>
          <a:prstGeom prst="rect">
            <a:avLst/>
          </a:prstGeom>
        </p:spPr>
        <p:txBody>
          <a:bodyPr wrap="square" lIns="0" tIns="147320" rIns="0" bIns="0" rtlCol="0" vert="horz">
            <a:spAutoFit/>
          </a:bodyPr>
          <a:lstStyle/>
          <a:p>
            <a:pPr marL="12700">
              <a:lnSpc>
                <a:spcPct val="100000"/>
              </a:lnSpc>
              <a:spcBef>
                <a:spcPts val="1160"/>
              </a:spcBef>
            </a:pPr>
            <a:r>
              <a:rPr dirty="0" sz="2800">
                <a:solidFill>
                  <a:srgbClr val="E14B04"/>
                </a:solidFill>
                <a:latin typeface="黑体"/>
                <a:cs typeface="黑体"/>
              </a:rPr>
              <a:t>各段时间均相等的流水线 </a:t>
            </a:r>
            <a:r>
              <a:rPr dirty="0" sz="2800" spc="-25">
                <a:solidFill>
                  <a:srgbClr val="FF5CFF"/>
                </a:solidFill>
                <a:latin typeface="Tahoma"/>
                <a:cs typeface="Tahoma"/>
              </a:rPr>
              <a:t>**</a:t>
            </a:r>
            <a:endParaRPr sz="2800">
              <a:latin typeface="Tahoma"/>
              <a:cs typeface="Tahoma"/>
            </a:endParaRPr>
          </a:p>
          <a:p>
            <a:pPr marL="1099185" indent="-457200">
              <a:lnSpc>
                <a:spcPct val="100000"/>
              </a:lnSpc>
              <a:spcBef>
                <a:spcPts val="915"/>
              </a:spcBef>
              <a:buSzPct val="89583"/>
              <a:buFont typeface="Wingdings"/>
              <a:buChar char=""/>
              <a:tabLst>
                <a:tab pos="1099185" algn="l"/>
              </a:tabLst>
            </a:pPr>
            <a:r>
              <a:rPr dirty="0" sz="2400" spc="-15">
                <a:solidFill>
                  <a:srgbClr val="40458B"/>
                </a:solidFill>
                <a:latin typeface="黑体"/>
                <a:cs typeface="黑体"/>
              </a:rPr>
              <a:t>各段时间均相等的流水线时空图</a:t>
            </a:r>
            <a:endParaRPr sz="2400">
              <a:latin typeface="黑体"/>
              <a:cs typeface="黑体"/>
            </a:endParaRPr>
          </a:p>
        </p:txBody>
      </p:sp>
      <p:grpSp>
        <p:nvGrpSpPr>
          <p:cNvPr id="11" name="object 11" descr=""/>
          <p:cNvGrpSpPr/>
          <p:nvPr/>
        </p:nvGrpSpPr>
        <p:grpSpPr>
          <a:xfrm>
            <a:off x="3228975" y="1998726"/>
            <a:ext cx="8844280" cy="4177029"/>
            <a:chOff x="3228975" y="1998726"/>
            <a:chExt cx="8844280" cy="4177029"/>
          </a:xfrm>
        </p:grpSpPr>
        <p:sp>
          <p:nvSpPr>
            <p:cNvPr id="12" name="object 12" descr=""/>
            <p:cNvSpPr/>
            <p:nvPr/>
          </p:nvSpPr>
          <p:spPr>
            <a:xfrm>
              <a:off x="3228975" y="1998726"/>
              <a:ext cx="8844280" cy="4177029"/>
            </a:xfrm>
            <a:custGeom>
              <a:avLst/>
              <a:gdLst/>
              <a:ahLst/>
              <a:cxnLst/>
              <a:rect l="l" t="t" r="r" b="b"/>
              <a:pathLst>
                <a:path w="8844280" h="4177029">
                  <a:moveTo>
                    <a:pt x="8844026" y="0"/>
                  </a:moveTo>
                  <a:lnTo>
                    <a:pt x="0" y="0"/>
                  </a:lnTo>
                  <a:lnTo>
                    <a:pt x="0" y="4176649"/>
                  </a:lnTo>
                  <a:lnTo>
                    <a:pt x="8844026" y="4176649"/>
                  </a:lnTo>
                  <a:lnTo>
                    <a:pt x="8844026" y="0"/>
                  </a:lnTo>
                  <a:close/>
                </a:path>
              </a:pathLst>
            </a:custGeom>
            <a:solidFill>
              <a:srgbClr val="EFEFEF"/>
            </a:solidFill>
          </p:spPr>
          <p:txBody>
            <a:bodyPr wrap="square" lIns="0" tIns="0" rIns="0" bIns="0" rtlCol="0"/>
            <a:lstStyle/>
            <a:p/>
          </p:txBody>
        </p:sp>
        <p:sp>
          <p:nvSpPr>
            <p:cNvPr id="13" name="object 13" descr=""/>
            <p:cNvSpPr/>
            <p:nvPr/>
          </p:nvSpPr>
          <p:spPr>
            <a:xfrm>
              <a:off x="5934020" y="2693837"/>
              <a:ext cx="4387215" cy="590550"/>
            </a:xfrm>
            <a:custGeom>
              <a:avLst/>
              <a:gdLst/>
              <a:ahLst/>
              <a:cxnLst/>
              <a:rect l="l" t="t" r="r" b="b"/>
              <a:pathLst>
                <a:path w="4387215" h="590550">
                  <a:moveTo>
                    <a:pt x="4387045" y="0"/>
                  </a:moveTo>
                  <a:lnTo>
                    <a:pt x="0" y="0"/>
                  </a:lnTo>
                  <a:lnTo>
                    <a:pt x="0" y="590215"/>
                  </a:lnTo>
                  <a:lnTo>
                    <a:pt x="4387045" y="590215"/>
                  </a:lnTo>
                  <a:lnTo>
                    <a:pt x="4387045" y="0"/>
                  </a:lnTo>
                  <a:close/>
                </a:path>
              </a:pathLst>
            </a:custGeom>
            <a:solidFill>
              <a:srgbClr val="70FFFF"/>
            </a:solidFill>
          </p:spPr>
          <p:txBody>
            <a:bodyPr wrap="square" lIns="0" tIns="0" rIns="0" bIns="0" rtlCol="0"/>
            <a:lstStyle/>
            <a:p/>
          </p:txBody>
        </p:sp>
        <p:sp>
          <p:nvSpPr>
            <p:cNvPr id="14" name="object 14" descr=""/>
            <p:cNvSpPr/>
            <p:nvPr/>
          </p:nvSpPr>
          <p:spPr>
            <a:xfrm>
              <a:off x="5934020" y="2693837"/>
              <a:ext cx="4387215" cy="590550"/>
            </a:xfrm>
            <a:custGeom>
              <a:avLst/>
              <a:gdLst/>
              <a:ahLst/>
              <a:cxnLst/>
              <a:rect l="l" t="t" r="r" b="b"/>
              <a:pathLst>
                <a:path w="4387215" h="590550">
                  <a:moveTo>
                    <a:pt x="0" y="590215"/>
                  </a:moveTo>
                  <a:lnTo>
                    <a:pt x="4387045" y="590215"/>
                  </a:lnTo>
                  <a:lnTo>
                    <a:pt x="4387045" y="0"/>
                  </a:lnTo>
                  <a:lnTo>
                    <a:pt x="0" y="0"/>
                  </a:lnTo>
                  <a:lnTo>
                    <a:pt x="0" y="590215"/>
                  </a:lnTo>
                  <a:close/>
                </a:path>
              </a:pathLst>
            </a:custGeom>
            <a:ln w="18284">
              <a:solidFill>
                <a:srgbClr val="000000"/>
              </a:solidFill>
            </a:ln>
          </p:spPr>
          <p:txBody>
            <a:bodyPr wrap="square" lIns="0" tIns="0" rIns="0" bIns="0" rtlCol="0"/>
            <a:lstStyle/>
            <a:p/>
          </p:txBody>
        </p:sp>
        <p:sp>
          <p:nvSpPr>
            <p:cNvPr id="15" name="object 15" descr=""/>
            <p:cNvSpPr/>
            <p:nvPr/>
          </p:nvSpPr>
          <p:spPr>
            <a:xfrm>
              <a:off x="5313268" y="3293759"/>
              <a:ext cx="4387215" cy="590550"/>
            </a:xfrm>
            <a:custGeom>
              <a:avLst/>
              <a:gdLst/>
              <a:ahLst/>
              <a:cxnLst/>
              <a:rect l="l" t="t" r="r" b="b"/>
              <a:pathLst>
                <a:path w="4387215" h="590550">
                  <a:moveTo>
                    <a:pt x="4387045" y="0"/>
                  </a:moveTo>
                  <a:lnTo>
                    <a:pt x="0" y="0"/>
                  </a:lnTo>
                  <a:lnTo>
                    <a:pt x="0" y="590215"/>
                  </a:lnTo>
                  <a:lnTo>
                    <a:pt x="4387045" y="590215"/>
                  </a:lnTo>
                  <a:lnTo>
                    <a:pt x="4387045" y="0"/>
                  </a:lnTo>
                  <a:close/>
                </a:path>
              </a:pathLst>
            </a:custGeom>
            <a:solidFill>
              <a:srgbClr val="92FFFF"/>
            </a:solidFill>
          </p:spPr>
          <p:txBody>
            <a:bodyPr wrap="square" lIns="0" tIns="0" rIns="0" bIns="0" rtlCol="0"/>
            <a:lstStyle/>
            <a:p/>
          </p:txBody>
        </p:sp>
        <p:sp>
          <p:nvSpPr>
            <p:cNvPr id="16" name="object 16" descr=""/>
            <p:cNvSpPr/>
            <p:nvPr/>
          </p:nvSpPr>
          <p:spPr>
            <a:xfrm>
              <a:off x="5313268" y="3293759"/>
              <a:ext cx="4387215" cy="590550"/>
            </a:xfrm>
            <a:custGeom>
              <a:avLst/>
              <a:gdLst/>
              <a:ahLst/>
              <a:cxnLst/>
              <a:rect l="l" t="t" r="r" b="b"/>
              <a:pathLst>
                <a:path w="4387215" h="590550">
                  <a:moveTo>
                    <a:pt x="0" y="590215"/>
                  </a:moveTo>
                  <a:lnTo>
                    <a:pt x="4387045" y="590215"/>
                  </a:lnTo>
                  <a:lnTo>
                    <a:pt x="4387045" y="0"/>
                  </a:lnTo>
                  <a:lnTo>
                    <a:pt x="0" y="0"/>
                  </a:lnTo>
                  <a:lnTo>
                    <a:pt x="0" y="590215"/>
                  </a:lnTo>
                  <a:close/>
                </a:path>
              </a:pathLst>
            </a:custGeom>
            <a:ln w="18284">
              <a:solidFill>
                <a:srgbClr val="000000"/>
              </a:solidFill>
            </a:ln>
          </p:spPr>
          <p:txBody>
            <a:bodyPr wrap="square" lIns="0" tIns="0" rIns="0" bIns="0" rtlCol="0"/>
            <a:lstStyle/>
            <a:p/>
          </p:txBody>
        </p:sp>
        <p:sp>
          <p:nvSpPr>
            <p:cNvPr id="17" name="object 17" descr=""/>
            <p:cNvSpPr/>
            <p:nvPr/>
          </p:nvSpPr>
          <p:spPr>
            <a:xfrm>
              <a:off x="4675804" y="3893730"/>
              <a:ext cx="4387215" cy="516255"/>
            </a:xfrm>
            <a:custGeom>
              <a:avLst/>
              <a:gdLst/>
              <a:ahLst/>
              <a:cxnLst/>
              <a:rect l="l" t="t" r="r" b="b"/>
              <a:pathLst>
                <a:path w="4387215" h="516254">
                  <a:moveTo>
                    <a:pt x="4387045" y="0"/>
                  </a:moveTo>
                  <a:lnTo>
                    <a:pt x="0" y="0"/>
                  </a:lnTo>
                  <a:lnTo>
                    <a:pt x="0" y="515828"/>
                  </a:lnTo>
                  <a:lnTo>
                    <a:pt x="4387045" y="515828"/>
                  </a:lnTo>
                  <a:lnTo>
                    <a:pt x="4387045" y="0"/>
                  </a:lnTo>
                  <a:close/>
                </a:path>
              </a:pathLst>
            </a:custGeom>
            <a:solidFill>
              <a:srgbClr val="B3FFFF"/>
            </a:solidFill>
          </p:spPr>
          <p:txBody>
            <a:bodyPr wrap="square" lIns="0" tIns="0" rIns="0" bIns="0" rtlCol="0"/>
            <a:lstStyle/>
            <a:p/>
          </p:txBody>
        </p:sp>
        <p:sp>
          <p:nvSpPr>
            <p:cNvPr id="18" name="object 18" descr=""/>
            <p:cNvSpPr/>
            <p:nvPr/>
          </p:nvSpPr>
          <p:spPr>
            <a:xfrm>
              <a:off x="4675804" y="3893730"/>
              <a:ext cx="4387215" cy="516255"/>
            </a:xfrm>
            <a:custGeom>
              <a:avLst/>
              <a:gdLst/>
              <a:ahLst/>
              <a:cxnLst/>
              <a:rect l="l" t="t" r="r" b="b"/>
              <a:pathLst>
                <a:path w="4387215" h="516254">
                  <a:moveTo>
                    <a:pt x="0" y="515828"/>
                  </a:moveTo>
                  <a:lnTo>
                    <a:pt x="4387045" y="515828"/>
                  </a:lnTo>
                  <a:lnTo>
                    <a:pt x="4387045" y="0"/>
                  </a:lnTo>
                  <a:lnTo>
                    <a:pt x="0" y="0"/>
                  </a:lnTo>
                  <a:lnTo>
                    <a:pt x="0" y="515828"/>
                  </a:lnTo>
                  <a:close/>
                </a:path>
              </a:pathLst>
            </a:custGeom>
            <a:ln w="18286">
              <a:solidFill>
                <a:srgbClr val="000000"/>
              </a:solidFill>
            </a:ln>
          </p:spPr>
          <p:txBody>
            <a:bodyPr wrap="square" lIns="0" tIns="0" rIns="0" bIns="0" rtlCol="0"/>
            <a:lstStyle/>
            <a:p/>
          </p:txBody>
        </p:sp>
        <p:sp>
          <p:nvSpPr>
            <p:cNvPr id="19" name="object 19" descr=""/>
            <p:cNvSpPr/>
            <p:nvPr/>
          </p:nvSpPr>
          <p:spPr>
            <a:xfrm>
              <a:off x="4047889" y="4418094"/>
              <a:ext cx="4387215" cy="462280"/>
            </a:xfrm>
            <a:custGeom>
              <a:avLst/>
              <a:gdLst/>
              <a:ahLst/>
              <a:cxnLst/>
              <a:rect l="l" t="t" r="r" b="b"/>
              <a:pathLst>
                <a:path w="4387215" h="462279">
                  <a:moveTo>
                    <a:pt x="4387045" y="0"/>
                  </a:moveTo>
                  <a:lnTo>
                    <a:pt x="0" y="0"/>
                  </a:lnTo>
                  <a:lnTo>
                    <a:pt x="0" y="462172"/>
                  </a:lnTo>
                  <a:lnTo>
                    <a:pt x="4387045" y="462172"/>
                  </a:lnTo>
                  <a:lnTo>
                    <a:pt x="4387045" y="0"/>
                  </a:lnTo>
                  <a:close/>
                </a:path>
              </a:pathLst>
            </a:custGeom>
            <a:solidFill>
              <a:srgbClr val="CCFFFF"/>
            </a:solidFill>
          </p:spPr>
          <p:txBody>
            <a:bodyPr wrap="square" lIns="0" tIns="0" rIns="0" bIns="0" rtlCol="0"/>
            <a:lstStyle/>
            <a:p/>
          </p:txBody>
        </p:sp>
        <p:sp>
          <p:nvSpPr>
            <p:cNvPr id="20" name="object 20" descr=""/>
            <p:cNvSpPr/>
            <p:nvPr/>
          </p:nvSpPr>
          <p:spPr>
            <a:xfrm>
              <a:off x="4047889" y="4418094"/>
              <a:ext cx="4387215" cy="462280"/>
            </a:xfrm>
            <a:custGeom>
              <a:avLst/>
              <a:gdLst/>
              <a:ahLst/>
              <a:cxnLst/>
              <a:rect l="l" t="t" r="r" b="b"/>
              <a:pathLst>
                <a:path w="4387215" h="462279">
                  <a:moveTo>
                    <a:pt x="0" y="462172"/>
                  </a:moveTo>
                  <a:lnTo>
                    <a:pt x="4387045" y="462172"/>
                  </a:lnTo>
                  <a:lnTo>
                    <a:pt x="4387045" y="0"/>
                  </a:lnTo>
                  <a:lnTo>
                    <a:pt x="0" y="0"/>
                  </a:lnTo>
                  <a:lnTo>
                    <a:pt x="0" y="462172"/>
                  </a:lnTo>
                  <a:close/>
                </a:path>
              </a:pathLst>
            </a:custGeom>
            <a:ln w="18287">
              <a:solidFill>
                <a:srgbClr val="000000"/>
              </a:solidFill>
            </a:ln>
          </p:spPr>
          <p:txBody>
            <a:bodyPr wrap="square" lIns="0" tIns="0" rIns="0" bIns="0" rtlCol="0"/>
            <a:lstStyle/>
            <a:p/>
          </p:txBody>
        </p:sp>
      </p:grpSp>
      <p:sp>
        <p:nvSpPr>
          <p:cNvPr id="21" name="object 21" descr=""/>
          <p:cNvSpPr txBox="1"/>
          <p:nvPr/>
        </p:nvSpPr>
        <p:spPr>
          <a:xfrm>
            <a:off x="3751889" y="4472576"/>
            <a:ext cx="259079" cy="292735"/>
          </a:xfrm>
          <a:prstGeom prst="rect">
            <a:avLst/>
          </a:prstGeom>
        </p:spPr>
        <p:txBody>
          <a:bodyPr wrap="square" lIns="0" tIns="12700" rIns="0" bIns="0" rtlCol="0" vert="horz">
            <a:spAutoFit/>
          </a:bodyPr>
          <a:lstStyle/>
          <a:p>
            <a:pPr marL="25400">
              <a:lnSpc>
                <a:spcPct val="100000"/>
              </a:lnSpc>
              <a:spcBef>
                <a:spcPts val="100"/>
              </a:spcBef>
            </a:pPr>
            <a:r>
              <a:rPr dirty="0" sz="1750" spc="-25" b="1">
                <a:solidFill>
                  <a:srgbClr val="0000FF"/>
                </a:solidFill>
                <a:latin typeface="Times New Roman"/>
                <a:cs typeface="Times New Roman"/>
              </a:rPr>
              <a:t>S</a:t>
            </a:r>
            <a:r>
              <a:rPr dirty="0" baseline="-9661" sz="1725" spc="-37" b="1">
                <a:solidFill>
                  <a:srgbClr val="0000FF"/>
                </a:solidFill>
                <a:latin typeface="Times New Roman"/>
                <a:cs typeface="Times New Roman"/>
              </a:rPr>
              <a:t>1</a:t>
            </a:r>
            <a:endParaRPr baseline="-9661" sz="1725">
              <a:latin typeface="Times New Roman"/>
              <a:cs typeface="Times New Roman"/>
            </a:endParaRPr>
          </a:p>
        </p:txBody>
      </p:sp>
      <p:sp>
        <p:nvSpPr>
          <p:cNvPr id="22" name="object 22" descr=""/>
          <p:cNvSpPr txBox="1"/>
          <p:nvPr/>
        </p:nvSpPr>
        <p:spPr>
          <a:xfrm>
            <a:off x="3761750" y="3956748"/>
            <a:ext cx="259079" cy="292735"/>
          </a:xfrm>
          <a:prstGeom prst="rect">
            <a:avLst/>
          </a:prstGeom>
        </p:spPr>
        <p:txBody>
          <a:bodyPr wrap="square" lIns="0" tIns="12700" rIns="0" bIns="0" rtlCol="0" vert="horz">
            <a:spAutoFit/>
          </a:bodyPr>
          <a:lstStyle/>
          <a:p>
            <a:pPr marL="25400">
              <a:lnSpc>
                <a:spcPct val="100000"/>
              </a:lnSpc>
              <a:spcBef>
                <a:spcPts val="100"/>
              </a:spcBef>
            </a:pPr>
            <a:r>
              <a:rPr dirty="0" sz="1750" spc="-25" b="1">
                <a:solidFill>
                  <a:srgbClr val="0000FF"/>
                </a:solidFill>
                <a:latin typeface="Times New Roman"/>
                <a:cs typeface="Times New Roman"/>
              </a:rPr>
              <a:t>S</a:t>
            </a:r>
            <a:r>
              <a:rPr dirty="0" baseline="-9661" sz="1725" spc="-37" b="1">
                <a:solidFill>
                  <a:srgbClr val="0000FF"/>
                </a:solidFill>
                <a:latin typeface="Times New Roman"/>
                <a:cs typeface="Times New Roman"/>
              </a:rPr>
              <a:t>2</a:t>
            </a:r>
            <a:endParaRPr baseline="-9661" sz="1725">
              <a:latin typeface="Times New Roman"/>
              <a:cs typeface="Times New Roman"/>
            </a:endParaRPr>
          </a:p>
        </p:txBody>
      </p:sp>
      <p:sp>
        <p:nvSpPr>
          <p:cNvPr id="23" name="object 23" descr=""/>
          <p:cNvSpPr txBox="1"/>
          <p:nvPr/>
        </p:nvSpPr>
        <p:spPr>
          <a:xfrm>
            <a:off x="3766692" y="3426310"/>
            <a:ext cx="259079" cy="292735"/>
          </a:xfrm>
          <a:prstGeom prst="rect">
            <a:avLst/>
          </a:prstGeom>
        </p:spPr>
        <p:txBody>
          <a:bodyPr wrap="square" lIns="0" tIns="12700" rIns="0" bIns="0" rtlCol="0" vert="horz">
            <a:spAutoFit/>
          </a:bodyPr>
          <a:lstStyle/>
          <a:p>
            <a:pPr marL="25400">
              <a:lnSpc>
                <a:spcPct val="100000"/>
              </a:lnSpc>
              <a:spcBef>
                <a:spcPts val="100"/>
              </a:spcBef>
            </a:pPr>
            <a:r>
              <a:rPr dirty="0" sz="1750" spc="-25" b="1">
                <a:solidFill>
                  <a:srgbClr val="0000FF"/>
                </a:solidFill>
                <a:latin typeface="Times New Roman"/>
                <a:cs typeface="Times New Roman"/>
              </a:rPr>
              <a:t>S</a:t>
            </a:r>
            <a:r>
              <a:rPr dirty="0" baseline="-9661" sz="1725" spc="-37" b="1">
                <a:solidFill>
                  <a:srgbClr val="0000FF"/>
                </a:solidFill>
                <a:latin typeface="Times New Roman"/>
                <a:cs typeface="Times New Roman"/>
              </a:rPr>
              <a:t>3</a:t>
            </a:r>
            <a:endParaRPr baseline="-9661" sz="1725">
              <a:latin typeface="Times New Roman"/>
              <a:cs typeface="Times New Roman"/>
            </a:endParaRPr>
          </a:p>
        </p:txBody>
      </p:sp>
      <p:sp>
        <p:nvSpPr>
          <p:cNvPr id="24" name="object 24" descr=""/>
          <p:cNvSpPr txBox="1"/>
          <p:nvPr/>
        </p:nvSpPr>
        <p:spPr>
          <a:xfrm>
            <a:off x="3776576" y="2834875"/>
            <a:ext cx="259079" cy="292735"/>
          </a:xfrm>
          <a:prstGeom prst="rect">
            <a:avLst/>
          </a:prstGeom>
        </p:spPr>
        <p:txBody>
          <a:bodyPr wrap="square" lIns="0" tIns="12700" rIns="0" bIns="0" rtlCol="0" vert="horz">
            <a:spAutoFit/>
          </a:bodyPr>
          <a:lstStyle/>
          <a:p>
            <a:pPr marL="25400">
              <a:lnSpc>
                <a:spcPct val="100000"/>
              </a:lnSpc>
              <a:spcBef>
                <a:spcPts val="100"/>
              </a:spcBef>
            </a:pPr>
            <a:r>
              <a:rPr dirty="0" sz="1750" spc="-25" b="1">
                <a:solidFill>
                  <a:srgbClr val="0000FF"/>
                </a:solidFill>
                <a:latin typeface="Times New Roman"/>
                <a:cs typeface="Times New Roman"/>
              </a:rPr>
              <a:t>S</a:t>
            </a:r>
            <a:r>
              <a:rPr dirty="0" baseline="-9661" sz="1725" spc="-37" b="1">
                <a:solidFill>
                  <a:srgbClr val="0000FF"/>
                </a:solidFill>
                <a:latin typeface="Times New Roman"/>
                <a:cs typeface="Times New Roman"/>
              </a:rPr>
              <a:t>4</a:t>
            </a:r>
            <a:endParaRPr baseline="-9661" sz="1725">
              <a:latin typeface="Times New Roman"/>
              <a:cs typeface="Times New Roman"/>
            </a:endParaRPr>
          </a:p>
        </p:txBody>
      </p:sp>
      <p:sp>
        <p:nvSpPr>
          <p:cNvPr id="25" name="object 25" descr=""/>
          <p:cNvSpPr txBox="1"/>
          <p:nvPr/>
        </p:nvSpPr>
        <p:spPr>
          <a:xfrm>
            <a:off x="3421622" y="2061742"/>
            <a:ext cx="447675" cy="292735"/>
          </a:xfrm>
          <a:prstGeom prst="rect">
            <a:avLst/>
          </a:prstGeom>
        </p:spPr>
        <p:txBody>
          <a:bodyPr wrap="square" lIns="0" tIns="12700" rIns="0" bIns="0" rtlCol="0" vert="horz">
            <a:spAutoFit/>
          </a:bodyPr>
          <a:lstStyle/>
          <a:p>
            <a:pPr>
              <a:lnSpc>
                <a:spcPct val="100000"/>
              </a:lnSpc>
              <a:spcBef>
                <a:spcPts val="100"/>
              </a:spcBef>
            </a:pPr>
            <a:r>
              <a:rPr dirty="0" sz="1750" spc="-45">
                <a:latin typeface="宋体"/>
                <a:cs typeface="宋体"/>
              </a:rPr>
              <a:t>空间</a:t>
            </a:r>
            <a:endParaRPr sz="1750">
              <a:latin typeface="宋体"/>
              <a:cs typeface="宋体"/>
            </a:endParaRPr>
          </a:p>
        </p:txBody>
      </p:sp>
      <p:sp>
        <p:nvSpPr>
          <p:cNvPr id="26" name="object 26" descr=""/>
          <p:cNvSpPr txBox="1"/>
          <p:nvPr/>
        </p:nvSpPr>
        <p:spPr>
          <a:xfrm>
            <a:off x="4316245" y="4502843"/>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1</a:t>
            </a:r>
            <a:endParaRPr sz="1750">
              <a:latin typeface="Times New Roman"/>
              <a:cs typeface="Times New Roman"/>
            </a:endParaRPr>
          </a:p>
        </p:txBody>
      </p:sp>
      <p:sp>
        <p:nvSpPr>
          <p:cNvPr id="27" name="object 27" descr=""/>
          <p:cNvSpPr txBox="1"/>
          <p:nvPr/>
        </p:nvSpPr>
        <p:spPr>
          <a:xfrm>
            <a:off x="10537374" y="5017201"/>
            <a:ext cx="1372235" cy="632460"/>
          </a:xfrm>
          <a:prstGeom prst="rect">
            <a:avLst/>
          </a:prstGeom>
        </p:spPr>
        <p:txBody>
          <a:bodyPr wrap="square" lIns="0" tIns="48895" rIns="0" bIns="0" rtlCol="0" vert="horz">
            <a:spAutoFit/>
          </a:bodyPr>
          <a:lstStyle/>
          <a:p>
            <a:pPr marL="98425">
              <a:lnSpc>
                <a:spcPct val="100000"/>
              </a:lnSpc>
              <a:spcBef>
                <a:spcPts val="385"/>
              </a:spcBef>
            </a:pPr>
            <a:r>
              <a:rPr dirty="0" sz="1750" spc="-45">
                <a:latin typeface="宋体"/>
                <a:cs typeface="宋体"/>
              </a:rPr>
              <a:t>时间</a:t>
            </a:r>
            <a:endParaRPr sz="1750">
              <a:latin typeface="宋体"/>
              <a:cs typeface="宋体"/>
            </a:endParaRPr>
          </a:p>
          <a:p>
            <a:pPr>
              <a:lnSpc>
                <a:spcPct val="100000"/>
              </a:lnSpc>
              <a:spcBef>
                <a:spcPts val="290"/>
              </a:spcBef>
            </a:pPr>
            <a:r>
              <a:rPr dirty="0" sz="1750" spc="-80">
                <a:latin typeface="宋体"/>
                <a:cs typeface="宋体"/>
              </a:rPr>
              <a:t>（</a:t>
            </a:r>
            <a:r>
              <a:rPr dirty="0" sz="1750" spc="-35">
                <a:latin typeface="宋体"/>
                <a:cs typeface="宋体"/>
              </a:rPr>
              <a:t>单位：△</a:t>
            </a:r>
            <a:r>
              <a:rPr dirty="0" sz="1750" spc="-25" b="1" i="1">
                <a:latin typeface="Times New Roman"/>
                <a:cs typeface="Times New Roman"/>
              </a:rPr>
              <a:t>t</a:t>
            </a:r>
            <a:r>
              <a:rPr dirty="0" sz="1750" spc="-25">
                <a:latin typeface="宋体"/>
                <a:cs typeface="宋体"/>
              </a:rPr>
              <a:t>）</a:t>
            </a:r>
            <a:endParaRPr sz="1750">
              <a:latin typeface="宋体"/>
              <a:cs typeface="宋体"/>
            </a:endParaRPr>
          </a:p>
        </p:txBody>
      </p:sp>
      <p:grpSp>
        <p:nvGrpSpPr>
          <p:cNvPr id="28" name="object 28" descr=""/>
          <p:cNvGrpSpPr/>
          <p:nvPr/>
        </p:nvGrpSpPr>
        <p:grpSpPr>
          <a:xfrm>
            <a:off x="4004914" y="2149961"/>
            <a:ext cx="7067550" cy="2774315"/>
            <a:chOff x="4004914" y="2149961"/>
            <a:chExt cx="7067550" cy="2774315"/>
          </a:xfrm>
        </p:grpSpPr>
        <p:sp>
          <p:nvSpPr>
            <p:cNvPr id="29" name="object 29" descr=""/>
            <p:cNvSpPr/>
            <p:nvPr/>
          </p:nvSpPr>
          <p:spPr>
            <a:xfrm>
              <a:off x="4004906" y="2149970"/>
              <a:ext cx="7067550" cy="2774315"/>
            </a:xfrm>
            <a:custGeom>
              <a:avLst/>
              <a:gdLst/>
              <a:ahLst/>
              <a:cxnLst/>
              <a:rect l="l" t="t" r="r" b="b"/>
              <a:pathLst>
                <a:path w="7067550" h="2774315">
                  <a:moveTo>
                    <a:pt x="7067029" y="2725420"/>
                  </a:moveTo>
                  <a:lnTo>
                    <a:pt x="7031215" y="2713228"/>
                  </a:lnTo>
                  <a:lnTo>
                    <a:pt x="6923773" y="2676652"/>
                  </a:lnTo>
                  <a:lnTo>
                    <a:pt x="6959587" y="2713228"/>
                  </a:lnTo>
                  <a:lnTo>
                    <a:pt x="59690" y="2713228"/>
                  </a:lnTo>
                  <a:lnTo>
                    <a:pt x="59690" y="109753"/>
                  </a:lnTo>
                  <a:lnTo>
                    <a:pt x="95504" y="146329"/>
                  </a:lnTo>
                  <a:lnTo>
                    <a:pt x="79590" y="97548"/>
                  </a:lnTo>
                  <a:lnTo>
                    <a:pt x="47752" y="0"/>
                  </a:lnTo>
                  <a:lnTo>
                    <a:pt x="0" y="146329"/>
                  </a:lnTo>
                  <a:lnTo>
                    <a:pt x="35814" y="109753"/>
                  </a:lnTo>
                  <a:lnTo>
                    <a:pt x="35814" y="2721762"/>
                  </a:lnTo>
                  <a:lnTo>
                    <a:pt x="47752" y="2721762"/>
                  </a:lnTo>
                  <a:lnTo>
                    <a:pt x="47752" y="2737624"/>
                  </a:lnTo>
                  <a:lnTo>
                    <a:pt x="6959574" y="2737624"/>
                  </a:lnTo>
                  <a:lnTo>
                    <a:pt x="6923773" y="2774200"/>
                  </a:lnTo>
                  <a:lnTo>
                    <a:pt x="7031215" y="2737624"/>
                  </a:lnTo>
                  <a:lnTo>
                    <a:pt x="7067029" y="2725420"/>
                  </a:lnTo>
                  <a:close/>
                </a:path>
              </a:pathLst>
            </a:custGeom>
            <a:solidFill>
              <a:srgbClr val="000000"/>
            </a:solidFill>
          </p:spPr>
          <p:txBody>
            <a:bodyPr wrap="square" lIns="0" tIns="0" rIns="0" bIns="0" rtlCol="0"/>
            <a:lstStyle/>
            <a:p/>
          </p:txBody>
        </p:sp>
        <p:sp>
          <p:nvSpPr>
            <p:cNvPr id="30" name="object 30" descr=""/>
            <p:cNvSpPr/>
            <p:nvPr/>
          </p:nvSpPr>
          <p:spPr>
            <a:xfrm>
              <a:off x="4052664" y="2679203"/>
              <a:ext cx="6267450" cy="2192655"/>
            </a:xfrm>
            <a:custGeom>
              <a:avLst/>
              <a:gdLst/>
              <a:ahLst/>
              <a:cxnLst/>
              <a:rect l="l" t="t" r="r" b="b"/>
              <a:pathLst>
                <a:path w="6267450" h="2192654">
                  <a:moveTo>
                    <a:pt x="0" y="1738890"/>
                  </a:moveTo>
                  <a:lnTo>
                    <a:pt x="5013766" y="1738890"/>
                  </a:lnTo>
                </a:path>
                <a:path w="6267450" h="2192654">
                  <a:moveTo>
                    <a:pt x="626720" y="2192527"/>
                  </a:moveTo>
                  <a:lnTo>
                    <a:pt x="626720" y="1209648"/>
                  </a:lnTo>
                </a:path>
                <a:path w="6267450" h="2192654">
                  <a:moveTo>
                    <a:pt x="1253441" y="2192527"/>
                  </a:moveTo>
                  <a:lnTo>
                    <a:pt x="1253441" y="604848"/>
                  </a:lnTo>
                </a:path>
                <a:path w="6267450" h="2192654">
                  <a:moveTo>
                    <a:pt x="1880162" y="2192527"/>
                  </a:moveTo>
                  <a:lnTo>
                    <a:pt x="1880162" y="0"/>
                  </a:lnTo>
                </a:path>
                <a:path w="6267450" h="2192654">
                  <a:moveTo>
                    <a:pt x="2506883" y="2192527"/>
                  </a:moveTo>
                  <a:lnTo>
                    <a:pt x="2506882" y="0"/>
                  </a:lnTo>
                </a:path>
                <a:path w="6267450" h="2192654">
                  <a:moveTo>
                    <a:pt x="3133603" y="2192527"/>
                  </a:moveTo>
                  <a:lnTo>
                    <a:pt x="3133603" y="0"/>
                  </a:lnTo>
                </a:path>
                <a:path w="6267450" h="2192654">
                  <a:moveTo>
                    <a:pt x="3760324" y="0"/>
                  </a:moveTo>
                  <a:lnTo>
                    <a:pt x="3760324" y="2192527"/>
                  </a:lnTo>
                </a:path>
                <a:path w="6267450" h="2192654">
                  <a:moveTo>
                    <a:pt x="4387045" y="0"/>
                  </a:moveTo>
                  <a:lnTo>
                    <a:pt x="4387045" y="2192527"/>
                  </a:lnTo>
                </a:path>
                <a:path w="6267450" h="2192654">
                  <a:moveTo>
                    <a:pt x="5013765" y="0"/>
                  </a:moveTo>
                  <a:lnTo>
                    <a:pt x="5013766" y="1738890"/>
                  </a:lnTo>
                </a:path>
                <a:path w="6267450" h="2192654">
                  <a:moveTo>
                    <a:pt x="5640486" y="0"/>
                  </a:moveTo>
                  <a:lnTo>
                    <a:pt x="5640486" y="1209648"/>
                  </a:lnTo>
                </a:path>
                <a:path w="6267450" h="2192654">
                  <a:moveTo>
                    <a:pt x="6267207" y="0"/>
                  </a:moveTo>
                  <a:lnTo>
                    <a:pt x="6267207" y="604848"/>
                  </a:lnTo>
                </a:path>
                <a:path w="6267450" h="2192654">
                  <a:moveTo>
                    <a:pt x="626720" y="1209648"/>
                  </a:moveTo>
                  <a:lnTo>
                    <a:pt x="5640486" y="1209648"/>
                  </a:lnTo>
                </a:path>
                <a:path w="6267450" h="2192654">
                  <a:moveTo>
                    <a:pt x="1253441" y="604848"/>
                  </a:moveTo>
                  <a:lnTo>
                    <a:pt x="6267207" y="604848"/>
                  </a:lnTo>
                </a:path>
                <a:path w="6267450" h="2192654">
                  <a:moveTo>
                    <a:pt x="1880162" y="0"/>
                  </a:moveTo>
                  <a:lnTo>
                    <a:pt x="6267207" y="0"/>
                  </a:lnTo>
                </a:path>
              </a:pathLst>
            </a:custGeom>
            <a:ln w="18099">
              <a:solidFill>
                <a:srgbClr val="000000"/>
              </a:solidFill>
            </a:ln>
          </p:spPr>
          <p:txBody>
            <a:bodyPr wrap="square" lIns="0" tIns="0" rIns="0" bIns="0" rtlCol="0"/>
            <a:lstStyle/>
            <a:p/>
          </p:txBody>
        </p:sp>
      </p:grpSp>
      <p:sp>
        <p:nvSpPr>
          <p:cNvPr id="31" name="object 31" descr=""/>
          <p:cNvSpPr txBox="1"/>
          <p:nvPr/>
        </p:nvSpPr>
        <p:spPr>
          <a:xfrm>
            <a:off x="4943587" y="4037500"/>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1</a:t>
            </a:r>
            <a:endParaRPr sz="1750">
              <a:latin typeface="Times New Roman"/>
              <a:cs typeface="Times New Roman"/>
            </a:endParaRPr>
          </a:p>
        </p:txBody>
      </p:sp>
      <p:sp>
        <p:nvSpPr>
          <p:cNvPr id="32" name="object 32" descr=""/>
          <p:cNvSpPr txBox="1"/>
          <p:nvPr/>
        </p:nvSpPr>
        <p:spPr>
          <a:xfrm>
            <a:off x="5561044" y="3512160"/>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1</a:t>
            </a:r>
            <a:endParaRPr sz="1750">
              <a:latin typeface="Times New Roman"/>
              <a:cs typeface="Times New Roman"/>
            </a:endParaRPr>
          </a:p>
        </p:txBody>
      </p:sp>
      <p:sp>
        <p:nvSpPr>
          <p:cNvPr id="33" name="object 33" descr=""/>
          <p:cNvSpPr txBox="1"/>
          <p:nvPr/>
        </p:nvSpPr>
        <p:spPr>
          <a:xfrm>
            <a:off x="6198795" y="2905604"/>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1</a:t>
            </a:r>
            <a:endParaRPr sz="1750">
              <a:latin typeface="Times New Roman"/>
              <a:cs typeface="Times New Roman"/>
            </a:endParaRPr>
          </a:p>
        </p:txBody>
      </p:sp>
      <p:sp>
        <p:nvSpPr>
          <p:cNvPr id="34" name="object 34" descr=""/>
          <p:cNvSpPr txBox="1"/>
          <p:nvPr/>
        </p:nvSpPr>
        <p:spPr>
          <a:xfrm>
            <a:off x="4933703" y="4502843"/>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2</a:t>
            </a:r>
            <a:endParaRPr sz="1750">
              <a:latin typeface="Times New Roman"/>
              <a:cs typeface="Times New Roman"/>
            </a:endParaRPr>
          </a:p>
        </p:txBody>
      </p:sp>
      <p:sp>
        <p:nvSpPr>
          <p:cNvPr id="35" name="object 35" descr=""/>
          <p:cNvSpPr txBox="1"/>
          <p:nvPr/>
        </p:nvSpPr>
        <p:spPr>
          <a:xfrm>
            <a:off x="5561044" y="4032451"/>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2</a:t>
            </a:r>
            <a:endParaRPr sz="1750">
              <a:latin typeface="Times New Roman"/>
              <a:cs typeface="Times New Roman"/>
            </a:endParaRPr>
          </a:p>
        </p:txBody>
      </p:sp>
      <p:sp>
        <p:nvSpPr>
          <p:cNvPr id="36" name="object 36" descr=""/>
          <p:cNvSpPr txBox="1"/>
          <p:nvPr/>
        </p:nvSpPr>
        <p:spPr>
          <a:xfrm>
            <a:off x="6198795" y="3512160"/>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2</a:t>
            </a:r>
            <a:endParaRPr sz="1750">
              <a:latin typeface="Times New Roman"/>
              <a:cs typeface="Times New Roman"/>
            </a:endParaRPr>
          </a:p>
        </p:txBody>
      </p:sp>
      <p:sp>
        <p:nvSpPr>
          <p:cNvPr id="37" name="object 37" descr=""/>
          <p:cNvSpPr txBox="1"/>
          <p:nvPr/>
        </p:nvSpPr>
        <p:spPr>
          <a:xfrm>
            <a:off x="6806416" y="2900482"/>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2</a:t>
            </a:r>
            <a:endParaRPr sz="1750">
              <a:latin typeface="Times New Roman"/>
              <a:cs typeface="Times New Roman"/>
            </a:endParaRPr>
          </a:p>
        </p:txBody>
      </p:sp>
      <p:sp>
        <p:nvSpPr>
          <p:cNvPr id="38" name="object 38" descr=""/>
          <p:cNvSpPr txBox="1"/>
          <p:nvPr/>
        </p:nvSpPr>
        <p:spPr>
          <a:xfrm>
            <a:off x="5551160" y="4512940"/>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3</a:t>
            </a:r>
            <a:endParaRPr sz="1750">
              <a:latin typeface="Times New Roman"/>
              <a:cs typeface="Times New Roman"/>
            </a:endParaRPr>
          </a:p>
        </p:txBody>
      </p:sp>
      <p:sp>
        <p:nvSpPr>
          <p:cNvPr id="39" name="object 39" descr=""/>
          <p:cNvSpPr txBox="1"/>
          <p:nvPr/>
        </p:nvSpPr>
        <p:spPr>
          <a:xfrm>
            <a:off x="6178979" y="4027403"/>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3</a:t>
            </a:r>
            <a:endParaRPr sz="1750">
              <a:latin typeface="Times New Roman"/>
              <a:cs typeface="Times New Roman"/>
            </a:endParaRPr>
          </a:p>
        </p:txBody>
      </p:sp>
      <p:sp>
        <p:nvSpPr>
          <p:cNvPr id="40" name="object 40" descr=""/>
          <p:cNvSpPr txBox="1"/>
          <p:nvPr/>
        </p:nvSpPr>
        <p:spPr>
          <a:xfrm>
            <a:off x="6806416" y="3497038"/>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3</a:t>
            </a:r>
            <a:endParaRPr sz="1750">
              <a:latin typeface="Times New Roman"/>
              <a:cs typeface="Times New Roman"/>
            </a:endParaRPr>
          </a:p>
        </p:txBody>
      </p:sp>
      <p:sp>
        <p:nvSpPr>
          <p:cNvPr id="41" name="object 41" descr=""/>
          <p:cNvSpPr txBox="1"/>
          <p:nvPr/>
        </p:nvSpPr>
        <p:spPr>
          <a:xfrm>
            <a:off x="7434330" y="2910482"/>
            <a:ext cx="121920"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3</a:t>
            </a:r>
            <a:endParaRPr sz="1750">
              <a:latin typeface="Times New Roman"/>
              <a:cs typeface="Times New Roman"/>
            </a:endParaRPr>
          </a:p>
        </p:txBody>
      </p:sp>
      <p:sp>
        <p:nvSpPr>
          <p:cNvPr id="42" name="object 42" descr=""/>
          <p:cNvSpPr txBox="1"/>
          <p:nvPr/>
        </p:nvSpPr>
        <p:spPr>
          <a:xfrm>
            <a:off x="8002318" y="3981991"/>
            <a:ext cx="314325" cy="292735"/>
          </a:xfrm>
          <a:prstGeom prst="rect">
            <a:avLst/>
          </a:prstGeom>
        </p:spPr>
        <p:txBody>
          <a:bodyPr wrap="square" lIns="0" tIns="12700" rIns="0" bIns="0" rtlCol="0" vert="horz">
            <a:spAutoFit/>
          </a:bodyPr>
          <a:lstStyle/>
          <a:p>
            <a:pPr>
              <a:lnSpc>
                <a:spcPct val="100000"/>
              </a:lnSpc>
              <a:spcBef>
                <a:spcPts val="100"/>
              </a:spcBef>
            </a:pPr>
            <a:r>
              <a:rPr dirty="0" sz="1750" spc="-40" b="1">
                <a:latin typeface="Times New Roman"/>
                <a:cs typeface="Times New Roman"/>
              </a:rPr>
              <a:t>n-</a:t>
            </a:r>
            <a:r>
              <a:rPr dirty="0" sz="1750" spc="-50" b="1">
                <a:latin typeface="Times New Roman"/>
                <a:cs typeface="Times New Roman"/>
              </a:rPr>
              <a:t>1</a:t>
            </a:r>
            <a:endParaRPr sz="1750">
              <a:latin typeface="Times New Roman"/>
              <a:cs typeface="Times New Roman"/>
            </a:endParaRPr>
          </a:p>
        </p:txBody>
      </p:sp>
      <p:sp>
        <p:nvSpPr>
          <p:cNvPr id="43" name="object 43" descr=""/>
          <p:cNvSpPr txBox="1"/>
          <p:nvPr/>
        </p:nvSpPr>
        <p:spPr>
          <a:xfrm>
            <a:off x="7365093" y="4482674"/>
            <a:ext cx="830580" cy="292735"/>
          </a:xfrm>
          <a:prstGeom prst="rect">
            <a:avLst/>
          </a:prstGeom>
        </p:spPr>
        <p:txBody>
          <a:bodyPr wrap="square" lIns="0" tIns="12700" rIns="0" bIns="0" rtlCol="0" vert="horz">
            <a:spAutoFit/>
          </a:bodyPr>
          <a:lstStyle/>
          <a:p>
            <a:pPr>
              <a:lnSpc>
                <a:spcPct val="100000"/>
              </a:lnSpc>
              <a:spcBef>
                <a:spcPts val="100"/>
              </a:spcBef>
              <a:tabLst>
                <a:tab pos="695960" algn="l"/>
              </a:tabLst>
            </a:pPr>
            <a:r>
              <a:rPr dirty="0" sz="1750" spc="-40" b="1">
                <a:latin typeface="Times New Roman"/>
                <a:cs typeface="Times New Roman"/>
              </a:rPr>
              <a:t>n-</a:t>
            </a:r>
            <a:r>
              <a:rPr dirty="0" sz="1750" spc="-50" b="1">
                <a:latin typeface="Times New Roman"/>
                <a:cs typeface="Times New Roman"/>
              </a:rPr>
              <a:t>1</a:t>
            </a:r>
            <a:r>
              <a:rPr dirty="0" sz="1750" b="1">
                <a:latin typeface="Times New Roman"/>
                <a:cs typeface="Times New Roman"/>
              </a:rPr>
              <a:t>	</a:t>
            </a:r>
            <a:r>
              <a:rPr dirty="0" sz="1750" spc="-50" b="1">
                <a:latin typeface="Times New Roman"/>
                <a:cs typeface="Times New Roman"/>
              </a:rPr>
              <a:t>n</a:t>
            </a:r>
            <a:endParaRPr sz="1750">
              <a:latin typeface="Times New Roman"/>
              <a:cs typeface="Times New Roman"/>
            </a:endParaRPr>
          </a:p>
        </p:txBody>
      </p:sp>
      <p:sp>
        <p:nvSpPr>
          <p:cNvPr id="44" name="object 44" descr=""/>
          <p:cNvSpPr txBox="1"/>
          <p:nvPr/>
        </p:nvSpPr>
        <p:spPr>
          <a:xfrm>
            <a:off x="8688965" y="3976942"/>
            <a:ext cx="133985" cy="292735"/>
          </a:xfrm>
          <a:prstGeom prst="rect">
            <a:avLst/>
          </a:prstGeom>
        </p:spPr>
        <p:txBody>
          <a:bodyPr wrap="square" lIns="0" tIns="12700" rIns="0" bIns="0" rtlCol="0" vert="horz">
            <a:spAutoFit/>
          </a:bodyPr>
          <a:lstStyle/>
          <a:p>
            <a:pPr>
              <a:lnSpc>
                <a:spcPct val="100000"/>
              </a:lnSpc>
              <a:spcBef>
                <a:spcPts val="100"/>
              </a:spcBef>
            </a:pPr>
            <a:r>
              <a:rPr dirty="0" sz="1750" spc="-50" b="1">
                <a:latin typeface="Times New Roman"/>
                <a:cs typeface="Times New Roman"/>
              </a:rPr>
              <a:t>n</a:t>
            </a:r>
            <a:endParaRPr sz="1750">
              <a:latin typeface="Times New Roman"/>
              <a:cs typeface="Times New Roman"/>
            </a:endParaRPr>
          </a:p>
        </p:txBody>
      </p:sp>
      <p:sp>
        <p:nvSpPr>
          <p:cNvPr id="45" name="object 45" descr=""/>
          <p:cNvSpPr txBox="1"/>
          <p:nvPr/>
        </p:nvSpPr>
        <p:spPr>
          <a:xfrm>
            <a:off x="8629755" y="3411189"/>
            <a:ext cx="821055" cy="292735"/>
          </a:xfrm>
          <a:prstGeom prst="rect">
            <a:avLst/>
          </a:prstGeom>
        </p:spPr>
        <p:txBody>
          <a:bodyPr wrap="square" lIns="0" tIns="12700" rIns="0" bIns="0" rtlCol="0" vert="horz">
            <a:spAutoFit/>
          </a:bodyPr>
          <a:lstStyle/>
          <a:p>
            <a:pPr>
              <a:lnSpc>
                <a:spcPct val="100000"/>
              </a:lnSpc>
              <a:spcBef>
                <a:spcPts val="100"/>
              </a:spcBef>
              <a:tabLst>
                <a:tab pos="686435" algn="l"/>
              </a:tabLst>
            </a:pPr>
            <a:r>
              <a:rPr dirty="0" sz="1750" spc="-35" b="1">
                <a:latin typeface="Times New Roman"/>
                <a:cs typeface="Times New Roman"/>
              </a:rPr>
              <a:t>n-</a:t>
            </a:r>
            <a:r>
              <a:rPr dirty="0" sz="1750" spc="-50" b="1">
                <a:latin typeface="Times New Roman"/>
                <a:cs typeface="Times New Roman"/>
              </a:rPr>
              <a:t>1</a:t>
            </a:r>
            <a:r>
              <a:rPr dirty="0" sz="1750" b="1">
                <a:latin typeface="Times New Roman"/>
                <a:cs typeface="Times New Roman"/>
              </a:rPr>
              <a:t>	</a:t>
            </a:r>
            <a:r>
              <a:rPr dirty="0" sz="1750" spc="-50" b="1">
                <a:latin typeface="Times New Roman"/>
                <a:cs typeface="Times New Roman"/>
              </a:rPr>
              <a:t>n</a:t>
            </a:r>
            <a:endParaRPr sz="1750">
              <a:latin typeface="Times New Roman"/>
              <a:cs typeface="Times New Roman"/>
            </a:endParaRPr>
          </a:p>
        </p:txBody>
      </p:sp>
      <p:sp>
        <p:nvSpPr>
          <p:cNvPr id="46" name="object 46" descr=""/>
          <p:cNvSpPr txBox="1"/>
          <p:nvPr/>
        </p:nvSpPr>
        <p:spPr>
          <a:xfrm>
            <a:off x="9257669" y="2804633"/>
            <a:ext cx="815975" cy="292735"/>
          </a:xfrm>
          <a:prstGeom prst="rect">
            <a:avLst/>
          </a:prstGeom>
        </p:spPr>
        <p:txBody>
          <a:bodyPr wrap="square" lIns="0" tIns="12700" rIns="0" bIns="0" rtlCol="0" vert="horz">
            <a:spAutoFit/>
          </a:bodyPr>
          <a:lstStyle/>
          <a:p>
            <a:pPr>
              <a:lnSpc>
                <a:spcPct val="100000"/>
              </a:lnSpc>
              <a:spcBef>
                <a:spcPts val="100"/>
              </a:spcBef>
              <a:tabLst>
                <a:tab pos="681355" algn="l"/>
              </a:tabLst>
            </a:pPr>
            <a:r>
              <a:rPr dirty="0" sz="1750" spc="-40" b="1">
                <a:latin typeface="Times New Roman"/>
                <a:cs typeface="Times New Roman"/>
              </a:rPr>
              <a:t>n-</a:t>
            </a:r>
            <a:r>
              <a:rPr dirty="0" sz="1750" spc="-50" b="1">
                <a:latin typeface="Times New Roman"/>
                <a:cs typeface="Times New Roman"/>
              </a:rPr>
              <a:t>1</a:t>
            </a:r>
            <a:r>
              <a:rPr dirty="0" sz="1750" b="1">
                <a:latin typeface="Times New Roman"/>
                <a:cs typeface="Times New Roman"/>
              </a:rPr>
              <a:t>	</a:t>
            </a:r>
            <a:r>
              <a:rPr dirty="0" sz="1750" spc="-50" b="1">
                <a:latin typeface="Times New Roman"/>
                <a:cs typeface="Times New Roman"/>
              </a:rPr>
              <a:t>n</a:t>
            </a:r>
            <a:endParaRPr sz="1750">
              <a:latin typeface="Times New Roman"/>
              <a:cs typeface="Times New Roman"/>
            </a:endParaRPr>
          </a:p>
        </p:txBody>
      </p:sp>
      <p:sp>
        <p:nvSpPr>
          <p:cNvPr id="47" name="object 47" descr=""/>
          <p:cNvSpPr txBox="1"/>
          <p:nvPr/>
        </p:nvSpPr>
        <p:spPr>
          <a:xfrm>
            <a:off x="6129557" y="4523037"/>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sp>
        <p:nvSpPr>
          <p:cNvPr id="48" name="object 48" descr=""/>
          <p:cNvSpPr txBox="1"/>
          <p:nvPr/>
        </p:nvSpPr>
        <p:spPr>
          <a:xfrm>
            <a:off x="7365093" y="3446553"/>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sp>
        <p:nvSpPr>
          <p:cNvPr id="49" name="object 49" descr=""/>
          <p:cNvSpPr txBox="1"/>
          <p:nvPr/>
        </p:nvSpPr>
        <p:spPr>
          <a:xfrm>
            <a:off x="8002318" y="2865118"/>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sp>
        <p:nvSpPr>
          <p:cNvPr id="50" name="object 50" descr=""/>
          <p:cNvSpPr txBox="1"/>
          <p:nvPr/>
        </p:nvSpPr>
        <p:spPr>
          <a:xfrm>
            <a:off x="6747205" y="4507892"/>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sp>
        <p:nvSpPr>
          <p:cNvPr id="51" name="object 51" descr=""/>
          <p:cNvSpPr txBox="1"/>
          <p:nvPr/>
        </p:nvSpPr>
        <p:spPr>
          <a:xfrm>
            <a:off x="6756994" y="4012257"/>
            <a:ext cx="829310" cy="292735"/>
          </a:xfrm>
          <a:prstGeom prst="rect">
            <a:avLst/>
          </a:prstGeom>
        </p:spPr>
        <p:txBody>
          <a:bodyPr wrap="square" lIns="0" tIns="12700" rIns="0" bIns="0" rtlCol="0" vert="horz">
            <a:spAutoFit/>
          </a:bodyPr>
          <a:lstStyle/>
          <a:p>
            <a:pPr>
              <a:lnSpc>
                <a:spcPct val="100000"/>
              </a:lnSpc>
              <a:spcBef>
                <a:spcPts val="100"/>
              </a:spcBef>
              <a:tabLst>
                <a:tab pos="598170" algn="l"/>
              </a:tabLst>
            </a:pPr>
            <a:r>
              <a:rPr dirty="0" sz="1750" spc="-50">
                <a:latin typeface="宋体"/>
                <a:cs typeface="宋体"/>
              </a:rPr>
              <a:t>…</a:t>
            </a:r>
            <a:r>
              <a:rPr dirty="0" sz="1750">
                <a:latin typeface="宋体"/>
                <a:cs typeface="宋体"/>
              </a:rPr>
              <a:t>	</a:t>
            </a:r>
            <a:r>
              <a:rPr dirty="0" sz="1750" spc="-50">
                <a:latin typeface="宋体"/>
                <a:cs typeface="宋体"/>
              </a:rPr>
              <a:t>…</a:t>
            </a:r>
            <a:endParaRPr sz="1750">
              <a:latin typeface="宋体"/>
              <a:cs typeface="宋体"/>
            </a:endParaRPr>
          </a:p>
        </p:txBody>
      </p:sp>
      <p:sp>
        <p:nvSpPr>
          <p:cNvPr id="52" name="object 52" descr=""/>
          <p:cNvSpPr txBox="1"/>
          <p:nvPr/>
        </p:nvSpPr>
        <p:spPr>
          <a:xfrm>
            <a:off x="7982502" y="3426310"/>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sp>
        <p:nvSpPr>
          <p:cNvPr id="53" name="object 53" descr=""/>
          <p:cNvSpPr txBox="1"/>
          <p:nvPr/>
        </p:nvSpPr>
        <p:spPr>
          <a:xfrm>
            <a:off x="8629755" y="2865118"/>
            <a:ext cx="231140" cy="292735"/>
          </a:xfrm>
          <a:prstGeom prst="rect">
            <a:avLst/>
          </a:prstGeom>
        </p:spPr>
        <p:txBody>
          <a:bodyPr wrap="square" lIns="0" tIns="12700" rIns="0" bIns="0" rtlCol="0" vert="horz">
            <a:spAutoFit/>
          </a:bodyPr>
          <a:lstStyle/>
          <a:p>
            <a:pPr>
              <a:lnSpc>
                <a:spcPct val="100000"/>
              </a:lnSpc>
              <a:spcBef>
                <a:spcPts val="100"/>
              </a:spcBef>
            </a:pPr>
            <a:r>
              <a:rPr dirty="0" sz="1750" spc="-50">
                <a:latin typeface="宋体"/>
                <a:cs typeface="宋体"/>
              </a:rPr>
              <a:t>…</a:t>
            </a:r>
            <a:endParaRPr sz="1750">
              <a:latin typeface="宋体"/>
              <a:cs typeface="宋体"/>
            </a:endParaRPr>
          </a:p>
        </p:txBody>
      </p:sp>
      <p:grpSp>
        <p:nvGrpSpPr>
          <p:cNvPr id="54" name="object 54" descr=""/>
          <p:cNvGrpSpPr/>
          <p:nvPr/>
        </p:nvGrpSpPr>
        <p:grpSpPr>
          <a:xfrm>
            <a:off x="4049426" y="4862523"/>
            <a:ext cx="6285865" cy="1152525"/>
            <a:chOff x="4049426" y="4862523"/>
            <a:chExt cx="6285865" cy="1152525"/>
          </a:xfrm>
        </p:grpSpPr>
        <p:sp>
          <p:nvSpPr>
            <p:cNvPr id="55" name="object 55" descr=""/>
            <p:cNvSpPr/>
            <p:nvPr/>
          </p:nvSpPr>
          <p:spPr>
            <a:xfrm>
              <a:off x="4058633" y="4871731"/>
              <a:ext cx="0" cy="1134110"/>
            </a:xfrm>
            <a:custGeom>
              <a:avLst/>
              <a:gdLst/>
              <a:ahLst/>
              <a:cxnLst/>
              <a:rect l="l" t="t" r="r" b="b"/>
              <a:pathLst>
                <a:path w="0" h="1134110">
                  <a:moveTo>
                    <a:pt x="0" y="0"/>
                  </a:moveTo>
                  <a:lnTo>
                    <a:pt x="0" y="1134100"/>
                  </a:lnTo>
                </a:path>
              </a:pathLst>
            </a:custGeom>
            <a:ln w="17906">
              <a:solidFill>
                <a:srgbClr val="000000"/>
              </a:solidFill>
            </a:ln>
          </p:spPr>
          <p:txBody>
            <a:bodyPr wrap="square" lIns="0" tIns="0" rIns="0" bIns="0" rtlCol="0"/>
            <a:lstStyle/>
            <a:p/>
          </p:txBody>
        </p:sp>
        <p:sp>
          <p:nvSpPr>
            <p:cNvPr id="56" name="object 56" descr=""/>
            <p:cNvSpPr/>
            <p:nvPr/>
          </p:nvSpPr>
          <p:spPr>
            <a:xfrm>
              <a:off x="6559548" y="4888803"/>
              <a:ext cx="0" cy="640715"/>
            </a:xfrm>
            <a:custGeom>
              <a:avLst/>
              <a:gdLst/>
              <a:ahLst/>
              <a:cxnLst/>
              <a:rect l="l" t="t" r="r" b="b"/>
              <a:pathLst>
                <a:path w="0" h="640714">
                  <a:moveTo>
                    <a:pt x="0" y="0"/>
                  </a:moveTo>
                  <a:lnTo>
                    <a:pt x="0" y="640212"/>
                  </a:lnTo>
                </a:path>
              </a:pathLst>
            </a:custGeom>
            <a:ln w="17906">
              <a:solidFill>
                <a:srgbClr val="000000"/>
              </a:solidFill>
              <a:prstDash val="sysDashDot"/>
            </a:ln>
          </p:spPr>
          <p:txBody>
            <a:bodyPr wrap="square" lIns="0" tIns="0" rIns="0" bIns="0" rtlCol="0"/>
            <a:lstStyle/>
            <a:p/>
          </p:txBody>
        </p:sp>
        <p:sp>
          <p:nvSpPr>
            <p:cNvPr id="57" name="object 57" descr=""/>
            <p:cNvSpPr/>
            <p:nvPr/>
          </p:nvSpPr>
          <p:spPr>
            <a:xfrm>
              <a:off x="10325841" y="4871731"/>
              <a:ext cx="0" cy="1134110"/>
            </a:xfrm>
            <a:custGeom>
              <a:avLst/>
              <a:gdLst/>
              <a:ahLst/>
              <a:cxnLst/>
              <a:rect l="l" t="t" r="r" b="b"/>
              <a:pathLst>
                <a:path w="0" h="1134110">
                  <a:moveTo>
                    <a:pt x="0" y="0"/>
                  </a:moveTo>
                  <a:lnTo>
                    <a:pt x="0" y="1134100"/>
                  </a:lnTo>
                </a:path>
              </a:pathLst>
            </a:custGeom>
            <a:ln w="17906">
              <a:solidFill>
                <a:srgbClr val="000000"/>
              </a:solidFill>
            </a:ln>
          </p:spPr>
          <p:txBody>
            <a:bodyPr wrap="square" lIns="0" tIns="0" rIns="0" bIns="0" rtlCol="0"/>
            <a:lstStyle/>
            <a:p/>
          </p:txBody>
        </p:sp>
        <p:sp>
          <p:nvSpPr>
            <p:cNvPr id="58" name="object 58" descr=""/>
            <p:cNvSpPr/>
            <p:nvPr/>
          </p:nvSpPr>
          <p:spPr>
            <a:xfrm>
              <a:off x="4058628" y="5352199"/>
              <a:ext cx="6263640" cy="97790"/>
            </a:xfrm>
            <a:custGeom>
              <a:avLst/>
              <a:gdLst/>
              <a:ahLst/>
              <a:cxnLst/>
              <a:rect l="l" t="t" r="r" b="b"/>
              <a:pathLst>
                <a:path w="6263640" h="97789">
                  <a:moveTo>
                    <a:pt x="6263627" y="48780"/>
                  </a:moveTo>
                  <a:lnTo>
                    <a:pt x="6227813" y="36588"/>
                  </a:lnTo>
                  <a:lnTo>
                    <a:pt x="6120371" y="0"/>
                  </a:lnTo>
                  <a:lnTo>
                    <a:pt x="6156185" y="36588"/>
                  </a:lnTo>
                  <a:lnTo>
                    <a:pt x="2610739" y="36588"/>
                  </a:lnTo>
                  <a:lnTo>
                    <a:pt x="2646553" y="0"/>
                  </a:lnTo>
                  <a:lnTo>
                    <a:pt x="2505075" y="48171"/>
                  </a:lnTo>
                  <a:lnTo>
                    <a:pt x="2471064" y="36588"/>
                  </a:lnTo>
                  <a:lnTo>
                    <a:pt x="2363635" y="0"/>
                  </a:lnTo>
                  <a:lnTo>
                    <a:pt x="2399449" y="36588"/>
                  </a:lnTo>
                  <a:lnTo>
                    <a:pt x="107442" y="36588"/>
                  </a:lnTo>
                  <a:lnTo>
                    <a:pt x="143256" y="0"/>
                  </a:lnTo>
                  <a:lnTo>
                    <a:pt x="0" y="48780"/>
                  </a:lnTo>
                  <a:lnTo>
                    <a:pt x="143256" y="97561"/>
                  </a:lnTo>
                  <a:lnTo>
                    <a:pt x="107442" y="60972"/>
                  </a:lnTo>
                  <a:lnTo>
                    <a:pt x="2399449" y="60972"/>
                  </a:lnTo>
                  <a:lnTo>
                    <a:pt x="2363635" y="97561"/>
                  </a:lnTo>
                  <a:lnTo>
                    <a:pt x="2471064" y="60972"/>
                  </a:lnTo>
                  <a:lnTo>
                    <a:pt x="2505075" y="49403"/>
                  </a:lnTo>
                  <a:lnTo>
                    <a:pt x="2646553" y="97561"/>
                  </a:lnTo>
                  <a:lnTo>
                    <a:pt x="2610739" y="60972"/>
                  </a:lnTo>
                  <a:lnTo>
                    <a:pt x="6156185" y="60972"/>
                  </a:lnTo>
                  <a:lnTo>
                    <a:pt x="6120371" y="97561"/>
                  </a:lnTo>
                  <a:lnTo>
                    <a:pt x="6227813" y="60972"/>
                  </a:lnTo>
                  <a:lnTo>
                    <a:pt x="6263627" y="48780"/>
                  </a:lnTo>
                  <a:close/>
                </a:path>
              </a:pathLst>
            </a:custGeom>
            <a:solidFill>
              <a:srgbClr val="993366"/>
            </a:solidFill>
          </p:spPr>
          <p:txBody>
            <a:bodyPr wrap="square" lIns="0" tIns="0" rIns="0" bIns="0" rtlCol="0"/>
            <a:lstStyle/>
            <a:p/>
          </p:txBody>
        </p:sp>
      </p:grpSp>
      <p:sp>
        <p:nvSpPr>
          <p:cNvPr id="59" name="object 59" descr=""/>
          <p:cNvSpPr txBox="1"/>
          <p:nvPr/>
        </p:nvSpPr>
        <p:spPr>
          <a:xfrm>
            <a:off x="4983100" y="5073620"/>
            <a:ext cx="617220" cy="292735"/>
          </a:xfrm>
          <a:prstGeom prst="rect">
            <a:avLst/>
          </a:prstGeom>
        </p:spPr>
        <p:txBody>
          <a:bodyPr wrap="square" lIns="0" tIns="12700" rIns="0" bIns="0" rtlCol="0" vert="horz">
            <a:spAutoFit/>
          </a:bodyPr>
          <a:lstStyle/>
          <a:p>
            <a:pPr>
              <a:lnSpc>
                <a:spcPct val="100000"/>
              </a:lnSpc>
              <a:spcBef>
                <a:spcPts val="100"/>
              </a:spcBef>
            </a:pPr>
            <a:r>
              <a:rPr dirty="0" sz="1750" spc="-20">
                <a:solidFill>
                  <a:srgbClr val="333300"/>
                </a:solidFill>
                <a:latin typeface="Times New Roman"/>
                <a:cs typeface="Times New Roman"/>
              </a:rPr>
              <a:t>k</a:t>
            </a:r>
            <a:r>
              <a:rPr dirty="0" sz="1750" spc="-20">
                <a:solidFill>
                  <a:srgbClr val="333300"/>
                </a:solidFill>
                <a:latin typeface="宋体"/>
                <a:cs typeface="宋体"/>
              </a:rPr>
              <a:t>·△</a:t>
            </a:r>
            <a:r>
              <a:rPr dirty="0" sz="1750" spc="-20">
                <a:solidFill>
                  <a:srgbClr val="333300"/>
                </a:solidFill>
                <a:latin typeface="Times New Roman"/>
                <a:cs typeface="Times New Roman"/>
              </a:rPr>
              <a:t>t</a:t>
            </a:r>
            <a:endParaRPr sz="1750">
              <a:latin typeface="Times New Roman"/>
              <a:cs typeface="Times New Roman"/>
            </a:endParaRPr>
          </a:p>
        </p:txBody>
      </p:sp>
      <p:sp>
        <p:nvSpPr>
          <p:cNvPr id="60" name="object 60" descr=""/>
          <p:cNvSpPr txBox="1"/>
          <p:nvPr/>
        </p:nvSpPr>
        <p:spPr>
          <a:xfrm>
            <a:off x="7992529" y="5073620"/>
            <a:ext cx="953135" cy="292735"/>
          </a:xfrm>
          <a:prstGeom prst="rect">
            <a:avLst/>
          </a:prstGeom>
        </p:spPr>
        <p:txBody>
          <a:bodyPr wrap="square" lIns="0" tIns="12700" rIns="0" bIns="0" rtlCol="0" vert="horz">
            <a:spAutoFit/>
          </a:bodyPr>
          <a:lstStyle/>
          <a:p>
            <a:pPr>
              <a:lnSpc>
                <a:spcPct val="100000"/>
              </a:lnSpc>
              <a:spcBef>
                <a:spcPts val="100"/>
              </a:spcBef>
            </a:pPr>
            <a:r>
              <a:rPr dirty="0" sz="1750" spc="-30" b="1">
                <a:solidFill>
                  <a:srgbClr val="333300"/>
                </a:solidFill>
                <a:latin typeface="Times New Roman"/>
                <a:cs typeface="Times New Roman"/>
              </a:rPr>
              <a:t>(n-</a:t>
            </a:r>
            <a:r>
              <a:rPr dirty="0" sz="1750" spc="-25" b="1">
                <a:solidFill>
                  <a:srgbClr val="333300"/>
                </a:solidFill>
                <a:latin typeface="Times New Roman"/>
                <a:cs typeface="Times New Roman"/>
              </a:rPr>
              <a:t>1)</a:t>
            </a:r>
            <a:r>
              <a:rPr dirty="0" sz="1750" spc="-25">
                <a:solidFill>
                  <a:srgbClr val="333300"/>
                </a:solidFill>
                <a:latin typeface="宋体"/>
                <a:cs typeface="宋体"/>
              </a:rPr>
              <a:t>·△</a:t>
            </a:r>
            <a:r>
              <a:rPr dirty="0" sz="1750" spc="-25" b="1" i="1">
                <a:solidFill>
                  <a:srgbClr val="333300"/>
                </a:solidFill>
                <a:latin typeface="Times New Roman"/>
                <a:cs typeface="Times New Roman"/>
              </a:rPr>
              <a:t>t</a:t>
            </a:r>
            <a:endParaRPr sz="1750">
              <a:latin typeface="Times New Roman"/>
              <a:cs typeface="Times New Roman"/>
            </a:endParaRPr>
          </a:p>
        </p:txBody>
      </p:sp>
      <p:grpSp>
        <p:nvGrpSpPr>
          <p:cNvPr id="61" name="object 61" descr=""/>
          <p:cNvGrpSpPr/>
          <p:nvPr/>
        </p:nvGrpSpPr>
        <p:grpSpPr>
          <a:xfrm>
            <a:off x="4058633" y="3274845"/>
            <a:ext cx="6276975" cy="2553335"/>
            <a:chOff x="4058633" y="3274845"/>
            <a:chExt cx="6276975" cy="2553335"/>
          </a:xfrm>
        </p:grpSpPr>
        <p:sp>
          <p:nvSpPr>
            <p:cNvPr id="62" name="object 62" descr=""/>
            <p:cNvSpPr/>
            <p:nvPr/>
          </p:nvSpPr>
          <p:spPr>
            <a:xfrm>
              <a:off x="10325841" y="3284052"/>
              <a:ext cx="0" cy="1588135"/>
            </a:xfrm>
            <a:custGeom>
              <a:avLst/>
              <a:gdLst/>
              <a:ahLst/>
              <a:cxnLst/>
              <a:rect l="l" t="t" r="r" b="b"/>
              <a:pathLst>
                <a:path w="0" h="1588135">
                  <a:moveTo>
                    <a:pt x="0" y="0"/>
                  </a:moveTo>
                  <a:lnTo>
                    <a:pt x="0" y="1587678"/>
                  </a:lnTo>
                </a:path>
              </a:pathLst>
            </a:custGeom>
            <a:ln w="17906">
              <a:solidFill>
                <a:srgbClr val="000000"/>
              </a:solidFill>
              <a:prstDash val="sysDashDot"/>
            </a:ln>
          </p:spPr>
          <p:txBody>
            <a:bodyPr wrap="square" lIns="0" tIns="0" rIns="0" bIns="0" rtlCol="0"/>
            <a:lstStyle/>
            <a:p/>
          </p:txBody>
        </p:sp>
        <p:sp>
          <p:nvSpPr>
            <p:cNvPr id="63" name="object 63" descr=""/>
            <p:cNvSpPr/>
            <p:nvPr/>
          </p:nvSpPr>
          <p:spPr>
            <a:xfrm>
              <a:off x="4058627" y="5730227"/>
              <a:ext cx="6267450" cy="97790"/>
            </a:xfrm>
            <a:custGeom>
              <a:avLst/>
              <a:gdLst/>
              <a:ahLst/>
              <a:cxnLst/>
              <a:rect l="l" t="t" r="r" b="b"/>
              <a:pathLst>
                <a:path w="6267450" h="97789">
                  <a:moveTo>
                    <a:pt x="2882912" y="36588"/>
                  </a:moveTo>
                  <a:lnTo>
                    <a:pt x="107442" y="36588"/>
                  </a:lnTo>
                  <a:lnTo>
                    <a:pt x="143256" y="0"/>
                  </a:lnTo>
                  <a:lnTo>
                    <a:pt x="0" y="48780"/>
                  </a:lnTo>
                  <a:lnTo>
                    <a:pt x="143256" y="97561"/>
                  </a:lnTo>
                  <a:lnTo>
                    <a:pt x="107442" y="60972"/>
                  </a:lnTo>
                  <a:lnTo>
                    <a:pt x="2882912" y="60972"/>
                  </a:lnTo>
                  <a:lnTo>
                    <a:pt x="2882912" y="36588"/>
                  </a:lnTo>
                  <a:close/>
                </a:path>
                <a:path w="6267450" h="97789">
                  <a:moveTo>
                    <a:pt x="6267208" y="48780"/>
                  </a:moveTo>
                  <a:lnTo>
                    <a:pt x="6231394" y="36588"/>
                  </a:lnTo>
                  <a:lnTo>
                    <a:pt x="6123952" y="0"/>
                  </a:lnTo>
                  <a:lnTo>
                    <a:pt x="6159766" y="36588"/>
                  </a:lnTo>
                  <a:lnTo>
                    <a:pt x="3384296" y="36588"/>
                  </a:lnTo>
                  <a:lnTo>
                    <a:pt x="3384296" y="60972"/>
                  </a:lnTo>
                  <a:lnTo>
                    <a:pt x="6159766" y="60972"/>
                  </a:lnTo>
                  <a:lnTo>
                    <a:pt x="6123952" y="97561"/>
                  </a:lnTo>
                  <a:lnTo>
                    <a:pt x="6231394" y="60972"/>
                  </a:lnTo>
                  <a:lnTo>
                    <a:pt x="6267208" y="48780"/>
                  </a:lnTo>
                  <a:close/>
                </a:path>
              </a:pathLst>
            </a:custGeom>
            <a:solidFill>
              <a:srgbClr val="993366"/>
            </a:solidFill>
          </p:spPr>
          <p:txBody>
            <a:bodyPr wrap="square" lIns="0" tIns="0" rIns="0" bIns="0" rtlCol="0"/>
            <a:lstStyle/>
            <a:p/>
          </p:txBody>
        </p:sp>
      </p:grpSp>
      <p:sp>
        <p:nvSpPr>
          <p:cNvPr id="64" name="object 64" descr=""/>
          <p:cNvSpPr txBox="1"/>
          <p:nvPr/>
        </p:nvSpPr>
        <p:spPr>
          <a:xfrm>
            <a:off x="7087333" y="5609619"/>
            <a:ext cx="287020" cy="292735"/>
          </a:xfrm>
          <a:prstGeom prst="rect">
            <a:avLst/>
          </a:prstGeom>
        </p:spPr>
        <p:txBody>
          <a:bodyPr wrap="square" lIns="0" tIns="12700" rIns="0" bIns="0" rtlCol="0" vert="horz">
            <a:spAutoFit/>
          </a:bodyPr>
          <a:lstStyle/>
          <a:p>
            <a:pPr marL="25400">
              <a:lnSpc>
                <a:spcPct val="100000"/>
              </a:lnSpc>
              <a:spcBef>
                <a:spcPts val="100"/>
              </a:spcBef>
            </a:pPr>
            <a:r>
              <a:rPr dirty="0" sz="1750" spc="-25" b="1">
                <a:solidFill>
                  <a:srgbClr val="333300"/>
                </a:solidFill>
                <a:latin typeface="Times New Roman"/>
                <a:cs typeface="Times New Roman"/>
              </a:rPr>
              <a:t>T</a:t>
            </a:r>
            <a:r>
              <a:rPr dirty="0" baseline="-9661" sz="1725" spc="-37" b="1">
                <a:solidFill>
                  <a:srgbClr val="333300"/>
                </a:solidFill>
                <a:latin typeface="Times New Roman"/>
                <a:cs typeface="Times New Roman"/>
              </a:rPr>
              <a:t>k</a:t>
            </a:r>
            <a:endParaRPr baseline="-9661" sz="1725">
              <a:latin typeface="Times New Roman"/>
              <a:cs typeface="Times New Roman"/>
            </a:endParaRPr>
          </a:p>
        </p:txBody>
      </p:sp>
      <p:sp>
        <p:nvSpPr>
          <p:cNvPr id="65" name="object 65" descr=""/>
          <p:cNvSpPr txBox="1"/>
          <p:nvPr/>
        </p:nvSpPr>
        <p:spPr>
          <a:xfrm>
            <a:off x="6785229" y="707644"/>
            <a:ext cx="4666615" cy="977265"/>
          </a:xfrm>
          <a:prstGeom prst="rect">
            <a:avLst/>
          </a:prstGeom>
        </p:spPr>
        <p:txBody>
          <a:bodyPr wrap="square" lIns="0" tIns="122555" rIns="0" bIns="0" rtlCol="0" vert="horz">
            <a:spAutoFit/>
          </a:bodyPr>
          <a:lstStyle/>
          <a:p>
            <a:pPr marL="507365" indent="-456565">
              <a:lnSpc>
                <a:spcPct val="100000"/>
              </a:lnSpc>
              <a:spcBef>
                <a:spcPts val="965"/>
              </a:spcBef>
              <a:buClr>
                <a:srgbClr val="40458B"/>
              </a:buClr>
              <a:buAutoNum type="arabicPeriod"/>
              <a:tabLst>
                <a:tab pos="507365" algn="l"/>
              </a:tabLst>
            </a:pPr>
            <a:r>
              <a:rPr dirty="0" sz="2400" spc="-25">
                <a:solidFill>
                  <a:srgbClr val="E14B04"/>
                </a:solidFill>
                <a:latin typeface="Tahoma"/>
                <a:cs typeface="Tahoma"/>
              </a:rPr>
              <a:t>4</a:t>
            </a:r>
            <a:r>
              <a:rPr dirty="0" sz="2400" spc="60">
                <a:solidFill>
                  <a:srgbClr val="E14B04"/>
                </a:solidFill>
                <a:latin typeface="黑体"/>
                <a:cs typeface="黑体"/>
              </a:rPr>
              <a:t>段流水线 </a:t>
            </a:r>
            <a:r>
              <a:rPr dirty="0" sz="2400" spc="-25">
                <a:solidFill>
                  <a:srgbClr val="E14B04"/>
                </a:solidFill>
                <a:latin typeface="Tahoma"/>
                <a:cs typeface="Tahoma"/>
              </a:rPr>
              <a:t>k=4</a:t>
            </a:r>
            <a:endParaRPr sz="2400">
              <a:latin typeface="Tahoma"/>
              <a:cs typeface="Tahoma"/>
            </a:endParaRPr>
          </a:p>
          <a:p>
            <a:pPr marL="507365" indent="-456565">
              <a:lnSpc>
                <a:spcPct val="100000"/>
              </a:lnSpc>
              <a:spcBef>
                <a:spcPts val="865"/>
              </a:spcBef>
              <a:buClr>
                <a:srgbClr val="40458B"/>
              </a:buClr>
              <a:buAutoNum type="arabicPeriod"/>
              <a:tabLst>
                <a:tab pos="507365" algn="l"/>
              </a:tabLst>
            </a:pPr>
            <a:r>
              <a:rPr dirty="0" sz="2400" spc="-10">
                <a:solidFill>
                  <a:srgbClr val="E14B04"/>
                </a:solidFill>
                <a:latin typeface="Tahoma"/>
                <a:cs typeface="Tahoma"/>
              </a:rPr>
              <a:t>T</a:t>
            </a:r>
            <a:r>
              <a:rPr dirty="0" baseline="-20833" sz="2400" spc="-15">
                <a:solidFill>
                  <a:srgbClr val="E14B04"/>
                </a:solidFill>
                <a:latin typeface="Tahoma"/>
                <a:cs typeface="Tahoma"/>
              </a:rPr>
              <a:t>k</a:t>
            </a:r>
            <a:r>
              <a:rPr dirty="0" sz="2400">
                <a:solidFill>
                  <a:srgbClr val="E14B04"/>
                </a:solidFill>
                <a:latin typeface="黑体"/>
                <a:cs typeface="黑体"/>
              </a:rPr>
              <a:t>表示完成</a:t>
            </a:r>
            <a:r>
              <a:rPr dirty="0" sz="2400">
                <a:solidFill>
                  <a:srgbClr val="E14B04"/>
                </a:solidFill>
                <a:latin typeface="Tahoma"/>
                <a:cs typeface="Tahoma"/>
              </a:rPr>
              <a:t>n</a:t>
            </a:r>
            <a:r>
              <a:rPr dirty="0" sz="2400" spc="-10">
                <a:solidFill>
                  <a:srgbClr val="E14B04"/>
                </a:solidFill>
                <a:latin typeface="黑体"/>
                <a:cs typeface="黑体"/>
              </a:rPr>
              <a:t>个任务所需的时间</a:t>
            </a:r>
            <a:endParaRPr sz="2400">
              <a:latin typeface="黑体"/>
              <a:cs typeface="黑体"/>
            </a:endParaRPr>
          </a:p>
        </p:txBody>
      </p:sp>
      <p:sp>
        <p:nvSpPr>
          <p:cNvPr id="66" name="object 66" descr=""/>
          <p:cNvSpPr txBox="1"/>
          <p:nvPr/>
        </p:nvSpPr>
        <p:spPr>
          <a:xfrm>
            <a:off x="4748148" y="2865500"/>
            <a:ext cx="1029335" cy="505459"/>
          </a:xfrm>
          <a:prstGeom prst="rect">
            <a:avLst/>
          </a:prstGeom>
        </p:spPr>
        <p:txBody>
          <a:bodyPr wrap="square" lIns="0" tIns="26034" rIns="0" bIns="0" rtlCol="0" vert="horz">
            <a:spAutoFit/>
          </a:bodyPr>
          <a:lstStyle/>
          <a:p>
            <a:pPr marR="5080">
              <a:lnSpc>
                <a:spcPts val="1860"/>
              </a:lnSpc>
              <a:spcBef>
                <a:spcPts val="204"/>
              </a:spcBef>
            </a:pPr>
            <a:r>
              <a:rPr dirty="0" sz="1600" spc="-30">
                <a:solidFill>
                  <a:srgbClr val="FF0000"/>
                </a:solidFill>
                <a:latin typeface="黑体"/>
                <a:cs typeface="黑体"/>
              </a:rPr>
              <a:t>一个任务或</a:t>
            </a:r>
            <a:r>
              <a:rPr dirty="0" sz="1600" spc="-35">
                <a:solidFill>
                  <a:srgbClr val="FF0000"/>
                </a:solidFill>
                <a:latin typeface="黑体"/>
                <a:cs typeface="黑体"/>
              </a:rPr>
              <a:t>一条指令</a:t>
            </a:r>
            <a:endParaRPr sz="1600">
              <a:latin typeface="黑体"/>
              <a:cs typeface="黑体"/>
            </a:endParaRPr>
          </a:p>
        </p:txBody>
      </p:sp>
      <p:sp>
        <p:nvSpPr>
          <p:cNvPr id="67" name="object 67" descr=""/>
          <p:cNvSpPr/>
          <p:nvPr/>
        </p:nvSpPr>
        <p:spPr>
          <a:xfrm>
            <a:off x="4578984" y="3200400"/>
            <a:ext cx="1588770" cy="1373505"/>
          </a:xfrm>
          <a:custGeom>
            <a:avLst/>
            <a:gdLst/>
            <a:ahLst/>
            <a:cxnLst/>
            <a:rect l="l" t="t" r="r" b="b"/>
            <a:pathLst>
              <a:path w="1588770" h="1373504">
                <a:moveTo>
                  <a:pt x="1526624" y="44966"/>
                </a:moveTo>
                <a:lnTo>
                  <a:pt x="0" y="1363599"/>
                </a:lnTo>
                <a:lnTo>
                  <a:pt x="8254" y="1373251"/>
                </a:lnTo>
                <a:lnTo>
                  <a:pt x="1534990" y="54631"/>
                </a:lnTo>
                <a:lnTo>
                  <a:pt x="1526624" y="44966"/>
                </a:lnTo>
                <a:close/>
              </a:path>
              <a:path w="1588770" h="1373504">
                <a:moveTo>
                  <a:pt x="1573150" y="36702"/>
                </a:moveTo>
                <a:lnTo>
                  <a:pt x="1536191" y="36702"/>
                </a:lnTo>
                <a:lnTo>
                  <a:pt x="1544574" y="46354"/>
                </a:lnTo>
                <a:lnTo>
                  <a:pt x="1534990" y="54631"/>
                </a:lnTo>
                <a:lnTo>
                  <a:pt x="1555750" y="78612"/>
                </a:lnTo>
                <a:lnTo>
                  <a:pt x="1573150" y="36702"/>
                </a:lnTo>
                <a:close/>
              </a:path>
              <a:path w="1588770" h="1373504">
                <a:moveTo>
                  <a:pt x="1536191" y="36702"/>
                </a:moveTo>
                <a:lnTo>
                  <a:pt x="1526624" y="44966"/>
                </a:lnTo>
                <a:lnTo>
                  <a:pt x="1534990" y="54631"/>
                </a:lnTo>
                <a:lnTo>
                  <a:pt x="1544574" y="46354"/>
                </a:lnTo>
                <a:lnTo>
                  <a:pt x="1536191" y="36702"/>
                </a:lnTo>
                <a:close/>
              </a:path>
              <a:path w="1588770" h="1373504">
                <a:moveTo>
                  <a:pt x="1588389" y="0"/>
                </a:moveTo>
                <a:lnTo>
                  <a:pt x="1505839" y="20954"/>
                </a:lnTo>
                <a:lnTo>
                  <a:pt x="1526624" y="44966"/>
                </a:lnTo>
                <a:lnTo>
                  <a:pt x="1536191" y="36702"/>
                </a:lnTo>
                <a:lnTo>
                  <a:pt x="1573150" y="36702"/>
                </a:lnTo>
                <a:lnTo>
                  <a:pt x="1588389" y="0"/>
                </a:lnTo>
                <a:close/>
              </a:path>
            </a:pathLst>
          </a:custGeom>
          <a:solidFill>
            <a:srgbClr val="FF0000"/>
          </a:solidFill>
        </p:spPr>
        <p:txBody>
          <a:bodyPr wrap="square" lIns="0" tIns="0" rIns="0" bIns="0" rtlCol="0"/>
          <a:lstStyle/>
          <a:p/>
        </p:txBody>
      </p:sp>
      <p:sp>
        <p:nvSpPr>
          <p:cNvPr id="68" name="object 68" descr=""/>
          <p:cNvSpPr txBox="1"/>
          <p:nvPr/>
        </p:nvSpPr>
        <p:spPr>
          <a:xfrm>
            <a:off x="342391" y="2335428"/>
            <a:ext cx="2259965" cy="2952115"/>
          </a:xfrm>
          <a:prstGeom prst="rect">
            <a:avLst/>
          </a:prstGeom>
        </p:spPr>
        <p:txBody>
          <a:bodyPr wrap="square" lIns="0" tIns="12700" rIns="0" bIns="0" rtlCol="0" vert="horz">
            <a:spAutoFit/>
          </a:bodyPr>
          <a:lstStyle/>
          <a:p>
            <a:pPr marL="12700" marR="5080">
              <a:lnSpc>
                <a:spcPct val="150000"/>
              </a:lnSpc>
              <a:spcBef>
                <a:spcPts val="100"/>
              </a:spcBef>
            </a:pPr>
            <a:r>
              <a:rPr dirty="0" sz="1600" spc="-10">
                <a:solidFill>
                  <a:srgbClr val="FF0000"/>
                </a:solidFill>
                <a:latin typeface="黑体"/>
                <a:cs typeface="黑体"/>
              </a:rPr>
              <a:t>例如：</a:t>
            </a:r>
            <a:r>
              <a:rPr dirty="0" sz="1600" spc="-25">
                <a:solidFill>
                  <a:srgbClr val="006FC0"/>
                </a:solidFill>
                <a:latin typeface="黑体"/>
                <a:cs typeface="黑体"/>
              </a:rPr>
              <a:t>对于一条</a:t>
            </a:r>
            <a:r>
              <a:rPr dirty="0" sz="1600" spc="-20">
                <a:solidFill>
                  <a:srgbClr val="006FC0"/>
                </a:solidFill>
                <a:latin typeface="Tahoma"/>
                <a:cs typeface="Tahoma"/>
              </a:rPr>
              <a:t>k</a:t>
            </a:r>
            <a:r>
              <a:rPr dirty="0" sz="1600" spc="-25">
                <a:solidFill>
                  <a:srgbClr val="006FC0"/>
                </a:solidFill>
                <a:latin typeface="黑体"/>
                <a:cs typeface="黑体"/>
              </a:rPr>
              <a:t>段线性</a:t>
            </a:r>
            <a:r>
              <a:rPr dirty="0" sz="1600" spc="-20">
                <a:solidFill>
                  <a:srgbClr val="006FC0"/>
                </a:solidFill>
                <a:latin typeface="黑体"/>
                <a:cs typeface="黑体"/>
              </a:rPr>
              <a:t>流水线，在连续输入</a:t>
            </a:r>
            <a:r>
              <a:rPr dirty="0" sz="1600">
                <a:solidFill>
                  <a:srgbClr val="006FC0"/>
                </a:solidFill>
                <a:latin typeface="Tahoma"/>
                <a:cs typeface="Tahoma"/>
              </a:rPr>
              <a:t>n</a:t>
            </a:r>
            <a:r>
              <a:rPr dirty="0" sz="1600" spc="-50">
                <a:solidFill>
                  <a:srgbClr val="006FC0"/>
                </a:solidFill>
                <a:latin typeface="黑体"/>
                <a:cs typeface="黑体"/>
              </a:rPr>
              <a:t>个</a:t>
            </a:r>
            <a:r>
              <a:rPr dirty="0" sz="1600" spc="-30">
                <a:solidFill>
                  <a:srgbClr val="006FC0"/>
                </a:solidFill>
                <a:latin typeface="黑体"/>
                <a:cs typeface="黑体"/>
              </a:rPr>
              <a:t>任务的理想状况下，第一</a:t>
            </a:r>
            <a:r>
              <a:rPr dirty="0" sz="1600" spc="-20">
                <a:solidFill>
                  <a:srgbClr val="006FC0"/>
                </a:solidFill>
                <a:latin typeface="黑体"/>
                <a:cs typeface="黑体"/>
              </a:rPr>
              <a:t>个任务输入后，经过</a:t>
            </a:r>
            <a:r>
              <a:rPr dirty="0" sz="1600" spc="-20">
                <a:solidFill>
                  <a:srgbClr val="006FC0"/>
                </a:solidFill>
                <a:latin typeface="Tahoma"/>
                <a:cs typeface="Tahoma"/>
              </a:rPr>
              <a:t>k</a:t>
            </a:r>
            <a:r>
              <a:rPr dirty="0" sz="1600" spc="-50">
                <a:solidFill>
                  <a:srgbClr val="006FC0"/>
                </a:solidFill>
                <a:latin typeface="黑体"/>
                <a:cs typeface="黑体"/>
              </a:rPr>
              <a:t>个</a:t>
            </a:r>
            <a:r>
              <a:rPr dirty="0" sz="1600" spc="-25">
                <a:solidFill>
                  <a:srgbClr val="006FC0"/>
                </a:solidFill>
                <a:latin typeface="黑体"/>
                <a:cs typeface="黑体"/>
              </a:rPr>
              <a:t>单位时间从输出端流出</a:t>
            </a:r>
            <a:r>
              <a:rPr dirty="0" sz="1600" spc="-50">
                <a:solidFill>
                  <a:srgbClr val="006FC0"/>
                </a:solidFill>
                <a:latin typeface="黑体"/>
                <a:cs typeface="黑体"/>
              </a:rPr>
              <a:t>（</a:t>
            </a:r>
            <a:r>
              <a:rPr dirty="0" sz="1600" spc="-10">
                <a:solidFill>
                  <a:srgbClr val="006FC0"/>
                </a:solidFill>
                <a:latin typeface="黑体"/>
                <a:cs typeface="黑体"/>
              </a:rPr>
              <a:t>完成），</a:t>
            </a:r>
            <a:r>
              <a:rPr dirty="0" sz="1600" spc="-25">
                <a:solidFill>
                  <a:srgbClr val="006FC0"/>
                </a:solidFill>
                <a:latin typeface="黑体"/>
                <a:cs typeface="黑体"/>
              </a:rPr>
              <a:t>此后的</a:t>
            </a:r>
            <a:r>
              <a:rPr dirty="0" sz="1600" spc="-20">
                <a:solidFill>
                  <a:srgbClr val="006FC0"/>
                </a:solidFill>
                <a:latin typeface="Tahoma"/>
                <a:cs typeface="Tahoma"/>
              </a:rPr>
              <a:t>n-</a:t>
            </a:r>
            <a:r>
              <a:rPr dirty="0" sz="1600" spc="-10">
                <a:solidFill>
                  <a:srgbClr val="006FC0"/>
                </a:solidFill>
                <a:latin typeface="Tahoma"/>
                <a:cs typeface="Tahoma"/>
              </a:rPr>
              <a:t>1</a:t>
            </a:r>
            <a:r>
              <a:rPr dirty="0" sz="1600" spc="-30">
                <a:solidFill>
                  <a:srgbClr val="006FC0"/>
                </a:solidFill>
                <a:latin typeface="黑体"/>
                <a:cs typeface="黑体"/>
              </a:rPr>
              <a:t>个单</a:t>
            </a:r>
            <a:r>
              <a:rPr dirty="0" sz="1600" spc="-35">
                <a:solidFill>
                  <a:srgbClr val="006FC0"/>
                </a:solidFill>
                <a:latin typeface="黑体"/>
                <a:cs typeface="黑体"/>
              </a:rPr>
              <a:t>位时间中，每个单位时间</a:t>
            </a:r>
            <a:r>
              <a:rPr dirty="0" sz="1600" spc="-30">
                <a:solidFill>
                  <a:srgbClr val="006FC0"/>
                </a:solidFill>
                <a:latin typeface="黑体"/>
                <a:cs typeface="黑体"/>
              </a:rPr>
              <a:t>完成一个任务</a:t>
            </a:r>
            <a:endParaRPr sz="1600">
              <a:latin typeface="黑体"/>
              <a:cs typeface="黑体"/>
            </a:endParaRPr>
          </a:p>
        </p:txBody>
      </p:sp>
      <p:sp>
        <p:nvSpPr>
          <p:cNvPr id="69" name="object 69"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22777" y="189433"/>
            <a:ext cx="4105910"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342391" y="725396"/>
            <a:ext cx="5379720" cy="1069340"/>
          </a:xfrm>
          <a:prstGeom prst="rect">
            <a:avLst/>
          </a:prstGeom>
        </p:spPr>
        <p:txBody>
          <a:bodyPr wrap="square" lIns="0" tIns="147320" rIns="0" bIns="0" rtlCol="0" vert="horz">
            <a:spAutoFit/>
          </a:bodyPr>
          <a:lstStyle/>
          <a:p>
            <a:pPr marL="12700">
              <a:lnSpc>
                <a:spcPct val="100000"/>
              </a:lnSpc>
              <a:spcBef>
                <a:spcPts val="1160"/>
              </a:spcBef>
            </a:pPr>
            <a:r>
              <a:rPr dirty="0" sz="2800">
                <a:solidFill>
                  <a:srgbClr val="E14B04"/>
                </a:solidFill>
                <a:latin typeface="黑体"/>
                <a:cs typeface="黑体"/>
              </a:rPr>
              <a:t>各段时间均相等的流水线 </a:t>
            </a:r>
            <a:r>
              <a:rPr dirty="0" sz="2800" spc="-25">
                <a:solidFill>
                  <a:srgbClr val="FF5CFF"/>
                </a:solidFill>
                <a:latin typeface="Tahoma"/>
                <a:cs typeface="Tahoma"/>
              </a:rPr>
              <a:t>**</a:t>
            </a:r>
            <a:endParaRPr sz="2800">
              <a:latin typeface="Tahoma"/>
              <a:cs typeface="Tahoma"/>
            </a:endParaRPr>
          </a:p>
          <a:p>
            <a:pPr marL="1099185" indent="-457200">
              <a:lnSpc>
                <a:spcPct val="100000"/>
              </a:lnSpc>
              <a:spcBef>
                <a:spcPts val="915"/>
              </a:spcBef>
              <a:buSzPct val="89583"/>
              <a:buFont typeface="Wingdings"/>
              <a:buChar char=""/>
              <a:tabLst>
                <a:tab pos="1099185" algn="l"/>
              </a:tabLst>
            </a:pPr>
            <a:r>
              <a:rPr dirty="0" sz="2400" spc="-15">
                <a:solidFill>
                  <a:srgbClr val="40458B"/>
                </a:solidFill>
                <a:latin typeface="黑体"/>
                <a:cs typeface="黑体"/>
              </a:rPr>
              <a:t>各段时间均相等的流水线时空图</a:t>
            </a:r>
            <a:endParaRPr sz="2400">
              <a:latin typeface="黑体"/>
              <a:cs typeface="黑体"/>
            </a:endParaRPr>
          </a:p>
        </p:txBody>
      </p:sp>
      <p:sp>
        <p:nvSpPr>
          <p:cNvPr id="11" name="object 11" descr=""/>
          <p:cNvSpPr txBox="1"/>
          <p:nvPr/>
        </p:nvSpPr>
        <p:spPr>
          <a:xfrm>
            <a:off x="6785229" y="707644"/>
            <a:ext cx="4666615" cy="977265"/>
          </a:xfrm>
          <a:prstGeom prst="rect">
            <a:avLst/>
          </a:prstGeom>
        </p:spPr>
        <p:txBody>
          <a:bodyPr wrap="square" lIns="0" tIns="122555" rIns="0" bIns="0" rtlCol="0" vert="horz">
            <a:spAutoFit/>
          </a:bodyPr>
          <a:lstStyle/>
          <a:p>
            <a:pPr marL="507365" indent="-456565">
              <a:lnSpc>
                <a:spcPct val="100000"/>
              </a:lnSpc>
              <a:spcBef>
                <a:spcPts val="965"/>
              </a:spcBef>
              <a:buClr>
                <a:srgbClr val="40458B"/>
              </a:buClr>
              <a:buAutoNum type="arabicPeriod"/>
              <a:tabLst>
                <a:tab pos="507365" algn="l"/>
              </a:tabLst>
            </a:pPr>
            <a:r>
              <a:rPr dirty="0" sz="2400" spc="-25">
                <a:solidFill>
                  <a:srgbClr val="E14B04"/>
                </a:solidFill>
                <a:latin typeface="Tahoma"/>
                <a:cs typeface="Tahoma"/>
              </a:rPr>
              <a:t>4</a:t>
            </a:r>
            <a:r>
              <a:rPr dirty="0" sz="2400" spc="60">
                <a:solidFill>
                  <a:srgbClr val="E14B04"/>
                </a:solidFill>
                <a:latin typeface="黑体"/>
                <a:cs typeface="黑体"/>
              </a:rPr>
              <a:t>段流水线 </a:t>
            </a:r>
            <a:r>
              <a:rPr dirty="0" sz="2400" spc="-25">
                <a:solidFill>
                  <a:srgbClr val="E14B04"/>
                </a:solidFill>
                <a:latin typeface="Tahoma"/>
                <a:cs typeface="Tahoma"/>
              </a:rPr>
              <a:t>k=4</a:t>
            </a:r>
            <a:endParaRPr sz="2400">
              <a:latin typeface="Tahoma"/>
              <a:cs typeface="Tahoma"/>
            </a:endParaRPr>
          </a:p>
          <a:p>
            <a:pPr marL="507365" indent="-456565">
              <a:lnSpc>
                <a:spcPct val="100000"/>
              </a:lnSpc>
              <a:spcBef>
                <a:spcPts val="865"/>
              </a:spcBef>
              <a:buClr>
                <a:srgbClr val="40458B"/>
              </a:buClr>
              <a:buAutoNum type="arabicPeriod"/>
              <a:tabLst>
                <a:tab pos="507365" algn="l"/>
              </a:tabLst>
            </a:pPr>
            <a:r>
              <a:rPr dirty="0" sz="2400" spc="-10">
                <a:solidFill>
                  <a:srgbClr val="E14B04"/>
                </a:solidFill>
                <a:latin typeface="Tahoma"/>
                <a:cs typeface="Tahoma"/>
              </a:rPr>
              <a:t>T</a:t>
            </a:r>
            <a:r>
              <a:rPr dirty="0" baseline="-20833" sz="2400" spc="-15">
                <a:solidFill>
                  <a:srgbClr val="E14B04"/>
                </a:solidFill>
                <a:latin typeface="Tahoma"/>
                <a:cs typeface="Tahoma"/>
              </a:rPr>
              <a:t>k</a:t>
            </a:r>
            <a:r>
              <a:rPr dirty="0" sz="2400">
                <a:solidFill>
                  <a:srgbClr val="E14B04"/>
                </a:solidFill>
                <a:latin typeface="黑体"/>
                <a:cs typeface="黑体"/>
              </a:rPr>
              <a:t>表示完成</a:t>
            </a:r>
            <a:r>
              <a:rPr dirty="0" sz="2400">
                <a:solidFill>
                  <a:srgbClr val="E14B04"/>
                </a:solidFill>
                <a:latin typeface="Tahoma"/>
                <a:cs typeface="Tahoma"/>
              </a:rPr>
              <a:t>n</a:t>
            </a:r>
            <a:r>
              <a:rPr dirty="0" sz="2400" spc="-10">
                <a:solidFill>
                  <a:srgbClr val="E14B04"/>
                </a:solidFill>
                <a:latin typeface="黑体"/>
                <a:cs typeface="黑体"/>
              </a:rPr>
              <a:t>个任务所需的时间</a:t>
            </a:r>
            <a:endParaRPr sz="2400">
              <a:latin typeface="黑体"/>
              <a:cs typeface="黑体"/>
            </a:endParaRPr>
          </a:p>
        </p:txBody>
      </p:sp>
      <p:sp>
        <p:nvSpPr>
          <p:cNvPr id="12" name="object 12" descr=""/>
          <p:cNvSpPr txBox="1"/>
          <p:nvPr/>
        </p:nvSpPr>
        <p:spPr>
          <a:xfrm>
            <a:off x="10875009" y="2305049"/>
            <a:ext cx="1042035" cy="505459"/>
          </a:xfrm>
          <a:prstGeom prst="rect">
            <a:avLst/>
          </a:prstGeom>
        </p:spPr>
        <p:txBody>
          <a:bodyPr wrap="square" lIns="0" tIns="26034" rIns="0" bIns="0" rtlCol="0" vert="horz">
            <a:spAutoFit/>
          </a:bodyPr>
          <a:lstStyle/>
          <a:p>
            <a:pPr marL="12700" marR="5080">
              <a:lnSpc>
                <a:spcPts val="1860"/>
              </a:lnSpc>
              <a:spcBef>
                <a:spcPts val="204"/>
              </a:spcBef>
            </a:pPr>
            <a:r>
              <a:rPr dirty="0" sz="1600" spc="-30">
                <a:solidFill>
                  <a:srgbClr val="FF0000"/>
                </a:solidFill>
                <a:latin typeface="黑体"/>
                <a:cs typeface="黑体"/>
              </a:rPr>
              <a:t>一个任务或</a:t>
            </a:r>
            <a:r>
              <a:rPr dirty="0" sz="1600" spc="-35">
                <a:solidFill>
                  <a:srgbClr val="FF0000"/>
                </a:solidFill>
                <a:latin typeface="黑体"/>
                <a:cs typeface="黑体"/>
              </a:rPr>
              <a:t>一条指令</a:t>
            </a:r>
            <a:endParaRPr sz="1600">
              <a:latin typeface="黑体"/>
              <a:cs typeface="黑体"/>
            </a:endParaRPr>
          </a:p>
        </p:txBody>
      </p:sp>
      <p:sp>
        <p:nvSpPr>
          <p:cNvPr id="13" name="object 13"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
        <p:nvSpPr>
          <p:cNvPr id="14" name="object 14" descr=""/>
          <p:cNvSpPr/>
          <p:nvPr/>
        </p:nvSpPr>
        <p:spPr>
          <a:xfrm>
            <a:off x="1853438" y="4857877"/>
            <a:ext cx="642620" cy="1170305"/>
          </a:xfrm>
          <a:custGeom>
            <a:avLst/>
            <a:gdLst/>
            <a:ahLst/>
            <a:cxnLst/>
            <a:rect l="l" t="t" r="r" b="b"/>
            <a:pathLst>
              <a:path w="642619" h="1170304">
                <a:moveTo>
                  <a:pt x="600198" y="1106091"/>
                </a:moveTo>
                <a:lnTo>
                  <a:pt x="572262" y="1121321"/>
                </a:lnTo>
                <a:lnTo>
                  <a:pt x="642238" y="1169974"/>
                </a:lnTo>
                <a:lnTo>
                  <a:pt x="640352" y="1117269"/>
                </a:lnTo>
                <a:lnTo>
                  <a:pt x="606298" y="1117269"/>
                </a:lnTo>
                <a:lnTo>
                  <a:pt x="600198" y="1106091"/>
                </a:lnTo>
                <a:close/>
              </a:path>
              <a:path w="642619" h="1170304">
                <a:moveTo>
                  <a:pt x="611272" y="1100053"/>
                </a:moveTo>
                <a:lnTo>
                  <a:pt x="600198" y="1106091"/>
                </a:lnTo>
                <a:lnTo>
                  <a:pt x="606298" y="1117269"/>
                </a:lnTo>
                <a:lnTo>
                  <a:pt x="617347" y="1111186"/>
                </a:lnTo>
                <a:lnTo>
                  <a:pt x="611272" y="1100053"/>
                </a:lnTo>
                <a:close/>
              </a:path>
              <a:path w="642619" h="1170304">
                <a:moveTo>
                  <a:pt x="639191" y="1084834"/>
                </a:moveTo>
                <a:lnTo>
                  <a:pt x="611272" y="1100053"/>
                </a:lnTo>
                <a:lnTo>
                  <a:pt x="617347" y="1111186"/>
                </a:lnTo>
                <a:lnTo>
                  <a:pt x="606298" y="1117269"/>
                </a:lnTo>
                <a:lnTo>
                  <a:pt x="640352" y="1117269"/>
                </a:lnTo>
                <a:lnTo>
                  <a:pt x="639191" y="1084834"/>
                </a:lnTo>
                <a:close/>
              </a:path>
              <a:path w="642619" h="1170304">
                <a:moveTo>
                  <a:pt x="11049" y="0"/>
                </a:moveTo>
                <a:lnTo>
                  <a:pt x="0" y="6096"/>
                </a:lnTo>
                <a:lnTo>
                  <a:pt x="600198" y="1106091"/>
                </a:lnTo>
                <a:lnTo>
                  <a:pt x="611272" y="1100053"/>
                </a:lnTo>
                <a:lnTo>
                  <a:pt x="11049" y="0"/>
                </a:lnTo>
                <a:close/>
              </a:path>
            </a:pathLst>
          </a:custGeom>
          <a:solidFill>
            <a:srgbClr val="FF0000"/>
          </a:solidFill>
        </p:spPr>
        <p:txBody>
          <a:bodyPr wrap="square" lIns="0" tIns="0" rIns="0" bIns="0" rtlCol="0"/>
          <a:lstStyle/>
          <a:p/>
        </p:txBody>
      </p:sp>
      <p:sp>
        <p:nvSpPr>
          <p:cNvPr id="15" name="object 15" descr=""/>
          <p:cNvSpPr txBox="1"/>
          <p:nvPr/>
        </p:nvSpPr>
        <p:spPr>
          <a:xfrm>
            <a:off x="2035555" y="5916879"/>
            <a:ext cx="1066800" cy="51308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FF0000"/>
                </a:solidFill>
                <a:latin typeface="黑体"/>
                <a:cs typeface="黑体"/>
              </a:rPr>
              <a:t>第</a:t>
            </a:r>
            <a:r>
              <a:rPr dirty="0" sz="1600" spc="-10">
                <a:solidFill>
                  <a:srgbClr val="FF0000"/>
                </a:solidFill>
                <a:latin typeface="Tahoma"/>
                <a:cs typeface="Tahoma"/>
              </a:rPr>
              <a:t>0</a:t>
            </a:r>
            <a:r>
              <a:rPr dirty="0" sz="1600" spc="-25">
                <a:solidFill>
                  <a:srgbClr val="FF0000"/>
                </a:solidFill>
                <a:latin typeface="黑体"/>
                <a:cs typeface="黑体"/>
              </a:rPr>
              <a:t>时刻，</a:t>
            </a:r>
            <a:endParaRPr sz="1600">
              <a:latin typeface="黑体"/>
              <a:cs typeface="黑体"/>
            </a:endParaRPr>
          </a:p>
          <a:p>
            <a:pPr marL="12700">
              <a:lnSpc>
                <a:spcPct val="100000"/>
              </a:lnSpc>
            </a:pPr>
            <a:r>
              <a:rPr dirty="0" sz="1600" spc="-10">
                <a:solidFill>
                  <a:srgbClr val="FF0000"/>
                </a:solidFill>
                <a:latin typeface="Tahoma"/>
                <a:cs typeface="Tahoma"/>
              </a:rPr>
              <a:t>S1</a:t>
            </a:r>
            <a:r>
              <a:rPr dirty="0" sz="1600" spc="-30">
                <a:solidFill>
                  <a:srgbClr val="FF0000"/>
                </a:solidFill>
                <a:latin typeface="黑体"/>
                <a:cs typeface="黑体"/>
              </a:rPr>
              <a:t>开始执行</a:t>
            </a:r>
            <a:endParaRPr sz="1600">
              <a:latin typeface="黑体"/>
              <a:cs typeface="黑体"/>
            </a:endParaRPr>
          </a:p>
        </p:txBody>
      </p:sp>
      <p:grpSp>
        <p:nvGrpSpPr>
          <p:cNvPr id="16" name="object 16" descr=""/>
          <p:cNvGrpSpPr/>
          <p:nvPr/>
        </p:nvGrpSpPr>
        <p:grpSpPr>
          <a:xfrm>
            <a:off x="1828279" y="2324874"/>
            <a:ext cx="9128760" cy="2583180"/>
            <a:chOff x="1828279" y="2324874"/>
            <a:chExt cx="9128760" cy="2583180"/>
          </a:xfrm>
        </p:grpSpPr>
        <p:sp>
          <p:nvSpPr>
            <p:cNvPr id="17" name="object 17" descr=""/>
            <p:cNvSpPr/>
            <p:nvPr/>
          </p:nvSpPr>
          <p:spPr>
            <a:xfrm>
              <a:off x="3550088" y="4368762"/>
              <a:ext cx="556260" cy="496570"/>
            </a:xfrm>
            <a:custGeom>
              <a:avLst/>
              <a:gdLst/>
              <a:ahLst/>
              <a:cxnLst/>
              <a:rect l="l" t="t" r="r" b="b"/>
              <a:pathLst>
                <a:path w="556260" h="496570">
                  <a:moveTo>
                    <a:pt x="556105" y="0"/>
                  </a:moveTo>
                  <a:lnTo>
                    <a:pt x="0" y="0"/>
                  </a:lnTo>
                  <a:lnTo>
                    <a:pt x="0" y="496553"/>
                  </a:lnTo>
                  <a:lnTo>
                    <a:pt x="556105" y="496553"/>
                  </a:lnTo>
                  <a:lnTo>
                    <a:pt x="556105" y="0"/>
                  </a:lnTo>
                  <a:close/>
                </a:path>
              </a:pathLst>
            </a:custGeom>
            <a:solidFill>
              <a:srgbClr val="11FFFF"/>
            </a:solidFill>
          </p:spPr>
          <p:txBody>
            <a:bodyPr wrap="square" lIns="0" tIns="0" rIns="0" bIns="0" rtlCol="0"/>
            <a:lstStyle/>
            <a:p/>
          </p:txBody>
        </p:sp>
        <p:sp>
          <p:nvSpPr>
            <p:cNvPr id="18" name="object 18" descr=""/>
            <p:cNvSpPr/>
            <p:nvPr/>
          </p:nvSpPr>
          <p:spPr>
            <a:xfrm>
              <a:off x="3550088" y="4368762"/>
              <a:ext cx="556260" cy="496570"/>
            </a:xfrm>
            <a:custGeom>
              <a:avLst/>
              <a:gdLst/>
              <a:ahLst/>
              <a:cxnLst/>
              <a:rect l="l" t="t" r="r" b="b"/>
              <a:pathLst>
                <a:path w="556260" h="496570">
                  <a:moveTo>
                    <a:pt x="0" y="496553"/>
                  </a:moveTo>
                  <a:lnTo>
                    <a:pt x="556105" y="496553"/>
                  </a:lnTo>
                  <a:lnTo>
                    <a:pt x="556105" y="0"/>
                  </a:lnTo>
                  <a:lnTo>
                    <a:pt x="0" y="0"/>
                  </a:lnTo>
                  <a:lnTo>
                    <a:pt x="0" y="496553"/>
                  </a:lnTo>
                  <a:close/>
                </a:path>
              </a:pathLst>
            </a:custGeom>
            <a:ln w="16498">
              <a:solidFill>
                <a:srgbClr val="000000"/>
              </a:solidFill>
            </a:ln>
          </p:spPr>
          <p:txBody>
            <a:bodyPr wrap="square" lIns="0" tIns="0" rIns="0" bIns="0" rtlCol="0"/>
            <a:lstStyle/>
            <a:p/>
          </p:txBody>
        </p:sp>
        <p:sp>
          <p:nvSpPr>
            <p:cNvPr id="19" name="object 19" descr=""/>
            <p:cNvSpPr/>
            <p:nvPr/>
          </p:nvSpPr>
          <p:spPr>
            <a:xfrm>
              <a:off x="4106167" y="3872709"/>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11FFFF"/>
            </a:solidFill>
          </p:spPr>
          <p:txBody>
            <a:bodyPr wrap="square" lIns="0" tIns="0" rIns="0" bIns="0" rtlCol="0"/>
            <a:lstStyle/>
            <a:p/>
          </p:txBody>
        </p:sp>
        <p:sp>
          <p:nvSpPr>
            <p:cNvPr id="20" name="object 20" descr=""/>
            <p:cNvSpPr/>
            <p:nvPr/>
          </p:nvSpPr>
          <p:spPr>
            <a:xfrm>
              <a:off x="4106167" y="3872709"/>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21" name="object 21" descr=""/>
            <p:cNvSpPr/>
            <p:nvPr/>
          </p:nvSpPr>
          <p:spPr>
            <a:xfrm>
              <a:off x="4662779" y="3378641"/>
              <a:ext cx="556895" cy="494665"/>
            </a:xfrm>
            <a:custGeom>
              <a:avLst/>
              <a:gdLst/>
              <a:ahLst/>
              <a:cxnLst/>
              <a:rect l="l" t="t" r="r" b="b"/>
              <a:pathLst>
                <a:path w="556895" h="494664">
                  <a:moveTo>
                    <a:pt x="556771" y="0"/>
                  </a:moveTo>
                  <a:lnTo>
                    <a:pt x="0" y="0"/>
                  </a:lnTo>
                  <a:lnTo>
                    <a:pt x="0" y="494068"/>
                  </a:lnTo>
                  <a:lnTo>
                    <a:pt x="556771" y="494068"/>
                  </a:lnTo>
                  <a:lnTo>
                    <a:pt x="556771" y="0"/>
                  </a:lnTo>
                  <a:close/>
                </a:path>
              </a:pathLst>
            </a:custGeom>
            <a:solidFill>
              <a:srgbClr val="11FFFF"/>
            </a:solidFill>
          </p:spPr>
          <p:txBody>
            <a:bodyPr wrap="square" lIns="0" tIns="0" rIns="0" bIns="0" rtlCol="0"/>
            <a:lstStyle/>
            <a:p/>
          </p:txBody>
        </p:sp>
        <p:sp>
          <p:nvSpPr>
            <p:cNvPr id="22" name="object 22" descr=""/>
            <p:cNvSpPr/>
            <p:nvPr/>
          </p:nvSpPr>
          <p:spPr>
            <a:xfrm>
              <a:off x="4662779" y="3378641"/>
              <a:ext cx="556895" cy="494665"/>
            </a:xfrm>
            <a:custGeom>
              <a:avLst/>
              <a:gdLst/>
              <a:ahLst/>
              <a:cxnLst/>
              <a:rect l="l" t="t" r="r" b="b"/>
              <a:pathLst>
                <a:path w="556895" h="494664">
                  <a:moveTo>
                    <a:pt x="0" y="494068"/>
                  </a:moveTo>
                  <a:lnTo>
                    <a:pt x="556771" y="494068"/>
                  </a:lnTo>
                  <a:lnTo>
                    <a:pt x="556771" y="0"/>
                  </a:lnTo>
                  <a:lnTo>
                    <a:pt x="0" y="0"/>
                  </a:lnTo>
                  <a:lnTo>
                    <a:pt x="0" y="494068"/>
                  </a:lnTo>
                  <a:close/>
                </a:path>
              </a:pathLst>
            </a:custGeom>
            <a:ln w="16483">
              <a:solidFill>
                <a:srgbClr val="000000"/>
              </a:solidFill>
            </a:ln>
          </p:spPr>
          <p:txBody>
            <a:bodyPr wrap="square" lIns="0" tIns="0" rIns="0" bIns="0" rtlCol="0"/>
            <a:lstStyle/>
            <a:p/>
          </p:txBody>
        </p:sp>
        <p:sp>
          <p:nvSpPr>
            <p:cNvPr id="23" name="object 23" descr=""/>
            <p:cNvSpPr/>
            <p:nvPr/>
          </p:nvSpPr>
          <p:spPr>
            <a:xfrm>
              <a:off x="5219657" y="2882588"/>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11FFFF"/>
            </a:solidFill>
          </p:spPr>
          <p:txBody>
            <a:bodyPr wrap="square" lIns="0" tIns="0" rIns="0" bIns="0" rtlCol="0"/>
            <a:lstStyle/>
            <a:p/>
          </p:txBody>
        </p:sp>
        <p:sp>
          <p:nvSpPr>
            <p:cNvPr id="24" name="object 24" descr=""/>
            <p:cNvSpPr/>
            <p:nvPr/>
          </p:nvSpPr>
          <p:spPr>
            <a:xfrm>
              <a:off x="5219657" y="2882588"/>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25" name="object 25" descr=""/>
            <p:cNvSpPr/>
            <p:nvPr/>
          </p:nvSpPr>
          <p:spPr>
            <a:xfrm>
              <a:off x="7891394" y="4368762"/>
              <a:ext cx="556895" cy="496570"/>
            </a:xfrm>
            <a:custGeom>
              <a:avLst/>
              <a:gdLst/>
              <a:ahLst/>
              <a:cxnLst/>
              <a:rect l="l" t="t" r="r" b="b"/>
              <a:pathLst>
                <a:path w="556895" h="496570">
                  <a:moveTo>
                    <a:pt x="556771" y="0"/>
                  </a:moveTo>
                  <a:lnTo>
                    <a:pt x="0" y="0"/>
                  </a:lnTo>
                  <a:lnTo>
                    <a:pt x="0" y="496553"/>
                  </a:lnTo>
                  <a:lnTo>
                    <a:pt x="556771" y="496553"/>
                  </a:lnTo>
                  <a:lnTo>
                    <a:pt x="556771" y="0"/>
                  </a:lnTo>
                  <a:close/>
                </a:path>
              </a:pathLst>
            </a:custGeom>
            <a:solidFill>
              <a:srgbClr val="00CDC7"/>
            </a:solidFill>
          </p:spPr>
          <p:txBody>
            <a:bodyPr wrap="square" lIns="0" tIns="0" rIns="0" bIns="0" rtlCol="0"/>
            <a:lstStyle/>
            <a:p/>
          </p:txBody>
        </p:sp>
        <p:sp>
          <p:nvSpPr>
            <p:cNvPr id="26" name="object 26" descr=""/>
            <p:cNvSpPr/>
            <p:nvPr/>
          </p:nvSpPr>
          <p:spPr>
            <a:xfrm>
              <a:off x="7891394" y="4368762"/>
              <a:ext cx="556895" cy="496570"/>
            </a:xfrm>
            <a:custGeom>
              <a:avLst/>
              <a:gdLst/>
              <a:ahLst/>
              <a:cxnLst/>
              <a:rect l="l" t="t" r="r" b="b"/>
              <a:pathLst>
                <a:path w="556895" h="496570">
                  <a:moveTo>
                    <a:pt x="0" y="496553"/>
                  </a:moveTo>
                  <a:lnTo>
                    <a:pt x="556771" y="496553"/>
                  </a:lnTo>
                  <a:lnTo>
                    <a:pt x="556771" y="0"/>
                  </a:lnTo>
                  <a:lnTo>
                    <a:pt x="0" y="0"/>
                  </a:lnTo>
                  <a:lnTo>
                    <a:pt x="0" y="496553"/>
                  </a:lnTo>
                  <a:close/>
                </a:path>
              </a:pathLst>
            </a:custGeom>
            <a:ln w="16495">
              <a:solidFill>
                <a:srgbClr val="000000"/>
              </a:solidFill>
            </a:ln>
          </p:spPr>
          <p:txBody>
            <a:bodyPr wrap="square" lIns="0" tIns="0" rIns="0" bIns="0" rtlCol="0"/>
            <a:lstStyle/>
            <a:p/>
          </p:txBody>
        </p:sp>
        <p:sp>
          <p:nvSpPr>
            <p:cNvPr id="27" name="object 27" descr=""/>
            <p:cNvSpPr/>
            <p:nvPr/>
          </p:nvSpPr>
          <p:spPr>
            <a:xfrm>
              <a:off x="8448272" y="3872709"/>
              <a:ext cx="556260" cy="496570"/>
            </a:xfrm>
            <a:custGeom>
              <a:avLst/>
              <a:gdLst/>
              <a:ahLst/>
              <a:cxnLst/>
              <a:rect l="l" t="t" r="r" b="b"/>
              <a:pathLst>
                <a:path w="556259" h="496570">
                  <a:moveTo>
                    <a:pt x="556105" y="0"/>
                  </a:moveTo>
                  <a:lnTo>
                    <a:pt x="0" y="0"/>
                  </a:lnTo>
                  <a:lnTo>
                    <a:pt x="0" y="496052"/>
                  </a:lnTo>
                  <a:lnTo>
                    <a:pt x="556105" y="496052"/>
                  </a:lnTo>
                  <a:lnTo>
                    <a:pt x="556105" y="0"/>
                  </a:lnTo>
                  <a:close/>
                </a:path>
              </a:pathLst>
            </a:custGeom>
            <a:solidFill>
              <a:srgbClr val="00CDC7"/>
            </a:solidFill>
          </p:spPr>
          <p:txBody>
            <a:bodyPr wrap="square" lIns="0" tIns="0" rIns="0" bIns="0" rtlCol="0"/>
            <a:lstStyle/>
            <a:p/>
          </p:txBody>
        </p:sp>
        <p:sp>
          <p:nvSpPr>
            <p:cNvPr id="28" name="object 28" descr=""/>
            <p:cNvSpPr/>
            <p:nvPr/>
          </p:nvSpPr>
          <p:spPr>
            <a:xfrm>
              <a:off x="8448272" y="3872709"/>
              <a:ext cx="556260" cy="496570"/>
            </a:xfrm>
            <a:custGeom>
              <a:avLst/>
              <a:gdLst/>
              <a:ahLst/>
              <a:cxnLst/>
              <a:rect l="l" t="t" r="r" b="b"/>
              <a:pathLst>
                <a:path w="556259" h="496570">
                  <a:moveTo>
                    <a:pt x="0" y="496052"/>
                  </a:moveTo>
                  <a:lnTo>
                    <a:pt x="556105" y="496052"/>
                  </a:lnTo>
                  <a:lnTo>
                    <a:pt x="556105" y="0"/>
                  </a:lnTo>
                  <a:lnTo>
                    <a:pt x="0" y="0"/>
                  </a:lnTo>
                  <a:lnTo>
                    <a:pt x="0" y="496052"/>
                  </a:lnTo>
                  <a:close/>
                </a:path>
              </a:pathLst>
            </a:custGeom>
            <a:ln w="16496">
              <a:solidFill>
                <a:srgbClr val="000000"/>
              </a:solidFill>
            </a:ln>
          </p:spPr>
          <p:txBody>
            <a:bodyPr wrap="square" lIns="0" tIns="0" rIns="0" bIns="0" rtlCol="0"/>
            <a:lstStyle/>
            <a:p/>
          </p:txBody>
        </p:sp>
        <p:sp>
          <p:nvSpPr>
            <p:cNvPr id="29" name="object 29" descr=""/>
            <p:cNvSpPr/>
            <p:nvPr/>
          </p:nvSpPr>
          <p:spPr>
            <a:xfrm>
              <a:off x="9004351" y="3378641"/>
              <a:ext cx="556895" cy="494665"/>
            </a:xfrm>
            <a:custGeom>
              <a:avLst/>
              <a:gdLst/>
              <a:ahLst/>
              <a:cxnLst/>
              <a:rect l="l" t="t" r="r" b="b"/>
              <a:pathLst>
                <a:path w="556895" h="494664">
                  <a:moveTo>
                    <a:pt x="556771" y="0"/>
                  </a:moveTo>
                  <a:lnTo>
                    <a:pt x="0" y="0"/>
                  </a:lnTo>
                  <a:lnTo>
                    <a:pt x="0" y="494068"/>
                  </a:lnTo>
                  <a:lnTo>
                    <a:pt x="556771" y="494068"/>
                  </a:lnTo>
                  <a:lnTo>
                    <a:pt x="556771" y="0"/>
                  </a:lnTo>
                  <a:close/>
                </a:path>
              </a:pathLst>
            </a:custGeom>
            <a:solidFill>
              <a:srgbClr val="00CDC7"/>
            </a:solidFill>
          </p:spPr>
          <p:txBody>
            <a:bodyPr wrap="square" lIns="0" tIns="0" rIns="0" bIns="0" rtlCol="0"/>
            <a:lstStyle/>
            <a:p/>
          </p:txBody>
        </p:sp>
        <p:sp>
          <p:nvSpPr>
            <p:cNvPr id="30" name="object 30" descr=""/>
            <p:cNvSpPr/>
            <p:nvPr/>
          </p:nvSpPr>
          <p:spPr>
            <a:xfrm>
              <a:off x="9004351" y="3378641"/>
              <a:ext cx="556895" cy="494665"/>
            </a:xfrm>
            <a:custGeom>
              <a:avLst/>
              <a:gdLst/>
              <a:ahLst/>
              <a:cxnLst/>
              <a:rect l="l" t="t" r="r" b="b"/>
              <a:pathLst>
                <a:path w="556895" h="494664">
                  <a:moveTo>
                    <a:pt x="0" y="494068"/>
                  </a:moveTo>
                  <a:lnTo>
                    <a:pt x="556771" y="494068"/>
                  </a:lnTo>
                  <a:lnTo>
                    <a:pt x="556771" y="0"/>
                  </a:lnTo>
                  <a:lnTo>
                    <a:pt x="0" y="0"/>
                  </a:lnTo>
                  <a:lnTo>
                    <a:pt x="0" y="494068"/>
                  </a:lnTo>
                  <a:close/>
                </a:path>
              </a:pathLst>
            </a:custGeom>
            <a:ln w="16483">
              <a:solidFill>
                <a:srgbClr val="000000"/>
              </a:solidFill>
            </a:ln>
          </p:spPr>
          <p:txBody>
            <a:bodyPr wrap="square" lIns="0" tIns="0" rIns="0" bIns="0" rtlCol="0"/>
            <a:lstStyle/>
            <a:p/>
          </p:txBody>
        </p:sp>
        <p:sp>
          <p:nvSpPr>
            <p:cNvPr id="31" name="object 31" descr=""/>
            <p:cNvSpPr/>
            <p:nvPr/>
          </p:nvSpPr>
          <p:spPr>
            <a:xfrm>
              <a:off x="9560963" y="2882588"/>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00CDC7"/>
            </a:solidFill>
          </p:spPr>
          <p:txBody>
            <a:bodyPr wrap="square" lIns="0" tIns="0" rIns="0" bIns="0" rtlCol="0"/>
            <a:lstStyle/>
            <a:p/>
          </p:txBody>
        </p:sp>
        <p:sp>
          <p:nvSpPr>
            <p:cNvPr id="32" name="object 32" descr=""/>
            <p:cNvSpPr/>
            <p:nvPr/>
          </p:nvSpPr>
          <p:spPr>
            <a:xfrm>
              <a:off x="9560963" y="2882588"/>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33" name="object 33" descr=""/>
            <p:cNvSpPr/>
            <p:nvPr/>
          </p:nvSpPr>
          <p:spPr>
            <a:xfrm>
              <a:off x="4662779" y="2882588"/>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88FFFF"/>
            </a:solidFill>
          </p:spPr>
          <p:txBody>
            <a:bodyPr wrap="square" lIns="0" tIns="0" rIns="0" bIns="0" rtlCol="0"/>
            <a:lstStyle/>
            <a:p/>
          </p:txBody>
        </p:sp>
        <p:sp>
          <p:nvSpPr>
            <p:cNvPr id="34" name="object 34" descr=""/>
            <p:cNvSpPr/>
            <p:nvPr/>
          </p:nvSpPr>
          <p:spPr>
            <a:xfrm>
              <a:off x="4662779" y="2882588"/>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35" name="object 35" descr=""/>
            <p:cNvSpPr/>
            <p:nvPr/>
          </p:nvSpPr>
          <p:spPr>
            <a:xfrm>
              <a:off x="4106167" y="3378641"/>
              <a:ext cx="556895" cy="494665"/>
            </a:xfrm>
            <a:custGeom>
              <a:avLst/>
              <a:gdLst/>
              <a:ahLst/>
              <a:cxnLst/>
              <a:rect l="l" t="t" r="r" b="b"/>
              <a:pathLst>
                <a:path w="556895" h="494664">
                  <a:moveTo>
                    <a:pt x="556771" y="0"/>
                  </a:moveTo>
                  <a:lnTo>
                    <a:pt x="0" y="0"/>
                  </a:lnTo>
                  <a:lnTo>
                    <a:pt x="0" y="494068"/>
                  </a:lnTo>
                  <a:lnTo>
                    <a:pt x="556771" y="494068"/>
                  </a:lnTo>
                  <a:lnTo>
                    <a:pt x="556771" y="0"/>
                  </a:lnTo>
                  <a:close/>
                </a:path>
              </a:pathLst>
            </a:custGeom>
            <a:solidFill>
              <a:srgbClr val="88FFFF"/>
            </a:solidFill>
          </p:spPr>
          <p:txBody>
            <a:bodyPr wrap="square" lIns="0" tIns="0" rIns="0" bIns="0" rtlCol="0"/>
            <a:lstStyle/>
            <a:p/>
          </p:txBody>
        </p:sp>
        <p:sp>
          <p:nvSpPr>
            <p:cNvPr id="36" name="object 36" descr=""/>
            <p:cNvSpPr/>
            <p:nvPr/>
          </p:nvSpPr>
          <p:spPr>
            <a:xfrm>
              <a:off x="4106167" y="3378641"/>
              <a:ext cx="556895" cy="494665"/>
            </a:xfrm>
            <a:custGeom>
              <a:avLst/>
              <a:gdLst/>
              <a:ahLst/>
              <a:cxnLst/>
              <a:rect l="l" t="t" r="r" b="b"/>
              <a:pathLst>
                <a:path w="556895" h="494664">
                  <a:moveTo>
                    <a:pt x="0" y="494068"/>
                  </a:moveTo>
                  <a:lnTo>
                    <a:pt x="556771" y="494068"/>
                  </a:lnTo>
                  <a:lnTo>
                    <a:pt x="556771" y="0"/>
                  </a:lnTo>
                  <a:lnTo>
                    <a:pt x="0" y="0"/>
                  </a:lnTo>
                  <a:lnTo>
                    <a:pt x="0" y="494068"/>
                  </a:lnTo>
                  <a:close/>
                </a:path>
              </a:pathLst>
            </a:custGeom>
            <a:ln w="16483">
              <a:solidFill>
                <a:srgbClr val="000000"/>
              </a:solidFill>
            </a:ln>
          </p:spPr>
          <p:txBody>
            <a:bodyPr wrap="square" lIns="0" tIns="0" rIns="0" bIns="0" rtlCol="0"/>
            <a:lstStyle/>
            <a:p/>
          </p:txBody>
        </p:sp>
        <p:sp>
          <p:nvSpPr>
            <p:cNvPr id="37" name="object 37" descr=""/>
            <p:cNvSpPr/>
            <p:nvPr/>
          </p:nvSpPr>
          <p:spPr>
            <a:xfrm>
              <a:off x="3550088" y="3872709"/>
              <a:ext cx="556260" cy="496570"/>
            </a:xfrm>
            <a:custGeom>
              <a:avLst/>
              <a:gdLst/>
              <a:ahLst/>
              <a:cxnLst/>
              <a:rect l="l" t="t" r="r" b="b"/>
              <a:pathLst>
                <a:path w="556260" h="496570">
                  <a:moveTo>
                    <a:pt x="556105" y="0"/>
                  </a:moveTo>
                  <a:lnTo>
                    <a:pt x="0" y="0"/>
                  </a:lnTo>
                  <a:lnTo>
                    <a:pt x="0" y="496052"/>
                  </a:lnTo>
                  <a:lnTo>
                    <a:pt x="556105" y="496052"/>
                  </a:lnTo>
                  <a:lnTo>
                    <a:pt x="556105" y="0"/>
                  </a:lnTo>
                  <a:close/>
                </a:path>
              </a:pathLst>
            </a:custGeom>
            <a:solidFill>
              <a:srgbClr val="88FFFF"/>
            </a:solidFill>
          </p:spPr>
          <p:txBody>
            <a:bodyPr wrap="square" lIns="0" tIns="0" rIns="0" bIns="0" rtlCol="0"/>
            <a:lstStyle/>
            <a:p/>
          </p:txBody>
        </p:sp>
        <p:sp>
          <p:nvSpPr>
            <p:cNvPr id="38" name="object 38" descr=""/>
            <p:cNvSpPr/>
            <p:nvPr/>
          </p:nvSpPr>
          <p:spPr>
            <a:xfrm>
              <a:off x="3550088" y="3872709"/>
              <a:ext cx="556260" cy="496570"/>
            </a:xfrm>
            <a:custGeom>
              <a:avLst/>
              <a:gdLst/>
              <a:ahLst/>
              <a:cxnLst/>
              <a:rect l="l" t="t" r="r" b="b"/>
              <a:pathLst>
                <a:path w="556260" h="496570">
                  <a:moveTo>
                    <a:pt x="0" y="496052"/>
                  </a:moveTo>
                  <a:lnTo>
                    <a:pt x="556105" y="496052"/>
                  </a:lnTo>
                  <a:lnTo>
                    <a:pt x="556105" y="0"/>
                  </a:lnTo>
                  <a:lnTo>
                    <a:pt x="0" y="0"/>
                  </a:lnTo>
                  <a:lnTo>
                    <a:pt x="0" y="496052"/>
                  </a:lnTo>
                  <a:close/>
                </a:path>
              </a:pathLst>
            </a:custGeom>
            <a:ln w="16496">
              <a:solidFill>
                <a:srgbClr val="000000"/>
              </a:solidFill>
            </a:ln>
          </p:spPr>
          <p:txBody>
            <a:bodyPr wrap="square" lIns="0" tIns="0" rIns="0" bIns="0" rtlCol="0"/>
            <a:lstStyle/>
            <a:p/>
          </p:txBody>
        </p:sp>
        <p:sp>
          <p:nvSpPr>
            <p:cNvPr id="39" name="object 39" descr=""/>
            <p:cNvSpPr/>
            <p:nvPr/>
          </p:nvSpPr>
          <p:spPr>
            <a:xfrm>
              <a:off x="2993210" y="4368762"/>
              <a:ext cx="556895" cy="496570"/>
            </a:xfrm>
            <a:custGeom>
              <a:avLst/>
              <a:gdLst/>
              <a:ahLst/>
              <a:cxnLst/>
              <a:rect l="l" t="t" r="r" b="b"/>
              <a:pathLst>
                <a:path w="556895" h="496570">
                  <a:moveTo>
                    <a:pt x="556771" y="0"/>
                  </a:moveTo>
                  <a:lnTo>
                    <a:pt x="0" y="0"/>
                  </a:lnTo>
                  <a:lnTo>
                    <a:pt x="0" y="496553"/>
                  </a:lnTo>
                  <a:lnTo>
                    <a:pt x="556771" y="496553"/>
                  </a:lnTo>
                  <a:lnTo>
                    <a:pt x="556771" y="0"/>
                  </a:lnTo>
                  <a:close/>
                </a:path>
              </a:pathLst>
            </a:custGeom>
            <a:solidFill>
              <a:srgbClr val="88FFFF"/>
            </a:solidFill>
          </p:spPr>
          <p:txBody>
            <a:bodyPr wrap="square" lIns="0" tIns="0" rIns="0" bIns="0" rtlCol="0"/>
            <a:lstStyle/>
            <a:p/>
          </p:txBody>
        </p:sp>
        <p:sp>
          <p:nvSpPr>
            <p:cNvPr id="40" name="object 40" descr=""/>
            <p:cNvSpPr/>
            <p:nvPr/>
          </p:nvSpPr>
          <p:spPr>
            <a:xfrm>
              <a:off x="2993210" y="4368762"/>
              <a:ext cx="556895" cy="496570"/>
            </a:xfrm>
            <a:custGeom>
              <a:avLst/>
              <a:gdLst/>
              <a:ahLst/>
              <a:cxnLst/>
              <a:rect l="l" t="t" r="r" b="b"/>
              <a:pathLst>
                <a:path w="556895" h="496570">
                  <a:moveTo>
                    <a:pt x="0" y="496553"/>
                  </a:moveTo>
                  <a:lnTo>
                    <a:pt x="556771" y="496553"/>
                  </a:lnTo>
                  <a:lnTo>
                    <a:pt x="556771" y="0"/>
                  </a:lnTo>
                  <a:lnTo>
                    <a:pt x="0" y="0"/>
                  </a:lnTo>
                  <a:lnTo>
                    <a:pt x="0" y="496553"/>
                  </a:lnTo>
                  <a:close/>
                </a:path>
              </a:pathLst>
            </a:custGeom>
            <a:ln w="16495">
              <a:solidFill>
                <a:srgbClr val="000000"/>
              </a:solidFill>
            </a:ln>
          </p:spPr>
          <p:txBody>
            <a:bodyPr wrap="square" lIns="0" tIns="0" rIns="0" bIns="0" rtlCol="0"/>
            <a:lstStyle/>
            <a:p/>
          </p:txBody>
        </p:sp>
        <p:sp>
          <p:nvSpPr>
            <p:cNvPr id="41" name="object 41" descr=""/>
            <p:cNvSpPr/>
            <p:nvPr/>
          </p:nvSpPr>
          <p:spPr>
            <a:xfrm>
              <a:off x="3550088" y="2882588"/>
              <a:ext cx="556260" cy="496570"/>
            </a:xfrm>
            <a:custGeom>
              <a:avLst/>
              <a:gdLst/>
              <a:ahLst/>
              <a:cxnLst/>
              <a:rect l="l" t="t" r="r" b="b"/>
              <a:pathLst>
                <a:path w="556260" h="496570">
                  <a:moveTo>
                    <a:pt x="556105" y="0"/>
                  </a:moveTo>
                  <a:lnTo>
                    <a:pt x="0" y="0"/>
                  </a:lnTo>
                  <a:lnTo>
                    <a:pt x="0" y="496052"/>
                  </a:lnTo>
                  <a:lnTo>
                    <a:pt x="556105" y="496052"/>
                  </a:lnTo>
                  <a:lnTo>
                    <a:pt x="556105" y="0"/>
                  </a:lnTo>
                  <a:close/>
                </a:path>
              </a:pathLst>
            </a:custGeom>
            <a:solidFill>
              <a:srgbClr val="E4FFFF"/>
            </a:solidFill>
          </p:spPr>
          <p:txBody>
            <a:bodyPr wrap="square" lIns="0" tIns="0" rIns="0" bIns="0" rtlCol="0"/>
            <a:lstStyle/>
            <a:p/>
          </p:txBody>
        </p:sp>
        <p:sp>
          <p:nvSpPr>
            <p:cNvPr id="42" name="object 42" descr=""/>
            <p:cNvSpPr/>
            <p:nvPr/>
          </p:nvSpPr>
          <p:spPr>
            <a:xfrm>
              <a:off x="3550088" y="2882588"/>
              <a:ext cx="556260" cy="496570"/>
            </a:xfrm>
            <a:custGeom>
              <a:avLst/>
              <a:gdLst/>
              <a:ahLst/>
              <a:cxnLst/>
              <a:rect l="l" t="t" r="r" b="b"/>
              <a:pathLst>
                <a:path w="556260" h="496570">
                  <a:moveTo>
                    <a:pt x="0" y="496052"/>
                  </a:moveTo>
                  <a:lnTo>
                    <a:pt x="556105" y="496052"/>
                  </a:lnTo>
                  <a:lnTo>
                    <a:pt x="556105" y="0"/>
                  </a:lnTo>
                  <a:lnTo>
                    <a:pt x="0" y="0"/>
                  </a:lnTo>
                  <a:lnTo>
                    <a:pt x="0" y="496052"/>
                  </a:lnTo>
                  <a:close/>
                </a:path>
              </a:pathLst>
            </a:custGeom>
            <a:ln w="16496">
              <a:solidFill>
                <a:srgbClr val="000000"/>
              </a:solidFill>
            </a:ln>
          </p:spPr>
          <p:txBody>
            <a:bodyPr wrap="square" lIns="0" tIns="0" rIns="0" bIns="0" rtlCol="0"/>
            <a:lstStyle/>
            <a:p/>
          </p:txBody>
        </p:sp>
        <p:sp>
          <p:nvSpPr>
            <p:cNvPr id="43" name="object 43" descr=""/>
            <p:cNvSpPr/>
            <p:nvPr/>
          </p:nvSpPr>
          <p:spPr>
            <a:xfrm>
              <a:off x="2993209" y="3378641"/>
              <a:ext cx="556895" cy="494665"/>
            </a:xfrm>
            <a:custGeom>
              <a:avLst/>
              <a:gdLst/>
              <a:ahLst/>
              <a:cxnLst/>
              <a:rect l="l" t="t" r="r" b="b"/>
              <a:pathLst>
                <a:path w="556895" h="494664">
                  <a:moveTo>
                    <a:pt x="556771" y="0"/>
                  </a:moveTo>
                  <a:lnTo>
                    <a:pt x="0" y="0"/>
                  </a:lnTo>
                  <a:lnTo>
                    <a:pt x="0" y="494068"/>
                  </a:lnTo>
                  <a:lnTo>
                    <a:pt x="556771" y="494068"/>
                  </a:lnTo>
                  <a:lnTo>
                    <a:pt x="556771" y="0"/>
                  </a:lnTo>
                  <a:close/>
                </a:path>
              </a:pathLst>
            </a:custGeom>
            <a:solidFill>
              <a:srgbClr val="E4FFFF"/>
            </a:solidFill>
          </p:spPr>
          <p:txBody>
            <a:bodyPr wrap="square" lIns="0" tIns="0" rIns="0" bIns="0" rtlCol="0"/>
            <a:lstStyle/>
            <a:p/>
          </p:txBody>
        </p:sp>
        <p:sp>
          <p:nvSpPr>
            <p:cNvPr id="44" name="object 44" descr=""/>
            <p:cNvSpPr/>
            <p:nvPr/>
          </p:nvSpPr>
          <p:spPr>
            <a:xfrm>
              <a:off x="2993209" y="3378641"/>
              <a:ext cx="556895" cy="494665"/>
            </a:xfrm>
            <a:custGeom>
              <a:avLst/>
              <a:gdLst/>
              <a:ahLst/>
              <a:cxnLst/>
              <a:rect l="l" t="t" r="r" b="b"/>
              <a:pathLst>
                <a:path w="556895" h="494664">
                  <a:moveTo>
                    <a:pt x="0" y="494068"/>
                  </a:moveTo>
                  <a:lnTo>
                    <a:pt x="556771" y="494068"/>
                  </a:lnTo>
                  <a:lnTo>
                    <a:pt x="556771" y="0"/>
                  </a:lnTo>
                  <a:lnTo>
                    <a:pt x="0" y="0"/>
                  </a:lnTo>
                  <a:lnTo>
                    <a:pt x="0" y="494068"/>
                  </a:lnTo>
                  <a:close/>
                </a:path>
              </a:pathLst>
            </a:custGeom>
            <a:ln w="16483">
              <a:solidFill>
                <a:srgbClr val="000000"/>
              </a:solidFill>
            </a:ln>
          </p:spPr>
          <p:txBody>
            <a:bodyPr wrap="square" lIns="0" tIns="0" rIns="0" bIns="0" rtlCol="0"/>
            <a:lstStyle/>
            <a:p/>
          </p:txBody>
        </p:sp>
        <p:sp>
          <p:nvSpPr>
            <p:cNvPr id="45" name="object 45" descr=""/>
            <p:cNvSpPr/>
            <p:nvPr/>
          </p:nvSpPr>
          <p:spPr>
            <a:xfrm>
              <a:off x="2436438" y="3872709"/>
              <a:ext cx="556895" cy="496570"/>
            </a:xfrm>
            <a:custGeom>
              <a:avLst/>
              <a:gdLst/>
              <a:ahLst/>
              <a:cxnLst/>
              <a:rect l="l" t="t" r="r" b="b"/>
              <a:pathLst>
                <a:path w="556894" h="496570">
                  <a:moveTo>
                    <a:pt x="556771" y="0"/>
                  </a:moveTo>
                  <a:lnTo>
                    <a:pt x="0" y="0"/>
                  </a:lnTo>
                  <a:lnTo>
                    <a:pt x="0" y="496052"/>
                  </a:lnTo>
                  <a:lnTo>
                    <a:pt x="556771" y="496052"/>
                  </a:lnTo>
                  <a:lnTo>
                    <a:pt x="556771" y="0"/>
                  </a:lnTo>
                  <a:close/>
                </a:path>
              </a:pathLst>
            </a:custGeom>
            <a:solidFill>
              <a:srgbClr val="E4FFFF"/>
            </a:solidFill>
          </p:spPr>
          <p:txBody>
            <a:bodyPr wrap="square" lIns="0" tIns="0" rIns="0" bIns="0" rtlCol="0"/>
            <a:lstStyle/>
            <a:p/>
          </p:txBody>
        </p:sp>
        <p:sp>
          <p:nvSpPr>
            <p:cNvPr id="46" name="object 46" descr=""/>
            <p:cNvSpPr/>
            <p:nvPr/>
          </p:nvSpPr>
          <p:spPr>
            <a:xfrm>
              <a:off x="2436438" y="3872709"/>
              <a:ext cx="556895" cy="496570"/>
            </a:xfrm>
            <a:custGeom>
              <a:avLst/>
              <a:gdLst/>
              <a:ahLst/>
              <a:cxnLst/>
              <a:rect l="l" t="t" r="r" b="b"/>
              <a:pathLst>
                <a:path w="556894"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47" name="object 47" descr=""/>
            <p:cNvSpPr/>
            <p:nvPr/>
          </p:nvSpPr>
          <p:spPr>
            <a:xfrm>
              <a:off x="4106167" y="2882588"/>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CCFFFF"/>
            </a:solidFill>
          </p:spPr>
          <p:txBody>
            <a:bodyPr wrap="square" lIns="0" tIns="0" rIns="0" bIns="0" rtlCol="0"/>
            <a:lstStyle/>
            <a:p/>
          </p:txBody>
        </p:sp>
        <p:sp>
          <p:nvSpPr>
            <p:cNvPr id="48" name="object 48" descr=""/>
            <p:cNvSpPr/>
            <p:nvPr/>
          </p:nvSpPr>
          <p:spPr>
            <a:xfrm>
              <a:off x="4106167" y="2882588"/>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49" name="object 49" descr=""/>
            <p:cNvSpPr/>
            <p:nvPr/>
          </p:nvSpPr>
          <p:spPr>
            <a:xfrm>
              <a:off x="3550088" y="3378641"/>
              <a:ext cx="556260" cy="494665"/>
            </a:xfrm>
            <a:custGeom>
              <a:avLst/>
              <a:gdLst/>
              <a:ahLst/>
              <a:cxnLst/>
              <a:rect l="l" t="t" r="r" b="b"/>
              <a:pathLst>
                <a:path w="556260" h="494664">
                  <a:moveTo>
                    <a:pt x="556105" y="0"/>
                  </a:moveTo>
                  <a:lnTo>
                    <a:pt x="0" y="0"/>
                  </a:lnTo>
                  <a:lnTo>
                    <a:pt x="0" y="494068"/>
                  </a:lnTo>
                  <a:lnTo>
                    <a:pt x="556105" y="494068"/>
                  </a:lnTo>
                  <a:lnTo>
                    <a:pt x="556105" y="0"/>
                  </a:lnTo>
                  <a:close/>
                </a:path>
              </a:pathLst>
            </a:custGeom>
            <a:solidFill>
              <a:srgbClr val="CCFFFF"/>
            </a:solidFill>
          </p:spPr>
          <p:txBody>
            <a:bodyPr wrap="square" lIns="0" tIns="0" rIns="0" bIns="0" rtlCol="0"/>
            <a:lstStyle/>
            <a:p/>
          </p:txBody>
        </p:sp>
        <p:sp>
          <p:nvSpPr>
            <p:cNvPr id="50" name="object 50" descr=""/>
            <p:cNvSpPr/>
            <p:nvPr/>
          </p:nvSpPr>
          <p:spPr>
            <a:xfrm>
              <a:off x="3550088" y="3378641"/>
              <a:ext cx="556260" cy="494665"/>
            </a:xfrm>
            <a:custGeom>
              <a:avLst/>
              <a:gdLst/>
              <a:ahLst/>
              <a:cxnLst/>
              <a:rect l="l" t="t" r="r" b="b"/>
              <a:pathLst>
                <a:path w="556260" h="494664">
                  <a:moveTo>
                    <a:pt x="0" y="494068"/>
                  </a:moveTo>
                  <a:lnTo>
                    <a:pt x="556105" y="494068"/>
                  </a:lnTo>
                  <a:lnTo>
                    <a:pt x="556105" y="0"/>
                  </a:lnTo>
                  <a:lnTo>
                    <a:pt x="0" y="0"/>
                  </a:lnTo>
                  <a:lnTo>
                    <a:pt x="0" y="494068"/>
                  </a:lnTo>
                  <a:close/>
                </a:path>
              </a:pathLst>
            </a:custGeom>
            <a:ln w="16486">
              <a:solidFill>
                <a:srgbClr val="000000"/>
              </a:solidFill>
            </a:ln>
          </p:spPr>
          <p:txBody>
            <a:bodyPr wrap="square" lIns="0" tIns="0" rIns="0" bIns="0" rtlCol="0"/>
            <a:lstStyle/>
            <a:p/>
          </p:txBody>
        </p:sp>
        <p:sp>
          <p:nvSpPr>
            <p:cNvPr id="51" name="object 51" descr=""/>
            <p:cNvSpPr/>
            <p:nvPr/>
          </p:nvSpPr>
          <p:spPr>
            <a:xfrm>
              <a:off x="2993210" y="3872709"/>
              <a:ext cx="556895" cy="496570"/>
            </a:xfrm>
            <a:custGeom>
              <a:avLst/>
              <a:gdLst/>
              <a:ahLst/>
              <a:cxnLst/>
              <a:rect l="l" t="t" r="r" b="b"/>
              <a:pathLst>
                <a:path w="556895" h="496570">
                  <a:moveTo>
                    <a:pt x="556771" y="0"/>
                  </a:moveTo>
                  <a:lnTo>
                    <a:pt x="0" y="0"/>
                  </a:lnTo>
                  <a:lnTo>
                    <a:pt x="0" y="496052"/>
                  </a:lnTo>
                  <a:lnTo>
                    <a:pt x="556771" y="496052"/>
                  </a:lnTo>
                  <a:lnTo>
                    <a:pt x="556771" y="0"/>
                  </a:lnTo>
                  <a:close/>
                </a:path>
              </a:pathLst>
            </a:custGeom>
            <a:solidFill>
              <a:srgbClr val="CCFFFF"/>
            </a:solidFill>
          </p:spPr>
          <p:txBody>
            <a:bodyPr wrap="square" lIns="0" tIns="0" rIns="0" bIns="0" rtlCol="0"/>
            <a:lstStyle/>
            <a:p/>
          </p:txBody>
        </p:sp>
        <p:sp>
          <p:nvSpPr>
            <p:cNvPr id="52" name="object 52" descr=""/>
            <p:cNvSpPr/>
            <p:nvPr/>
          </p:nvSpPr>
          <p:spPr>
            <a:xfrm>
              <a:off x="2993210" y="3872709"/>
              <a:ext cx="556895" cy="496570"/>
            </a:xfrm>
            <a:custGeom>
              <a:avLst/>
              <a:gdLst/>
              <a:ahLst/>
              <a:cxnLst/>
              <a:rect l="l" t="t" r="r" b="b"/>
              <a:pathLst>
                <a:path w="556895" h="496570">
                  <a:moveTo>
                    <a:pt x="0" y="496052"/>
                  </a:moveTo>
                  <a:lnTo>
                    <a:pt x="556771" y="496052"/>
                  </a:lnTo>
                  <a:lnTo>
                    <a:pt x="556771" y="0"/>
                  </a:lnTo>
                  <a:lnTo>
                    <a:pt x="0" y="0"/>
                  </a:lnTo>
                  <a:lnTo>
                    <a:pt x="0" y="496052"/>
                  </a:lnTo>
                  <a:close/>
                </a:path>
              </a:pathLst>
            </a:custGeom>
            <a:ln w="16493">
              <a:solidFill>
                <a:srgbClr val="000000"/>
              </a:solidFill>
            </a:ln>
          </p:spPr>
          <p:txBody>
            <a:bodyPr wrap="square" lIns="0" tIns="0" rIns="0" bIns="0" rtlCol="0"/>
            <a:lstStyle/>
            <a:p/>
          </p:txBody>
        </p:sp>
        <p:sp>
          <p:nvSpPr>
            <p:cNvPr id="53" name="object 53" descr=""/>
            <p:cNvSpPr/>
            <p:nvPr/>
          </p:nvSpPr>
          <p:spPr>
            <a:xfrm>
              <a:off x="2436438" y="4368762"/>
              <a:ext cx="556895" cy="496570"/>
            </a:xfrm>
            <a:custGeom>
              <a:avLst/>
              <a:gdLst/>
              <a:ahLst/>
              <a:cxnLst/>
              <a:rect l="l" t="t" r="r" b="b"/>
              <a:pathLst>
                <a:path w="556894" h="496570">
                  <a:moveTo>
                    <a:pt x="556771" y="0"/>
                  </a:moveTo>
                  <a:lnTo>
                    <a:pt x="0" y="0"/>
                  </a:lnTo>
                  <a:lnTo>
                    <a:pt x="0" y="496553"/>
                  </a:lnTo>
                  <a:lnTo>
                    <a:pt x="556771" y="496553"/>
                  </a:lnTo>
                  <a:lnTo>
                    <a:pt x="556771" y="0"/>
                  </a:lnTo>
                  <a:close/>
                </a:path>
              </a:pathLst>
            </a:custGeom>
            <a:solidFill>
              <a:srgbClr val="CCFFFF"/>
            </a:solidFill>
          </p:spPr>
          <p:txBody>
            <a:bodyPr wrap="square" lIns="0" tIns="0" rIns="0" bIns="0" rtlCol="0"/>
            <a:lstStyle/>
            <a:p/>
          </p:txBody>
        </p:sp>
        <p:sp>
          <p:nvSpPr>
            <p:cNvPr id="54" name="object 54" descr=""/>
            <p:cNvSpPr/>
            <p:nvPr/>
          </p:nvSpPr>
          <p:spPr>
            <a:xfrm>
              <a:off x="2436438" y="4368762"/>
              <a:ext cx="556895" cy="496570"/>
            </a:xfrm>
            <a:custGeom>
              <a:avLst/>
              <a:gdLst/>
              <a:ahLst/>
              <a:cxnLst/>
              <a:rect l="l" t="t" r="r" b="b"/>
              <a:pathLst>
                <a:path w="556894" h="496570">
                  <a:moveTo>
                    <a:pt x="0" y="496553"/>
                  </a:moveTo>
                  <a:lnTo>
                    <a:pt x="556771" y="496553"/>
                  </a:lnTo>
                  <a:lnTo>
                    <a:pt x="556771" y="0"/>
                  </a:lnTo>
                  <a:lnTo>
                    <a:pt x="0" y="0"/>
                  </a:lnTo>
                  <a:lnTo>
                    <a:pt x="0" y="496553"/>
                  </a:lnTo>
                  <a:close/>
                </a:path>
              </a:pathLst>
            </a:custGeom>
            <a:ln w="16495">
              <a:solidFill>
                <a:srgbClr val="000000"/>
              </a:solidFill>
            </a:ln>
          </p:spPr>
          <p:txBody>
            <a:bodyPr wrap="square" lIns="0" tIns="0" rIns="0" bIns="0" rtlCol="0"/>
            <a:lstStyle/>
            <a:p/>
          </p:txBody>
        </p:sp>
        <p:sp>
          <p:nvSpPr>
            <p:cNvPr id="55" name="object 55" descr=""/>
            <p:cNvSpPr/>
            <p:nvPr/>
          </p:nvSpPr>
          <p:spPr>
            <a:xfrm>
              <a:off x="1880305" y="4368762"/>
              <a:ext cx="556260" cy="496570"/>
            </a:xfrm>
            <a:custGeom>
              <a:avLst/>
              <a:gdLst/>
              <a:ahLst/>
              <a:cxnLst/>
              <a:rect l="l" t="t" r="r" b="b"/>
              <a:pathLst>
                <a:path w="556260" h="496570">
                  <a:moveTo>
                    <a:pt x="556105" y="0"/>
                  </a:moveTo>
                  <a:lnTo>
                    <a:pt x="0" y="0"/>
                  </a:lnTo>
                  <a:lnTo>
                    <a:pt x="0" y="496553"/>
                  </a:lnTo>
                  <a:lnTo>
                    <a:pt x="556105" y="496553"/>
                  </a:lnTo>
                  <a:lnTo>
                    <a:pt x="556105" y="0"/>
                  </a:lnTo>
                  <a:close/>
                </a:path>
              </a:pathLst>
            </a:custGeom>
            <a:solidFill>
              <a:srgbClr val="E4FFFF"/>
            </a:solidFill>
          </p:spPr>
          <p:txBody>
            <a:bodyPr wrap="square" lIns="0" tIns="0" rIns="0" bIns="0" rtlCol="0"/>
            <a:lstStyle/>
            <a:p/>
          </p:txBody>
        </p:sp>
        <p:sp>
          <p:nvSpPr>
            <p:cNvPr id="56" name="object 56" descr=""/>
            <p:cNvSpPr/>
            <p:nvPr/>
          </p:nvSpPr>
          <p:spPr>
            <a:xfrm>
              <a:off x="1880305" y="4368762"/>
              <a:ext cx="556260" cy="496570"/>
            </a:xfrm>
            <a:custGeom>
              <a:avLst/>
              <a:gdLst/>
              <a:ahLst/>
              <a:cxnLst/>
              <a:rect l="l" t="t" r="r" b="b"/>
              <a:pathLst>
                <a:path w="556260" h="496570">
                  <a:moveTo>
                    <a:pt x="0" y="496553"/>
                  </a:moveTo>
                  <a:lnTo>
                    <a:pt x="556105" y="496553"/>
                  </a:lnTo>
                  <a:lnTo>
                    <a:pt x="556105" y="0"/>
                  </a:lnTo>
                  <a:lnTo>
                    <a:pt x="0" y="0"/>
                  </a:lnTo>
                  <a:lnTo>
                    <a:pt x="0" y="496553"/>
                  </a:lnTo>
                  <a:close/>
                </a:path>
              </a:pathLst>
            </a:custGeom>
            <a:ln w="16498">
              <a:solidFill>
                <a:srgbClr val="000000"/>
              </a:solidFill>
            </a:ln>
          </p:spPr>
          <p:txBody>
            <a:bodyPr wrap="square" lIns="0" tIns="0" rIns="0" bIns="0" rtlCol="0"/>
            <a:lstStyle/>
            <a:p/>
          </p:txBody>
        </p:sp>
        <p:sp>
          <p:nvSpPr>
            <p:cNvPr id="57" name="object 57" descr=""/>
            <p:cNvSpPr/>
            <p:nvPr/>
          </p:nvSpPr>
          <p:spPr>
            <a:xfrm>
              <a:off x="1830184" y="2326779"/>
              <a:ext cx="105410" cy="2541905"/>
            </a:xfrm>
            <a:custGeom>
              <a:avLst/>
              <a:gdLst/>
              <a:ahLst/>
              <a:cxnLst/>
              <a:rect l="l" t="t" r="r" b="b"/>
              <a:pathLst>
                <a:path w="105410" h="2541904">
                  <a:moveTo>
                    <a:pt x="54089" y="81586"/>
                  </a:moveTo>
                  <a:lnTo>
                    <a:pt x="37604" y="93316"/>
                  </a:lnTo>
                  <a:lnTo>
                    <a:pt x="37604" y="2541504"/>
                  </a:lnTo>
                  <a:lnTo>
                    <a:pt x="66633" y="2541504"/>
                  </a:lnTo>
                  <a:lnTo>
                    <a:pt x="66633" y="91092"/>
                  </a:lnTo>
                  <a:lnTo>
                    <a:pt x="54089" y="81586"/>
                  </a:lnTo>
                  <a:close/>
                </a:path>
                <a:path w="105410" h="2541904">
                  <a:moveTo>
                    <a:pt x="54089" y="0"/>
                  </a:moveTo>
                  <a:lnTo>
                    <a:pt x="0" y="120074"/>
                  </a:lnTo>
                  <a:lnTo>
                    <a:pt x="37604" y="93316"/>
                  </a:lnTo>
                  <a:lnTo>
                    <a:pt x="37604" y="81586"/>
                  </a:lnTo>
                  <a:lnTo>
                    <a:pt x="88598" y="81586"/>
                  </a:lnTo>
                  <a:lnTo>
                    <a:pt x="54089" y="0"/>
                  </a:lnTo>
                  <a:close/>
                </a:path>
                <a:path w="105410" h="2541904">
                  <a:moveTo>
                    <a:pt x="88598" y="81586"/>
                  </a:moveTo>
                  <a:lnTo>
                    <a:pt x="66633" y="81586"/>
                  </a:lnTo>
                  <a:lnTo>
                    <a:pt x="66633" y="91092"/>
                  </a:lnTo>
                  <a:lnTo>
                    <a:pt x="104877" y="120074"/>
                  </a:lnTo>
                  <a:lnTo>
                    <a:pt x="88598" y="81586"/>
                  </a:lnTo>
                  <a:close/>
                </a:path>
                <a:path w="105410" h="2541904">
                  <a:moveTo>
                    <a:pt x="54089" y="81586"/>
                  </a:moveTo>
                  <a:lnTo>
                    <a:pt x="37604" y="81586"/>
                  </a:lnTo>
                  <a:lnTo>
                    <a:pt x="37604" y="93316"/>
                  </a:lnTo>
                  <a:lnTo>
                    <a:pt x="54089" y="81586"/>
                  </a:lnTo>
                  <a:close/>
                </a:path>
                <a:path w="105410" h="2541904">
                  <a:moveTo>
                    <a:pt x="66633" y="81586"/>
                  </a:moveTo>
                  <a:lnTo>
                    <a:pt x="54089" y="81586"/>
                  </a:lnTo>
                  <a:lnTo>
                    <a:pt x="66633" y="91092"/>
                  </a:lnTo>
                  <a:lnTo>
                    <a:pt x="66633" y="81586"/>
                  </a:lnTo>
                  <a:close/>
                </a:path>
              </a:pathLst>
            </a:custGeom>
            <a:solidFill>
              <a:srgbClr val="000000"/>
            </a:solidFill>
          </p:spPr>
          <p:txBody>
            <a:bodyPr wrap="square" lIns="0" tIns="0" rIns="0" bIns="0" rtlCol="0"/>
            <a:lstStyle/>
            <a:p/>
          </p:txBody>
        </p:sp>
        <p:sp>
          <p:nvSpPr>
            <p:cNvPr id="58" name="object 58" descr=""/>
            <p:cNvSpPr/>
            <p:nvPr/>
          </p:nvSpPr>
          <p:spPr>
            <a:xfrm>
              <a:off x="1830184" y="2326779"/>
              <a:ext cx="105410" cy="2541905"/>
            </a:xfrm>
            <a:custGeom>
              <a:avLst/>
              <a:gdLst/>
              <a:ahLst/>
              <a:cxnLst/>
              <a:rect l="l" t="t" r="r" b="b"/>
              <a:pathLst>
                <a:path w="105410" h="2541904">
                  <a:moveTo>
                    <a:pt x="37604" y="2541504"/>
                  </a:moveTo>
                  <a:lnTo>
                    <a:pt x="37604" y="81586"/>
                  </a:lnTo>
                  <a:lnTo>
                    <a:pt x="66633" y="81586"/>
                  </a:lnTo>
                  <a:lnTo>
                    <a:pt x="66633" y="2541504"/>
                  </a:lnTo>
                  <a:lnTo>
                    <a:pt x="37604" y="2541504"/>
                  </a:lnTo>
                  <a:close/>
                </a:path>
                <a:path w="105410" h="2541904">
                  <a:moveTo>
                    <a:pt x="54089" y="81586"/>
                  </a:moveTo>
                  <a:lnTo>
                    <a:pt x="0" y="120074"/>
                  </a:lnTo>
                  <a:lnTo>
                    <a:pt x="54089" y="0"/>
                  </a:lnTo>
                  <a:lnTo>
                    <a:pt x="104877" y="120074"/>
                  </a:lnTo>
                  <a:lnTo>
                    <a:pt x="54089" y="81586"/>
                  </a:lnTo>
                  <a:close/>
                </a:path>
              </a:pathLst>
            </a:custGeom>
            <a:ln w="3267">
              <a:solidFill>
                <a:srgbClr val="000000"/>
              </a:solidFill>
            </a:ln>
          </p:spPr>
          <p:txBody>
            <a:bodyPr wrap="square" lIns="0" tIns="0" rIns="0" bIns="0" rtlCol="0"/>
            <a:lstStyle/>
            <a:p/>
          </p:txBody>
        </p:sp>
        <p:sp>
          <p:nvSpPr>
            <p:cNvPr id="59" name="object 59" descr=""/>
            <p:cNvSpPr/>
            <p:nvPr/>
          </p:nvSpPr>
          <p:spPr>
            <a:xfrm>
              <a:off x="1884274" y="4827229"/>
              <a:ext cx="9070975" cy="79375"/>
            </a:xfrm>
            <a:custGeom>
              <a:avLst/>
              <a:gdLst/>
              <a:ahLst/>
              <a:cxnLst/>
              <a:rect l="l" t="t" r="r" b="b"/>
              <a:pathLst>
                <a:path w="9070975" h="79375">
                  <a:moveTo>
                    <a:pt x="8965685" y="41053"/>
                  </a:moveTo>
                  <a:lnTo>
                    <a:pt x="8911622" y="79120"/>
                  </a:lnTo>
                  <a:lnTo>
                    <a:pt x="9031333" y="50458"/>
                  </a:lnTo>
                  <a:lnTo>
                    <a:pt x="8965685" y="50458"/>
                  </a:lnTo>
                  <a:lnTo>
                    <a:pt x="8965685" y="41053"/>
                  </a:lnTo>
                  <a:close/>
                </a:path>
                <a:path w="9070975" h="79375">
                  <a:moveTo>
                    <a:pt x="8950067" y="29194"/>
                  </a:moveTo>
                  <a:lnTo>
                    <a:pt x="0" y="33636"/>
                  </a:lnTo>
                  <a:lnTo>
                    <a:pt x="0" y="52920"/>
                  </a:lnTo>
                  <a:lnTo>
                    <a:pt x="8952328" y="50458"/>
                  </a:lnTo>
                  <a:lnTo>
                    <a:pt x="8965685" y="41053"/>
                  </a:lnTo>
                  <a:lnTo>
                    <a:pt x="8950067" y="29194"/>
                  </a:lnTo>
                  <a:close/>
                </a:path>
                <a:path w="9070975" h="79375">
                  <a:moveTo>
                    <a:pt x="9024686" y="29194"/>
                  </a:moveTo>
                  <a:lnTo>
                    <a:pt x="8965685" y="29194"/>
                  </a:lnTo>
                  <a:lnTo>
                    <a:pt x="8965685" y="50458"/>
                  </a:lnTo>
                  <a:lnTo>
                    <a:pt x="9031333" y="50458"/>
                  </a:lnTo>
                  <a:lnTo>
                    <a:pt x="9070615" y="41053"/>
                  </a:lnTo>
                  <a:lnTo>
                    <a:pt x="9024686" y="29194"/>
                  </a:lnTo>
                  <a:close/>
                </a:path>
                <a:path w="9070975" h="79375">
                  <a:moveTo>
                    <a:pt x="8911622" y="0"/>
                  </a:moveTo>
                  <a:lnTo>
                    <a:pt x="8965685" y="41053"/>
                  </a:lnTo>
                  <a:lnTo>
                    <a:pt x="8965685" y="29194"/>
                  </a:lnTo>
                  <a:lnTo>
                    <a:pt x="9024686" y="29194"/>
                  </a:lnTo>
                  <a:lnTo>
                    <a:pt x="8911622" y="0"/>
                  </a:lnTo>
                  <a:close/>
                </a:path>
              </a:pathLst>
            </a:custGeom>
            <a:solidFill>
              <a:srgbClr val="000000"/>
            </a:solidFill>
          </p:spPr>
          <p:txBody>
            <a:bodyPr wrap="square" lIns="0" tIns="0" rIns="0" bIns="0" rtlCol="0"/>
            <a:lstStyle/>
            <a:p/>
          </p:txBody>
        </p:sp>
        <p:sp>
          <p:nvSpPr>
            <p:cNvPr id="60" name="object 60" descr=""/>
            <p:cNvSpPr/>
            <p:nvPr/>
          </p:nvSpPr>
          <p:spPr>
            <a:xfrm>
              <a:off x="1884274" y="4827229"/>
              <a:ext cx="9070975" cy="79375"/>
            </a:xfrm>
            <a:custGeom>
              <a:avLst/>
              <a:gdLst/>
              <a:ahLst/>
              <a:cxnLst/>
              <a:rect l="l" t="t" r="r" b="b"/>
              <a:pathLst>
                <a:path w="9070975" h="79375">
                  <a:moveTo>
                    <a:pt x="0" y="33636"/>
                  </a:moveTo>
                  <a:lnTo>
                    <a:pt x="8965685" y="29186"/>
                  </a:lnTo>
                  <a:lnTo>
                    <a:pt x="8965685" y="50455"/>
                  </a:lnTo>
                  <a:lnTo>
                    <a:pt x="0" y="52920"/>
                  </a:lnTo>
                  <a:lnTo>
                    <a:pt x="0" y="33636"/>
                  </a:lnTo>
                  <a:close/>
                </a:path>
                <a:path w="9070975" h="79375">
                  <a:moveTo>
                    <a:pt x="8965685" y="41053"/>
                  </a:moveTo>
                  <a:lnTo>
                    <a:pt x="8911622" y="0"/>
                  </a:lnTo>
                  <a:lnTo>
                    <a:pt x="9070616" y="41053"/>
                  </a:lnTo>
                  <a:lnTo>
                    <a:pt x="8911622" y="79120"/>
                  </a:lnTo>
                  <a:lnTo>
                    <a:pt x="8965685" y="41053"/>
                  </a:lnTo>
                  <a:close/>
                </a:path>
              </a:pathLst>
            </a:custGeom>
            <a:ln w="3267">
              <a:solidFill>
                <a:srgbClr val="000000"/>
              </a:solidFill>
            </a:ln>
          </p:spPr>
          <p:txBody>
            <a:bodyPr wrap="square" lIns="0" tIns="0" rIns="0" bIns="0" rtlCol="0"/>
            <a:lstStyle/>
            <a:p/>
          </p:txBody>
        </p:sp>
        <p:sp>
          <p:nvSpPr>
            <p:cNvPr id="61" name="object 61" descr=""/>
            <p:cNvSpPr/>
            <p:nvPr/>
          </p:nvSpPr>
          <p:spPr>
            <a:xfrm>
              <a:off x="1880305" y="2882648"/>
              <a:ext cx="2782570" cy="1983105"/>
            </a:xfrm>
            <a:custGeom>
              <a:avLst/>
              <a:gdLst/>
              <a:ahLst/>
              <a:cxnLst/>
              <a:rect l="l" t="t" r="r" b="b"/>
              <a:pathLst>
                <a:path w="2782570" h="1983104">
                  <a:moveTo>
                    <a:pt x="556132" y="990061"/>
                  </a:moveTo>
                  <a:lnTo>
                    <a:pt x="556132" y="1982667"/>
                  </a:lnTo>
                </a:path>
                <a:path w="2782570" h="1983104">
                  <a:moveTo>
                    <a:pt x="1112904" y="495992"/>
                  </a:moveTo>
                  <a:lnTo>
                    <a:pt x="1112904" y="1982667"/>
                  </a:lnTo>
                </a:path>
                <a:path w="2782570" h="1983104">
                  <a:moveTo>
                    <a:pt x="1669782" y="0"/>
                  </a:moveTo>
                  <a:lnTo>
                    <a:pt x="1669782" y="1982667"/>
                  </a:lnTo>
                </a:path>
                <a:path w="2782570" h="1983104">
                  <a:moveTo>
                    <a:pt x="2225861" y="0"/>
                  </a:moveTo>
                  <a:lnTo>
                    <a:pt x="2225861" y="1982667"/>
                  </a:lnTo>
                </a:path>
                <a:path w="2782570" h="1983104">
                  <a:moveTo>
                    <a:pt x="2782473" y="0"/>
                  </a:moveTo>
                  <a:lnTo>
                    <a:pt x="2782473" y="1486113"/>
                  </a:lnTo>
                </a:path>
                <a:path w="2782570" h="1983104">
                  <a:moveTo>
                    <a:pt x="0" y="1486113"/>
                  </a:moveTo>
                  <a:lnTo>
                    <a:pt x="2782473" y="1486113"/>
                  </a:lnTo>
                </a:path>
              </a:pathLst>
            </a:custGeom>
            <a:ln w="16765">
              <a:solidFill>
                <a:srgbClr val="000000"/>
              </a:solidFill>
            </a:ln>
          </p:spPr>
          <p:txBody>
            <a:bodyPr wrap="square" lIns="0" tIns="0" rIns="0" bIns="0" rtlCol="0"/>
            <a:lstStyle/>
            <a:p/>
          </p:txBody>
        </p:sp>
      </p:grpSp>
      <p:sp>
        <p:nvSpPr>
          <p:cNvPr id="62" name="object 62" descr=""/>
          <p:cNvSpPr txBox="1"/>
          <p:nvPr/>
        </p:nvSpPr>
        <p:spPr>
          <a:xfrm>
            <a:off x="1250139" y="3477989"/>
            <a:ext cx="280035" cy="242570"/>
          </a:xfrm>
          <a:prstGeom prst="rect">
            <a:avLst/>
          </a:prstGeom>
        </p:spPr>
        <p:txBody>
          <a:bodyPr wrap="square" lIns="0" tIns="15240" rIns="0" bIns="0" rtlCol="0" vert="horz">
            <a:spAutoFit/>
          </a:bodyPr>
          <a:lstStyle/>
          <a:p>
            <a:pPr marL="12700">
              <a:lnSpc>
                <a:spcPct val="100000"/>
              </a:lnSpc>
              <a:spcBef>
                <a:spcPts val="120"/>
              </a:spcBef>
            </a:pPr>
            <a:r>
              <a:rPr dirty="0" sz="1400" spc="229" b="1">
                <a:solidFill>
                  <a:srgbClr val="0000FF"/>
                </a:solidFill>
                <a:latin typeface="Times New Roman"/>
                <a:cs typeface="Times New Roman"/>
              </a:rPr>
              <a:t>S3</a:t>
            </a:r>
            <a:endParaRPr sz="1400">
              <a:latin typeface="Times New Roman"/>
              <a:cs typeface="Times New Roman"/>
            </a:endParaRPr>
          </a:p>
        </p:txBody>
      </p:sp>
      <p:sp>
        <p:nvSpPr>
          <p:cNvPr id="63" name="object 63" descr=""/>
          <p:cNvSpPr txBox="1"/>
          <p:nvPr/>
        </p:nvSpPr>
        <p:spPr>
          <a:xfrm>
            <a:off x="1250139" y="4516080"/>
            <a:ext cx="280035" cy="242570"/>
          </a:xfrm>
          <a:prstGeom prst="rect">
            <a:avLst/>
          </a:prstGeom>
        </p:spPr>
        <p:txBody>
          <a:bodyPr wrap="square" lIns="0" tIns="15240" rIns="0" bIns="0" rtlCol="0" vert="horz">
            <a:spAutoFit/>
          </a:bodyPr>
          <a:lstStyle/>
          <a:p>
            <a:pPr marL="12700">
              <a:lnSpc>
                <a:spcPct val="100000"/>
              </a:lnSpc>
              <a:spcBef>
                <a:spcPts val="120"/>
              </a:spcBef>
            </a:pPr>
            <a:r>
              <a:rPr dirty="0" sz="1400" spc="229" b="1">
                <a:solidFill>
                  <a:srgbClr val="0000FF"/>
                </a:solidFill>
                <a:latin typeface="Times New Roman"/>
                <a:cs typeface="Times New Roman"/>
              </a:rPr>
              <a:t>S1</a:t>
            </a:r>
            <a:endParaRPr sz="1400">
              <a:latin typeface="Times New Roman"/>
              <a:cs typeface="Times New Roman"/>
            </a:endParaRPr>
          </a:p>
        </p:txBody>
      </p:sp>
      <p:sp>
        <p:nvSpPr>
          <p:cNvPr id="64" name="object 64" descr=""/>
          <p:cNvSpPr txBox="1"/>
          <p:nvPr/>
        </p:nvSpPr>
        <p:spPr>
          <a:xfrm>
            <a:off x="1250139" y="2269249"/>
            <a:ext cx="508634" cy="242570"/>
          </a:xfrm>
          <a:prstGeom prst="rect">
            <a:avLst/>
          </a:prstGeom>
        </p:spPr>
        <p:txBody>
          <a:bodyPr wrap="square" lIns="0" tIns="15240" rIns="0" bIns="0" rtlCol="0" vert="horz">
            <a:spAutoFit/>
          </a:bodyPr>
          <a:lstStyle/>
          <a:p>
            <a:pPr marL="12700">
              <a:lnSpc>
                <a:spcPct val="100000"/>
              </a:lnSpc>
              <a:spcBef>
                <a:spcPts val="120"/>
              </a:spcBef>
            </a:pPr>
            <a:r>
              <a:rPr dirty="0" sz="1400" spc="475">
                <a:latin typeface="宋体"/>
                <a:cs typeface="宋体"/>
              </a:rPr>
              <a:t>空间</a:t>
            </a:r>
            <a:endParaRPr sz="1400">
              <a:latin typeface="宋体"/>
              <a:cs typeface="宋体"/>
            </a:endParaRPr>
          </a:p>
        </p:txBody>
      </p:sp>
      <p:sp>
        <p:nvSpPr>
          <p:cNvPr id="65" name="object 65" descr=""/>
          <p:cNvSpPr txBox="1"/>
          <p:nvPr/>
        </p:nvSpPr>
        <p:spPr>
          <a:xfrm>
            <a:off x="2086628" y="4499261"/>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1</a:t>
            </a:r>
            <a:endParaRPr sz="1400">
              <a:latin typeface="宋体"/>
              <a:cs typeface="宋体"/>
            </a:endParaRPr>
          </a:p>
        </p:txBody>
      </p:sp>
      <p:sp>
        <p:nvSpPr>
          <p:cNvPr id="66" name="object 66" descr=""/>
          <p:cNvSpPr txBox="1"/>
          <p:nvPr/>
        </p:nvSpPr>
        <p:spPr>
          <a:xfrm>
            <a:off x="2643400" y="4499261"/>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2</a:t>
            </a:r>
            <a:endParaRPr sz="1400">
              <a:latin typeface="宋体"/>
              <a:cs typeface="宋体"/>
            </a:endParaRPr>
          </a:p>
        </p:txBody>
      </p:sp>
      <p:sp>
        <p:nvSpPr>
          <p:cNvPr id="67" name="object 67" descr=""/>
          <p:cNvSpPr txBox="1"/>
          <p:nvPr/>
        </p:nvSpPr>
        <p:spPr>
          <a:xfrm>
            <a:off x="3200171" y="4499261"/>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3</a:t>
            </a:r>
            <a:endParaRPr sz="1400">
              <a:latin typeface="宋体"/>
              <a:cs typeface="宋体"/>
            </a:endParaRPr>
          </a:p>
        </p:txBody>
      </p:sp>
      <p:sp>
        <p:nvSpPr>
          <p:cNvPr id="68" name="object 68" descr=""/>
          <p:cNvSpPr txBox="1"/>
          <p:nvPr/>
        </p:nvSpPr>
        <p:spPr>
          <a:xfrm>
            <a:off x="3756304" y="4499261"/>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4</a:t>
            </a:r>
            <a:endParaRPr sz="1400">
              <a:latin typeface="宋体"/>
              <a:cs typeface="宋体"/>
            </a:endParaRPr>
          </a:p>
        </p:txBody>
      </p:sp>
      <p:sp>
        <p:nvSpPr>
          <p:cNvPr id="69" name="object 69" descr=""/>
          <p:cNvSpPr/>
          <p:nvPr/>
        </p:nvSpPr>
        <p:spPr>
          <a:xfrm>
            <a:off x="2436438" y="2882648"/>
            <a:ext cx="3340100" cy="990600"/>
          </a:xfrm>
          <a:custGeom>
            <a:avLst/>
            <a:gdLst/>
            <a:ahLst/>
            <a:cxnLst/>
            <a:rect l="l" t="t" r="r" b="b"/>
            <a:pathLst>
              <a:path w="3340100" h="990600">
                <a:moveTo>
                  <a:pt x="0" y="990061"/>
                </a:moveTo>
                <a:lnTo>
                  <a:pt x="2783219" y="990061"/>
                </a:lnTo>
              </a:path>
              <a:path w="3340100" h="990600">
                <a:moveTo>
                  <a:pt x="556771" y="495992"/>
                </a:moveTo>
                <a:lnTo>
                  <a:pt x="3340097" y="495992"/>
                </a:lnTo>
              </a:path>
              <a:path w="3340100" h="990600">
                <a:moveTo>
                  <a:pt x="1113649" y="0"/>
                </a:moveTo>
                <a:lnTo>
                  <a:pt x="3340097" y="0"/>
                </a:lnTo>
              </a:path>
              <a:path w="3340100" h="990600">
                <a:moveTo>
                  <a:pt x="2783219" y="0"/>
                </a:moveTo>
                <a:lnTo>
                  <a:pt x="2783219" y="990061"/>
                </a:lnTo>
              </a:path>
              <a:path w="3340100" h="990600">
                <a:moveTo>
                  <a:pt x="3340097" y="0"/>
                </a:moveTo>
                <a:lnTo>
                  <a:pt x="3340097" y="495992"/>
                </a:lnTo>
              </a:path>
            </a:pathLst>
          </a:custGeom>
          <a:ln w="16765">
            <a:solidFill>
              <a:srgbClr val="000000"/>
            </a:solidFill>
          </a:ln>
        </p:spPr>
        <p:txBody>
          <a:bodyPr wrap="square" lIns="0" tIns="0" rIns="0" bIns="0" rtlCol="0"/>
          <a:lstStyle/>
          <a:p/>
        </p:txBody>
      </p:sp>
      <p:sp>
        <p:nvSpPr>
          <p:cNvPr id="70" name="object 70" descr=""/>
          <p:cNvSpPr txBox="1"/>
          <p:nvPr/>
        </p:nvSpPr>
        <p:spPr>
          <a:xfrm>
            <a:off x="2643400" y="4005193"/>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1</a:t>
            </a:r>
            <a:endParaRPr sz="1400">
              <a:latin typeface="宋体"/>
              <a:cs typeface="宋体"/>
            </a:endParaRPr>
          </a:p>
        </p:txBody>
      </p:sp>
      <p:sp>
        <p:nvSpPr>
          <p:cNvPr id="71" name="object 71" descr=""/>
          <p:cNvSpPr txBox="1"/>
          <p:nvPr/>
        </p:nvSpPr>
        <p:spPr>
          <a:xfrm>
            <a:off x="3200171" y="4005193"/>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2</a:t>
            </a:r>
            <a:endParaRPr sz="1400">
              <a:latin typeface="宋体"/>
              <a:cs typeface="宋体"/>
            </a:endParaRPr>
          </a:p>
        </p:txBody>
      </p:sp>
      <p:sp>
        <p:nvSpPr>
          <p:cNvPr id="72" name="object 72" descr=""/>
          <p:cNvSpPr txBox="1"/>
          <p:nvPr/>
        </p:nvSpPr>
        <p:spPr>
          <a:xfrm>
            <a:off x="3756304" y="4005193"/>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3</a:t>
            </a:r>
            <a:endParaRPr sz="1400">
              <a:latin typeface="宋体"/>
              <a:cs typeface="宋体"/>
            </a:endParaRPr>
          </a:p>
        </p:txBody>
      </p:sp>
      <p:sp>
        <p:nvSpPr>
          <p:cNvPr id="73" name="object 73" descr=""/>
          <p:cNvSpPr txBox="1"/>
          <p:nvPr/>
        </p:nvSpPr>
        <p:spPr>
          <a:xfrm>
            <a:off x="4313182" y="4005193"/>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4</a:t>
            </a:r>
            <a:endParaRPr sz="1400">
              <a:latin typeface="宋体"/>
              <a:cs typeface="宋体"/>
            </a:endParaRPr>
          </a:p>
        </p:txBody>
      </p:sp>
      <p:sp>
        <p:nvSpPr>
          <p:cNvPr id="74" name="object 74" descr=""/>
          <p:cNvSpPr txBox="1"/>
          <p:nvPr/>
        </p:nvSpPr>
        <p:spPr>
          <a:xfrm>
            <a:off x="3200171" y="3509140"/>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1</a:t>
            </a:r>
            <a:endParaRPr sz="1400">
              <a:latin typeface="宋体"/>
              <a:cs typeface="宋体"/>
            </a:endParaRPr>
          </a:p>
        </p:txBody>
      </p:sp>
      <p:sp>
        <p:nvSpPr>
          <p:cNvPr id="75" name="object 75" descr=""/>
          <p:cNvSpPr txBox="1"/>
          <p:nvPr/>
        </p:nvSpPr>
        <p:spPr>
          <a:xfrm>
            <a:off x="3756304" y="3509140"/>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2</a:t>
            </a:r>
            <a:endParaRPr sz="1400">
              <a:latin typeface="宋体"/>
              <a:cs typeface="宋体"/>
            </a:endParaRPr>
          </a:p>
        </p:txBody>
      </p:sp>
      <p:sp>
        <p:nvSpPr>
          <p:cNvPr id="76" name="object 76" descr=""/>
          <p:cNvSpPr txBox="1"/>
          <p:nvPr/>
        </p:nvSpPr>
        <p:spPr>
          <a:xfrm>
            <a:off x="4313182" y="3509140"/>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3</a:t>
            </a:r>
            <a:endParaRPr sz="1400">
              <a:latin typeface="宋体"/>
              <a:cs typeface="宋体"/>
            </a:endParaRPr>
          </a:p>
        </p:txBody>
      </p:sp>
      <p:sp>
        <p:nvSpPr>
          <p:cNvPr id="77" name="object 77" descr=""/>
          <p:cNvSpPr txBox="1"/>
          <p:nvPr/>
        </p:nvSpPr>
        <p:spPr>
          <a:xfrm>
            <a:off x="4869794" y="3509140"/>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4</a:t>
            </a:r>
            <a:endParaRPr sz="1400">
              <a:latin typeface="宋体"/>
              <a:cs typeface="宋体"/>
            </a:endParaRPr>
          </a:p>
        </p:txBody>
      </p:sp>
      <p:sp>
        <p:nvSpPr>
          <p:cNvPr id="78" name="object 78" descr=""/>
          <p:cNvSpPr txBox="1"/>
          <p:nvPr/>
        </p:nvSpPr>
        <p:spPr>
          <a:xfrm>
            <a:off x="3756304" y="301254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1</a:t>
            </a:r>
            <a:endParaRPr sz="1400">
              <a:latin typeface="宋体"/>
              <a:cs typeface="宋体"/>
            </a:endParaRPr>
          </a:p>
        </p:txBody>
      </p:sp>
      <p:sp>
        <p:nvSpPr>
          <p:cNvPr id="79" name="object 79" descr=""/>
          <p:cNvSpPr txBox="1"/>
          <p:nvPr/>
        </p:nvSpPr>
        <p:spPr>
          <a:xfrm>
            <a:off x="4313182" y="301254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2</a:t>
            </a:r>
            <a:endParaRPr sz="1400">
              <a:latin typeface="宋体"/>
              <a:cs typeface="宋体"/>
            </a:endParaRPr>
          </a:p>
        </p:txBody>
      </p:sp>
      <p:sp>
        <p:nvSpPr>
          <p:cNvPr id="80" name="object 80" descr=""/>
          <p:cNvSpPr txBox="1"/>
          <p:nvPr/>
        </p:nvSpPr>
        <p:spPr>
          <a:xfrm>
            <a:off x="4869794" y="301254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3</a:t>
            </a:r>
            <a:endParaRPr sz="1400">
              <a:latin typeface="宋体"/>
              <a:cs typeface="宋体"/>
            </a:endParaRPr>
          </a:p>
        </p:txBody>
      </p:sp>
      <p:sp>
        <p:nvSpPr>
          <p:cNvPr id="81" name="object 81" descr=""/>
          <p:cNvSpPr txBox="1"/>
          <p:nvPr/>
        </p:nvSpPr>
        <p:spPr>
          <a:xfrm>
            <a:off x="5426672" y="301254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4</a:t>
            </a:r>
            <a:endParaRPr sz="1400">
              <a:latin typeface="宋体"/>
              <a:cs typeface="宋体"/>
            </a:endParaRPr>
          </a:p>
        </p:txBody>
      </p:sp>
      <p:sp>
        <p:nvSpPr>
          <p:cNvPr id="82" name="object 82" descr=""/>
          <p:cNvSpPr txBox="1"/>
          <p:nvPr/>
        </p:nvSpPr>
        <p:spPr>
          <a:xfrm>
            <a:off x="2392072"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1</a:t>
            </a:r>
            <a:endParaRPr sz="1400">
              <a:latin typeface="宋体"/>
              <a:cs typeface="宋体"/>
            </a:endParaRPr>
          </a:p>
        </p:txBody>
      </p:sp>
      <p:sp>
        <p:nvSpPr>
          <p:cNvPr id="83" name="object 83" descr=""/>
          <p:cNvSpPr txBox="1"/>
          <p:nvPr/>
        </p:nvSpPr>
        <p:spPr>
          <a:xfrm>
            <a:off x="2948844"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2</a:t>
            </a:r>
            <a:endParaRPr sz="1400">
              <a:latin typeface="宋体"/>
              <a:cs typeface="宋体"/>
            </a:endParaRPr>
          </a:p>
        </p:txBody>
      </p:sp>
      <p:sp>
        <p:nvSpPr>
          <p:cNvPr id="84" name="object 84" descr=""/>
          <p:cNvSpPr txBox="1"/>
          <p:nvPr/>
        </p:nvSpPr>
        <p:spPr>
          <a:xfrm>
            <a:off x="3504896"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3</a:t>
            </a:r>
            <a:endParaRPr sz="1400">
              <a:latin typeface="宋体"/>
              <a:cs typeface="宋体"/>
            </a:endParaRPr>
          </a:p>
        </p:txBody>
      </p:sp>
      <p:sp>
        <p:nvSpPr>
          <p:cNvPr id="85" name="object 85" descr=""/>
          <p:cNvSpPr txBox="1"/>
          <p:nvPr/>
        </p:nvSpPr>
        <p:spPr>
          <a:xfrm>
            <a:off x="4061775"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4</a:t>
            </a:r>
            <a:endParaRPr sz="1400">
              <a:latin typeface="宋体"/>
              <a:cs typeface="宋体"/>
            </a:endParaRPr>
          </a:p>
        </p:txBody>
      </p:sp>
      <p:sp>
        <p:nvSpPr>
          <p:cNvPr id="86" name="object 86" descr=""/>
          <p:cNvSpPr txBox="1"/>
          <p:nvPr/>
        </p:nvSpPr>
        <p:spPr>
          <a:xfrm>
            <a:off x="4646883"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5</a:t>
            </a:r>
            <a:endParaRPr sz="1400">
              <a:latin typeface="宋体"/>
              <a:cs typeface="宋体"/>
            </a:endParaRPr>
          </a:p>
        </p:txBody>
      </p:sp>
      <p:sp>
        <p:nvSpPr>
          <p:cNvPr id="87" name="object 87" descr=""/>
          <p:cNvSpPr txBox="1"/>
          <p:nvPr/>
        </p:nvSpPr>
        <p:spPr>
          <a:xfrm>
            <a:off x="5203761"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6</a:t>
            </a:r>
            <a:endParaRPr sz="1400">
              <a:latin typeface="宋体"/>
              <a:cs typeface="宋体"/>
            </a:endParaRPr>
          </a:p>
        </p:txBody>
      </p:sp>
      <p:sp>
        <p:nvSpPr>
          <p:cNvPr id="88" name="object 88" descr=""/>
          <p:cNvSpPr txBox="1"/>
          <p:nvPr/>
        </p:nvSpPr>
        <p:spPr>
          <a:xfrm>
            <a:off x="5760373"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7</a:t>
            </a:r>
            <a:endParaRPr sz="1400">
              <a:latin typeface="宋体"/>
              <a:cs typeface="宋体"/>
            </a:endParaRPr>
          </a:p>
        </p:txBody>
      </p:sp>
      <p:sp>
        <p:nvSpPr>
          <p:cNvPr id="89" name="object 89" descr=""/>
          <p:cNvSpPr txBox="1"/>
          <p:nvPr/>
        </p:nvSpPr>
        <p:spPr>
          <a:xfrm>
            <a:off x="6511133" y="4851273"/>
            <a:ext cx="584835" cy="280035"/>
          </a:xfrm>
          <a:prstGeom prst="rect">
            <a:avLst/>
          </a:prstGeom>
        </p:spPr>
        <p:txBody>
          <a:bodyPr wrap="square" lIns="0" tIns="15240" rIns="0" bIns="0" rtlCol="0" vert="horz">
            <a:spAutoFit/>
          </a:bodyPr>
          <a:lstStyle/>
          <a:p>
            <a:pPr marL="12700">
              <a:lnSpc>
                <a:spcPct val="100000"/>
              </a:lnSpc>
              <a:spcBef>
                <a:spcPts val="120"/>
              </a:spcBef>
            </a:pPr>
            <a:r>
              <a:rPr dirty="0" sz="1650" spc="515">
                <a:latin typeface="宋体"/>
                <a:cs typeface="宋体"/>
              </a:rPr>
              <a:t>……</a:t>
            </a:r>
            <a:endParaRPr sz="1650">
              <a:latin typeface="宋体"/>
              <a:cs typeface="宋体"/>
            </a:endParaRPr>
          </a:p>
        </p:txBody>
      </p:sp>
      <p:sp>
        <p:nvSpPr>
          <p:cNvPr id="90" name="object 90" descr=""/>
          <p:cNvSpPr txBox="1"/>
          <p:nvPr/>
        </p:nvSpPr>
        <p:spPr>
          <a:xfrm>
            <a:off x="6288222" y="2962019"/>
            <a:ext cx="584835" cy="280035"/>
          </a:xfrm>
          <a:prstGeom prst="rect">
            <a:avLst/>
          </a:prstGeom>
        </p:spPr>
        <p:txBody>
          <a:bodyPr wrap="square" lIns="0" tIns="15240" rIns="0" bIns="0" rtlCol="0" vert="horz">
            <a:spAutoFit/>
          </a:bodyPr>
          <a:lstStyle/>
          <a:p>
            <a:pPr marL="12700">
              <a:lnSpc>
                <a:spcPct val="100000"/>
              </a:lnSpc>
              <a:spcBef>
                <a:spcPts val="120"/>
              </a:spcBef>
            </a:pPr>
            <a:r>
              <a:rPr dirty="0" sz="1650" spc="515">
                <a:latin typeface="宋体"/>
                <a:cs typeface="宋体"/>
              </a:rPr>
              <a:t>……</a:t>
            </a:r>
            <a:endParaRPr sz="1650">
              <a:latin typeface="宋体"/>
              <a:cs typeface="宋体"/>
            </a:endParaRPr>
          </a:p>
        </p:txBody>
      </p:sp>
      <p:sp>
        <p:nvSpPr>
          <p:cNvPr id="91" name="object 91" descr=""/>
          <p:cNvSpPr txBox="1"/>
          <p:nvPr/>
        </p:nvSpPr>
        <p:spPr>
          <a:xfrm>
            <a:off x="6288222" y="3458573"/>
            <a:ext cx="584835" cy="280035"/>
          </a:xfrm>
          <a:prstGeom prst="rect">
            <a:avLst/>
          </a:prstGeom>
        </p:spPr>
        <p:txBody>
          <a:bodyPr wrap="square" lIns="0" tIns="15240" rIns="0" bIns="0" rtlCol="0" vert="horz">
            <a:spAutoFit/>
          </a:bodyPr>
          <a:lstStyle/>
          <a:p>
            <a:pPr marL="12700">
              <a:lnSpc>
                <a:spcPct val="100000"/>
              </a:lnSpc>
              <a:spcBef>
                <a:spcPts val="120"/>
              </a:spcBef>
            </a:pPr>
            <a:r>
              <a:rPr dirty="0" sz="1650" spc="515">
                <a:latin typeface="宋体"/>
                <a:cs typeface="宋体"/>
              </a:rPr>
              <a:t>……</a:t>
            </a:r>
            <a:endParaRPr sz="1650">
              <a:latin typeface="宋体"/>
              <a:cs typeface="宋体"/>
            </a:endParaRPr>
          </a:p>
        </p:txBody>
      </p:sp>
      <p:sp>
        <p:nvSpPr>
          <p:cNvPr id="92" name="object 92" descr=""/>
          <p:cNvSpPr txBox="1"/>
          <p:nvPr/>
        </p:nvSpPr>
        <p:spPr>
          <a:xfrm>
            <a:off x="6288222" y="3954626"/>
            <a:ext cx="584835" cy="280035"/>
          </a:xfrm>
          <a:prstGeom prst="rect">
            <a:avLst/>
          </a:prstGeom>
        </p:spPr>
        <p:txBody>
          <a:bodyPr wrap="square" lIns="0" tIns="15240" rIns="0" bIns="0" rtlCol="0" vert="horz">
            <a:spAutoFit/>
          </a:bodyPr>
          <a:lstStyle/>
          <a:p>
            <a:pPr marL="12700">
              <a:lnSpc>
                <a:spcPct val="100000"/>
              </a:lnSpc>
              <a:spcBef>
                <a:spcPts val="120"/>
              </a:spcBef>
            </a:pPr>
            <a:r>
              <a:rPr dirty="0" sz="1650" spc="515">
                <a:latin typeface="宋体"/>
                <a:cs typeface="宋体"/>
              </a:rPr>
              <a:t>……</a:t>
            </a:r>
            <a:endParaRPr sz="1650">
              <a:latin typeface="宋体"/>
              <a:cs typeface="宋体"/>
            </a:endParaRPr>
          </a:p>
        </p:txBody>
      </p:sp>
      <p:sp>
        <p:nvSpPr>
          <p:cNvPr id="93" name="object 93" descr=""/>
          <p:cNvSpPr txBox="1"/>
          <p:nvPr/>
        </p:nvSpPr>
        <p:spPr>
          <a:xfrm>
            <a:off x="6288222" y="4448694"/>
            <a:ext cx="584835" cy="280035"/>
          </a:xfrm>
          <a:prstGeom prst="rect">
            <a:avLst/>
          </a:prstGeom>
        </p:spPr>
        <p:txBody>
          <a:bodyPr wrap="square" lIns="0" tIns="15240" rIns="0" bIns="0" rtlCol="0" vert="horz">
            <a:spAutoFit/>
          </a:bodyPr>
          <a:lstStyle/>
          <a:p>
            <a:pPr marL="12700">
              <a:lnSpc>
                <a:spcPct val="100000"/>
              </a:lnSpc>
              <a:spcBef>
                <a:spcPts val="120"/>
              </a:spcBef>
            </a:pPr>
            <a:r>
              <a:rPr dirty="0" sz="1650" spc="515">
                <a:latin typeface="宋体"/>
                <a:cs typeface="宋体"/>
              </a:rPr>
              <a:t>……</a:t>
            </a:r>
            <a:endParaRPr sz="1650">
              <a:latin typeface="宋体"/>
              <a:cs typeface="宋体"/>
            </a:endParaRPr>
          </a:p>
        </p:txBody>
      </p:sp>
      <p:sp>
        <p:nvSpPr>
          <p:cNvPr id="94" name="object 94" descr=""/>
          <p:cNvSpPr/>
          <p:nvPr/>
        </p:nvSpPr>
        <p:spPr>
          <a:xfrm>
            <a:off x="7891394" y="2882648"/>
            <a:ext cx="2226945" cy="1983105"/>
          </a:xfrm>
          <a:custGeom>
            <a:avLst/>
            <a:gdLst/>
            <a:ahLst/>
            <a:cxnLst/>
            <a:rect l="l" t="t" r="r" b="b"/>
            <a:pathLst>
              <a:path w="2226945" h="1983104">
                <a:moveTo>
                  <a:pt x="0" y="1486113"/>
                </a:moveTo>
                <a:lnTo>
                  <a:pt x="0" y="1982667"/>
                </a:lnTo>
              </a:path>
              <a:path w="2226945" h="1983104">
                <a:moveTo>
                  <a:pt x="0" y="1486113"/>
                </a:moveTo>
                <a:lnTo>
                  <a:pt x="1112957" y="1486113"/>
                </a:lnTo>
              </a:path>
              <a:path w="2226945" h="1983104">
                <a:moveTo>
                  <a:pt x="556878" y="990061"/>
                </a:moveTo>
                <a:lnTo>
                  <a:pt x="556878" y="1982667"/>
                </a:lnTo>
              </a:path>
              <a:path w="2226945" h="1983104">
                <a:moveTo>
                  <a:pt x="556878" y="990061"/>
                </a:moveTo>
                <a:lnTo>
                  <a:pt x="1669569" y="990061"/>
                </a:lnTo>
              </a:path>
              <a:path w="2226945" h="1983104">
                <a:moveTo>
                  <a:pt x="1112957" y="495992"/>
                </a:moveTo>
                <a:lnTo>
                  <a:pt x="1112957" y="1486113"/>
                </a:lnTo>
              </a:path>
              <a:path w="2226945" h="1983104">
                <a:moveTo>
                  <a:pt x="1112957" y="495992"/>
                </a:moveTo>
                <a:lnTo>
                  <a:pt x="2226447" y="495992"/>
                </a:lnTo>
              </a:path>
              <a:path w="2226945" h="1983104">
                <a:moveTo>
                  <a:pt x="1669569" y="990061"/>
                </a:moveTo>
                <a:lnTo>
                  <a:pt x="1669569" y="0"/>
                </a:lnTo>
              </a:path>
              <a:path w="2226945" h="1983104">
                <a:moveTo>
                  <a:pt x="1669569" y="0"/>
                </a:moveTo>
                <a:lnTo>
                  <a:pt x="2226447" y="0"/>
                </a:lnTo>
              </a:path>
              <a:path w="2226945" h="1983104">
                <a:moveTo>
                  <a:pt x="2226447" y="0"/>
                </a:moveTo>
                <a:lnTo>
                  <a:pt x="2226447" y="495992"/>
                </a:lnTo>
              </a:path>
            </a:pathLst>
          </a:custGeom>
          <a:ln w="16765">
            <a:solidFill>
              <a:srgbClr val="000000"/>
            </a:solidFill>
          </a:ln>
        </p:spPr>
        <p:txBody>
          <a:bodyPr wrap="square" lIns="0" tIns="0" rIns="0" bIns="0" rtlCol="0"/>
          <a:lstStyle/>
          <a:p/>
        </p:txBody>
      </p:sp>
      <p:sp>
        <p:nvSpPr>
          <p:cNvPr id="95" name="object 95" descr=""/>
          <p:cNvSpPr txBox="1"/>
          <p:nvPr/>
        </p:nvSpPr>
        <p:spPr>
          <a:xfrm>
            <a:off x="10687054" y="4933002"/>
            <a:ext cx="508634" cy="242570"/>
          </a:xfrm>
          <a:prstGeom prst="rect">
            <a:avLst/>
          </a:prstGeom>
        </p:spPr>
        <p:txBody>
          <a:bodyPr wrap="square" lIns="0" tIns="15240" rIns="0" bIns="0" rtlCol="0" vert="horz">
            <a:spAutoFit/>
          </a:bodyPr>
          <a:lstStyle/>
          <a:p>
            <a:pPr marL="12700">
              <a:lnSpc>
                <a:spcPct val="100000"/>
              </a:lnSpc>
              <a:spcBef>
                <a:spcPts val="120"/>
              </a:spcBef>
            </a:pPr>
            <a:r>
              <a:rPr dirty="0" sz="1400" spc="475">
                <a:latin typeface="宋体"/>
                <a:cs typeface="宋体"/>
              </a:rPr>
              <a:t>时间</a:t>
            </a:r>
            <a:endParaRPr sz="1400">
              <a:latin typeface="宋体"/>
              <a:cs typeface="宋体"/>
            </a:endParaRPr>
          </a:p>
        </p:txBody>
      </p:sp>
      <p:sp>
        <p:nvSpPr>
          <p:cNvPr id="96" name="object 96" descr=""/>
          <p:cNvSpPr txBox="1"/>
          <p:nvPr/>
        </p:nvSpPr>
        <p:spPr>
          <a:xfrm>
            <a:off x="8654488" y="4005193"/>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n</a:t>
            </a:r>
            <a:endParaRPr sz="1400">
              <a:latin typeface="宋体"/>
              <a:cs typeface="宋体"/>
            </a:endParaRPr>
          </a:p>
        </p:txBody>
      </p:sp>
      <p:sp>
        <p:nvSpPr>
          <p:cNvPr id="97" name="object 97" descr=""/>
          <p:cNvSpPr txBox="1"/>
          <p:nvPr/>
        </p:nvSpPr>
        <p:spPr>
          <a:xfrm>
            <a:off x="9211367" y="3509140"/>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n</a:t>
            </a:r>
            <a:endParaRPr sz="1400">
              <a:latin typeface="宋体"/>
              <a:cs typeface="宋体"/>
            </a:endParaRPr>
          </a:p>
        </p:txBody>
      </p:sp>
      <p:sp>
        <p:nvSpPr>
          <p:cNvPr id="98" name="object 98" descr=""/>
          <p:cNvSpPr txBox="1"/>
          <p:nvPr/>
        </p:nvSpPr>
        <p:spPr>
          <a:xfrm>
            <a:off x="9767978" y="301254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latin typeface="宋体"/>
                <a:cs typeface="宋体"/>
              </a:rPr>
              <a:t>n</a:t>
            </a:r>
            <a:endParaRPr sz="1400">
              <a:latin typeface="宋体"/>
              <a:cs typeface="宋体"/>
            </a:endParaRPr>
          </a:p>
        </p:txBody>
      </p:sp>
      <p:sp>
        <p:nvSpPr>
          <p:cNvPr id="99" name="object 99" descr=""/>
          <p:cNvSpPr txBox="1"/>
          <p:nvPr/>
        </p:nvSpPr>
        <p:spPr>
          <a:xfrm>
            <a:off x="1864303" y="4870686"/>
            <a:ext cx="146050" cy="242570"/>
          </a:xfrm>
          <a:prstGeom prst="rect">
            <a:avLst/>
          </a:prstGeom>
        </p:spPr>
        <p:txBody>
          <a:bodyPr wrap="square" lIns="0" tIns="15240" rIns="0" bIns="0" rtlCol="0" vert="horz">
            <a:spAutoFit/>
          </a:bodyPr>
          <a:lstStyle/>
          <a:p>
            <a:pPr marL="12700">
              <a:lnSpc>
                <a:spcPct val="100000"/>
              </a:lnSpc>
              <a:spcBef>
                <a:spcPts val="120"/>
              </a:spcBef>
            </a:pPr>
            <a:r>
              <a:rPr dirty="0" sz="1400" spc="195">
                <a:solidFill>
                  <a:srgbClr val="0000FF"/>
                </a:solidFill>
                <a:latin typeface="宋体"/>
                <a:cs typeface="宋体"/>
              </a:rPr>
              <a:t>0</a:t>
            </a:r>
            <a:endParaRPr sz="1400">
              <a:latin typeface="宋体"/>
              <a:cs typeface="宋体"/>
            </a:endParaRPr>
          </a:p>
        </p:txBody>
      </p:sp>
      <p:sp>
        <p:nvSpPr>
          <p:cNvPr id="100" name="object 100" descr=""/>
          <p:cNvSpPr txBox="1"/>
          <p:nvPr/>
        </p:nvSpPr>
        <p:spPr>
          <a:xfrm>
            <a:off x="7875499" y="4499261"/>
            <a:ext cx="2554605" cy="623570"/>
          </a:xfrm>
          <a:prstGeom prst="rect">
            <a:avLst/>
          </a:prstGeom>
        </p:spPr>
        <p:txBody>
          <a:bodyPr wrap="square" lIns="0" tIns="15240" rIns="0" bIns="0" rtlCol="0" vert="horz">
            <a:spAutoFit/>
          </a:bodyPr>
          <a:lstStyle/>
          <a:p>
            <a:pPr marL="235585">
              <a:lnSpc>
                <a:spcPct val="100000"/>
              </a:lnSpc>
              <a:spcBef>
                <a:spcPts val="120"/>
              </a:spcBef>
            </a:pPr>
            <a:r>
              <a:rPr dirty="0" sz="1400" spc="195">
                <a:latin typeface="宋体"/>
                <a:cs typeface="宋体"/>
              </a:rPr>
              <a:t>n</a:t>
            </a:r>
            <a:endParaRPr sz="1400">
              <a:latin typeface="宋体"/>
              <a:cs typeface="宋体"/>
            </a:endParaRPr>
          </a:p>
          <a:p>
            <a:pPr marL="12700">
              <a:lnSpc>
                <a:spcPct val="100000"/>
              </a:lnSpc>
              <a:spcBef>
                <a:spcPts val="1320"/>
              </a:spcBef>
              <a:tabLst>
                <a:tab pos="568960" algn="l"/>
                <a:tab pos="1125220" algn="l"/>
                <a:tab pos="1682114" algn="l"/>
                <a:tab pos="2239010" algn="l"/>
              </a:tabLst>
            </a:pPr>
            <a:r>
              <a:rPr dirty="0" baseline="1984" sz="2100" spc="240">
                <a:solidFill>
                  <a:srgbClr val="0000FF"/>
                </a:solidFill>
                <a:latin typeface="宋体"/>
                <a:cs typeface="宋体"/>
              </a:rPr>
              <a:t>t</a:t>
            </a:r>
            <a:r>
              <a:rPr dirty="0" sz="700" spc="160" b="1">
                <a:solidFill>
                  <a:srgbClr val="0000FF"/>
                </a:solidFill>
                <a:latin typeface="宋体"/>
                <a:cs typeface="宋体"/>
              </a:rPr>
              <a:t>n-</a:t>
            </a:r>
            <a:r>
              <a:rPr dirty="0" sz="700" spc="75" b="1">
                <a:solidFill>
                  <a:srgbClr val="0000FF"/>
                </a:solidFill>
                <a:latin typeface="宋体"/>
                <a:cs typeface="宋体"/>
              </a:rPr>
              <a:t>1</a:t>
            </a:r>
            <a:r>
              <a:rPr dirty="0" sz="700" b="1">
                <a:solidFill>
                  <a:srgbClr val="0000FF"/>
                </a:solidFill>
                <a:latin typeface="宋体"/>
                <a:cs typeface="宋体"/>
              </a:rPr>
              <a:t>	</a:t>
            </a:r>
            <a:r>
              <a:rPr dirty="0" baseline="1984" sz="2100" spc="240">
                <a:solidFill>
                  <a:srgbClr val="0000FF"/>
                </a:solidFill>
                <a:latin typeface="宋体"/>
                <a:cs typeface="宋体"/>
              </a:rPr>
              <a:t>t</a:t>
            </a:r>
            <a:r>
              <a:rPr dirty="0" sz="700" spc="160" b="1">
                <a:solidFill>
                  <a:srgbClr val="0000FF"/>
                </a:solidFill>
                <a:latin typeface="宋体"/>
                <a:cs typeface="宋体"/>
              </a:rPr>
              <a:t>n</a:t>
            </a:r>
            <a:r>
              <a:rPr dirty="0" sz="700" b="1">
                <a:solidFill>
                  <a:srgbClr val="0000FF"/>
                </a:solidFill>
                <a:latin typeface="宋体"/>
                <a:cs typeface="宋体"/>
              </a:rPr>
              <a:t>	</a:t>
            </a:r>
            <a:r>
              <a:rPr dirty="0" baseline="1984" sz="2100" spc="202">
                <a:solidFill>
                  <a:srgbClr val="0000FF"/>
                </a:solidFill>
                <a:latin typeface="宋体"/>
                <a:cs typeface="宋体"/>
              </a:rPr>
              <a:t>t</a:t>
            </a:r>
            <a:r>
              <a:rPr dirty="0" sz="700" spc="135" b="1">
                <a:solidFill>
                  <a:srgbClr val="0000FF"/>
                </a:solidFill>
                <a:latin typeface="宋体"/>
                <a:cs typeface="宋体"/>
              </a:rPr>
              <a:t>n</a:t>
            </a:r>
            <a:r>
              <a:rPr dirty="0" sz="700" spc="135">
                <a:solidFill>
                  <a:srgbClr val="0000FF"/>
                </a:solidFill>
                <a:latin typeface="宋体"/>
                <a:cs typeface="宋体"/>
              </a:rPr>
              <a:t>+1</a:t>
            </a:r>
            <a:r>
              <a:rPr dirty="0" sz="700">
                <a:solidFill>
                  <a:srgbClr val="0000FF"/>
                </a:solidFill>
                <a:latin typeface="宋体"/>
                <a:cs typeface="宋体"/>
              </a:rPr>
              <a:t>	</a:t>
            </a:r>
            <a:r>
              <a:rPr dirty="0" baseline="1984" sz="2100" spc="202">
                <a:solidFill>
                  <a:srgbClr val="0000FF"/>
                </a:solidFill>
                <a:latin typeface="宋体"/>
                <a:cs typeface="宋体"/>
              </a:rPr>
              <a:t>t</a:t>
            </a:r>
            <a:r>
              <a:rPr dirty="0" sz="700" spc="135" b="1">
                <a:solidFill>
                  <a:srgbClr val="0000FF"/>
                </a:solidFill>
                <a:latin typeface="宋体"/>
                <a:cs typeface="宋体"/>
              </a:rPr>
              <a:t>n+2</a:t>
            </a:r>
            <a:r>
              <a:rPr dirty="0" sz="700" b="1">
                <a:solidFill>
                  <a:srgbClr val="0000FF"/>
                </a:solidFill>
                <a:latin typeface="宋体"/>
                <a:cs typeface="宋体"/>
              </a:rPr>
              <a:t>	</a:t>
            </a:r>
            <a:r>
              <a:rPr dirty="0" baseline="1984" sz="2100" spc="202">
                <a:solidFill>
                  <a:srgbClr val="0000FF"/>
                </a:solidFill>
                <a:latin typeface="宋体"/>
                <a:cs typeface="宋体"/>
              </a:rPr>
              <a:t>t</a:t>
            </a:r>
            <a:r>
              <a:rPr dirty="0" sz="700" spc="135" b="1">
                <a:solidFill>
                  <a:srgbClr val="0000FF"/>
                </a:solidFill>
                <a:latin typeface="宋体"/>
                <a:cs typeface="宋体"/>
              </a:rPr>
              <a:t>n</a:t>
            </a:r>
            <a:r>
              <a:rPr dirty="0" sz="700" spc="135">
                <a:solidFill>
                  <a:srgbClr val="0000FF"/>
                </a:solidFill>
                <a:latin typeface="宋体"/>
                <a:cs typeface="宋体"/>
              </a:rPr>
              <a:t>+3</a:t>
            </a:r>
            <a:endParaRPr sz="700">
              <a:latin typeface="宋体"/>
              <a:cs typeface="宋体"/>
            </a:endParaRPr>
          </a:p>
        </p:txBody>
      </p:sp>
      <p:sp>
        <p:nvSpPr>
          <p:cNvPr id="101" name="object 101" descr=""/>
          <p:cNvSpPr txBox="1"/>
          <p:nvPr/>
        </p:nvSpPr>
        <p:spPr>
          <a:xfrm>
            <a:off x="2531918" y="2362662"/>
            <a:ext cx="984885" cy="242570"/>
          </a:xfrm>
          <a:prstGeom prst="rect">
            <a:avLst/>
          </a:prstGeom>
        </p:spPr>
        <p:txBody>
          <a:bodyPr wrap="square" lIns="0" tIns="15240" rIns="0" bIns="0" rtlCol="0" vert="horz">
            <a:spAutoFit/>
          </a:bodyPr>
          <a:lstStyle/>
          <a:p>
            <a:pPr marL="12700">
              <a:lnSpc>
                <a:spcPct val="100000"/>
              </a:lnSpc>
              <a:spcBef>
                <a:spcPts val="120"/>
              </a:spcBef>
            </a:pPr>
            <a:r>
              <a:rPr dirty="0" sz="1400" spc="470">
                <a:solidFill>
                  <a:srgbClr val="FF0000"/>
                </a:solidFill>
                <a:latin typeface="宋体"/>
                <a:cs typeface="宋体"/>
              </a:rPr>
              <a:t>通过时间</a:t>
            </a:r>
            <a:endParaRPr sz="1400">
              <a:latin typeface="宋体"/>
              <a:cs typeface="宋体"/>
            </a:endParaRPr>
          </a:p>
        </p:txBody>
      </p:sp>
      <p:grpSp>
        <p:nvGrpSpPr>
          <p:cNvPr id="102" name="object 102" descr=""/>
          <p:cNvGrpSpPr/>
          <p:nvPr/>
        </p:nvGrpSpPr>
        <p:grpSpPr>
          <a:xfrm>
            <a:off x="1882686" y="2408762"/>
            <a:ext cx="8275955" cy="1970405"/>
            <a:chOff x="1882686" y="2408762"/>
            <a:chExt cx="8275955" cy="1970405"/>
          </a:xfrm>
        </p:grpSpPr>
        <p:sp>
          <p:nvSpPr>
            <p:cNvPr id="103" name="object 103" descr=""/>
            <p:cNvSpPr/>
            <p:nvPr/>
          </p:nvSpPr>
          <p:spPr>
            <a:xfrm>
              <a:off x="4108830" y="2420192"/>
              <a:ext cx="0" cy="466090"/>
            </a:xfrm>
            <a:custGeom>
              <a:avLst/>
              <a:gdLst/>
              <a:ahLst/>
              <a:cxnLst/>
              <a:rect l="l" t="t" r="r" b="b"/>
              <a:pathLst>
                <a:path w="0" h="466089">
                  <a:moveTo>
                    <a:pt x="0" y="0"/>
                  </a:moveTo>
                  <a:lnTo>
                    <a:pt x="0" y="465462"/>
                  </a:lnTo>
                </a:path>
              </a:pathLst>
            </a:custGeom>
            <a:ln w="22371">
              <a:solidFill>
                <a:srgbClr val="000000"/>
              </a:solidFill>
              <a:prstDash val="sysDash"/>
            </a:ln>
          </p:spPr>
          <p:txBody>
            <a:bodyPr wrap="square" lIns="0" tIns="0" rIns="0" bIns="0" rtlCol="0"/>
            <a:lstStyle/>
            <a:p/>
          </p:txBody>
        </p:sp>
        <p:sp>
          <p:nvSpPr>
            <p:cNvPr id="104" name="object 104" descr=""/>
            <p:cNvSpPr/>
            <p:nvPr/>
          </p:nvSpPr>
          <p:spPr>
            <a:xfrm>
              <a:off x="4097645" y="2420192"/>
              <a:ext cx="22860" cy="466090"/>
            </a:xfrm>
            <a:custGeom>
              <a:avLst/>
              <a:gdLst/>
              <a:ahLst/>
              <a:cxnLst/>
              <a:rect l="l" t="t" r="r" b="b"/>
              <a:pathLst>
                <a:path w="22860" h="466089">
                  <a:moveTo>
                    <a:pt x="22371" y="0"/>
                  </a:moveTo>
                  <a:lnTo>
                    <a:pt x="22371" y="59736"/>
                  </a:lnTo>
                  <a:lnTo>
                    <a:pt x="0" y="59736"/>
                  </a:lnTo>
                  <a:lnTo>
                    <a:pt x="0" y="0"/>
                  </a:lnTo>
                  <a:lnTo>
                    <a:pt x="22371" y="0"/>
                  </a:lnTo>
                  <a:close/>
                </a:path>
                <a:path w="22860" h="466089">
                  <a:moveTo>
                    <a:pt x="22371" y="105841"/>
                  </a:moveTo>
                  <a:lnTo>
                    <a:pt x="22371" y="165578"/>
                  </a:lnTo>
                  <a:lnTo>
                    <a:pt x="0" y="165578"/>
                  </a:lnTo>
                  <a:lnTo>
                    <a:pt x="0" y="105841"/>
                  </a:lnTo>
                  <a:lnTo>
                    <a:pt x="22371" y="105841"/>
                  </a:lnTo>
                  <a:close/>
                </a:path>
                <a:path w="22860" h="466089">
                  <a:moveTo>
                    <a:pt x="22371" y="211082"/>
                  </a:moveTo>
                  <a:lnTo>
                    <a:pt x="22371" y="271018"/>
                  </a:lnTo>
                  <a:lnTo>
                    <a:pt x="0" y="271018"/>
                  </a:lnTo>
                  <a:lnTo>
                    <a:pt x="0" y="211082"/>
                  </a:lnTo>
                  <a:lnTo>
                    <a:pt x="22371" y="211082"/>
                  </a:lnTo>
                  <a:close/>
                </a:path>
                <a:path w="22860" h="466089">
                  <a:moveTo>
                    <a:pt x="22371" y="314117"/>
                  </a:moveTo>
                  <a:lnTo>
                    <a:pt x="22371" y="374455"/>
                  </a:lnTo>
                  <a:lnTo>
                    <a:pt x="0" y="374455"/>
                  </a:lnTo>
                  <a:lnTo>
                    <a:pt x="0" y="314117"/>
                  </a:lnTo>
                  <a:lnTo>
                    <a:pt x="22371" y="314117"/>
                  </a:lnTo>
                  <a:close/>
                </a:path>
                <a:path w="22860" h="466089">
                  <a:moveTo>
                    <a:pt x="22371" y="419959"/>
                  </a:moveTo>
                  <a:lnTo>
                    <a:pt x="22371" y="465462"/>
                  </a:lnTo>
                  <a:lnTo>
                    <a:pt x="0" y="465462"/>
                  </a:lnTo>
                  <a:lnTo>
                    <a:pt x="0" y="419959"/>
                  </a:lnTo>
                  <a:lnTo>
                    <a:pt x="22371" y="419959"/>
                  </a:lnTo>
                  <a:close/>
                </a:path>
              </a:pathLst>
            </a:custGeom>
            <a:ln w="3267">
              <a:solidFill>
                <a:srgbClr val="000000"/>
              </a:solidFill>
            </a:ln>
          </p:spPr>
          <p:txBody>
            <a:bodyPr wrap="square" lIns="0" tIns="0" rIns="0" bIns="0" rtlCol="0"/>
            <a:lstStyle/>
            <a:p/>
          </p:txBody>
        </p:sp>
        <p:sp>
          <p:nvSpPr>
            <p:cNvPr id="105" name="object 105" descr=""/>
            <p:cNvSpPr/>
            <p:nvPr/>
          </p:nvSpPr>
          <p:spPr>
            <a:xfrm>
              <a:off x="1884273" y="2597798"/>
              <a:ext cx="2226310" cy="79375"/>
            </a:xfrm>
            <a:custGeom>
              <a:avLst/>
              <a:gdLst/>
              <a:ahLst/>
              <a:cxnLst/>
              <a:rect l="l" t="t" r="r" b="b"/>
              <a:pathLst>
                <a:path w="2226310" h="79375">
                  <a:moveTo>
                    <a:pt x="158993" y="0"/>
                  </a:moveTo>
                  <a:lnTo>
                    <a:pt x="0" y="40492"/>
                  </a:lnTo>
                  <a:lnTo>
                    <a:pt x="158993" y="78980"/>
                  </a:lnTo>
                  <a:lnTo>
                    <a:pt x="118688" y="50314"/>
                  </a:lnTo>
                  <a:lnTo>
                    <a:pt x="104877" y="50314"/>
                  </a:lnTo>
                  <a:lnTo>
                    <a:pt x="104877" y="28665"/>
                  </a:lnTo>
                  <a:lnTo>
                    <a:pt x="120683" y="28665"/>
                  </a:lnTo>
                  <a:lnTo>
                    <a:pt x="158993" y="0"/>
                  </a:lnTo>
                  <a:close/>
                </a:path>
                <a:path w="2226310" h="79375">
                  <a:moveTo>
                    <a:pt x="2118294" y="40492"/>
                  </a:moveTo>
                  <a:lnTo>
                    <a:pt x="2066894" y="78980"/>
                  </a:lnTo>
                  <a:lnTo>
                    <a:pt x="2185311" y="50314"/>
                  </a:lnTo>
                  <a:lnTo>
                    <a:pt x="2118294" y="50314"/>
                  </a:lnTo>
                  <a:lnTo>
                    <a:pt x="2118294" y="40492"/>
                  </a:lnTo>
                  <a:close/>
                </a:path>
                <a:path w="2226310" h="79375">
                  <a:moveTo>
                    <a:pt x="104877" y="40492"/>
                  </a:moveTo>
                  <a:lnTo>
                    <a:pt x="104877" y="50314"/>
                  </a:lnTo>
                  <a:lnTo>
                    <a:pt x="118688" y="50314"/>
                  </a:lnTo>
                  <a:lnTo>
                    <a:pt x="104877" y="40492"/>
                  </a:lnTo>
                  <a:close/>
                </a:path>
                <a:path w="2226310" h="79375">
                  <a:moveTo>
                    <a:pt x="2103281" y="28665"/>
                  </a:moveTo>
                  <a:lnTo>
                    <a:pt x="120683" y="28665"/>
                  </a:lnTo>
                  <a:lnTo>
                    <a:pt x="104877" y="40492"/>
                  </a:lnTo>
                  <a:lnTo>
                    <a:pt x="118688" y="50314"/>
                  </a:lnTo>
                  <a:lnTo>
                    <a:pt x="2105176" y="50314"/>
                  </a:lnTo>
                  <a:lnTo>
                    <a:pt x="2118294" y="40492"/>
                  </a:lnTo>
                  <a:lnTo>
                    <a:pt x="2103281" y="28665"/>
                  </a:lnTo>
                  <a:close/>
                </a:path>
                <a:path w="2226310" h="79375">
                  <a:moveTo>
                    <a:pt x="2179449" y="28665"/>
                  </a:moveTo>
                  <a:lnTo>
                    <a:pt x="2118294" y="28665"/>
                  </a:lnTo>
                  <a:lnTo>
                    <a:pt x="2118294" y="50314"/>
                  </a:lnTo>
                  <a:lnTo>
                    <a:pt x="2185311" y="50314"/>
                  </a:lnTo>
                  <a:lnTo>
                    <a:pt x="2225888" y="40492"/>
                  </a:lnTo>
                  <a:lnTo>
                    <a:pt x="2179449" y="28665"/>
                  </a:lnTo>
                  <a:close/>
                </a:path>
                <a:path w="2226310" h="79375">
                  <a:moveTo>
                    <a:pt x="120683" y="28665"/>
                  </a:moveTo>
                  <a:lnTo>
                    <a:pt x="104877" y="28665"/>
                  </a:lnTo>
                  <a:lnTo>
                    <a:pt x="104877" y="40492"/>
                  </a:lnTo>
                  <a:lnTo>
                    <a:pt x="120683" y="28665"/>
                  </a:lnTo>
                  <a:close/>
                </a:path>
                <a:path w="2226310" h="79375">
                  <a:moveTo>
                    <a:pt x="2066894" y="0"/>
                  </a:moveTo>
                  <a:lnTo>
                    <a:pt x="2118294" y="40492"/>
                  </a:lnTo>
                  <a:lnTo>
                    <a:pt x="2118294" y="28665"/>
                  </a:lnTo>
                  <a:lnTo>
                    <a:pt x="2179449" y="28665"/>
                  </a:lnTo>
                  <a:lnTo>
                    <a:pt x="2066894" y="0"/>
                  </a:lnTo>
                  <a:close/>
                </a:path>
              </a:pathLst>
            </a:custGeom>
            <a:solidFill>
              <a:srgbClr val="000000"/>
            </a:solidFill>
          </p:spPr>
          <p:txBody>
            <a:bodyPr wrap="square" lIns="0" tIns="0" rIns="0" bIns="0" rtlCol="0"/>
            <a:lstStyle/>
            <a:p/>
          </p:txBody>
        </p:sp>
        <p:sp>
          <p:nvSpPr>
            <p:cNvPr id="106" name="object 106" descr=""/>
            <p:cNvSpPr/>
            <p:nvPr/>
          </p:nvSpPr>
          <p:spPr>
            <a:xfrm>
              <a:off x="1884273" y="2597798"/>
              <a:ext cx="2226310" cy="79375"/>
            </a:xfrm>
            <a:custGeom>
              <a:avLst/>
              <a:gdLst/>
              <a:ahLst/>
              <a:cxnLst/>
              <a:rect l="l" t="t" r="r" b="b"/>
              <a:pathLst>
                <a:path w="2226310" h="79375">
                  <a:moveTo>
                    <a:pt x="104877" y="28665"/>
                  </a:moveTo>
                  <a:lnTo>
                    <a:pt x="2118294" y="28665"/>
                  </a:lnTo>
                  <a:lnTo>
                    <a:pt x="2118294" y="50314"/>
                  </a:lnTo>
                  <a:lnTo>
                    <a:pt x="104877" y="50314"/>
                  </a:lnTo>
                  <a:lnTo>
                    <a:pt x="104877" y="28665"/>
                  </a:lnTo>
                  <a:close/>
                </a:path>
                <a:path w="2226310" h="79375">
                  <a:moveTo>
                    <a:pt x="104877" y="40492"/>
                  </a:moveTo>
                  <a:lnTo>
                    <a:pt x="158993" y="78980"/>
                  </a:lnTo>
                  <a:lnTo>
                    <a:pt x="0" y="40492"/>
                  </a:lnTo>
                  <a:lnTo>
                    <a:pt x="158993" y="0"/>
                  </a:lnTo>
                  <a:lnTo>
                    <a:pt x="104877" y="40492"/>
                  </a:lnTo>
                  <a:close/>
                </a:path>
                <a:path w="2226310" h="79375">
                  <a:moveTo>
                    <a:pt x="2118294" y="40492"/>
                  </a:moveTo>
                  <a:lnTo>
                    <a:pt x="2066894" y="0"/>
                  </a:lnTo>
                  <a:lnTo>
                    <a:pt x="2225888" y="40492"/>
                  </a:lnTo>
                  <a:lnTo>
                    <a:pt x="2066894" y="78980"/>
                  </a:lnTo>
                  <a:lnTo>
                    <a:pt x="2118294" y="40492"/>
                  </a:lnTo>
                  <a:close/>
                </a:path>
              </a:pathLst>
            </a:custGeom>
            <a:ln w="3267">
              <a:solidFill>
                <a:srgbClr val="000000"/>
              </a:solidFill>
            </a:ln>
          </p:spPr>
          <p:txBody>
            <a:bodyPr wrap="square" lIns="0" tIns="0" rIns="0" bIns="0" rtlCol="0"/>
            <a:lstStyle/>
            <a:p/>
          </p:txBody>
        </p:sp>
        <p:sp>
          <p:nvSpPr>
            <p:cNvPr id="107" name="object 107" descr=""/>
            <p:cNvSpPr/>
            <p:nvPr/>
          </p:nvSpPr>
          <p:spPr>
            <a:xfrm>
              <a:off x="7920689" y="2420192"/>
              <a:ext cx="0" cy="1949450"/>
            </a:xfrm>
            <a:custGeom>
              <a:avLst/>
              <a:gdLst/>
              <a:ahLst/>
              <a:cxnLst/>
              <a:rect l="l" t="t" r="r" b="b"/>
              <a:pathLst>
                <a:path w="0" h="1949450">
                  <a:moveTo>
                    <a:pt x="0" y="0"/>
                  </a:moveTo>
                  <a:lnTo>
                    <a:pt x="0" y="1949071"/>
                  </a:lnTo>
                </a:path>
              </a:pathLst>
            </a:custGeom>
            <a:ln w="19175">
              <a:solidFill>
                <a:srgbClr val="000000"/>
              </a:solidFill>
              <a:prstDash val="sysDash"/>
            </a:ln>
          </p:spPr>
          <p:txBody>
            <a:bodyPr wrap="square" lIns="0" tIns="0" rIns="0" bIns="0" rtlCol="0"/>
            <a:lstStyle/>
            <a:p/>
          </p:txBody>
        </p:sp>
        <p:sp>
          <p:nvSpPr>
            <p:cNvPr id="108" name="object 108" descr=""/>
            <p:cNvSpPr/>
            <p:nvPr/>
          </p:nvSpPr>
          <p:spPr>
            <a:xfrm>
              <a:off x="7911102" y="2420192"/>
              <a:ext cx="19685" cy="1949450"/>
            </a:xfrm>
            <a:custGeom>
              <a:avLst/>
              <a:gdLst/>
              <a:ahLst/>
              <a:cxnLst/>
              <a:rect l="l" t="t" r="r" b="b"/>
              <a:pathLst>
                <a:path w="19684" h="1949450">
                  <a:moveTo>
                    <a:pt x="19175" y="0"/>
                  </a:moveTo>
                  <a:lnTo>
                    <a:pt x="19175" y="59736"/>
                  </a:lnTo>
                  <a:lnTo>
                    <a:pt x="0" y="59736"/>
                  </a:lnTo>
                  <a:lnTo>
                    <a:pt x="0" y="0"/>
                  </a:lnTo>
                  <a:lnTo>
                    <a:pt x="19175" y="0"/>
                  </a:lnTo>
                  <a:close/>
                </a:path>
                <a:path w="19684" h="1949450">
                  <a:moveTo>
                    <a:pt x="19175" y="105841"/>
                  </a:moveTo>
                  <a:lnTo>
                    <a:pt x="19175" y="165578"/>
                  </a:lnTo>
                  <a:lnTo>
                    <a:pt x="0" y="165578"/>
                  </a:lnTo>
                  <a:lnTo>
                    <a:pt x="0" y="105841"/>
                  </a:lnTo>
                  <a:lnTo>
                    <a:pt x="19175" y="105841"/>
                  </a:lnTo>
                  <a:close/>
                </a:path>
                <a:path w="19684" h="1949450">
                  <a:moveTo>
                    <a:pt x="19175" y="211082"/>
                  </a:moveTo>
                  <a:lnTo>
                    <a:pt x="19175" y="271018"/>
                  </a:lnTo>
                  <a:lnTo>
                    <a:pt x="0" y="271018"/>
                  </a:lnTo>
                  <a:lnTo>
                    <a:pt x="0" y="211082"/>
                  </a:lnTo>
                  <a:lnTo>
                    <a:pt x="19175" y="211082"/>
                  </a:lnTo>
                  <a:close/>
                </a:path>
                <a:path w="19684" h="1949450">
                  <a:moveTo>
                    <a:pt x="19175" y="314117"/>
                  </a:moveTo>
                  <a:lnTo>
                    <a:pt x="19175" y="374455"/>
                  </a:lnTo>
                  <a:lnTo>
                    <a:pt x="0" y="374455"/>
                  </a:lnTo>
                  <a:lnTo>
                    <a:pt x="0" y="314117"/>
                  </a:lnTo>
                  <a:lnTo>
                    <a:pt x="19175" y="314117"/>
                  </a:lnTo>
                  <a:close/>
                </a:path>
                <a:path w="19684" h="1949450">
                  <a:moveTo>
                    <a:pt x="19175" y="419959"/>
                  </a:moveTo>
                  <a:lnTo>
                    <a:pt x="19175" y="479695"/>
                  </a:lnTo>
                  <a:lnTo>
                    <a:pt x="0" y="479695"/>
                  </a:lnTo>
                  <a:lnTo>
                    <a:pt x="0" y="419959"/>
                  </a:lnTo>
                  <a:lnTo>
                    <a:pt x="19175" y="419959"/>
                  </a:lnTo>
                  <a:close/>
                </a:path>
                <a:path w="19684" h="1949450">
                  <a:moveTo>
                    <a:pt x="19175" y="525199"/>
                  </a:moveTo>
                  <a:lnTo>
                    <a:pt x="19175" y="585136"/>
                  </a:lnTo>
                  <a:lnTo>
                    <a:pt x="0" y="585136"/>
                  </a:lnTo>
                  <a:lnTo>
                    <a:pt x="0" y="525199"/>
                  </a:lnTo>
                  <a:lnTo>
                    <a:pt x="19175" y="525199"/>
                  </a:lnTo>
                  <a:close/>
                </a:path>
                <a:path w="19684" h="1949450">
                  <a:moveTo>
                    <a:pt x="19175" y="630640"/>
                  </a:moveTo>
                  <a:lnTo>
                    <a:pt x="19175" y="690376"/>
                  </a:lnTo>
                  <a:lnTo>
                    <a:pt x="0" y="690376"/>
                  </a:lnTo>
                  <a:lnTo>
                    <a:pt x="0" y="630640"/>
                  </a:lnTo>
                  <a:lnTo>
                    <a:pt x="19175" y="630640"/>
                  </a:lnTo>
                  <a:close/>
                </a:path>
                <a:path w="19684" h="1949450">
                  <a:moveTo>
                    <a:pt x="19175" y="733875"/>
                  </a:moveTo>
                  <a:lnTo>
                    <a:pt x="19175" y="793812"/>
                  </a:lnTo>
                  <a:lnTo>
                    <a:pt x="0" y="793812"/>
                  </a:lnTo>
                  <a:lnTo>
                    <a:pt x="0" y="733875"/>
                  </a:lnTo>
                  <a:lnTo>
                    <a:pt x="19175" y="733875"/>
                  </a:lnTo>
                  <a:close/>
                </a:path>
                <a:path w="19684" h="1949450">
                  <a:moveTo>
                    <a:pt x="19175" y="839256"/>
                  </a:moveTo>
                  <a:lnTo>
                    <a:pt x="19175" y="899093"/>
                  </a:lnTo>
                  <a:lnTo>
                    <a:pt x="0" y="899093"/>
                  </a:lnTo>
                  <a:lnTo>
                    <a:pt x="0" y="839256"/>
                  </a:lnTo>
                  <a:lnTo>
                    <a:pt x="19175" y="839256"/>
                  </a:lnTo>
                  <a:close/>
                </a:path>
                <a:path w="19684" h="1949450">
                  <a:moveTo>
                    <a:pt x="19175" y="944597"/>
                  </a:moveTo>
                  <a:lnTo>
                    <a:pt x="19175" y="1004433"/>
                  </a:lnTo>
                  <a:lnTo>
                    <a:pt x="0" y="1004433"/>
                  </a:lnTo>
                  <a:lnTo>
                    <a:pt x="0" y="944597"/>
                  </a:lnTo>
                  <a:lnTo>
                    <a:pt x="19175" y="944597"/>
                  </a:lnTo>
                  <a:close/>
                </a:path>
                <a:path w="19684" h="1949450">
                  <a:moveTo>
                    <a:pt x="19175" y="1050438"/>
                  </a:moveTo>
                  <a:lnTo>
                    <a:pt x="19175" y="1110275"/>
                  </a:lnTo>
                  <a:lnTo>
                    <a:pt x="0" y="1110275"/>
                  </a:lnTo>
                  <a:lnTo>
                    <a:pt x="0" y="1050438"/>
                  </a:lnTo>
                  <a:lnTo>
                    <a:pt x="19175" y="1050438"/>
                  </a:lnTo>
                  <a:close/>
                </a:path>
                <a:path w="19684" h="1949450">
                  <a:moveTo>
                    <a:pt x="19175" y="1153313"/>
                  </a:moveTo>
                  <a:lnTo>
                    <a:pt x="19175" y="1213150"/>
                  </a:lnTo>
                  <a:lnTo>
                    <a:pt x="0" y="1213150"/>
                  </a:lnTo>
                  <a:lnTo>
                    <a:pt x="0" y="1153313"/>
                  </a:lnTo>
                  <a:lnTo>
                    <a:pt x="19175" y="1153313"/>
                  </a:lnTo>
                  <a:close/>
                </a:path>
                <a:path w="19684" h="1949450">
                  <a:moveTo>
                    <a:pt x="19175" y="1258654"/>
                  </a:moveTo>
                  <a:lnTo>
                    <a:pt x="19175" y="1318491"/>
                  </a:lnTo>
                  <a:lnTo>
                    <a:pt x="0" y="1318491"/>
                  </a:lnTo>
                  <a:lnTo>
                    <a:pt x="0" y="1258654"/>
                  </a:lnTo>
                  <a:lnTo>
                    <a:pt x="19175" y="1258654"/>
                  </a:lnTo>
                  <a:close/>
                </a:path>
                <a:path w="19684" h="1949450">
                  <a:moveTo>
                    <a:pt x="19175" y="1364496"/>
                  </a:moveTo>
                  <a:lnTo>
                    <a:pt x="19175" y="1424332"/>
                  </a:lnTo>
                  <a:lnTo>
                    <a:pt x="0" y="1424332"/>
                  </a:lnTo>
                  <a:lnTo>
                    <a:pt x="0" y="1364496"/>
                  </a:lnTo>
                  <a:lnTo>
                    <a:pt x="19175" y="1364496"/>
                  </a:lnTo>
                  <a:close/>
                </a:path>
                <a:path w="19684" h="1949450">
                  <a:moveTo>
                    <a:pt x="19175" y="1469836"/>
                  </a:moveTo>
                  <a:lnTo>
                    <a:pt x="19175" y="1529673"/>
                  </a:lnTo>
                  <a:lnTo>
                    <a:pt x="0" y="1529673"/>
                  </a:lnTo>
                  <a:lnTo>
                    <a:pt x="0" y="1469836"/>
                  </a:lnTo>
                  <a:lnTo>
                    <a:pt x="19175" y="1469836"/>
                  </a:lnTo>
                  <a:close/>
                </a:path>
                <a:path w="19684" h="1949450">
                  <a:moveTo>
                    <a:pt x="19175" y="1572691"/>
                  </a:moveTo>
                  <a:lnTo>
                    <a:pt x="19175" y="1633029"/>
                  </a:lnTo>
                  <a:lnTo>
                    <a:pt x="0" y="1633029"/>
                  </a:lnTo>
                  <a:lnTo>
                    <a:pt x="0" y="1572691"/>
                  </a:lnTo>
                  <a:lnTo>
                    <a:pt x="19175" y="1572691"/>
                  </a:lnTo>
                  <a:close/>
                </a:path>
                <a:path w="19684" h="1949450">
                  <a:moveTo>
                    <a:pt x="19175" y="1678533"/>
                  </a:moveTo>
                  <a:lnTo>
                    <a:pt x="19175" y="1738389"/>
                  </a:lnTo>
                  <a:lnTo>
                    <a:pt x="0" y="1738389"/>
                  </a:lnTo>
                  <a:lnTo>
                    <a:pt x="0" y="1678533"/>
                  </a:lnTo>
                  <a:lnTo>
                    <a:pt x="19175" y="1678533"/>
                  </a:lnTo>
                  <a:close/>
                </a:path>
                <a:path w="19684" h="1949450">
                  <a:moveTo>
                    <a:pt x="19175" y="1783873"/>
                  </a:moveTo>
                  <a:lnTo>
                    <a:pt x="19175" y="1843730"/>
                  </a:lnTo>
                  <a:lnTo>
                    <a:pt x="0" y="1843730"/>
                  </a:lnTo>
                  <a:lnTo>
                    <a:pt x="0" y="1783873"/>
                  </a:lnTo>
                  <a:lnTo>
                    <a:pt x="19175" y="1783873"/>
                  </a:lnTo>
                  <a:close/>
                </a:path>
                <a:path w="19684" h="1949450">
                  <a:moveTo>
                    <a:pt x="19175" y="1889214"/>
                  </a:moveTo>
                  <a:lnTo>
                    <a:pt x="19175" y="1949071"/>
                  </a:lnTo>
                  <a:lnTo>
                    <a:pt x="0" y="1949071"/>
                  </a:lnTo>
                  <a:lnTo>
                    <a:pt x="0" y="1889214"/>
                  </a:lnTo>
                  <a:lnTo>
                    <a:pt x="19175" y="1889214"/>
                  </a:lnTo>
                  <a:close/>
                </a:path>
              </a:pathLst>
            </a:custGeom>
            <a:ln w="3267">
              <a:solidFill>
                <a:srgbClr val="000000"/>
              </a:solidFill>
            </a:ln>
          </p:spPr>
          <p:txBody>
            <a:bodyPr wrap="square" lIns="0" tIns="0" rIns="0" bIns="0" rtlCol="0"/>
            <a:lstStyle/>
            <a:p/>
          </p:txBody>
        </p:sp>
        <p:sp>
          <p:nvSpPr>
            <p:cNvPr id="109" name="object 109" descr=""/>
            <p:cNvSpPr/>
            <p:nvPr/>
          </p:nvSpPr>
          <p:spPr>
            <a:xfrm>
              <a:off x="10147137" y="2420192"/>
              <a:ext cx="0" cy="466090"/>
            </a:xfrm>
            <a:custGeom>
              <a:avLst/>
              <a:gdLst/>
              <a:ahLst/>
              <a:cxnLst/>
              <a:rect l="l" t="t" r="r" b="b"/>
              <a:pathLst>
                <a:path w="0" h="466089">
                  <a:moveTo>
                    <a:pt x="0" y="0"/>
                  </a:moveTo>
                  <a:lnTo>
                    <a:pt x="0" y="465462"/>
                  </a:lnTo>
                </a:path>
              </a:pathLst>
            </a:custGeom>
            <a:ln w="19175">
              <a:solidFill>
                <a:srgbClr val="000000"/>
              </a:solidFill>
              <a:prstDash val="sysDash"/>
            </a:ln>
          </p:spPr>
          <p:txBody>
            <a:bodyPr wrap="square" lIns="0" tIns="0" rIns="0" bIns="0" rtlCol="0"/>
            <a:lstStyle/>
            <a:p/>
          </p:txBody>
        </p:sp>
        <p:sp>
          <p:nvSpPr>
            <p:cNvPr id="110" name="object 110" descr=""/>
            <p:cNvSpPr/>
            <p:nvPr/>
          </p:nvSpPr>
          <p:spPr>
            <a:xfrm>
              <a:off x="10137549" y="2420192"/>
              <a:ext cx="19685" cy="466090"/>
            </a:xfrm>
            <a:custGeom>
              <a:avLst/>
              <a:gdLst/>
              <a:ahLst/>
              <a:cxnLst/>
              <a:rect l="l" t="t" r="r" b="b"/>
              <a:pathLst>
                <a:path w="19684" h="466089">
                  <a:moveTo>
                    <a:pt x="19175" y="0"/>
                  </a:moveTo>
                  <a:lnTo>
                    <a:pt x="19175" y="59736"/>
                  </a:lnTo>
                  <a:lnTo>
                    <a:pt x="0" y="59736"/>
                  </a:lnTo>
                  <a:lnTo>
                    <a:pt x="0" y="0"/>
                  </a:lnTo>
                  <a:lnTo>
                    <a:pt x="19175" y="0"/>
                  </a:lnTo>
                  <a:close/>
                </a:path>
                <a:path w="19684" h="466089">
                  <a:moveTo>
                    <a:pt x="19175" y="105841"/>
                  </a:moveTo>
                  <a:lnTo>
                    <a:pt x="19175" y="165578"/>
                  </a:lnTo>
                  <a:lnTo>
                    <a:pt x="0" y="165578"/>
                  </a:lnTo>
                  <a:lnTo>
                    <a:pt x="0" y="105841"/>
                  </a:lnTo>
                  <a:lnTo>
                    <a:pt x="19175" y="105841"/>
                  </a:lnTo>
                  <a:close/>
                </a:path>
                <a:path w="19684" h="466089">
                  <a:moveTo>
                    <a:pt x="19175" y="211082"/>
                  </a:moveTo>
                  <a:lnTo>
                    <a:pt x="19175" y="271018"/>
                  </a:lnTo>
                  <a:lnTo>
                    <a:pt x="0" y="271018"/>
                  </a:lnTo>
                  <a:lnTo>
                    <a:pt x="0" y="211082"/>
                  </a:lnTo>
                  <a:lnTo>
                    <a:pt x="19175" y="211082"/>
                  </a:lnTo>
                  <a:close/>
                </a:path>
                <a:path w="19684" h="466089">
                  <a:moveTo>
                    <a:pt x="19175" y="314117"/>
                  </a:moveTo>
                  <a:lnTo>
                    <a:pt x="19175" y="374455"/>
                  </a:lnTo>
                  <a:lnTo>
                    <a:pt x="0" y="374455"/>
                  </a:lnTo>
                  <a:lnTo>
                    <a:pt x="0" y="314117"/>
                  </a:lnTo>
                  <a:lnTo>
                    <a:pt x="19175" y="314117"/>
                  </a:lnTo>
                  <a:close/>
                </a:path>
                <a:path w="19684" h="466089">
                  <a:moveTo>
                    <a:pt x="19175" y="419959"/>
                  </a:moveTo>
                  <a:lnTo>
                    <a:pt x="19175" y="465462"/>
                  </a:lnTo>
                  <a:lnTo>
                    <a:pt x="0" y="465462"/>
                  </a:lnTo>
                  <a:lnTo>
                    <a:pt x="0" y="419959"/>
                  </a:lnTo>
                  <a:lnTo>
                    <a:pt x="19175" y="419959"/>
                  </a:lnTo>
                  <a:close/>
                </a:path>
              </a:pathLst>
            </a:custGeom>
            <a:ln w="3267">
              <a:solidFill>
                <a:srgbClr val="000000"/>
              </a:solidFill>
            </a:ln>
          </p:spPr>
          <p:txBody>
            <a:bodyPr wrap="square" lIns="0" tIns="0" rIns="0" bIns="0" rtlCol="0"/>
            <a:lstStyle/>
            <a:p/>
          </p:txBody>
        </p:sp>
        <p:sp>
          <p:nvSpPr>
            <p:cNvPr id="111" name="object 111" descr=""/>
            <p:cNvSpPr/>
            <p:nvPr/>
          </p:nvSpPr>
          <p:spPr>
            <a:xfrm>
              <a:off x="7920423" y="2597798"/>
              <a:ext cx="2226945" cy="79375"/>
            </a:xfrm>
            <a:custGeom>
              <a:avLst/>
              <a:gdLst/>
              <a:ahLst/>
              <a:cxnLst/>
              <a:rect l="l" t="t" r="r" b="b"/>
              <a:pathLst>
                <a:path w="2226945" h="79375">
                  <a:moveTo>
                    <a:pt x="158993" y="0"/>
                  </a:moveTo>
                  <a:lnTo>
                    <a:pt x="0" y="40492"/>
                  </a:lnTo>
                  <a:lnTo>
                    <a:pt x="158993" y="78980"/>
                  </a:lnTo>
                  <a:lnTo>
                    <a:pt x="121108" y="50314"/>
                  </a:lnTo>
                  <a:lnTo>
                    <a:pt x="108126" y="50314"/>
                  </a:lnTo>
                  <a:lnTo>
                    <a:pt x="108126" y="28665"/>
                  </a:lnTo>
                  <a:lnTo>
                    <a:pt x="122983" y="28665"/>
                  </a:lnTo>
                  <a:lnTo>
                    <a:pt x="158993" y="0"/>
                  </a:lnTo>
                  <a:close/>
                </a:path>
                <a:path w="2226945" h="79375">
                  <a:moveTo>
                    <a:pt x="2121516" y="40492"/>
                  </a:moveTo>
                  <a:lnTo>
                    <a:pt x="2067453" y="78980"/>
                  </a:lnTo>
                  <a:lnTo>
                    <a:pt x="2185870" y="50314"/>
                  </a:lnTo>
                  <a:lnTo>
                    <a:pt x="2121516" y="50314"/>
                  </a:lnTo>
                  <a:lnTo>
                    <a:pt x="2121516" y="40492"/>
                  </a:lnTo>
                  <a:close/>
                </a:path>
                <a:path w="2226945" h="79375">
                  <a:moveTo>
                    <a:pt x="108126" y="40492"/>
                  </a:moveTo>
                  <a:lnTo>
                    <a:pt x="108126" y="50314"/>
                  </a:lnTo>
                  <a:lnTo>
                    <a:pt x="121108" y="50314"/>
                  </a:lnTo>
                  <a:lnTo>
                    <a:pt x="108126" y="40492"/>
                  </a:lnTo>
                  <a:close/>
                </a:path>
                <a:path w="2226945" h="79375">
                  <a:moveTo>
                    <a:pt x="2105726" y="28665"/>
                  </a:moveTo>
                  <a:lnTo>
                    <a:pt x="122983" y="28665"/>
                  </a:lnTo>
                  <a:lnTo>
                    <a:pt x="108126" y="40492"/>
                  </a:lnTo>
                  <a:lnTo>
                    <a:pt x="121108" y="50314"/>
                  </a:lnTo>
                  <a:lnTo>
                    <a:pt x="2107719" y="50314"/>
                  </a:lnTo>
                  <a:lnTo>
                    <a:pt x="2121516" y="40492"/>
                  </a:lnTo>
                  <a:lnTo>
                    <a:pt x="2105726" y="28665"/>
                  </a:lnTo>
                  <a:close/>
                </a:path>
                <a:path w="2226945" h="79375">
                  <a:moveTo>
                    <a:pt x="2180008" y="28665"/>
                  </a:moveTo>
                  <a:lnTo>
                    <a:pt x="2121516" y="28665"/>
                  </a:lnTo>
                  <a:lnTo>
                    <a:pt x="2121516" y="50314"/>
                  </a:lnTo>
                  <a:lnTo>
                    <a:pt x="2185870" y="50314"/>
                  </a:lnTo>
                  <a:lnTo>
                    <a:pt x="2226447" y="40492"/>
                  </a:lnTo>
                  <a:lnTo>
                    <a:pt x="2180008" y="28665"/>
                  </a:lnTo>
                  <a:close/>
                </a:path>
                <a:path w="2226945" h="79375">
                  <a:moveTo>
                    <a:pt x="122983" y="28665"/>
                  </a:moveTo>
                  <a:lnTo>
                    <a:pt x="108126" y="28665"/>
                  </a:lnTo>
                  <a:lnTo>
                    <a:pt x="108126" y="40492"/>
                  </a:lnTo>
                  <a:lnTo>
                    <a:pt x="122983" y="28665"/>
                  </a:lnTo>
                  <a:close/>
                </a:path>
                <a:path w="2226945" h="79375">
                  <a:moveTo>
                    <a:pt x="2067453" y="0"/>
                  </a:moveTo>
                  <a:lnTo>
                    <a:pt x="2121516" y="40492"/>
                  </a:lnTo>
                  <a:lnTo>
                    <a:pt x="2121516" y="28665"/>
                  </a:lnTo>
                  <a:lnTo>
                    <a:pt x="2180008" y="28665"/>
                  </a:lnTo>
                  <a:lnTo>
                    <a:pt x="2067453" y="0"/>
                  </a:lnTo>
                  <a:close/>
                </a:path>
              </a:pathLst>
            </a:custGeom>
            <a:solidFill>
              <a:srgbClr val="000000"/>
            </a:solidFill>
          </p:spPr>
          <p:txBody>
            <a:bodyPr wrap="square" lIns="0" tIns="0" rIns="0" bIns="0" rtlCol="0"/>
            <a:lstStyle/>
            <a:p/>
          </p:txBody>
        </p:sp>
        <p:sp>
          <p:nvSpPr>
            <p:cNvPr id="112" name="object 112" descr=""/>
            <p:cNvSpPr/>
            <p:nvPr/>
          </p:nvSpPr>
          <p:spPr>
            <a:xfrm>
              <a:off x="7920423" y="2597798"/>
              <a:ext cx="2226945" cy="79375"/>
            </a:xfrm>
            <a:custGeom>
              <a:avLst/>
              <a:gdLst/>
              <a:ahLst/>
              <a:cxnLst/>
              <a:rect l="l" t="t" r="r" b="b"/>
              <a:pathLst>
                <a:path w="2226945" h="79375">
                  <a:moveTo>
                    <a:pt x="108126" y="28665"/>
                  </a:moveTo>
                  <a:lnTo>
                    <a:pt x="2121516" y="28665"/>
                  </a:lnTo>
                  <a:lnTo>
                    <a:pt x="2121516" y="50314"/>
                  </a:lnTo>
                  <a:lnTo>
                    <a:pt x="108126" y="50314"/>
                  </a:lnTo>
                  <a:lnTo>
                    <a:pt x="108126" y="28665"/>
                  </a:lnTo>
                  <a:close/>
                </a:path>
                <a:path w="2226945" h="79375">
                  <a:moveTo>
                    <a:pt x="108126" y="40492"/>
                  </a:moveTo>
                  <a:lnTo>
                    <a:pt x="158993" y="78980"/>
                  </a:lnTo>
                  <a:lnTo>
                    <a:pt x="0" y="40492"/>
                  </a:lnTo>
                  <a:lnTo>
                    <a:pt x="158993" y="0"/>
                  </a:lnTo>
                  <a:lnTo>
                    <a:pt x="108126" y="40492"/>
                  </a:lnTo>
                  <a:close/>
                </a:path>
                <a:path w="2226945" h="79375">
                  <a:moveTo>
                    <a:pt x="2121516" y="40492"/>
                  </a:moveTo>
                  <a:lnTo>
                    <a:pt x="2067453" y="0"/>
                  </a:lnTo>
                  <a:lnTo>
                    <a:pt x="2226447" y="40492"/>
                  </a:lnTo>
                  <a:lnTo>
                    <a:pt x="2067453" y="78980"/>
                  </a:lnTo>
                  <a:lnTo>
                    <a:pt x="2121516" y="40492"/>
                  </a:lnTo>
                  <a:close/>
                </a:path>
              </a:pathLst>
            </a:custGeom>
            <a:ln w="3267">
              <a:solidFill>
                <a:srgbClr val="000000"/>
              </a:solidFill>
            </a:ln>
          </p:spPr>
          <p:txBody>
            <a:bodyPr wrap="square" lIns="0" tIns="0" rIns="0" bIns="0" rtlCol="0"/>
            <a:lstStyle/>
            <a:p/>
          </p:txBody>
        </p:sp>
      </p:grpSp>
      <p:sp>
        <p:nvSpPr>
          <p:cNvPr id="113" name="object 113" descr=""/>
          <p:cNvSpPr txBox="1"/>
          <p:nvPr/>
        </p:nvSpPr>
        <p:spPr>
          <a:xfrm>
            <a:off x="8543699" y="2362662"/>
            <a:ext cx="984885" cy="242570"/>
          </a:xfrm>
          <a:prstGeom prst="rect">
            <a:avLst/>
          </a:prstGeom>
        </p:spPr>
        <p:txBody>
          <a:bodyPr wrap="square" lIns="0" tIns="15240" rIns="0" bIns="0" rtlCol="0" vert="horz">
            <a:spAutoFit/>
          </a:bodyPr>
          <a:lstStyle/>
          <a:p>
            <a:pPr marL="12700">
              <a:lnSpc>
                <a:spcPct val="100000"/>
              </a:lnSpc>
              <a:spcBef>
                <a:spcPts val="120"/>
              </a:spcBef>
            </a:pPr>
            <a:r>
              <a:rPr dirty="0" sz="1400" spc="470">
                <a:solidFill>
                  <a:srgbClr val="FF0000"/>
                </a:solidFill>
                <a:latin typeface="宋体"/>
                <a:cs typeface="宋体"/>
              </a:rPr>
              <a:t>排空时间</a:t>
            </a:r>
            <a:endParaRPr sz="1400">
              <a:latin typeface="宋体"/>
              <a:cs typeface="宋体"/>
            </a:endParaRPr>
          </a:p>
        </p:txBody>
      </p:sp>
      <p:grpSp>
        <p:nvGrpSpPr>
          <p:cNvPr id="114" name="object 114" descr=""/>
          <p:cNvGrpSpPr/>
          <p:nvPr/>
        </p:nvGrpSpPr>
        <p:grpSpPr>
          <a:xfrm>
            <a:off x="2420111" y="3363262"/>
            <a:ext cx="7732395" cy="2322195"/>
            <a:chOff x="2420111" y="3363262"/>
            <a:chExt cx="7732395" cy="2322195"/>
          </a:xfrm>
        </p:grpSpPr>
        <p:sp>
          <p:nvSpPr>
            <p:cNvPr id="115" name="object 115" descr=""/>
            <p:cNvSpPr/>
            <p:nvPr/>
          </p:nvSpPr>
          <p:spPr>
            <a:xfrm>
              <a:off x="4670102" y="4371729"/>
              <a:ext cx="0" cy="480059"/>
            </a:xfrm>
            <a:custGeom>
              <a:avLst/>
              <a:gdLst/>
              <a:ahLst/>
              <a:cxnLst/>
              <a:rect l="l" t="t" r="r" b="b"/>
              <a:pathLst>
                <a:path w="0" h="480060">
                  <a:moveTo>
                    <a:pt x="0" y="0"/>
                  </a:moveTo>
                  <a:lnTo>
                    <a:pt x="0" y="479735"/>
                  </a:lnTo>
                </a:path>
              </a:pathLst>
            </a:custGeom>
            <a:ln w="18376">
              <a:solidFill>
                <a:srgbClr val="000000"/>
              </a:solidFill>
              <a:prstDash val="sysDash"/>
            </a:ln>
          </p:spPr>
          <p:txBody>
            <a:bodyPr wrap="square" lIns="0" tIns="0" rIns="0" bIns="0" rtlCol="0"/>
            <a:lstStyle/>
            <a:p/>
          </p:txBody>
        </p:sp>
        <p:sp>
          <p:nvSpPr>
            <p:cNvPr id="116" name="object 116" descr=""/>
            <p:cNvSpPr/>
            <p:nvPr/>
          </p:nvSpPr>
          <p:spPr>
            <a:xfrm>
              <a:off x="4660914" y="4371729"/>
              <a:ext cx="18415" cy="480059"/>
            </a:xfrm>
            <a:custGeom>
              <a:avLst/>
              <a:gdLst/>
              <a:ahLst/>
              <a:cxnLst/>
              <a:rect l="l" t="t" r="r" b="b"/>
              <a:pathLst>
                <a:path w="18414" h="480060">
                  <a:moveTo>
                    <a:pt x="18376" y="0"/>
                  </a:moveTo>
                  <a:lnTo>
                    <a:pt x="18376" y="59836"/>
                  </a:lnTo>
                  <a:lnTo>
                    <a:pt x="0" y="59836"/>
                  </a:lnTo>
                  <a:lnTo>
                    <a:pt x="0" y="0"/>
                  </a:lnTo>
                  <a:lnTo>
                    <a:pt x="18376" y="0"/>
                  </a:lnTo>
                  <a:close/>
                </a:path>
                <a:path w="18414" h="480060">
                  <a:moveTo>
                    <a:pt x="18376" y="105841"/>
                  </a:moveTo>
                  <a:lnTo>
                    <a:pt x="18376" y="165678"/>
                  </a:lnTo>
                  <a:lnTo>
                    <a:pt x="0" y="165678"/>
                  </a:lnTo>
                  <a:lnTo>
                    <a:pt x="0" y="105841"/>
                  </a:lnTo>
                  <a:lnTo>
                    <a:pt x="18376" y="105841"/>
                  </a:lnTo>
                  <a:close/>
                </a:path>
                <a:path w="18414" h="480060">
                  <a:moveTo>
                    <a:pt x="18376" y="208716"/>
                  </a:moveTo>
                  <a:lnTo>
                    <a:pt x="18376" y="268553"/>
                  </a:lnTo>
                  <a:lnTo>
                    <a:pt x="0" y="268553"/>
                  </a:lnTo>
                  <a:lnTo>
                    <a:pt x="0" y="208716"/>
                  </a:lnTo>
                  <a:lnTo>
                    <a:pt x="18376" y="208716"/>
                  </a:lnTo>
                  <a:close/>
                </a:path>
                <a:path w="18414" h="480060">
                  <a:moveTo>
                    <a:pt x="18376" y="314057"/>
                  </a:moveTo>
                  <a:lnTo>
                    <a:pt x="18376" y="374395"/>
                  </a:lnTo>
                  <a:lnTo>
                    <a:pt x="0" y="374395"/>
                  </a:lnTo>
                  <a:lnTo>
                    <a:pt x="0" y="314057"/>
                  </a:lnTo>
                  <a:lnTo>
                    <a:pt x="18376" y="314057"/>
                  </a:lnTo>
                  <a:close/>
                </a:path>
                <a:path w="18414" h="480060">
                  <a:moveTo>
                    <a:pt x="18376" y="419898"/>
                  </a:moveTo>
                  <a:lnTo>
                    <a:pt x="18376" y="479735"/>
                  </a:lnTo>
                  <a:lnTo>
                    <a:pt x="0" y="479735"/>
                  </a:lnTo>
                  <a:lnTo>
                    <a:pt x="0" y="419898"/>
                  </a:lnTo>
                  <a:lnTo>
                    <a:pt x="18376" y="419898"/>
                  </a:lnTo>
                  <a:close/>
                </a:path>
              </a:pathLst>
            </a:custGeom>
            <a:ln w="3267">
              <a:solidFill>
                <a:srgbClr val="000000"/>
              </a:solidFill>
            </a:ln>
          </p:spPr>
          <p:txBody>
            <a:bodyPr wrap="square" lIns="0" tIns="0" rIns="0" bIns="0" rtlCol="0"/>
            <a:lstStyle/>
            <a:p/>
          </p:txBody>
        </p:sp>
        <p:sp>
          <p:nvSpPr>
            <p:cNvPr id="117" name="object 117" descr=""/>
            <p:cNvSpPr/>
            <p:nvPr/>
          </p:nvSpPr>
          <p:spPr>
            <a:xfrm>
              <a:off x="5216982" y="3878173"/>
              <a:ext cx="19685" cy="995044"/>
            </a:xfrm>
            <a:custGeom>
              <a:avLst/>
              <a:gdLst/>
              <a:ahLst/>
              <a:cxnLst/>
              <a:rect l="l" t="t" r="r" b="b"/>
              <a:pathLst>
                <a:path w="19685" h="995045">
                  <a:moveTo>
                    <a:pt x="19177" y="942149"/>
                  </a:moveTo>
                  <a:lnTo>
                    <a:pt x="0" y="942149"/>
                  </a:lnTo>
                  <a:lnTo>
                    <a:pt x="0" y="994562"/>
                  </a:lnTo>
                  <a:lnTo>
                    <a:pt x="19177" y="994562"/>
                  </a:lnTo>
                  <a:lnTo>
                    <a:pt x="19177" y="942149"/>
                  </a:lnTo>
                  <a:close/>
                </a:path>
                <a:path w="19685" h="995045">
                  <a:moveTo>
                    <a:pt x="19177" y="838771"/>
                  </a:moveTo>
                  <a:lnTo>
                    <a:pt x="0" y="838771"/>
                  </a:lnTo>
                  <a:lnTo>
                    <a:pt x="0" y="899109"/>
                  </a:lnTo>
                  <a:lnTo>
                    <a:pt x="19177" y="899109"/>
                  </a:lnTo>
                  <a:lnTo>
                    <a:pt x="19177" y="838771"/>
                  </a:lnTo>
                  <a:close/>
                </a:path>
                <a:path w="19685" h="995045">
                  <a:moveTo>
                    <a:pt x="19177" y="733425"/>
                  </a:moveTo>
                  <a:lnTo>
                    <a:pt x="0" y="733425"/>
                  </a:lnTo>
                  <a:lnTo>
                    <a:pt x="0" y="793267"/>
                  </a:lnTo>
                  <a:lnTo>
                    <a:pt x="19177" y="793267"/>
                  </a:lnTo>
                  <a:lnTo>
                    <a:pt x="19177" y="733425"/>
                  </a:lnTo>
                  <a:close/>
                </a:path>
                <a:path w="19685" h="995045">
                  <a:moveTo>
                    <a:pt x="19177" y="628091"/>
                  </a:moveTo>
                  <a:lnTo>
                    <a:pt x="0" y="628091"/>
                  </a:lnTo>
                  <a:lnTo>
                    <a:pt x="0" y="687920"/>
                  </a:lnTo>
                  <a:lnTo>
                    <a:pt x="19177" y="687920"/>
                  </a:lnTo>
                  <a:lnTo>
                    <a:pt x="19177" y="628091"/>
                  </a:lnTo>
                  <a:close/>
                </a:path>
                <a:path w="19685" h="995045">
                  <a:moveTo>
                    <a:pt x="19177" y="522249"/>
                  </a:moveTo>
                  <a:lnTo>
                    <a:pt x="0" y="522249"/>
                  </a:lnTo>
                  <a:lnTo>
                    <a:pt x="0" y="582587"/>
                  </a:lnTo>
                  <a:lnTo>
                    <a:pt x="19177" y="582587"/>
                  </a:lnTo>
                  <a:lnTo>
                    <a:pt x="19177" y="522249"/>
                  </a:lnTo>
                  <a:close/>
                </a:path>
                <a:path w="19685" h="995045">
                  <a:moveTo>
                    <a:pt x="19177" y="419366"/>
                  </a:moveTo>
                  <a:lnTo>
                    <a:pt x="0" y="419366"/>
                  </a:lnTo>
                  <a:lnTo>
                    <a:pt x="0" y="479234"/>
                  </a:lnTo>
                  <a:lnTo>
                    <a:pt x="19177" y="479234"/>
                  </a:lnTo>
                  <a:lnTo>
                    <a:pt x="19177" y="419366"/>
                  </a:lnTo>
                  <a:close/>
                </a:path>
                <a:path w="19685" h="995045">
                  <a:moveTo>
                    <a:pt x="19177" y="314032"/>
                  </a:moveTo>
                  <a:lnTo>
                    <a:pt x="0" y="314032"/>
                  </a:lnTo>
                  <a:lnTo>
                    <a:pt x="0" y="373888"/>
                  </a:lnTo>
                  <a:lnTo>
                    <a:pt x="19177" y="373888"/>
                  </a:lnTo>
                  <a:lnTo>
                    <a:pt x="19177" y="314032"/>
                  </a:lnTo>
                  <a:close/>
                </a:path>
                <a:path w="19685" h="995045">
                  <a:moveTo>
                    <a:pt x="19177" y="208191"/>
                  </a:moveTo>
                  <a:lnTo>
                    <a:pt x="0" y="208191"/>
                  </a:lnTo>
                  <a:lnTo>
                    <a:pt x="0" y="268528"/>
                  </a:lnTo>
                  <a:lnTo>
                    <a:pt x="19177" y="268528"/>
                  </a:lnTo>
                  <a:lnTo>
                    <a:pt x="19177" y="208191"/>
                  </a:lnTo>
                  <a:close/>
                </a:path>
                <a:path w="19685" h="995045">
                  <a:moveTo>
                    <a:pt x="19177" y="102844"/>
                  </a:moveTo>
                  <a:lnTo>
                    <a:pt x="0" y="102844"/>
                  </a:lnTo>
                  <a:lnTo>
                    <a:pt x="0" y="162712"/>
                  </a:lnTo>
                  <a:lnTo>
                    <a:pt x="19177" y="162712"/>
                  </a:lnTo>
                  <a:lnTo>
                    <a:pt x="19177" y="102844"/>
                  </a:lnTo>
                  <a:close/>
                </a:path>
                <a:path w="19685" h="995045">
                  <a:moveTo>
                    <a:pt x="19177" y="0"/>
                  </a:moveTo>
                  <a:lnTo>
                    <a:pt x="0" y="0"/>
                  </a:lnTo>
                  <a:lnTo>
                    <a:pt x="0" y="59829"/>
                  </a:lnTo>
                  <a:lnTo>
                    <a:pt x="19177" y="59829"/>
                  </a:lnTo>
                  <a:lnTo>
                    <a:pt x="19177" y="0"/>
                  </a:lnTo>
                  <a:close/>
                </a:path>
              </a:pathLst>
            </a:custGeom>
            <a:solidFill>
              <a:srgbClr val="000000"/>
            </a:solidFill>
          </p:spPr>
          <p:txBody>
            <a:bodyPr wrap="square" lIns="0" tIns="0" rIns="0" bIns="0" rtlCol="0"/>
            <a:lstStyle/>
            <a:p/>
          </p:txBody>
        </p:sp>
        <p:sp>
          <p:nvSpPr>
            <p:cNvPr id="118" name="object 118" descr=""/>
            <p:cNvSpPr/>
            <p:nvPr/>
          </p:nvSpPr>
          <p:spPr>
            <a:xfrm>
              <a:off x="5216994" y="3878162"/>
              <a:ext cx="19685" cy="995044"/>
            </a:xfrm>
            <a:custGeom>
              <a:avLst/>
              <a:gdLst/>
              <a:ahLst/>
              <a:cxnLst/>
              <a:rect l="l" t="t" r="r" b="b"/>
              <a:pathLst>
                <a:path w="19685" h="995045">
                  <a:moveTo>
                    <a:pt x="19175" y="0"/>
                  </a:moveTo>
                  <a:lnTo>
                    <a:pt x="19175" y="59836"/>
                  </a:lnTo>
                  <a:lnTo>
                    <a:pt x="0" y="59836"/>
                  </a:lnTo>
                  <a:lnTo>
                    <a:pt x="0" y="0"/>
                  </a:lnTo>
                  <a:lnTo>
                    <a:pt x="19175" y="0"/>
                  </a:lnTo>
                  <a:close/>
                </a:path>
                <a:path w="19685" h="995045">
                  <a:moveTo>
                    <a:pt x="19175" y="102854"/>
                  </a:moveTo>
                  <a:lnTo>
                    <a:pt x="19175" y="162711"/>
                  </a:lnTo>
                  <a:lnTo>
                    <a:pt x="0" y="162711"/>
                  </a:lnTo>
                  <a:lnTo>
                    <a:pt x="0" y="102854"/>
                  </a:lnTo>
                  <a:lnTo>
                    <a:pt x="19175" y="102854"/>
                  </a:lnTo>
                  <a:close/>
                </a:path>
                <a:path w="19685" h="995045">
                  <a:moveTo>
                    <a:pt x="19175" y="208195"/>
                  </a:moveTo>
                  <a:lnTo>
                    <a:pt x="19175" y="268533"/>
                  </a:lnTo>
                  <a:lnTo>
                    <a:pt x="0" y="268533"/>
                  </a:lnTo>
                  <a:lnTo>
                    <a:pt x="0" y="208195"/>
                  </a:lnTo>
                  <a:lnTo>
                    <a:pt x="19175" y="208195"/>
                  </a:lnTo>
                  <a:close/>
                </a:path>
                <a:path w="19685" h="995045">
                  <a:moveTo>
                    <a:pt x="19175" y="314037"/>
                  </a:moveTo>
                  <a:lnTo>
                    <a:pt x="19175" y="373893"/>
                  </a:lnTo>
                  <a:lnTo>
                    <a:pt x="0" y="373893"/>
                  </a:lnTo>
                  <a:lnTo>
                    <a:pt x="0" y="314037"/>
                  </a:lnTo>
                  <a:lnTo>
                    <a:pt x="19175" y="314037"/>
                  </a:lnTo>
                  <a:close/>
                </a:path>
                <a:path w="19685" h="995045">
                  <a:moveTo>
                    <a:pt x="19175" y="419377"/>
                  </a:moveTo>
                  <a:lnTo>
                    <a:pt x="19175" y="479234"/>
                  </a:lnTo>
                  <a:lnTo>
                    <a:pt x="0" y="479234"/>
                  </a:lnTo>
                  <a:lnTo>
                    <a:pt x="0" y="419377"/>
                  </a:lnTo>
                  <a:lnTo>
                    <a:pt x="19175" y="419377"/>
                  </a:lnTo>
                  <a:close/>
                </a:path>
                <a:path w="19685" h="995045">
                  <a:moveTo>
                    <a:pt x="19175" y="522252"/>
                  </a:moveTo>
                  <a:lnTo>
                    <a:pt x="19175" y="582590"/>
                  </a:lnTo>
                  <a:lnTo>
                    <a:pt x="0" y="582590"/>
                  </a:lnTo>
                  <a:lnTo>
                    <a:pt x="0" y="522252"/>
                  </a:lnTo>
                  <a:lnTo>
                    <a:pt x="19175" y="522252"/>
                  </a:lnTo>
                  <a:close/>
                </a:path>
                <a:path w="19685" h="995045">
                  <a:moveTo>
                    <a:pt x="19175" y="628094"/>
                  </a:moveTo>
                  <a:lnTo>
                    <a:pt x="19175" y="687931"/>
                  </a:lnTo>
                  <a:lnTo>
                    <a:pt x="0" y="687931"/>
                  </a:lnTo>
                  <a:lnTo>
                    <a:pt x="0" y="628094"/>
                  </a:lnTo>
                  <a:lnTo>
                    <a:pt x="19175" y="628094"/>
                  </a:lnTo>
                  <a:close/>
                </a:path>
                <a:path w="19685" h="995045">
                  <a:moveTo>
                    <a:pt x="19175" y="733434"/>
                  </a:moveTo>
                  <a:lnTo>
                    <a:pt x="19175" y="793271"/>
                  </a:lnTo>
                  <a:lnTo>
                    <a:pt x="0" y="793271"/>
                  </a:lnTo>
                  <a:lnTo>
                    <a:pt x="0" y="733434"/>
                  </a:lnTo>
                  <a:lnTo>
                    <a:pt x="19175" y="733434"/>
                  </a:lnTo>
                  <a:close/>
                </a:path>
                <a:path w="19685" h="995045">
                  <a:moveTo>
                    <a:pt x="19175" y="838775"/>
                  </a:moveTo>
                  <a:lnTo>
                    <a:pt x="19175" y="899113"/>
                  </a:lnTo>
                  <a:lnTo>
                    <a:pt x="0" y="899113"/>
                  </a:lnTo>
                  <a:lnTo>
                    <a:pt x="0" y="838775"/>
                  </a:lnTo>
                  <a:lnTo>
                    <a:pt x="19175" y="838775"/>
                  </a:lnTo>
                  <a:close/>
                </a:path>
                <a:path w="19685" h="995045">
                  <a:moveTo>
                    <a:pt x="19175" y="942151"/>
                  </a:moveTo>
                  <a:lnTo>
                    <a:pt x="19175" y="994571"/>
                  </a:lnTo>
                  <a:lnTo>
                    <a:pt x="0" y="994571"/>
                  </a:lnTo>
                  <a:lnTo>
                    <a:pt x="0" y="942151"/>
                  </a:lnTo>
                  <a:lnTo>
                    <a:pt x="19175" y="942151"/>
                  </a:lnTo>
                  <a:close/>
                </a:path>
              </a:pathLst>
            </a:custGeom>
            <a:ln w="3267">
              <a:solidFill>
                <a:srgbClr val="000000"/>
              </a:solidFill>
            </a:ln>
          </p:spPr>
          <p:txBody>
            <a:bodyPr wrap="square" lIns="0" tIns="0" rIns="0" bIns="0" rtlCol="0"/>
            <a:lstStyle/>
            <a:p/>
          </p:txBody>
        </p:sp>
        <p:sp>
          <p:nvSpPr>
            <p:cNvPr id="119" name="object 119" descr=""/>
            <p:cNvSpPr/>
            <p:nvPr/>
          </p:nvSpPr>
          <p:spPr>
            <a:xfrm>
              <a:off x="5773864" y="3374694"/>
              <a:ext cx="19685" cy="1483995"/>
            </a:xfrm>
            <a:custGeom>
              <a:avLst/>
              <a:gdLst/>
              <a:ahLst/>
              <a:cxnLst/>
              <a:rect l="l" t="t" r="r" b="b"/>
              <a:pathLst>
                <a:path w="19685" h="1483995">
                  <a:moveTo>
                    <a:pt x="19177" y="1469364"/>
                  </a:moveTo>
                  <a:lnTo>
                    <a:pt x="0" y="1469364"/>
                  </a:lnTo>
                  <a:lnTo>
                    <a:pt x="0" y="1483690"/>
                  </a:lnTo>
                  <a:lnTo>
                    <a:pt x="19177" y="1483690"/>
                  </a:lnTo>
                  <a:lnTo>
                    <a:pt x="19177" y="1469364"/>
                  </a:lnTo>
                  <a:close/>
                </a:path>
                <a:path w="19685" h="1483995">
                  <a:moveTo>
                    <a:pt x="19177" y="1364018"/>
                  </a:moveTo>
                  <a:lnTo>
                    <a:pt x="0" y="1364018"/>
                  </a:lnTo>
                  <a:lnTo>
                    <a:pt x="0" y="1423860"/>
                  </a:lnTo>
                  <a:lnTo>
                    <a:pt x="19177" y="1423860"/>
                  </a:lnTo>
                  <a:lnTo>
                    <a:pt x="19177" y="1364018"/>
                  </a:lnTo>
                  <a:close/>
                </a:path>
                <a:path w="19685" h="1483995">
                  <a:moveTo>
                    <a:pt x="19177" y="1258684"/>
                  </a:moveTo>
                  <a:lnTo>
                    <a:pt x="0" y="1258684"/>
                  </a:lnTo>
                  <a:lnTo>
                    <a:pt x="0" y="1318514"/>
                  </a:lnTo>
                  <a:lnTo>
                    <a:pt x="19177" y="1318514"/>
                  </a:lnTo>
                  <a:lnTo>
                    <a:pt x="19177" y="1258684"/>
                  </a:lnTo>
                  <a:close/>
                </a:path>
                <a:path w="19685" h="1483995">
                  <a:moveTo>
                    <a:pt x="19177" y="1152842"/>
                  </a:moveTo>
                  <a:lnTo>
                    <a:pt x="0" y="1152842"/>
                  </a:lnTo>
                  <a:lnTo>
                    <a:pt x="0" y="1213180"/>
                  </a:lnTo>
                  <a:lnTo>
                    <a:pt x="19177" y="1213180"/>
                  </a:lnTo>
                  <a:lnTo>
                    <a:pt x="19177" y="1152842"/>
                  </a:lnTo>
                  <a:close/>
                </a:path>
                <a:path w="19685" h="1483995">
                  <a:moveTo>
                    <a:pt x="19177" y="1049959"/>
                  </a:moveTo>
                  <a:lnTo>
                    <a:pt x="0" y="1049959"/>
                  </a:lnTo>
                  <a:lnTo>
                    <a:pt x="0" y="1109802"/>
                  </a:lnTo>
                  <a:lnTo>
                    <a:pt x="19177" y="1109802"/>
                  </a:lnTo>
                  <a:lnTo>
                    <a:pt x="19177" y="1049959"/>
                  </a:lnTo>
                  <a:close/>
                </a:path>
                <a:path w="19685" h="1483995">
                  <a:moveTo>
                    <a:pt x="19177" y="944626"/>
                  </a:moveTo>
                  <a:lnTo>
                    <a:pt x="0" y="944626"/>
                  </a:lnTo>
                  <a:lnTo>
                    <a:pt x="0" y="1004455"/>
                  </a:lnTo>
                  <a:lnTo>
                    <a:pt x="19177" y="1004455"/>
                  </a:lnTo>
                  <a:lnTo>
                    <a:pt x="19177" y="944626"/>
                  </a:lnTo>
                  <a:close/>
                </a:path>
                <a:path w="19685" h="1483995">
                  <a:moveTo>
                    <a:pt x="19177" y="838784"/>
                  </a:moveTo>
                  <a:lnTo>
                    <a:pt x="0" y="838784"/>
                  </a:lnTo>
                  <a:lnTo>
                    <a:pt x="0" y="899121"/>
                  </a:lnTo>
                  <a:lnTo>
                    <a:pt x="19177" y="899121"/>
                  </a:lnTo>
                  <a:lnTo>
                    <a:pt x="19177" y="838784"/>
                  </a:lnTo>
                  <a:close/>
                </a:path>
                <a:path w="19685" h="1483995">
                  <a:moveTo>
                    <a:pt x="19177" y="733437"/>
                  </a:moveTo>
                  <a:lnTo>
                    <a:pt x="0" y="733437"/>
                  </a:lnTo>
                  <a:lnTo>
                    <a:pt x="0" y="793280"/>
                  </a:lnTo>
                  <a:lnTo>
                    <a:pt x="19177" y="793280"/>
                  </a:lnTo>
                  <a:lnTo>
                    <a:pt x="19177" y="733437"/>
                  </a:lnTo>
                  <a:close/>
                </a:path>
                <a:path w="19685" h="1483995">
                  <a:moveTo>
                    <a:pt x="19177" y="630567"/>
                  </a:moveTo>
                  <a:lnTo>
                    <a:pt x="0" y="630567"/>
                  </a:lnTo>
                  <a:lnTo>
                    <a:pt x="0" y="690422"/>
                  </a:lnTo>
                  <a:lnTo>
                    <a:pt x="19177" y="690422"/>
                  </a:lnTo>
                  <a:lnTo>
                    <a:pt x="19177" y="630567"/>
                  </a:lnTo>
                  <a:close/>
                </a:path>
                <a:path w="19685" h="1483995">
                  <a:moveTo>
                    <a:pt x="19177" y="524725"/>
                  </a:moveTo>
                  <a:lnTo>
                    <a:pt x="0" y="524725"/>
                  </a:lnTo>
                  <a:lnTo>
                    <a:pt x="0" y="584581"/>
                  </a:lnTo>
                  <a:lnTo>
                    <a:pt x="19177" y="584581"/>
                  </a:lnTo>
                  <a:lnTo>
                    <a:pt x="19177" y="524725"/>
                  </a:lnTo>
                  <a:close/>
                </a:path>
                <a:path w="19685" h="1483995">
                  <a:moveTo>
                    <a:pt x="19177" y="419379"/>
                  </a:moveTo>
                  <a:lnTo>
                    <a:pt x="0" y="419379"/>
                  </a:lnTo>
                  <a:lnTo>
                    <a:pt x="0" y="479234"/>
                  </a:lnTo>
                  <a:lnTo>
                    <a:pt x="19177" y="479234"/>
                  </a:lnTo>
                  <a:lnTo>
                    <a:pt x="19177" y="419379"/>
                  </a:lnTo>
                  <a:close/>
                </a:path>
                <a:path w="19685" h="1483995">
                  <a:moveTo>
                    <a:pt x="19177" y="314045"/>
                  </a:moveTo>
                  <a:lnTo>
                    <a:pt x="0" y="314045"/>
                  </a:lnTo>
                  <a:lnTo>
                    <a:pt x="0" y="373900"/>
                  </a:lnTo>
                  <a:lnTo>
                    <a:pt x="19177" y="373900"/>
                  </a:lnTo>
                  <a:lnTo>
                    <a:pt x="19177" y="314045"/>
                  </a:lnTo>
                  <a:close/>
                </a:path>
                <a:path w="19685" h="1483995">
                  <a:moveTo>
                    <a:pt x="19177" y="210680"/>
                  </a:moveTo>
                  <a:lnTo>
                    <a:pt x="0" y="210680"/>
                  </a:lnTo>
                  <a:lnTo>
                    <a:pt x="0" y="270522"/>
                  </a:lnTo>
                  <a:lnTo>
                    <a:pt x="19177" y="270522"/>
                  </a:lnTo>
                  <a:lnTo>
                    <a:pt x="19177" y="210680"/>
                  </a:lnTo>
                  <a:close/>
                </a:path>
                <a:path w="19685" h="1483995">
                  <a:moveTo>
                    <a:pt x="19177" y="105346"/>
                  </a:moveTo>
                  <a:lnTo>
                    <a:pt x="0" y="105346"/>
                  </a:lnTo>
                  <a:lnTo>
                    <a:pt x="0" y="165176"/>
                  </a:lnTo>
                  <a:lnTo>
                    <a:pt x="19177" y="165176"/>
                  </a:lnTo>
                  <a:lnTo>
                    <a:pt x="19177" y="105346"/>
                  </a:lnTo>
                  <a:close/>
                </a:path>
                <a:path w="19685" h="1483995">
                  <a:moveTo>
                    <a:pt x="19177" y="0"/>
                  </a:moveTo>
                  <a:lnTo>
                    <a:pt x="0" y="0"/>
                  </a:lnTo>
                  <a:lnTo>
                    <a:pt x="0" y="59842"/>
                  </a:lnTo>
                  <a:lnTo>
                    <a:pt x="19177" y="59842"/>
                  </a:lnTo>
                  <a:lnTo>
                    <a:pt x="19177" y="0"/>
                  </a:lnTo>
                  <a:close/>
                </a:path>
              </a:pathLst>
            </a:custGeom>
            <a:solidFill>
              <a:srgbClr val="000000"/>
            </a:solidFill>
          </p:spPr>
          <p:txBody>
            <a:bodyPr wrap="square" lIns="0" tIns="0" rIns="0" bIns="0" rtlCol="0"/>
            <a:lstStyle/>
            <a:p/>
          </p:txBody>
        </p:sp>
        <p:sp>
          <p:nvSpPr>
            <p:cNvPr id="120" name="object 120" descr=""/>
            <p:cNvSpPr/>
            <p:nvPr/>
          </p:nvSpPr>
          <p:spPr>
            <a:xfrm>
              <a:off x="5773872" y="3374692"/>
              <a:ext cx="19685" cy="1483995"/>
            </a:xfrm>
            <a:custGeom>
              <a:avLst/>
              <a:gdLst/>
              <a:ahLst/>
              <a:cxnLst/>
              <a:rect l="l" t="t" r="r" b="b"/>
              <a:pathLst>
                <a:path w="19685" h="1483995">
                  <a:moveTo>
                    <a:pt x="19175" y="0"/>
                  </a:moveTo>
                  <a:lnTo>
                    <a:pt x="19175" y="59836"/>
                  </a:lnTo>
                  <a:lnTo>
                    <a:pt x="0" y="59836"/>
                  </a:lnTo>
                  <a:lnTo>
                    <a:pt x="0" y="0"/>
                  </a:lnTo>
                  <a:lnTo>
                    <a:pt x="19175" y="0"/>
                  </a:lnTo>
                  <a:close/>
                </a:path>
                <a:path w="19685" h="1483995">
                  <a:moveTo>
                    <a:pt x="19175" y="105340"/>
                  </a:moveTo>
                  <a:lnTo>
                    <a:pt x="19175" y="165177"/>
                  </a:lnTo>
                  <a:lnTo>
                    <a:pt x="0" y="165177"/>
                  </a:lnTo>
                  <a:lnTo>
                    <a:pt x="0" y="105340"/>
                  </a:lnTo>
                  <a:lnTo>
                    <a:pt x="19175" y="105340"/>
                  </a:lnTo>
                  <a:close/>
                </a:path>
                <a:path w="19685" h="1483995">
                  <a:moveTo>
                    <a:pt x="19175" y="210681"/>
                  </a:moveTo>
                  <a:lnTo>
                    <a:pt x="19175" y="270517"/>
                  </a:lnTo>
                  <a:lnTo>
                    <a:pt x="0" y="270517"/>
                  </a:lnTo>
                  <a:lnTo>
                    <a:pt x="0" y="210681"/>
                  </a:lnTo>
                  <a:lnTo>
                    <a:pt x="19175" y="210681"/>
                  </a:lnTo>
                  <a:close/>
                </a:path>
                <a:path w="19685" h="1483995">
                  <a:moveTo>
                    <a:pt x="19175" y="314037"/>
                  </a:moveTo>
                  <a:lnTo>
                    <a:pt x="19175" y="373893"/>
                  </a:lnTo>
                  <a:lnTo>
                    <a:pt x="0" y="373893"/>
                  </a:lnTo>
                  <a:lnTo>
                    <a:pt x="0" y="314037"/>
                  </a:lnTo>
                  <a:lnTo>
                    <a:pt x="19175" y="314037"/>
                  </a:lnTo>
                  <a:close/>
                </a:path>
                <a:path w="19685" h="1483995">
                  <a:moveTo>
                    <a:pt x="19175" y="419377"/>
                  </a:moveTo>
                  <a:lnTo>
                    <a:pt x="19175" y="479234"/>
                  </a:lnTo>
                  <a:lnTo>
                    <a:pt x="0" y="479234"/>
                  </a:lnTo>
                  <a:lnTo>
                    <a:pt x="0" y="419377"/>
                  </a:lnTo>
                  <a:lnTo>
                    <a:pt x="19175" y="419377"/>
                  </a:lnTo>
                  <a:close/>
                </a:path>
                <a:path w="19685" h="1483995">
                  <a:moveTo>
                    <a:pt x="19175" y="524718"/>
                  </a:moveTo>
                  <a:lnTo>
                    <a:pt x="19175" y="584574"/>
                  </a:lnTo>
                  <a:lnTo>
                    <a:pt x="0" y="584574"/>
                  </a:lnTo>
                  <a:lnTo>
                    <a:pt x="0" y="524718"/>
                  </a:lnTo>
                  <a:lnTo>
                    <a:pt x="19175" y="524718"/>
                  </a:lnTo>
                  <a:close/>
                </a:path>
                <a:path w="19685" h="1483995">
                  <a:moveTo>
                    <a:pt x="19175" y="630560"/>
                  </a:moveTo>
                  <a:lnTo>
                    <a:pt x="19175" y="690416"/>
                  </a:lnTo>
                  <a:lnTo>
                    <a:pt x="0" y="690416"/>
                  </a:lnTo>
                  <a:lnTo>
                    <a:pt x="0" y="630560"/>
                  </a:lnTo>
                  <a:lnTo>
                    <a:pt x="19175" y="630560"/>
                  </a:lnTo>
                  <a:close/>
                </a:path>
                <a:path w="19685" h="1483995">
                  <a:moveTo>
                    <a:pt x="19175" y="733434"/>
                  </a:moveTo>
                  <a:lnTo>
                    <a:pt x="19175" y="793271"/>
                  </a:lnTo>
                  <a:lnTo>
                    <a:pt x="0" y="793271"/>
                  </a:lnTo>
                  <a:lnTo>
                    <a:pt x="0" y="733434"/>
                  </a:lnTo>
                  <a:lnTo>
                    <a:pt x="19175" y="733434"/>
                  </a:lnTo>
                  <a:close/>
                </a:path>
                <a:path w="19685" h="1483995">
                  <a:moveTo>
                    <a:pt x="19175" y="838775"/>
                  </a:moveTo>
                  <a:lnTo>
                    <a:pt x="19175" y="899113"/>
                  </a:lnTo>
                  <a:lnTo>
                    <a:pt x="0" y="899113"/>
                  </a:lnTo>
                  <a:lnTo>
                    <a:pt x="0" y="838775"/>
                  </a:lnTo>
                  <a:lnTo>
                    <a:pt x="19175" y="838775"/>
                  </a:lnTo>
                  <a:close/>
                </a:path>
                <a:path w="19685" h="1483995">
                  <a:moveTo>
                    <a:pt x="19175" y="944617"/>
                  </a:moveTo>
                  <a:lnTo>
                    <a:pt x="19175" y="1004453"/>
                  </a:lnTo>
                  <a:lnTo>
                    <a:pt x="0" y="1004453"/>
                  </a:lnTo>
                  <a:lnTo>
                    <a:pt x="0" y="944617"/>
                  </a:lnTo>
                  <a:lnTo>
                    <a:pt x="19175" y="944617"/>
                  </a:lnTo>
                  <a:close/>
                </a:path>
                <a:path w="19685" h="1483995">
                  <a:moveTo>
                    <a:pt x="19175" y="1049957"/>
                  </a:moveTo>
                  <a:lnTo>
                    <a:pt x="19175" y="1109794"/>
                  </a:lnTo>
                  <a:lnTo>
                    <a:pt x="0" y="1109794"/>
                  </a:lnTo>
                  <a:lnTo>
                    <a:pt x="0" y="1049957"/>
                  </a:lnTo>
                  <a:lnTo>
                    <a:pt x="19175" y="1049957"/>
                  </a:lnTo>
                  <a:close/>
                </a:path>
                <a:path w="19685" h="1483995">
                  <a:moveTo>
                    <a:pt x="19175" y="1152832"/>
                  </a:moveTo>
                  <a:lnTo>
                    <a:pt x="19175" y="1213170"/>
                  </a:lnTo>
                  <a:lnTo>
                    <a:pt x="0" y="1213170"/>
                  </a:lnTo>
                  <a:lnTo>
                    <a:pt x="0" y="1152832"/>
                  </a:lnTo>
                  <a:lnTo>
                    <a:pt x="19175" y="1152832"/>
                  </a:lnTo>
                  <a:close/>
                </a:path>
                <a:path w="19685" h="1483995">
                  <a:moveTo>
                    <a:pt x="19175" y="1258674"/>
                  </a:moveTo>
                  <a:lnTo>
                    <a:pt x="19175" y="1318511"/>
                  </a:lnTo>
                  <a:lnTo>
                    <a:pt x="0" y="1318511"/>
                  </a:lnTo>
                  <a:lnTo>
                    <a:pt x="0" y="1258674"/>
                  </a:lnTo>
                  <a:lnTo>
                    <a:pt x="19175" y="1258674"/>
                  </a:lnTo>
                  <a:close/>
                </a:path>
                <a:path w="19685" h="1483995">
                  <a:moveTo>
                    <a:pt x="19175" y="1364015"/>
                  </a:moveTo>
                  <a:lnTo>
                    <a:pt x="19175" y="1423851"/>
                  </a:lnTo>
                  <a:lnTo>
                    <a:pt x="0" y="1423851"/>
                  </a:lnTo>
                  <a:lnTo>
                    <a:pt x="0" y="1364015"/>
                  </a:lnTo>
                  <a:lnTo>
                    <a:pt x="19175" y="1364015"/>
                  </a:lnTo>
                  <a:close/>
                </a:path>
                <a:path w="19685" h="1483995">
                  <a:moveTo>
                    <a:pt x="19175" y="1469355"/>
                  </a:moveTo>
                  <a:lnTo>
                    <a:pt x="19175" y="1483688"/>
                  </a:lnTo>
                  <a:lnTo>
                    <a:pt x="0" y="1483688"/>
                  </a:lnTo>
                  <a:lnTo>
                    <a:pt x="0" y="1469355"/>
                  </a:lnTo>
                  <a:lnTo>
                    <a:pt x="19175" y="1469355"/>
                  </a:lnTo>
                  <a:close/>
                </a:path>
              </a:pathLst>
            </a:custGeom>
            <a:ln w="3267">
              <a:solidFill>
                <a:srgbClr val="000000"/>
              </a:solidFill>
            </a:ln>
          </p:spPr>
          <p:txBody>
            <a:bodyPr wrap="square" lIns="0" tIns="0" rIns="0" bIns="0" rtlCol="0"/>
            <a:lstStyle/>
            <a:p/>
          </p:txBody>
        </p:sp>
        <p:sp>
          <p:nvSpPr>
            <p:cNvPr id="121" name="object 121" descr=""/>
            <p:cNvSpPr/>
            <p:nvPr/>
          </p:nvSpPr>
          <p:spPr>
            <a:xfrm>
              <a:off x="9014727" y="4388548"/>
              <a:ext cx="19685" cy="480059"/>
            </a:xfrm>
            <a:custGeom>
              <a:avLst/>
              <a:gdLst/>
              <a:ahLst/>
              <a:cxnLst/>
              <a:rect l="l" t="t" r="r" b="b"/>
              <a:pathLst>
                <a:path w="19684" h="480060">
                  <a:moveTo>
                    <a:pt x="19177" y="419887"/>
                  </a:moveTo>
                  <a:lnTo>
                    <a:pt x="0" y="419887"/>
                  </a:lnTo>
                  <a:lnTo>
                    <a:pt x="0" y="479742"/>
                  </a:lnTo>
                  <a:lnTo>
                    <a:pt x="19177" y="479742"/>
                  </a:lnTo>
                  <a:lnTo>
                    <a:pt x="19177" y="419887"/>
                  </a:lnTo>
                  <a:close/>
                </a:path>
                <a:path w="19684" h="480060">
                  <a:moveTo>
                    <a:pt x="19177" y="314058"/>
                  </a:moveTo>
                  <a:lnTo>
                    <a:pt x="0" y="314058"/>
                  </a:lnTo>
                  <a:lnTo>
                    <a:pt x="0" y="373900"/>
                  </a:lnTo>
                  <a:lnTo>
                    <a:pt x="19177" y="373900"/>
                  </a:lnTo>
                  <a:lnTo>
                    <a:pt x="19177" y="314058"/>
                  </a:lnTo>
                  <a:close/>
                </a:path>
                <a:path w="19684" h="480060">
                  <a:moveTo>
                    <a:pt x="19177" y="208724"/>
                  </a:moveTo>
                  <a:lnTo>
                    <a:pt x="0" y="208724"/>
                  </a:lnTo>
                  <a:lnTo>
                    <a:pt x="0" y="268554"/>
                  </a:lnTo>
                  <a:lnTo>
                    <a:pt x="19177" y="268554"/>
                  </a:lnTo>
                  <a:lnTo>
                    <a:pt x="19177" y="208724"/>
                  </a:lnTo>
                  <a:close/>
                </a:path>
                <a:path w="19684" h="480060">
                  <a:moveTo>
                    <a:pt x="19177" y="103365"/>
                  </a:moveTo>
                  <a:lnTo>
                    <a:pt x="0" y="103365"/>
                  </a:lnTo>
                  <a:lnTo>
                    <a:pt x="0" y="163220"/>
                  </a:lnTo>
                  <a:lnTo>
                    <a:pt x="19177" y="163220"/>
                  </a:lnTo>
                  <a:lnTo>
                    <a:pt x="19177" y="103365"/>
                  </a:lnTo>
                  <a:close/>
                </a:path>
                <a:path w="19684" h="480060">
                  <a:moveTo>
                    <a:pt x="19177" y="0"/>
                  </a:moveTo>
                  <a:lnTo>
                    <a:pt x="0" y="0"/>
                  </a:lnTo>
                  <a:lnTo>
                    <a:pt x="0" y="59842"/>
                  </a:lnTo>
                  <a:lnTo>
                    <a:pt x="19177" y="59842"/>
                  </a:lnTo>
                  <a:lnTo>
                    <a:pt x="19177" y="0"/>
                  </a:lnTo>
                  <a:close/>
                </a:path>
              </a:pathLst>
            </a:custGeom>
            <a:solidFill>
              <a:srgbClr val="000000"/>
            </a:solidFill>
          </p:spPr>
          <p:txBody>
            <a:bodyPr wrap="square" lIns="0" tIns="0" rIns="0" bIns="0" rtlCol="0"/>
            <a:lstStyle/>
            <a:p/>
          </p:txBody>
        </p:sp>
        <p:sp>
          <p:nvSpPr>
            <p:cNvPr id="122" name="object 122" descr=""/>
            <p:cNvSpPr/>
            <p:nvPr/>
          </p:nvSpPr>
          <p:spPr>
            <a:xfrm>
              <a:off x="9014738" y="4388547"/>
              <a:ext cx="19685" cy="480059"/>
            </a:xfrm>
            <a:custGeom>
              <a:avLst/>
              <a:gdLst/>
              <a:ahLst/>
              <a:cxnLst/>
              <a:rect l="l" t="t" r="r" b="b"/>
              <a:pathLst>
                <a:path w="19684" h="480060">
                  <a:moveTo>
                    <a:pt x="19175" y="0"/>
                  </a:moveTo>
                  <a:lnTo>
                    <a:pt x="19175" y="59836"/>
                  </a:lnTo>
                  <a:lnTo>
                    <a:pt x="0" y="59836"/>
                  </a:lnTo>
                  <a:lnTo>
                    <a:pt x="0" y="0"/>
                  </a:lnTo>
                  <a:lnTo>
                    <a:pt x="19175" y="0"/>
                  </a:lnTo>
                  <a:close/>
                </a:path>
                <a:path w="19684" h="480060">
                  <a:moveTo>
                    <a:pt x="19175" y="103356"/>
                  </a:moveTo>
                  <a:lnTo>
                    <a:pt x="19175" y="163212"/>
                  </a:lnTo>
                  <a:lnTo>
                    <a:pt x="0" y="163212"/>
                  </a:lnTo>
                  <a:lnTo>
                    <a:pt x="0" y="103356"/>
                  </a:lnTo>
                  <a:lnTo>
                    <a:pt x="19175" y="103356"/>
                  </a:lnTo>
                  <a:close/>
                </a:path>
                <a:path w="19684" h="480060">
                  <a:moveTo>
                    <a:pt x="19175" y="208716"/>
                  </a:moveTo>
                  <a:lnTo>
                    <a:pt x="19175" y="268553"/>
                  </a:lnTo>
                  <a:lnTo>
                    <a:pt x="0" y="268553"/>
                  </a:lnTo>
                  <a:lnTo>
                    <a:pt x="0" y="208716"/>
                  </a:lnTo>
                  <a:lnTo>
                    <a:pt x="19175" y="208716"/>
                  </a:lnTo>
                  <a:close/>
                </a:path>
                <a:path w="19684" h="480060">
                  <a:moveTo>
                    <a:pt x="19175" y="314057"/>
                  </a:moveTo>
                  <a:lnTo>
                    <a:pt x="19175" y="373893"/>
                  </a:lnTo>
                  <a:lnTo>
                    <a:pt x="0" y="373893"/>
                  </a:lnTo>
                  <a:lnTo>
                    <a:pt x="0" y="314057"/>
                  </a:lnTo>
                  <a:lnTo>
                    <a:pt x="19175" y="314057"/>
                  </a:lnTo>
                  <a:close/>
                </a:path>
                <a:path w="19684" h="480060">
                  <a:moveTo>
                    <a:pt x="19175" y="419878"/>
                  </a:moveTo>
                  <a:lnTo>
                    <a:pt x="19175" y="479735"/>
                  </a:lnTo>
                  <a:lnTo>
                    <a:pt x="0" y="479735"/>
                  </a:lnTo>
                  <a:lnTo>
                    <a:pt x="0" y="419878"/>
                  </a:lnTo>
                  <a:lnTo>
                    <a:pt x="19175" y="419878"/>
                  </a:lnTo>
                  <a:close/>
                </a:path>
              </a:pathLst>
            </a:custGeom>
            <a:ln w="3267">
              <a:solidFill>
                <a:srgbClr val="000000"/>
              </a:solidFill>
            </a:ln>
          </p:spPr>
          <p:txBody>
            <a:bodyPr wrap="square" lIns="0" tIns="0" rIns="0" bIns="0" rtlCol="0"/>
            <a:lstStyle/>
            <a:p/>
          </p:txBody>
        </p:sp>
        <p:sp>
          <p:nvSpPr>
            <p:cNvPr id="123" name="object 123" descr=""/>
            <p:cNvSpPr/>
            <p:nvPr/>
          </p:nvSpPr>
          <p:spPr>
            <a:xfrm>
              <a:off x="9581203" y="3878162"/>
              <a:ext cx="0" cy="1004569"/>
            </a:xfrm>
            <a:custGeom>
              <a:avLst/>
              <a:gdLst/>
              <a:ahLst/>
              <a:cxnLst/>
              <a:rect l="l" t="t" r="r" b="b"/>
              <a:pathLst>
                <a:path w="0" h="1004570">
                  <a:moveTo>
                    <a:pt x="0" y="0"/>
                  </a:moveTo>
                  <a:lnTo>
                    <a:pt x="0" y="1004453"/>
                  </a:lnTo>
                </a:path>
              </a:pathLst>
            </a:custGeom>
            <a:ln w="19175">
              <a:solidFill>
                <a:srgbClr val="000000"/>
              </a:solidFill>
              <a:prstDash val="sysDash"/>
            </a:ln>
          </p:spPr>
          <p:txBody>
            <a:bodyPr wrap="square" lIns="0" tIns="0" rIns="0" bIns="0" rtlCol="0"/>
            <a:lstStyle/>
            <a:p/>
          </p:txBody>
        </p:sp>
        <p:sp>
          <p:nvSpPr>
            <p:cNvPr id="124" name="object 124" descr=""/>
            <p:cNvSpPr/>
            <p:nvPr/>
          </p:nvSpPr>
          <p:spPr>
            <a:xfrm>
              <a:off x="9571616" y="3878162"/>
              <a:ext cx="19685" cy="1004569"/>
            </a:xfrm>
            <a:custGeom>
              <a:avLst/>
              <a:gdLst/>
              <a:ahLst/>
              <a:cxnLst/>
              <a:rect l="l" t="t" r="r" b="b"/>
              <a:pathLst>
                <a:path w="19684" h="1004570">
                  <a:moveTo>
                    <a:pt x="19175" y="0"/>
                  </a:moveTo>
                  <a:lnTo>
                    <a:pt x="19175" y="59836"/>
                  </a:lnTo>
                  <a:lnTo>
                    <a:pt x="0" y="59836"/>
                  </a:lnTo>
                  <a:lnTo>
                    <a:pt x="0" y="0"/>
                  </a:lnTo>
                  <a:lnTo>
                    <a:pt x="19175" y="0"/>
                  </a:lnTo>
                  <a:close/>
                </a:path>
                <a:path w="19684" h="1004570">
                  <a:moveTo>
                    <a:pt x="19175" y="105340"/>
                  </a:moveTo>
                  <a:lnTo>
                    <a:pt x="19175" y="165177"/>
                  </a:lnTo>
                  <a:lnTo>
                    <a:pt x="0" y="165177"/>
                  </a:lnTo>
                  <a:lnTo>
                    <a:pt x="0" y="105340"/>
                  </a:lnTo>
                  <a:lnTo>
                    <a:pt x="19175" y="105340"/>
                  </a:lnTo>
                  <a:close/>
                </a:path>
                <a:path w="19684" h="1004570">
                  <a:moveTo>
                    <a:pt x="19175" y="210681"/>
                  </a:moveTo>
                  <a:lnTo>
                    <a:pt x="19175" y="270517"/>
                  </a:lnTo>
                  <a:lnTo>
                    <a:pt x="0" y="270517"/>
                  </a:lnTo>
                  <a:lnTo>
                    <a:pt x="0" y="210681"/>
                  </a:lnTo>
                  <a:lnTo>
                    <a:pt x="19175" y="210681"/>
                  </a:lnTo>
                  <a:close/>
                </a:path>
                <a:path w="19684" h="1004570">
                  <a:moveTo>
                    <a:pt x="19175" y="314037"/>
                  </a:moveTo>
                  <a:lnTo>
                    <a:pt x="19175" y="373893"/>
                  </a:lnTo>
                  <a:lnTo>
                    <a:pt x="0" y="373893"/>
                  </a:lnTo>
                  <a:lnTo>
                    <a:pt x="0" y="314037"/>
                  </a:lnTo>
                  <a:lnTo>
                    <a:pt x="19175" y="314037"/>
                  </a:lnTo>
                  <a:close/>
                </a:path>
                <a:path w="19684" h="1004570">
                  <a:moveTo>
                    <a:pt x="19175" y="419377"/>
                  </a:moveTo>
                  <a:lnTo>
                    <a:pt x="19175" y="479234"/>
                  </a:lnTo>
                  <a:lnTo>
                    <a:pt x="0" y="479234"/>
                  </a:lnTo>
                  <a:lnTo>
                    <a:pt x="0" y="419377"/>
                  </a:lnTo>
                  <a:lnTo>
                    <a:pt x="19175" y="419377"/>
                  </a:lnTo>
                  <a:close/>
                </a:path>
                <a:path w="19684" h="1004570">
                  <a:moveTo>
                    <a:pt x="19175" y="524718"/>
                  </a:moveTo>
                  <a:lnTo>
                    <a:pt x="19175" y="584574"/>
                  </a:lnTo>
                  <a:lnTo>
                    <a:pt x="0" y="584574"/>
                  </a:lnTo>
                  <a:lnTo>
                    <a:pt x="0" y="524718"/>
                  </a:lnTo>
                  <a:lnTo>
                    <a:pt x="19175" y="524718"/>
                  </a:lnTo>
                  <a:close/>
                </a:path>
                <a:path w="19684" h="1004570">
                  <a:moveTo>
                    <a:pt x="19175" y="630560"/>
                  </a:moveTo>
                  <a:lnTo>
                    <a:pt x="19175" y="690416"/>
                  </a:lnTo>
                  <a:lnTo>
                    <a:pt x="0" y="690416"/>
                  </a:lnTo>
                  <a:lnTo>
                    <a:pt x="0" y="630560"/>
                  </a:lnTo>
                  <a:lnTo>
                    <a:pt x="19175" y="630560"/>
                  </a:lnTo>
                  <a:close/>
                </a:path>
                <a:path w="19684" h="1004570">
                  <a:moveTo>
                    <a:pt x="19175" y="733434"/>
                  </a:moveTo>
                  <a:lnTo>
                    <a:pt x="19175" y="793271"/>
                  </a:lnTo>
                  <a:lnTo>
                    <a:pt x="0" y="793271"/>
                  </a:lnTo>
                  <a:lnTo>
                    <a:pt x="0" y="733434"/>
                  </a:lnTo>
                  <a:lnTo>
                    <a:pt x="19175" y="733434"/>
                  </a:lnTo>
                  <a:close/>
                </a:path>
                <a:path w="19684" h="1004570">
                  <a:moveTo>
                    <a:pt x="19175" y="838775"/>
                  </a:moveTo>
                  <a:lnTo>
                    <a:pt x="19175" y="899113"/>
                  </a:lnTo>
                  <a:lnTo>
                    <a:pt x="0" y="899113"/>
                  </a:lnTo>
                  <a:lnTo>
                    <a:pt x="0" y="838775"/>
                  </a:lnTo>
                  <a:lnTo>
                    <a:pt x="19175" y="838775"/>
                  </a:lnTo>
                  <a:close/>
                </a:path>
                <a:path w="19684" h="1004570">
                  <a:moveTo>
                    <a:pt x="19175" y="944617"/>
                  </a:moveTo>
                  <a:lnTo>
                    <a:pt x="19175" y="1004453"/>
                  </a:lnTo>
                  <a:lnTo>
                    <a:pt x="0" y="1004453"/>
                  </a:lnTo>
                  <a:lnTo>
                    <a:pt x="0" y="944617"/>
                  </a:lnTo>
                  <a:lnTo>
                    <a:pt x="19175" y="944617"/>
                  </a:lnTo>
                  <a:close/>
                </a:path>
              </a:pathLst>
            </a:custGeom>
            <a:ln w="3267">
              <a:solidFill>
                <a:srgbClr val="000000"/>
              </a:solidFill>
            </a:ln>
          </p:spPr>
          <p:txBody>
            <a:bodyPr wrap="square" lIns="0" tIns="0" rIns="0" bIns="0" rtlCol="0"/>
            <a:lstStyle/>
            <a:p/>
          </p:txBody>
        </p:sp>
        <p:sp>
          <p:nvSpPr>
            <p:cNvPr id="125" name="object 125" descr=""/>
            <p:cNvSpPr/>
            <p:nvPr/>
          </p:nvSpPr>
          <p:spPr>
            <a:xfrm>
              <a:off x="10138881" y="3374692"/>
              <a:ext cx="0" cy="1498600"/>
            </a:xfrm>
            <a:custGeom>
              <a:avLst/>
              <a:gdLst/>
              <a:ahLst/>
              <a:cxnLst/>
              <a:rect l="l" t="t" r="r" b="b"/>
              <a:pathLst>
                <a:path w="0" h="1498600">
                  <a:moveTo>
                    <a:pt x="0" y="0"/>
                  </a:moveTo>
                  <a:lnTo>
                    <a:pt x="0" y="1498041"/>
                  </a:lnTo>
                </a:path>
              </a:pathLst>
            </a:custGeom>
            <a:ln w="22371">
              <a:solidFill>
                <a:srgbClr val="000000"/>
              </a:solidFill>
              <a:prstDash val="sysDash"/>
            </a:ln>
          </p:spPr>
          <p:txBody>
            <a:bodyPr wrap="square" lIns="0" tIns="0" rIns="0" bIns="0" rtlCol="0"/>
            <a:lstStyle/>
            <a:p/>
          </p:txBody>
        </p:sp>
        <p:sp>
          <p:nvSpPr>
            <p:cNvPr id="126" name="object 126" descr=""/>
            <p:cNvSpPr/>
            <p:nvPr/>
          </p:nvSpPr>
          <p:spPr>
            <a:xfrm>
              <a:off x="10127695" y="3374692"/>
              <a:ext cx="22860" cy="1498600"/>
            </a:xfrm>
            <a:custGeom>
              <a:avLst/>
              <a:gdLst/>
              <a:ahLst/>
              <a:cxnLst/>
              <a:rect l="l" t="t" r="r" b="b"/>
              <a:pathLst>
                <a:path w="22859" h="1498600">
                  <a:moveTo>
                    <a:pt x="22371" y="0"/>
                  </a:moveTo>
                  <a:lnTo>
                    <a:pt x="22371" y="59836"/>
                  </a:lnTo>
                  <a:lnTo>
                    <a:pt x="0" y="59836"/>
                  </a:lnTo>
                  <a:lnTo>
                    <a:pt x="0" y="0"/>
                  </a:lnTo>
                  <a:lnTo>
                    <a:pt x="22371" y="0"/>
                  </a:lnTo>
                  <a:close/>
                </a:path>
                <a:path w="22859" h="1498600">
                  <a:moveTo>
                    <a:pt x="22371" y="105340"/>
                  </a:moveTo>
                  <a:lnTo>
                    <a:pt x="22371" y="165177"/>
                  </a:lnTo>
                  <a:lnTo>
                    <a:pt x="0" y="165177"/>
                  </a:lnTo>
                  <a:lnTo>
                    <a:pt x="0" y="105340"/>
                  </a:lnTo>
                  <a:lnTo>
                    <a:pt x="22371" y="105340"/>
                  </a:lnTo>
                  <a:close/>
                </a:path>
                <a:path w="22859" h="1498600">
                  <a:moveTo>
                    <a:pt x="22371" y="210681"/>
                  </a:moveTo>
                  <a:lnTo>
                    <a:pt x="22371" y="270517"/>
                  </a:lnTo>
                  <a:lnTo>
                    <a:pt x="0" y="270517"/>
                  </a:lnTo>
                  <a:lnTo>
                    <a:pt x="0" y="210681"/>
                  </a:lnTo>
                  <a:lnTo>
                    <a:pt x="22371" y="210681"/>
                  </a:lnTo>
                  <a:close/>
                </a:path>
                <a:path w="22859" h="1498600">
                  <a:moveTo>
                    <a:pt x="22371" y="314037"/>
                  </a:moveTo>
                  <a:lnTo>
                    <a:pt x="22371" y="373893"/>
                  </a:lnTo>
                  <a:lnTo>
                    <a:pt x="0" y="373893"/>
                  </a:lnTo>
                  <a:lnTo>
                    <a:pt x="0" y="314037"/>
                  </a:lnTo>
                  <a:lnTo>
                    <a:pt x="22371" y="314037"/>
                  </a:lnTo>
                  <a:close/>
                </a:path>
                <a:path w="22859" h="1498600">
                  <a:moveTo>
                    <a:pt x="22371" y="419377"/>
                  </a:moveTo>
                  <a:lnTo>
                    <a:pt x="22371" y="479234"/>
                  </a:lnTo>
                  <a:lnTo>
                    <a:pt x="0" y="479234"/>
                  </a:lnTo>
                  <a:lnTo>
                    <a:pt x="0" y="419377"/>
                  </a:lnTo>
                  <a:lnTo>
                    <a:pt x="22371" y="419377"/>
                  </a:lnTo>
                  <a:close/>
                </a:path>
                <a:path w="22859" h="1498600">
                  <a:moveTo>
                    <a:pt x="22371" y="524718"/>
                  </a:moveTo>
                  <a:lnTo>
                    <a:pt x="22371" y="584574"/>
                  </a:lnTo>
                  <a:lnTo>
                    <a:pt x="0" y="584574"/>
                  </a:lnTo>
                  <a:lnTo>
                    <a:pt x="0" y="524718"/>
                  </a:lnTo>
                  <a:lnTo>
                    <a:pt x="22371" y="524718"/>
                  </a:lnTo>
                  <a:close/>
                </a:path>
                <a:path w="22859" h="1498600">
                  <a:moveTo>
                    <a:pt x="22371" y="630560"/>
                  </a:moveTo>
                  <a:lnTo>
                    <a:pt x="22371" y="690416"/>
                  </a:lnTo>
                  <a:lnTo>
                    <a:pt x="0" y="690416"/>
                  </a:lnTo>
                  <a:lnTo>
                    <a:pt x="0" y="630560"/>
                  </a:lnTo>
                  <a:lnTo>
                    <a:pt x="22371" y="630560"/>
                  </a:lnTo>
                  <a:close/>
                </a:path>
                <a:path w="22859" h="1498600">
                  <a:moveTo>
                    <a:pt x="22371" y="733434"/>
                  </a:moveTo>
                  <a:lnTo>
                    <a:pt x="22371" y="793271"/>
                  </a:lnTo>
                  <a:lnTo>
                    <a:pt x="0" y="793271"/>
                  </a:lnTo>
                  <a:lnTo>
                    <a:pt x="0" y="733434"/>
                  </a:lnTo>
                  <a:lnTo>
                    <a:pt x="22371" y="733434"/>
                  </a:lnTo>
                  <a:close/>
                </a:path>
                <a:path w="22859" h="1498600">
                  <a:moveTo>
                    <a:pt x="22371" y="838775"/>
                  </a:moveTo>
                  <a:lnTo>
                    <a:pt x="22371" y="899113"/>
                  </a:lnTo>
                  <a:lnTo>
                    <a:pt x="0" y="899113"/>
                  </a:lnTo>
                  <a:lnTo>
                    <a:pt x="0" y="838775"/>
                  </a:lnTo>
                  <a:lnTo>
                    <a:pt x="22371" y="838775"/>
                  </a:lnTo>
                  <a:close/>
                </a:path>
                <a:path w="22859" h="1498600">
                  <a:moveTo>
                    <a:pt x="22371" y="944617"/>
                  </a:moveTo>
                  <a:lnTo>
                    <a:pt x="22371" y="1004453"/>
                  </a:lnTo>
                  <a:lnTo>
                    <a:pt x="0" y="1004453"/>
                  </a:lnTo>
                  <a:lnTo>
                    <a:pt x="0" y="944617"/>
                  </a:lnTo>
                  <a:lnTo>
                    <a:pt x="22371" y="944617"/>
                  </a:lnTo>
                  <a:close/>
                </a:path>
                <a:path w="22859" h="1498600">
                  <a:moveTo>
                    <a:pt x="22371" y="1049957"/>
                  </a:moveTo>
                  <a:lnTo>
                    <a:pt x="22371" y="1109794"/>
                  </a:lnTo>
                  <a:lnTo>
                    <a:pt x="0" y="1109794"/>
                  </a:lnTo>
                  <a:lnTo>
                    <a:pt x="0" y="1049957"/>
                  </a:lnTo>
                  <a:lnTo>
                    <a:pt x="22371" y="1049957"/>
                  </a:lnTo>
                  <a:close/>
                </a:path>
                <a:path w="22859" h="1498600">
                  <a:moveTo>
                    <a:pt x="22371" y="1152832"/>
                  </a:moveTo>
                  <a:lnTo>
                    <a:pt x="22371" y="1213170"/>
                  </a:lnTo>
                  <a:lnTo>
                    <a:pt x="0" y="1213170"/>
                  </a:lnTo>
                  <a:lnTo>
                    <a:pt x="0" y="1152832"/>
                  </a:lnTo>
                  <a:lnTo>
                    <a:pt x="22371" y="1152832"/>
                  </a:lnTo>
                  <a:close/>
                </a:path>
                <a:path w="22859" h="1498600">
                  <a:moveTo>
                    <a:pt x="22371" y="1258674"/>
                  </a:moveTo>
                  <a:lnTo>
                    <a:pt x="22371" y="1318511"/>
                  </a:lnTo>
                  <a:lnTo>
                    <a:pt x="0" y="1318511"/>
                  </a:lnTo>
                  <a:lnTo>
                    <a:pt x="0" y="1258674"/>
                  </a:lnTo>
                  <a:lnTo>
                    <a:pt x="22371" y="1258674"/>
                  </a:lnTo>
                  <a:close/>
                </a:path>
                <a:path w="22859" h="1498600">
                  <a:moveTo>
                    <a:pt x="22371" y="1364015"/>
                  </a:moveTo>
                  <a:lnTo>
                    <a:pt x="22371" y="1423851"/>
                  </a:lnTo>
                  <a:lnTo>
                    <a:pt x="0" y="1423851"/>
                  </a:lnTo>
                  <a:lnTo>
                    <a:pt x="0" y="1364015"/>
                  </a:lnTo>
                  <a:lnTo>
                    <a:pt x="22371" y="1364015"/>
                  </a:lnTo>
                  <a:close/>
                </a:path>
                <a:path w="22859" h="1498600">
                  <a:moveTo>
                    <a:pt x="22371" y="1469355"/>
                  </a:moveTo>
                  <a:lnTo>
                    <a:pt x="22371" y="1498041"/>
                  </a:lnTo>
                  <a:lnTo>
                    <a:pt x="0" y="1498041"/>
                  </a:lnTo>
                  <a:lnTo>
                    <a:pt x="0" y="1469355"/>
                  </a:lnTo>
                  <a:lnTo>
                    <a:pt x="22371" y="1469355"/>
                  </a:lnTo>
                  <a:close/>
                </a:path>
              </a:pathLst>
            </a:custGeom>
            <a:ln w="3267">
              <a:solidFill>
                <a:srgbClr val="000000"/>
              </a:solidFill>
            </a:ln>
          </p:spPr>
          <p:txBody>
            <a:bodyPr wrap="square" lIns="0" tIns="0" rIns="0" bIns="0" rtlCol="0"/>
            <a:lstStyle/>
            <a:p/>
          </p:txBody>
        </p:sp>
        <p:sp>
          <p:nvSpPr>
            <p:cNvPr id="127" name="object 127" descr=""/>
            <p:cNvSpPr/>
            <p:nvPr/>
          </p:nvSpPr>
          <p:spPr>
            <a:xfrm>
              <a:off x="2420111" y="4360672"/>
              <a:ext cx="1608455" cy="1324610"/>
            </a:xfrm>
            <a:custGeom>
              <a:avLst/>
              <a:gdLst/>
              <a:ahLst/>
              <a:cxnLst/>
              <a:rect l="l" t="t" r="r" b="b"/>
              <a:pathLst>
                <a:path w="1608454" h="1324610">
                  <a:moveTo>
                    <a:pt x="1545051" y="1281042"/>
                  </a:moveTo>
                  <a:lnTo>
                    <a:pt x="1524889" y="1305559"/>
                  </a:lnTo>
                  <a:lnTo>
                    <a:pt x="1607947" y="1324559"/>
                  </a:lnTo>
                  <a:lnTo>
                    <a:pt x="1592158" y="1289113"/>
                  </a:lnTo>
                  <a:lnTo>
                    <a:pt x="1554861" y="1289113"/>
                  </a:lnTo>
                  <a:lnTo>
                    <a:pt x="1545051" y="1281042"/>
                  </a:lnTo>
                  <a:close/>
                </a:path>
                <a:path w="1608454" h="1324610">
                  <a:moveTo>
                    <a:pt x="1553140" y="1271206"/>
                  </a:moveTo>
                  <a:lnTo>
                    <a:pt x="1545051" y="1281042"/>
                  </a:lnTo>
                  <a:lnTo>
                    <a:pt x="1554861" y="1289113"/>
                  </a:lnTo>
                  <a:lnTo>
                    <a:pt x="1562989" y="1279309"/>
                  </a:lnTo>
                  <a:lnTo>
                    <a:pt x="1553140" y="1271206"/>
                  </a:lnTo>
                  <a:close/>
                </a:path>
                <a:path w="1608454" h="1324610">
                  <a:moveTo>
                    <a:pt x="1573276" y="1246720"/>
                  </a:moveTo>
                  <a:lnTo>
                    <a:pt x="1553140" y="1271206"/>
                  </a:lnTo>
                  <a:lnTo>
                    <a:pt x="1562989" y="1279309"/>
                  </a:lnTo>
                  <a:lnTo>
                    <a:pt x="1554861" y="1289113"/>
                  </a:lnTo>
                  <a:lnTo>
                    <a:pt x="1592158" y="1289113"/>
                  </a:lnTo>
                  <a:lnTo>
                    <a:pt x="1573276" y="1246720"/>
                  </a:lnTo>
                  <a:close/>
                </a:path>
                <a:path w="1608454" h="1324610">
                  <a:moveTo>
                    <a:pt x="8000" y="0"/>
                  </a:moveTo>
                  <a:lnTo>
                    <a:pt x="0" y="9905"/>
                  </a:lnTo>
                  <a:lnTo>
                    <a:pt x="1545051" y="1281042"/>
                  </a:lnTo>
                  <a:lnTo>
                    <a:pt x="1553140" y="1271206"/>
                  </a:lnTo>
                  <a:lnTo>
                    <a:pt x="8000" y="0"/>
                  </a:lnTo>
                  <a:close/>
                </a:path>
              </a:pathLst>
            </a:custGeom>
            <a:solidFill>
              <a:srgbClr val="FF0000"/>
            </a:solidFill>
          </p:spPr>
          <p:txBody>
            <a:bodyPr wrap="square" lIns="0" tIns="0" rIns="0" bIns="0" rtlCol="0"/>
            <a:lstStyle/>
            <a:p/>
          </p:txBody>
        </p:sp>
      </p:grpSp>
      <p:sp>
        <p:nvSpPr>
          <p:cNvPr id="128" name="object 128" descr=""/>
          <p:cNvSpPr txBox="1"/>
          <p:nvPr/>
        </p:nvSpPr>
        <p:spPr>
          <a:xfrm>
            <a:off x="1250139" y="3089261"/>
            <a:ext cx="279400" cy="242570"/>
          </a:xfrm>
          <a:prstGeom prst="rect">
            <a:avLst/>
          </a:prstGeom>
        </p:spPr>
        <p:txBody>
          <a:bodyPr wrap="square" lIns="0" tIns="15240" rIns="0" bIns="0" rtlCol="0" vert="horz">
            <a:spAutoFit/>
          </a:bodyPr>
          <a:lstStyle/>
          <a:p>
            <a:pPr marL="12700">
              <a:lnSpc>
                <a:spcPct val="100000"/>
              </a:lnSpc>
              <a:spcBef>
                <a:spcPts val="120"/>
              </a:spcBef>
            </a:pPr>
            <a:r>
              <a:rPr dirty="0" sz="1400" spc="229" b="1">
                <a:solidFill>
                  <a:srgbClr val="0000FF"/>
                </a:solidFill>
                <a:latin typeface="Times New Roman"/>
                <a:cs typeface="Times New Roman"/>
              </a:rPr>
              <a:t>S4</a:t>
            </a:r>
            <a:endParaRPr sz="1400">
              <a:latin typeface="Times New Roman"/>
              <a:cs typeface="Times New Roman"/>
            </a:endParaRPr>
          </a:p>
        </p:txBody>
      </p:sp>
      <p:sp>
        <p:nvSpPr>
          <p:cNvPr id="129" name="object 129" descr=""/>
          <p:cNvSpPr txBox="1"/>
          <p:nvPr/>
        </p:nvSpPr>
        <p:spPr>
          <a:xfrm>
            <a:off x="1250139" y="4005193"/>
            <a:ext cx="279400" cy="242570"/>
          </a:xfrm>
          <a:prstGeom prst="rect">
            <a:avLst/>
          </a:prstGeom>
        </p:spPr>
        <p:txBody>
          <a:bodyPr wrap="square" lIns="0" tIns="15240" rIns="0" bIns="0" rtlCol="0" vert="horz">
            <a:spAutoFit/>
          </a:bodyPr>
          <a:lstStyle/>
          <a:p>
            <a:pPr marL="12700">
              <a:lnSpc>
                <a:spcPct val="100000"/>
              </a:lnSpc>
              <a:spcBef>
                <a:spcPts val="120"/>
              </a:spcBef>
            </a:pPr>
            <a:r>
              <a:rPr dirty="0" sz="1400" spc="229" b="1">
                <a:solidFill>
                  <a:srgbClr val="0000FF"/>
                </a:solidFill>
                <a:latin typeface="Times New Roman"/>
                <a:cs typeface="Times New Roman"/>
              </a:rPr>
              <a:t>S2</a:t>
            </a:r>
            <a:endParaRPr sz="1400">
              <a:latin typeface="Times New Roman"/>
              <a:cs typeface="Times New Roman"/>
            </a:endParaRPr>
          </a:p>
        </p:txBody>
      </p:sp>
      <p:sp>
        <p:nvSpPr>
          <p:cNvPr id="130" name="object 130" descr=""/>
          <p:cNvSpPr txBox="1"/>
          <p:nvPr/>
        </p:nvSpPr>
        <p:spPr>
          <a:xfrm>
            <a:off x="4050284" y="5586780"/>
            <a:ext cx="2081530" cy="75692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FF0000"/>
                </a:solidFill>
                <a:latin typeface="黑体"/>
                <a:cs typeface="黑体"/>
              </a:rPr>
              <a:t>第</a:t>
            </a:r>
            <a:r>
              <a:rPr dirty="0" sz="1600" spc="-10">
                <a:solidFill>
                  <a:srgbClr val="FF0000"/>
                </a:solidFill>
                <a:latin typeface="Tahoma"/>
                <a:cs typeface="Tahoma"/>
              </a:rPr>
              <a:t>1</a:t>
            </a:r>
            <a:r>
              <a:rPr dirty="0" sz="1600" spc="-15">
                <a:solidFill>
                  <a:srgbClr val="FF0000"/>
                </a:solidFill>
                <a:latin typeface="黑体"/>
                <a:cs typeface="黑体"/>
              </a:rPr>
              <a:t>时刻末，第</a:t>
            </a:r>
            <a:r>
              <a:rPr dirty="0" sz="1600" spc="-10">
                <a:solidFill>
                  <a:srgbClr val="FF0000"/>
                </a:solidFill>
                <a:latin typeface="Tahoma"/>
                <a:cs typeface="Tahoma"/>
              </a:rPr>
              <a:t>2</a:t>
            </a:r>
            <a:r>
              <a:rPr dirty="0" sz="1600" spc="-30">
                <a:solidFill>
                  <a:srgbClr val="FF0000"/>
                </a:solidFill>
                <a:latin typeface="黑体"/>
                <a:cs typeface="黑体"/>
              </a:rPr>
              <a:t>时刻初</a:t>
            </a:r>
            <a:endParaRPr sz="1600">
              <a:latin typeface="黑体"/>
              <a:cs typeface="黑体"/>
            </a:endParaRPr>
          </a:p>
          <a:p>
            <a:pPr marL="12700" marR="1019810">
              <a:lnSpc>
                <a:spcPct val="100000"/>
              </a:lnSpc>
            </a:pPr>
            <a:r>
              <a:rPr dirty="0" sz="1600" spc="-20">
                <a:solidFill>
                  <a:srgbClr val="FF0000"/>
                </a:solidFill>
                <a:latin typeface="Tahoma"/>
                <a:cs typeface="Tahoma"/>
              </a:rPr>
              <a:t>S1</a:t>
            </a:r>
            <a:r>
              <a:rPr dirty="0" sz="1600" spc="-20">
                <a:solidFill>
                  <a:srgbClr val="FF0000"/>
                </a:solidFill>
                <a:latin typeface="黑体"/>
                <a:cs typeface="黑体"/>
              </a:rPr>
              <a:t>执行完，</a:t>
            </a:r>
            <a:r>
              <a:rPr dirty="0" sz="1600" spc="-50">
                <a:solidFill>
                  <a:srgbClr val="FF0000"/>
                </a:solidFill>
                <a:latin typeface="黑体"/>
                <a:cs typeface="黑体"/>
              </a:rPr>
              <a:t> </a:t>
            </a:r>
            <a:r>
              <a:rPr dirty="0" sz="1600" spc="-20">
                <a:solidFill>
                  <a:srgbClr val="FF0000"/>
                </a:solidFill>
                <a:latin typeface="Tahoma"/>
                <a:cs typeface="Tahoma"/>
              </a:rPr>
              <a:t>S2</a:t>
            </a:r>
            <a:r>
              <a:rPr dirty="0" sz="1600" spc="-20">
                <a:solidFill>
                  <a:srgbClr val="FF0000"/>
                </a:solidFill>
                <a:latin typeface="黑体"/>
                <a:cs typeface="黑体"/>
              </a:rPr>
              <a:t>开始执行</a:t>
            </a:r>
            <a:endParaRPr sz="1600">
              <a:latin typeface="黑体"/>
              <a:cs typeface="黑体"/>
            </a:endParaRPr>
          </a:p>
        </p:txBody>
      </p:sp>
      <p:sp>
        <p:nvSpPr>
          <p:cNvPr id="131" name="object 131" descr=""/>
          <p:cNvSpPr/>
          <p:nvPr/>
        </p:nvSpPr>
        <p:spPr>
          <a:xfrm>
            <a:off x="4135120" y="3423665"/>
            <a:ext cx="2609215" cy="1733550"/>
          </a:xfrm>
          <a:custGeom>
            <a:avLst/>
            <a:gdLst/>
            <a:ahLst/>
            <a:cxnLst/>
            <a:rect l="l" t="t" r="r" b="b"/>
            <a:pathLst>
              <a:path w="2609215" h="1733550">
                <a:moveTo>
                  <a:pt x="2541917" y="1696468"/>
                </a:moveTo>
                <a:lnTo>
                  <a:pt x="2524379" y="1722882"/>
                </a:lnTo>
                <a:lnTo>
                  <a:pt x="2608960" y="1733296"/>
                </a:lnTo>
                <a:lnTo>
                  <a:pt x="2591833" y="1703451"/>
                </a:lnTo>
                <a:lnTo>
                  <a:pt x="2552446" y="1703451"/>
                </a:lnTo>
                <a:lnTo>
                  <a:pt x="2541917" y="1696468"/>
                </a:lnTo>
                <a:close/>
              </a:path>
              <a:path w="2609215" h="1733550">
                <a:moveTo>
                  <a:pt x="2548951" y="1685875"/>
                </a:moveTo>
                <a:lnTo>
                  <a:pt x="2541917" y="1696468"/>
                </a:lnTo>
                <a:lnTo>
                  <a:pt x="2552446" y="1703451"/>
                </a:lnTo>
                <a:lnTo>
                  <a:pt x="2559557" y="1692910"/>
                </a:lnTo>
                <a:lnTo>
                  <a:pt x="2548951" y="1685875"/>
                </a:lnTo>
                <a:close/>
              </a:path>
              <a:path w="2609215" h="1733550">
                <a:moveTo>
                  <a:pt x="2566543" y="1659382"/>
                </a:moveTo>
                <a:lnTo>
                  <a:pt x="2548951" y="1685875"/>
                </a:lnTo>
                <a:lnTo>
                  <a:pt x="2559557" y="1692910"/>
                </a:lnTo>
                <a:lnTo>
                  <a:pt x="2552446" y="1703451"/>
                </a:lnTo>
                <a:lnTo>
                  <a:pt x="2591833" y="1703451"/>
                </a:lnTo>
                <a:lnTo>
                  <a:pt x="2566543" y="1659382"/>
                </a:lnTo>
                <a:close/>
              </a:path>
              <a:path w="2609215" h="1733550">
                <a:moveTo>
                  <a:pt x="6984" y="0"/>
                </a:moveTo>
                <a:lnTo>
                  <a:pt x="0" y="10668"/>
                </a:lnTo>
                <a:lnTo>
                  <a:pt x="2541917" y="1696468"/>
                </a:lnTo>
                <a:lnTo>
                  <a:pt x="2548951" y="1685875"/>
                </a:lnTo>
                <a:lnTo>
                  <a:pt x="6984" y="0"/>
                </a:lnTo>
                <a:close/>
              </a:path>
            </a:pathLst>
          </a:custGeom>
          <a:solidFill>
            <a:srgbClr val="FF0000"/>
          </a:solidFill>
        </p:spPr>
        <p:txBody>
          <a:bodyPr wrap="square" lIns="0" tIns="0" rIns="0" bIns="0" rtlCol="0"/>
          <a:lstStyle/>
          <a:p/>
        </p:txBody>
      </p:sp>
      <p:sp>
        <p:nvSpPr>
          <p:cNvPr id="132" name="object 132" descr=""/>
          <p:cNvSpPr txBox="1"/>
          <p:nvPr/>
        </p:nvSpPr>
        <p:spPr>
          <a:xfrm>
            <a:off x="6331711" y="5271008"/>
            <a:ext cx="5205095" cy="513080"/>
          </a:xfrm>
          <a:prstGeom prst="rect">
            <a:avLst/>
          </a:prstGeom>
        </p:spPr>
        <p:txBody>
          <a:bodyPr wrap="square" lIns="0" tIns="12065" rIns="0" bIns="0" rtlCol="0" vert="horz">
            <a:spAutoFit/>
          </a:bodyPr>
          <a:lstStyle/>
          <a:p>
            <a:pPr marL="12700" marR="5080">
              <a:lnSpc>
                <a:spcPct val="100000"/>
              </a:lnSpc>
              <a:spcBef>
                <a:spcPts val="95"/>
              </a:spcBef>
            </a:pPr>
            <a:r>
              <a:rPr dirty="0" sz="1600" spc="-10">
                <a:solidFill>
                  <a:srgbClr val="FF0000"/>
                </a:solidFill>
                <a:latin typeface="黑体"/>
                <a:cs typeface="黑体"/>
              </a:rPr>
              <a:t>第</a:t>
            </a:r>
            <a:r>
              <a:rPr dirty="0" sz="1600" spc="-10">
                <a:solidFill>
                  <a:srgbClr val="FF0000"/>
                </a:solidFill>
                <a:latin typeface="Tahoma"/>
                <a:cs typeface="Tahoma"/>
              </a:rPr>
              <a:t>4</a:t>
            </a:r>
            <a:r>
              <a:rPr dirty="0" sz="1600" spc="-15">
                <a:solidFill>
                  <a:srgbClr val="FF0000"/>
                </a:solidFill>
                <a:latin typeface="黑体"/>
                <a:cs typeface="黑体"/>
              </a:rPr>
              <a:t>时刻初，</a:t>
            </a:r>
            <a:r>
              <a:rPr dirty="0" sz="1600" spc="-20">
                <a:solidFill>
                  <a:srgbClr val="FF0000"/>
                </a:solidFill>
                <a:latin typeface="Tahoma"/>
                <a:cs typeface="Tahoma"/>
              </a:rPr>
              <a:t>S4</a:t>
            </a:r>
            <a:r>
              <a:rPr dirty="0" sz="1600" spc="-65">
                <a:solidFill>
                  <a:srgbClr val="FF0000"/>
                </a:solidFill>
                <a:latin typeface="黑体"/>
                <a:cs typeface="黑体"/>
              </a:rPr>
              <a:t>开始执行， </a:t>
            </a:r>
            <a:r>
              <a:rPr dirty="0" sz="1600" spc="-20">
                <a:solidFill>
                  <a:srgbClr val="FF0000"/>
                </a:solidFill>
                <a:latin typeface="Tahoma"/>
                <a:cs typeface="Tahoma"/>
              </a:rPr>
              <a:t>S3</a:t>
            </a:r>
            <a:r>
              <a:rPr dirty="0" sz="1600" spc="-50">
                <a:solidFill>
                  <a:srgbClr val="FF0000"/>
                </a:solidFill>
                <a:latin typeface="黑体"/>
                <a:cs typeface="黑体"/>
              </a:rPr>
              <a:t>开始执行第二阶段， </a:t>
            </a:r>
            <a:r>
              <a:rPr dirty="0" sz="1600" spc="-20">
                <a:solidFill>
                  <a:srgbClr val="FF0000"/>
                </a:solidFill>
                <a:latin typeface="Tahoma"/>
                <a:cs typeface="Tahoma"/>
              </a:rPr>
              <a:t>S2</a:t>
            </a:r>
            <a:r>
              <a:rPr dirty="0" sz="1600" spc="-30">
                <a:solidFill>
                  <a:srgbClr val="FF0000"/>
                </a:solidFill>
                <a:latin typeface="黑体"/>
                <a:cs typeface="黑体"/>
              </a:rPr>
              <a:t>开始</a:t>
            </a:r>
            <a:r>
              <a:rPr dirty="0" sz="1600" spc="-50">
                <a:solidFill>
                  <a:srgbClr val="FF0000"/>
                </a:solidFill>
                <a:latin typeface="黑体"/>
                <a:cs typeface="黑体"/>
              </a:rPr>
              <a:t>执行第三阶段， </a:t>
            </a:r>
            <a:r>
              <a:rPr dirty="0" sz="1600" spc="-20">
                <a:solidFill>
                  <a:srgbClr val="FF0000"/>
                </a:solidFill>
                <a:latin typeface="Tahoma"/>
                <a:cs typeface="Tahoma"/>
              </a:rPr>
              <a:t>S1</a:t>
            </a:r>
            <a:r>
              <a:rPr dirty="0" sz="1600" spc="-25">
                <a:solidFill>
                  <a:srgbClr val="FF0000"/>
                </a:solidFill>
                <a:latin typeface="黑体"/>
                <a:cs typeface="黑体"/>
              </a:rPr>
              <a:t>执行完第四个阶段</a:t>
            </a:r>
            <a:endParaRPr sz="1600">
              <a:latin typeface="黑体"/>
              <a:cs typeface="黑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28/154</a:t>
            </a:r>
            <a:endParaRPr sz="1600">
              <a:latin typeface="宋体"/>
              <a:cs typeface="宋体"/>
            </a:endParaRPr>
          </a:p>
        </p:txBody>
      </p:sp>
      <p:sp>
        <p:nvSpPr>
          <p:cNvPr id="3" name="object 3" descr=""/>
          <p:cNvSpPr/>
          <p:nvPr/>
        </p:nvSpPr>
        <p:spPr>
          <a:xfrm>
            <a:off x="1176337" y="692150"/>
            <a:ext cx="6294755" cy="0"/>
          </a:xfrm>
          <a:custGeom>
            <a:avLst/>
            <a:gdLst/>
            <a:ahLst/>
            <a:cxnLst/>
            <a:rect l="l" t="t" r="r" b="b"/>
            <a:pathLst>
              <a:path w="6294755" h="0">
                <a:moveTo>
                  <a:pt x="0" y="0"/>
                </a:moveTo>
                <a:lnTo>
                  <a:pt x="6294437"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002407" y="194563"/>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7179888" y="1755290"/>
            <a:ext cx="355600" cy="355600"/>
          </a:xfrm>
          <a:prstGeom prst="rect">
            <a:avLst/>
          </a:prstGeom>
        </p:spPr>
        <p:txBody>
          <a:bodyPr wrap="square" lIns="0" tIns="0" rIns="0" bIns="0" rtlCol="0" vert="horz">
            <a:spAutoFit/>
          </a:bodyPr>
          <a:lstStyle/>
          <a:p>
            <a:pPr>
              <a:lnSpc>
                <a:spcPts val="2795"/>
              </a:lnSpc>
            </a:pPr>
            <a:r>
              <a:rPr dirty="0" sz="2800" spc="-50">
                <a:solidFill>
                  <a:srgbClr val="40458B"/>
                </a:solidFill>
                <a:latin typeface="黑体"/>
                <a:cs typeface="黑体"/>
              </a:rPr>
              <a:t>：</a:t>
            </a:r>
            <a:endParaRPr sz="2800">
              <a:latin typeface="黑体"/>
              <a:cs typeface="黑体"/>
            </a:endParaRPr>
          </a:p>
        </p:txBody>
      </p:sp>
      <p:sp>
        <p:nvSpPr>
          <p:cNvPr id="11" name="object 11" descr=""/>
          <p:cNvSpPr txBox="1"/>
          <p:nvPr/>
        </p:nvSpPr>
        <p:spPr>
          <a:xfrm>
            <a:off x="95300" y="952626"/>
            <a:ext cx="7283450" cy="2221865"/>
          </a:xfrm>
          <a:prstGeom prst="rect">
            <a:avLst/>
          </a:prstGeom>
        </p:spPr>
        <p:txBody>
          <a:bodyPr wrap="square" lIns="0" tIns="13335" rIns="0" bIns="0" rtlCol="0" vert="horz">
            <a:spAutoFit/>
          </a:bodyPr>
          <a:lstStyle/>
          <a:p>
            <a:pPr marL="146685">
              <a:lnSpc>
                <a:spcPct val="100000"/>
              </a:lnSpc>
              <a:spcBef>
                <a:spcPts val="105"/>
              </a:spcBef>
              <a:tabLst>
                <a:tab pos="5754370" algn="l"/>
              </a:tabLst>
            </a:pPr>
            <a:r>
              <a:rPr dirty="0" sz="3200" spc="-25">
                <a:solidFill>
                  <a:srgbClr val="FF0000"/>
                </a:solidFill>
                <a:latin typeface="Tahoma"/>
                <a:cs typeface="Tahoma"/>
              </a:rPr>
              <a:t>1</a:t>
            </a:r>
            <a:r>
              <a:rPr dirty="0" sz="3200">
                <a:solidFill>
                  <a:srgbClr val="FF0000"/>
                </a:solidFill>
                <a:latin typeface="黑体"/>
                <a:cs typeface="黑体"/>
              </a:rPr>
              <a:t>、各段时</a:t>
            </a:r>
            <a:r>
              <a:rPr dirty="0" sz="3200" spc="-15">
                <a:solidFill>
                  <a:srgbClr val="FF0000"/>
                </a:solidFill>
                <a:latin typeface="黑体"/>
                <a:cs typeface="黑体"/>
              </a:rPr>
              <a:t>间</a:t>
            </a:r>
            <a:r>
              <a:rPr dirty="0" sz="3200">
                <a:solidFill>
                  <a:srgbClr val="FF0000"/>
                </a:solidFill>
                <a:latin typeface="黑体"/>
                <a:cs typeface="黑体"/>
              </a:rPr>
              <a:t>均相</a:t>
            </a:r>
            <a:r>
              <a:rPr dirty="0" sz="3200" spc="-15">
                <a:solidFill>
                  <a:srgbClr val="FF0000"/>
                </a:solidFill>
                <a:latin typeface="黑体"/>
                <a:cs typeface="黑体"/>
              </a:rPr>
              <a:t>等</a:t>
            </a:r>
            <a:r>
              <a:rPr dirty="0" sz="3200">
                <a:solidFill>
                  <a:srgbClr val="FF0000"/>
                </a:solidFill>
                <a:latin typeface="黑体"/>
                <a:cs typeface="黑体"/>
              </a:rPr>
              <a:t>的流</a:t>
            </a:r>
            <a:r>
              <a:rPr dirty="0" sz="3200" spc="-15">
                <a:solidFill>
                  <a:srgbClr val="FF0000"/>
                </a:solidFill>
                <a:latin typeface="黑体"/>
                <a:cs typeface="黑体"/>
              </a:rPr>
              <a:t>水</a:t>
            </a:r>
            <a:r>
              <a:rPr dirty="0" sz="3200" spc="-50">
                <a:solidFill>
                  <a:srgbClr val="FF0000"/>
                </a:solidFill>
                <a:latin typeface="黑体"/>
                <a:cs typeface="黑体"/>
              </a:rPr>
              <a:t>线</a:t>
            </a:r>
            <a:r>
              <a:rPr dirty="0" sz="3200">
                <a:solidFill>
                  <a:srgbClr val="FF0000"/>
                </a:solidFill>
                <a:latin typeface="黑体"/>
                <a:cs typeface="黑体"/>
              </a:rPr>
              <a:t>	</a:t>
            </a:r>
            <a:r>
              <a:rPr dirty="0" sz="3200" spc="-25">
                <a:solidFill>
                  <a:srgbClr val="FF5CFF"/>
                </a:solidFill>
                <a:latin typeface="Tahoma"/>
                <a:cs typeface="Tahoma"/>
              </a:rPr>
              <a:t>**</a:t>
            </a:r>
            <a:endParaRPr sz="3200">
              <a:latin typeface="Tahoma"/>
              <a:cs typeface="Tahoma"/>
            </a:endParaRPr>
          </a:p>
          <a:p>
            <a:pPr marL="482600" indent="-457200">
              <a:lnSpc>
                <a:spcPct val="100000"/>
              </a:lnSpc>
              <a:spcBef>
                <a:spcPts val="1975"/>
              </a:spcBef>
              <a:buSzPct val="89285"/>
              <a:buFont typeface="Wingdings"/>
              <a:buChar char=""/>
              <a:tabLst>
                <a:tab pos="482600" algn="l"/>
              </a:tabLst>
            </a:pPr>
            <a:r>
              <a:rPr dirty="0" sz="2800" spc="-25">
                <a:solidFill>
                  <a:srgbClr val="40458B"/>
                </a:solidFill>
                <a:latin typeface="黑体"/>
                <a:cs typeface="黑体"/>
              </a:rPr>
              <a:t>流水线完成</a:t>
            </a:r>
            <a:r>
              <a:rPr dirty="0" sz="2800" spc="-25">
                <a:solidFill>
                  <a:srgbClr val="9933FF"/>
                </a:solidFill>
                <a:latin typeface="Tahoma"/>
                <a:cs typeface="Tahoma"/>
              </a:rPr>
              <a:t>n</a:t>
            </a:r>
            <a:r>
              <a:rPr dirty="0" sz="2800" spc="-40">
                <a:solidFill>
                  <a:srgbClr val="40458B"/>
                </a:solidFill>
                <a:latin typeface="黑体"/>
                <a:cs typeface="黑体"/>
              </a:rPr>
              <a:t>个连续任务所需要的总时间为</a:t>
            </a:r>
            <a:endParaRPr sz="2800">
              <a:latin typeface="黑体"/>
              <a:cs typeface="黑体"/>
            </a:endParaRPr>
          </a:p>
          <a:p>
            <a:pPr marL="653415">
              <a:lnSpc>
                <a:spcPct val="100000"/>
              </a:lnSpc>
              <a:spcBef>
                <a:spcPts val="920"/>
              </a:spcBef>
            </a:pPr>
            <a:r>
              <a:rPr dirty="0" sz="2400" spc="-20" b="1">
                <a:solidFill>
                  <a:srgbClr val="00AFEF"/>
                </a:solidFill>
                <a:latin typeface="宋体"/>
                <a:cs typeface="宋体"/>
              </a:rPr>
              <a:t>（假设一条</a:t>
            </a:r>
            <a:r>
              <a:rPr dirty="0" sz="2400" spc="-20" b="1">
                <a:solidFill>
                  <a:srgbClr val="9933FF"/>
                </a:solidFill>
                <a:latin typeface="宋体"/>
                <a:cs typeface="宋体"/>
              </a:rPr>
              <a:t>k</a:t>
            </a:r>
            <a:r>
              <a:rPr dirty="0" sz="2400" spc="-20" b="1">
                <a:solidFill>
                  <a:srgbClr val="080808"/>
                </a:solidFill>
                <a:latin typeface="宋体"/>
                <a:cs typeface="宋体"/>
              </a:rPr>
              <a:t>段</a:t>
            </a:r>
            <a:r>
              <a:rPr dirty="0" sz="2400" spc="-20" b="1">
                <a:solidFill>
                  <a:srgbClr val="00AFEF"/>
                </a:solidFill>
                <a:latin typeface="宋体"/>
                <a:cs typeface="宋体"/>
              </a:rPr>
              <a:t>线性流水线</a:t>
            </a:r>
            <a:r>
              <a:rPr dirty="0" sz="2400" spc="-50" b="1">
                <a:solidFill>
                  <a:srgbClr val="00AFEF"/>
                </a:solidFill>
                <a:latin typeface="宋体"/>
                <a:cs typeface="宋体"/>
              </a:rPr>
              <a:t>）</a:t>
            </a:r>
            <a:endParaRPr sz="2400">
              <a:latin typeface="宋体"/>
              <a:cs typeface="宋体"/>
            </a:endParaRPr>
          </a:p>
          <a:p>
            <a:pPr marL="1447165">
              <a:lnSpc>
                <a:spcPct val="100000"/>
              </a:lnSpc>
              <a:spcBef>
                <a:spcPts val="955"/>
              </a:spcBef>
            </a:pPr>
            <a:r>
              <a:rPr dirty="0" sz="2800" spc="-10">
                <a:solidFill>
                  <a:srgbClr val="080808"/>
                </a:solidFill>
                <a:latin typeface="黑体"/>
                <a:cs typeface="黑体"/>
              </a:rPr>
              <a:t>T</a:t>
            </a:r>
            <a:r>
              <a:rPr dirty="0" baseline="-21021" sz="2775" spc="-15">
                <a:solidFill>
                  <a:srgbClr val="080808"/>
                </a:solidFill>
                <a:latin typeface="黑体"/>
                <a:cs typeface="黑体"/>
              </a:rPr>
              <a:t>k</a:t>
            </a:r>
            <a:r>
              <a:rPr dirty="0" sz="2800" spc="-10">
                <a:solidFill>
                  <a:srgbClr val="080808"/>
                </a:solidFill>
                <a:latin typeface="黑体"/>
                <a:cs typeface="黑体"/>
              </a:rPr>
              <a:t>＝kΔt＋(n－1)Δt＝(k＋n－1)Δt</a:t>
            </a:r>
            <a:endParaRPr sz="2800">
              <a:latin typeface="黑体"/>
              <a:cs typeface="黑体"/>
            </a:endParaRPr>
          </a:p>
        </p:txBody>
      </p:sp>
      <p:sp>
        <p:nvSpPr>
          <p:cNvPr id="12" name="object 12" descr=""/>
          <p:cNvSpPr txBox="1"/>
          <p:nvPr/>
        </p:nvSpPr>
        <p:spPr>
          <a:xfrm>
            <a:off x="108000" y="3277870"/>
            <a:ext cx="3681729" cy="452120"/>
          </a:xfrm>
          <a:prstGeom prst="rect">
            <a:avLst/>
          </a:prstGeom>
        </p:spPr>
        <p:txBody>
          <a:bodyPr wrap="square" lIns="0" tIns="12065" rIns="0" bIns="0" rtlCol="0" vert="horz">
            <a:spAutoFit/>
          </a:bodyPr>
          <a:lstStyle/>
          <a:p>
            <a:pPr marL="469900" indent="-457200">
              <a:lnSpc>
                <a:spcPct val="100000"/>
              </a:lnSpc>
              <a:spcBef>
                <a:spcPts val="95"/>
              </a:spcBef>
              <a:buSzPct val="89285"/>
              <a:buFont typeface="Wingdings"/>
              <a:buChar char=""/>
              <a:tabLst>
                <a:tab pos="469900" algn="l"/>
              </a:tabLst>
            </a:pPr>
            <a:r>
              <a:rPr dirty="0" sz="2800" spc="-35">
                <a:solidFill>
                  <a:srgbClr val="40458B"/>
                </a:solidFill>
                <a:latin typeface="黑体"/>
                <a:cs typeface="黑体"/>
              </a:rPr>
              <a:t>流水线的</a:t>
            </a:r>
            <a:r>
              <a:rPr dirty="0" sz="2800" spc="-40">
                <a:solidFill>
                  <a:srgbClr val="D50092"/>
                </a:solidFill>
                <a:latin typeface="黑体"/>
                <a:cs typeface="黑体"/>
              </a:rPr>
              <a:t>实际吞吐率</a:t>
            </a:r>
            <a:endParaRPr sz="2800">
              <a:latin typeface="黑体"/>
              <a:cs typeface="黑体"/>
            </a:endParaRPr>
          </a:p>
        </p:txBody>
      </p:sp>
      <p:sp>
        <p:nvSpPr>
          <p:cNvPr id="13" name="object 13" descr=""/>
          <p:cNvSpPr/>
          <p:nvPr/>
        </p:nvSpPr>
        <p:spPr>
          <a:xfrm>
            <a:off x="4727575" y="3429000"/>
            <a:ext cx="3378200" cy="1016000"/>
          </a:xfrm>
          <a:custGeom>
            <a:avLst/>
            <a:gdLst/>
            <a:ahLst/>
            <a:cxnLst/>
            <a:rect l="l" t="t" r="r" b="b"/>
            <a:pathLst>
              <a:path w="3378200" h="1016000">
                <a:moveTo>
                  <a:pt x="3378200" y="0"/>
                </a:moveTo>
                <a:lnTo>
                  <a:pt x="0" y="0"/>
                </a:lnTo>
                <a:lnTo>
                  <a:pt x="0" y="1016000"/>
                </a:lnTo>
                <a:lnTo>
                  <a:pt x="3378200" y="1016000"/>
                </a:lnTo>
                <a:lnTo>
                  <a:pt x="3378200" y="0"/>
                </a:lnTo>
                <a:close/>
              </a:path>
            </a:pathLst>
          </a:custGeom>
          <a:solidFill>
            <a:srgbClr val="D4D6EB"/>
          </a:solidFill>
        </p:spPr>
        <p:txBody>
          <a:bodyPr wrap="square" lIns="0" tIns="0" rIns="0" bIns="0" rtlCol="0"/>
          <a:lstStyle/>
          <a:p/>
        </p:txBody>
      </p:sp>
      <p:sp>
        <p:nvSpPr>
          <p:cNvPr id="14" name="object 14" descr=""/>
          <p:cNvSpPr txBox="1"/>
          <p:nvPr/>
        </p:nvSpPr>
        <p:spPr>
          <a:xfrm>
            <a:off x="4721245" y="3323463"/>
            <a:ext cx="3358515" cy="1040130"/>
          </a:xfrm>
          <a:prstGeom prst="rect">
            <a:avLst/>
          </a:prstGeom>
        </p:spPr>
        <p:txBody>
          <a:bodyPr wrap="square" lIns="0" tIns="11430" rIns="0" bIns="0" rtlCol="0" vert="horz">
            <a:spAutoFit/>
          </a:bodyPr>
          <a:lstStyle/>
          <a:p>
            <a:pPr marL="833755" marR="43180" indent="-796290">
              <a:lnSpc>
                <a:spcPct val="118900"/>
              </a:lnSpc>
              <a:spcBef>
                <a:spcPts val="90"/>
              </a:spcBef>
              <a:tabLst>
                <a:tab pos="1576070" algn="l"/>
                <a:tab pos="2346960" algn="l"/>
                <a:tab pos="3307079" algn="l"/>
              </a:tabLst>
            </a:pPr>
            <a:r>
              <a:rPr dirty="0" baseline="-35714" sz="4200" i="1">
                <a:latin typeface="Times New Roman"/>
                <a:cs typeface="Times New Roman"/>
              </a:rPr>
              <a:t>TP </a:t>
            </a:r>
            <a:r>
              <a:rPr dirty="0" baseline="-35714" sz="4200">
                <a:latin typeface="Symbol"/>
                <a:cs typeface="Symbol"/>
              </a:rPr>
              <a:t></a:t>
            </a:r>
            <a:r>
              <a:rPr dirty="0" baseline="-35714" sz="4200">
                <a:latin typeface="Times New Roman"/>
                <a:cs typeface="Times New Roman"/>
              </a:rPr>
              <a:t> </a:t>
            </a:r>
            <a:r>
              <a:rPr dirty="0" u="sng" sz="2800" i="1">
                <a:uFill>
                  <a:solidFill>
                    <a:srgbClr val="000000"/>
                  </a:solidFill>
                </a:uFill>
                <a:latin typeface="Times New Roman"/>
                <a:cs typeface="Times New Roman"/>
              </a:rPr>
              <a:t> n</a:t>
            </a:r>
            <a:r>
              <a:rPr dirty="0" u="sng" sz="2800" spc="-5" i="1">
                <a:uFill>
                  <a:solidFill>
                    <a:srgbClr val="000000"/>
                  </a:solidFill>
                </a:uFill>
                <a:latin typeface="Times New Roman"/>
                <a:cs typeface="Times New Roman"/>
              </a:rPr>
              <a:t> </a:t>
            </a:r>
            <a:r>
              <a:rPr dirty="0" u="none" sz="2800" spc="145" i="1">
                <a:latin typeface="Times New Roman"/>
                <a:cs typeface="Times New Roman"/>
              </a:rPr>
              <a:t> </a:t>
            </a:r>
            <a:r>
              <a:rPr dirty="0" u="none" baseline="-35714" sz="4200">
                <a:latin typeface="Symbol"/>
                <a:cs typeface="Symbol"/>
              </a:rPr>
              <a:t></a:t>
            </a:r>
            <a:r>
              <a:rPr dirty="0" u="none" baseline="-35714" sz="4200">
                <a:latin typeface="Times New Roman"/>
                <a:cs typeface="Times New Roman"/>
              </a:rPr>
              <a:t> </a:t>
            </a:r>
            <a:r>
              <a:rPr dirty="0" u="sng" sz="2800" i="1">
                <a:uFill>
                  <a:solidFill>
                    <a:srgbClr val="000000"/>
                  </a:solidFill>
                </a:uFill>
                <a:latin typeface="Times New Roman"/>
                <a:cs typeface="Times New Roman"/>
              </a:rPr>
              <a:t>		</a:t>
            </a:r>
            <a:r>
              <a:rPr dirty="0" u="sng" sz="2800" spc="-50" i="1">
                <a:uFill>
                  <a:solidFill>
                    <a:srgbClr val="000000"/>
                  </a:solidFill>
                </a:uFill>
                <a:latin typeface="Times New Roman"/>
                <a:cs typeface="Times New Roman"/>
              </a:rPr>
              <a:t>n</a:t>
            </a:r>
            <a:r>
              <a:rPr dirty="0" u="sng" sz="2800" i="1">
                <a:uFill>
                  <a:solidFill>
                    <a:srgbClr val="000000"/>
                  </a:solidFill>
                </a:uFill>
                <a:latin typeface="Times New Roman"/>
                <a:cs typeface="Times New Roman"/>
              </a:rPr>
              <a:t>	</a:t>
            </a:r>
            <a:r>
              <a:rPr dirty="0" u="none" sz="2800" i="1">
                <a:latin typeface="Times New Roman"/>
                <a:cs typeface="Times New Roman"/>
              </a:rPr>
              <a:t> </a:t>
            </a:r>
            <a:r>
              <a:rPr dirty="0" u="none" sz="2800" spc="-25" i="1">
                <a:latin typeface="Times New Roman"/>
                <a:cs typeface="Times New Roman"/>
              </a:rPr>
              <a:t>T</a:t>
            </a:r>
            <a:r>
              <a:rPr dirty="0" u="none" baseline="-25252" sz="2475" spc="-37">
                <a:latin typeface="Times New Roman"/>
                <a:cs typeface="Times New Roman"/>
              </a:rPr>
              <a:t>k</a:t>
            </a:r>
            <a:r>
              <a:rPr dirty="0" u="none" baseline="-25252" sz="2475">
                <a:latin typeface="Times New Roman"/>
                <a:cs typeface="Times New Roman"/>
              </a:rPr>
              <a:t>	</a:t>
            </a:r>
            <a:r>
              <a:rPr dirty="0" u="none" sz="2800">
                <a:latin typeface="Times New Roman"/>
                <a:cs typeface="Times New Roman"/>
              </a:rPr>
              <a:t>(</a:t>
            </a:r>
            <a:r>
              <a:rPr dirty="0" u="none" sz="2800" i="1">
                <a:latin typeface="Times New Roman"/>
                <a:cs typeface="Times New Roman"/>
              </a:rPr>
              <a:t>k</a:t>
            </a:r>
            <a:r>
              <a:rPr dirty="0" u="none" sz="2800" spc="35" i="1">
                <a:latin typeface="Times New Roman"/>
                <a:cs typeface="Times New Roman"/>
              </a:rPr>
              <a:t> </a:t>
            </a:r>
            <a:r>
              <a:rPr dirty="0" u="none" sz="2800">
                <a:latin typeface="Symbol"/>
                <a:cs typeface="Symbol"/>
              </a:rPr>
              <a:t></a:t>
            </a:r>
            <a:r>
              <a:rPr dirty="0" u="none" sz="2800" spc="-165">
                <a:latin typeface="Times New Roman"/>
                <a:cs typeface="Times New Roman"/>
              </a:rPr>
              <a:t> </a:t>
            </a:r>
            <a:r>
              <a:rPr dirty="0" u="none" sz="2800" i="1">
                <a:latin typeface="Times New Roman"/>
                <a:cs typeface="Times New Roman"/>
              </a:rPr>
              <a:t>n</a:t>
            </a:r>
            <a:r>
              <a:rPr dirty="0" u="none" sz="2800" spc="-185" i="1">
                <a:latin typeface="Times New Roman"/>
                <a:cs typeface="Times New Roman"/>
              </a:rPr>
              <a:t> </a:t>
            </a:r>
            <a:r>
              <a:rPr dirty="0" u="none" sz="2800" spc="-20">
                <a:latin typeface="Symbol"/>
                <a:cs typeface="Symbol"/>
              </a:rPr>
              <a:t></a:t>
            </a:r>
            <a:r>
              <a:rPr dirty="0" u="none" sz="2800" spc="-20">
                <a:latin typeface="Times New Roman"/>
                <a:cs typeface="Times New Roman"/>
              </a:rPr>
              <a:t>1)</a:t>
            </a:r>
            <a:r>
              <a:rPr dirty="0" u="none" sz="2800" spc="-20">
                <a:latin typeface="Symbol"/>
                <a:cs typeface="Symbol"/>
              </a:rPr>
              <a:t></a:t>
            </a:r>
            <a:r>
              <a:rPr dirty="0" u="none" sz="2800" spc="-20" i="1">
                <a:latin typeface="Times New Roman"/>
                <a:cs typeface="Times New Roman"/>
              </a:rPr>
              <a:t>t</a:t>
            </a:r>
            <a:endParaRPr sz="2800">
              <a:latin typeface="Times New Roman"/>
              <a:cs typeface="Times New Roman"/>
            </a:endParaRPr>
          </a:p>
        </p:txBody>
      </p:sp>
      <p:grpSp>
        <p:nvGrpSpPr>
          <p:cNvPr id="15" name="object 15" descr=""/>
          <p:cNvGrpSpPr/>
          <p:nvPr/>
        </p:nvGrpSpPr>
        <p:grpSpPr>
          <a:xfrm>
            <a:off x="4459351" y="4941887"/>
            <a:ext cx="4208780" cy="1016000"/>
            <a:chOff x="4459351" y="4941887"/>
            <a:chExt cx="4208780" cy="1016000"/>
          </a:xfrm>
        </p:grpSpPr>
        <p:sp>
          <p:nvSpPr>
            <p:cNvPr id="16" name="object 16" descr=""/>
            <p:cNvSpPr/>
            <p:nvPr/>
          </p:nvSpPr>
          <p:spPr>
            <a:xfrm>
              <a:off x="4459351" y="4941887"/>
              <a:ext cx="4208780" cy="1016000"/>
            </a:xfrm>
            <a:custGeom>
              <a:avLst/>
              <a:gdLst/>
              <a:ahLst/>
              <a:cxnLst/>
              <a:rect l="l" t="t" r="r" b="b"/>
              <a:pathLst>
                <a:path w="4208780" h="1016000">
                  <a:moveTo>
                    <a:pt x="4208399" y="0"/>
                  </a:moveTo>
                  <a:lnTo>
                    <a:pt x="0" y="0"/>
                  </a:lnTo>
                  <a:lnTo>
                    <a:pt x="0" y="1016000"/>
                  </a:lnTo>
                  <a:lnTo>
                    <a:pt x="4208399" y="1016000"/>
                  </a:lnTo>
                  <a:lnTo>
                    <a:pt x="4208399" y="0"/>
                  </a:lnTo>
                  <a:close/>
                </a:path>
              </a:pathLst>
            </a:custGeom>
            <a:solidFill>
              <a:srgbClr val="FFACFF"/>
            </a:solidFill>
          </p:spPr>
          <p:txBody>
            <a:bodyPr wrap="square" lIns="0" tIns="0" rIns="0" bIns="0" rtlCol="0"/>
            <a:lstStyle/>
            <a:p/>
          </p:txBody>
        </p:sp>
        <p:sp>
          <p:nvSpPr>
            <p:cNvPr id="17" name="object 17" descr=""/>
            <p:cNvSpPr/>
            <p:nvPr/>
          </p:nvSpPr>
          <p:spPr>
            <a:xfrm>
              <a:off x="6105296" y="5405799"/>
              <a:ext cx="2499360" cy="0"/>
            </a:xfrm>
            <a:custGeom>
              <a:avLst/>
              <a:gdLst/>
              <a:ahLst/>
              <a:cxnLst/>
              <a:rect l="l" t="t" r="r" b="b"/>
              <a:pathLst>
                <a:path w="2499359" h="0">
                  <a:moveTo>
                    <a:pt x="0" y="0"/>
                  </a:moveTo>
                  <a:lnTo>
                    <a:pt x="1764191" y="0"/>
                  </a:lnTo>
                </a:path>
                <a:path w="2499359" h="0">
                  <a:moveTo>
                    <a:pt x="2134216" y="0"/>
                  </a:moveTo>
                  <a:lnTo>
                    <a:pt x="2498740" y="0"/>
                  </a:lnTo>
                </a:path>
              </a:pathLst>
            </a:custGeom>
            <a:ln w="17177">
              <a:solidFill>
                <a:srgbClr val="000000"/>
              </a:solidFill>
            </a:ln>
          </p:spPr>
          <p:txBody>
            <a:bodyPr wrap="square" lIns="0" tIns="0" rIns="0" bIns="0" rtlCol="0"/>
            <a:lstStyle/>
            <a:p/>
          </p:txBody>
        </p:sp>
      </p:grpSp>
      <p:sp>
        <p:nvSpPr>
          <p:cNvPr id="18" name="object 18" descr=""/>
          <p:cNvSpPr txBox="1"/>
          <p:nvPr/>
        </p:nvSpPr>
        <p:spPr>
          <a:xfrm>
            <a:off x="4843765" y="5367377"/>
            <a:ext cx="356235" cy="268605"/>
          </a:xfrm>
          <a:prstGeom prst="rect">
            <a:avLst/>
          </a:prstGeom>
        </p:spPr>
        <p:txBody>
          <a:bodyPr wrap="square" lIns="0" tIns="11430" rIns="0" bIns="0" rtlCol="0" vert="horz">
            <a:spAutoFit/>
          </a:bodyPr>
          <a:lstStyle/>
          <a:p>
            <a:pPr>
              <a:lnSpc>
                <a:spcPct val="100000"/>
              </a:lnSpc>
              <a:spcBef>
                <a:spcPts val="90"/>
              </a:spcBef>
            </a:pPr>
            <a:r>
              <a:rPr dirty="0" sz="1600" spc="-25">
                <a:latin typeface="Times New Roman"/>
                <a:cs typeface="Times New Roman"/>
              </a:rPr>
              <a:t>max</a:t>
            </a:r>
            <a:endParaRPr sz="1600">
              <a:latin typeface="Times New Roman"/>
              <a:cs typeface="Times New Roman"/>
            </a:endParaRPr>
          </a:p>
        </p:txBody>
      </p:sp>
      <p:sp>
        <p:nvSpPr>
          <p:cNvPr id="19" name="object 19" descr=""/>
          <p:cNvSpPr txBox="1"/>
          <p:nvPr/>
        </p:nvSpPr>
        <p:spPr>
          <a:xfrm>
            <a:off x="4490189" y="5130594"/>
            <a:ext cx="1568450" cy="445134"/>
          </a:xfrm>
          <a:prstGeom prst="rect">
            <a:avLst/>
          </a:prstGeom>
        </p:spPr>
        <p:txBody>
          <a:bodyPr wrap="square" lIns="0" tIns="12700" rIns="0" bIns="0" rtlCol="0" vert="horz">
            <a:spAutoFit/>
          </a:bodyPr>
          <a:lstStyle/>
          <a:p>
            <a:pPr>
              <a:lnSpc>
                <a:spcPct val="100000"/>
              </a:lnSpc>
              <a:spcBef>
                <a:spcPts val="100"/>
              </a:spcBef>
              <a:tabLst>
                <a:tab pos="821055" algn="l"/>
              </a:tabLst>
            </a:pPr>
            <a:r>
              <a:rPr dirty="0" sz="2750" spc="-25" i="1">
                <a:latin typeface="Times New Roman"/>
                <a:cs typeface="Times New Roman"/>
              </a:rPr>
              <a:t>TP</a:t>
            </a:r>
            <a:r>
              <a:rPr dirty="0" sz="2750" i="1">
                <a:latin typeface="Times New Roman"/>
                <a:cs typeface="Times New Roman"/>
              </a:rPr>
              <a:t>	</a:t>
            </a:r>
            <a:r>
              <a:rPr dirty="0" sz="2750">
                <a:latin typeface="Symbol"/>
                <a:cs typeface="Symbol"/>
              </a:rPr>
              <a:t></a:t>
            </a:r>
            <a:r>
              <a:rPr dirty="0" sz="2750" spc="-70">
                <a:latin typeface="Times New Roman"/>
                <a:cs typeface="Times New Roman"/>
              </a:rPr>
              <a:t> </a:t>
            </a:r>
            <a:r>
              <a:rPr dirty="0" sz="2750" spc="-25">
                <a:latin typeface="Times New Roman"/>
                <a:cs typeface="Times New Roman"/>
              </a:rPr>
              <a:t>lim</a:t>
            </a:r>
            <a:endParaRPr sz="2750">
              <a:latin typeface="Times New Roman"/>
              <a:cs typeface="Times New Roman"/>
            </a:endParaRPr>
          </a:p>
        </p:txBody>
      </p:sp>
      <p:sp>
        <p:nvSpPr>
          <p:cNvPr id="20" name="object 20" descr=""/>
          <p:cNvSpPr txBox="1"/>
          <p:nvPr/>
        </p:nvSpPr>
        <p:spPr>
          <a:xfrm>
            <a:off x="6877418" y="4911461"/>
            <a:ext cx="1684020" cy="445134"/>
          </a:xfrm>
          <a:prstGeom prst="rect">
            <a:avLst/>
          </a:prstGeom>
        </p:spPr>
        <p:txBody>
          <a:bodyPr wrap="square" lIns="0" tIns="12700" rIns="0" bIns="0" rtlCol="0" vert="horz">
            <a:spAutoFit/>
          </a:bodyPr>
          <a:lstStyle/>
          <a:p>
            <a:pPr marL="25400">
              <a:lnSpc>
                <a:spcPct val="100000"/>
              </a:lnSpc>
              <a:spcBef>
                <a:spcPts val="100"/>
              </a:spcBef>
              <a:tabLst>
                <a:tab pos="1083945" algn="l"/>
                <a:tab pos="1457325" algn="l"/>
              </a:tabLst>
            </a:pPr>
            <a:r>
              <a:rPr dirty="0" sz="2750" spc="-50" i="1">
                <a:latin typeface="Times New Roman"/>
                <a:cs typeface="Times New Roman"/>
              </a:rPr>
              <a:t>n</a:t>
            </a:r>
            <a:r>
              <a:rPr dirty="0" sz="2750" i="1">
                <a:latin typeface="Times New Roman"/>
                <a:cs typeface="Times New Roman"/>
              </a:rPr>
              <a:t>	</a:t>
            </a:r>
            <a:r>
              <a:rPr dirty="0" baseline="-35353" sz="4125" spc="-75">
                <a:latin typeface="Symbol"/>
                <a:cs typeface="Symbol"/>
              </a:rPr>
              <a:t></a:t>
            </a:r>
            <a:r>
              <a:rPr dirty="0" baseline="-35353" sz="4125">
                <a:latin typeface="Times New Roman"/>
                <a:cs typeface="Times New Roman"/>
              </a:rPr>
              <a:t>	</a:t>
            </a:r>
            <a:r>
              <a:rPr dirty="0" sz="2750" spc="-50">
                <a:latin typeface="Times New Roman"/>
                <a:cs typeface="Times New Roman"/>
              </a:rPr>
              <a:t>1</a:t>
            </a:r>
            <a:endParaRPr sz="2750">
              <a:latin typeface="Times New Roman"/>
              <a:cs typeface="Times New Roman"/>
            </a:endParaRPr>
          </a:p>
        </p:txBody>
      </p:sp>
      <p:sp>
        <p:nvSpPr>
          <p:cNvPr id="21" name="object 21" descr=""/>
          <p:cNvSpPr txBox="1"/>
          <p:nvPr/>
        </p:nvSpPr>
        <p:spPr>
          <a:xfrm>
            <a:off x="5547945" y="5293790"/>
            <a:ext cx="3060700" cy="575310"/>
          </a:xfrm>
          <a:prstGeom prst="rect">
            <a:avLst/>
          </a:prstGeom>
        </p:spPr>
        <p:txBody>
          <a:bodyPr wrap="square" lIns="0" tIns="13335" rIns="0" bIns="0" rtlCol="0" vert="horz">
            <a:spAutoFit/>
          </a:bodyPr>
          <a:lstStyle/>
          <a:p>
            <a:pPr marL="38100">
              <a:lnSpc>
                <a:spcPct val="100000"/>
              </a:lnSpc>
              <a:spcBef>
                <a:spcPts val="105"/>
              </a:spcBef>
              <a:tabLst>
                <a:tab pos="2712085" algn="l"/>
              </a:tabLst>
            </a:pPr>
            <a:r>
              <a:rPr dirty="0" baseline="19097" sz="2400" i="1">
                <a:latin typeface="Times New Roman"/>
                <a:cs typeface="Times New Roman"/>
              </a:rPr>
              <a:t>n</a:t>
            </a:r>
            <a:r>
              <a:rPr dirty="0" baseline="19097" sz="2400">
                <a:latin typeface="Symbol"/>
                <a:cs typeface="Symbol"/>
              </a:rPr>
              <a:t></a:t>
            </a:r>
            <a:r>
              <a:rPr dirty="0" baseline="19097" sz="2400" spc="217">
                <a:latin typeface="Times New Roman"/>
                <a:cs typeface="Times New Roman"/>
              </a:rPr>
              <a:t> </a:t>
            </a:r>
            <a:r>
              <a:rPr dirty="0" baseline="-3086" sz="5400">
                <a:latin typeface="Symbol"/>
                <a:cs typeface="Symbol"/>
              </a:rPr>
              <a:t></a:t>
            </a:r>
            <a:r>
              <a:rPr dirty="0" sz="2750" i="1">
                <a:latin typeface="Times New Roman"/>
                <a:cs typeface="Times New Roman"/>
              </a:rPr>
              <a:t>k</a:t>
            </a:r>
            <a:r>
              <a:rPr dirty="0" sz="2750" spc="-25" i="1">
                <a:latin typeface="Times New Roman"/>
                <a:cs typeface="Times New Roman"/>
              </a:rPr>
              <a:t> </a:t>
            </a:r>
            <a:r>
              <a:rPr dirty="0" sz="2750">
                <a:latin typeface="Symbol"/>
                <a:cs typeface="Symbol"/>
              </a:rPr>
              <a:t></a:t>
            </a:r>
            <a:r>
              <a:rPr dirty="0" sz="2750" spc="-190">
                <a:latin typeface="Times New Roman"/>
                <a:cs typeface="Times New Roman"/>
              </a:rPr>
              <a:t> </a:t>
            </a:r>
            <a:r>
              <a:rPr dirty="0" sz="2750" i="1">
                <a:latin typeface="Times New Roman"/>
                <a:cs typeface="Times New Roman"/>
              </a:rPr>
              <a:t>n</a:t>
            </a:r>
            <a:r>
              <a:rPr dirty="0" sz="2750" spc="-225" i="1">
                <a:latin typeface="Times New Roman"/>
                <a:cs typeface="Times New Roman"/>
              </a:rPr>
              <a:t> </a:t>
            </a:r>
            <a:r>
              <a:rPr dirty="0" sz="2750" spc="-75">
                <a:latin typeface="Symbol"/>
                <a:cs typeface="Symbol"/>
              </a:rPr>
              <a:t></a:t>
            </a:r>
            <a:r>
              <a:rPr dirty="0" sz="2750" spc="-75">
                <a:latin typeface="Times New Roman"/>
                <a:cs typeface="Times New Roman"/>
              </a:rPr>
              <a:t>1</a:t>
            </a:r>
            <a:r>
              <a:rPr dirty="0" baseline="-3086" sz="5400" spc="-112">
                <a:latin typeface="Symbol"/>
                <a:cs typeface="Symbol"/>
              </a:rPr>
              <a:t></a:t>
            </a:r>
            <a:r>
              <a:rPr dirty="0" baseline="-3086" sz="5400" spc="-839">
                <a:latin typeface="Times New Roman"/>
                <a:cs typeface="Times New Roman"/>
              </a:rPr>
              <a:t> </a:t>
            </a:r>
            <a:r>
              <a:rPr dirty="0" sz="2750" spc="-25">
                <a:latin typeface="Symbol"/>
                <a:cs typeface="Symbol"/>
              </a:rPr>
              <a:t></a:t>
            </a:r>
            <a:r>
              <a:rPr dirty="0" sz="2750" spc="-25" i="1">
                <a:latin typeface="Times New Roman"/>
                <a:cs typeface="Times New Roman"/>
              </a:rPr>
              <a:t>t</a:t>
            </a:r>
            <a:r>
              <a:rPr dirty="0" sz="2750" i="1">
                <a:latin typeface="Times New Roman"/>
                <a:cs typeface="Times New Roman"/>
              </a:rPr>
              <a:t>	</a:t>
            </a:r>
            <a:r>
              <a:rPr dirty="0" sz="2750" spc="-25">
                <a:latin typeface="Symbol"/>
                <a:cs typeface="Symbol"/>
              </a:rPr>
              <a:t></a:t>
            </a:r>
            <a:r>
              <a:rPr dirty="0" sz="2750" spc="-25" i="1">
                <a:latin typeface="Times New Roman"/>
                <a:cs typeface="Times New Roman"/>
              </a:rPr>
              <a:t>t</a:t>
            </a:r>
            <a:endParaRPr sz="2750">
              <a:latin typeface="Times New Roman"/>
              <a:cs typeface="Times New Roman"/>
            </a:endParaRPr>
          </a:p>
        </p:txBody>
      </p:sp>
      <p:sp>
        <p:nvSpPr>
          <p:cNvPr id="22" name="object 22" descr=""/>
          <p:cNvSpPr txBox="1"/>
          <p:nvPr/>
        </p:nvSpPr>
        <p:spPr>
          <a:xfrm>
            <a:off x="135128" y="4800091"/>
            <a:ext cx="2259330" cy="452120"/>
          </a:xfrm>
          <a:prstGeom prst="rect">
            <a:avLst/>
          </a:prstGeom>
        </p:spPr>
        <p:txBody>
          <a:bodyPr wrap="square" lIns="0" tIns="12065" rIns="0" bIns="0" rtlCol="0" vert="horz">
            <a:spAutoFit/>
          </a:bodyPr>
          <a:lstStyle/>
          <a:p>
            <a:pPr marL="469265" indent="-456565">
              <a:lnSpc>
                <a:spcPct val="100000"/>
              </a:lnSpc>
              <a:spcBef>
                <a:spcPts val="95"/>
              </a:spcBef>
              <a:buClr>
                <a:srgbClr val="40458B"/>
              </a:buClr>
              <a:buSzPct val="89285"/>
              <a:buFont typeface="Wingdings"/>
              <a:buChar char=""/>
              <a:tabLst>
                <a:tab pos="469265" algn="l"/>
              </a:tabLst>
            </a:pPr>
            <a:r>
              <a:rPr dirty="0" sz="2800" spc="-40">
                <a:solidFill>
                  <a:srgbClr val="D50092"/>
                </a:solidFill>
                <a:latin typeface="黑体"/>
                <a:cs typeface="黑体"/>
              </a:rPr>
              <a:t>最大吞吐率</a:t>
            </a:r>
            <a:endParaRPr sz="2800">
              <a:latin typeface="黑体"/>
              <a:cs typeface="黑体"/>
            </a:endParaRPr>
          </a:p>
        </p:txBody>
      </p:sp>
      <p:sp>
        <p:nvSpPr>
          <p:cNvPr id="23" name="object 23" descr=""/>
          <p:cNvSpPr txBox="1"/>
          <p:nvPr/>
        </p:nvSpPr>
        <p:spPr>
          <a:xfrm>
            <a:off x="5027421" y="6085738"/>
            <a:ext cx="3189605"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E14B04"/>
                </a:solidFill>
                <a:latin typeface="Tahoma"/>
                <a:cs typeface="Tahoma"/>
              </a:rPr>
              <a:t>n</a:t>
            </a:r>
            <a:r>
              <a:rPr dirty="0" sz="2400" spc="-5">
                <a:solidFill>
                  <a:srgbClr val="E14B04"/>
                </a:solidFill>
                <a:latin typeface="黑体"/>
                <a:cs typeface="黑体"/>
              </a:rPr>
              <a:t>趋向于无穷大时</a:t>
            </a:r>
            <a:r>
              <a:rPr dirty="0" sz="2400" spc="-10">
                <a:solidFill>
                  <a:srgbClr val="E14B04"/>
                </a:solidFill>
                <a:latin typeface="Tahoma"/>
                <a:cs typeface="Tahoma"/>
              </a:rPr>
              <a:t>,n&gt;&gt;k</a:t>
            </a:r>
            <a:endParaRPr sz="2400">
              <a:latin typeface="Tahoma"/>
              <a:cs typeface="Tahoma"/>
            </a:endParaRPr>
          </a:p>
        </p:txBody>
      </p:sp>
      <p:sp>
        <p:nvSpPr>
          <p:cNvPr id="24" name="object 24" descr=""/>
          <p:cNvSpPr txBox="1"/>
          <p:nvPr/>
        </p:nvSpPr>
        <p:spPr>
          <a:xfrm>
            <a:off x="9198356" y="5266435"/>
            <a:ext cx="941069" cy="748030"/>
          </a:xfrm>
          <a:prstGeom prst="rect">
            <a:avLst/>
          </a:prstGeom>
        </p:spPr>
        <p:txBody>
          <a:bodyPr wrap="square" lIns="0" tIns="31750" rIns="0" bIns="0" rtlCol="0" vert="horz">
            <a:spAutoFit/>
          </a:bodyPr>
          <a:lstStyle/>
          <a:p>
            <a:pPr marL="12700" marR="5080">
              <a:lnSpc>
                <a:spcPts val="2810"/>
              </a:lnSpc>
              <a:spcBef>
                <a:spcPts val="250"/>
              </a:spcBef>
            </a:pPr>
            <a:r>
              <a:rPr dirty="0" sz="2400" spc="-20">
                <a:solidFill>
                  <a:srgbClr val="40458B"/>
                </a:solidFill>
                <a:latin typeface="黑体"/>
                <a:cs typeface="黑体"/>
              </a:rPr>
              <a:t>说明了什么？</a:t>
            </a:r>
            <a:endParaRPr sz="2400">
              <a:latin typeface="黑体"/>
              <a:cs typeface="黑体"/>
            </a:endParaRPr>
          </a:p>
        </p:txBody>
      </p:sp>
      <p:grpSp>
        <p:nvGrpSpPr>
          <p:cNvPr id="25" name="object 25" descr=""/>
          <p:cNvGrpSpPr/>
          <p:nvPr/>
        </p:nvGrpSpPr>
        <p:grpSpPr>
          <a:xfrm>
            <a:off x="7470775" y="225425"/>
            <a:ext cx="4721225" cy="2570480"/>
            <a:chOff x="7470775" y="225425"/>
            <a:chExt cx="4721225" cy="2570480"/>
          </a:xfrm>
        </p:grpSpPr>
        <p:sp>
          <p:nvSpPr>
            <p:cNvPr id="26" name="object 26" descr=""/>
            <p:cNvSpPr/>
            <p:nvPr/>
          </p:nvSpPr>
          <p:spPr>
            <a:xfrm>
              <a:off x="7470775" y="225425"/>
              <a:ext cx="4721225" cy="2570480"/>
            </a:xfrm>
            <a:custGeom>
              <a:avLst/>
              <a:gdLst/>
              <a:ahLst/>
              <a:cxnLst/>
              <a:rect l="l" t="t" r="r" b="b"/>
              <a:pathLst>
                <a:path w="4721225" h="2570480">
                  <a:moveTo>
                    <a:pt x="4721225" y="0"/>
                  </a:moveTo>
                  <a:lnTo>
                    <a:pt x="0" y="0"/>
                  </a:lnTo>
                  <a:lnTo>
                    <a:pt x="0" y="2570226"/>
                  </a:lnTo>
                  <a:lnTo>
                    <a:pt x="4721225" y="2570226"/>
                  </a:lnTo>
                  <a:lnTo>
                    <a:pt x="4721225" y="0"/>
                  </a:lnTo>
                  <a:close/>
                </a:path>
              </a:pathLst>
            </a:custGeom>
            <a:solidFill>
              <a:srgbClr val="EFEFEF"/>
            </a:solidFill>
          </p:spPr>
          <p:txBody>
            <a:bodyPr wrap="square" lIns="0" tIns="0" rIns="0" bIns="0" rtlCol="0"/>
            <a:lstStyle/>
            <a:p/>
          </p:txBody>
        </p:sp>
        <p:sp>
          <p:nvSpPr>
            <p:cNvPr id="27" name="object 27" descr=""/>
            <p:cNvSpPr/>
            <p:nvPr/>
          </p:nvSpPr>
          <p:spPr>
            <a:xfrm>
              <a:off x="8916752" y="653236"/>
              <a:ext cx="2345690" cy="363220"/>
            </a:xfrm>
            <a:custGeom>
              <a:avLst/>
              <a:gdLst/>
              <a:ahLst/>
              <a:cxnLst/>
              <a:rect l="l" t="t" r="r" b="b"/>
              <a:pathLst>
                <a:path w="2345690" h="363219">
                  <a:moveTo>
                    <a:pt x="2345088" y="0"/>
                  </a:moveTo>
                  <a:lnTo>
                    <a:pt x="0" y="0"/>
                  </a:lnTo>
                  <a:lnTo>
                    <a:pt x="0" y="363197"/>
                  </a:lnTo>
                  <a:lnTo>
                    <a:pt x="2345088" y="363197"/>
                  </a:lnTo>
                  <a:lnTo>
                    <a:pt x="2345088" y="0"/>
                  </a:lnTo>
                  <a:close/>
                </a:path>
              </a:pathLst>
            </a:custGeom>
            <a:solidFill>
              <a:srgbClr val="70FFFF"/>
            </a:solidFill>
          </p:spPr>
          <p:txBody>
            <a:bodyPr wrap="square" lIns="0" tIns="0" rIns="0" bIns="0" rtlCol="0"/>
            <a:lstStyle/>
            <a:p/>
          </p:txBody>
        </p:sp>
        <p:sp>
          <p:nvSpPr>
            <p:cNvPr id="28" name="object 28" descr=""/>
            <p:cNvSpPr/>
            <p:nvPr/>
          </p:nvSpPr>
          <p:spPr>
            <a:xfrm>
              <a:off x="8916752" y="653236"/>
              <a:ext cx="2345690" cy="363220"/>
            </a:xfrm>
            <a:custGeom>
              <a:avLst/>
              <a:gdLst/>
              <a:ahLst/>
              <a:cxnLst/>
              <a:rect l="l" t="t" r="r" b="b"/>
              <a:pathLst>
                <a:path w="2345690" h="363219">
                  <a:moveTo>
                    <a:pt x="0" y="363197"/>
                  </a:moveTo>
                  <a:lnTo>
                    <a:pt x="2345088" y="363197"/>
                  </a:lnTo>
                  <a:lnTo>
                    <a:pt x="2345088" y="0"/>
                  </a:lnTo>
                  <a:lnTo>
                    <a:pt x="0" y="0"/>
                  </a:lnTo>
                  <a:lnTo>
                    <a:pt x="0" y="363197"/>
                  </a:lnTo>
                  <a:close/>
                </a:path>
              </a:pathLst>
            </a:custGeom>
            <a:ln w="11216">
              <a:solidFill>
                <a:srgbClr val="000000"/>
              </a:solidFill>
            </a:ln>
          </p:spPr>
          <p:txBody>
            <a:bodyPr wrap="square" lIns="0" tIns="0" rIns="0" bIns="0" rtlCol="0"/>
            <a:lstStyle/>
            <a:p/>
          </p:txBody>
        </p:sp>
        <p:sp>
          <p:nvSpPr>
            <p:cNvPr id="29" name="object 29" descr=""/>
            <p:cNvSpPr/>
            <p:nvPr/>
          </p:nvSpPr>
          <p:spPr>
            <a:xfrm>
              <a:off x="8584930" y="1022407"/>
              <a:ext cx="2345690" cy="363220"/>
            </a:xfrm>
            <a:custGeom>
              <a:avLst/>
              <a:gdLst/>
              <a:ahLst/>
              <a:cxnLst/>
              <a:rect l="l" t="t" r="r" b="b"/>
              <a:pathLst>
                <a:path w="2345690" h="363219">
                  <a:moveTo>
                    <a:pt x="2345088" y="0"/>
                  </a:moveTo>
                  <a:lnTo>
                    <a:pt x="0" y="0"/>
                  </a:lnTo>
                  <a:lnTo>
                    <a:pt x="0" y="363197"/>
                  </a:lnTo>
                  <a:lnTo>
                    <a:pt x="2345088" y="363197"/>
                  </a:lnTo>
                  <a:lnTo>
                    <a:pt x="2345088" y="0"/>
                  </a:lnTo>
                  <a:close/>
                </a:path>
              </a:pathLst>
            </a:custGeom>
            <a:solidFill>
              <a:srgbClr val="92FFFF"/>
            </a:solidFill>
          </p:spPr>
          <p:txBody>
            <a:bodyPr wrap="square" lIns="0" tIns="0" rIns="0" bIns="0" rtlCol="0"/>
            <a:lstStyle/>
            <a:p/>
          </p:txBody>
        </p:sp>
        <p:sp>
          <p:nvSpPr>
            <p:cNvPr id="30" name="object 30" descr=""/>
            <p:cNvSpPr/>
            <p:nvPr/>
          </p:nvSpPr>
          <p:spPr>
            <a:xfrm>
              <a:off x="8584930" y="1022407"/>
              <a:ext cx="2345690" cy="363220"/>
            </a:xfrm>
            <a:custGeom>
              <a:avLst/>
              <a:gdLst/>
              <a:ahLst/>
              <a:cxnLst/>
              <a:rect l="l" t="t" r="r" b="b"/>
              <a:pathLst>
                <a:path w="2345690" h="363219">
                  <a:moveTo>
                    <a:pt x="0" y="363197"/>
                  </a:moveTo>
                  <a:lnTo>
                    <a:pt x="2345088" y="363197"/>
                  </a:lnTo>
                  <a:lnTo>
                    <a:pt x="2345088" y="0"/>
                  </a:lnTo>
                  <a:lnTo>
                    <a:pt x="0" y="0"/>
                  </a:lnTo>
                  <a:lnTo>
                    <a:pt x="0" y="363197"/>
                  </a:lnTo>
                  <a:close/>
                </a:path>
              </a:pathLst>
            </a:custGeom>
            <a:ln w="11216">
              <a:solidFill>
                <a:srgbClr val="000000"/>
              </a:solidFill>
            </a:ln>
          </p:spPr>
          <p:txBody>
            <a:bodyPr wrap="square" lIns="0" tIns="0" rIns="0" bIns="0" rtlCol="0"/>
            <a:lstStyle/>
            <a:p/>
          </p:txBody>
        </p:sp>
        <p:sp>
          <p:nvSpPr>
            <p:cNvPr id="31" name="object 31" descr=""/>
            <p:cNvSpPr/>
            <p:nvPr/>
          </p:nvSpPr>
          <p:spPr>
            <a:xfrm>
              <a:off x="8244175" y="1391607"/>
              <a:ext cx="2345690" cy="317500"/>
            </a:xfrm>
            <a:custGeom>
              <a:avLst/>
              <a:gdLst/>
              <a:ahLst/>
              <a:cxnLst/>
              <a:rect l="l" t="t" r="r" b="b"/>
              <a:pathLst>
                <a:path w="2345690" h="317500">
                  <a:moveTo>
                    <a:pt x="2345088" y="0"/>
                  </a:moveTo>
                  <a:lnTo>
                    <a:pt x="0" y="0"/>
                  </a:lnTo>
                  <a:lnTo>
                    <a:pt x="0" y="317422"/>
                  </a:lnTo>
                  <a:lnTo>
                    <a:pt x="2345088" y="317422"/>
                  </a:lnTo>
                  <a:lnTo>
                    <a:pt x="2345088" y="0"/>
                  </a:lnTo>
                  <a:close/>
                </a:path>
              </a:pathLst>
            </a:custGeom>
            <a:solidFill>
              <a:srgbClr val="B3FFFF"/>
            </a:solidFill>
          </p:spPr>
          <p:txBody>
            <a:bodyPr wrap="square" lIns="0" tIns="0" rIns="0" bIns="0" rtlCol="0"/>
            <a:lstStyle/>
            <a:p/>
          </p:txBody>
        </p:sp>
        <p:sp>
          <p:nvSpPr>
            <p:cNvPr id="32" name="object 32" descr=""/>
            <p:cNvSpPr/>
            <p:nvPr/>
          </p:nvSpPr>
          <p:spPr>
            <a:xfrm>
              <a:off x="7908524" y="1391607"/>
              <a:ext cx="2680970" cy="607695"/>
            </a:xfrm>
            <a:custGeom>
              <a:avLst/>
              <a:gdLst/>
              <a:ahLst/>
              <a:cxnLst/>
              <a:rect l="l" t="t" r="r" b="b"/>
              <a:pathLst>
                <a:path w="2680970" h="607694">
                  <a:moveTo>
                    <a:pt x="335650" y="317422"/>
                  </a:moveTo>
                  <a:lnTo>
                    <a:pt x="2680739" y="317422"/>
                  </a:lnTo>
                  <a:lnTo>
                    <a:pt x="2680739" y="0"/>
                  </a:lnTo>
                  <a:lnTo>
                    <a:pt x="335650" y="0"/>
                  </a:lnTo>
                  <a:lnTo>
                    <a:pt x="335650" y="317422"/>
                  </a:lnTo>
                  <a:close/>
                </a:path>
                <a:path w="2680970" h="607694">
                  <a:moveTo>
                    <a:pt x="0" y="607079"/>
                  </a:moveTo>
                  <a:lnTo>
                    <a:pt x="2345088" y="607079"/>
                  </a:lnTo>
                  <a:lnTo>
                    <a:pt x="2345088" y="322675"/>
                  </a:lnTo>
                  <a:lnTo>
                    <a:pt x="0" y="322675"/>
                  </a:lnTo>
                  <a:lnTo>
                    <a:pt x="0" y="607079"/>
                  </a:lnTo>
                  <a:close/>
                </a:path>
              </a:pathLst>
            </a:custGeom>
            <a:ln w="10413">
              <a:solidFill>
                <a:srgbClr val="000000"/>
              </a:solidFill>
            </a:ln>
          </p:spPr>
          <p:txBody>
            <a:bodyPr wrap="square" lIns="0" tIns="0" rIns="0" bIns="0" rtlCol="0"/>
            <a:lstStyle/>
            <a:p/>
          </p:txBody>
        </p:sp>
      </p:grpSp>
      <p:sp>
        <p:nvSpPr>
          <p:cNvPr id="33" name="object 33" descr=""/>
          <p:cNvSpPr txBox="1"/>
          <p:nvPr/>
        </p:nvSpPr>
        <p:spPr>
          <a:xfrm>
            <a:off x="7733688" y="1099089"/>
            <a:ext cx="180975" cy="189865"/>
          </a:xfrm>
          <a:prstGeom prst="rect">
            <a:avLst/>
          </a:prstGeom>
        </p:spPr>
        <p:txBody>
          <a:bodyPr wrap="square" lIns="0" tIns="15875" rIns="0" bIns="0" rtlCol="0" vert="horz">
            <a:spAutoFit/>
          </a:bodyPr>
          <a:lstStyle/>
          <a:p>
            <a:pPr marL="38100">
              <a:lnSpc>
                <a:spcPct val="100000"/>
              </a:lnSpc>
              <a:spcBef>
                <a:spcPts val="125"/>
              </a:spcBef>
            </a:pPr>
            <a:r>
              <a:rPr dirty="0" sz="1050" spc="-25" b="1">
                <a:solidFill>
                  <a:srgbClr val="0000FF"/>
                </a:solidFill>
                <a:latin typeface="Times New Roman"/>
                <a:cs typeface="Times New Roman"/>
              </a:rPr>
              <a:t>S</a:t>
            </a:r>
            <a:r>
              <a:rPr dirty="0" baseline="-7936" sz="1050" spc="-37" b="1">
                <a:solidFill>
                  <a:srgbClr val="0000FF"/>
                </a:solidFill>
                <a:latin typeface="Times New Roman"/>
                <a:cs typeface="Times New Roman"/>
              </a:rPr>
              <a:t>3</a:t>
            </a:r>
            <a:endParaRPr baseline="-7936" sz="1050">
              <a:latin typeface="Times New Roman"/>
              <a:cs typeface="Times New Roman"/>
            </a:endParaRPr>
          </a:p>
        </p:txBody>
      </p:sp>
      <p:sp>
        <p:nvSpPr>
          <p:cNvPr id="34" name="object 34" descr=""/>
          <p:cNvSpPr txBox="1"/>
          <p:nvPr/>
        </p:nvSpPr>
        <p:spPr>
          <a:xfrm>
            <a:off x="7738971" y="735141"/>
            <a:ext cx="180975" cy="189865"/>
          </a:xfrm>
          <a:prstGeom prst="rect">
            <a:avLst/>
          </a:prstGeom>
        </p:spPr>
        <p:txBody>
          <a:bodyPr wrap="square" lIns="0" tIns="15875" rIns="0" bIns="0" rtlCol="0" vert="horz">
            <a:spAutoFit/>
          </a:bodyPr>
          <a:lstStyle/>
          <a:p>
            <a:pPr marL="38100">
              <a:lnSpc>
                <a:spcPct val="100000"/>
              </a:lnSpc>
              <a:spcBef>
                <a:spcPts val="125"/>
              </a:spcBef>
            </a:pPr>
            <a:r>
              <a:rPr dirty="0" sz="1050" spc="-25" b="1">
                <a:solidFill>
                  <a:srgbClr val="0000FF"/>
                </a:solidFill>
                <a:latin typeface="Times New Roman"/>
                <a:cs typeface="Times New Roman"/>
              </a:rPr>
              <a:t>S</a:t>
            </a:r>
            <a:r>
              <a:rPr dirty="0" baseline="-7936" sz="1050" spc="-37" b="1">
                <a:solidFill>
                  <a:srgbClr val="0000FF"/>
                </a:solidFill>
                <a:latin typeface="Times New Roman"/>
                <a:cs typeface="Times New Roman"/>
              </a:rPr>
              <a:t>4</a:t>
            </a:r>
            <a:endParaRPr baseline="-7936" sz="1050">
              <a:latin typeface="Times New Roman"/>
              <a:cs typeface="Times New Roman"/>
            </a:endParaRPr>
          </a:p>
        </p:txBody>
      </p:sp>
      <p:sp>
        <p:nvSpPr>
          <p:cNvPr id="35" name="object 35" descr=""/>
          <p:cNvSpPr txBox="1"/>
          <p:nvPr/>
        </p:nvSpPr>
        <p:spPr>
          <a:xfrm>
            <a:off x="7561053" y="259383"/>
            <a:ext cx="257810" cy="189865"/>
          </a:xfrm>
          <a:prstGeom prst="rect">
            <a:avLst/>
          </a:prstGeom>
        </p:spPr>
        <p:txBody>
          <a:bodyPr wrap="square" lIns="0" tIns="15875" rIns="0" bIns="0" rtlCol="0" vert="horz">
            <a:spAutoFit/>
          </a:bodyPr>
          <a:lstStyle/>
          <a:p>
            <a:pPr marL="12700">
              <a:lnSpc>
                <a:spcPct val="100000"/>
              </a:lnSpc>
              <a:spcBef>
                <a:spcPts val="125"/>
              </a:spcBef>
            </a:pPr>
            <a:r>
              <a:rPr dirty="0" sz="1050" spc="-120" b="1">
                <a:latin typeface="宋体"/>
                <a:cs typeface="宋体"/>
              </a:rPr>
              <a:t>空间</a:t>
            </a:r>
            <a:endParaRPr sz="1050">
              <a:latin typeface="宋体"/>
              <a:cs typeface="宋体"/>
            </a:endParaRPr>
          </a:p>
        </p:txBody>
      </p:sp>
      <p:sp>
        <p:nvSpPr>
          <p:cNvPr id="36" name="object 36" descr=""/>
          <p:cNvSpPr txBox="1"/>
          <p:nvPr/>
        </p:nvSpPr>
        <p:spPr>
          <a:xfrm>
            <a:off x="11364769" y="2078066"/>
            <a:ext cx="752475" cy="398780"/>
          </a:xfrm>
          <a:prstGeom prst="rect">
            <a:avLst/>
          </a:prstGeom>
        </p:spPr>
        <p:txBody>
          <a:bodyPr wrap="square" lIns="0" tIns="38735" rIns="0" bIns="0" rtlCol="0" vert="horz">
            <a:spAutoFit/>
          </a:bodyPr>
          <a:lstStyle/>
          <a:p>
            <a:pPr marL="65405">
              <a:lnSpc>
                <a:spcPct val="100000"/>
              </a:lnSpc>
              <a:spcBef>
                <a:spcPts val="305"/>
              </a:spcBef>
            </a:pPr>
            <a:r>
              <a:rPr dirty="0" sz="1050" spc="-100" b="1">
                <a:latin typeface="宋体"/>
                <a:cs typeface="宋体"/>
              </a:rPr>
              <a:t>时间</a:t>
            </a:r>
            <a:endParaRPr sz="1050">
              <a:latin typeface="宋体"/>
              <a:cs typeface="宋体"/>
            </a:endParaRPr>
          </a:p>
          <a:p>
            <a:pPr marL="12700">
              <a:lnSpc>
                <a:spcPct val="100000"/>
              </a:lnSpc>
              <a:spcBef>
                <a:spcPts val="204"/>
              </a:spcBef>
            </a:pPr>
            <a:r>
              <a:rPr dirty="0" sz="1050" spc="-170">
                <a:latin typeface="宋体"/>
                <a:cs typeface="宋体"/>
              </a:rPr>
              <a:t>（</a:t>
            </a:r>
            <a:r>
              <a:rPr dirty="0" sz="1050" spc="-125" b="1">
                <a:latin typeface="宋体"/>
                <a:cs typeface="宋体"/>
              </a:rPr>
              <a:t>单位：△</a:t>
            </a:r>
            <a:r>
              <a:rPr dirty="0" sz="1050" spc="-100" b="1" i="1">
                <a:latin typeface="Times New Roman"/>
                <a:cs typeface="Times New Roman"/>
              </a:rPr>
              <a:t>t</a:t>
            </a:r>
            <a:r>
              <a:rPr dirty="0" sz="1050" spc="-100">
                <a:latin typeface="宋体"/>
                <a:cs typeface="宋体"/>
              </a:rPr>
              <a:t>）</a:t>
            </a:r>
            <a:endParaRPr sz="1050">
              <a:latin typeface="宋体"/>
              <a:cs typeface="宋体"/>
            </a:endParaRPr>
          </a:p>
        </p:txBody>
      </p:sp>
      <p:grpSp>
        <p:nvGrpSpPr>
          <p:cNvPr id="37" name="object 37" descr=""/>
          <p:cNvGrpSpPr/>
          <p:nvPr/>
        </p:nvGrpSpPr>
        <p:grpSpPr>
          <a:xfrm>
            <a:off x="7885552" y="318554"/>
            <a:ext cx="3778250" cy="1707514"/>
            <a:chOff x="7885552" y="318554"/>
            <a:chExt cx="3778250" cy="1707514"/>
          </a:xfrm>
        </p:grpSpPr>
        <p:sp>
          <p:nvSpPr>
            <p:cNvPr id="38" name="object 38" descr=""/>
            <p:cNvSpPr/>
            <p:nvPr/>
          </p:nvSpPr>
          <p:spPr>
            <a:xfrm>
              <a:off x="7885544" y="318566"/>
              <a:ext cx="3778250" cy="1707514"/>
            </a:xfrm>
            <a:custGeom>
              <a:avLst/>
              <a:gdLst/>
              <a:ahLst/>
              <a:cxnLst/>
              <a:rect l="l" t="t" r="r" b="b"/>
              <a:pathLst>
                <a:path w="3778250" h="1707514">
                  <a:moveTo>
                    <a:pt x="3777665" y="1677123"/>
                  </a:moveTo>
                  <a:lnTo>
                    <a:pt x="3758527" y="1669618"/>
                  </a:lnTo>
                  <a:lnTo>
                    <a:pt x="3701097" y="1647113"/>
                  </a:lnTo>
                  <a:lnTo>
                    <a:pt x="3720236" y="1669618"/>
                  </a:lnTo>
                  <a:lnTo>
                    <a:pt x="31902" y="1669618"/>
                  </a:lnTo>
                  <a:lnTo>
                    <a:pt x="31902" y="67525"/>
                  </a:lnTo>
                  <a:lnTo>
                    <a:pt x="51054" y="90043"/>
                  </a:lnTo>
                  <a:lnTo>
                    <a:pt x="42545" y="60032"/>
                  </a:lnTo>
                  <a:lnTo>
                    <a:pt x="25527" y="0"/>
                  </a:lnTo>
                  <a:lnTo>
                    <a:pt x="0" y="90043"/>
                  </a:lnTo>
                  <a:lnTo>
                    <a:pt x="19138" y="67525"/>
                  </a:lnTo>
                  <a:lnTo>
                    <a:pt x="19151" y="1674876"/>
                  </a:lnTo>
                  <a:lnTo>
                    <a:pt x="25527" y="1674876"/>
                  </a:lnTo>
                  <a:lnTo>
                    <a:pt x="25527" y="1684629"/>
                  </a:lnTo>
                  <a:lnTo>
                    <a:pt x="3720236" y="1684629"/>
                  </a:lnTo>
                  <a:lnTo>
                    <a:pt x="3701097" y="1707146"/>
                  </a:lnTo>
                  <a:lnTo>
                    <a:pt x="3758527" y="1684629"/>
                  </a:lnTo>
                  <a:lnTo>
                    <a:pt x="3777665" y="1677123"/>
                  </a:lnTo>
                  <a:close/>
                </a:path>
              </a:pathLst>
            </a:custGeom>
            <a:solidFill>
              <a:srgbClr val="000000"/>
            </a:solidFill>
          </p:spPr>
          <p:txBody>
            <a:bodyPr wrap="square" lIns="0" tIns="0" rIns="0" bIns="0" rtlCol="0"/>
            <a:lstStyle/>
            <a:p/>
          </p:txBody>
        </p:sp>
        <p:sp>
          <p:nvSpPr>
            <p:cNvPr id="39" name="object 39" descr=""/>
            <p:cNvSpPr/>
            <p:nvPr/>
          </p:nvSpPr>
          <p:spPr>
            <a:xfrm>
              <a:off x="7911077" y="644231"/>
              <a:ext cx="3350260" cy="1349375"/>
            </a:xfrm>
            <a:custGeom>
              <a:avLst/>
              <a:gdLst/>
              <a:ahLst/>
              <a:cxnLst/>
              <a:rect l="l" t="t" r="r" b="b"/>
              <a:pathLst>
                <a:path w="3350259" h="1349375">
                  <a:moveTo>
                    <a:pt x="0" y="1070051"/>
                  </a:moveTo>
                  <a:lnTo>
                    <a:pt x="2680101" y="1070051"/>
                  </a:lnTo>
                </a:path>
                <a:path w="3350259" h="1349375">
                  <a:moveTo>
                    <a:pt x="670025" y="1349203"/>
                  </a:moveTo>
                  <a:lnTo>
                    <a:pt x="670025" y="372202"/>
                  </a:lnTo>
                </a:path>
                <a:path w="3350259" h="1349375">
                  <a:moveTo>
                    <a:pt x="1005038" y="1349203"/>
                  </a:moveTo>
                  <a:lnTo>
                    <a:pt x="1005037" y="0"/>
                  </a:lnTo>
                </a:path>
                <a:path w="3350259" h="1349375">
                  <a:moveTo>
                    <a:pt x="1340050" y="1349203"/>
                  </a:moveTo>
                  <a:lnTo>
                    <a:pt x="1340050" y="0"/>
                  </a:lnTo>
                </a:path>
                <a:path w="3350259" h="1349375">
                  <a:moveTo>
                    <a:pt x="1675063" y="1349203"/>
                  </a:moveTo>
                  <a:lnTo>
                    <a:pt x="1675063" y="0"/>
                  </a:lnTo>
                </a:path>
                <a:path w="3350259" h="1349375">
                  <a:moveTo>
                    <a:pt x="2010075" y="0"/>
                  </a:moveTo>
                  <a:lnTo>
                    <a:pt x="2010076" y="1349203"/>
                  </a:lnTo>
                </a:path>
                <a:path w="3350259" h="1349375">
                  <a:moveTo>
                    <a:pt x="2345088" y="0"/>
                  </a:moveTo>
                  <a:lnTo>
                    <a:pt x="2345088" y="1349203"/>
                  </a:lnTo>
                </a:path>
                <a:path w="3350259" h="1349375">
                  <a:moveTo>
                    <a:pt x="2680101" y="0"/>
                  </a:moveTo>
                  <a:lnTo>
                    <a:pt x="2680101" y="1070051"/>
                  </a:lnTo>
                </a:path>
                <a:path w="3350259" h="1349375">
                  <a:moveTo>
                    <a:pt x="3015113" y="0"/>
                  </a:moveTo>
                  <a:lnTo>
                    <a:pt x="3015113" y="744374"/>
                  </a:lnTo>
                </a:path>
                <a:path w="3350259" h="1349375">
                  <a:moveTo>
                    <a:pt x="3350126" y="0"/>
                  </a:moveTo>
                  <a:lnTo>
                    <a:pt x="3350126" y="372202"/>
                  </a:lnTo>
                </a:path>
                <a:path w="3350259" h="1349375">
                  <a:moveTo>
                    <a:pt x="335012" y="744374"/>
                  </a:moveTo>
                  <a:lnTo>
                    <a:pt x="3015113" y="744374"/>
                  </a:lnTo>
                </a:path>
                <a:path w="3350259" h="1349375">
                  <a:moveTo>
                    <a:pt x="670025" y="372202"/>
                  </a:moveTo>
                  <a:lnTo>
                    <a:pt x="3350126" y="372202"/>
                  </a:lnTo>
                </a:path>
                <a:path w="3350259" h="1349375">
                  <a:moveTo>
                    <a:pt x="1005037" y="0"/>
                  </a:moveTo>
                  <a:lnTo>
                    <a:pt x="3350126" y="0"/>
                  </a:lnTo>
                </a:path>
              </a:pathLst>
            </a:custGeom>
            <a:ln w="10413">
              <a:solidFill>
                <a:srgbClr val="000000"/>
              </a:solidFill>
            </a:ln>
          </p:spPr>
          <p:txBody>
            <a:bodyPr wrap="square" lIns="0" tIns="0" rIns="0" bIns="0" rtlCol="0"/>
            <a:lstStyle/>
            <a:p/>
          </p:txBody>
        </p:sp>
      </p:grpSp>
      <p:sp>
        <p:nvSpPr>
          <p:cNvPr id="40" name="object 40" descr=""/>
          <p:cNvSpPr txBox="1"/>
          <p:nvPr/>
        </p:nvSpPr>
        <p:spPr>
          <a:xfrm>
            <a:off x="8704678" y="1151918"/>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1</a:t>
            </a:r>
            <a:endParaRPr sz="1050">
              <a:latin typeface="Times New Roman"/>
              <a:cs typeface="Times New Roman"/>
            </a:endParaRPr>
          </a:p>
        </p:txBody>
      </p:sp>
      <p:sp>
        <p:nvSpPr>
          <p:cNvPr id="41" name="object 41" descr=""/>
          <p:cNvSpPr txBox="1"/>
          <p:nvPr/>
        </p:nvSpPr>
        <p:spPr>
          <a:xfrm>
            <a:off x="9045587" y="778665"/>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1</a:t>
            </a:r>
            <a:endParaRPr sz="1050">
              <a:latin typeface="Times New Roman"/>
              <a:cs typeface="Times New Roman"/>
            </a:endParaRPr>
          </a:p>
        </p:txBody>
      </p:sp>
      <p:sp>
        <p:nvSpPr>
          <p:cNvPr id="42" name="object 42" descr=""/>
          <p:cNvSpPr txBox="1"/>
          <p:nvPr/>
        </p:nvSpPr>
        <p:spPr>
          <a:xfrm>
            <a:off x="9045588" y="1151918"/>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2</a:t>
            </a:r>
            <a:endParaRPr sz="1050">
              <a:latin typeface="Times New Roman"/>
              <a:cs typeface="Times New Roman"/>
            </a:endParaRPr>
          </a:p>
        </p:txBody>
      </p:sp>
      <p:sp>
        <p:nvSpPr>
          <p:cNvPr id="43" name="object 43" descr=""/>
          <p:cNvSpPr txBox="1"/>
          <p:nvPr/>
        </p:nvSpPr>
        <p:spPr>
          <a:xfrm>
            <a:off x="9370390" y="775513"/>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2</a:t>
            </a:r>
            <a:endParaRPr sz="1050">
              <a:latin typeface="Times New Roman"/>
              <a:cs typeface="Times New Roman"/>
            </a:endParaRPr>
          </a:p>
        </p:txBody>
      </p:sp>
      <p:sp>
        <p:nvSpPr>
          <p:cNvPr id="44" name="object 44" descr=""/>
          <p:cNvSpPr txBox="1"/>
          <p:nvPr/>
        </p:nvSpPr>
        <p:spPr>
          <a:xfrm>
            <a:off x="9370390" y="1142613"/>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3</a:t>
            </a:r>
            <a:endParaRPr sz="1050">
              <a:latin typeface="Times New Roman"/>
              <a:cs typeface="Times New Roman"/>
            </a:endParaRPr>
          </a:p>
        </p:txBody>
      </p:sp>
      <p:sp>
        <p:nvSpPr>
          <p:cNvPr id="45" name="object 45" descr=""/>
          <p:cNvSpPr txBox="1"/>
          <p:nvPr/>
        </p:nvSpPr>
        <p:spPr>
          <a:xfrm>
            <a:off x="9706040" y="781667"/>
            <a:ext cx="83820"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3</a:t>
            </a:r>
            <a:endParaRPr sz="1050">
              <a:latin typeface="Times New Roman"/>
              <a:cs typeface="Times New Roman"/>
            </a:endParaRPr>
          </a:p>
        </p:txBody>
      </p:sp>
      <p:sp>
        <p:nvSpPr>
          <p:cNvPr id="46" name="object 46" descr=""/>
          <p:cNvSpPr txBox="1"/>
          <p:nvPr/>
        </p:nvSpPr>
        <p:spPr>
          <a:xfrm>
            <a:off x="10376704" y="1437928"/>
            <a:ext cx="90805" cy="189865"/>
          </a:xfrm>
          <a:prstGeom prst="rect">
            <a:avLst/>
          </a:prstGeom>
        </p:spPr>
        <p:txBody>
          <a:bodyPr wrap="square" lIns="0" tIns="15875" rIns="0" bIns="0" rtlCol="0" vert="horz">
            <a:spAutoFit/>
          </a:bodyPr>
          <a:lstStyle/>
          <a:p>
            <a:pPr marL="12700">
              <a:lnSpc>
                <a:spcPct val="100000"/>
              </a:lnSpc>
              <a:spcBef>
                <a:spcPts val="125"/>
              </a:spcBef>
            </a:pPr>
            <a:r>
              <a:rPr dirty="0" sz="1050" spc="-50" b="1">
                <a:latin typeface="Times New Roman"/>
                <a:cs typeface="Times New Roman"/>
              </a:rPr>
              <a:t>n</a:t>
            </a:r>
            <a:endParaRPr sz="1050">
              <a:latin typeface="Times New Roman"/>
              <a:cs typeface="Times New Roman"/>
            </a:endParaRPr>
          </a:p>
        </p:txBody>
      </p:sp>
      <p:sp>
        <p:nvSpPr>
          <p:cNvPr id="47" name="object 47" descr=""/>
          <p:cNvSpPr txBox="1"/>
          <p:nvPr/>
        </p:nvSpPr>
        <p:spPr>
          <a:xfrm>
            <a:off x="10345053" y="1089784"/>
            <a:ext cx="457834" cy="189865"/>
          </a:xfrm>
          <a:prstGeom prst="rect">
            <a:avLst/>
          </a:prstGeom>
        </p:spPr>
        <p:txBody>
          <a:bodyPr wrap="square" lIns="0" tIns="15875" rIns="0" bIns="0" rtlCol="0" vert="horz">
            <a:spAutoFit/>
          </a:bodyPr>
          <a:lstStyle/>
          <a:p>
            <a:pPr marL="12700">
              <a:lnSpc>
                <a:spcPct val="100000"/>
              </a:lnSpc>
              <a:spcBef>
                <a:spcPts val="125"/>
              </a:spcBef>
              <a:tabLst>
                <a:tab pos="379730" algn="l"/>
              </a:tabLst>
            </a:pPr>
            <a:r>
              <a:rPr dirty="0" sz="1050" spc="-75" b="1">
                <a:latin typeface="Times New Roman"/>
                <a:cs typeface="Times New Roman"/>
              </a:rPr>
              <a:t>n-</a:t>
            </a:r>
            <a:r>
              <a:rPr dirty="0" sz="1050" spc="-50" b="1">
                <a:latin typeface="Times New Roman"/>
                <a:cs typeface="Times New Roman"/>
              </a:rPr>
              <a:t>1</a:t>
            </a:r>
            <a:r>
              <a:rPr dirty="0" sz="1050" b="1">
                <a:latin typeface="Times New Roman"/>
                <a:cs typeface="Times New Roman"/>
              </a:rPr>
              <a:t>	</a:t>
            </a:r>
            <a:r>
              <a:rPr dirty="0" sz="1050" spc="-50" b="1">
                <a:latin typeface="Times New Roman"/>
                <a:cs typeface="Times New Roman"/>
              </a:rPr>
              <a:t>n</a:t>
            </a:r>
            <a:endParaRPr sz="1050">
              <a:latin typeface="Times New Roman"/>
              <a:cs typeface="Times New Roman"/>
            </a:endParaRPr>
          </a:p>
        </p:txBody>
      </p:sp>
      <p:sp>
        <p:nvSpPr>
          <p:cNvPr id="48" name="object 48" descr=""/>
          <p:cNvSpPr txBox="1"/>
          <p:nvPr/>
        </p:nvSpPr>
        <p:spPr>
          <a:xfrm>
            <a:off x="10680704" y="716531"/>
            <a:ext cx="454659" cy="189865"/>
          </a:xfrm>
          <a:prstGeom prst="rect">
            <a:avLst/>
          </a:prstGeom>
        </p:spPr>
        <p:txBody>
          <a:bodyPr wrap="square" lIns="0" tIns="15875" rIns="0" bIns="0" rtlCol="0" vert="horz">
            <a:spAutoFit/>
          </a:bodyPr>
          <a:lstStyle/>
          <a:p>
            <a:pPr marL="12700">
              <a:lnSpc>
                <a:spcPct val="100000"/>
              </a:lnSpc>
              <a:spcBef>
                <a:spcPts val="125"/>
              </a:spcBef>
              <a:tabLst>
                <a:tab pos="376555" algn="l"/>
              </a:tabLst>
            </a:pPr>
            <a:r>
              <a:rPr dirty="0" sz="1050" spc="-75" b="1">
                <a:latin typeface="Times New Roman"/>
                <a:cs typeface="Times New Roman"/>
              </a:rPr>
              <a:t>n-</a:t>
            </a:r>
            <a:r>
              <a:rPr dirty="0" sz="1050" spc="-50" b="1">
                <a:latin typeface="Times New Roman"/>
                <a:cs typeface="Times New Roman"/>
              </a:rPr>
              <a:t>1</a:t>
            </a:r>
            <a:r>
              <a:rPr dirty="0" sz="1050" b="1">
                <a:latin typeface="Times New Roman"/>
                <a:cs typeface="Times New Roman"/>
              </a:rPr>
              <a:t>	</a:t>
            </a:r>
            <a:r>
              <a:rPr dirty="0" sz="1050" spc="-50" b="1">
                <a:latin typeface="Times New Roman"/>
                <a:cs typeface="Times New Roman"/>
              </a:rPr>
              <a:t>n</a:t>
            </a:r>
            <a:endParaRPr sz="1050">
              <a:latin typeface="Times New Roman"/>
              <a:cs typeface="Times New Roman"/>
            </a:endParaRPr>
          </a:p>
        </p:txBody>
      </p:sp>
      <p:sp>
        <p:nvSpPr>
          <p:cNvPr id="49" name="object 49" descr=""/>
          <p:cNvSpPr txBox="1"/>
          <p:nvPr/>
        </p:nvSpPr>
        <p:spPr>
          <a:xfrm>
            <a:off x="9669030" y="1111546"/>
            <a:ext cx="142240" cy="189865"/>
          </a:xfrm>
          <a:prstGeom prst="rect">
            <a:avLst/>
          </a:prstGeom>
        </p:spPr>
        <p:txBody>
          <a:bodyPr wrap="square" lIns="0" tIns="15875" rIns="0" bIns="0" rtlCol="0" vert="horz">
            <a:spAutoFit/>
          </a:bodyPr>
          <a:lstStyle/>
          <a:p>
            <a:pPr marL="12700">
              <a:lnSpc>
                <a:spcPct val="100000"/>
              </a:lnSpc>
              <a:spcBef>
                <a:spcPts val="125"/>
              </a:spcBef>
            </a:pPr>
            <a:r>
              <a:rPr dirty="0" sz="1050" spc="-80">
                <a:latin typeface="宋体"/>
                <a:cs typeface="宋体"/>
              </a:rPr>
              <a:t>…</a:t>
            </a:r>
            <a:endParaRPr sz="1050">
              <a:latin typeface="宋体"/>
              <a:cs typeface="宋体"/>
            </a:endParaRPr>
          </a:p>
        </p:txBody>
      </p:sp>
      <p:graphicFrame>
        <p:nvGraphicFramePr>
          <p:cNvPr id="50" name="object 50" descr=""/>
          <p:cNvGraphicFramePr>
            <a:graphicFrameLocks noGrp="1"/>
          </p:cNvGraphicFramePr>
          <p:nvPr/>
        </p:nvGraphicFramePr>
        <p:xfrm>
          <a:off x="7732125" y="1388606"/>
          <a:ext cx="2600325" cy="609600"/>
        </p:xfrm>
        <a:graphic>
          <a:graphicData uri="http://schemas.openxmlformats.org/drawingml/2006/table">
            <a:tbl>
              <a:tblPr firstRow="1" bandRow="1">
                <a:tableStyleId>{2D5ABB26-0587-4C30-8999-92F81FD0307C}</a:tableStyleId>
              </a:tblPr>
              <a:tblGrid>
                <a:gridCol w="182245"/>
                <a:gridCol w="332105"/>
                <a:gridCol w="332740"/>
                <a:gridCol w="319404"/>
                <a:gridCol w="352425"/>
                <a:gridCol w="334644"/>
                <a:gridCol w="334644"/>
                <a:gridCol w="334644"/>
              </a:tblGrid>
              <a:tr h="323215">
                <a:tc>
                  <a:txBody>
                    <a:bodyPr/>
                    <a:lstStyle/>
                    <a:p>
                      <a:pPr algn="ctr">
                        <a:lnSpc>
                          <a:spcPct val="100000"/>
                        </a:lnSpc>
                        <a:spcBef>
                          <a:spcPts val="420"/>
                        </a:spcBef>
                      </a:pPr>
                      <a:r>
                        <a:rPr dirty="0" sz="1050" spc="-25" b="1">
                          <a:solidFill>
                            <a:srgbClr val="0000FF"/>
                          </a:solidFill>
                          <a:latin typeface="Times New Roman"/>
                          <a:cs typeface="Times New Roman"/>
                        </a:rPr>
                        <a:t>S</a:t>
                      </a:r>
                      <a:r>
                        <a:rPr dirty="0" baseline="-7936" sz="1050" spc="-37" b="1">
                          <a:solidFill>
                            <a:srgbClr val="0000FF"/>
                          </a:solidFill>
                          <a:latin typeface="Times New Roman"/>
                          <a:cs typeface="Times New Roman"/>
                        </a:rPr>
                        <a:t>2</a:t>
                      </a:r>
                      <a:endParaRPr baseline="-7936" sz="1050">
                        <a:latin typeface="Times New Roman"/>
                        <a:cs typeface="Times New Roman"/>
                      </a:endParaRPr>
                    </a:p>
                  </a:txBody>
                  <a:tcPr marL="0" marR="0" marB="0" marT="53340">
                    <a:solidFill>
                      <a:srgbClr val="EFEFEF"/>
                    </a:solidFill>
                  </a:tcPr>
                </a:tc>
                <a:tc>
                  <a:txBody>
                    <a:bodyPr/>
                    <a:lstStyle/>
                    <a:p>
                      <a:pPr>
                        <a:lnSpc>
                          <a:spcPct val="100000"/>
                        </a:lnSpc>
                      </a:pPr>
                      <a:endParaRPr sz="2000">
                        <a:latin typeface="Times New Roman"/>
                        <a:cs typeface="Times New Roman"/>
                      </a:endParaRPr>
                    </a:p>
                  </a:txBody>
                  <a:tcPr marL="0" marR="0" marB="0" marT="0">
                    <a:lnR w="12700">
                      <a:solidFill>
                        <a:srgbClr val="000000"/>
                      </a:solidFill>
                      <a:prstDash val="solid"/>
                    </a:lnR>
                    <a:solidFill>
                      <a:srgbClr val="EFEFEF"/>
                    </a:solidFill>
                  </a:tcPr>
                </a:tc>
                <a:tc>
                  <a:txBody>
                    <a:bodyPr/>
                    <a:lstStyle/>
                    <a:p>
                      <a:pPr algn="ctr" marL="7620">
                        <a:lnSpc>
                          <a:spcPct val="100000"/>
                        </a:lnSpc>
                        <a:spcBef>
                          <a:spcPts val="810"/>
                        </a:spcBef>
                      </a:pPr>
                      <a:r>
                        <a:rPr dirty="0" sz="1050" spc="-50" b="1">
                          <a:latin typeface="Times New Roman"/>
                          <a:cs typeface="Times New Roman"/>
                        </a:rPr>
                        <a:t>1</a:t>
                      </a:r>
                      <a:endParaRPr sz="1050">
                        <a:latin typeface="Times New Roman"/>
                        <a:cs typeface="Times New Roman"/>
                      </a:endParaRPr>
                    </a:p>
                  </a:txBody>
                  <a:tcPr marL="0" marR="0" marB="0" marT="102870">
                    <a:lnL w="12700">
                      <a:solidFill>
                        <a:srgbClr val="000000"/>
                      </a:solidFill>
                      <a:prstDash val="solid"/>
                    </a:lnL>
                    <a:solidFill>
                      <a:srgbClr val="B3FFFF"/>
                    </a:solidFill>
                  </a:tcPr>
                </a:tc>
                <a:tc>
                  <a:txBody>
                    <a:bodyPr/>
                    <a:lstStyle/>
                    <a:p>
                      <a:pPr algn="ctr" marL="15240">
                        <a:lnSpc>
                          <a:spcPct val="100000"/>
                        </a:lnSpc>
                        <a:spcBef>
                          <a:spcPts val="785"/>
                        </a:spcBef>
                      </a:pPr>
                      <a:r>
                        <a:rPr dirty="0" sz="1050" spc="-50" b="1">
                          <a:latin typeface="Times New Roman"/>
                          <a:cs typeface="Times New Roman"/>
                        </a:rPr>
                        <a:t>2</a:t>
                      </a:r>
                      <a:endParaRPr sz="1050">
                        <a:latin typeface="Times New Roman"/>
                        <a:cs typeface="Times New Roman"/>
                      </a:endParaRPr>
                    </a:p>
                  </a:txBody>
                  <a:tcPr marL="0" marR="0" marB="0" marT="99695">
                    <a:solidFill>
                      <a:srgbClr val="B3FFFF"/>
                    </a:solidFill>
                  </a:tcPr>
                </a:tc>
                <a:tc>
                  <a:txBody>
                    <a:bodyPr/>
                    <a:lstStyle/>
                    <a:p>
                      <a:pPr algn="ctr" marL="3810">
                        <a:lnSpc>
                          <a:spcPct val="100000"/>
                        </a:lnSpc>
                        <a:spcBef>
                          <a:spcPts val="760"/>
                        </a:spcBef>
                      </a:pPr>
                      <a:r>
                        <a:rPr dirty="0" sz="1050" spc="-50" b="1">
                          <a:latin typeface="Times New Roman"/>
                          <a:cs typeface="Times New Roman"/>
                        </a:rPr>
                        <a:t>3</a:t>
                      </a:r>
                      <a:endParaRPr sz="1050">
                        <a:latin typeface="Times New Roman"/>
                        <a:cs typeface="Times New Roman"/>
                      </a:endParaRPr>
                    </a:p>
                  </a:txBody>
                  <a:tcPr marL="0" marR="0" marB="0" marT="96520">
                    <a:solidFill>
                      <a:srgbClr val="B3FFFF"/>
                    </a:solidFill>
                  </a:tcPr>
                </a:tc>
                <a:tc>
                  <a:txBody>
                    <a:bodyPr/>
                    <a:lstStyle/>
                    <a:p>
                      <a:pPr algn="ctr">
                        <a:lnSpc>
                          <a:spcPct val="100000"/>
                        </a:lnSpc>
                        <a:spcBef>
                          <a:spcPts val="685"/>
                        </a:spcBef>
                      </a:pPr>
                      <a:r>
                        <a:rPr dirty="0" sz="1050" spc="-50">
                          <a:latin typeface="宋体"/>
                          <a:cs typeface="宋体"/>
                        </a:rPr>
                        <a:t>…</a:t>
                      </a:r>
                      <a:endParaRPr sz="1050">
                        <a:latin typeface="宋体"/>
                        <a:cs typeface="宋体"/>
                      </a:endParaRPr>
                    </a:p>
                  </a:txBody>
                  <a:tcPr marL="0" marR="0" marB="0" marT="86995">
                    <a:solidFill>
                      <a:srgbClr val="B3FFFF"/>
                    </a:solidFill>
                  </a:tcPr>
                </a:tc>
                <a:tc>
                  <a:txBody>
                    <a:bodyPr/>
                    <a:lstStyle/>
                    <a:p>
                      <a:pPr algn="ctr" marR="29845">
                        <a:lnSpc>
                          <a:spcPct val="100000"/>
                        </a:lnSpc>
                        <a:spcBef>
                          <a:spcPts val="685"/>
                        </a:spcBef>
                      </a:pPr>
                      <a:r>
                        <a:rPr dirty="0" sz="1050" spc="-50">
                          <a:latin typeface="宋体"/>
                          <a:cs typeface="宋体"/>
                        </a:rPr>
                        <a:t>…</a:t>
                      </a:r>
                      <a:endParaRPr sz="1050">
                        <a:latin typeface="宋体"/>
                        <a:cs typeface="宋体"/>
                      </a:endParaRPr>
                    </a:p>
                  </a:txBody>
                  <a:tcPr marL="0" marR="0" marB="0" marT="86995">
                    <a:solidFill>
                      <a:srgbClr val="B3FFFF"/>
                    </a:solidFill>
                  </a:tcPr>
                </a:tc>
                <a:tc>
                  <a:txBody>
                    <a:bodyPr/>
                    <a:lstStyle/>
                    <a:p>
                      <a:pPr algn="ctr" marL="28575">
                        <a:lnSpc>
                          <a:spcPct val="100000"/>
                        </a:lnSpc>
                        <a:spcBef>
                          <a:spcPts val="540"/>
                        </a:spcBef>
                      </a:pPr>
                      <a:r>
                        <a:rPr dirty="0" sz="1050" spc="-75" b="1">
                          <a:latin typeface="Times New Roman"/>
                          <a:cs typeface="Times New Roman"/>
                        </a:rPr>
                        <a:t>n-</a:t>
                      </a:r>
                      <a:r>
                        <a:rPr dirty="0" sz="1050" spc="-50" b="1">
                          <a:latin typeface="Times New Roman"/>
                          <a:cs typeface="Times New Roman"/>
                        </a:rPr>
                        <a:t>1</a:t>
                      </a:r>
                      <a:endParaRPr sz="1050">
                        <a:latin typeface="Times New Roman"/>
                        <a:cs typeface="Times New Roman"/>
                      </a:endParaRPr>
                    </a:p>
                  </a:txBody>
                  <a:tcPr marL="0" marR="0" marB="0" marT="68580">
                    <a:solidFill>
                      <a:srgbClr val="B3FFFF"/>
                    </a:solidFill>
                  </a:tcPr>
                </a:tc>
              </a:tr>
              <a:tr h="286385">
                <a:tc>
                  <a:txBody>
                    <a:bodyPr/>
                    <a:lstStyle/>
                    <a:p>
                      <a:pPr algn="ctr" marR="6350">
                        <a:lnSpc>
                          <a:spcPct val="100000"/>
                        </a:lnSpc>
                        <a:spcBef>
                          <a:spcPts val="370"/>
                        </a:spcBef>
                      </a:pPr>
                      <a:r>
                        <a:rPr dirty="0" sz="1050" spc="-25" b="1">
                          <a:solidFill>
                            <a:srgbClr val="0000FF"/>
                          </a:solidFill>
                          <a:latin typeface="Times New Roman"/>
                          <a:cs typeface="Times New Roman"/>
                        </a:rPr>
                        <a:t>S</a:t>
                      </a:r>
                      <a:r>
                        <a:rPr dirty="0" baseline="-7936" sz="1050" spc="-37" b="1">
                          <a:solidFill>
                            <a:srgbClr val="0000FF"/>
                          </a:solidFill>
                          <a:latin typeface="Times New Roman"/>
                          <a:cs typeface="Times New Roman"/>
                        </a:rPr>
                        <a:t>1</a:t>
                      </a:r>
                      <a:endParaRPr baseline="-7936" sz="1050">
                        <a:latin typeface="Times New Roman"/>
                        <a:cs typeface="Times New Roman"/>
                      </a:endParaRPr>
                    </a:p>
                  </a:txBody>
                  <a:tcPr marL="0" marR="0" marB="0" marT="46990">
                    <a:solidFill>
                      <a:srgbClr val="EFEFEF"/>
                    </a:solidFill>
                  </a:tcPr>
                </a:tc>
                <a:tc>
                  <a:txBody>
                    <a:bodyPr/>
                    <a:lstStyle/>
                    <a:p>
                      <a:pPr algn="ctr" marL="1270">
                        <a:lnSpc>
                          <a:spcPct val="100000"/>
                        </a:lnSpc>
                        <a:spcBef>
                          <a:spcPts val="520"/>
                        </a:spcBef>
                      </a:pPr>
                      <a:r>
                        <a:rPr dirty="0" sz="1050" spc="-50" b="1">
                          <a:latin typeface="Times New Roman"/>
                          <a:cs typeface="Times New Roman"/>
                        </a:rPr>
                        <a:t>1</a:t>
                      </a:r>
                      <a:endParaRPr sz="1050">
                        <a:latin typeface="Times New Roman"/>
                        <a:cs typeface="Times New Roman"/>
                      </a:endParaRPr>
                    </a:p>
                  </a:txBody>
                  <a:tcPr marL="0" marR="0" marB="0" marT="66040">
                    <a:lnR w="9525">
                      <a:solidFill>
                        <a:srgbClr val="000000"/>
                      </a:solidFill>
                      <a:prstDash val="solid"/>
                    </a:lnR>
                    <a:solidFill>
                      <a:srgbClr val="CCFFFF"/>
                    </a:solidFill>
                  </a:tcPr>
                </a:tc>
                <a:tc>
                  <a:txBody>
                    <a:bodyPr/>
                    <a:lstStyle/>
                    <a:p>
                      <a:pPr algn="ctr">
                        <a:lnSpc>
                          <a:spcPct val="100000"/>
                        </a:lnSpc>
                        <a:spcBef>
                          <a:spcPts val="520"/>
                        </a:spcBef>
                      </a:pPr>
                      <a:r>
                        <a:rPr dirty="0" sz="1050" spc="-50" b="1">
                          <a:latin typeface="Times New Roman"/>
                          <a:cs typeface="Times New Roman"/>
                        </a:rPr>
                        <a:t>2</a:t>
                      </a:r>
                      <a:endParaRPr sz="1050">
                        <a:latin typeface="Times New Roman"/>
                        <a:cs typeface="Times New Roman"/>
                      </a:endParaRPr>
                    </a:p>
                  </a:txBody>
                  <a:tcPr marL="0" marR="0" marB="0" marT="66040">
                    <a:lnL w="9525">
                      <a:solidFill>
                        <a:srgbClr val="000000"/>
                      </a:solidFill>
                      <a:prstDash val="solid"/>
                    </a:lnL>
                    <a:solidFill>
                      <a:srgbClr val="CCFFFF"/>
                    </a:solidFill>
                  </a:tcPr>
                </a:tc>
                <a:tc>
                  <a:txBody>
                    <a:bodyPr/>
                    <a:lstStyle/>
                    <a:p>
                      <a:pPr algn="ctr" marL="5080">
                        <a:lnSpc>
                          <a:spcPct val="100000"/>
                        </a:lnSpc>
                        <a:spcBef>
                          <a:spcPts val="565"/>
                        </a:spcBef>
                      </a:pPr>
                      <a:r>
                        <a:rPr dirty="0" sz="1050" spc="-50" b="1">
                          <a:latin typeface="Times New Roman"/>
                          <a:cs typeface="Times New Roman"/>
                        </a:rPr>
                        <a:t>3</a:t>
                      </a:r>
                      <a:endParaRPr sz="1050">
                        <a:latin typeface="Times New Roman"/>
                        <a:cs typeface="Times New Roman"/>
                      </a:endParaRPr>
                    </a:p>
                  </a:txBody>
                  <a:tcPr marL="0" marR="0" marB="0" marT="71755">
                    <a:solidFill>
                      <a:srgbClr val="CCFFFF"/>
                    </a:solidFill>
                  </a:tcPr>
                </a:tc>
                <a:tc>
                  <a:txBody>
                    <a:bodyPr/>
                    <a:lstStyle/>
                    <a:p>
                      <a:pPr algn="ctr" marL="8890">
                        <a:lnSpc>
                          <a:spcPct val="100000"/>
                        </a:lnSpc>
                        <a:spcBef>
                          <a:spcPts val="615"/>
                        </a:spcBef>
                      </a:pPr>
                      <a:r>
                        <a:rPr dirty="0" sz="1050" spc="-50">
                          <a:latin typeface="宋体"/>
                          <a:cs typeface="宋体"/>
                        </a:rPr>
                        <a:t>…</a:t>
                      </a:r>
                      <a:endParaRPr sz="1050">
                        <a:latin typeface="宋体"/>
                        <a:cs typeface="宋体"/>
                      </a:endParaRPr>
                    </a:p>
                  </a:txBody>
                  <a:tcPr marL="0" marR="0" marB="0" marT="78105">
                    <a:solidFill>
                      <a:srgbClr val="CCFFFF"/>
                    </a:solidFill>
                  </a:tcPr>
                </a:tc>
                <a:tc>
                  <a:txBody>
                    <a:bodyPr/>
                    <a:lstStyle/>
                    <a:p>
                      <a:pPr algn="ctr" marR="10160">
                        <a:lnSpc>
                          <a:spcPct val="100000"/>
                        </a:lnSpc>
                        <a:spcBef>
                          <a:spcPts val="545"/>
                        </a:spcBef>
                      </a:pPr>
                      <a:r>
                        <a:rPr dirty="0" sz="1050" spc="-50">
                          <a:latin typeface="宋体"/>
                          <a:cs typeface="宋体"/>
                        </a:rPr>
                        <a:t>…</a:t>
                      </a:r>
                      <a:endParaRPr sz="1050">
                        <a:latin typeface="宋体"/>
                        <a:cs typeface="宋体"/>
                      </a:endParaRPr>
                    </a:p>
                  </a:txBody>
                  <a:tcPr marL="0" marR="0" marB="0" marT="69215">
                    <a:solidFill>
                      <a:srgbClr val="CCFFFF"/>
                    </a:solidFill>
                  </a:tcPr>
                </a:tc>
                <a:tc>
                  <a:txBody>
                    <a:bodyPr/>
                    <a:lstStyle/>
                    <a:p>
                      <a:pPr algn="ctr" marL="17145">
                        <a:lnSpc>
                          <a:spcPct val="100000"/>
                        </a:lnSpc>
                        <a:spcBef>
                          <a:spcPts val="420"/>
                        </a:spcBef>
                      </a:pPr>
                      <a:r>
                        <a:rPr dirty="0" sz="1050" spc="-75" b="1">
                          <a:latin typeface="Times New Roman"/>
                          <a:cs typeface="Times New Roman"/>
                        </a:rPr>
                        <a:t>n-</a:t>
                      </a:r>
                      <a:r>
                        <a:rPr dirty="0" sz="1050" spc="-50" b="1">
                          <a:latin typeface="Times New Roman"/>
                          <a:cs typeface="Times New Roman"/>
                        </a:rPr>
                        <a:t>1</a:t>
                      </a:r>
                      <a:endParaRPr sz="1050">
                        <a:latin typeface="Times New Roman"/>
                        <a:cs typeface="Times New Roman"/>
                      </a:endParaRPr>
                    </a:p>
                  </a:txBody>
                  <a:tcPr marL="0" marR="0" marB="0" marT="53340">
                    <a:solidFill>
                      <a:srgbClr val="CCFFFF"/>
                    </a:solidFill>
                  </a:tcPr>
                </a:tc>
                <a:tc>
                  <a:txBody>
                    <a:bodyPr/>
                    <a:lstStyle/>
                    <a:p>
                      <a:pPr algn="ctr">
                        <a:lnSpc>
                          <a:spcPct val="100000"/>
                        </a:lnSpc>
                        <a:spcBef>
                          <a:spcPts val="420"/>
                        </a:spcBef>
                      </a:pPr>
                      <a:r>
                        <a:rPr dirty="0" sz="1050" spc="-50" b="1">
                          <a:latin typeface="Times New Roman"/>
                          <a:cs typeface="Times New Roman"/>
                        </a:rPr>
                        <a:t>n</a:t>
                      </a:r>
                      <a:endParaRPr sz="1050">
                        <a:latin typeface="Times New Roman"/>
                        <a:cs typeface="Times New Roman"/>
                      </a:endParaRPr>
                    </a:p>
                  </a:txBody>
                  <a:tcPr marL="0" marR="0" marB="0" marT="53340">
                    <a:solidFill>
                      <a:srgbClr val="CCFFFF"/>
                    </a:solidFill>
                  </a:tcPr>
                </a:tc>
              </a:tr>
            </a:tbl>
          </a:graphicData>
        </a:graphic>
      </p:graphicFrame>
      <p:sp>
        <p:nvSpPr>
          <p:cNvPr id="51" name="object 51" descr=""/>
          <p:cNvSpPr txBox="1"/>
          <p:nvPr/>
        </p:nvSpPr>
        <p:spPr>
          <a:xfrm>
            <a:off x="9999065" y="1099089"/>
            <a:ext cx="142240" cy="189865"/>
          </a:xfrm>
          <a:prstGeom prst="rect">
            <a:avLst/>
          </a:prstGeom>
        </p:spPr>
        <p:txBody>
          <a:bodyPr wrap="square" lIns="0" tIns="15875" rIns="0" bIns="0" rtlCol="0" vert="horz">
            <a:spAutoFit/>
          </a:bodyPr>
          <a:lstStyle/>
          <a:p>
            <a:pPr marL="12700">
              <a:lnSpc>
                <a:spcPct val="100000"/>
              </a:lnSpc>
              <a:spcBef>
                <a:spcPts val="125"/>
              </a:spcBef>
            </a:pPr>
            <a:r>
              <a:rPr dirty="0" sz="1050" spc="-80">
                <a:latin typeface="宋体"/>
                <a:cs typeface="宋体"/>
              </a:rPr>
              <a:t>…</a:t>
            </a:r>
            <a:endParaRPr sz="1050">
              <a:latin typeface="宋体"/>
              <a:cs typeface="宋体"/>
            </a:endParaRPr>
          </a:p>
        </p:txBody>
      </p:sp>
      <p:sp>
        <p:nvSpPr>
          <p:cNvPr id="52" name="object 52" descr=""/>
          <p:cNvSpPr txBox="1"/>
          <p:nvPr/>
        </p:nvSpPr>
        <p:spPr>
          <a:xfrm>
            <a:off x="10009658" y="753751"/>
            <a:ext cx="477520" cy="189865"/>
          </a:xfrm>
          <a:prstGeom prst="rect">
            <a:avLst/>
          </a:prstGeom>
        </p:spPr>
        <p:txBody>
          <a:bodyPr wrap="square" lIns="0" tIns="15875" rIns="0" bIns="0" rtlCol="0" vert="horz">
            <a:spAutoFit/>
          </a:bodyPr>
          <a:lstStyle/>
          <a:p>
            <a:pPr marL="12700">
              <a:lnSpc>
                <a:spcPct val="100000"/>
              </a:lnSpc>
              <a:spcBef>
                <a:spcPts val="125"/>
              </a:spcBef>
              <a:tabLst>
                <a:tab pos="347980" algn="l"/>
              </a:tabLst>
            </a:pPr>
            <a:r>
              <a:rPr dirty="0" sz="1050" spc="-50">
                <a:latin typeface="宋体"/>
                <a:cs typeface="宋体"/>
              </a:rPr>
              <a:t>…</a:t>
            </a:r>
            <a:r>
              <a:rPr dirty="0" sz="1050">
                <a:latin typeface="宋体"/>
                <a:cs typeface="宋体"/>
              </a:rPr>
              <a:t>	</a:t>
            </a:r>
            <a:r>
              <a:rPr dirty="0" sz="1050" spc="-80">
                <a:latin typeface="宋体"/>
                <a:cs typeface="宋体"/>
              </a:rPr>
              <a:t>…</a:t>
            </a:r>
            <a:endParaRPr sz="1050">
              <a:latin typeface="宋体"/>
              <a:cs typeface="宋体"/>
            </a:endParaRPr>
          </a:p>
        </p:txBody>
      </p:sp>
      <p:grpSp>
        <p:nvGrpSpPr>
          <p:cNvPr id="53" name="object 53" descr=""/>
          <p:cNvGrpSpPr/>
          <p:nvPr/>
        </p:nvGrpSpPr>
        <p:grpSpPr>
          <a:xfrm>
            <a:off x="7909187" y="1988354"/>
            <a:ext cx="3360420" cy="708660"/>
            <a:chOff x="7909187" y="1988354"/>
            <a:chExt cx="3360420" cy="708660"/>
          </a:xfrm>
        </p:grpSpPr>
        <p:sp>
          <p:nvSpPr>
            <p:cNvPr id="54" name="object 54" descr=""/>
            <p:cNvSpPr/>
            <p:nvPr/>
          </p:nvSpPr>
          <p:spPr>
            <a:xfrm>
              <a:off x="7914267" y="1993434"/>
              <a:ext cx="0" cy="698500"/>
            </a:xfrm>
            <a:custGeom>
              <a:avLst/>
              <a:gdLst/>
              <a:ahLst/>
              <a:cxnLst/>
              <a:rect l="l" t="t" r="r" b="b"/>
              <a:pathLst>
                <a:path w="0" h="698500">
                  <a:moveTo>
                    <a:pt x="0" y="0"/>
                  </a:moveTo>
                  <a:lnTo>
                    <a:pt x="0" y="697885"/>
                  </a:lnTo>
                </a:path>
              </a:pathLst>
            </a:custGeom>
            <a:ln w="9571">
              <a:solidFill>
                <a:srgbClr val="000000"/>
              </a:solidFill>
            </a:ln>
          </p:spPr>
          <p:txBody>
            <a:bodyPr wrap="square" lIns="0" tIns="0" rIns="0" bIns="0" rtlCol="0"/>
            <a:lstStyle/>
            <a:p/>
          </p:txBody>
        </p:sp>
        <p:sp>
          <p:nvSpPr>
            <p:cNvPr id="55" name="object 55" descr=""/>
            <p:cNvSpPr/>
            <p:nvPr/>
          </p:nvSpPr>
          <p:spPr>
            <a:xfrm>
              <a:off x="9251127" y="2003940"/>
              <a:ext cx="0" cy="394335"/>
            </a:xfrm>
            <a:custGeom>
              <a:avLst/>
              <a:gdLst/>
              <a:ahLst/>
              <a:cxnLst/>
              <a:rect l="l" t="t" r="r" b="b"/>
              <a:pathLst>
                <a:path w="0" h="394335">
                  <a:moveTo>
                    <a:pt x="0" y="0"/>
                  </a:moveTo>
                  <a:lnTo>
                    <a:pt x="0" y="393964"/>
                  </a:lnTo>
                </a:path>
              </a:pathLst>
            </a:custGeom>
            <a:ln w="9571">
              <a:solidFill>
                <a:srgbClr val="000000"/>
              </a:solidFill>
              <a:prstDash val="sysDashDot"/>
            </a:ln>
          </p:spPr>
          <p:txBody>
            <a:bodyPr wrap="square" lIns="0" tIns="0" rIns="0" bIns="0" rtlCol="0"/>
            <a:lstStyle/>
            <a:p/>
          </p:txBody>
        </p:sp>
        <p:sp>
          <p:nvSpPr>
            <p:cNvPr id="56" name="object 56" descr=""/>
            <p:cNvSpPr/>
            <p:nvPr/>
          </p:nvSpPr>
          <p:spPr>
            <a:xfrm>
              <a:off x="11264394" y="1993434"/>
              <a:ext cx="0" cy="698500"/>
            </a:xfrm>
            <a:custGeom>
              <a:avLst/>
              <a:gdLst/>
              <a:ahLst/>
              <a:cxnLst/>
              <a:rect l="l" t="t" r="r" b="b"/>
              <a:pathLst>
                <a:path w="0" h="698500">
                  <a:moveTo>
                    <a:pt x="0" y="0"/>
                  </a:moveTo>
                  <a:lnTo>
                    <a:pt x="0" y="697885"/>
                  </a:lnTo>
                </a:path>
              </a:pathLst>
            </a:custGeom>
            <a:ln w="9571">
              <a:solidFill>
                <a:srgbClr val="000000"/>
              </a:solidFill>
            </a:ln>
          </p:spPr>
          <p:txBody>
            <a:bodyPr wrap="square" lIns="0" tIns="0" rIns="0" bIns="0" rtlCol="0"/>
            <a:lstStyle/>
            <a:p/>
          </p:txBody>
        </p:sp>
        <p:sp>
          <p:nvSpPr>
            <p:cNvPr id="57" name="object 57" descr=""/>
            <p:cNvSpPr/>
            <p:nvPr/>
          </p:nvSpPr>
          <p:spPr>
            <a:xfrm>
              <a:off x="7914259" y="2289098"/>
              <a:ext cx="3348354" cy="60325"/>
            </a:xfrm>
            <a:custGeom>
              <a:avLst/>
              <a:gdLst/>
              <a:ahLst/>
              <a:cxnLst/>
              <a:rect l="l" t="t" r="r" b="b"/>
              <a:pathLst>
                <a:path w="3348354" h="60325">
                  <a:moveTo>
                    <a:pt x="3348215" y="30022"/>
                  </a:moveTo>
                  <a:lnTo>
                    <a:pt x="3329076" y="22517"/>
                  </a:lnTo>
                  <a:lnTo>
                    <a:pt x="3271634" y="0"/>
                  </a:lnTo>
                  <a:lnTo>
                    <a:pt x="3290773" y="22517"/>
                  </a:lnTo>
                  <a:lnTo>
                    <a:pt x="1395564" y="22517"/>
                  </a:lnTo>
                  <a:lnTo>
                    <a:pt x="1414716" y="0"/>
                  </a:lnTo>
                  <a:lnTo>
                    <a:pt x="1339088" y="29654"/>
                  </a:lnTo>
                  <a:lnTo>
                    <a:pt x="1320914" y="22517"/>
                  </a:lnTo>
                  <a:lnTo>
                    <a:pt x="1263484" y="0"/>
                  </a:lnTo>
                  <a:lnTo>
                    <a:pt x="1282611" y="22517"/>
                  </a:lnTo>
                  <a:lnTo>
                    <a:pt x="57429" y="22517"/>
                  </a:lnTo>
                  <a:lnTo>
                    <a:pt x="76581" y="0"/>
                  </a:lnTo>
                  <a:lnTo>
                    <a:pt x="0" y="30022"/>
                  </a:lnTo>
                  <a:lnTo>
                    <a:pt x="76581" y="60032"/>
                  </a:lnTo>
                  <a:lnTo>
                    <a:pt x="57429" y="37528"/>
                  </a:lnTo>
                  <a:lnTo>
                    <a:pt x="1282611" y="37528"/>
                  </a:lnTo>
                  <a:lnTo>
                    <a:pt x="1263484" y="60032"/>
                  </a:lnTo>
                  <a:lnTo>
                    <a:pt x="1320914" y="37528"/>
                  </a:lnTo>
                  <a:lnTo>
                    <a:pt x="1339088" y="30403"/>
                  </a:lnTo>
                  <a:lnTo>
                    <a:pt x="1414716" y="60032"/>
                  </a:lnTo>
                  <a:lnTo>
                    <a:pt x="1395564" y="37528"/>
                  </a:lnTo>
                  <a:lnTo>
                    <a:pt x="3290773" y="37528"/>
                  </a:lnTo>
                  <a:lnTo>
                    <a:pt x="3271634" y="60032"/>
                  </a:lnTo>
                  <a:lnTo>
                    <a:pt x="3329076" y="37528"/>
                  </a:lnTo>
                  <a:lnTo>
                    <a:pt x="3348215" y="30022"/>
                  </a:lnTo>
                  <a:close/>
                </a:path>
              </a:pathLst>
            </a:custGeom>
            <a:solidFill>
              <a:srgbClr val="993366"/>
            </a:solidFill>
          </p:spPr>
          <p:txBody>
            <a:bodyPr wrap="square" lIns="0" tIns="0" rIns="0" bIns="0" rtlCol="0"/>
            <a:lstStyle/>
            <a:p/>
          </p:txBody>
        </p:sp>
      </p:grpSp>
      <p:sp>
        <p:nvSpPr>
          <p:cNvPr id="58" name="object 58" descr=""/>
          <p:cNvSpPr txBox="1"/>
          <p:nvPr/>
        </p:nvSpPr>
        <p:spPr>
          <a:xfrm>
            <a:off x="8395740" y="2112785"/>
            <a:ext cx="348615" cy="189865"/>
          </a:xfrm>
          <a:prstGeom prst="rect">
            <a:avLst/>
          </a:prstGeom>
        </p:spPr>
        <p:txBody>
          <a:bodyPr wrap="square" lIns="0" tIns="15875" rIns="0" bIns="0" rtlCol="0" vert="horz">
            <a:spAutoFit/>
          </a:bodyPr>
          <a:lstStyle/>
          <a:p>
            <a:pPr marL="12700">
              <a:lnSpc>
                <a:spcPct val="100000"/>
              </a:lnSpc>
              <a:spcBef>
                <a:spcPts val="125"/>
              </a:spcBef>
            </a:pPr>
            <a:r>
              <a:rPr dirty="0" sz="1050" spc="-85">
                <a:solidFill>
                  <a:srgbClr val="333300"/>
                </a:solidFill>
                <a:latin typeface="Times New Roman"/>
                <a:cs typeface="Times New Roman"/>
              </a:rPr>
              <a:t>k</a:t>
            </a:r>
            <a:r>
              <a:rPr dirty="0" sz="1050" spc="-85">
                <a:solidFill>
                  <a:srgbClr val="333300"/>
                </a:solidFill>
                <a:latin typeface="宋体"/>
                <a:cs typeface="宋体"/>
              </a:rPr>
              <a:t>·△</a:t>
            </a:r>
            <a:r>
              <a:rPr dirty="0" sz="1050" spc="-85">
                <a:solidFill>
                  <a:srgbClr val="333300"/>
                </a:solidFill>
                <a:latin typeface="Times New Roman"/>
                <a:cs typeface="Times New Roman"/>
              </a:rPr>
              <a:t>t</a:t>
            </a:r>
            <a:endParaRPr sz="1050">
              <a:latin typeface="Times New Roman"/>
              <a:cs typeface="Times New Roman"/>
            </a:endParaRPr>
          </a:p>
        </p:txBody>
      </p:sp>
      <p:sp>
        <p:nvSpPr>
          <p:cNvPr id="59" name="object 59" descr=""/>
          <p:cNvSpPr txBox="1"/>
          <p:nvPr/>
        </p:nvSpPr>
        <p:spPr>
          <a:xfrm>
            <a:off x="10004426" y="2112785"/>
            <a:ext cx="528320" cy="189865"/>
          </a:xfrm>
          <a:prstGeom prst="rect">
            <a:avLst/>
          </a:prstGeom>
        </p:spPr>
        <p:txBody>
          <a:bodyPr wrap="square" lIns="0" tIns="15875" rIns="0" bIns="0" rtlCol="0" vert="horz">
            <a:spAutoFit/>
          </a:bodyPr>
          <a:lstStyle/>
          <a:p>
            <a:pPr marL="12700">
              <a:lnSpc>
                <a:spcPct val="100000"/>
              </a:lnSpc>
              <a:spcBef>
                <a:spcPts val="125"/>
              </a:spcBef>
            </a:pPr>
            <a:r>
              <a:rPr dirty="0" sz="1050" spc="-65" b="1">
                <a:solidFill>
                  <a:srgbClr val="333300"/>
                </a:solidFill>
                <a:latin typeface="Times New Roman"/>
                <a:cs typeface="Times New Roman"/>
              </a:rPr>
              <a:t>(n-</a:t>
            </a:r>
            <a:r>
              <a:rPr dirty="0" sz="1050" spc="-80" b="1">
                <a:solidFill>
                  <a:srgbClr val="333300"/>
                </a:solidFill>
                <a:latin typeface="Times New Roman"/>
                <a:cs typeface="Times New Roman"/>
              </a:rPr>
              <a:t>1)</a:t>
            </a:r>
            <a:r>
              <a:rPr dirty="0" sz="1050" spc="-80" b="1">
                <a:solidFill>
                  <a:srgbClr val="333300"/>
                </a:solidFill>
                <a:latin typeface="宋体"/>
                <a:cs typeface="宋体"/>
              </a:rPr>
              <a:t>·△</a:t>
            </a:r>
            <a:r>
              <a:rPr dirty="0" sz="1050" spc="-80" b="1" i="1">
                <a:solidFill>
                  <a:srgbClr val="333300"/>
                </a:solidFill>
                <a:latin typeface="Times New Roman"/>
                <a:cs typeface="Times New Roman"/>
              </a:rPr>
              <a:t>t</a:t>
            </a:r>
            <a:endParaRPr sz="1050">
              <a:latin typeface="Times New Roman"/>
              <a:cs typeface="Times New Roman"/>
            </a:endParaRPr>
          </a:p>
        </p:txBody>
      </p:sp>
      <p:grpSp>
        <p:nvGrpSpPr>
          <p:cNvPr id="60" name="object 60" descr=""/>
          <p:cNvGrpSpPr/>
          <p:nvPr/>
        </p:nvGrpSpPr>
        <p:grpSpPr>
          <a:xfrm>
            <a:off x="7914268" y="1016433"/>
            <a:ext cx="3355340" cy="1565910"/>
            <a:chOff x="7914268" y="1016433"/>
            <a:chExt cx="3355340" cy="1565910"/>
          </a:xfrm>
        </p:grpSpPr>
        <p:sp>
          <p:nvSpPr>
            <p:cNvPr id="61" name="object 61" descr=""/>
            <p:cNvSpPr/>
            <p:nvPr/>
          </p:nvSpPr>
          <p:spPr>
            <a:xfrm>
              <a:off x="11264394" y="1016433"/>
              <a:ext cx="0" cy="977265"/>
            </a:xfrm>
            <a:custGeom>
              <a:avLst/>
              <a:gdLst/>
              <a:ahLst/>
              <a:cxnLst/>
              <a:rect l="l" t="t" r="r" b="b"/>
              <a:pathLst>
                <a:path w="0" h="977264">
                  <a:moveTo>
                    <a:pt x="0" y="0"/>
                  </a:moveTo>
                  <a:lnTo>
                    <a:pt x="0" y="977001"/>
                  </a:lnTo>
                </a:path>
              </a:pathLst>
            </a:custGeom>
            <a:ln w="9571">
              <a:solidFill>
                <a:srgbClr val="000000"/>
              </a:solidFill>
              <a:prstDash val="sysDashDot"/>
            </a:ln>
          </p:spPr>
          <p:txBody>
            <a:bodyPr wrap="square" lIns="0" tIns="0" rIns="0" bIns="0" rtlCol="0"/>
            <a:lstStyle/>
            <a:p/>
          </p:txBody>
        </p:sp>
        <p:sp>
          <p:nvSpPr>
            <p:cNvPr id="62" name="object 62" descr=""/>
            <p:cNvSpPr/>
            <p:nvPr/>
          </p:nvSpPr>
          <p:spPr>
            <a:xfrm>
              <a:off x="7914259" y="2521724"/>
              <a:ext cx="3350260" cy="60325"/>
            </a:xfrm>
            <a:custGeom>
              <a:avLst/>
              <a:gdLst/>
              <a:ahLst/>
              <a:cxnLst/>
              <a:rect l="l" t="t" r="r" b="b"/>
              <a:pathLst>
                <a:path w="3350259" h="60325">
                  <a:moveTo>
                    <a:pt x="1541056" y="22517"/>
                  </a:moveTo>
                  <a:lnTo>
                    <a:pt x="57429" y="22517"/>
                  </a:lnTo>
                  <a:lnTo>
                    <a:pt x="76581" y="0"/>
                  </a:lnTo>
                  <a:lnTo>
                    <a:pt x="0" y="30022"/>
                  </a:lnTo>
                  <a:lnTo>
                    <a:pt x="76581" y="60032"/>
                  </a:lnTo>
                  <a:lnTo>
                    <a:pt x="57429" y="37528"/>
                  </a:lnTo>
                  <a:lnTo>
                    <a:pt x="1541056" y="37528"/>
                  </a:lnTo>
                  <a:lnTo>
                    <a:pt x="1541056" y="22517"/>
                  </a:lnTo>
                  <a:close/>
                </a:path>
                <a:path w="3350259" h="60325">
                  <a:moveTo>
                    <a:pt x="3350133" y="30022"/>
                  </a:moveTo>
                  <a:lnTo>
                    <a:pt x="3330981" y="22517"/>
                  </a:lnTo>
                  <a:lnTo>
                    <a:pt x="3273552" y="0"/>
                  </a:lnTo>
                  <a:lnTo>
                    <a:pt x="3292691" y="22517"/>
                  </a:lnTo>
                  <a:lnTo>
                    <a:pt x="1809076" y="22517"/>
                  </a:lnTo>
                  <a:lnTo>
                    <a:pt x="1809076" y="37528"/>
                  </a:lnTo>
                  <a:lnTo>
                    <a:pt x="3292691" y="37528"/>
                  </a:lnTo>
                  <a:lnTo>
                    <a:pt x="3273552" y="60032"/>
                  </a:lnTo>
                  <a:lnTo>
                    <a:pt x="3330981" y="37528"/>
                  </a:lnTo>
                  <a:lnTo>
                    <a:pt x="3350133" y="30022"/>
                  </a:lnTo>
                  <a:close/>
                </a:path>
              </a:pathLst>
            </a:custGeom>
            <a:solidFill>
              <a:srgbClr val="993366"/>
            </a:solidFill>
          </p:spPr>
          <p:txBody>
            <a:bodyPr wrap="square" lIns="0" tIns="0" rIns="0" bIns="0" rtlCol="0"/>
            <a:lstStyle/>
            <a:p/>
          </p:txBody>
        </p:sp>
      </p:grpSp>
      <p:sp>
        <p:nvSpPr>
          <p:cNvPr id="63" name="object 63" descr=""/>
          <p:cNvSpPr txBox="1"/>
          <p:nvPr/>
        </p:nvSpPr>
        <p:spPr>
          <a:xfrm>
            <a:off x="9508732" y="2442620"/>
            <a:ext cx="196215" cy="189865"/>
          </a:xfrm>
          <a:prstGeom prst="rect">
            <a:avLst/>
          </a:prstGeom>
        </p:spPr>
        <p:txBody>
          <a:bodyPr wrap="square" lIns="0" tIns="15875" rIns="0" bIns="0" rtlCol="0" vert="horz">
            <a:spAutoFit/>
          </a:bodyPr>
          <a:lstStyle/>
          <a:p>
            <a:pPr marL="38100">
              <a:lnSpc>
                <a:spcPct val="100000"/>
              </a:lnSpc>
              <a:spcBef>
                <a:spcPts val="125"/>
              </a:spcBef>
            </a:pPr>
            <a:r>
              <a:rPr dirty="0" sz="1050" spc="-25" b="1">
                <a:solidFill>
                  <a:srgbClr val="333300"/>
                </a:solidFill>
                <a:latin typeface="Times New Roman"/>
                <a:cs typeface="Times New Roman"/>
              </a:rPr>
              <a:t>T</a:t>
            </a:r>
            <a:r>
              <a:rPr dirty="0" baseline="-7936" sz="1050" spc="-37" b="1">
                <a:solidFill>
                  <a:srgbClr val="333300"/>
                </a:solidFill>
                <a:latin typeface="Times New Roman"/>
                <a:cs typeface="Times New Roman"/>
              </a:rPr>
              <a:t>k</a:t>
            </a:r>
            <a:endParaRPr baseline="-7936" sz="105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994405" y="161289"/>
            <a:ext cx="4105275" cy="513715"/>
          </a:xfrm>
          <a:prstGeom prst="rect">
            <a:avLst/>
          </a:prstGeom>
        </p:spPr>
        <p:txBody>
          <a:bodyPr wrap="square" lIns="0" tIns="12700" rIns="0" bIns="0" rtlCol="0" vert="horz">
            <a:spAutoFit/>
          </a:bodyPr>
          <a:lstStyle/>
          <a:p>
            <a:pPr marL="12700">
              <a:lnSpc>
                <a:spcPct val="100000"/>
              </a:lnSpc>
              <a:spcBef>
                <a:spcPts val="100"/>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
        <p:nvSpPr>
          <p:cNvPr id="10" name="object 10" descr=""/>
          <p:cNvSpPr txBox="1"/>
          <p:nvPr/>
        </p:nvSpPr>
        <p:spPr>
          <a:xfrm>
            <a:off x="558190" y="863160"/>
            <a:ext cx="5379720" cy="1186815"/>
          </a:xfrm>
          <a:prstGeom prst="rect">
            <a:avLst/>
          </a:prstGeom>
        </p:spPr>
        <p:txBody>
          <a:bodyPr wrap="square" lIns="0" tIns="187325" rIns="0" bIns="0" rtlCol="0" vert="horz">
            <a:spAutoFit/>
          </a:bodyPr>
          <a:lstStyle/>
          <a:p>
            <a:pPr marL="12700">
              <a:lnSpc>
                <a:spcPct val="100000"/>
              </a:lnSpc>
              <a:spcBef>
                <a:spcPts val="1475"/>
              </a:spcBef>
            </a:pPr>
            <a:r>
              <a:rPr dirty="0" sz="2800" spc="-10">
                <a:solidFill>
                  <a:srgbClr val="FF0000"/>
                </a:solidFill>
                <a:latin typeface="Tahoma"/>
                <a:cs typeface="Tahoma"/>
              </a:rPr>
              <a:t>1</a:t>
            </a:r>
            <a:r>
              <a:rPr dirty="0" sz="2800" spc="-40">
                <a:solidFill>
                  <a:srgbClr val="FF0000"/>
                </a:solidFill>
                <a:latin typeface="黑体"/>
                <a:cs typeface="黑体"/>
              </a:rPr>
              <a:t>、各段时间均相等的流水线</a:t>
            </a:r>
            <a:endParaRPr sz="2800">
              <a:latin typeface="黑体"/>
              <a:cs typeface="黑体"/>
            </a:endParaRPr>
          </a:p>
          <a:p>
            <a:pPr marL="738505" indent="-457200">
              <a:lnSpc>
                <a:spcPct val="100000"/>
              </a:lnSpc>
              <a:spcBef>
                <a:spcPts val="1285"/>
              </a:spcBef>
              <a:buSzPct val="90384"/>
              <a:buFont typeface="Wingdings"/>
              <a:buChar char=""/>
              <a:tabLst>
                <a:tab pos="738505" algn="l"/>
              </a:tabLst>
            </a:pPr>
            <a:r>
              <a:rPr dirty="0" sz="2600" spc="-20">
                <a:solidFill>
                  <a:srgbClr val="40458B"/>
                </a:solidFill>
                <a:latin typeface="黑体"/>
                <a:cs typeface="黑体"/>
              </a:rPr>
              <a:t>最大吞吐率与实际吞吐率的关系</a:t>
            </a:r>
            <a:endParaRPr sz="2600">
              <a:latin typeface="黑体"/>
              <a:cs typeface="黑体"/>
            </a:endParaRPr>
          </a:p>
        </p:txBody>
      </p:sp>
      <p:grpSp>
        <p:nvGrpSpPr>
          <p:cNvPr id="11" name="object 11" descr=""/>
          <p:cNvGrpSpPr/>
          <p:nvPr/>
        </p:nvGrpSpPr>
        <p:grpSpPr>
          <a:xfrm>
            <a:off x="2782951" y="2230501"/>
            <a:ext cx="3253104" cy="1289050"/>
            <a:chOff x="2782951" y="2230501"/>
            <a:chExt cx="3253104" cy="1289050"/>
          </a:xfrm>
        </p:grpSpPr>
        <p:sp>
          <p:nvSpPr>
            <p:cNvPr id="12" name="object 12" descr=""/>
            <p:cNvSpPr/>
            <p:nvPr/>
          </p:nvSpPr>
          <p:spPr>
            <a:xfrm>
              <a:off x="2782951" y="2230501"/>
              <a:ext cx="3253104" cy="1289050"/>
            </a:xfrm>
            <a:custGeom>
              <a:avLst/>
              <a:gdLst/>
              <a:ahLst/>
              <a:cxnLst/>
              <a:rect l="l" t="t" r="r" b="b"/>
              <a:pathLst>
                <a:path w="3253104" h="1289050">
                  <a:moveTo>
                    <a:pt x="3252724" y="0"/>
                  </a:moveTo>
                  <a:lnTo>
                    <a:pt x="0" y="0"/>
                  </a:lnTo>
                  <a:lnTo>
                    <a:pt x="0" y="1289050"/>
                  </a:lnTo>
                  <a:lnTo>
                    <a:pt x="3252724" y="1289050"/>
                  </a:lnTo>
                  <a:lnTo>
                    <a:pt x="3252724" y="0"/>
                  </a:lnTo>
                  <a:close/>
                </a:path>
              </a:pathLst>
            </a:custGeom>
            <a:solidFill>
              <a:srgbClr val="D0D2EA"/>
            </a:solidFill>
          </p:spPr>
          <p:txBody>
            <a:bodyPr wrap="square" lIns="0" tIns="0" rIns="0" bIns="0" rtlCol="0"/>
            <a:lstStyle/>
            <a:p/>
          </p:txBody>
        </p:sp>
        <p:sp>
          <p:nvSpPr>
            <p:cNvPr id="13" name="object 13" descr=""/>
            <p:cNvSpPr/>
            <p:nvPr/>
          </p:nvSpPr>
          <p:spPr>
            <a:xfrm>
              <a:off x="3740672" y="2898328"/>
              <a:ext cx="1336040" cy="0"/>
            </a:xfrm>
            <a:custGeom>
              <a:avLst/>
              <a:gdLst/>
              <a:ahLst/>
              <a:cxnLst/>
              <a:rect l="l" t="t" r="r" b="b"/>
              <a:pathLst>
                <a:path w="1336039" h="0">
                  <a:moveTo>
                    <a:pt x="0" y="0"/>
                  </a:moveTo>
                  <a:lnTo>
                    <a:pt x="1335659" y="0"/>
                  </a:lnTo>
                </a:path>
              </a:pathLst>
            </a:custGeom>
            <a:ln w="24418">
              <a:solidFill>
                <a:srgbClr val="000000"/>
              </a:solidFill>
            </a:ln>
          </p:spPr>
          <p:txBody>
            <a:bodyPr wrap="square" lIns="0" tIns="0" rIns="0" bIns="0" rtlCol="0"/>
            <a:lstStyle/>
            <a:p/>
          </p:txBody>
        </p:sp>
      </p:grpSp>
      <p:sp>
        <p:nvSpPr>
          <p:cNvPr id="14" name="object 14" descr=""/>
          <p:cNvSpPr txBox="1"/>
          <p:nvPr/>
        </p:nvSpPr>
        <p:spPr>
          <a:xfrm>
            <a:off x="5543230" y="2849009"/>
            <a:ext cx="423545" cy="374650"/>
          </a:xfrm>
          <a:prstGeom prst="rect">
            <a:avLst/>
          </a:prstGeom>
        </p:spPr>
        <p:txBody>
          <a:bodyPr wrap="square" lIns="0" tIns="11430" rIns="0" bIns="0" rtlCol="0" vert="horz">
            <a:spAutoFit/>
          </a:bodyPr>
          <a:lstStyle/>
          <a:p>
            <a:pPr>
              <a:lnSpc>
                <a:spcPct val="100000"/>
              </a:lnSpc>
              <a:spcBef>
                <a:spcPts val="90"/>
              </a:spcBef>
            </a:pPr>
            <a:r>
              <a:rPr dirty="0" sz="2300" spc="-280">
                <a:latin typeface="Times New Roman"/>
                <a:cs typeface="Times New Roman"/>
              </a:rPr>
              <a:t>max</a:t>
            </a:r>
            <a:endParaRPr sz="2300">
              <a:latin typeface="Times New Roman"/>
              <a:cs typeface="Times New Roman"/>
            </a:endParaRPr>
          </a:p>
        </p:txBody>
      </p:sp>
      <p:sp>
        <p:nvSpPr>
          <p:cNvPr id="15" name="object 15" descr=""/>
          <p:cNvSpPr txBox="1"/>
          <p:nvPr/>
        </p:nvSpPr>
        <p:spPr>
          <a:xfrm>
            <a:off x="5121572" y="2507653"/>
            <a:ext cx="504825" cy="628650"/>
          </a:xfrm>
          <a:prstGeom prst="rect">
            <a:avLst/>
          </a:prstGeom>
        </p:spPr>
        <p:txBody>
          <a:bodyPr wrap="square" lIns="0" tIns="13335" rIns="0" bIns="0" rtlCol="0" vert="horz">
            <a:spAutoFit/>
          </a:bodyPr>
          <a:lstStyle/>
          <a:p>
            <a:pPr>
              <a:lnSpc>
                <a:spcPct val="100000"/>
              </a:lnSpc>
              <a:spcBef>
                <a:spcPts val="105"/>
              </a:spcBef>
            </a:pPr>
            <a:r>
              <a:rPr dirty="0" sz="3950" spc="-405" i="1">
                <a:latin typeface="Times New Roman"/>
                <a:cs typeface="Times New Roman"/>
              </a:rPr>
              <a:t>TP</a:t>
            </a:r>
            <a:endParaRPr sz="3950">
              <a:latin typeface="Times New Roman"/>
              <a:cs typeface="Times New Roman"/>
            </a:endParaRPr>
          </a:p>
        </p:txBody>
      </p:sp>
      <p:sp>
        <p:nvSpPr>
          <p:cNvPr id="16" name="object 16" descr=""/>
          <p:cNvSpPr txBox="1"/>
          <p:nvPr/>
        </p:nvSpPr>
        <p:spPr>
          <a:xfrm>
            <a:off x="2819719" y="2507653"/>
            <a:ext cx="835025" cy="628650"/>
          </a:xfrm>
          <a:prstGeom prst="rect">
            <a:avLst/>
          </a:prstGeom>
        </p:spPr>
        <p:txBody>
          <a:bodyPr wrap="square" lIns="0" tIns="13335" rIns="0" bIns="0" rtlCol="0" vert="horz">
            <a:spAutoFit/>
          </a:bodyPr>
          <a:lstStyle/>
          <a:p>
            <a:pPr>
              <a:lnSpc>
                <a:spcPct val="100000"/>
              </a:lnSpc>
              <a:spcBef>
                <a:spcPts val="105"/>
              </a:spcBef>
            </a:pPr>
            <a:r>
              <a:rPr dirty="0" sz="3950" spc="-380" i="1">
                <a:latin typeface="Times New Roman"/>
                <a:cs typeface="Times New Roman"/>
              </a:rPr>
              <a:t>TP</a:t>
            </a:r>
            <a:r>
              <a:rPr dirty="0" sz="3950" spc="-210" i="1">
                <a:latin typeface="Times New Roman"/>
                <a:cs typeface="Times New Roman"/>
              </a:rPr>
              <a:t> </a:t>
            </a:r>
            <a:r>
              <a:rPr dirty="0" sz="3950" spc="-409">
                <a:latin typeface="Symbol"/>
                <a:cs typeface="Symbol"/>
              </a:rPr>
              <a:t></a:t>
            </a:r>
            <a:endParaRPr sz="3950">
              <a:latin typeface="Symbol"/>
              <a:cs typeface="Symbol"/>
            </a:endParaRPr>
          </a:p>
        </p:txBody>
      </p:sp>
      <p:sp>
        <p:nvSpPr>
          <p:cNvPr id="17" name="object 17" descr=""/>
          <p:cNvSpPr txBox="1"/>
          <p:nvPr/>
        </p:nvSpPr>
        <p:spPr>
          <a:xfrm>
            <a:off x="3766321" y="2089313"/>
            <a:ext cx="1346200" cy="1438275"/>
          </a:xfrm>
          <a:prstGeom prst="rect">
            <a:avLst/>
          </a:prstGeom>
        </p:spPr>
        <p:txBody>
          <a:bodyPr wrap="square" lIns="0" tIns="116839" rIns="0" bIns="0" rtlCol="0" vert="horz">
            <a:spAutoFit/>
          </a:bodyPr>
          <a:lstStyle/>
          <a:p>
            <a:pPr algn="ctr" marR="43815">
              <a:lnSpc>
                <a:spcPct val="100000"/>
              </a:lnSpc>
              <a:spcBef>
                <a:spcPts val="919"/>
              </a:spcBef>
            </a:pPr>
            <a:r>
              <a:rPr dirty="0" sz="3950" spc="-370" i="1">
                <a:latin typeface="Times New Roman"/>
                <a:cs typeface="Times New Roman"/>
              </a:rPr>
              <a:t>n</a:t>
            </a:r>
            <a:endParaRPr sz="3950">
              <a:latin typeface="Times New Roman"/>
              <a:cs typeface="Times New Roman"/>
            </a:endParaRPr>
          </a:p>
          <a:p>
            <a:pPr algn="ctr" marR="5080">
              <a:lnSpc>
                <a:spcPct val="100000"/>
              </a:lnSpc>
              <a:spcBef>
                <a:spcPts val="819"/>
              </a:spcBef>
            </a:pPr>
            <a:r>
              <a:rPr dirty="0" sz="3950" spc="-280" i="1">
                <a:latin typeface="Times New Roman"/>
                <a:cs typeface="Times New Roman"/>
              </a:rPr>
              <a:t>k</a:t>
            </a:r>
            <a:r>
              <a:rPr dirty="0" sz="3950" spc="-215" i="1">
                <a:latin typeface="Times New Roman"/>
                <a:cs typeface="Times New Roman"/>
              </a:rPr>
              <a:t> </a:t>
            </a:r>
            <a:r>
              <a:rPr dirty="0" sz="3950" spc="-350">
                <a:latin typeface="Symbol"/>
                <a:cs typeface="Symbol"/>
              </a:rPr>
              <a:t></a:t>
            </a:r>
            <a:r>
              <a:rPr dirty="0" sz="3950" spc="-420">
                <a:latin typeface="Times New Roman"/>
                <a:cs typeface="Times New Roman"/>
              </a:rPr>
              <a:t> </a:t>
            </a:r>
            <a:r>
              <a:rPr dirty="0" sz="3950" spc="-320" i="1">
                <a:latin typeface="Times New Roman"/>
                <a:cs typeface="Times New Roman"/>
              </a:rPr>
              <a:t>n</a:t>
            </a:r>
            <a:r>
              <a:rPr dirty="0" sz="3950" spc="-455" i="1">
                <a:latin typeface="Times New Roman"/>
                <a:cs typeface="Times New Roman"/>
              </a:rPr>
              <a:t> </a:t>
            </a:r>
            <a:r>
              <a:rPr dirty="0" sz="3950" spc="-254">
                <a:latin typeface="Symbol"/>
                <a:cs typeface="Symbol"/>
              </a:rPr>
              <a:t></a:t>
            </a:r>
            <a:r>
              <a:rPr dirty="0" sz="3950" spc="-254">
                <a:latin typeface="Times New Roman"/>
                <a:cs typeface="Times New Roman"/>
              </a:rPr>
              <a:t>1</a:t>
            </a:r>
            <a:endParaRPr sz="3950">
              <a:latin typeface="Times New Roman"/>
              <a:cs typeface="Times New Roman"/>
            </a:endParaRPr>
          </a:p>
        </p:txBody>
      </p:sp>
      <p:sp>
        <p:nvSpPr>
          <p:cNvPr id="18" name="object 18" descr=""/>
          <p:cNvSpPr txBox="1"/>
          <p:nvPr/>
        </p:nvSpPr>
        <p:spPr>
          <a:xfrm>
            <a:off x="840739" y="3748785"/>
            <a:ext cx="11202035" cy="2303145"/>
          </a:xfrm>
          <a:prstGeom prst="rect">
            <a:avLst/>
          </a:prstGeom>
        </p:spPr>
        <p:txBody>
          <a:bodyPr wrap="square" lIns="0" tIns="12700" rIns="0" bIns="0" rtlCol="0" vert="horz">
            <a:spAutoFit/>
          </a:bodyPr>
          <a:lstStyle/>
          <a:p>
            <a:pPr marL="508000" marR="17780" indent="-457834">
              <a:lnSpc>
                <a:spcPct val="150000"/>
              </a:lnSpc>
              <a:spcBef>
                <a:spcPts val="100"/>
              </a:spcBef>
              <a:buClr>
                <a:srgbClr val="4668F5"/>
              </a:buClr>
              <a:buSzPct val="60416"/>
              <a:buFont typeface="Wingdings"/>
              <a:buChar char=""/>
              <a:tabLst>
                <a:tab pos="508000" algn="l"/>
              </a:tabLst>
            </a:pPr>
            <a:r>
              <a:rPr dirty="0" sz="2400" spc="-5">
                <a:latin typeface="黑体"/>
                <a:cs typeface="黑体"/>
              </a:rPr>
              <a:t>流水线的实际吞吐率小于最大吞吐率，它除了与每个段的时间有关外，还与流水</a:t>
            </a:r>
            <a:r>
              <a:rPr dirty="0" sz="2400">
                <a:latin typeface="黑体"/>
                <a:cs typeface="黑体"/>
              </a:rPr>
              <a:t>线的段数</a:t>
            </a:r>
            <a:r>
              <a:rPr dirty="0" sz="2400">
                <a:solidFill>
                  <a:srgbClr val="9933FF"/>
                </a:solidFill>
                <a:latin typeface="黑体"/>
                <a:cs typeface="黑体"/>
              </a:rPr>
              <a:t>k</a:t>
            </a:r>
            <a:r>
              <a:rPr dirty="0" sz="2400">
                <a:latin typeface="黑体"/>
                <a:cs typeface="黑体"/>
              </a:rPr>
              <a:t>以及输入到流水线中的任务数</a:t>
            </a:r>
            <a:r>
              <a:rPr dirty="0" sz="2400">
                <a:solidFill>
                  <a:srgbClr val="9933FF"/>
                </a:solidFill>
                <a:latin typeface="黑体"/>
                <a:cs typeface="黑体"/>
              </a:rPr>
              <a:t>n</a:t>
            </a:r>
            <a:r>
              <a:rPr dirty="0" sz="2400" spc="-15">
                <a:latin typeface="黑体"/>
                <a:cs typeface="黑体"/>
              </a:rPr>
              <a:t>等有关。</a:t>
            </a:r>
            <a:endParaRPr sz="2400">
              <a:latin typeface="黑体"/>
              <a:cs typeface="黑体"/>
            </a:endParaRPr>
          </a:p>
          <a:p>
            <a:pPr marL="508000" indent="-457200">
              <a:lnSpc>
                <a:spcPct val="100000"/>
              </a:lnSpc>
              <a:spcBef>
                <a:spcPts val="1800"/>
              </a:spcBef>
              <a:buClr>
                <a:srgbClr val="4668F5"/>
              </a:buClr>
              <a:buSzPct val="60416"/>
              <a:buFont typeface="Wingdings"/>
              <a:buChar char=""/>
              <a:tabLst>
                <a:tab pos="508000" algn="l"/>
              </a:tabLst>
            </a:pPr>
            <a:r>
              <a:rPr dirty="0" sz="2400">
                <a:latin typeface="黑体"/>
                <a:cs typeface="黑体"/>
              </a:rPr>
              <a:t>只有当</a:t>
            </a:r>
            <a:r>
              <a:rPr dirty="0" sz="2400">
                <a:solidFill>
                  <a:srgbClr val="D50092"/>
                </a:solidFill>
                <a:latin typeface="黑体"/>
                <a:cs typeface="黑体"/>
              </a:rPr>
              <a:t>n&gt;&gt;k</a:t>
            </a:r>
            <a:r>
              <a:rPr dirty="0" sz="2400">
                <a:latin typeface="黑体"/>
                <a:cs typeface="黑体"/>
              </a:rPr>
              <a:t>时，才有</a:t>
            </a:r>
            <a:r>
              <a:rPr dirty="0" sz="2400" spc="-10">
                <a:solidFill>
                  <a:srgbClr val="D50092"/>
                </a:solidFill>
                <a:latin typeface="黑体"/>
                <a:cs typeface="黑体"/>
              </a:rPr>
              <a:t>TP≈TP</a:t>
            </a:r>
            <a:r>
              <a:rPr dirty="0" baseline="-20833" sz="2400" spc="-15">
                <a:solidFill>
                  <a:srgbClr val="D50092"/>
                </a:solidFill>
                <a:latin typeface="黑体"/>
                <a:cs typeface="黑体"/>
              </a:rPr>
              <a:t>max</a:t>
            </a:r>
            <a:r>
              <a:rPr dirty="0" sz="2400" spc="-50">
                <a:solidFill>
                  <a:srgbClr val="D50092"/>
                </a:solidFill>
                <a:latin typeface="黑体"/>
                <a:cs typeface="黑体"/>
              </a:rPr>
              <a:t>。</a:t>
            </a:r>
            <a:endParaRPr sz="2400">
              <a:latin typeface="黑体"/>
              <a:cs typeface="黑体"/>
            </a:endParaRPr>
          </a:p>
          <a:p>
            <a:pPr marL="508000" indent="-457200">
              <a:lnSpc>
                <a:spcPct val="100000"/>
              </a:lnSpc>
              <a:spcBef>
                <a:spcPts val="1730"/>
              </a:spcBef>
              <a:buClr>
                <a:srgbClr val="4668F5"/>
              </a:buClr>
              <a:buSzPct val="60416"/>
              <a:buFont typeface="Wingdings"/>
              <a:buChar char=""/>
              <a:tabLst>
                <a:tab pos="508000" algn="l"/>
              </a:tabLst>
            </a:pPr>
            <a:r>
              <a:rPr dirty="0" sz="2400" spc="-5">
                <a:solidFill>
                  <a:srgbClr val="001F5F"/>
                </a:solidFill>
                <a:latin typeface="黑体"/>
                <a:cs typeface="黑体"/>
              </a:rPr>
              <a:t>流水线的实际吞吐率是一种动态的变化。</a:t>
            </a:r>
            <a:endParaRPr sz="2400">
              <a:latin typeface="黑体"/>
              <a:cs typeface="黑体"/>
            </a:endParaRPr>
          </a:p>
        </p:txBody>
      </p:sp>
      <p:grpSp>
        <p:nvGrpSpPr>
          <p:cNvPr id="19" name="object 19" descr=""/>
          <p:cNvGrpSpPr/>
          <p:nvPr/>
        </p:nvGrpSpPr>
        <p:grpSpPr>
          <a:xfrm>
            <a:off x="7751826" y="2187575"/>
            <a:ext cx="4208780" cy="1016000"/>
            <a:chOff x="7751826" y="2187575"/>
            <a:chExt cx="4208780" cy="1016000"/>
          </a:xfrm>
        </p:grpSpPr>
        <p:sp>
          <p:nvSpPr>
            <p:cNvPr id="20" name="object 20" descr=""/>
            <p:cNvSpPr/>
            <p:nvPr/>
          </p:nvSpPr>
          <p:spPr>
            <a:xfrm>
              <a:off x="7751826" y="2187575"/>
              <a:ext cx="4208780" cy="1016000"/>
            </a:xfrm>
            <a:custGeom>
              <a:avLst/>
              <a:gdLst/>
              <a:ahLst/>
              <a:cxnLst/>
              <a:rect l="l" t="t" r="r" b="b"/>
              <a:pathLst>
                <a:path w="4208780" h="1016000">
                  <a:moveTo>
                    <a:pt x="4208399" y="0"/>
                  </a:moveTo>
                  <a:lnTo>
                    <a:pt x="0" y="0"/>
                  </a:lnTo>
                  <a:lnTo>
                    <a:pt x="0" y="1016000"/>
                  </a:lnTo>
                  <a:lnTo>
                    <a:pt x="4208399" y="1016000"/>
                  </a:lnTo>
                  <a:lnTo>
                    <a:pt x="4208399" y="0"/>
                  </a:lnTo>
                  <a:close/>
                </a:path>
              </a:pathLst>
            </a:custGeom>
            <a:solidFill>
              <a:srgbClr val="FFACFF"/>
            </a:solidFill>
          </p:spPr>
          <p:txBody>
            <a:bodyPr wrap="square" lIns="0" tIns="0" rIns="0" bIns="0" rtlCol="0"/>
            <a:lstStyle/>
            <a:p/>
          </p:txBody>
        </p:sp>
        <p:sp>
          <p:nvSpPr>
            <p:cNvPr id="21" name="object 21" descr=""/>
            <p:cNvSpPr/>
            <p:nvPr/>
          </p:nvSpPr>
          <p:spPr>
            <a:xfrm>
              <a:off x="9397644" y="2651487"/>
              <a:ext cx="2499360" cy="0"/>
            </a:xfrm>
            <a:custGeom>
              <a:avLst/>
              <a:gdLst/>
              <a:ahLst/>
              <a:cxnLst/>
              <a:rect l="l" t="t" r="r" b="b"/>
              <a:pathLst>
                <a:path w="2499359" h="0">
                  <a:moveTo>
                    <a:pt x="0" y="0"/>
                  </a:moveTo>
                  <a:lnTo>
                    <a:pt x="1764191" y="0"/>
                  </a:lnTo>
                </a:path>
                <a:path w="2499359" h="0">
                  <a:moveTo>
                    <a:pt x="2134216" y="0"/>
                  </a:moveTo>
                  <a:lnTo>
                    <a:pt x="2498740" y="0"/>
                  </a:lnTo>
                </a:path>
              </a:pathLst>
            </a:custGeom>
            <a:ln w="17177">
              <a:solidFill>
                <a:srgbClr val="000000"/>
              </a:solidFill>
            </a:ln>
          </p:spPr>
          <p:txBody>
            <a:bodyPr wrap="square" lIns="0" tIns="0" rIns="0" bIns="0" rtlCol="0"/>
            <a:lstStyle/>
            <a:p/>
          </p:txBody>
        </p:sp>
      </p:grpSp>
      <p:sp>
        <p:nvSpPr>
          <p:cNvPr id="22" name="object 22" descr=""/>
          <p:cNvSpPr txBox="1"/>
          <p:nvPr/>
        </p:nvSpPr>
        <p:spPr>
          <a:xfrm>
            <a:off x="8136114" y="2613064"/>
            <a:ext cx="356235" cy="268605"/>
          </a:xfrm>
          <a:prstGeom prst="rect">
            <a:avLst/>
          </a:prstGeom>
        </p:spPr>
        <p:txBody>
          <a:bodyPr wrap="square" lIns="0" tIns="11430" rIns="0" bIns="0" rtlCol="0" vert="horz">
            <a:spAutoFit/>
          </a:bodyPr>
          <a:lstStyle/>
          <a:p>
            <a:pPr>
              <a:lnSpc>
                <a:spcPct val="100000"/>
              </a:lnSpc>
              <a:spcBef>
                <a:spcPts val="90"/>
              </a:spcBef>
            </a:pPr>
            <a:r>
              <a:rPr dirty="0" sz="1600" spc="-25">
                <a:latin typeface="Times New Roman"/>
                <a:cs typeface="Times New Roman"/>
              </a:rPr>
              <a:t>max</a:t>
            </a:r>
            <a:endParaRPr sz="1600">
              <a:latin typeface="Times New Roman"/>
              <a:cs typeface="Times New Roman"/>
            </a:endParaRPr>
          </a:p>
        </p:txBody>
      </p:sp>
      <p:sp>
        <p:nvSpPr>
          <p:cNvPr id="23" name="object 23" descr=""/>
          <p:cNvSpPr txBox="1"/>
          <p:nvPr/>
        </p:nvSpPr>
        <p:spPr>
          <a:xfrm>
            <a:off x="10195166" y="2157148"/>
            <a:ext cx="188595" cy="445134"/>
          </a:xfrm>
          <a:prstGeom prst="rect">
            <a:avLst/>
          </a:prstGeom>
        </p:spPr>
        <p:txBody>
          <a:bodyPr wrap="square" lIns="0" tIns="12700" rIns="0" bIns="0" rtlCol="0" vert="horz">
            <a:spAutoFit/>
          </a:bodyPr>
          <a:lstStyle/>
          <a:p>
            <a:pPr>
              <a:lnSpc>
                <a:spcPct val="100000"/>
              </a:lnSpc>
              <a:spcBef>
                <a:spcPts val="100"/>
              </a:spcBef>
            </a:pPr>
            <a:r>
              <a:rPr dirty="0" sz="2750" spc="-50" i="1">
                <a:latin typeface="Times New Roman"/>
                <a:cs typeface="Times New Roman"/>
              </a:rPr>
              <a:t>n</a:t>
            </a:r>
            <a:endParaRPr sz="2750">
              <a:latin typeface="Times New Roman"/>
              <a:cs typeface="Times New Roman"/>
            </a:endParaRPr>
          </a:p>
        </p:txBody>
      </p:sp>
      <p:sp>
        <p:nvSpPr>
          <p:cNvPr id="24" name="object 24" descr=""/>
          <p:cNvSpPr txBox="1"/>
          <p:nvPr/>
        </p:nvSpPr>
        <p:spPr>
          <a:xfrm>
            <a:off x="7782537" y="2376282"/>
            <a:ext cx="1568450" cy="445134"/>
          </a:xfrm>
          <a:prstGeom prst="rect">
            <a:avLst/>
          </a:prstGeom>
        </p:spPr>
        <p:txBody>
          <a:bodyPr wrap="square" lIns="0" tIns="12700" rIns="0" bIns="0" rtlCol="0" vert="horz">
            <a:spAutoFit/>
          </a:bodyPr>
          <a:lstStyle/>
          <a:p>
            <a:pPr>
              <a:lnSpc>
                <a:spcPct val="100000"/>
              </a:lnSpc>
              <a:spcBef>
                <a:spcPts val="100"/>
              </a:spcBef>
              <a:tabLst>
                <a:tab pos="821055" algn="l"/>
              </a:tabLst>
            </a:pPr>
            <a:r>
              <a:rPr dirty="0" sz="2750" spc="-25" i="1">
                <a:latin typeface="Times New Roman"/>
                <a:cs typeface="Times New Roman"/>
              </a:rPr>
              <a:t>TP</a:t>
            </a:r>
            <a:r>
              <a:rPr dirty="0" sz="2750" i="1">
                <a:latin typeface="Times New Roman"/>
                <a:cs typeface="Times New Roman"/>
              </a:rPr>
              <a:t>	</a:t>
            </a:r>
            <a:r>
              <a:rPr dirty="0" sz="2750">
                <a:latin typeface="Symbol"/>
                <a:cs typeface="Symbol"/>
              </a:rPr>
              <a:t></a:t>
            </a:r>
            <a:r>
              <a:rPr dirty="0" sz="2750" spc="-70">
                <a:latin typeface="Times New Roman"/>
                <a:cs typeface="Times New Roman"/>
              </a:rPr>
              <a:t> </a:t>
            </a:r>
            <a:r>
              <a:rPr dirty="0" sz="2750" spc="-25">
                <a:latin typeface="Times New Roman"/>
                <a:cs typeface="Times New Roman"/>
              </a:rPr>
              <a:t>lim</a:t>
            </a:r>
            <a:endParaRPr sz="2750">
              <a:latin typeface="Times New Roman"/>
              <a:cs typeface="Times New Roman"/>
            </a:endParaRPr>
          </a:p>
        </p:txBody>
      </p:sp>
      <p:sp>
        <p:nvSpPr>
          <p:cNvPr id="25" name="object 25" descr=""/>
          <p:cNvSpPr txBox="1"/>
          <p:nvPr/>
        </p:nvSpPr>
        <p:spPr>
          <a:xfrm>
            <a:off x="11229001" y="2157148"/>
            <a:ext cx="612140" cy="445134"/>
          </a:xfrm>
          <a:prstGeom prst="rect">
            <a:avLst/>
          </a:prstGeom>
        </p:spPr>
        <p:txBody>
          <a:bodyPr wrap="square" lIns="0" tIns="12700" rIns="0" bIns="0" rtlCol="0" vert="horz">
            <a:spAutoFit/>
          </a:bodyPr>
          <a:lstStyle/>
          <a:p>
            <a:pPr marL="25400">
              <a:lnSpc>
                <a:spcPct val="100000"/>
              </a:lnSpc>
              <a:spcBef>
                <a:spcPts val="100"/>
              </a:spcBef>
              <a:tabLst>
                <a:tab pos="398145" algn="l"/>
              </a:tabLst>
            </a:pPr>
            <a:r>
              <a:rPr dirty="0" baseline="-35353" sz="4125" spc="-75">
                <a:latin typeface="Symbol"/>
                <a:cs typeface="Symbol"/>
              </a:rPr>
              <a:t></a:t>
            </a:r>
            <a:r>
              <a:rPr dirty="0" baseline="-35353" sz="4125">
                <a:latin typeface="Times New Roman"/>
                <a:cs typeface="Times New Roman"/>
              </a:rPr>
              <a:t>	</a:t>
            </a:r>
            <a:r>
              <a:rPr dirty="0" sz="2750" spc="-50">
                <a:latin typeface="Times New Roman"/>
                <a:cs typeface="Times New Roman"/>
              </a:rPr>
              <a:t>1</a:t>
            </a:r>
            <a:endParaRPr sz="2750">
              <a:latin typeface="Times New Roman"/>
              <a:cs typeface="Times New Roman"/>
            </a:endParaRPr>
          </a:p>
        </p:txBody>
      </p:sp>
      <p:sp>
        <p:nvSpPr>
          <p:cNvPr id="26" name="object 26" descr=""/>
          <p:cNvSpPr txBox="1"/>
          <p:nvPr/>
        </p:nvSpPr>
        <p:spPr>
          <a:xfrm>
            <a:off x="8840293" y="2539477"/>
            <a:ext cx="3060700" cy="575310"/>
          </a:xfrm>
          <a:prstGeom prst="rect">
            <a:avLst/>
          </a:prstGeom>
        </p:spPr>
        <p:txBody>
          <a:bodyPr wrap="square" lIns="0" tIns="13335" rIns="0" bIns="0" rtlCol="0" vert="horz">
            <a:spAutoFit/>
          </a:bodyPr>
          <a:lstStyle/>
          <a:p>
            <a:pPr marL="38100">
              <a:lnSpc>
                <a:spcPct val="100000"/>
              </a:lnSpc>
              <a:spcBef>
                <a:spcPts val="105"/>
              </a:spcBef>
              <a:tabLst>
                <a:tab pos="2712085" algn="l"/>
              </a:tabLst>
            </a:pPr>
            <a:r>
              <a:rPr dirty="0" baseline="19097" sz="2400" i="1">
                <a:latin typeface="Times New Roman"/>
                <a:cs typeface="Times New Roman"/>
              </a:rPr>
              <a:t>n</a:t>
            </a:r>
            <a:r>
              <a:rPr dirty="0" baseline="19097" sz="2400">
                <a:latin typeface="Symbol"/>
                <a:cs typeface="Symbol"/>
              </a:rPr>
              <a:t></a:t>
            </a:r>
            <a:r>
              <a:rPr dirty="0" baseline="19097" sz="2400" spc="217">
                <a:latin typeface="Times New Roman"/>
                <a:cs typeface="Times New Roman"/>
              </a:rPr>
              <a:t> </a:t>
            </a:r>
            <a:r>
              <a:rPr dirty="0" baseline="-3086" sz="5400">
                <a:latin typeface="Symbol"/>
                <a:cs typeface="Symbol"/>
              </a:rPr>
              <a:t></a:t>
            </a:r>
            <a:r>
              <a:rPr dirty="0" sz="2750" i="1">
                <a:latin typeface="Times New Roman"/>
                <a:cs typeface="Times New Roman"/>
              </a:rPr>
              <a:t>k</a:t>
            </a:r>
            <a:r>
              <a:rPr dirty="0" sz="2750" spc="-25" i="1">
                <a:latin typeface="Times New Roman"/>
                <a:cs typeface="Times New Roman"/>
              </a:rPr>
              <a:t> </a:t>
            </a:r>
            <a:r>
              <a:rPr dirty="0" sz="2750">
                <a:latin typeface="Symbol"/>
                <a:cs typeface="Symbol"/>
              </a:rPr>
              <a:t></a:t>
            </a:r>
            <a:r>
              <a:rPr dirty="0" sz="2750" spc="-190">
                <a:latin typeface="Times New Roman"/>
                <a:cs typeface="Times New Roman"/>
              </a:rPr>
              <a:t> </a:t>
            </a:r>
            <a:r>
              <a:rPr dirty="0" sz="2750" i="1">
                <a:latin typeface="Times New Roman"/>
                <a:cs typeface="Times New Roman"/>
              </a:rPr>
              <a:t>n</a:t>
            </a:r>
            <a:r>
              <a:rPr dirty="0" sz="2750" spc="-225" i="1">
                <a:latin typeface="Times New Roman"/>
                <a:cs typeface="Times New Roman"/>
              </a:rPr>
              <a:t> </a:t>
            </a:r>
            <a:r>
              <a:rPr dirty="0" sz="2750" spc="-75">
                <a:latin typeface="Symbol"/>
                <a:cs typeface="Symbol"/>
              </a:rPr>
              <a:t></a:t>
            </a:r>
            <a:r>
              <a:rPr dirty="0" sz="2750" spc="-75">
                <a:latin typeface="Times New Roman"/>
                <a:cs typeface="Times New Roman"/>
              </a:rPr>
              <a:t>1</a:t>
            </a:r>
            <a:r>
              <a:rPr dirty="0" baseline="-3086" sz="5400" spc="-112">
                <a:latin typeface="Symbol"/>
                <a:cs typeface="Symbol"/>
              </a:rPr>
              <a:t></a:t>
            </a:r>
            <a:r>
              <a:rPr dirty="0" baseline="-3086" sz="5400" spc="-839">
                <a:latin typeface="Times New Roman"/>
                <a:cs typeface="Times New Roman"/>
              </a:rPr>
              <a:t> </a:t>
            </a:r>
            <a:r>
              <a:rPr dirty="0" sz="2750" spc="-25">
                <a:latin typeface="Symbol"/>
                <a:cs typeface="Symbol"/>
              </a:rPr>
              <a:t></a:t>
            </a:r>
            <a:r>
              <a:rPr dirty="0" sz="2750" spc="-25" i="1">
                <a:latin typeface="Times New Roman"/>
                <a:cs typeface="Times New Roman"/>
              </a:rPr>
              <a:t>t</a:t>
            </a:r>
            <a:r>
              <a:rPr dirty="0" sz="2750" i="1">
                <a:latin typeface="Times New Roman"/>
                <a:cs typeface="Times New Roman"/>
              </a:rPr>
              <a:t>	</a:t>
            </a:r>
            <a:r>
              <a:rPr dirty="0" sz="2750" spc="-25">
                <a:latin typeface="Symbol"/>
                <a:cs typeface="Symbol"/>
              </a:rPr>
              <a:t></a:t>
            </a:r>
            <a:r>
              <a:rPr dirty="0" sz="2750" spc="-25" i="1">
                <a:latin typeface="Times New Roman"/>
                <a:cs typeface="Times New Roman"/>
              </a:rPr>
              <a:t>t</a:t>
            </a:r>
            <a:endParaRPr sz="2750">
              <a:latin typeface="Times New Roman"/>
              <a:cs typeface="Times New Roman"/>
            </a:endParaRPr>
          </a:p>
        </p:txBody>
      </p:sp>
      <p:grpSp>
        <p:nvGrpSpPr>
          <p:cNvPr id="27" name="object 27" descr=""/>
          <p:cNvGrpSpPr/>
          <p:nvPr/>
        </p:nvGrpSpPr>
        <p:grpSpPr>
          <a:xfrm>
            <a:off x="6451663" y="2776537"/>
            <a:ext cx="728980" cy="297180"/>
            <a:chOff x="6451663" y="2776537"/>
            <a:chExt cx="728980" cy="297180"/>
          </a:xfrm>
        </p:grpSpPr>
        <p:sp>
          <p:nvSpPr>
            <p:cNvPr id="28" name="object 28" descr=""/>
            <p:cNvSpPr/>
            <p:nvPr/>
          </p:nvSpPr>
          <p:spPr>
            <a:xfrm>
              <a:off x="6456426" y="2781300"/>
              <a:ext cx="719455" cy="287655"/>
            </a:xfrm>
            <a:custGeom>
              <a:avLst/>
              <a:gdLst/>
              <a:ahLst/>
              <a:cxnLst/>
              <a:rect l="l" t="t" r="r" b="b"/>
              <a:pathLst>
                <a:path w="719454" h="287655">
                  <a:moveTo>
                    <a:pt x="143764" y="0"/>
                  </a:moveTo>
                  <a:lnTo>
                    <a:pt x="0" y="143637"/>
                  </a:lnTo>
                  <a:lnTo>
                    <a:pt x="143764" y="287400"/>
                  </a:lnTo>
                  <a:lnTo>
                    <a:pt x="143764" y="215519"/>
                  </a:lnTo>
                  <a:lnTo>
                    <a:pt x="719074" y="215519"/>
                  </a:lnTo>
                  <a:lnTo>
                    <a:pt x="719074" y="71882"/>
                  </a:lnTo>
                  <a:lnTo>
                    <a:pt x="143764" y="71882"/>
                  </a:lnTo>
                  <a:lnTo>
                    <a:pt x="143764" y="0"/>
                  </a:lnTo>
                  <a:close/>
                </a:path>
              </a:pathLst>
            </a:custGeom>
            <a:solidFill>
              <a:srgbClr val="EBD782"/>
            </a:solidFill>
          </p:spPr>
          <p:txBody>
            <a:bodyPr wrap="square" lIns="0" tIns="0" rIns="0" bIns="0" rtlCol="0"/>
            <a:lstStyle/>
            <a:p/>
          </p:txBody>
        </p:sp>
        <p:sp>
          <p:nvSpPr>
            <p:cNvPr id="29" name="object 29" descr=""/>
            <p:cNvSpPr/>
            <p:nvPr/>
          </p:nvSpPr>
          <p:spPr>
            <a:xfrm>
              <a:off x="6456426" y="2781300"/>
              <a:ext cx="719455" cy="287655"/>
            </a:xfrm>
            <a:custGeom>
              <a:avLst/>
              <a:gdLst/>
              <a:ahLst/>
              <a:cxnLst/>
              <a:rect l="l" t="t" r="r" b="b"/>
              <a:pathLst>
                <a:path w="719454" h="287655">
                  <a:moveTo>
                    <a:pt x="0" y="143637"/>
                  </a:moveTo>
                  <a:lnTo>
                    <a:pt x="143764" y="0"/>
                  </a:lnTo>
                  <a:lnTo>
                    <a:pt x="143764" y="71882"/>
                  </a:lnTo>
                  <a:lnTo>
                    <a:pt x="719074" y="71882"/>
                  </a:lnTo>
                  <a:lnTo>
                    <a:pt x="719074" y="215519"/>
                  </a:lnTo>
                  <a:lnTo>
                    <a:pt x="143764" y="215519"/>
                  </a:lnTo>
                  <a:lnTo>
                    <a:pt x="143764" y="287400"/>
                  </a:lnTo>
                  <a:lnTo>
                    <a:pt x="0" y="143637"/>
                  </a:lnTo>
                  <a:close/>
                </a:path>
              </a:pathLst>
            </a:custGeom>
            <a:ln w="9525">
              <a:solidFill>
                <a:srgbClr val="40458B"/>
              </a:solidFill>
            </a:ln>
          </p:spPr>
          <p:txBody>
            <a:bodyPr wrap="square" lIns="0" tIns="0" rIns="0" bIns="0" rtlCol="0"/>
            <a:lstStyle/>
            <a:p/>
          </p:txBody>
        </p:sp>
      </p:grpSp>
      <p:sp>
        <p:nvSpPr>
          <p:cNvPr id="30" name="object 30"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38932"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413715" y="834889"/>
            <a:ext cx="10256520" cy="4583430"/>
          </a:xfrm>
          <a:prstGeom prst="rect">
            <a:avLst/>
          </a:prstGeom>
        </p:spPr>
        <p:txBody>
          <a:bodyPr wrap="square" lIns="0" tIns="257810" rIns="0" bIns="0" rtlCol="0" vert="horz">
            <a:spAutoFit/>
          </a:bodyPr>
          <a:lstStyle/>
          <a:p>
            <a:pPr marL="468630" indent="-455930">
              <a:lnSpc>
                <a:spcPct val="100000"/>
              </a:lnSpc>
              <a:spcBef>
                <a:spcPts val="2030"/>
              </a:spcBef>
              <a:buClr>
                <a:srgbClr val="40458B"/>
              </a:buClr>
              <a:buFont typeface="Tahoma"/>
              <a:buAutoNum type="arabicPeriod" startAt="2"/>
              <a:tabLst>
                <a:tab pos="468630" algn="l"/>
              </a:tabLst>
            </a:pPr>
            <a:r>
              <a:rPr dirty="0" sz="3000">
                <a:solidFill>
                  <a:srgbClr val="E14B04"/>
                </a:solidFill>
                <a:latin typeface="黑体"/>
                <a:cs typeface="黑体"/>
              </a:rPr>
              <a:t>各段时间</a:t>
            </a:r>
            <a:r>
              <a:rPr dirty="0" u="sng" sz="3000">
                <a:solidFill>
                  <a:srgbClr val="FF5CFF"/>
                </a:solidFill>
                <a:uFill>
                  <a:solidFill>
                    <a:srgbClr val="FF5CFF"/>
                  </a:solidFill>
                </a:uFill>
                <a:latin typeface="黑体"/>
                <a:cs typeface="黑体"/>
              </a:rPr>
              <a:t>不完全相等</a:t>
            </a:r>
            <a:r>
              <a:rPr dirty="0" u="none" sz="3000" spc="-15">
                <a:solidFill>
                  <a:srgbClr val="E14B04"/>
                </a:solidFill>
                <a:latin typeface="黑体"/>
                <a:cs typeface="黑体"/>
              </a:rPr>
              <a:t>的流水线</a:t>
            </a:r>
            <a:endParaRPr sz="3000">
              <a:latin typeface="黑体"/>
              <a:cs typeface="黑体"/>
            </a:endParaRPr>
          </a:p>
          <a:p>
            <a:pPr lvl="1" marL="1099185" indent="-457200">
              <a:lnSpc>
                <a:spcPct val="100000"/>
              </a:lnSpc>
              <a:spcBef>
                <a:spcPts val="1545"/>
              </a:spcBef>
              <a:buSzPct val="89583"/>
              <a:buFont typeface="Wingdings"/>
              <a:buChar char=""/>
              <a:tabLst>
                <a:tab pos="1099185" algn="l"/>
              </a:tabLst>
            </a:pPr>
            <a:r>
              <a:rPr dirty="0" sz="2400" spc="-15">
                <a:solidFill>
                  <a:srgbClr val="40458B"/>
                </a:solidFill>
                <a:latin typeface="黑体"/>
                <a:cs typeface="黑体"/>
              </a:rPr>
              <a:t>各段时间不等的流水线及其时空图</a:t>
            </a:r>
            <a:endParaRPr sz="2400">
              <a:latin typeface="黑体"/>
              <a:cs typeface="黑体"/>
            </a:endParaRPr>
          </a:p>
          <a:p>
            <a:pPr lvl="1" marL="641985" marR="5080" indent="457200">
              <a:lnSpc>
                <a:spcPct val="150000"/>
              </a:lnSpc>
              <a:spcBef>
                <a:spcPts val="5"/>
              </a:spcBef>
              <a:buSzPct val="89583"/>
              <a:buFont typeface="Wingdings"/>
              <a:buChar char=""/>
              <a:tabLst>
                <a:tab pos="1099185" algn="l"/>
              </a:tabLst>
            </a:pPr>
            <a:r>
              <a:rPr dirty="0" sz="2400" spc="-5">
                <a:solidFill>
                  <a:srgbClr val="40458B"/>
                </a:solidFill>
                <a:latin typeface="黑体"/>
                <a:cs typeface="黑体"/>
              </a:rPr>
              <a:t>流水线中各段的时间应尽可能相等，否则将引起流水线堵塞、断流。</a:t>
            </a:r>
            <a:r>
              <a:rPr dirty="0" sz="2400">
                <a:solidFill>
                  <a:srgbClr val="40458B"/>
                </a:solidFill>
                <a:latin typeface="黑体"/>
                <a:cs typeface="黑体"/>
              </a:rPr>
              <a:t>举例</a:t>
            </a:r>
            <a:r>
              <a:rPr dirty="0" sz="2400" spc="-50">
                <a:solidFill>
                  <a:srgbClr val="40458B"/>
                </a:solidFill>
                <a:latin typeface="Tahoma"/>
                <a:cs typeface="Tahoma"/>
              </a:rPr>
              <a:t>1</a:t>
            </a:r>
            <a:endParaRPr sz="2400">
              <a:latin typeface="Tahoma"/>
              <a:cs typeface="Tahoma"/>
            </a:endParaRPr>
          </a:p>
          <a:p>
            <a:pPr lvl="2" marL="1021715" indent="-288290">
              <a:lnSpc>
                <a:spcPct val="100000"/>
              </a:lnSpc>
              <a:spcBef>
                <a:spcPts val="1440"/>
              </a:spcBef>
              <a:buClr>
                <a:srgbClr val="4668F5"/>
              </a:buClr>
              <a:buSzPct val="60416"/>
              <a:buFont typeface="Wingdings"/>
              <a:buChar char=""/>
              <a:tabLst>
                <a:tab pos="1021715" algn="l"/>
              </a:tabLst>
            </a:pPr>
            <a:r>
              <a:rPr dirty="0" sz="2400" spc="-20" b="1">
                <a:solidFill>
                  <a:srgbClr val="00AFEF"/>
                </a:solidFill>
                <a:latin typeface="黑体"/>
                <a:cs typeface="黑体"/>
              </a:rPr>
              <a:t>一条</a:t>
            </a:r>
            <a:r>
              <a:rPr dirty="0" sz="2400" spc="-20" b="1">
                <a:solidFill>
                  <a:srgbClr val="9933FF"/>
                </a:solidFill>
                <a:latin typeface="宋体"/>
                <a:cs typeface="宋体"/>
              </a:rPr>
              <a:t>4</a:t>
            </a:r>
            <a:r>
              <a:rPr dirty="0" sz="2400" spc="-30" b="1">
                <a:solidFill>
                  <a:srgbClr val="00AFEF"/>
                </a:solidFill>
                <a:latin typeface="黑体"/>
                <a:cs typeface="黑体"/>
              </a:rPr>
              <a:t>段的流水线</a:t>
            </a:r>
            <a:endParaRPr sz="2400">
              <a:latin typeface="黑体"/>
              <a:cs typeface="黑体"/>
            </a:endParaRPr>
          </a:p>
          <a:p>
            <a:pPr lvl="2" marL="1021715" indent="-288290">
              <a:lnSpc>
                <a:spcPct val="100000"/>
              </a:lnSpc>
              <a:spcBef>
                <a:spcPts val="1440"/>
              </a:spcBef>
              <a:buClr>
                <a:srgbClr val="4668F5"/>
              </a:buClr>
              <a:buSzPct val="60416"/>
              <a:buFont typeface="Wingdings"/>
              <a:buChar char=""/>
              <a:tabLst>
                <a:tab pos="1021715" algn="l"/>
              </a:tabLst>
            </a:pPr>
            <a:r>
              <a:rPr dirty="0" sz="2400" spc="-20" b="1">
                <a:solidFill>
                  <a:srgbClr val="9933FF"/>
                </a:solidFill>
                <a:latin typeface="宋体"/>
                <a:cs typeface="宋体"/>
              </a:rPr>
              <a:t>S1</a:t>
            </a:r>
            <a:r>
              <a:rPr dirty="0" sz="2400" spc="-20" b="1">
                <a:solidFill>
                  <a:srgbClr val="9933FF"/>
                </a:solidFill>
                <a:latin typeface="黑体"/>
                <a:cs typeface="黑体"/>
              </a:rPr>
              <a:t>，</a:t>
            </a:r>
            <a:r>
              <a:rPr dirty="0" sz="2400" spc="-20" b="1">
                <a:solidFill>
                  <a:srgbClr val="9933FF"/>
                </a:solidFill>
                <a:latin typeface="宋体"/>
                <a:cs typeface="宋体"/>
              </a:rPr>
              <a:t>S3</a:t>
            </a:r>
            <a:r>
              <a:rPr dirty="0" sz="2400" spc="-20" b="1">
                <a:solidFill>
                  <a:srgbClr val="9933FF"/>
                </a:solidFill>
                <a:latin typeface="黑体"/>
                <a:cs typeface="黑体"/>
              </a:rPr>
              <a:t>，</a:t>
            </a:r>
            <a:r>
              <a:rPr dirty="0" sz="2400" spc="-20" b="1">
                <a:solidFill>
                  <a:srgbClr val="9933FF"/>
                </a:solidFill>
                <a:latin typeface="宋体"/>
                <a:cs typeface="宋体"/>
              </a:rPr>
              <a:t>S4</a:t>
            </a:r>
            <a:r>
              <a:rPr dirty="0" sz="2400" spc="-25" b="1">
                <a:solidFill>
                  <a:srgbClr val="00AFEF"/>
                </a:solidFill>
                <a:latin typeface="黑体"/>
                <a:cs typeface="黑体"/>
              </a:rPr>
              <a:t>各段的时间：</a:t>
            </a:r>
            <a:r>
              <a:rPr dirty="0" sz="2400" spc="-25" b="1">
                <a:solidFill>
                  <a:srgbClr val="D50092"/>
                </a:solidFill>
                <a:latin typeface="宋体"/>
                <a:cs typeface="宋体"/>
              </a:rPr>
              <a:t>Δt</a:t>
            </a:r>
            <a:endParaRPr sz="2400">
              <a:latin typeface="宋体"/>
              <a:cs typeface="宋体"/>
            </a:endParaRPr>
          </a:p>
          <a:p>
            <a:pPr lvl="2" marL="1021715" indent="-288290">
              <a:lnSpc>
                <a:spcPct val="100000"/>
              </a:lnSpc>
              <a:spcBef>
                <a:spcPts val="1440"/>
              </a:spcBef>
              <a:buClr>
                <a:srgbClr val="4668F5"/>
              </a:buClr>
              <a:buSzPct val="60416"/>
              <a:buFont typeface="Wingdings"/>
              <a:buChar char=""/>
              <a:tabLst>
                <a:tab pos="1021715" algn="l"/>
              </a:tabLst>
            </a:pPr>
            <a:r>
              <a:rPr dirty="0" sz="2400" spc="-10" b="1">
                <a:solidFill>
                  <a:srgbClr val="9933FF"/>
                </a:solidFill>
                <a:latin typeface="宋体"/>
                <a:cs typeface="宋体"/>
              </a:rPr>
              <a:t>S2</a:t>
            </a:r>
            <a:r>
              <a:rPr dirty="0" sz="2400" spc="-20" b="1">
                <a:solidFill>
                  <a:srgbClr val="00AFEF"/>
                </a:solidFill>
                <a:latin typeface="黑体"/>
                <a:cs typeface="黑体"/>
              </a:rPr>
              <a:t>的时间：</a:t>
            </a:r>
            <a:r>
              <a:rPr dirty="0" sz="2400" b="1">
                <a:solidFill>
                  <a:srgbClr val="D50092"/>
                </a:solidFill>
                <a:latin typeface="宋体"/>
                <a:cs typeface="宋体"/>
              </a:rPr>
              <a:t>3Δt</a:t>
            </a:r>
            <a:r>
              <a:rPr dirty="0" sz="2400" spc="15" b="1">
                <a:solidFill>
                  <a:srgbClr val="D50092"/>
                </a:solidFill>
                <a:latin typeface="宋体"/>
                <a:cs typeface="宋体"/>
              </a:rPr>
              <a:t> </a:t>
            </a:r>
            <a:r>
              <a:rPr dirty="0" sz="2400" spc="-20" b="1">
                <a:solidFill>
                  <a:srgbClr val="00AFEF"/>
                </a:solidFill>
                <a:latin typeface="黑体"/>
                <a:cs typeface="黑体"/>
              </a:rPr>
              <a:t>（</a:t>
            </a:r>
            <a:r>
              <a:rPr dirty="0" sz="2400" spc="-25" b="1">
                <a:solidFill>
                  <a:srgbClr val="00AFEF"/>
                </a:solidFill>
                <a:latin typeface="黑体"/>
                <a:cs typeface="黑体"/>
              </a:rPr>
              <a:t>瓶颈段</a:t>
            </a:r>
            <a:r>
              <a:rPr dirty="0" sz="2400" spc="-50" b="1">
                <a:solidFill>
                  <a:srgbClr val="00AFEF"/>
                </a:solidFill>
                <a:latin typeface="黑体"/>
                <a:cs typeface="黑体"/>
              </a:rPr>
              <a:t>）</a:t>
            </a:r>
            <a:endParaRPr sz="2400">
              <a:latin typeface="黑体"/>
              <a:cs typeface="黑体"/>
            </a:endParaRPr>
          </a:p>
          <a:p>
            <a:pPr marL="641985">
              <a:lnSpc>
                <a:spcPct val="100000"/>
              </a:lnSpc>
              <a:spcBef>
                <a:spcPts val="1445"/>
              </a:spcBef>
            </a:pPr>
            <a:r>
              <a:rPr dirty="0" sz="2400" spc="-5">
                <a:solidFill>
                  <a:srgbClr val="40458B"/>
                </a:solidFill>
                <a:latin typeface="黑体"/>
                <a:cs typeface="黑体"/>
              </a:rPr>
              <a:t>流水线中这种时间最长的段称为流水线的</a:t>
            </a:r>
            <a:r>
              <a:rPr dirty="0" sz="2400" spc="-15">
                <a:solidFill>
                  <a:srgbClr val="FF0000"/>
                </a:solidFill>
                <a:latin typeface="黑体"/>
                <a:cs typeface="黑体"/>
              </a:rPr>
              <a:t>瓶颈段。</a:t>
            </a:r>
            <a:endParaRPr sz="2400">
              <a:latin typeface="黑体"/>
              <a:cs typeface="黑体"/>
            </a:endParaRPr>
          </a:p>
        </p:txBody>
      </p:sp>
      <p:sp>
        <p:nvSpPr>
          <p:cNvPr id="11" name="object 11"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024632" y="15133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grpSp>
        <p:nvGrpSpPr>
          <p:cNvPr id="10" name="object 10"/>
          <p:cNvGrpSpPr/>
          <p:nvPr/>
        </p:nvGrpSpPr>
        <p:grpSpPr>
          <a:xfrm>
            <a:off x="1685925" y="1020762"/>
            <a:ext cx="8731250" cy="4816475"/>
            <a:chOff x="1685925" y="1020762"/>
            <a:chExt cx="8731250" cy="4816475"/>
          </a:xfrm>
        </p:grpSpPr>
        <p:pic>
          <p:nvPicPr>
            <p:cNvPr id="11" name="object 11"/>
            <p:cNvPicPr/>
            <p:nvPr/>
          </p:nvPicPr>
          <p:blipFill>
            <a:blip r:embed="rId2" cstate="print"/>
            <a:stretch>
              <a:fillRect/>
            </a:stretch>
          </p:blipFill>
          <p:spPr>
            <a:xfrm>
              <a:off x="1685925" y="1020762"/>
              <a:ext cx="8731250" cy="4816475"/>
            </a:xfrm>
            <a:prstGeom prst="rect">
              <a:avLst/>
            </a:prstGeom>
          </p:spPr>
        </p:pic>
        <p:sp>
          <p:nvSpPr>
            <p:cNvPr id="12" name="object 12" descr=""/>
            <p:cNvSpPr/>
            <p:nvPr/>
          </p:nvSpPr>
          <p:spPr>
            <a:xfrm>
              <a:off x="6096000" y="2430525"/>
              <a:ext cx="0" cy="3303904"/>
            </a:xfrm>
            <a:custGeom>
              <a:avLst/>
              <a:gdLst/>
              <a:ahLst/>
              <a:cxnLst/>
              <a:rect l="l" t="t" r="r" b="b"/>
              <a:pathLst>
                <a:path w="0" h="3303904">
                  <a:moveTo>
                    <a:pt x="0" y="0"/>
                  </a:moveTo>
                  <a:lnTo>
                    <a:pt x="0" y="3303524"/>
                  </a:lnTo>
                </a:path>
              </a:pathLst>
            </a:custGeom>
            <a:ln w="9525">
              <a:solidFill>
                <a:srgbClr val="FF0000"/>
              </a:solidFill>
              <a:prstDash val="sysDash"/>
            </a:ln>
          </p:spPr>
          <p:txBody>
            <a:bodyPr wrap="square" lIns="0" tIns="0" rIns="0" bIns="0" rtlCol="0"/>
            <a:lstStyle/>
            <a:p/>
          </p:txBody>
        </p:sp>
        <p:sp>
          <p:nvSpPr>
            <p:cNvPr id="13" name="object 13" descr=""/>
            <p:cNvSpPr/>
            <p:nvPr/>
          </p:nvSpPr>
          <p:spPr>
            <a:xfrm>
              <a:off x="5303901" y="4652898"/>
              <a:ext cx="792480" cy="215900"/>
            </a:xfrm>
            <a:custGeom>
              <a:avLst/>
              <a:gdLst/>
              <a:ahLst/>
              <a:cxnLst/>
              <a:rect l="l" t="t" r="r" b="b"/>
              <a:pathLst>
                <a:path w="792479" h="215900">
                  <a:moveTo>
                    <a:pt x="792162" y="0"/>
                  </a:moveTo>
                  <a:lnTo>
                    <a:pt x="0" y="0"/>
                  </a:lnTo>
                  <a:lnTo>
                    <a:pt x="0" y="215900"/>
                  </a:lnTo>
                  <a:lnTo>
                    <a:pt x="792162" y="215900"/>
                  </a:lnTo>
                  <a:lnTo>
                    <a:pt x="792162" y="0"/>
                  </a:lnTo>
                  <a:close/>
                </a:path>
              </a:pathLst>
            </a:custGeom>
            <a:solidFill>
              <a:srgbClr val="FF5CFF"/>
            </a:solidFill>
          </p:spPr>
          <p:txBody>
            <a:bodyPr wrap="square" lIns="0" tIns="0" rIns="0" bIns="0" rtlCol="0"/>
            <a:lstStyle/>
            <a:p/>
          </p:txBody>
        </p:sp>
        <p:sp>
          <p:nvSpPr>
            <p:cNvPr id="14" name="object 14" descr=""/>
            <p:cNvSpPr/>
            <p:nvPr/>
          </p:nvSpPr>
          <p:spPr>
            <a:xfrm>
              <a:off x="5303901" y="4652898"/>
              <a:ext cx="792480" cy="215900"/>
            </a:xfrm>
            <a:custGeom>
              <a:avLst/>
              <a:gdLst/>
              <a:ahLst/>
              <a:cxnLst/>
              <a:rect l="l" t="t" r="r" b="b"/>
              <a:pathLst>
                <a:path w="792479" h="215900">
                  <a:moveTo>
                    <a:pt x="0" y="215900"/>
                  </a:moveTo>
                  <a:lnTo>
                    <a:pt x="792162" y="215900"/>
                  </a:lnTo>
                  <a:lnTo>
                    <a:pt x="792162" y="0"/>
                  </a:lnTo>
                  <a:lnTo>
                    <a:pt x="0" y="0"/>
                  </a:lnTo>
                  <a:lnTo>
                    <a:pt x="0" y="215900"/>
                  </a:lnTo>
                  <a:close/>
                </a:path>
              </a:pathLst>
            </a:custGeom>
            <a:ln w="9525">
              <a:solidFill>
                <a:srgbClr val="40458B"/>
              </a:solidFill>
            </a:ln>
          </p:spPr>
          <p:txBody>
            <a:bodyPr wrap="square" lIns="0" tIns="0" rIns="0" bIns="0" rtlCol="0"/>
            <a:lstStyle/>
            <a:p/>
          </p:txBody>
        </p:sp>
        <p:sp>
          <p:nvSpPr>
            <p:cNvPr id="15" name="object 15" descr=""/>
            <p:cNvSpPr/>
            <p:nvPr/>
          </p:nvSpPr>
          <p:spPr>
            <a:xfrm>
              <a:off x="2855975" y="4646676"/>
              <a:ext cx="792480" cy="215900"/>
            </a:xfrm>
            <a:custGeom>
              <a:avLst/>
              <a:gdLst/>
              <a:ahLst/>
              <a:cxnLst/>
              <a:rect l="l" t="t" r="r" b="b"/>
              <a:pathLst>
                <a:path w="792479" h="215900">
                  <a:moveTo>
                    <a:pt x="792162" y="0"/>
                  </a:moveTo>
                  <a:lnTo>
                    <a:pt x="0" y="0"/>
                  </a:lnTo>
                  <a:lnTo>
                    <a:pt x="0" y="215900"/>
                  </a:lnTo>
                  <a:lnTo>
                    <a:pt x="792162" y="215900"/>
                  </a:lnTo>
                  <a:lnTo>
                    <a:pt x="792162" y="0"/>
                  </a:lnTo>
                  <a:close/>
                </a:path>
              </a:pathLst>
            </a:custGeom>
            <a:solidFill>
              <a:srgbClr val="FF5CFF"/>
            </a:solidFill>
          </p:spPr>
          <p:txBody>
            <a:bodyPr wrap="square" lIns="0" tIns="0" rIns="0" bIns="0" rtlCol="0"/>
            <a:lstStyle/>
            <a:p/>
          </p:txBody>
        </p:sp>
        <p:sp>
          <p:nvSpPr>
            <p:cNvPr id="16" name="object 16" descr=""/>
            <p:cNvSpPr/>
            <p:nvPr/>
          </p:nvSpPr>
          <p:spPr>
            <a:xfrm>
              <a:off x="2855975" y="4646676"/>
              <a:ext cx="792480" cy="215900"/>
            </a:xfrm>
            <a:custGeom>
              <a:avLst/>
              <a:gdLst/>
              <a:ahLst/>
              <a:cxnLst/>
              <a:rect l="l" t="t" r="r" b="b"/>
              <a:pathLst>
                <a:path w="792479" h="215900">
                  <a:moveTo>
                    <a:pt x="0" y="215900"/>
                  </a:moveTo>
                  <a:lnTo>
                    <a:pt x="792162" y="215900"/>
                  </a:lnTo>
                  <a:lnTo>
                    <a:pt x="792162" y="0"/>
                  </a:lnTo>
                  <a:lnTo>
                    <a:pt x="0" y="0"/>
                  </a:lnTo>
                  <a:lnTo>
                    <a:pt x="0" y="215900"/>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1898395" y="3865198"/>
            <a:ext cx="8663940" cy="2719070"/>
          </a:xfrm>
          <a:prstGeom prst="rect">
            <a:avLst/>
          </a:prstGeom>
        </p:spPr>
        <p:txBody>
          <a:bodyPr wrap="square" lIns="0" tIns="31115" rIns="0" bIns="0" rtlCol="0" vert="horz">
            <a:spAutoFit/>
          </a:bodyPr>
          <a:lstStyle/>
          <a:p>
            <a:pPr marL="2139315">
              <a:lnSpc>
                <a:spcPct val="100000"/>
              </a:lnSpc>
              <a:spcBef>
                <a:spcPts val="245"/>
              </a:spcBef>
            </a:pPr>
            <a:r>
              <a:rPr dirty="0" sz="1400" spc="-50">
                <a:solidFill>
                  <a:srgbClr val="E14B04"/>
                </a:solidFill>
                <a:latin typeface="Tahoma"/>
                <a:cs typeface="Tahoma"/>
              </a:rPr>
              <a:t>S</a:t>
            </a:r>
            <a:endParaRPr sz="1400">
              <a:latin typeface="Tahoma"/>
              <a:cs typeface="Tahoma"/>
            </a:endParaRPr>
          </a:p>
          <a:p>
            <a:pPr marL="1391285">
              <a:lnSpc>
                <a:spcPct val="100000"/>
              </a:lnSpc>
              <a:spcBef>
                <a:spcPts val="150"/>
              </a:spcBef>
            </a:pPr>
            <a:r>
              <a:rPr dirty="0" sz="1400" spc="-10">
                <a:solidFill>
                  <a:srgbClr val="E14B04"/>
                </a:solidFill>
                <a:latin typeface="Tahoma"/>
                <a:cs typeface="Tahoma"/>
              </a:rPr>
              <a:t>S2</a:t>
            </a:r>
            <a:r>
              <a:rPr dirty="0" sz="1400" spc="-50">
                <a:solidFill>
                  <a:srgbClr val="E14B04"/>
                </a:solidFill>
                <a:latin typeface="黑体"/>
                <a:cs typeface="黑体"/>
              </a:rPr>
              <a:t>段</a:t>
            </a:r>
            <a:endParaRPr sz="1400">
              <a:latin typeface="黑体"/>
              <a:cs typeface="黑体"/>
            </a:endParaRPr>
          </a:p>
          <a:p>
            <a:pPr marL="527685">
              <a:lnSpc>
                <a:spcPct val="100000"/>
              </a:lnSpc>
              <a:spcBef>
                <a:spcPts val="20"/>
              </a:spcBef>
            </a:pPr>
            <a:r>
              <a:rPr dirty="0" sz="1400" spc="-10">
                <a:solidFill>
                  <a:srgbClr val="E14B04"/>
                </a:solidFill>
                <a:latin typeface="Tahoma"/>
                <a:cs typeface="Tahoma"/>
              </a:rPr>
              <a:t>S1</a:t>
            </a:r>
            <a:r>
              <a:rPr dirty="0" sz="1400" spc="-50">
                <a:solidFill>
                  <a:srgbClr val="E14B04"/>
                </a:solidFill>
                <a:latin typeface="黑体"/>
                <a:cs typeface="黑体"/>
              </a:rPr>
              <a:t>段</a:t>
            </a:r>
            <a:endParaRPr sz="1400">
              <a:latin typeface="黑体"/>
              <a:cs typeface="黑体"/>
            </a:endParaRPr>
          </a:p>
          <a:p>
            <a:pPr>
              <a:lnSpc>
                <a:spcPct val="100000"/>
              </a:lnSpc>
            </a:pPr>
            <a:endParaRPr sz="1400">
              <a:latin typeface="黑体"/>
              <a:cs typeface="黑体"/>
            </a:endParaRPr>
          </a:p>
          <a:p>
            <a:pPr>
              <a:lnSpc>
                <a:spcPct val="100000"/>
              </a:lnSpc>
              <a:spcBef>
                <a:spcPts val="15"/>
              </a:spcBef>
            </a:pPr>
            <a:endParaRPr sz="1400">
              <a:latin typeface="黑体"/>
              <a:cs typeface="黑体"/>
            </a:endParaRPr>
          </a:p>
          <a:p>
            <a:pPr algn="ctr" marR="1605915">
              <a:lnSpc>
                <a:spcPct val="100000"/>
              </a:lnSpc>
              <a:spcBef>
                <a:spcPts val="5"/>
              </a:spcBef>
            </a:pPr>
            <a:r>
              <a:rPr dirty="0" sz="2000" spc="-20">
                <a:solidFill>
                  <a:srgbClr val="FF09FF"/>
                </a:solidFill>
                <a:latin typeface="黑体"/>
                <a:cs typeface="黑体"/>
              </a:rPr>
              <a:t>起的空闲</a:t>
            </a:r>
            <a:endParaRPr sz="2000">
              <a:latin typeface="黑体"/>
              <a:cs typeface="黑体"/>
            </a:endParaRPr>
          </a:p>
          <a:p>
            <a:pPr>
              <a:lnSpc>
                <a:spcPct val="100000"/>
              </a:lnSpc>
              <a:spcBef>
                <a:spcPts val="2150"/>
              </a:spcBef>
            </a:pPr>
            <a:endParaRPr sz="2000">
              <a:latin typeface="黑体"/>
              <a:cs typeface="黑体"/>
            </a:endParaRPr>
          </a:p>
          <a:p>
            <a:pPr marL="12700">
              <a:lnSpc>
                <a:spcPct val="100000"/>
              </a:lnSpc>
            </a:pPr>
            <a:r>
              <a:rPr dirty="0" sz="2000" spc="-20">
                <a:solidFill>
                  <a:srgbClr val="E14B04"/>
                </a:solidFill>
                <a:latin typeface="黑体"/>
                <a:cs typeface="黑体"/>
              </a:rPr>
              <a:t>确保任务之间是连续的，在第二个红色箭头处开始第二个任务的第一段，同时</a:t>
            </a:r>
            <a:endParaRPr sz="2000">
              <a:latin typeface="黑体"/>
              <a:cs typeface="黑体"/>
            </a:endParaRPr>
          </a:p>
          <a:p>
            <a:pPr marL="12700">
              <a:lnSpc>
                <a:spcPct val="100000"/>
              </a:lnSpc>
              <a:spcBef>
                <a:spcPts val="240"/>
              </a:spcBef>
            </a:pPr>
            <a:r>
              <a:rPr dirty="0" sz="2000" spc="-20">
                <a:solidFill>
                  <a:srgbClr val="E14B04"/>
                </a:solidFill>
                <a:latin typeface="黑体"/>
                <a:cs typeface="黑体"/>
              </a:rPr>
              <a:t>也产生了空闲时间</a:t>
            </a:r>
            <a:endParaRPr sz="2000">
              <a:latin typeface="黑体"/>
              <a:cs typeface="黑体"/>
            </a:endParaRPr>
          </a:p>
        </p:txBody>
      </p:sp>
      <p:graphicFrame>
        <p:nvGraphicFramePr>
          <p:cNvPr id="18" name="object 18" descr=""/>
          <p:cNvGraphicFramePr>
            <a:graphicFrameLocks noGrp="1"/>
          </p:cNvGraphicFramePr>
          <p:nvPr/>
        </p:nvGraphicFramePr>
        <p:xfrm>
          <a:off x="4075080" y="2319401"/>
          <a:ext cx="923925" cy="3303904"/>
        </p:xfrm>
        <a:graphic>
          <a:graphicData uri="http://schemas.openxmlformats.org/drawingml/2006/table">
            <a:tbl>
              <a:tblPr firstRow="1" bandRow="1">
                <a:tableStyleId>{2D5ABB26-0587-4C30-8999-92F81FD0307C}</a:tableStyleId>
              </a:tblPr>
              <a:tblGrid>
                <a:gridCol w="396875"/>
                <a:gridCol w="441325"/>
              </a:tblGrid>
              <a:tr h="1817370">
                <a:tc gridSpan="2">
                  <a:txBody>
                    <a:bodyPr/>
                    <a:lstStyle/>
                    <a:p>
                      <a:pPr marR="39370">
                        <a:lnSpc>
                          <a:spcPct val="100000"/>
                        </a:lnSpc>
                      </a:pPr>
                      <a:endParaRPr sz="1400">
                        <a:latin typeface="Times New Roman"/>
                        <a:cs typeface="Times New Roman"/>
                      </a:endParaRPr>
                    </a:p>
                    <a:p>
                      <a:pPr marR="39370">
                        <a:lnSpc>
                          <a:spcPct val="100000"/>
                        </a:lnSpc>
                      </a:pPr>
                      <a:endParaRPr sz="1400">
                        <a:latin typeface="Times New Roman"/>
                        <a:cs typeface="Times New Roman"/>
                      </a:endParaRPr>
                    </a:p>
                    <a:p>
                      <a:pPr marR="39370">
                        <a:lnSpc>
                          <a:spcPct val="100000"/>
                        </a:lnSpc>
                      </a:pPr>
                      <a:endParaRPr sz="1400">
                        <a:latin typeface="Times New Roman"/>
                        <a:cs typeface="Times New Roman"/>
                      </a:endParaRPr>
                    </a:p>
                    <a:p>
                      <a:pPr marR="39370">
                        <a:lnSpc>
                          <a:spcPct val="100000"/>
                        </a:lnSpc>
                      </a:pPr>
                      <a:endParaRPr sz="1400">
                        <a:latin typeface="Times New Roman"/>
                        <a:cs typeface="Times New Roman"/>
                      </a:endParaRPr>
                    </a:p>
                    <a:p>
                      <a:pPr marR="39370">
                        <a:lnSpc>
                          <a:spcPct val="100000"/>
                        </a:lnSpc>
                      </a:pPr>
                      <a:endParaRPr sz="1400">
                        <a:latin typeface="Times New Roman"/>
                        <a:cs typeface="Times New Roman"/>
                      </a:endParaRPr>
                    </a:p>
                    <a:p>
                      <a:pPr marR="39370">
                        <a:lnSpc>
                          <a:spcPct val="100000"/>
                        </a:lnSpc>
                        <a:spcBef>
                          <a:spcPts val="760"/>
                        </a:spcBef>
                      </a:pPr>
                      <a:endParaRPr sz="1400">
                        <a:latin typeface="Times New Roman"/>
                        <a:cs typeface="Times New Roman"/>
                      </a:endParaRPr>
                    </a:p>
                    <a:p>
                      <a:pPr marL="429259" marR="20955">
                        <a:lnSpc>
                          <a:spcPct val="100000"/>
                        </a:lnSpc>
                      </a:pPr>
                      <a:r>
                        <a:rPr dirty="0" sz="1400" spc="-10">
                          <a:solidFill>
                            <a:srgbClr val="E14B04"/>
                          </a:solidFill>
                          <a:latin typeface="Tahoma"/>
                          <a:cs typeface="Tahoma"/>
                        </a:rPr>
                        <a:t>S4</a:t>
                      </a:r>
                      <a:r>
                        <a:rPr dirty="0" sz="1400" spc="-50">
                          <a:solidFill>
                            <a:srgbClr val="E14B04"/>
                          </a:solidFill>
                          <a:latin typeface="黑体"/>
                          <a:cs typeface="黑体"/>
                        </a:rPr>
                        <a:t>段</a:t>
                      </a:r>
                      <a:endParaRPr sz="1400">
                        <a:latin typeface="黑体"/>
                        <a:cs typeface="黑体"/>
                      </a:endParaRPr>
                    </a:p>
                    <a:p>
                      <a:pPr marL="56515" marR="39370">
                        <a:lnSpc>
                          <a:spcPct val="100000"/>
                        </a:lnSpc>
                        <a:spcBef>
                          <a:spcPts val="320"/>
                        </a:spcBef>
                      </a:pPr>
                      <a:r>
                        <a:rPr dirty="0" sz="1400" spc="-10">
                          <a:solidFill>
                            <a:srgbClr val="E14B04"/>
                          </a:solidFill>
                          <a:latin typeface="Tahoma"/>
                          <a:cs typeface="Tahoma"/>
                        </a:rPr>
                        <a:t>3</a:t>
                      </a:r>
                      <a:r>
                        <a:rPr dirty="0" sz="1400" spc="-50">
                          <a:solidFill>
                            <a:srgbClr val="E14B04"/>
                          </a:solidFill>
                          <a:latin typeface="黑体"/>
                          <a:cs typeface="黑体"/>
                        </a:rPr>
                        <a:t>段</a:t>
                      </a:r>
                      <a:endParaRPr sz="1400">
                        <a:latin typeface="黑体"/>
                        <a:cs typeface="黑体"/>
                      </a:endParaRPr>
                    </a:p>
                  </a:txBody>
                  <a:tcPr marL="0" marR="0" marB="0" marT="0">
                    <a:lnR w="9525">
                      <a:solidFill>
                        <a:srgbClr val="FF0000"/>
                      </a:solidFill>
                      <a:prstDash val="sysDash"/>
                    </a:lnR>
                  </a:tcPr>
                </a:tc>
                <a:tc hMerge="1">
                  <a:txBody>
                    <a:bodyPr/>
                    <a:lstStyle/>
                    <a:p>
                      <a:pPr/>
                    </a:p>
                  </a:txBody>
                  <a:tcPr marL="0" marR="0" marB="0" marT="0"/>
                </a:tc>
              </a:tr>
              <a:tr h="215900">
                <a:tc>
                  <a:txBody>
                    <a:bodyPr/>
                    <a:lstStyle/>
                    <a:p>
                      <a:pPr>
                        <a:lnSpc>
                          <a:spcPct val="100000"/>
                        </a:lnSpc>
                      </a:pPr>
                      <a:endParaRPr sz="1300">
                        <a:latin typeface="Times New Roman"/>
                        <a:cs typeface="Times New Roman"/>
                      </a:endParaRPr>
                    </a:p>
                  </a:txBody>
                  <a:tcPr marL="0" marR="0" marB="0" marT="0">
                    <a:lnR w="9525">
                      <a:solidFill>
                        <a:srgbClr val="40458B"/>
                      </a:solidFill>
                      <a:prstDash val="solid"/>
                    </a:lnR>
                  </a:tcPr>
                </a:tc>
                <a:tc>
                  <a:txBody>
                    <a:bodyPr/>
                    <a:lstStyle/>
                    <a:p>
                      <a:pPr marR="39370">
                        <a:lnSpc>
                          <a:spcPct val="100000"/>
                        </a:lnSpc>
                      </a:pPr>
                      <a:endParaRPr sz="1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5CFF"/>
                    </a:solidFill>
                  </a:tcPr>
                </a:tc>
              </a:tr>
              <a:tr h="293370">
                <a:tc gridSpan="2">
                  <a:txBody>
                    <a:bodyPr/>
                    <a:lstStyle/>
                    <a:p>
                      <a:pPr marR="39370">
                        <a:lnSpc>
                          <a:spcPct val="100000"/>
                        </a:lnSpc>
                      </a:pPr>
                      <a:endParaRPr sz="1800">
                        <a:latin typeface="Times New Roman"/>
                        <a:cs typeface="Times New Roman"/>
                      </a:endParaRPr>
                    </a:p>
                  </a:txBody>
                  <a:tcPr marL="0" marR="0" marB="0" marT="0">
                    <a:lnR w="9525">
                      <a:solidFill>
                        <a:srgbClr val="FF0000"/>
                      </a:solidFill>
                      <a:prstDash val="sysDash"/>
                    </a:lnR>
                    <a:lnB w="9525">
                      <a:solidFill>
                        <a:srgbClr val="40458B"/>
                      </a:solidFill>
                      <a:prstDash val="solid"/>
                    </a:lnB>
                  </a:tcPr>
                </a:tc>
                <a:tc hMerge="1">
                  <a:txBody>
                    <a:bodyPr/>
                    <a:lstStyle/>
                    <a:p>
                      <a:pPr/>
                    </a:p>
                  </a:txBody>
                  <a:tcPr marL="0" marR="0" marB="0" marT="0"/>
                </a:tc>
              </a:tr>
              <a:tr h="215900">
                <a:tc gridSpan="2">
                  <a:txBody>
                    <a:bodyPr/>
                    <a:lstStyle/>
                    <a:p>
                      <a:pPr marR="39370">
                        <a:lnSpc>
                          <a:spcPct val="100000"/>
                        </a:lnSpc>
                      </a:pPr>
                      <a:endParaRPr sz="1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5CFF"/>
                    </a:solidFill>
                  </a:tcPr>
                </a:tc>
                <a:tc hMerge="1">
                  <a:txBody>
                    <a:bodyPr/>
                    <a:lstStyle/>
                    <a:p>
                      <a:pPr/>
                    </a:p>
                  </a:txBody>
                  <a:tcPr marL="0" marR="0" marB="0" marT="0"/>
                </a:tc>
              </a:tr>
              <a:tr h="761365">
                <a:tc gridSpan="2">
                  <a:txBody>
                    <a:bodyPr/>
                    <a:lstStyle/>
                    <a:p>
                      <a:pPr marL="71120">
                        <a:lnSpc>
                          <a:spcPct val="100000"/>
                        </a:lnSpc>
                        <a:spcBef>
                          <a:spcPts val="1260"/>
                        </a:spcBef>
                      </a:pPr>
                      <a:r>
                        <a:rPr dirty="0" sz="2000" spc="-20">
                          <a:solidFill>
                            <a:srgbClr val="FF09FF"/>
                          </a:solidFill>
                          <a:latin typeface="黑体"/>
                          <a:cs typeface="黑体"/>
                        </a:rPr>
                        <a:t>瓶颈引</a:t>
                      </a:r>
                      <a:endParaRPr sz="2000">
                        <a:latin typeface="黑体"/>
                        <a:cs typeface="黑体"/>
                      </a:endParaRPr>
                    </a:p>
                  </a:txBody>
                  <a:tcPr marL="0" marR="0" marB="0" marT="160020">
                    <a:lnR w="9525">
                      <a:solidFill>
                        <a:srgbClr val="FF0000"/>
                      </a:solidFill>
                      <a:prstDash val="sysDash"/>
                    </a:lnR>
                    <a:lnT w="9525">
                      <a:solidFill>
                        <a:srgbClr val="40458B"/>
                      </a:solidFill>
                      <a:prstDash val="solid"/>
                    </a:lnT>
                  </a:tcPr>
                </a:tc>
                <a:tc hMerge="1">
                  <a:txBody>
                    <a:bodyPr/>
                    <a:lstStyle/>
                    <a:p>
                      <a:pPr/>
                    </a:p>
                  </a:txBody>
                  <a:tcPr marL="0" marR="0" marB="0" marT="0"/>
                </a:tc>
              </a:tr>
            </a:tbl>
          </a:graphicData>
        </a:graphic>
      </p:graphicFrame>
      <p:sp>
        <p:nvSpPr>
          <p:cNvPr id="19" name="object 19"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5772150"/>
            <a:ext cx="12184380" cy="1085850"/>
            <a:chOff x="0" y="5772150"/>
            <a:chExt cx="12184380" cy="1085850"/>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p:nvPr/>
          </p:nvSpPr>
          <p:spPr>
            <a:xfrm>
              <a:off x="3575050" y="5772150"/>
              <a:ext cx="1920875" cy="728980"/>
            </a:xfrm>
            <a:custGeom>
              <a:avLst/>
              <a:gdLst/>
              <a:ahLst/>
              <a:cxnLst/>
              <a:rect l="l" t="t" r="r" b="b"/>
              <a:pathLst>
                <a:path w="1920875" h="728979">
                  <a:moveTo>
                    <a:pt x="1920875" y="0"/>
                  </a:moveTo>
                  <a:lnTo>
                    <a:pt x="0" y="0"/>
                  </a:lnTo>
                  <a:lnTo>
                    <a:pt x="0" y="728662"/>
                  </a:lnTo>
                  <a:lnTo>
                    <a:pt x="1920875" y="728662"/>
                  </a:lnTo>
                  <a:lnTo>
                    <a:pt x="1920875" y="0"/>
                  </a:lnTo>
                  <a:close/>
                </a:path>
              </a:pathLst>
            </a:custGeom>
            <a:solidFill>
              <a:srgbClr val="FFC000"/>
            </a:solidFill>
          </p:spPr>
          <p:txBody>
            <a:bodyPr wrap="square" lIns="0" tIns="0" rIns="0" bIns="0" rtlCol="0"/>
            <a:lstStyle/>
            <a:p/>
          </p:txBody>
        </p:sp>
        <p:sp>
          <p:nvSpPr>
            <p:cNvPr id="11" name="object 11" descr=""/>
            <p:cNvSpPr/>
            <p:nvPr/>
          </p:nvSpPr>
          <p:spPr>
            <a:xfrm>
              <a:off x="4961441" y="6149645"/>
              <a:ext cx="448309" cy="0"/>
            </a:xfrm>
            <a:custGeom>
              <a:avLst/>
              <a:gdLst/>
              <a:ahLst/>
              <a:cxnLst/>
              <a:rect l="l" t="t" r="r" b="b"/>
              <a:pathLst>
                <a:path w="448310" h="0">
                  <a:moveTo>
                    <a:pt x="0" y="0"/>
                  </a:moveTo>
                  <a:lnTo>
                    <a:pt x="447829" y="0"/>
                  </a:lnTo>
                </a:path>
              </a:pathLst>
            </a:custGeom>
            <a:ln w="13803">
              <a:solidFill>
                <a:srgbClr val="000000"/>
              </a:solidFill>
            </a:ln>
          </p:spPr>
          <p:txBody>
            <a:bodyPr wrap="square" lIns="0" tIns="0" rIns="0" bIns="0" rtlCol="0"/>
            <a:lstStyle/>
            <a:p/>
          </p:txBody>
        </p:sp>
      </p:grpSp>
      <p:sp>
        <p:nvSpPr>
          <p:cNvPr id="12" name="object 12"/>
          <p:cNvSpPr txBox="1">
            <a:spLocks noGrp="1"/>
          </p:cNvSpPr>
          <p:nvPr>
            <p:ph type="title"/>
          </p:nvPr>
        </p:nvSpPr>
        <p:spPr>
          <a:xfrm>
            <a:off x="3121532" y="207390"/>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45" b="1">
                <a:latin typeface="黑体"/>
                <a:cs typeface="黑体"/>
              </a:rPr>
              <a:t> 流水线的性能指标</a:t>
            </a:r>
          </a:p>
        </p:txBody>
      </p:sp>
      <p:sp>
        <p:nvSpPr>
          <p:cNvPr id="13" name="object 13" descr=""/>
          <p:cNvSpPr txBox="1"/>
          <p:nvPr/>
        </p:nvSpPr>
        <p:spPr>
          <a:xfrm>
            <a:off x="35153" y="695765"/>
            <a:ext cx="11045825" cy="1134745"/>
          </a:xfrm>
          <a:prstGeom prst="rect">
            <a:avLst/>
          </a:prstGeom>
        </p:spPr>
        <p:txBody>
          <a:bodyPr wrap="square" lIns="0" tIns="140335" rIns="0" bIns="0" rtlCol="0" vert="horz">
            <a:spAutoFit/>
          </a:bodyPr>
          <a:lstStyle/>
          <a:p>
            <a:pPr marL="424815" indent="-412115">
              <a:lnSpc>
                <a:spcPct val="100000"/>
              </a:lnSpc>
              <a:spcBef>
                <a:spcPts val="1105"/>
              </a:spcBef>
              <a:buFont typeface="Tahoma"/>
              <a:buAutoNum type="arabicPeriod" startAt="2"/>
              <a:tabLst>
                <a:tab pos="424815" algn="l"/>
              </a:tabLst>
            </a:pPr>
            <a:r>
              <a:rPr dirty="0" sz="2800" spc="-25">
                <a:solidFill>
                  <a:srgbClr val="FF0000"/>
                </a:solidFill>
                <a:latin typeface="黑体"/>
                <a:cs typeface="黑体"/>
              </a:rPr>
              <a:t>各段时间</a:t>
            </a:r>
            <a:r>
              <a:rPr dirty="0" u="sng" sz="2800" spc="-40">
                <a:solidFill>
                  <a:srgbClr val="FF0000"/>
                </a:solidFill>
                <a:uFill>
                  <a:solidFill>
                    <a:srgbClr val="FF0000"/>
                  </a:solidFill>
                </a:uFill>
                <a:latin typeface="黑体"/>
                <a:cs typeface="黑体"/>
              </a:rPr>
              <a:t>不完全相等</a:t>
            </a:r>
            <a:r>
              <a:rPr dirty="0" u="none" sz="2800" spc="-40">
                <a:solidFill>
                  <a:srgbClr val="FF0000"/>
                </a:solidFill>
                <a:latin typeface="黑体"/>
                <a:cs typeface="黑体"/>
              </a:rPr>
              <a:t>的流水线</a:t>
            </a:r>
            <a:endParaRPr sz="2800">
              <a:latin typeface="黑体"/>
              <a:cs typeface="黑体"/>
            </a:endParaRPr>
          </a:p>
          <a:p>
            <a:pPr lvl="1" marL="469265" indent="-456565">
              <a:lnSpc>
                <a:spcPct val="100000"/>
              </a:lnSpc>
              <a:spcBef>
                <a:spcPts val="1005"/>
              </a:spcBef>
              <a:buSzPct val="89285"/>
              <a:buFont typeface="Wingdings"/>
              <a:buChar char=""/>
              <a:tabLst>
                <a:tab pos="469265" algn="l"/>
              </a:tabLst>
            </a:pPr>
            <a:r>
              <a:rPr dirty="0" sz="2800" spc="-35">
                <a:solidFill>
                  <a:srgbClr val="40458B"/>
                </a:solidFill>
                <a:latin typeface="黑体"/>
                <a:cs typeface="黑体"/>
              </a:rPr>
              <a:t>各段时间不等的流水线的</a:t>
            </a:r>
            <a:r>
              <a:rPr dirty="0" sz="2800" spc="-40">
                <a:solidFill>
                  <a:srgbClr val="D50092"/>
                </a:solidFill>
                <a:latin typeface="黑体"/>
                <a:cs typeface="黑体"/>
              </a:rPr>
              <a:t>实际吞吐率</a:t>
            </a:r>
            <a:r>
              <a:rPr dirty="0" sz="2800" spc="-10">
                <a:solidFill>
                  <a:srgbClr val="D50092"/>
                </a:solidFill>
                <a:latin typeface="Tahoma"/>
                <a:cs typeface="Tahoma"/>
              </a:rPr>
              <a:t>TP</a:t>
            </a:r>
            <a:r>
              <a:rPr dirty="0" sz="2800" spc="-35">
                <a:solidFill>
                  <a:srgbClr val="40458B"/>
                </a:solidFill>
                <a:latin typeface="黑体"/>
                <a:cs typeface="黑体"/>
              </a:rPr>
              <a:t>为：完成</a:t>
            </a:r>
            <a:r>
              <a:rPr dirty="0" sz="2800" spc="-30">
                <a:solidFill>
                  <a:srgbClr val="40458B"/>
                </a:solidFill>
                <a:latin typeface="Tahoma"/>
                <a:cs typeface="Tahoma"/>
              </a:rPr>
              <a:t>n</a:t>
            </a:r>
            <a:r>
              <a:rPr dirty="0" sz="2800" spc="-40">
                <a:solidFill>
                  <a:srgbClr val="40458B"/>
                </a:solidFill>
                <a:latin typeface="黑体"/>
                <a:cs typeface="黑体"/>
              </a:rPr>
              <a:t>个任务所达到的吞</a:t>
            </a:r>
            <a:endParaRPr sz="2800">
              <a:latin typeface="黑体"/>
              <a:cs typeface="黑体"/>
            </a:endParaRPr>
          </a:p>
        </p:txBody>
      </p:sp>
      <p:sp>
        <p:nvSpPr>
          <p:cNvPr id="14" name="object 14" descr=""/>
          <p:cNvSpPr txBox="1"/>
          <p:nvPr/>
        </p:nvSpPr>
        <p:spPr>
          <a:xfrm>
            <a:off x="466953" y="1848357"/>
            <a:ext cx="6380480" cy="452120"/>
          </a:xfrm>
          <a:prstGeom prst="rect">
            <a:avLst/>
          </a:prstGeom>
        </p:spPr>
        <p:txBody>
          <a:bodyPr wrap="square" lIns="0" tIns="12065" rIns="0" bIns="0" rtlCol="0" vert="horz">
            <a:spAutoFit/>
          </a:bodyPr>
          <a:lstStyle/>
          <a:p>
            <a:pPr marL="38100">
              <a:lnSpc>
                <a:spcPct val="100000"/>
              </a:lnSpc>
              <a:spcBef>
                <a:spcPts val="95"/>
              </a:spcBef>
            </a:pPr>
            <a:r>
              <a:rPr dirty="0" sz="2800" spc="-25">
                <a:solidFill>
                  <a:srgbClr val="40458B"/>
                </a:solidFill>
                <a:latin typeface="黑体"/>
                <a:cs typeface="黑体"/>
              </a:rPr>
              <a:t>吐率</a:t>
            </a:r>
            <a:r>
              <a:rPr dirty="0" sz="2800" spc="-30">
                <a:solidFill>
                  <a:srgbClr val="40458B"/>
                </a:solidFill>
                <a:latin typeface="Tahoma"/>
                <a:cs typeface="Tahoma"/>
              </a:rPr>
              <a:t>TP</a:t>
            </a:r>
            <a:r>
              <a:rPr dirty="0" sz="2800" spc="-25">
                <a:solidFill>
                  <a:srgbClr val="40458B"/>
                </a:solidFill>
                <a:latin typeface="黑体"/>
                <a:cs typeface="黑体"/>
              </a:rPr>
              <a:t>。</a:t>
            </a:r>
            <a:r>
              <a:rPr dirty="0" sz="1800">
                <a:solidFill>
                  <a:srgbClr val="40458B"/>
                </a:solidFill>
                <a:latin typeface="黑体"/>
                <a:cs typeface="黑体"/>
              </a:rPr>
              <a:t>（</a:t>
            </a:r>
            <a:r>
              <a:rPr dirty="0" sz="1800" spc="-350">
                <a:solidFill>
                  <a:srgbClr val="40458B"/>
                </a:solidFill>
                <a:latin typeface="黑体"/>
                <a:cs typeface="黑体"/>
              </a:rPr>
              <a:t> </a:t>
            </a:r>
            <a:r>
              <a:rPr dirty="0" sz="1800">
                <a:solidFill>
                  <a:srgbClr val="9933FF"/>
                </a:solidFill>
                <a:latin typeface="宋体"/>
                <a:cs typeface="宋体"/>
              </a:rPr>
              <a:t>Δt</a:t>
            </a:r>
            <a:r>
              <a:rPr dirty="0" baseline="-20833" sz="1800">
                <a:solidFill>
                  <a:srgbClr val="9933FF"/>
                </a:solidFill>
                <a:latin typeface="宋体"/>
                <a:cs typeface="宋体"/>
              </a:rPr>
              <a:t>i</a:t>
            </a:r>
            <a:r>
              <a:rPr dirty="0" sz="1800">
                <a:solidFill>
                  <a:srgbClr val="40458B"/>
                </a:solidFill>
                <a:latin typeface="黑体"/>
                <a:cs typeface="黑体"/>
              </a:rPr>
              <a:t>为第</a:t>
            </a:r>
            <a:r>
              <a:rPr dirty="0" sz="1800">
                <a:solidFill>
                  <a:srgbClr val="9933FF"/>
                </a:solidFill>
                <a:latin typeface="宋体"/>
                <a:cs typeface="宋体"/>
              </a:rPr>
              <a:t>i</a:t>
            </a:r>
            <a:r>
              <a:rPr dirty="0" sz="1800">
                <a:solidFill>
                  <a:srgbClr val="40458B"/>
                </a:solidFill>
                <a:latin typeface="黑体"/>
                <a:cs typeface="黑体"/>
              </a:rPr>
              <a:t>段的时间，共有</a:t>
            </a:r>
            <a:r>
              <a:rPr dirty="0" sz="1800">
                <a:solidFill>
                  <a:srgbClr val="9933FF"/>
                </a:solidFill>
                <a:latin typeface="宋体"/>
                <a:cs typeface="宋体"/>
              </a:rPr>
              <a:t>k</a:t>
            </a:r>
            <a:r>
              <a:rPr dirty="0" sz="1800">
                <a:solidFill>
                  <a:srgbClr val="40458B"/>
                </a:solidFill>
                <a:latin typeface="黑体"/>
                <a:cs typeface="黑体"/>
              </a:rPr>
              <a:t>个段，</a:t>
            </a:r>
            <a:r>
              <a:rPr dirty="0" sz="1800">
                <a:solidFill>
                  <a:srgbClr val="40458B"/>
                </a:solidFill>
                <a:latin typeface="宋体"/>
                <a:cs typeface="宋体"/>
              </a:rPr>
              <a:t>n</a:t>
            </a:r>
            <a:r>
              <a:rPr dirty="0" sz="1800" spc="5">
                <a:solidFill>
                  <a:srgbClr val="40458B"/>
                </a:solidFill>
                <a:latin typeface="黑体"/>
                <a:cs typeface="黑体"/>
              </a:rPr>
              <a:t>个任务 </a:t>
            </a:r>
            <a:r>
              <a:rPr dirty="0" sz="1800" spc="-50">
                <a:solidFill>
                  <a:srgbClr val="40458B"/>
                </a:solidFill>
                <a:latin typeface="黑体"/>
                <a:cs typeface="黑体"/>
              </a:rPr>
              <a:t>）</a:t>
            </a:r>
            <a:endParaRPr sz="1800">
              <a:latin typeface="黑体"/>
              <a:cs typeface="黑体"/>
            </a:endParaRPr>
          </a:p>
        </p:txBody>
      </p:sp>
      <p:grpSp>
        <p:nvGrpSpPr>
          <p:cNvPr id="15" name="object 15" descr=""/>
          <p:cNvGrpSpPr/>
          <p:nvPr/>
        </p:nvGrpSpPr>
        <p:grpSpPr>
          <a:xfrm>
            <a:off x="6959600" y="2143188"/>
            <a:ext cx="4913630" cy="1059180"/>
            <a:chOff x="6959600" y="2143188"/>
            <a:chExt cx="4913630" cy="1059180"/>
          </a:xfrm>
        </p:grpSpPr>
        <p:sp>
          <p:nvSpPr>
            <p:cNvPr id="16" name="object 16" descr=""/>
            <p:cNvSpPr/>
            <p:nvPr/>
          </p:nvSpPr>
          <p:spPr>
            <a:xfrm>
              <a:off x="6959600" y="2143188"/>
              <a:ext cx="4913630" cy="1059180"/>
            </a:xfrm>
            <a:custGeom>
              <a:avLst/>
              <a:gdLst/>
              <a:ahLst/>
              <a:cxnLst/>
              <a:rect l="l" t="t" r="r" b="b"/>
              <a:pathLst>
                <a:path w="4913630" h="1059180">
                  <a:moveTo>
                    <a:pt x="4913376" y="0"/>
                  </a:moveTo>
                  <a:lnTo>
                    <a:pt x="0" y="0"/>
                  </a:lnTo>
                  <a:lnTo>
                    <a:pt x="0" y="1058862"/>
                  </a:lnTo>
                  <a:lnTo>
                    <a:pt x="4913376" y="1058862"/>
                  </a:lnTo>
                  <a:lnTo>
                    <a:pt x="4913376" y="0"/>
                  </a:lnTo>
                  <a:close/>
                </a:path>
              </a:pathLst>
            </a:custGeom>
            <a:solidFill>
              <a:srgbClr val="D4D6EB"/>
            </a:solidFill>
          </p:spPr>
          <p:txBody>
            <a:bodyPr wrap="square" lIns="0" tIns="0" rIns="0" bIns="0" rtlCol="0"/>
            <a:lstStyle/>
            <a:p/>
          </p:txBody>
        </p:sp>
        <p:sp>
          <p:nvSpPr>
            <p:cNvPr id="17" name="object 17" descr=""/>
            <p:cNvSpPr/>
            <p:nvPr/>
          </p:nvSpPr>
          <p:spPr>
            <a:xfrm>
              <a:off x="7639980" y="2488173"/>
              <a:ext cx="4171950" cy="0"/>
            </a:xfrm>
            <a:custGeom>
              <a:avLst/>
              <a:gdLst/>
              <a:ahLst/>
              <a:cxnLst/>
              <a:rect l="l" t="t" r="r" b="b"/>
              <a:pathLst>
                <a:path w="4171950" h="0">
                  <a:moveTo>
                    <a:pt x="0" y="0"/>
                  </a:moveTo>
                  <a:lnTo>
                    <a:pt x="4171530" y="0"/>
                  </a:lnTo>
                </a:path>
              </a:pathLst>
            </a:custGeom>
            <a:ln w="12808">
              <a:solidFill>
                <a:srgbClr val="000000"/>
              </a:solidFill>
            </a:ln>
          </p:spPr>
          <p:txBody>
            <a:bodyPr wrap="square" lIns="0" tIns="0" rIns="0" bIns="0" rtlCol="0"/>
            <a:lstStyle/>
            <a:p/>
          </p:txBody>
        </p:sp>
      </p:grpSp>
      <p:sp>
        <p:nvSpPr>
          <p:cNvPr id="18" name="object 18" descr=""/>
          <p:cNvSpPr txBox="1"/>
          <p:nvPr/>
        </p:nvSpPr>
        <p:spPr>
          <a:xfrm>
            <a:off x="7756058" y="2471670"/>
            <a:ext cx="101600" cy="205740"/>
          </a:xfrm>
          <a:prstGeom prst="rect">
            <a:avLst/>
          </a:prstGeom>
        </p:spPr>
        <p:txBody>
          <a:bodyPr wrap="square" lIns="0" tIns="16510" rIns="0" bIns="0" rtlCol="0" vert="horz">
            <a:spAutoFit/>
          </a:bodyPr>
          <a:lstStyle/>
          <a:p>
            <a:pPr marL="12700">
              <a:lnSpc>
                <a:spcPct val="100000"/>
              </a:lnSpc>
              <a:spcBef>
                <a:spcPts val="130"/>
              </a:spcBef>
            </a:pPr>
            <a:r>
              <a:rPr dirty="0" sz="1150" spc="30" i="1">
                <a:latin typeface="Times New Roman"/>
                <a:cs typeface="Times New Roman"/>
              </a:rPr>
              <a:t>k</a:t>
            </a:r>
            <a:endParaRPr sz="1150">
              <a:latin typeface="Times New Roman"/>
              <a:cs typeface="Times New Roman"/>
            </a:endParaRPr>
          </a:p>
        </p:txBody>
      </p:sp>
      <p:sp>
        <p:nvSpPr>
          <p:cNvPr id="19" name="object 19" descr=""/>
          <p:cNvSpPr txBox="1"/>
          <p:nvPr/>
        </p:nvSpPr>
        <p:spPr>
          <a:xfrm>
            <a:off x="9641642" y="2117220"/>
            <a:ext cx="173355" cy="337820"/>
          </a:xfrm>
          <a:prstGeom prst="rect">
            <a:avLst/>
          </a:prstGeom>
        </p:spPr>
        <p:txBody>
          <a:bodyPr wrap="square" lIns="0" tIns="12065" rIns="0" bIns="0" rtlCol="0" vert="horz">
            <a:spAutoFit/>
          </a:bodyPr>
          <a:lstStyle/>
          <a:p>
            <a:pPr marL="12700">
              <a:lnSpc>
                <a:spcPct val="100000"/>
              </a:lnSpc>
              <a:spcBef>
                <a:spcPts val="95"/>
              </a:spcBef>
            </a:pPr>
            <a:r>
              <a:rPr dirty="0" sz="2050" spc="80" i="1">
                <a:latin typeface="Times New Roman"/>
                <a:cs typeface="Times New Roman"/>
              </a:rPr>
              <a:t>n</a:t>
            </a:r>
            <a:endParaRPr sz="2050">
              <a:latin typeface="Times New Roman"/>
              <a:cs typeface="Times New Roman"/>
            </a:endParaRPr>
          </a:p>
        </p:txBody>
      </p:sp>
      <p:sp>
        <p:nvSpPr>
          <p:cNvPr id="20" name="object 20" descr=""/>
          <p:cNvSpPr txBox="1"/>
          <p:nvPr/>
        </p:nvSpPr>
        <p:spPr>
          <a:xfrm>
            <a:off x="7690455" y="2979320"/>
            <a:ext cx="257175" cy="205740"/>
          </a:xfrm>
          <a:prstGeom prst="rect">
            <a:avLst/>
          </a:prstGeom>
        </p:spPr>
        <p:txBody>
          <a:bodyPr wrap="square" lIns="0" tIns="16510" rIns="0" bIns="0" rtlCol="0" vert="horz">
            <a:spAutoFit/>
          </a:bodyPr>
          <a:lstStyle/>
          <a:p>
            <a:pPr marL="12700">
              <a:lnSpc>
                <a:spcPct val="100000"/>
              </a:lnSpc>
              <a:spcBef>
                <a:spcPts val="130"/>
              </a:spcBef>
            </a:pPr>
            <a:r>
              <a:rPr dirty="0" sz="1150" spc="65" i="1">
                <a:latin typeface="Times New Roman"/>
                <a:cs typeface="Times New Roman"/>
              </a:rPr>
              <a:t>i</a:t>
            </a:r>
            <a:r>
              <a:rPr dirty="0" sz="1150" spc="65">
                <a:latin typeface="Symbol"/>
                <a:cs typeface="Symbol"/>
              </a:rPr>
              <a:t></a:t>
            </a:r>
            <a:r>
              <a:rPr dirty="0" sz="1150" spc="65">
                <a:latin typeface="Times New Roman"/>
                <a:cs typeface="Times New Roman"/>
              </a:rPr>
              <a:t>1</a:t>
            </a:r>
            <a:endParaRPr sz="1150">
              <a:latin typeface="Times New Roman"/>
              <a:cs typeface="Times New Roman"/>
            </a:endParaRPr>
          </a:p>
        </p:txBody>
      </p:sp>
      <p:sp>
        <p:nvSpPr>
          <p:cNvPr id="21" name="object 21" descr=""/>
          <p:cNvSpPr txBox="1"/>
          <p:nvPr/>
        </p:nvSpPr>
        <p:spPr>
          <a:xfrm>
            <a:off x="6973020" y="2279886"/>
            <a:ext cx="607060" cy="337820"/>
          </a:xfrm>
          <a:prstGeom prst="rect">
            <a:avLst/>
          </a:prstGeom>
        </p:spPr>
        <p:txBody>
          <a:bodyPr wrap="square" lIns="0" tIns="12065" rIns="0" bIns="0" rtlCol="0" vert="horz">
            <a:spAutoFit/>
          </a:bodyPr>
          <a:lstStyle/>
          <a:p>
            <a:pPr marL="12700">
              <a:lnSpc>
                <a:spcPct val="100000"/>
              </a:lnSpc>
              <a:spcBef>
                <a:spcPts val="95"/>
              </a:spcBef>
            </a:pPr>
            <a:r>
              <a:rPr dirty="0" sz="2050" spc="160" i="1">
                <a:latin typeface="Times New Roman"/>
                <a:cs typeface="Times New Roman"/>
              </a:rPr>
              <a:t>TP</a:t>
            </a:r>
            <a:r>
              <a:rPr dirty="0" sz="2050" spc="55" i="1">
                <a:latin typeface="Times New Roman"/>
                <a:cs typeface="Times New Roman"/>
              </a:rPr>
              <a:t> </a:t>
            </a:r>
            <a:r>
              <a:rPr dirty="0" sz="2050" spc="95">
                <a:latin typeface="Symbol"/>
                <a:cs typeface="Symbol"/>
              </a:rPr>
              <a:t></a:t>
            </a:r>
            <a:endParaRPr sz="2050">
              <a:latin typeface="Symbol"/>
              <a:cs typeface="Symbol"/>
            </a:endParaRPr>
          </a:p>
        </p:txBody>
      </p:sp>
      <p:sp>
        <p:nvSpPr>
          <p:cNvPr id="22" name="object 22" descr=""/>
          <p:cNvSpPr txBox="1"/>
          <p:nvPr/>
        </p:nvSpPr>
        <p:spPr>
          <a:xfrm>
            <a:off x="11159873" y="2624328"/>
            <a:ext cx="676275" cy="337820"/>
          </a:xfrm>
          <a:prstGeom prst="rect">
            <a:avLst/>
          </a:prstGeom>
        </p:spPr>
        <p:txBody>
          <a:bodyPr wrap="square" lIns="0" tIns="12065" rIns="0" bIns="0" rtlCol="0" vert="horz">
            <a:spAutoFit/>
          </a:bodyPr>
          <a:lstStyle/>
          <a:p>
            <a:pPr marL="38100">
              <a:lnSpc>
                <a:spcPct val="100000"/>
              </a:lnSpc>
              <a:spcBef>
                <a:spcPts val="95"/>
              </a:spcBef>
            </a:pPr>
            <a:r>
              <a:rPr dirty="0" sz="2050" spc="65">
                <a:latin typeface="Times New Roman"/>
                <a:cs typeface="Times New Roman"/>
              </a:rPr>
              <a:t>,</a:t>
            </a:r>
            <a:r>
              <a:rPr dirty="0" sz="2050" spc="-220">
                <a:latin typeface="Times New Roman"/>
                <a:cs typeface="Times New Roman"/>
              </a:rPr>
              <a:t> </a:t>
            </a:r>
            <a:r>
              <a:rPr dirty="0" sz="2050" spc="120">
                <a:latin typeface="Symbol"/>
                <a:cs typeface="Symbol"/>
              </a:rPr>
              <a:t></a:t>
            </a:r>
            <a:r>
              <a:rPr dirty="0" sz="2050" spc="120" i="1">
                <a:latin typeface="Times New Roman"/>
                <a:cs typeface="Times New Roman"/>
              </a:rPr>
              <a:t>t</a:t>
            </a:r>
            <a:r>
              <a:rPr dirty="0" baseline="-24154" sz="1725" spc="179" i="1">
                <a:latin typeface="Times New Roman"/>
                <a:cs typeface="Times New Roman"/>
              </a:rPr>
              <a:t>k</a:t>
            </a:r>
            <a:r>
              <a:rPr dirty="0" baseline="-24154" sz="1725" spc="112" i="1">
                <a:latin typeface="Times New Roman"/>
                <a:cs typeface="Times New Roman"/>
              </a:rPr>
              <a:t> </a:t>
            </a:r>
            <a:r>
              <a:rPr dirty="0" sz="2050" spc="30">
                <a:latin typeface="Times New Roman"/>
                <a:cs typeface="Times New Roman"/>
              </a:rPr>
              <a:t>)</a:t>
            </a:r>
            <a:endParaRPr sz="2050">
              <a:latin typeface="Times New Roman"/>
              <a:cs typeface="Times New Roman"/>
            </a:endParaRPr>
          </a:p>
        </p:txBody>
      </p:sp>
      <p:sp>
        <p:nvSpPr>
          <p:cNvPr id="23" name="object 23" descr=""/>
          <p:cNvSpPr txBox="1"/>
          <p:nvPr/>
        </p:nvSpPr>
        <p:spPr>
          <a:xfrm>
            <a:off x="7618287" y="2494648"/>
            <a:ext cx="3305175" cy="493395"/>
          </a:xfrm>
          <a:prstGeom prst="rect">
            <a:avLst/>
          </a:prstGeom>
        </p:spPr>
        <p:txBody>
          <a:bodyPr wrap="square" lIns="0" tIns="14604" rIns="0" bIns="0" rtlCol="0" vert="horz">
            <a:spAutoFit/>
          </a:bodyPr>
          <a:lstStyle/>
          <a:p>
            <a:pPr marL="38100">
              <a:lnSpc>
                <a:spcPct val="100000"/>
              </a:lnSpc>
              <a:spcBef>
                <a:spcPts val="114"/>
              </a:spcBef>
            </a:pPr>
            <a:r>
              <a:rPr dirty="0" baseline="-8196" sz="4575" spc="322">
                <a:latin typeface="Symbol"/>
                <a:cs typeface="Symbol"/>
              </a:rPr>
              <a:t></a:t>
            </a:r>
            <a:r>
              <a:rPr dirty="0" sz="2050" spc="215">
                <a:latin typeface="Symbol"/>
                <a:cs typeface="Symbol"/>
              </a:rPr>
              <a:t></a:t>
            </a:r>
            <a:r>
              <a:rPr dirty="0" sz="2050" spc="215" i="1">
                <a:latin typeface="Times New Roman"/>
                <a:cs typeface="Times New Roman"/>
              </a:rPr>
              <a:t>t</a:t>
            </a:r>
            <a:r>
              <a:rPr dirty="0" baseline="-24154" sz="1725" spc="322" i="1">
                <a:latin typeface="Times New Roman"/>
                <a:cs typeface="Times New Roman"/>
              </a:rPr>
              <a:t>i</a:t>
            </a:r>
            <a:r>
              <a:rPr dirty="0" baseline="-24154" sz="1725" spc="585" i="1">
                <a:latin typeface="Times New Roman"/>
                <a:cs typeface="Times New Roman"/>
              </a:rPr>
              <a:t> </a:t>
            </a:r>
            <a:r>
              <a:rPr dirty="0" sz="2050" spc="145">
                <a:latin typeface="Symbol"/>
                <a:cs typeface="Symbol"/>
              </a:rPr>
              <a:t></a:t>
            </a:r>
            <a:r>
              <a:rPr dirty="0" sz="2050" spc="-114">
                <a:latin typeface="Times New Roman"/>
                <a:cs typeface="Times New Roman"/>
              </a:rPr>
              <a:t> </a:t>
            </a:r>
            <a:r>
              <a:rPr dirty="0" sz="2050" spc="130">
                <a:latin typeface="Times New Roman"/>
                <a:cs typeface="Times New Roman"/>
              </a:rPr>
              <a:t>(</a:t>
            </a:r>
            <a:r>
              <a:rPr dirty="0" sz="2050" spc="130" i="1">
                <a:latin typeface="Times New Roman"/>
                <a:cs typeface="Times New Roman"/>
              </a:rPr>
              <a:t>n</a:t>
            </a:r>
            <a:r>
              <a:rPr dirty="0" sz="2050" spc="-105" i="1">
                <a:latin typeface="Times New Roman"/>
                <a:cs typeface="Times New Roman"/>
              </a:rPr>
              <a:t> </a:t>
            </a:r>
            <a:r>
              <a:rPr dirty="0" sz="2050" spc="100">
                <a:latin typeface="Symbol"/>
                <a:cs typeface="Symbol"/>
              </a:rPr>
              <a:t></a:t>
            </a:r>
            <a:r>
              <a:rPr dirty="0" sz="2050" spc="100">
                <a:latin typeface="Times New Roman"/>
                <a:cs typeface="Times New Roman"/>
              </a:rPr>
              <a:t>1)</a:t>
            </a:r>
            <a:r>
              <a:rPr dirty="0" sz="2050" spc="-200">
                <a:latin typeface="Times New Roman"/>
                <a:cs typeface="Times New Roman"/>
              </a:rPr>
              <a:t> </a:t>
            </a:r>
            <a:r>
              <a:rPr dirty="0" sz="2050" spc="114">
                <a:latin typeface="Times New Roman"/>
                <a:cs typeface="Times New Roman"/>
              </a:rPr>
              <a:t>max(</a:t>
            </a:r>
            <a:r>
              <a:rPr dirty="0" sz="2050" spc="114">
                <a:latin typeface="Symbol"/>
                <a:cs typeface="Symbol"/>
              </a:rPr>
              <a:t></a:t>
            </a:r>
            <a:r>
              <a:rPr dirty="0" sz="2050" spc="114" i="1">
                <a:latin typeface="Times New Roman"/>
                <a:cs typeface="Times New Roman"/>
              </a:rPr>
              <a:t>t</a:t>
            </a:r>
            <a:r>
              <a:rPr dirty="0" baseline="-24154" sz="1725" spc="172">
                <a:latin typeface="Times New Roman"/>
                <a:cs typeface="Times New Roman"/>
              </a:rPr>
              <a:t>1</a:t>
            </a:r>
            <a:r>
              <a:rPr dirty="0" sz="2050" spc="114">
                <a:latin typeface="Times New Roman"/>
                <a:cs typeface="Times New Roman"/>
              </a:rPr>
              <a:t>,</a:t>
            </a:r>
            <a:r>
              <a:rPr dirty="0" sz="2050" spc="-220">
                <a:latin typeface="Times New Roman"/>
                <a:cs typeface="Times New Roman"/>
              </a:rPr>
              <a:t> </a:t>
            </a:r>
            <a:r>
              <a:rPr dirty="0" sz="2050" spc="125">
                <a:latin typeface="Symbol"/>
                <a:cs typeface="Symbol"/>
              </a:rPr>
              <a:t></a:t>
            </a:r>
            <a:r>
              <a:rPr dirty="0" sz="2050" spc="125" i="1">
                <a:latin typeface="Times New Roman"/>
                <a:cs typeface="Times New Roman"/>
              </a:rPr>
              <a:t>t</a:t>
            </a:r>
            <a:r>
              <a:rPr dirty="0" baseline="-24154" sz="1725" spc="187">
                <a:latin typeface="Times New Roman"/>
                <a:cs typeface="Times New Roman"/>
              </a:rPr>
              <a:t>2</a:t>
            </a:r>
            <a:r>
              <a:rPr dirty="0" baseline="-24154" sz="1725" spc="-112">
                <a:latin typeface="Times New Roman"/>
                <a:cs typeface="Times New Roman"/>
              </a:rPr>
              <a:t> </a:t>
            </a:r>
            <a:r>
              <a:rPr dirty="0" sz="2050" spc="15">
                <a:latin typeface="Times New Roman"/>
                <a:cs typeface="Times New Roman"/>
              </a:rPr>
              <a:t>,</a:t>
            </a:r>
            <a:endParaRPr sz="2050">
              <a:latin typeface="Times New Roman"/>
              <a:cs typeface="Times New Roman"/>
            </a:endParaRPr>
          </a:p>
        </p:txBody>
      </p:sp>
      <p:grpSp>
        <p:nvGrpSpPr>
          <p:cNvPr id="24" name="object 24" descr=""/>
          <p:cNvGrpSpPr/>
          <p:nvPr/>
        </p:nvGrpSpPr>
        <p:grpSpPr>
          <a:xfrm>
            <a:off x="8592311" y="2598719"/>
            <a:ext cx="3281045" cy="1025525"/>
            <a:chOff x="8592311" y="2598719"/>
            <a:chExt cx="3281045" cy="1025525"/>
          </a:xfrm>
        </p:grpSpPr>
        <p:pic>
          <p:nvPicPr>
            <p:cNvPr id="25" name="object 25" descr=""/>
            <p:cNvPicPr/>
            <p:nvPr/>
          </p:nvPicPr>
          <p:blipFill>
            <a:blip r:embed="rId2" cstate="print"/>
            <a:stretch>
              <a:fillRect/>
            </a:stretch>
          </p:blipFill>
          <p:spPr>
            <a:xfrm>
              <a:off x="10890618" y="2598719"/>
              <a:ext cx="982203" cy="447234"/>
            </a:xfrm>
            <a:prstGeom prst="rect">
              <a:avLst/>
            </a:prstGeom>
          </p:spPr>
        </p:pic>
        <p:pic>
          <p:nvPicPr>
            <p:cNvPr id="26" name="object 26" descr=""/>
            <p:cNvPicPr/>
            <p:nvPr/>
          </p:nvPicPr>
          <p:blipFill>
            <a:blip r:embed="rId3" cstate="print"/>
            <a:stretch>
              <a:fillRect/>
            </a:stretch>
          </p:blipFill>
          <p:spPr>
            <a:xfrm>
              <a:off x="8592311" y="3076892"/>
              <a:ext cx="3261359" cy="106616"/>
            </a:xfrm>
            <a:prstGeom prst="rect">
              <a:avLst/>
            </a:prstGeom>
          </p:spPr>
        </p:pic>
        <p:sp>
          <p:nvSpPr>
            <p:cNvPr id="27" name="object 27" descr=""/>
            <p:cNvSpPr/>
            <p:nvPr/>
          </p:nvSpPr>
          <p:spPr>
            <a:xfrm>
              <a:off x="8634475" y="3113023"/>
              <a:ext cx="3168650" cy="635"/>
            </a:xfrm>
            <a:custGeom>
              <a:avLst/>
              <a:gdLst/>
              <a:ahLst/>
              <a:cxnLst/>
              <a:rect l="l" t="t" r="r" b="b"/>
              <a:pathLst>
                <a:path w="3168650" h="635">
                  <a:moveTo>
                    <a:pt x="0" y="0"/>
                  </a:moveTo>
                  <a:lnTo>
                    <a:pt x="3168650" y="126"/>
                  </a:lnTo>
                </a:path>
              </a:pathLst>
            </a:custGeom>
            <a:ln w="25400">
              <a:solidFill>
                <a:srgbClr val="FF09FF"/>
              </a:solidFill>
            </a:ln>
          </p:spPr>
          <p:txBody>
            <a:bodyPr wrap="square" lIns="0" tIns="0" rIns="0" bIns="0" rtlCol="0"/>
            <a:lstStyle/>
            <a:p/>
          </p:txBody>
        </p:sp>
        <p:sp>
          <p:nvSpPr>
            <p:cNvPr id="28" name="object 28" descr=""/>
            <p:cNvSpPr/>
            <p:nvPr/>
          </p:nvSpPr>
          <p:spPr>
            <a:xfrm>
              <a:off x="9986898" y="3113023"/>
              <a:ext cx="169545" cy="511175"/>
            </a:xfrm>
            <a:custGeom>
              <a:avLst/>
              <a:gdLst/>
              <a:ahLst/>
              <a:cxnLst/>
              <a:rect l="l" t="t" r="r" b="b"/>
              <a:pathLst>
                <a:path w="169545" h="511175">
                  <a:moveTo>
                    <a:pt x="45766" y="70811"/>
                  </a:moveTo>
                  <a:lnTo>
                    <a:pt x="27476" y="76010"/>
                  </a:lnTo>
                  <a:lnTo>
                    <a:pt x="150749" y="511048"/>
                  </a:lnTo>
                  <a:lnTo>
                    <a:pt x="169036" y="505840"/>
                  </a:lnTo>
                  <a:lnTo>
                    <a:pt x="45766" y="70811"/>
                  </a:lnTo>
                  <a:close/>
                </a:path>
                <a:path w="169545" h="511175">
                  <a:moveTo>
                    <a:pt x="15875" y="0"/>
                  </a:moveTo>
                  <a:lnTo>
                    <a:pt x="0" y="83820"/>
                  </a:lnTo>
                  <a:lnTo>
                    <a:pt x="27476" y="76010"/>
                  </a:lnTo>
                  <a:lnTo>
                    <a:pt x="24002" y="63753"/>
                  </a:lnTo>
                  <a:lnTo>
                    <a:pt x="42291" y="58547"/>
                  </a:lnTo>
                  <a:lnTo>
                    <a:pt x="69228" y="58547"/>
                  </a:lnTo>
                  <a:lnTo>
                    <a:pt x="15875" y="0"/>
                  </a:lnTo>
                  <a:close/>
                </a:path>
                <a:path w="169545" h="511175">
                  <a:moveTo>
                    <a:pt x="42291" y="58547"/>
                  </a:moveTo>
                  <a:lnTo>
                    <a:pt x="24002" y="63753"/>
                  </a:lnTo>
                  <a:lnTo>
                    <a:pt x="27476" y="76010"/>
                  </a:lnTo>
                  <a:lnTo>
                    <a:pt x="45766" y="70811"/>
                  </a:lnTo>
                  <a:lnTo>
                    <a:pt x="42291" y="58547"/>
                  </a:lnTo>
                  <a:close/>
                </a:path>
                <a:path w="169545" h="511175">
                  <a:moveTo>
                    <a:pt x="69228" y="58547"/>
                  </a:moveTo>
                  <a:lnTo>
                    <a:pt x="42291" y="58547"/>
                  </a:lnTo>
                  <a:lnTo>
                    <a:pt x="45766" y="70811"/>
                  </a:lnTo>
                  <a:lnTo>
                    <a:pt x="73278" y="62991"/>
                  </a:lnTo>
                  <a:lnTo>
                    <a:pt x="69228" y="58547"/>
                  </a:lnTo>
                  <a:close/>
                </a:path>
              </a:pathLst>
            </a:custGeom>
            <a:solidFill>
              <a:srgbClr val="40458B"/>
            </a:solidFill>
          </p:spPr>
          <p:txBody>
            <a:bodyPr wrap="square" lIns="0" tIns="0" rIns="0" bIns="0" rtlCol="0"/>
            <a:lstStyle/>
            <a:p/>
          </p:txBody>
        </p:sp>
      </p:grpSp>
      <p:sp>
        <p:nvSpPr>
          <p:cNvPr id="29" name="object 29" descr=""/>
          <p:cNvSpPr txBox="1"/>
          <p:nvPr/>
        </p:nvSpPr>
        <p:spPr>
          <a:xfrm>
            <a:off x="189077" y="3267836"/>
            <a:ext cx="3991610" cy="452120"/>
          </a:xfrm>
          <a:prstGeom prst="rect">
            <a:avLst/>
          </a:prstGeom>
        </p:spPr>
        <p:txBody>
          <a:bodyPr wrap="square" lIns="0" tIns="12065" rIns="0" bIns="0" rtlCol="0" vert="horz">
            <a:spAutoFit/>
          </a:bodyPr>
          <a:lstStyle/>
          <a:p>
            <a:pPr marL="469265" indent="-456565">
              <a:lnSpc>
                <a:spcPct val="100000"/>
              </a:lnSpc>
              <a:spcBef>
                <a:spcPts val="95"/>
              </a:spcBef>
              <a:buSzPct val="89285"/>
              <a:buFont typeface="Wingdings"/>
              <a:buChar char=""/>
              <a:tabLst>
                <a:tab pos="469265" algn="l"/>
              </a:tabLst>
            </a:pPr>
            <a:r>
              <a:rPr dirty="0" sz="2800" spc="-25">
                <a:solidFill>
                  <a:srgbClr val="40458B"/>
                </a:solidFill>
                <a:latin typeface="黑体"/>
                <a:cs typeface="黑体"/>
              </a:rPr>
              <a:t>流水线</a:t>
            </a:r>
            <a:r>
              <a:rPr dirty="0" sz="2400">
                <a:solidFill>
                  <a:srgbClr val="40458B"/>
                </a:solidFill>
                <a:latin typeface="黑体"/>
                <a:cs typeface="黑体"/>
              </a:rPr>
              <a:t>的</a:t>
            </a:r>
            <a:r>
              <a:rPr dirty="0" sz="2400">
                <a:solidFill>
                  <a:srgbClr val="D50092"/>
                </a:solidFill>
                <a:latin typeface="黑体"/>
                <a:cs typeface="黑体"/>
              </a:rPr>
              <a:t>最大吞吐率</a:t>
            </a:r>
            <a:r>
              <a:rPr dirty="0" sz="2400" spc="-25">
                <a:solidFill>
                  <a:srgbClr val="40458B"/>
                </a:solidFill>
                <a:latin typeface="黑体"/>
                <a:cs typeface="黑体"/>
              </a:rPr>
              <a:t>为：</a:t>
            </a:r>
            <a:endParaRPr sz="2400">
              <a:latin typeface="黑体"/>
              <a:cs typeface="黑体"/>
            </a:endParaRPr>
          </a:p>
        </p:txBody>
      </p:sp>
      <p:grpSp>
        <p:nvGrpSpPr>
          <p:cNvPr id="30" name="object 30" descr=""/>
          <p:cNvGrpSpPr/>
          <p:nvPr/>
        </p:nvGrpSpPr>
        <p:grpSpPr>
          <a:xfrm>
            <a:off x="3648075" y="4357687"/>
            <a:ext cx="3529329" cy="1090930"/>
            <a:chOff x="3648075" y="4357687"/>
            <a:chExt cx="3529329" cy="1090930"/>
          </a:xfrm>
        </p:grpSpPr>
        <p:sp>
          <p:nvSpPr>
            <p:cNvPr id="31" name="object 31" descr=""/>
            <p:cNvSpPr/>
            <p:nvPr/>
          </p:nvSpPr>
          <p:spPr>
            <a:xfrm>
              <a:off x="3648075" y="4357687"/>
              <a:ext cx="3529329" cy="1090930"/>
            </a:xfrm>
            <a:custGeom>
              <a:avLst/>
              <a:gdLst/>
              <a:ahLst/>
              <a:cxnLst/>
              <a:rect l="l" t="t" r="r" b="b"/>
              <a:pathLst>
                <a:path w="3529329" h="1090929">
                  <a:moveTo>
                    <a:pt x="3529076" y="0"/>
                  </a:moveTo>
                  <a:lnTo>
                    <a:pt x="0" y="0"/>
                  </a:lnTo>
                  <a:lnTo>
                    <a:pt x="0" y="1090612"/>
                  </a:lnTo>
                  <a:lnTo>
                    <a:pt x="3529076" y="1090612"/>
                  </a:lnTo>
                  <a:lnTo>
                    <a:pt x="3529076" y="0"/>
                  </a:lnTo>
                  <a:close/>
                </a:path>
              </a:pathLst>
            </a:custGeom>
            <a:solidFill>
              <a:srgbClr val="FFACFF"/>
            </a:solidFill>
          </p:spPr>
          <p:txBody>
            <a:bodyPr wrap="square" lIns="0" tIns="0" rIns="0" bIns="0" rtlCol="0"/>
            <a:lstStyle/>
            <a:p/>
          </p:txBody>
        </p:sp>
        <p:sp>
          <p:nvSpPr>
            <p:cNvPr id="32" name="object 32" descr=""/>
            <p:cNvSpPr/>
            <p:nvPr/>
          </p:nvSpPr>
          <p:spPr>
            <a:xfrm>
              <a:off x="4642268" y="4871637"/>
              <a:ext cx="2460625" cy="0"/>
            </a:xfrm>
            <a:custGeom>
              <a:avLst/>
              <a:gdLst/>
              <a:ahLst/>
              <a:cxnLst/>
              <a:rect l="l" t="t" r="r" b="b"/>
              <a:pathLst>
                <a:path w="2460625" h="0">
                  <a:moveTo>
                    <a:pt x="0" y="0"/>
                  </a:moveTo>
                  <a:lnTo>
                    <a:pt x="2460296" y="0"/>
                  </a:lnTo>
                </a:path>
              </a:pathLst>
            </a:custGeom>
            <a:ln w="18878">
              <a:solidFill>
                <a:srgbClr val="000000"/>
              </a:solidFill>
            </a:ln>
          </p:spPr>
          <p:txBody>
            <a:bodyPr wrap="square" lIns="0" tIns="0" rIns="0" bIns="0" rtlCol="0"/>
            <a:lstStyle/>
            <a:p/>
          </p:txBody>
        </p:sp>
      </p:grpSp>
      <p:sp>
        <p:nvSpPr>
          <p:cNvPr id="33" name="object 33" descr=""/>
          <p:cNvSpPr txBox="1"/>
          <p:nvPr/>
        </p:nvSpPr>
        <p:spPr>
          <a:xfrm>
            <a:off x="3987064" y="4830626"/>
            <a:ext cx="315595" cy="294640"/>
          </a:xfrm>
          <a:prstGeom prst="rect">
            <a:avLst/>
          </a:prstGeom>
        </p:spPr>
        <p:txBody>
          <a:bodyPr wrap="square" lIns="0" tIns="14604" rIns="0" bIns="0" rtlCol="0" vert="horz">
            <a:spAutoFit/>
          </a:bodyPr>
          <a:lstStyle/>
          <a:p>
            <a:pPr>
              <a:lnSpc>
                <a:spcPct val="100000"/>
              </a:lnSpc>
              <a:spcBef>
                <a:spcPts val="114"/>
              </a:spcBef>
            </a:pPr>
            <a:r>
              <a:rPr dirty="0" sz="1750" spc="-200">
                <a:latin typeface="Times New Roman"/>
                <a:cs typeface="Times New Roman"/>
              </a:rPr>
              <a:t>max</a:t>
            </a:r>
            <a:endParaRPr sz="1750">
              <a:latin typeface="Times New Roman"/>
              <a:cs typeface="Times New Roman"/>
            </a:endParaRPr>
          </a:p>
        </p:txBody>
      </p:sp>
      <p:sp>
        <p:nvSpPr>
          <p:cNvPr id="34" name="object 34" descr=""/>
          <p:cNvSpPr txBox="1"/>
          <p:nvPr/>
        </p:nvSpPr>
        <p:spPr>
          <a:xfrm>
            <a:off x="5795833" y="4325431"/>
            <a:ext cx="168275" cy="490220"/>
          </a:xfrm>
          <a:prstGeom prst="rect">
            <a:avLst/>
          </a:prstGeom>
        </p:spPr>
        <p:txBody>
          <a:bodyPr wrap="square" lIns="0" tIns="12065" rIns="0" bIns="0" rtlCol="0" vert="horz">
            <a:spAutoFit/>
          </a:bodyPr>
          <a:lstStyle/>
          <a:p>
            <a:pPr>
              <a:lnSpc>
                <a:spcPct val="100000"/>
              </a:lnSpc>
              <a:spcBef>
                <a:spcPts val="95"/>
              </a:spcBef>
            </a:pPr>
            <a:r>
              <a:rPr dirty="0" sz="3050" spc="-355">
                <a:latin typeface="Times New Roman"/>
                <a:cs typeface="Times New Roman"/>
              </a:rPr>
              <a:t>1</a:t>
            </a:r>
            <a:endParaRPr sz="3050">
              <a:latin typeface="Times New Roman"/>
              <a:cs typeface="Times New Roman"/>
            </a:endParaRPr>
          </a:p>
        </p:txBody>
      </p:sp>
      <p:sp>
        <p:nvSpPr>
          <p:cNvPr id="35" name="object 35" descr=""/>
          <p:cNvSpPr txBox="1"/>
          <p:nvPr/>
        </p:nvSpPr>
        <p:spPr>
          <a:xfrm>
            <a:off x="6858989" y="5132282"/>
            <a:ext cx="92710" cy="294640"/>
          </a:xfrm>
          <a:prstGeom prst="rect">
            <a:avLst/>
          </a:prstGeom>
        </p:spPr>
        <p:txBody>
          <a:bodyPr wrap="square" lIns="0" tIns="14604" rIns="0" bIns="0" rtlCol="0" vert="horz">
            <a:spAutoFit/>
          </a:bodyPr>
          <a:lstStyle/>
          <a:p>
            <a:pPr>
              <a:lnSpc>
                <a:spcPct val="100000"/>
              </a:lnSpc>
              <a:spcBef>
                <a:spcPts val="114"/>
              </a:spcBef>
            </a:pPr>
            <a:r>
              <a:rPr dirty="0" sz="1750" spc="-95" i="1">
                <a:latin typeface="Times New Roman"/>
                <a:cs typeface="Times New Roman"/>
              </a:rPr>
              <a:t>k</a:t>
            </a:r>
            <a:endParaRPr sz="1750">
              <a:latin typeface="Times New Roman"/>
              <a:cs typeface="Times New Roman"/>
            </a:endParaRPr>
          </a:p>
        </p:txBody>
      </p:sp>
      <p:sp>
        <p:nvSpPr>
          <p:cNvPr id="36" name="object 36" descr=""/>
          <p:cNvSpPr txBox="1"/>
          <p:nvPr/>
        </p:nvSpPr>
        <p:spPr>
          <a:xfrm>
            <a:off x="3675269" y="4568304"/>
            <a:ext cx="906780" cy="490220"/>
          </a:xfrm>
          <a:prstGeom prst="rect">
            <a:avLst/>
          </a:prstGeom>
        </p:spPr>
        <p:txBody>
          <a:bodyPr wrap="square" lIns="0" tIns="12065" rIns="0" bIns="0" rtlCol="0" vert="horz">
            <a:spAutoFit/>
          </a:bodyPr>
          <a:lstStyle/>
          <a:p>
            <a:pPr>
              <a:lnSpc>
                <a:spcPct val="100000"/>
              </a:lnSpc>
              <a:spcBef>
                <a:spcPts val="95"/>
              </a:spcBef>
              <a:tabLst>
                <a:tab pos="722630" algn="l"/>
              </a:tabLst>
            </a:pPr>
            <a:r>
              <a:rPr dirty="0" sz="3050" spc="-385" i="1">
                <a:latin typeface="Times New Roman"/>
                <a:cs typeface="Times New Roman"/>
              </a:rPr>
              <a:t>TP</a:t>
            </a:r>
            <a:r>
              <a:rPr dirty="0" sz="3050" i="1">
                <a:latin typeface="Times New Roman"/>
                <a:cs typeface="Times New Roman"/>
              </a:rPr>
              <a:t>	</a:t>
            </a:r>
            <a:r>
              <a:rPr dirty="0" sz="3050" spc="-385">
                <a:latin typeface="Symbol"/>
                <a:cs typeface="Symbol"/>
              </a:rPr>
              <a:t></a:t>
            </a:r>
            <a:endParaRPr sz="3050">
              <a:latin typeface="Symbol"/>
              <a:cs typeface="Symbol"/>
            </a:endParaRPr>
          </a:p>
        </p:txBody>
      </p:sp>
      <p:sp>
        <p:nvSpPr>
          <p:cNvPr id="37" name="object 37" descr=""/>
          <p:cNvSpPr txBox="1"/>
          <p:nvPr/>
        </p:nvSpPr>
        <p:spPr>
          <a:xfrm>
            <a:off x="4623777" y="4869950"/>
            <a:ext cx="2505075" cy="490220"/>
          </a:xfrm>
          <a:prstGeom prst="rect">
            <a:avLst/>
          </a:prstGeom>
        </p:spPr>
        <p:txBody>
          <a:bodyPr wrap="square" lIns="0" tIns="12065" rIns="0" bIns="0" rtlCol="0" vert="horz">
            <a:spAutoFit/>
          </a:bodyPr>
          <a:lstStyle/>
          <a:p>
            <a:pPr marL="38100">
              <a:lnSpc>
                <a:spcPct val="100000"/>
              </a:lnSpc>
              <a:spcBef>
                <a:spcPts val="95"/>
              </a:spcBef>
              <a:tabLst>
                <a:tab pos="1957070" algn="l"/>
              </a:tabLst>
            </a:pPr>
            <a:r>
              <a:rPr dirty="0" sz="3050" spc="-280">
                <a:latin typeface="Times New Roman"/>
                <a:cs typeface="Times New Roman"/>
              </a:rPr>
              <a:t>max(</a:t>
            </a:r>
            <a:r>
              <a:rPr dirty="0" sz="3050" spc="-280">
                <a:latin typeface="Symbol"/>
                <a:cs typeface="Symbol"/>
              </a:rPr>
              <a:t></a:t>
            </a:r>
            <a:r>
              <a:rPr dirty="0" sz="3050" spc="-280" i="1">
                <a:latin typeface="Times New Roman"/>
                <a:cs typeface="Times New Roman"/>
              </a:rPr>
              <a:t>t</a:t>
            </a:r>
            <a:r>
              <a:rPr dirty="0" baseline="-25396" sz="2625" spc="-419">
                <a:latin typeface="Times New Roman"/>
                <a:cs typeface="Times New Roman"/>
              </a:rPr>
              <a:t>1</a:t>
            </a:r>
            <a:r>
              <a:rPr dirty="0" sz="3050" spc="-280">
                <a:latin typeface="Times New Roman"/>
                <a:cs typeface="Times New Roman"/>
              </a:rPr>
              <a:t>,</a:t>
            </a:r>
            <a:r>
              <a:rPr dirty="0" sz="3050" spc="-445">
                <a:latin typeface="Times New Roman"/>
                <a:cs typeface="Times New Roman"/>
              </a:rPr>
              <a:t> </a:t>
            </a:r>
            <a:r>
              <a:rPr dirty="0" sz="3050" spc="-240">
                <a:latin typeface="Symbol"/>
                <a:cs typeface="Symbol"/>
              </a:rPr>
              <a:t></a:t>
            </a:r>
            <a:r>
              <a:rPr dirty="0" sz="3050" spc="-240" i="1">
                <a:latin typeface="Times New Roman"/>
                <a:cs typeface="Times New Roman"/>
              </a:rPr>
              <a:t>t</a:t>
            </a:r>
            <a:r>
              <a:rPr dirty="0" baseline="-25396" sz="2625" spc="-359">
                <a:latin typeface="Times New Roman"/>
                <a:cs typeface="Times New Roman"/>
              </a:rPr>
              <a:t>2</a:t>
            </a:r>
            <a:r>
              <a:rPr dirty="0" baseline="-25396" sz="2625" spc="-307">
                <a:latin typeface="Times New Roman"/>
                <a:cs typeface="Times New Roman"/>
              </a:rPr>
              <a:t> </a:t>
            </a:r>
            <a:r>
              <a:rPr dirty="0" sz="3050" spc="-60">
                <a:latin typeface="Times New Roman"/>
                <a:cs typeface="Times New Roman"/>
              </a:rPr>
              <a:t>,</a:t>
            </a:r>
            <a:r>
              <a:rPr dirty="0" sz="3050">
                <a:latin typeface="Times New Roman"/>
                <a:cs typeface="Times New Roman"/>
              </a:rPr>
              <a:t>	</a:t>
            </a:r>
            <a:r>
              <a:rPr dirty="0" sz="3050" spc="-285">
                <a:latin typeface="Symbol"/>
                <a:cs typeface="Symbol"/>
              </a:rPr>
              <a:t></a:t>
            </a:r>
            <a:r>
              <a:rPr dirty="0" sz="3050" spc="-285" i="1">
                <a:latin typeface="Times New Roman"/>
                <a:cs typeface="Times New Roman"/>
              </a:rPr>
              <a:t>t</a:t>
            </a:r>
            <a:r>
              <a:rPr dirty="0" sz="3050" spc="270" i="1">
                <a:latin typeface="Times New Roman"/>
                <a:cs typeface="Times New Roman"/>
              </a:rPr>
              <a:t> </a:t>
            </a:r>
            <a:r>
              <a:rPr dirty="0" sz="3050" spc="-50">
                <a:latin typeface="Times New Roman"/>
                <a:cs typeface="Times New Roman"/>
              </a:rPr>
              <a:t>)</a:t>
            </a:r>
            <a:endParaRPr sz="3050">
              <a:latin typeface="Times New Roman"/>
              <a:cs typeface="Times New Roman"/>
            </a:endParaRPr>
          </a:p>
        </p:txBody>
      </p:sp>
      <p:pic>
        <p:nvPicPr>
          <p:cNvPr id="38" name="object 38" descr=""/>
          <p:cNvPicPr/>
          <p:nvPr/>
        </p:nvPicPr>
        <p:blipFill>
          <a:blip r:embed="rId4" cstate="print"/>
          <a:stretch>
            <a:fillRect/>
          </a:stretch>
        </p:blipFill>
        <p:spPr>
          <a:xfrm>
            <a:off x="6250559" y="4824650"/>
            <a:ext cx="926464" cy="623649"/>
          </a:xfrm>
          <a:prstGeom prst="rect">
            <a:avLst/>
          </a:prstGeom>
        </p:spPr>
      </p:pic>
      <p:sp>
        <p:nvSpPr>
          <p:cNvPr id="39" name="object 39" descr=""/>
          <p:cNvSpPr txBox="1"/>
          <p:nvPr/>
        </p:nvSpPr>
        <p:spPr>
          <a:xfrm>
            <a:off x="7471029" y="4653483"/>
            <a:ext cx="2204085" cy="331470"/>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FF5CFF"/>
                </a:solidFill>
                <a:latin typeface="黑体"/>
                <a:cs typeface="黑体"/>
              </a:rPr>
              <a:t>当</a:t>
            </a:r>
            <a:r>
              <a:rPr dirty="0" sz="2000" spc="-10">
                <a:solidFill>
                  <a:srgbClr val="FF5CFF"/>
                </a:solidFill>
                <a:latin typeface="Tahoma"/>
                <a:cs typeface="Tahoma"/>
              </a:rPr>
              <a:t>n</a:t>
            </a:r>
            <a:r>
              <a:rPr dirty="0" sz="2000" spc="-20">
                <a:solidFill>
                  <a:srgbClr val="FF5CFF"/>
                </a:solidFill>
                <a:latin typeface="黑体"/>
                <a:cs typeface="黑体"/>
              </a:rPr>
              <a:t>趋向于无穷大时</a:t>
            </a:r>
            <a:endParaRPr sz="2000">
              <a:latin typeface="黑体"/>
              <a:cs typeface="黑体"/>
            </a:endParaRPr>
          </a:p>
        </p:txBody>
      </p:sp>
      <p:sp>
        <p:nvSpPr>
          <p:cNvPr id="40" name="object 40" descr=""/>
          <p:cNvSpPr txBox="1"/>
          <p:nvPr/>
        </p:nvSpPr>
        <p:spPr>
          <a:xfrm>
            <a:off x="270763" y="4587366"/>
            <a:ext cx="271145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FF5CFF"/>
                </a:solidFill>
                <a:latin typeface="Tahoma"/>
                <a:cs typeface="Tahoma"/>
              </a:rPr>
              <a:t>1</a:t>
            </a:r>
            <a:r>
              <a:rPr dirty="0" sz="2000" spc="-10">
                <a:solidFill>
                  <a:srgbClr val="FF5CFF"/>
                </a:solidFill>
                <a:latin typeface="黑体"/>
                <a:cs typeface="黑体"/>
              </a:rPr>
              <a:t>、流水线各段时间不等</a:t>
            </a:r>
            <a:endParaRPr sz="2000">
              <a:latin typeface="黑体"/>
              <a:cs typeface="黑体"/>
            </a:endParaRPr>
          </a:p>
        </p:txBody>
      </p:sp>
      <p:sp>
        <p:nvSpPr>
          <p:cNvPr id="41" name="object 41" descr=""/>
          <p:cNvSpPr txBox="1"/>
          <p:nvPr/>
        </p:nvSpPr>
        <p:spPr>
          <a:xfrm>
            <a:off x="339039" y="6095796"/>
            <a:ext cx="271145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E14B04"/>
                </a:solidFill>
                <a:latin typeface="Tahoma"/>
                <a:cs typeface="Tahoma"/>
              </a:rPr>
              <a:t>2</a:t>
            </a:r>
            <a:r>
              <a:rPr dirty="0" sz="2000" spc="-10">
                <a:solidFill>
                  <a:srgbClr val="E14B04"/>
                </a:solidFill>
                <a:latin typeface="黑体"/>
                <a:cs typeface="黑体"/>
              </a:rPr>
              <a:t>、流水线各段时间相等</a:t>
            </a:r>
            <a:endParaRPr sz="2000">
              <a:latin typeface="黑体"/>
              <a:cs typeface="黑体"/>
            </a:endParaRPr>
          </a:p>
        </p:txBody>
      </p:sp>
      <p:sp>
        <p:nvSpPr>
          <p:cNvPr id="42" name="object 42" descr=""/>
          <p:cNvSpPr txBox="1"/>
          <p:nvPr/>
        </p:nvSpPr>
        <p:spPr>
          <a:xfrm>
            <a:off x="4047385" y="6116245"/>
            <a:ext cx="434975" cy="222885"/>
          </a:xfrm>
          <a:prstGeom prst="rect">
            <a:avLst/>
          </a:prstGeom>
        </p:spPr>
        <p:txBody>
          <a:bodyPr wrap="square" lIns="0" tIns="12065" rIns="0" bIns="0" rtlCol="0" vert="horz">
            <a:spAutoFit/>
          </a:bodyPr>
          <a:lstStyle/>
          <a:p>
            <a:pPr>
              <a:lnSpc>
                <a:spcPct val="100000"/>
              </a:lnSpc>
              <a:spcBef>
                <a:spcPts val="95"/>
              </a:spcBef>
            </a:pPr>
            <a:r>
              <a:rPr dirty="0" sz="1300" spc="330">
                <a:latin typeface="Times New Roman"/>
                <a:cs typeface="Times New Roman"/>
              </a:rPr>
              <a:t>max</a:t>
            </a:r>
            <a:endParaRPr sz="1300">
              <a:latin typeface="Times New Roman"/>
              <a:cs typeface="Times New Roman"/>
            </a:endParaRPr>
          </a:p>
        </p:txBody>
      </p:sp>
      <p:sp>
        <p:nvSpPr>
          <p:cNvPr id="43" name="object 43" descr=""/>
          <p:cNvSpPr txBox="1"/>
          <p:nvPr/>
        </p:nvSpPr>
        <p:spPr>
          <a:xfrm>
            <a:off x="3612660" y="5923282"/>
            <a:ext cx="1258570" cy="366395"/>
          </a:xfrm>
          <a:prstGeom prst="rect">
            <a:avLst/>
          </a:prstGeom>
        </p:spPr>
        <p:txBody>
          <a:bodyPr wrap="square" lIns="0" tIns="17145" rIns="0" bIns="0" rtlCol="0" vert="horz">
            <a:spAutoFit/>
          </a:bodyPr>
          <a:lstStyle/>
          <a:p>
            <a:pPr>
              <a:lnSpc>
                <a:spcPct val="100000"/>
              </a:lnSpc>
              <a:spcBef>
                <a:spcPts val="135"/>
              </a:spcBef>
              <a:tabLst>
                <a:tab pos="1008380" algn="l"/>
              </a:tabLst>
            </a:pPr>
            <a:r>
              <a:rPr dirty="0" sz="2200" spc="670" i="1">
                <a:latin typeface="Times New Roman"/>
                <a:cs typeface="Times New Roman"/>
              </a:rPr>
              <a:t>TP</a:t>
            </a:r>
            <a:r>
              <a:rPr dirty="0" sz="2200" i="1">
                <a:latin typeface="Times New Roman"/>
                <a:cs typeface="Times New Roman"/>
              </a:rPr>
              <a:t>	</a:t>
            </a:r>
            <a:r>
              <a:rPr dirty="0" sz="2200" spc="600">
                <a:latin typeface="Symbol"/>
                <a:cs typeface="Symbol"/>
              </a:rPr>
              <a:t></a:t>
            </a:r>
            <a:endParaRPr sz="2200">
              <a:latin typeface="Symbol"/>
              <a:cs typeface="Symbol"/>
            </a:endParaRPr>
          </a:p>
        </p:txBody>
      </p:sp>
      <p:sp>
        <p:nvSpPr>
          <p:cNvPr id="44" name="object 44" descr=""/>
          <p:cNvSpPr txBox="1"/>
          <p:nvPr/>
        </p:nvSpPr>
        <p:spPr>
          <a:xfrm>
            <a:off x="4988561" y="5686802"/>
            <a:ext cx="393700" cy="824230"/>
          </a:xfrm>
          <a:prstGeom prst="rect">
            <a:avLst/>
          </a:prstGeom>
        </p:spPr>
        <p:txBody>
          <a:bodyPr wrap="square" lIns="0" tIns="75565" rIns="0" bIns="0" rtlCol="0" vert="horz">
            <a:spAutoFit/>
          </a:bodyPr>
          <a:lstStyle/>
          <a:p>
            <a:pPr marL="89535">
              <a:lnSpc>
                <a:spcPct val="100000"/>
              </a:lnSpc>
              <a:spcBef>
                <a:spcPts val="595"/>
              </a:spcBef>
            </a:pPr>
            <a:r>
              <a:rPr dirty="0" sz="2200" spc="540">
                <a:latin typeface="Times New Roman"/>
                <a:cs typeface="Times New Roman"/>
              </a:rPr>
              <a:t>1</a:t>
            </a:r>
            <a:endParaRPr sz="2200">
              <a:latin typeface="Times New Roman"/>
              <a:cs typeface="Times New Roman"/>
            </a:endParaRPr>
          </a:p>
          <a:p>
            <a:pPr>
              <a:lnSpc>
                <a:spcPct val="100000"/>
              </a:lnSpc>
              <a:spcBef>
                <a:spcPts val="505"/>
              </a:spcBef>
            </a:pPr>
            <a:r>
              <a:rPr dirty="0" sz="2200" spc="484">
                <a:latin typeface="Symbol"/>
                <a:cs typeface="Symbol"/>
              </a:rPr>
              <a:t></a:t>
            </a:r>
            <a:r>
              <a:rPr dirty="0" sz="2200" spc="484" i="1">
                <a:latin typeface="Times New Roman"/>
                <a:cs typeface="Times New Roman"/>
              </a:rPr>
              <a:t>t</a:t>
            </a:r>
            <a:endParaRPr sz="2200">
              <a:latin typeface="Times New Roman"/>
              <a:cs typeface="Times New Roman"/>
            </a:endParaRPr>
          </a:p>
        </p:txBody>
      </p:sp>
      <p:sp>
        <p:nvSpPr>
          <p:cNvPr id="45" name="object 45" descr=""/>
          <p:cNvSpPr txBox="1"/>
          <p:nvPr/>
        </p:nvSpPr>
        <p:spPr>
          <a:xfrm>
            <a:off x="9511410" y="3574160"/>
            <a:ext cx="2180590" cy="330835"/>
          </a:xfrm>
          <a:prstGeom prst="rect">
            <a:avLst/>
          </a:prstGeom>
        </p:spPr>
        <p:txBody>
          <a:bodyPr wrap="square" lIns="0" tIns="13335" rIns="0" bIns="0" rtlCol="0" vert="horz">
            <a:spAutoFit/>
          </a:bodyPr>
          <a:lstStyle/>
          <a:p>
            <a:pPr marL="12700">
              <a:lnSpc>
                <a:spcPct val="100000"/>
              </a:lnSpc>
              <a:spcBef>
                <a:spcPts val="105"/>
              </a:spcBef>
            </a:pPr>
            <a:r>
              <a:rPr dirty="0" sz="2000" spc="-10">
                <a:solidFill>
                  <a:srgbClr val="E14B04"/>
                </a:solidFill>
                <a:latin typeface="Tahoma"/>
                <a:cs typeface="Tahoma"/>
              </a:rPr>
              <a:t>n-1</a:t>
            </a:r>
            <a:r>
              <a:rPr dirty="0" sz="2000" spc="-15">
                <a:solidFill>
                  <a:srgbClr val="E14B04"/>
                </a:solidFill>
                <a:latin typeface="黑体"/>
                <a:cs typeface="黑体"/>
              </a:rPr>
              <a:t>个任务所需时间</a:t>
            </a:r>
            <a:endParaRPr sz="2000">
              <a:latin typeface="黑体"/>
              <a:cs typeface="黑体"/>
            </a:endParaRPr>
          </a:p>
        </p:txBody>
      </p:sp>
      <p:sp>
        <p:nvSpPr>
          <p:cNvPr id="46" name="object 46" descr=""/>
          <p:cNvSpPr txBox="1"/>
          <p:nvPr/>
        </p:nvSpPr>
        <p:spPr>
          <a:xfrm>
            <a:off x="6010402" y="5932119"/>
            <a:ext cx="2567940"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FF0000"/>
                </a:solidFill>
                <a:latin typeface="黑体"/>
                <a:cs typeface="黑体"/>
              </a:rPr>
              <a:t>对比两种情况，发现？</a:t>
            </a:r>
            <a:endParaRPr sz="2000">
              <a:latin typeface="黑体"/>
              <a:cs typeface="黑体"/>
            </a:endParaRPr>
          </a:p>
        </p:txBody>
      </p:sp>
      <p:grpSp>
        <p:nvGrpSpPr>
          <p:cNvPr id="47" name="object 47" descr=""/>
          <p:cNvGrpSpPr/>
          <p:nvPr/>
        </p:nvGrpSpPr>
        <p:grpSpPr>
          <a:xfrm>
            <a:off x="7437018" y="3278251"/>
            <a:ext cx="777875" cy="466725"/>
            <a:chOff x="7437018" y="3278251"/>
            <a:chExt cx="777875" cy="466725"/>
          </a:xfrm>
        </p:grpSpPr>
        <p:pic>
          <p:nvPicPr>
            <p:cNvPr id="48" name="object 48" descr=""/>
            <p:cNvPicPr/>
            <p:nvPr/>
          </p:nvPicPr>
          <p:blipFill>
            <a:blip r:embed="rId5" cstate="print"/>
            <a:stretch>
              <a:fillRect/>
            </a:stretch>
          </p:blipFill>
          <p:spPr>
            <a:xfrm>
              <a:off x="7437018" y="3297613"/>
              <a:ext cx="777670" cy="88847"/>
            </a:xfrm>
            <a:prstGeom prst="rect">
              <a:avLst/>
            </a:prstGeom>
          </p:spPr>
        </p:pic>
        <p:sp>
          <p:nvSpPr>
            <p:cNvPr id="49" name="object 49" descr=""/>
            <p:cNvSpPr/>
            <p:nvPr/>
          </p:nvSpPr>
          <p:spPr>
            <a:xfrm>
              <a:off x="7470775" y="3324225"/>
              <a:ext cx="720725" cy="0"/>
            </a:xfrm>
            <a:custGeom>
              <a:avLst/>
              <a:gdLst/>
              <a:ahLst/>
              <a:cxnLst/>
              <a:rect l="l" t="t" r="r" b="b"/>
              <a:pathLst>
                <a:path w="720725" h="0">
                  <a:moveTo>
                    <a:pt x="0" y="0"/>
                  </a:moveTo>
                  <a:lnTo>
                    <a:pt x="720725" y="0"/>
                  </a:lnTo>
                </a:path>
              </a:pathLst>
            </a:custGeom>
            <a:ln w="25400">
              <a:solidFill>
                <a:srgbClr val="FF0000"/>
              </a:solidFill>
            </a:ln>
          </p:spPr>
          <p:txBody>
            <a:bodyPr wrap="square" lIns="0" tIns="0" rIns="0" bIns="0" rtlCol="0"/>
            <a:lstStyle/>
            <a:p/>
          </p:txBody>
        </p:sp>
        <p:sp>
          <p:nvSpPr>
            <p:cNvPr id="50" name="object 50" descr=""/>
            <p:cNvSpPr/>
            <p:nvPr/>
          </p:nvSpPr>
          <p:spPr>
            <a:xfrm>
              <a:off x="7855966" y="3278251"/>
              <a:ext cx="165735" cy="466725"/>
            </a:xfrm>
            <a:custGeom>
              <a:avLst/>
              <a:gdLst/>
              <a:ahLst/>
              <a:cxnLst/>
              <a:rect l="l" t="t" r="r" b="b"/>
              <a:pathLst>
                <a:path w="165734" h="466725">
                  <a:moveTo>
                    <a:pt x="43886" y="70390"/>
                  </a:moveTo>
                  <a:lnTo>
                    <a:pt x="28764" y="75061"/>
                  </a:lnTo>
                  <a:lnTo>
                    <a:pt x="150240" y="466471"/>
                  </a:lnTo>
                  <a:lnTo>
                    <a:pt x="165353" y="461772"/>
                  </a:lnTo>
                  <a:lnTo>
                    <a:pt x="43886" y="70390"/>
                  </a:lnTo>
                  <a:close/>
                </a:path>
                <a:path w="165734" h="466725">
                  <a:moveTo>
                    <a:pt x="13715" y="0"/>
                  </a:moveTo>
                  <a:lnTo>
                    <a:pt x="0" y="83947"/>
                  </a:lnTo>
                  <a:lnTo>
                    <a:pt x="28764" y="75061"/>
                  </a:lnTo>
                  <a:lnTo>
                    <a:pt x="25018" y="62991"/>
                  </a:lnTo>
                  <a:lnTo>
                    <a:pt x="40131" y="58293"/>
                  </a:lnTo>
                  <a:lnTo>
                    <a:pt x="69720" y="58293"/>
                  </a:lnTo>
                  <a:lnTo>
                    <a:pt x="13715" y="0"/>
                  </a:lnTo>
                  <a:close/>
                </a:path>
                <a:path w="165734" h="466725">
                  <a:moveTo>
                    <a:pt x="40131" y="58293"/>
                  </a:moveTo>
                  <a:lnTo>
                    <a:pt x="25018" y="62991"/>
                  </a:lnTo>
                  <a:lnTo>
                    <a:pt x="28764" y="75061"/>
                  </a:lnTo>
                  <a:lnTo>
                    <a:pt x="43886" y="70390"/>
                  </a:lnTo>
                  <a:lnTo>
                    <a:pt x="40131" y="58293"/>
                  </a:lnTo>
                  <a:close/>
                </a:path>
                <a:path w="165734" h="466725">
                  <a:moveTo>
                    <a:pt x="69720" y="58293"/>
                  </a:moveTo>
                  <a:lnTo>
                    <a:pt x="40131" y="58293"/>
                  </a:lnTo>
                  <a:lnTo>
                    <a:pt x="43886" y="70390"/>
                  </a:lnTo>
                  <a:lnTo>
                    <a:pt x="72770" y="61468"/>
                  </a:lnTo>
                  <a:lnTo>
                    <a:pt x="69720" y="58293"/>
                  </a:lnTo>
                  <a:close/>
                </a:path>
              </a:pathLst>
            </a:custGeom>
            <a:solidFill>
              <a:srgbClr val="40458B"/>
            </a:solidFill>
          </p:spPr>
          <p:txBody>
            <a:bodyPr wrap="square" lIns="0" tIns="0" rIns="0" bIns="0" rtlCol="0"/>
            <a:lstStyle/>
            <a:p/>
          </p:txBody>
        </p:sp>
      </p:grpSp>
      <p:sp>
        <p:nvSpPr>
          <p:cNvPr id="51" name="object 51" descr=""/>
          <p:cNvSpPr txBox="1"/>
          <p:nvPr/>
        </p:nvSpPr>
        <p:spPr>
          <a:xfrm>
            <a:off x="6615176" y="3583685"/>
            <a:ext cx="2313305" cy="330835"/>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006FC0"/>
                </a:solidFill>
                <a:latin typeface="黑体"/>
                <a:cs typeface="黑体"/>
              </a:rPr>
              <a:t>第一个任务所需时间</a:t>
            </a:r>
            <a:endParaRPr sz="2000">
              <a:latin typeface="黑体"/>
              <a:cs typeface="黑体"/>
            </a:endParaRPr>
          </a:p>
        </p:txBody>
      </p:sp>
      <p:sp>
        <p:nvSpPr>
          <p:cNvPr id="52" name="object 52" descr=""/>
          <p:cNvSpPr txBox="1"/>
          <p:nvPr/>
        </p:nvSpPr>
        <p:spPr>
          <a:xfrm>
            <a:off x="8892031" y="5732170"/>
            <a:ext cx="3328035" cy="330835"/>
          </a:xfrm>
          <a:prstGeom prst="rect">
            <a:avLst/>
          </a:prstGeom>
        </p:spPr>
        <p:txBody>
          <a:bodyPr wrap="square" lIns="0" tIns="12700" rIns="0" bIns="0" rtlCol="0" vert="horz">
            <a:spAutoFit/>
          </a:bodyPr>
          <a:lstStyle/>
          <a:p>
            <a:pPr marL="12700">
              <a:lnSpc>
                <a:spcPct val="100000"/>
              </a:lnSpc>
              <a:spcBef>
                <a:spcPts val="100"/>
              </a:spcBef>
            </a:pPr>
            <a:r>
              <a:rPr dirty="0" sz="2000" spc="-20">
                <a:solidFill>
                  <a:srgbClr val="FF0000"/>
                </a:solidFill>
                <a:latin typeface="黑体"/>
                <a:cs typeface="黑体"/>
              </a:rPr>
              <a:t>流水线的最大吞吐率与实际吞</a:t>
            </a:r>
            <a:endParaRPr sz="2000">
              <a:latin typeface="黑体"/>
              <a:cs typeface="黑体"/>
            </a:endParaRPr>
          </a:p>
        </p:txBody>
      </p:sp>
      <p:sp>
        <p:nvSpPr>
          <p:cNvPr id="53" name="object 53" descr=""/>
          <p:cNvSpPr txBox="1"/>
          <p:nvPr/>
        </p:nvSpPr>
        <p:spPr>
          <a:xfrm>
            <a:off x="8892031" y="6067450"/>
            <a:ext cx="2313305"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FF0000"/>
                </a:solidFill>
                <a:latin typeface="黑体"/>
                <a:cs typeface="黑体"/>
              </a:rPr>
              <a:t>吐率由最长的段决定</a:t>
            </a:r>
            <a:endParaRPr sz="2000">
              <a:latin typeface="黑体"/>
              <a:cs typeface="黑体"/>
            </a:endParaRPr>
          </a:p>
        </p:txBody>
      </p:sp>
      <p:grpSp>
        <p:nvGrpSpPr>
          <p:cNvPr id="54" name="object 54" descr=""/>
          <p:cNvGrpSpPr/>
          <p:nvPr/>
        </p:nvGrpSpPr>
        <p:grpSpPr>
          <a:xfrm>
            <a:off x="8467788" y="6017209"/>
            <a:ext cx="349250" cy="141605"/>
            <a:chOff x="8467788" y="6017209"/>
            <a:chExt cx="349250" cy="141605"/>
          </a:xfrm>
        </p:grpSpPr>
        <p:sp>
          <p:nvSpPr>
            <p:cNvPr id="55" name="object 55" descr=""/>
            <p:cNvSpPr/>
            <p:nvPr/>
          </p:nvSpPr>
          <p:spPr>
            <a:xfrm>
              <a:off x="8472551" y="6021971"/>
              <a:ext cx="339725" cy="132080"/>
            </a:xfrm>
            <a:custGeom>
              <a:avLst/>
              <a:gdLst/>
              <a:ahLst/>
              <a:cxnLst/>
              <a:rect l="l" t="t" r="r" b="b"/>
              <a:pathLst>
                <a:path w="339725" h="132079">
                  <a:moveTo>
                    <a:pt x="273557" y="0"/>
                  </a:moveTo>
                  <a:lnTo>
                    <a:pt x="273557" y="32905"/>
                  </a:lnTo>
                  <a:lnTo>
                    <a:pt x="0" y="32905"/>
                  </a:lnTo>
                  <a:lnTo>
                    <a:pt x="0" y="98717"/>
                  </a:lnTo>
                  <a:lnTo>
                    <a:pt x="273557" y="98717"/>
                  </a:lnTo>
                  <a:lnTo>
                    <a:pt x="273557" y="131622"/>
                  </a:lnTo>
                  <a:lnTo>
                    <a:pt x="339344" y="65811"/>
                  </a:lnTo>
                  <a:lnTo>
                    <a:pt x="273557" y="0"/>
                  </a:lnTo>
                  <a:close/>
                </a:path>
              </a:pathLst>
            </a:custGeom>
            <a:solidFill>
              <a:srgbClr val="EBD782"/>
            </a:solidFill>
          </p:spPr>
          <p:txBody>
            <a:bodyPr wrap="square" lIns="0" tIns="0" rIns="0" bIns="0" rtlCol="0"/>
            <a:lstStyle/>
            <a:p/>
          </p:txBody>
        </p:sp>
        <p:sp>
          <p:nvSpPr>
            <p:cNvPr id="56" name="object 56" descr=""/>
            <p:cNvSpPr/>
            <p:nvPr/>
          </p:nvSpPr>
          <p:spPr>
            <a:xfrm>
              <a:off x="8472551" y="6021971"/>
              <a:ext cx="339725" cy="132080"/>
            </a:xfrm>
            <a:custGeom>
              <a:avLst/>
              <a:gdLst/>
              <a:ahLst/>
              <a:cxnLst/>
              <a:rect l="l" t="t" r="r" b="b"/>
              <a:pathLst>
                <a:path w="339725" h="132079">
                  <a:moveTo>
                    <a:pt x="0" y="32905"/>
                  </a:moveTo>
                  <a:lnTo>
                    <a:pt x="273557" y="32905"/>
                  </a:lnTo>
                  <a:lnTo>
                    <a:pt x="273557" y="0"/>
                  </a:lnTo>
                  <a:lnTo>
                    <a:pt x="339344" y="65811"/>
                  </a:lnTo>
                  <a:lnTo>
                    <a:pt x="273557" y="131622"/>
                  </a:lnTo>
                  <a:lnTo>
                    <a:pt x="273557" y="98717"/>
                  </a:lnTo>
                  <a:lnTo>
                    <a:pt x="0" y="98717"/>
                  </a:lnTo>
                  <a:lnTo>
                    <a:pt x="0" y="32905"/>
                  </a:lnTo>
                  <a:close/>
                </a:path>
              </a:pathLst>
            </a:custGeom>
            <a:ln w="9525">
              <a:solidFill>
                <a:srgbClr val="40458B"/>
              </a:solidFill>
            </a:ln>
          </p:spPr>
          <p:txBody>
            <a:bodyPr wrap="square" lIns="0" tIns="0" rIns="0" bIns="0" rtlCol="0"/>
            <a:lstStyle/>
            <a:p/>
          </p:txBody>
        </p:sp>
      </p:grpSp>
      <p:sp>
        <p:nvSpPr>
          <p:cNvPr id="57" name="object 57"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5" name="object 5" descr=""/>
          <p:cNvSpPr txBox="1"/>
          <p:nvPr/>
        </p:nvSpPr>
        <p:spPr>
          <a:xfrm>
            <a:off x="993139" y="998372"/>
            <a:ext cx="11048365" cy="1689735"/>
          </a:xfrm>
          <a:prstGeom prst="rect">
            <a:avLst/>
          </a:prstGeom>
        </p:spPr>
        <p:txBody>
          <a:bodyPr wrap="square" lIns="0" tIns="12700" rIns="0" bIns="0" rtlCol="0" vert="horz">
            <a:spAutoFit/>
          </a:bodyPr>
          <a:lstStyle/>
          <a:p>
            <a:pPr marL="12700" marR="5080">
              <a:lnSpc>
                <a:spcPct val="130000"/>
              </a:lnSpc>
              <a:spcBef>
                <a:spcPts val="100"/>
              </a:spcBef>
              <a:tabLst>
                <a:tab pos="9088755" algn="l"/>
              </a:tabLst>
            </a:pPr>
            <a:r>
              <a:rPr dirty="0" sz="2800" spc="-25">
                <a:solidFill>
                  <a:srgbClr val="40458B"/>
                </a:solidFill>
                <a:latin typeface="黑体"/>
                <a:cs typeface="黑体"/>
              </a:rPr>
              <a:t>例</a:t>
            </a:r>
            <a:r>
              <a:rPr dirty="0" sz="2800" spc="-35">
                <a:solidFill>
                  <a:srgbClr val="40458B"/>
                </a:solidFill>
                <a:latin typeface="黑体"/>
                <a:cs typeface="黑体"/>
              </a:rPr>
              <a:t>如：一</a:t>
            </a:r>
            <a:r>
              <a:rPr dirty="0" sz="2800" spc="-25">
                <a:solidFill>
                  <a:srgbClr val="40458B"/>
                </a:solidFill>
                <a:latin typeface="黑体"/>
                <a:cs typeface="黑体"/>
              </a:rPr>
              <a:t>条</a:t>
            </a:r>
            <a:r>
              <a:rPr dirty="0" sz="2800" spc="-30">
                <a:solidFill>
                  <a:srgbClr val="40458B"/>
                </a:solidFill>
                <a:latin typeface="Times New Roman"/>
                <a:cs typeface="Times New Roman"/>
              </a:rPr>
              <a:t>4</a:t>
            </a:r>
            <a:r>
              <a:rPr dirty="0" sz="2800" spc="-30">
                <a:solidFill>
                  <a:srgbClr val="40458B"/>
                </a:solidFill>
                <a:latin typeface="黑体"/>
                <a:cs typeface="黑体"/>
              </a:rPr>
              <a:t>段</a:t>
            </a:r>
            <a:r>
              <a:rPr dirty="0" sz="2800" spc="-35">
                <a:solidFill>
                  <a:srgbClr val="40458B"/>
                </a:solidFill>
                <a:latin typeface="黑体"/>
                <a:cs typeface="黑体"/>
              </a:rPr>
              <a:t>的</a:t>
            </a:r>
            <a:r>
              <a:rPr dirty="0" sz="2800" spc="-30">
                <a:solidFill>
                  <a:srgbClr val="40458B"/>
                </a:solidFill>
                <a:latin typeface="黑体"/>
                <a:cs typeface="黑体"/>
              </a:rPr>
              <a:t>流</a:t>
            </a:r>
            <a:r>
              <a:rPr dirty="0" sz="2800" spc="-35">
                <a:solidFill>
                  <a:srgbClr val="40458B"/>
                </a:solidFill>
                <a:latin typeface="黑体"/>
                <a:cs typeface="黑体"/>
              </a:rPr>
              <a:t>水线中</a:t>
            </a:r>
            <a:r>
              <a:rPr dirty="0" sz="2800" spc="-25">
                <a:solidFill>
                  <a:srgbClr val="40458B"/>
                </a:solidFill>
                <a:latin typeface="黑体"/>
                <a:cs typeface="黑体"/>
              </a:rPr>
              <a:t>，</a:t>
            </a:r>
            <a:r>
              <a:rPr dirty="0" sz="2800" spc="-25">
                <a:solidFill>
                  <a:srgbClr val="9933FF"/>
                </a:solidFill>
                <a:latin typeface="宋体"/>
                <a:cs typeface="宋体"/>
              </a:rPr>
              <a:t>S1</a:t>
            </a:r>
            <a:r>
              <a:rPr dirty="0" sz="2800" spc="-25">
                <a:solidFill>
                  <a:srgbClr val="9933FF"/>
                </a:solidFill>
                <a:latin typeface="黑体"/>
                <a:cs typeface="黑体"/>
              </a:rPr>
              <a:t>，</a:t>
            </a:r>
            <a:r>
              <a:rPr dirty="0" sz="2800" spc="-25">
                <a:solidFill>
                  <a:srgbClr val="9933FF"/>
                </a:solidFill>
                <a:latin typeface="宋体"/>
                <a:cs typeface="宋体"/>
              </a:rPr>
              <a:t>S3</a:t>
            </a:r>
            <a:r>
              <a:rPr dirty="0" sz="2800" spc="-25">
                <a:solidFill>
                  <a:srgbClr val="9933FF"/>
                </a:solidFill>
                <a:latin typeface="黑体"/>
                <a:cs typeface="黑体"/>
              </a:rPr>
              <a:t>，</a:t>
            </a:r>
            <a:r>
              <a:rPr dirty="0" sz="2800" spc="-25">
                <a:solidFill>
                  <a:srgbClr val="9933FF"/>
                </a:solidFill>
                <a:latin typeface="宋体"/>
                <a:cs typeface="宋体"/>
              </a:rPr>
              <a:t>S4</a:t>
            </a:r>
            <a:r>
              <a:rPr dirty="0" sz="2800" spc="-35">
                <a:latin typeface="黑体"/>
                <a:cs typeface="黑体"/>
              </a:rPr>
              <a:t>各段</a:t>
            </a:r>
            <a:r>
              <a:rPr dirty="0" sz="2800" spc="-30">
                <a:latin typeface="黑体"/>
                <a:cs typeface="黑体"/>
              </a:rPr>
              <a:t>的</a:t>
            </a:r>
            <a:r>
              <a:rPr dirty="0" sz="2800" spc="-35">
                <a:latin typeface="黑体"/>
                <a:cs typeface="黑体"/>
              </a:rPr>
              <a:t>时间</a:t>
            </a:r>
            <a:r>
              <a:rPr dirty="0" sz="2800" spc="-25">
                <a:latin typeface="黑体"/>
                <a:cs typeface="黑体"/>
              </a:rPr>
              <a:t>：</a:t>
            </a:r>
            <a:r>
              <a:rPr dirty="0" sz="2800" spc="-25">
                <a:solidFill>
                  <a:srgbClr val="D50092"/>
                </a:solidFill>
                <a:latin typeface="宋体"/>
                <a:cs typeface="宋体"/>
              </a:rPr>
              <a:t>Δt</a:t>
            </a:r>
            <a:r>
              <a:rPr dirty="0" sz="2800" spc="-25">
                <a:solidFill>
                  <a:srgbClr val="D50092"/>
                </a:solidFill>
                <a:latin typeface="黑体"/>
                <a:cs typeface="黑体"/>
              </a:rPr>
              <a:t>，</a:t>
            </a:r>
            <a:r>
              <a:rPr dirty="0" sz="2800" spc="-25">
                <a:solidFill>
                  <a:srgbClr val="9933FF"/>
                </a:solidFill>
                <a:latin typeface="宋体"/>
                <a:cs typeface="宋体"/>
              </a:rPr>
              <a:t>S2</a:t>
            </a:r>
            <a:r>
              <a:rPr dirty="0" sz="2800" spc="-30">
                <a:latin typeface="黑体"/>
                <a:cs typeface="黑体"/>
              </a:rPr>
              <a:t>的</a:t>
            </a:r>
            <a:r>
              <a:rPr dirty="0" sz="2800" spc="-35">
                <a:latin typeface="黑体"/>
                <a:cs typeface="黑体"/>
              </a:rPr>
              <a:t>时间</a:t>
            </a:r>
            <a:r>
              <a:rPr dirty="0" sz="2800" spc="-50">
                <a:latin typeface="黑体"/>
                <a:cs typeface="黑体"/>
              </a:rPr>
              <a:t>： </a:t>
            </a:r>
            <a:r>
              <a:rPr dirty="0" sz="2800">
                <a:solidFill>
                  <a:srgbClr val="D50092"/>
                </a:solidFill>
                <a:latin typeface="宋体"/>
                <a:cs typeface="宋体"/>
              </a:rPr>
              <a:t>3Δt</a:t>
            </a:r>
            <a:r>
              <a:rPr dirty="0" sz="2800" spc="75">
                <a:solidFill>
                  <a:srgbClr val="D50092"/>
                </a:solidFill>
                <a:latin typeface="宋体"/>
                <a:cs typeface="宋体"/>
              </a:rPr>
              <a:t> </a:t>
            </a:r>
            <a:r>
              <a:rPr dirty="0" sz="2800" spc="-25">
                <a:latin typeface="黑体"/>
                <a:cs typeface="黑体"/>
              </a:rPr>
              <a:t>（</a:t>
            </a:r>
            <a:r>
              <a:rPr dirty="0" sz="2800" spc="-30">
                <a:latin typeface="黑体"/>
                <a:cs typeface="黑体"/>
              </a:rPr>
              <a:t>瓶颈段</a:t>
            </a:r>
            <a:r>
              <a:rPr dirty="0" sz="2800" spc="-35">
                <a:latin typeface="黑体"/>
                <a:cs typeface="黑体"/>
              </a:rPr>
              <a:t>），</a:t>
            </a:r>
            <a:r>
              <a:rPr dirty="0" sz="2800" spc="-30">
                <a:latin typeface="黑体"/>
                <a:cs typeface="黑体"/>
              </a:rPr>
              <a:t>其</a:t>
            </a:r>
            <a:r>
              <a:rPr dirty="0" sz="2800" spc="-10">
                <a:latin typeface="黑体"/>
                <a:cs typeface="黑体"/>
              </a:rPr>
              <a:t>中</a:t>
            </a:r>
            <a:r>
              <a:rPr dirty="0" sz="2800" spc="-30">
                <a:solidFill>
                  <a:srgbClr val="D50092"/>
                </a:solidFill>
                <a:latin typeface="宋体"/>
                <a:cs typeface="宋体"/>
              </a:rPr>
              <a:t>Δt</a:t>
            </a:r>
            <a:r>
              <a:rPr dirty="0" sz="2800" spc="-30">
                <a:latin typeface="Tahoma"/>
                <a:cs typeface="Tahoma"/>
              </a:rPr>
              <a:t>=2</a:t>
            </a:r>
            <a:r>
              <a:rPr dirty="0" sz="2800" spc="-30">
                <a:latin typeface="黑体"/>
                <a:cs typeface="黑体"/>
              </a:rPr>
              <a:t>，</a:t>
            </a:r>
            <a:r>
              <a:rPr dirty="0" sz="2800" spc="-25">
                <a:solidFill>
                  <a:srgbClr val="40458B"/>
                </a:solidFill>
                <a:latin typeface="黑体"/>
                <a:cs typeface="黑体"/>
              </a:rPr>
              <a:t>最</a:t>
            </a:r>
            <a:r>
              <a:rPr dirty="0" sz="2800" spc="-35">
                <a:solidFill>
                  <a:srgbClr val="40458B"/>
                </a:solidFill>
                <a:latin typeface="黑体"/>
                <a:cs typeface="黑体"/>
              </a:rPr>
              <a:t>大吞</a:t>
            </a:r>
            <a:r>
              <a:rPr dirty="0" sz="2800" spc="-20">
                <a:solidFill>
                  <a:srgbClr val="40458B"/>
                </a:solidFill>
                <a:latin typeface="黑体"/>
                <a:cs typeface="黑体"/>
              </a:rPr>
              <a:t>吐</a:t>
            </a:r>
            <a:r>
              <a:rPr dirty="0" sz="2800" spc="-35">
                <a:solidFill>
                  <a:srgbClr val="40458B"/>
                </a:solidFill>
                <a:latin typeface="黑体"/>
                <a:cs typeface="黑体"/>
              </a:rPr>
              <a:t>率为：</a:t>
            </a:r>
            <a:r>
              <a:rPr dirty="0" sz="2800" spc="-515">
                <a:solidFill>
                  <a:srgbClr val="40458B"/>
                </a:solidFill>
                <a:latin typeface="黑体"/>
                <a:cs typeface="黑体"/>
              </a:rPr>
              <a:t> </a:t>
            </a:r>
            <a:r>
              <a:rPr dirty="0" sz="2800" spc="-25">
                <a:solidFill>
                  <a:srgbClr val="629EF4"/>
                </a:solidFill>
                <a:latin typeface="Tahoma"/>
                <a:cs typeface="Tahoma"/>
              </a:rPr>
              <a:t>[</a:t>
            </a:r>
            <a:r>
              <a:rPr dirty="0" sz="2800" spc="-25">
                <a:solidFill>
                  <a:srgbClr val="629EF4"/>
                </a:solidFill>
                <a:latin typeface="黑体"/>
                <a:cs typeface="黑体"/>
              </a:rPr>
              <a:t>填空</a:t>
            </a:r>
            <a:r>
              <a:rPr dirty="0" sz="2800" spc="-25">
                <a:solidFill>
                  <a:srgbClr val="629EF4"/>
                </a:solidFill>
                <a:latin typeface="Tahoma"/>
                <a:cs typeface="Tahoma"/>
              </a:rPr>
              <a:t>1]</a:t>
            </a:r>
            <a:r>
              <a:rPr dirty="0" sz="2800">
                <a:solidFill>
                  <a:srgbClr val="629EF4"/>
                </a:solidFill>
                <a:latin typeface="Tahoma"/>
                <a:cs typeface="Tahoma"/>
              </a:rPr>
              <a:t>	</a:t>
            </a:r>
            <a:r>
              <a:rPr dirty="0" sz="2800" spc="-25">
                <a:solidFill>
                  <a:srgbClr val="40458B"/>
                </a:solidFill>
                <a:latin typeface="黑体"/>
                <a:cs typeface="黑体"/>
              </a:rPr>
              <a:t>，（小数</a:t>
            </a:r>
            <a:r>
              <a:rPr dirty="0" sz="2800" spc="-50">
                <a:solidFill>
                  <a:srgbClr val="40458B"/>
                </a:solidFill>
                <a:latin typeface="黑体"/>
                <a:cs typeface="黑体"/>
              </a:rPr>
              <a:t>点</a:t>
            </a:r>
            <a:r>
              <a:rPr dirty="0" sz="2800" spc="-30">
                <a:solidFill>
                  <a:srgbClr val="40458B"/>
                </a:solidFill>
                <a:latin typeface="黑体"/>
                <a:cs typeface="黑体"/>
              </a:rPr>
              <a:t>后</a:t>
            </a:r>
            <a:r>
              <a:rPr dirty="0" sz="2800" spc="-35">
                <a:solidFill>
                  <a:srgbClr val="40458B"/>
                </a:solidFill>
                <a:latin typeface="黑体"/>
                <a:cs typeface="黑体"/>
              </a:rPr>
              <a:t>保留两</a:t>
            </a:r>
            <a:r>
              <a:rPr dirty="0" sz="2800" spc="-30">
                <a:solidFill>
                  <a:srgbClr val="40458B"/>
                </a:solidFill>
                <a:latin typeface="黑体"/>
                <a:cs typeface="黑体"/>
              </a:rPr>
              <a:t>位</a:t>
            </a:r>
            <a:r>
              <a:rPr dirty="0" sz="2800" spc="-50">
                <a:solidFill>
                  <a:srgbClr val="40458B"/>
                </a:solidFill>
                <a:latin typeface="黑体"/>
                <a:cs typeface="黑体"/>
              </a:rPr>
              <a:t>）</a:t>
            </a:r>
            <a:endParaRPr sz="2800">
              <a:latin typeface="黑体"/>
              <a:cs typeface="黑体"/>
            </a:endParaRPr>
          </a:p>
        </p:txBody>
      </p:sp>
      <p:grpSp>
        <p:nvGrpSpPr>
          <p:cNvPr id="6" name="object 6" descr=""/>
          <p:cNvGrpSpPr/>
          <p:nvPr/>
        </p:nvGrpSpPr>
        <p:grpSpPr>
          <a:xfrm>
            <a:off x="7732776" y="4705350"/>
            <a:ext cx="1581150" cy="428625"/>
            <a:chOff x="7732776" y="4705350"/>
            <a:chExt cx="1581150" cy="428625"/>
          </a:xfrm>
        </p:grpSpPr>
        <p:sp>
          <p:nvSpPr>
            <p:cNvPr id="7" name="object 7" descr=""/>
            <p:cNvSpPr/>
            <p:nvPr/>
          </p:nvSpPr>
          <p:spPr>
            <a:xfrm>
              <a:off x="7751826" y="4724400"/>
              <a:ext cx="1543050" cy="390525"/>
            </a:xfrm>
            <a:custGeom>
              <a:avLst/>
              <a:gdLst/>
              <a:ahLst/>
              <a:cxnLst/>
              <a:rect l="l" t="t" r="r" b="b"/>
              <a:pathLst>
                <a:path w="1543050" h="390525">
                  <a:moveTo>
                    <a:pt x="1477899" y="0"/>
                  </a:moveTo>
                  <a:lnTo>
                    <a:pt x="65024" y="0"/>
                  </a:lnTo>
                  <a:lnTo>
                    <a:pt x="39701" y="5107"/>
                  </a:lnTo>
                  <a:lnTo>
                    <a:pt x="19034" y="19050"/>
                  </a:lnTo>
                  <a:lnTo>
                    <a:pt x="5105" y="39754"/>
                  </a:lnTo>
                  <a:lnTo>
                    <a:pt x="0" y="65150"/>
                  </a:lnTo>
                  <a:lnTo>
                    <a:pt x="0" y="325374"/>
                  </a:lnTo>
                  <a:lnTo>
                    <a:pt x="5105" y="350770"/>
                  </a:lnTo>
                  <a:lnTo>
                    <a:pt x="19034" y="371475"/>
                  </a:lnTo>
                  <a:lnTo>
                    <a:pt x="39701" y="385417"/>
                  </a:lnTo>
                  <a:lnTo>
                    <a:pt x="65024" y="390525"/>
                  </a:lnTo>
                  <a:lnTo>
                    <a:pt x="1477899" y="390525"/>
                  </a:lnTo>
                  <a:lnTo>
                    <a:pt x="1503241" y="385417"/>
                  </a:lnTo>
                  <a:lnTo>
                    <a:pt x="1523952" y="371475"/>
                  </a:lnTo>
                  <a:lnTo>
                    <a:pt x="1537924" y="350770"/>
                  </a:lnTo>
                  <a:lnTo>
                    <a:pt x="1543050" y="325374"/>
                  </a:lnTo>
                  <a:lnTo>
                    <a:pt x="1543050" y="65150"/>
                  </a:lnTo>
                  <a:lnTo>
                    <a:pt x="1537924" y="39754"/>
                  </a:lnTo>
                  <a:lnTo>
                    <a:pt x="1523952" y="19050"/>
                  </a:lnTo>
                  <a:lnTo>
                    <a:pt x="1503241" y="5107"/>
                  </a:lnTo>
                  <a:lnTo>
                    <a:pt x="1477899" y="0"/>
                  </a:lnTo>
                  <a:close/>
                </a:path>
              </a:pathLst>
            </a:custGeom>
            <a:solidFill>
              <a:srgbClr val="808080"/>
            </a:solidFill>
          </p:spPr>
          <p:txBody>
            <a:bodyPr wrap="square" lIns="0" tIns="0" rIns="0" bIns="0" rtlCol="0"/>
            <a:lstStyle/>
            <a:p/>
          </p:txBody>
        </p:sp>
        <p:sp>
          <p:nvSpPr>
            <p:cNvPr id="8" name="object 8" descr=""/>
            <p:cNvSpPr/>
            <p:nvPr/>
          </p:nvSpPr>
          <p:spPr>
            <a:xfrm>
              <a:off x="7751826" y="4724400"/>
              <a:ext cx="1543050" cy="390525"/>
            </a:xfrm>
            <a:custGeom>
              <a:avLst/>
              <a:gdLst/>
              <a:ahLst/>
              <a:cxnLst/>
              <a:rect l="l" t="t" r="r" b="b"/>
              <a:pathLst>
                <a:path w="1543050" h="390525">
                  <a:moveTo>
                    <a:pt x="0" y="65150"/>
                  </a:moveTo>
                  <a:lnTo>
                    <a:pt x="5105" y="39754"/>
                  </a:lnTo>
                  <a:lnTo>
                    <a:pt x="19034" y="19050"/>
                  </a:lnTo>
                  <a:lnTo>
                    <a:pt x="39701" y="5107"/>
                  </a:lnTo>
                  <a:lnTo>
                    <a:pt x="65024" y="0"/>
                  </a:lnTo>
                  <a:lnTo>
                    <a:pt x="1477899" y="0"/>
                  </a:lnTo>
                  <a:lnTo>
                    <a:pt x="1503241" y="5107"/>
                  </a:lnTo>
                  <a:lnTo>
                    <a:pt x="1523952" y="19050"/>
                  </a:lnTo>
                  <a:lnTo>
                    <a:pt x="1537924" y="39754"/>
                  </a:lnTo>
                  <a:lnTo>
                    <a:pt x="1543050" y="65150"/>
                  </a:lnTo>
                  <a:lnTo>
                    <a:pt x="1543050" y="325374"/>
                  </a:lnTo>
                  <a:lnTo>
                    <a:pt x="1537924" y="350770"/>
                  </a:lnTo>
                  <a:lnTo>
                    <a:pt x="1523952" y="371475"/>
                  </a:lnTo>
                  <a:lnTo>
                    <a:pt x="1503241" y="385417"/>
                  </a:lnTo>
                  <a:lnTo>
                    <a:pt x="1477899" y="390525"/>
                  </a:lnTo>
                  <a:lnTo>
                    <a:pt x="65024" y="390525"/>
                  </a:lnTo>
                  <a:lnTo>
                    <a:pt x="39701" y="385417"/>
                  </a:lnTo>
                  <a:lnTo>
                    <a:pt x="19034" y="371475"/>
                  </a:lnTo>
                  <a:lnTo>
                    <a:pt x="5105" y="350770"/>
                  </a:lnTo>
                  <a:lnTo>
                    <a:pt x="0" y="325374"/>
                  </a:lnTo>
                  <a:lnTo>
                    <a:pt x="0" y="65150"/>
                  </a:lnTo>
                  <a:close/>
                </a:path>
              </a:pathLst>
            </a:custGeom>
            <a:ln w="38100">
              <a:solidFill>
                <a:srgbClr val="000000"/>
              </a:solidFill>
            </a:ln>
          </p:spPr>
          <p:txBody>
            <a:bodyPr wrap="square" lIns="0" tIns="0" rIns="0" bIns="0" rtlCol="0"/>
            <a:lstStyle/>
            <a:p/>
          </p:txBody>
        </p:sp>
      </p:grpSp>
      <p:sp>
        <p:nvSpPr>
          <p:cNvPr id="9" name="object 9" descr=""/>
          <p:cNvSpPr txBox="1"/>
          <p:nvPr/>
        </p:nvSpPr>
        <p:spPr>
          <a:xfrm>
            <a:off x="8308340" y="4778502"/>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pic>
        <p:nvPicPr>
          <p:cNvPr id="10" name="object 10" descr=""/>
          <p:cNvPicPr/>
          <p:nvPr/>
        </p:nvPicPr>
        <p:blipFill>
          <a:blip r:embed="rId2" cstate="print"/>
          <a:stretch>
            <a:fillRect/>
          </a:stretch>
        </p:blipFill>
        <p:spPr>
          <a:xfrm>
            <a:off x="2782951" y="3460750"/>
            <a:ext cx="6175375" cy="733425"/>
          </a:xfrm>
          <a:prstGeom prst="rect">
            <a:avLst/>
          </a:prstGeom>
        </p:spPr>
      </p:pic>
      <p:sp>
        <p:nvSpPr>
          <p:cNvPr id="11" name="object 11"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12" name="object 12"/>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a:solidFill>
                  <a:srgbClr val="000000"/>
                </a:solidFill>
                <a:latin typeface="微软雅黑"/>
                <a:cs typeface="微软雅黑"/>
              </a:rPr>
              <a:t>填空</a:t>
            </a:r>
            <a:r>
              <a:rPr dirty="0" u="none" sz="2600" spc="-50">
                <a:solidFill>
                  <a:srgbClr val="000000"/>
                </a:solidFill>
                <a:latin typeface="微软雅黑"/>
                <a:cs typeface="微软雅黑"/>
              </a:rPr>
              <a:t>题</a:t>
            </a:r>
            <a:r>
              <a:rPr dirty="0" u="none" sz="2600">
                <a:solidFill>
                  <a:srgbClr val="000000"/>
                </a:solidFill>
                <a:latin typeface="微软雅黑"/>
                <a:cs typeface="微软雅黑"/>
              </a:rPr>
              <a:t>	</a:t>
            </a:r>
            <a:r>
              <a:rPr dirty="0" u="none" baseline="-4166" sz="3000">
                <a:solidFill>
                  <a:srgbClr val="808080"/>
                </a:solidFill>
                <a:latin typeface="微软雅黑"/>
                <a:cs typeface="微软雅黑"/>
              </a:rPr>
              <a:t>1</a:t>
            </a:r>
            <a:r>
              <a:rPr dirty="0" u="none" baseline="-4166" sz="3000" spc="-75">
                <a:solidFill>
                  <a:srgbClr val="808080"/>
                </a:solidFill>
                <a:latin typeface="微软雅黑"/>
                <a:cs typeface="微软雅黑"/>
              </a:rPr>
              <a:t>分</a:t>
            </a:r>
            <a:endParaRPr baseline="-4166" sz="3000">
              <a:latin typeface="微软雅黑"/>
              <a:cs typeface="微软雅黑"/>
            </a:endParaRPr>
          </a:p>
        </p:txBody>
      </p:sp>
      <p:pic>
        <p:nvPicPr>
          <p:cNvPr id="13" name="object 13" descr=""/>
          <p:cNvPicPr/>
          <p:nvPr/>
        </p:nvPicPr>
        <p:blipFill>
          <a:blip r:embed="rId3" cstate="print"/>
          <a:stretch>
            <a:fillRect/>
          </a:stretch>
        </p:blipFill>
        <p:spPr>
          <a:xfrm>
            <a:off x="10642600" y="63500"/>
            <a:ext cx="1422400" cy="50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994405" y="226009"/>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pic>
        <p:nvPicPr>
          <p:cNvPr id="10" name="object 10"/>
          <p:cNvPicPr/>
          <p:nvPr/>
        </p:nvPicPr>
        <p:blipFill>
          <a:blip r:embed="rId2" cstate="print"/>
          <a:stretch>
            <a:fillRect/>
          </a:stretch>
        </p:blipFill>
        <p:spPr>
          <a:xfrm>
            <a:off x="1685925" y="785876"/>
            <a:ext cx="8820150" cy="5062474"/>
          </a:xfrm>
          <a:prstGeom prst="rect">
            <a:avLst/>
          </a:prstGeom>
        </p:spPr>
      </p:pic>
      <p:sp>
        <p:nvSpPr>
          <p:cNvPr id="11" name="object 11" descr=""/>
          <p:cNvSpPr txBox="1"/>
          <p:nvPr/>
        </p:nvSpPr>
        <p:spPr>
          <a:xfrm>
            <a:off x="2413507" y="4331589"/>
            <a:ext cx="400685" cy="239395"/>
          </a:xfrm>
          <a:prstGeom prst="rect">
            <a:avLst/>
          </a:prstGeom>
        </p:spPr>
        <p:txBody>
          <a:bodyPr wrap="square" lIns="0" tIns="12700" rIns="0" bIns="0" rtlCol="0" vert="horz">
            <a:spAutoFit/>
          </a:bodyPr>
          <a:lstStyle/>
          <a:p>
            <a:pPr marL="12700">
              <a:lnSpc>
                <a:spcPct val="100000"/>
              </a:lnSpc>
              <a:spcBef>
                <a:spcPts val="100"/>
              </a:spcBef>
            </a:pPr>
            <a:r>
              <a:rPr dirty="0" sz="1400" spc="-10">
                <a:solidFill>
                  <a:srgbClr val="E14B04"/>
                </a:solidFill>
                <a:latin typeface="Tahoma"/>
                <a:cs typeface="Tahoma"/>
              </a:rPr>
              <a:t>S1</a:t>
            </a:r>
            <a:r>
              <a:rPr dirty="0" sz="1400" spc="-50">
                <a:solidFill>
                  <a:srgbClr val="E14B04"/>
                </a:solidFill>
                <a:latin typeface="黑体"/>
                <a:cs typeface="黑体"/>
              </a:rPr>
              <a:t>段</a:t>
            </a:r>
            <a:endParaRPr sz="1400">
              <a:latin typeface="黑体"/>
              <a:cs typeface="黑体"/>
            </a:endParaRPr>
          </a:p>
        </p:txBody>
      </p:sp>
      <p:sp>
        <p:nvSpPr>
          <p:cNvPr id="12" name="object 12" descr=""/>
          <p:cNvSpPr txBox="1"/>
          <p:nvPr/>
        </p:nvSpPr>
        <p:spPr>
          <a:xfrm>
            <a:off x="3339210" y="4037838"/>
            <a:ext cx="400685" cy="239395"/>
          </a:xfrm>
          <a:prstGeom prst="rect">
            <a:avLst/>
          </a:prstGeom>
        </p:spPr>
        <p:txBody>
          <a:bodyPr wrap="square" lIns="0" tIns="12700" rIns="0" bIns="0" rtlCol="0" vert="horz">
            <a:spAutoFit/>
          </a:bodyPr>
          <a:lstStyle/>
          <a:p>
            <a:pPr marL="12700">
              <a:lnSpc>
                <a:spcPct val="100000"/>
              </a:lnSpc>
              <a:spcBef>
                <a:spcPts val="100"/>
              </a:spcBef>
            </a:pPr>
            <a:r>
              <a:rPr dirty="0" sz="1400" spc="-10">
                <a:solidFill>
                  <a:srgbClr val="E14B04"/>
                </a:solidFill>
                <a:latin typeface="Tahoma"/>
                <a:cs typeface="Tahoma"/>
              </a:rPr>
              <a:t>S2</a:t>
            </a:r>
            <a:r>
              <a:rPr dirty="0" sz="1400" spc="-50">
                <a:solidFill>
                  <a:srgbClr val="E14B04"/>
                </a:solidFill>
                <a:latin typeface="黑体"/>
                <a:cs typeface="黑体"/>
              </a:rPr>
              <a:t>段</a:t>
            </a:r>
            <a:endParaRPr sz="1400">
              <a:latin typeface="黑体"/>
              <a:cs typeface="黑体"/>
            </a:endParaRPr>
          </a:p>
        </p:txBody>
      </p:sp>
      <p:grpSp>
        <p:nvGrpSpPr>
          <p:cNvPr id="13" name="object 13" descr=""/>
          <p:cNvGrpSpPr/>
          <p:nvPr/>
        </p:nvGrpSpPr>
        <p:grpSpPr>
          <a:xfrm>
            <a:off x="2851213" y="2319401"/>
            <a:ext cx="3249930" cy="3415029"/>
            <a:chOff x="2851213" y="2319401"/>
            <a:chExt cx="3249930" cy="3415029"/>
          </a:xfrm>
        </p:grpSpPr>
        <p:sp>
          <p:nvSpPr>
            <p:cNvPr id="14" name="object 14" descr=""/>
            <p:cNvSpPr/>
            <p:nvPr/>
          </p:nvSpPr>
          <p:spPr>
            <a:xfrm>
              <a:off x="4872101" y="2319401"/>
              <a:ext cx="1224280" cy="3415029"/>
            </a:xfrm>
            <a:custGeom>
              <a:avLst/>
              <a:gdLst/>
              <a:ahLst/>
              <a:cxnLst/>
              <a:rect l="l" t="t" r="r" b="b"/>
              <a:pathLst>
                <a:path w="1224279" h="3415029">
                  <a:moveTo>
                    <a:pt x="0" y="0"/>
                  </a:moveTo>
                  <a:lnTo>
                    <a:pt x="0" y="3305111"/>
                  </a:lnTo>
                </a:path>
                <a:path w="1224279" h="3415029">
                  <a:moveTo>
                    <a:pt x="1223899" y="111125"/>
                  </a:moveTo>
                  <a:lnTo>
                    <a:pt x="1223899" y="3414649"/>
                  </a:lnTo>
                </a:path>
              </a:pathLst>
            </a:custGeom>
            <a:ln w="9525">
              <a:solidFill>
                <a:srgbClr val="FF0000"/>
              </a:solidFill>
              <a:prstDash val="sysDash"/>
            </a:ln>
          </p:spPr>
          <p:txBody>
            <a:bodyPr wrap="square" lIns="0" tIns="0" rIns="0" bIns="0" rtlCol="0"/>
            <a:lstStyle/>
            <a:p/>
          </p:txBody>
        </p:sp>
        <p:sp>
          <p:nvSpPr>
            <p:cNvPr id="15" name="object 15" descr=""/>
            <p:cNvSpPr/>
            <p:nvPr/>
          </p:nvSpPr>
          <p:spPr>
            <a:xfrm>
              <a:off x="5303901" y="4652899"/>
              <a:ext cx="792480" cy="215900"/>
            </a:xfrm>
            <a:custGeom>
              <a:avLst/>
              <a:gdLst/>
              <a:ahLst/>
              <a:cxnLst/>
              <a:rect l="l" t="t" r="r" b="b"/>
              <a:pathLst>
                <a:path w="792479" h="215900">
                  <a:moveTo>
                    <a:pt x="792162" y="0"/>
                  </a:moveTo>
                  <a:lnTo>
                    <a:pt x="0" y="0"/>
                  </a:lnTo>
                  <a:lnTo>
                    <a:pt x="0" y="215900"/>
                  </a:lnTo>
                  <a:lnTo>
                    <a:pt x="792162" y="215900"/>
                  </a:lnTo>
                  <a:lnTo>
                    <a:pt x="792162" y="0"/>
                  </a:lnTo>
                  <a:close/>
                </a:path>
              </a:pathLst>
            </a:custGeom>
            <a:solidFill>
              <a:srgbClr val="FF5CFF"/>
            </a:solidFill>
          </p:spPr>
          <p:txBody>
            <a:bodyPr wrap="square" lIns="0" tIns="0" rIns="0" bIns="0" rtlCol="0"/>
            <a:lstStyle/>
            <a:p/>
          </p:txBody>
        </p:sp>
        <p:sp>
          <p:nvSpPr>
            <p:cNvPr id="16" name="object 16" descr=""/>
            <p:cNvSpPr/>
            <p:nvPr/>
          </p:nvSpPr>
          <p:spPr>
            <a:xfrm>
              <a:off x="5303901" y="4652899"/>
              <a:ext cx="792480" cy="215900"/>
            </a:xfrm>
            <a:custGeom>
              <a:avLst/>
              <a:gdLst/>
              <a:ahLst/>
              <a:cxnLst/>
              <a:rect l="l" t="t" r="r" b="b"/>
              <a:pathLst>
                <a:path w="792479" h="215900">
                  <a:moveTo>
                    <a:pt x="0" y="215900"/>
                  </a:moveTo>
                  <a:lnTo>
                    <a:pt x="792162" y="215900"/>
                  </a:lnTo>
                  <a:lnTo>
                    <a:pt x="792162" y="0"/>
                  </a:lnTo>
                  <a:lnTo>
                    <a:pt x="0" y="0"/>
                  </a:lnTo>
                  <a:lnTo>
                    <a:pt x="0" y="215900"/>
                  </a:lnTo>
                  <a:close/>
                </a:path>
              </a:pathLst>
            </a:custGeom>
            <a:ln w="9525">
              <a:solidFill>
                <a:srgbClr val="40458B"/>
              </a:solidFill>
            </a:ln>
          </p:spPr>
          <p:txBody>
            <a:bodyPr wrap="square" lIns="0" tIns="0" rIns="0" bIns="0" rtlCol="0"/>
            <a:lstStyle/>
            <a:p/>
          </p:txBody>
        </p:sp>
        <p:sp>
          <p:nvSpPr>
            <p:cNvPr id="17" name="object 17" descr=""/>
            <p:cNvSpPr/>
            <p:nvPr/>
          </p:nvSpPr>
          <p:spPr>
            <a:xfrm>
              <a:off x="4079875" y="4646676"/>
              <a:ext cx="792480" cy="215900"/>
            </a:xfrm>
            <a:custGeom>
              <a:avLst/>
              <a:gdLst/>
              <a:ahLst/>
              <a:cxnLst/>
              <a:rect l="l" t="t" r="r" b="b"/>
              <a:pathLst>
                <a:path w="792479" h="215900">
                  <a:moveTo>
                    <a:pt x="792162" y="0"/>
                  </a:moveTo>
                  <a:lnTo>
                    <a:pt x="0" y="0"/>
                  </a:lnTo>
                  <a:lnTo>
                    <a:pt x="0" y="215900"/>
                  </a:lnTo>
                  <a:lnTo>
                    <a:pt x="792162" y="215900"/>
                  </a:lnTo>
                  <a:lnTo>
                    <a:pt x="792162" y="0"/>
                  </a:lnTo>
                  <a:close/>
                </a:path>
              </a:pathLst>
            </a:custGeom>
            <a:solidFill>
              <a:srgbClr val="FF5CFF"/>
            </a:solidFill>
          </p:spPr>
          <p:txBody>
            <a:bodyPr wrap="square" lIns="0" tIns="0" rIns="0" bIns="0" rtlCol="0"/>
            <a:lstStyle/>
            <a:p/>
          </p:txBody>
        </p:sp>
        <p:sp>
          <p:nvSpPr>
            <p:cNvPr id="18" name="object 18" descr=""/>
            <p:cNvSpPr/>
            <p:nvPr/>
          </p:nvSpPr>
          <p:spPr>
            <a:xfrm>
              <a:off x="4079875" y="4646676"/>
              <a:ext cx="792480" cy="215900"/>
            </a:xfrm>
            <a:custGeom>
              <a:avLst/>
              <a:gdLst/>
              <a:ahLst/>
              <a:cxnLst/>
              <a:rect l="l" t="t" r="r" b="b"/>
              <a:pathLst>
                <a:path w="792479" h="215900">
                  <a:moveTo>
                    <a:pt x="0" y="215900"/>
                  </a:moveTo>
                  <a:lnTo>
                    <a:pt x="792162" y="215900"/>
                  </a:lnTo>
                  <a:lnTo>
                    <a:pt x="792162" y="0"/>
                  </a:lnTo>
                  <a:lnTo>
                    <a:pt x="0" y="0"/>
                  </a:lnTo>
                  <a:lnTo>
                    <a:pt x="0" y="215900"/>
                  </a:lnTo>
                  <a:close/>
                </a:path>
              </a:pathLst>
            </a:custGeom>
            <a:ln w="9525">
              <a:solidFill>
                <a:srgbClr val="40458B"/>
              </a:solidFill>
            </a:ln>
          </p:spPr>
          <p:txBody>
            <a:bodyPr wrap="square" lIns="0" tIns="0" rIns="0" bIns="0" rtlCol="0"/>
            <a:lstStyle/>
            <a:p/>
          </p:txBody>
        </p:sp>
        <p:sp>
          <p:nvSpPr>
            <p:cNvPr id="19" name="object 19" descr=""/>
            <p:cNvSpPr/>
            <p:nvPr/>
          </p:nvSpPr>
          <p:spPr>
            <a:xfrm>
              <a:off x="2855976" y="4624324"/>
              <a:ext cx="792480" cy="238125"/>
            </a:xfrm>
            <a:custGeom>
              <a:avLst/>
              <a:gdLst/>
              <a:ahLst/>
              <a:cxnLst/>
              <a:rect l="l" t="t" r="r" b="b"/>
              <a:pathLst>
                <a:path w="792479" h="238125">
                  <a:moveTo>
                    <a:pt x="792162" y="0"/>
                  </a:moveTo>
                  <a:lnTo>
                    <a:pt x="0" y="0"/>
                  </a:lnTo>
                  <a:lnTo>
                    <a:pt x="0" y="238125"/>
                  </a:lnTo>
                  <a:lnTo>
                    <a:pt x="792162" y="238125"/>
                  </a:lnTo>
                  <a:lnTo>
                    <a:pt x="792162" y="0"/>
                  </a:lnTo>
                  <a:close/>
                </a:path>
              </a:pathLst>
            </a:custGeom>
            <a:solidFill>
              <a:srgbClr val="FF5CFF"/>
            </a:solidFill>
          </p:spPr>
          <p:txBody>
            <a:bodyPr wrap="square" lIns="0" tIns="0" rIns="0" bIns="0" rtlCol="0"/>
            <a:lstStyle/>
            <a:p/>
          </p:txBody>
        </p:sp>
        <p:sp>
          <p:nvSpPr>
            <p:cNvPr id="20" name="object 20" descr=""/>
            <p:cNvSpPr/>
            <p:nvPr/>
          </p:nvSpPr>
          <p:spPr>
            <a:xfrm>
              <a:off x="2855976" y="4624324"/>
              <a:ext cx="792480" cy="238125"/>
            </a:xfrm>
            <a:custGeom>
              <a:avLst/>
              <a:gdLst/>
              <a:ahLst/>
              <a:cxnLst/>
              <a:rect l="l" t="t" r="r" b="b"/>
              <a:pathLst>
                <a:path w="792479" h="238125">
                  <a:moveTo>
                    <a:pt x="0" y="238125"/>
                  </a:moveTo>
                  <a:lnTo>
                    <a:pt x="792162" y="238125"/>
                  </a:lnTo>
                  <a:lnTo>
                    <a:pt x="792162" y="0"/>
                  </a:lnTo>
                  <a:lnTo>
                    <a:pt x="0" y="0"/>
                  </a:lnTo>
                  <a:lnTo>
                    <a:pt x="0" y="238125"/>
                  </a:lnTo>
                  <a:close/>
                </a:path>
              </a:pathLst>
            </a:custGeom>
            <a:ln w="9525">
              <a:solidFill>
                <a:srgbClr val="40458B"/>
              </a:solidFill>
            </a:ln>
          </p:spPr>
          <p:txBody>
            <a:bodyPr wrap="square" lIns="0" tIns="0" rIns="0" bIns="0" rtlCol="0"/>
            <a:lstStyle/>
            <a:p/>
          </p:txBody>
        </p:sp>
        <p:sp>
          <p:nvSpPr>
            <p:cNvPr id="21" name="object 21" descr=""/>
            <p:cNvSpPr/>
            <p:nvPr/>
          </p:nvSpPr>
          <p:spPr>
            <a:xfrm>
              <a:off x="4476750" y="4137025"/>
              <a:ext cx="395605" cy="215900"/>
            </a:xfrm>
            <a:custGeom>
              <a:avLst/>
              <a:gdLst/>
              <a:ahLst/>
              <a:cxnLst/>
              <a:rect l="l" t="t" r="r" b="b"/>
              <a:pathLst>
                <a:path w="395604" h="215900">
                  <a:moveTo>
                    <a:pt x="395287" y="0"/>
                  </a:moveTo>
                  <a:lnTo>
                    <a:pt x="0" y="0"/>
                  </a:lnTo>
                  <a:lnTo>
                    <a:pt x="0" y="215900"/>
                  </a:lnTo>
                  <a:lnTo>
                    <a:pt x="395287" y="215900"/>
                  </a:lnTo>
                  <a:lnTo>
                    <a:pt x="395287" y="0"/>
                  </a:lnTo>
                  <a:close/>
                </a:path>
              </a:pathLst>
            </a:custGeom>
            <a:solidFill>
              <a:srgbClr val="FF5CFF"/>
            </a:solidFill>
          </p:spPr>
          <p:txBody>
            <a:bodyPr wrap="square" lIns="0" tIns="0" rIns="0" bIns="0" rtlCol="0"/>
            <a:lstStyle/>
            <a:p/>
          </p:txBody>
        </p:sp>
        <p:sp>
          <p:nvSpPr>
            <p:cNvPr id="22" name="object 22" descr=""/>
            <p:cNvSpPr/>
            <p:nvPr/>
          </p:nvSpPr>
          <p:spPr>
            <a:xfrm>
              <a:off x="4476750" y="4137025"/>
              <a:ext cx="395605" cy="215900"/>
            </a:xfrm>
            <a:custGeom>
              <a:avLst/>
              <a:gdLst/>
              <a:ahLst/>
              <a:cxnLst/>
              <a:rect l="l" t="t" r="r" b="b"/>
              <a:pathLst>
                <a:path w="395604" h="215900">
                  <a:moveTo>
                    <a:pt x="0" y="215900"/>
                  </a:moveTo>
                  <a:lnTo>
                    <a:pt x="395287" y="215900"/>
                  </a:lnTo>
                  <a:lnTo>
                    <a:pt x="395287" y="0"/>
                  </a:lnTo>
                  <a:lnTo>
                    <a:pt x="0" y="0"/>
                  </a:lnTo>
                  <a:lnTo>
                    <a:pt x="0" y="215900"/>
                  </a:lnTo>
                  <a:close/>
                </a:path>
              </a:pathLst>
            </a:custGeom>
            <a:ln w="9525">
              <a:solidFill>
                <a:srgbClr val="40458B"/>
              </a:solidFill>
            </a:ln>
          </p:spPr>
          <p:txBody>
            <a:bodyPr wrap="square" lIns="0" tIns="0" rIns="0" bIns="0" rtlCol="0"/>
            <a:lstStyle/>
            <a:p/>
          </p:txBody>
        </p:sp>
      </p:grpSp>
      <p:sp>
        <p:nvSpPr>
          <p:cNvPr id="23" name="object 23" descr=""/>
          <p:cNvSpPr txBox="1"/>
          <p:nvPr/>
        </p:nvSpPr>
        <p:spPr>
          <a:xfrm>
            <a:off x="4138421" y="4979365"/>
            <a:ext cx="1804670" cy="696595"/>
          </a:xfrm>
          <a:prstGeom prst="rect">
            <a:avLst/>
          </a:prstGeom>
        </p:spPr>
        <p:txBody>
          <a:bodyPr wrap="square" lIns="0" tIns="12700" rIns="0" bIns="0" rtlCol="0" vert="horz">
            <a:spAutoFit/>
          </a:bodyPr>
          <a:lstStyle/>
          <a:p>
            <a:pPr marL="12700" marR="5080">
              <a:lnSpc>
                <a:spcPct val="110100"/>
              </a:lnSpc>
              <a:spcBef>
                <a:spcPts val="100"/>
              </a:spcBef>
            </a:pPr>
            <a:r>
              <a:rPr dirty="0" sz="2000" spc="-5">
                <a:solidFill>
                  <a:srgbClr val="FF0000"/>
                </a:solidFill>
                <a:latin typeface="黑体"/>
                <a:cs typeface="黑体"/>
              </a:rPr>
              <a:t>紫色方块</a:t>
            </a:r>
            <a:r>
              <a:rPr dirty="0" sz="2000" spc="-25">
                <a:solidFill>
                  <a:srgbClr val="FF09FF"/>
                </a:solidFill>
                <a:latin typeface="黑体"/>
                <a:cs typeface="黑体"/>
              </a:rPr>
              <a:t>：瓶颈</a:t>
            </a:r>
            <a:r>
              <a:rPr dirty="0" sz="2000" spc="-15">
                <a:solidFill>
                  <a:srgbClr val="FF09FF"/>
                </a:solidFill>
                <a:latin typeface="黑体"/>
                <a:cs typeface="黑体"/>
              </a:rPr>
              <a:t>引起的空闲</a:t>
            </a:r>
            <a:endParaRPr sz="2000">
              <a:latin typeface="黑体"/>
              <a:cs typeface="黑体"/>
            </a:endParaRPr>
          </a:p>
        </p:txBody>
      </p:sp>
      <p:sp>
        <p:nvSpPr>
          <p:cNvPr id="24" name="object 24" descr=""/>
          <p:cNvSpPr txBox="1"/>
          <p:nvPr/>
        </p:nvSpPr>
        <p:spPr>
          <a:xfrm>
            <a:off x="3727196" y="5981191"/>
            <a:ext cx="310261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9FF"/>
                </a:solidFill>
                <a:latin typeface="黑体"/>
                <a:cs typeface="黑体"/>
              </a:rPr>
              <a:t>怎么解决？</a:t>
            </a:r>
            <a:r>
              <a:rPr dirty="0" sz="2400" spc="-10">
                <a:solidFill>
                  <a:srgbClr val="FF09FF"/>
                </a:solidFill>
                <a:latin typeface="Tahoma"/>
                <a:cs typeface="Tahoma"/>
              </a:rPr>
              <a:t>---</a:t>
            </a:r>
            <a:r>
              <a:rPr dirty="0" sz="2400" spc="-15">
                <a:solidFill>
                  <a:srgbClr val="FF09FF"/>
                </a:solidFill>
                <a:latin typeface="黑体"/>
                <a:cs typeface="黑体"/>
              </a:rPr>
              <a:t>两种方法</a:t>
            </a:r>
            <a:endParaRPr sz="2400">
              <a:latin typeface="黑体"/>
              <a:cs typeface="黑体"/>
            </a:endParaRPr>
          </a:p>
        </p:txBody>
      </p:sp>
      <p:sp>
        <p:nvSpPr>
          <p:cNvPr id="25" name="object 25" descr=""/>
          <p:cNvSpPr txBox="1"/>
          <p:nvPr/>
        </p:nvSpPr>
        <p:spPr>
          <a:xfrm>
            <a:off x="10498963" y="1926671"/>
            <a:ext cx="1549400" cy="2770505"/>
          </a:xfrm>
          <a:prstGeom prst="rect">
            <a:avLst/>
          </a:prstGeom>
        </p:spPr>
        <p:txBody>
          <a:bodyPr wrap="square" lIns="0" tIns="13335" rIns="0" bIns="0" rtlCol="0" vert="horz">
            <a:spAutoFit/>
          </a:bodyPr>
          <a:lstStyle/>
          <a:p>
            <a:pPr algn="just" marL="12700" marR="5080">
              <a:lnSpc>
                <a:spcPct val="150000"/>
              </a:lnSpc>
              <a:spcBef>
                <a:spcPts val="105"/>
              </a:spcBef>
            </a:pPr>
            <a:r>
              <a:rPr dirty="0" sz="2400" spc="-20">
                <a:solidFill>
                  <a:srgbClr val="40458B"/>
                </a:solidFill>
                <a:latin typeface="黑体"/>
                <a:cs typeface="黑体"/>
              </a:rPr>
              <a:t>瓶颈段一直</a:t>
            </a:r>
            <a:r>
              <a:rPr dirty="0" sz="2400" spc="-10">
                <a:solidFill>
                  <a:srgbClr val="40458B"/>
                </a:solidFill>
                <a:latin typeface="黑体"/>
                <a:cs typeface="黑体"/>
              </a:rPr>
              <a:t>处于忙碌状态，其余各段有许多时间时空闲，</a:t>
            </a:r>
            <a:endParaRPr sz="2400">
              <a:latin typeface="黑体"/>
              <a:cs typeface="黑体"/>
            </a:endParaRPr>
          </a:p>
        </p:txBody>
      </p:sp>
      <p:sp>
        <p:nvSpPr>
          <p:cNvPr id="26" name="object 26" descr=""/>
          <p:cNvSpPr txBox="1"/>
          <p:nvPr/>
        </p:nvSpPr>
        <p:spPr>
          <a:xfrm>
            <a:off x="10498963" y="4853762"/>
            <a:ext cx="18542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硬件效率低。</a:t>
            </a:r>
            <a:endParaRPr sz="2400">
              <a:latin typeface="黑体"/>
              <a:cs typeface="黑体"/>
            </a:endParaRPr>
          </a:p>
        </p:txBody>
      </p:sp>
      <p:sp>
        <p:nvSpPr>
          <p:cNvPr id="27" name="object 27"/>
          <p:cNvSpPr txBox="1">
            <a:spLocks noGrp="1"/>
          </p:cNvSpPr>
          <p:nvPr>
            <p:ph type="title"/>
          </p:nvPr>
        </p:nvSpPr>
        <p:spPr>
          <a:xfrm>
            <a:off x="9776206" y="189992"/>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3.2.1</a:t>
            </a:r>
            <a:r>
              <a:rPr dirty="0" u="none" sz="2600" spc="-20">
                <a:solidFill>
                  <a:srgbClr val="0000CC"/>
                </a:solidFill>
              </a:rPr>
              <a:t> 吞吐率</a:t>
            </a:r>
            <a:endParaRPr sz="2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065779" y="161289"/>
            <a:ext cx="4105910"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139090" y="1156207"/>
            <a:ext cx="11729085" cy="3234055"/>
          </a:xfrm>
          <a:prstGeom prst="rect">
            <a:avLst/>
          </a:prstGeom>
        </p:spPr>
        <p:txBody>
          <a:bodyPr wrap="square" lIns="0" tIns="13335" rIns="0" bIns="0" rtlCol="0" vert="horz">
            <a:spAutoFit/>
          </a:bodyPr>
          <a:lstStyle/>
          <a:p>
            <a:pPr marL="469265" indent="-456565">
              <a:lnSpc>
                <a:spcPct val="100000"/>
              </a:lnSpc>
              <a:spcBef>
                <a:spcPts val="105"/>
              </a:spcBef>
              <a:buClr>
                <a:srgbClr val="40458B"/>
              </a:buClr>
              <a:buAutoNum type="arabicPeriod" startAt="3"/>
              <a:tabLst>
                <a:tab pos="469265" algn="l"/>
              </a:tabLst>
            </a:pPr>
            <a:r>
              <a:rPr dirty="0" sz="3200" spc="-20">
                <a:solidFill>
                  <a:srgbClr val="E14B04"/>
                </a:solidFill>
                <a:latin typeface="黑体"/>
                <a:cs typeface="黑体"/>
              </a:rPr>
              <a:t>解决流水线瓶颈问题的常用方法</a:t>
            </a:r>
            <a:endParaRPr sz="3200">
              <a:latin typeface="黑体"/>
              <a:cs typeface="黑体"/>
            </a:endParaRPr>
          </a:p>
          <a:p>
            <a:pPr lvl="1" marL="1099185" indent="-457200">
              <a:lnSpc>
                <a:spcPct val="100000"/>
              </a:lnSpc>
              <a:spcBef>
                <a:spcPts val="2450"/>
              </a:spcBef>
              <a:buSzPct val="89285"/>
              <a:buFont typeface="Wingdings"/>
              <a:buChar char=""/>
              <a:tabLst>
                <a:tab pos="1099185" algn="l"/>
              </a:tabLst>
            </a:pPr>
            <a:r>
              <a:rPr dirty="0" sz="2800" spc="-40">
                <a:solidFill>
                  <a:srgbClr val="40458B"/>
                </a:solidFill>
                <a:latin typeface="黑体"/>
                <a:cs typeface="黑体"/>
              </a:rPr>
              <a:t>细分瓶颈段</a:t>
            </a:r>
            <a:endParaRPr sz="2800">
              <a:latin typeface="黑体"/>
              <a:cs typeface="黑体"/>
            </a:endParaRPr>
          </a:p>
          <a:p>
            <a:pPr lvl="2" marL="1913255" indent="-457200">
              <a:lnSpc>
                <a:spcPct val="100000"/>
              </a:lnSpc>
              <a:spcBef>
                <a:spcPts val="2120"/>
              </a:spcBef>
              <a:buClr>
                <a:srgbClr val="4668F5"/>
              </a:buClr>
              <a:buSzPct val="60416"/>
              <a:buFont typeface="Wingdings"/>
              <a:buChar char=""/>
              <a:tabLst>
                <a:tab pos="1913255" algn="l"/>
              </a:tabLst>
            </a:pPr>
            <a:r>
              <a:rPr dirty="0" sz="2400" spc="-25" b="1">
                <a:solidFill>
                  <a:srgbClr val="00AFEF"/>
                </a:solidFill>
                <a:latin typeface="宋体"/>
                <a:cs typeface="宋体"/>
              </a:rPr>
              <a:t>通过细分，使流水线每一段运行时间尽可能短且一致</a:t>
            </a:r>
            <a:endParaRPr sz="2400">
              <a:latin typeface="宋体"/>
              <a:cs typeface="宋体"/>
            </a:endParaRPr>
          </a:p>
          <a:p>
            <a:pPr lvl="1" marL="1099185" indent="-457200">
              <a:lnSpc>
                <a:spcPct val="100000"/>
              </a:lnSpc>
              <a:spcBef>
                <a:spcPts val="2255"/>
              </a:spcBef>
              <a:buSzPct val="89285"/>
              <a:buFont typeface="Wingdings"/>
              <a:buChar char=""/>
              <a:tabLst>
                <a:tab pos="1099185" algn="l"/>
              </a:tabLst>
            </a:pPr>
            <a:r>
              <a:rPr dirty="0" sz="2800" spc="-40">
                <a:solidFill>
                  <a:srgbClr val="40458B"/>
                </a:solidFill>
                <a:latin typeface="黑体"/>
                <a:cs typeface="黑体"/>
              </a:rPr>
              <a:t>重复设置瓶颈段</a:t>
            </a:r>
            <a:endParaRPr sz="2800">
              <a:latin typeface="黑体"/>
              <a:cs typeface="黑体"/>
            </a:endParaRPr>
          </a:p>
          <a:p>
            <a:pPr lvl="2" marL="1913255" indent="-457200">
              <a:lnSpc>
                <a:spcPct val="100000"/>
              </a:lnSpc>
              <a:spcBef>
                <a:spcPts val="2115"/>
              </a:spcBef>
              <a:buClr>
                <a:srgbClr val="4668F5"/>
              </a:buClr>
              <a:buSzPct val="60416"/>
              <a:buFont typeface="Wingdings"/>
              <a:buChar char=""/>
              <a:tabLst>
                <a:tab pos="1913255" algn="l"/>
              </a:tabLst>
            </a:pPr>
            <a:r>
              <a:rPr dirty="0" sz="2400" spc="-20" b="1">
                <a:solidFill>
                  <a:srgbClr val="00AFEF"/>
                </a:solidFill>
                <a:latin typeface="宋体"/>
                <a:cs typeface="宋体"/>
              </a:rPr>
              <a:t>当瓶颈段</a:t>
            </a:r>
            <a:r>
              <a:rPr dirty="0" sz="2400" spc="-20" b="1">
                <a:solidFill>
                  <a:srgbClr val="FF0000"/>
                </a:solidFill>
                <a:latin typeface="宋体"/>
                <a:cs typeface="宋体"/>
              </a:rPr>
              <a:t>不便于细分</a:t>
            </a:r>
            <a:r>
              <a:rPr dirty="0" sz="2400" spc="-20" b="1">
                <a:solidFill>
                  <a:srgbClr val="00AFEF"/>
                </a:solidFill>
                <a:latin typeface="宋体"/>
                <a:cs typeface="宋体"/>
              </a:rPr>
              <a:t>时，可以采用重复设置瓶颈段（即资源复用）</a:t>
            </a:r>
            <a:r>
              <a:rPr dirty="0" sz="2400" spc="-35" b="1">
                <a:solidFill>
                  <a:srgbClr val="00AFEF"/>
                </a:solidFill>
                <a:latin typeface="宋体"/>
                <a:cs typeface="宋体"/>
              </a:rPr>
              <a:t>的方法</a:t>
            </a:r>
            <a:endParaRPr sz="2400">
              <a:latin typeface="宋体"/>
              <a:cs typeface="宋体"/>
            </a:endParaRPr>
          </a:p>
        </p:txBody>
      </p:sp>
      <p:sp>
        <p:nvSpPr>
          <p:cNvPr id="11" name="object 11"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850007" y="161289"/>
            <a:ext cx="4105275"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2646045" y="5587085"/>
            <a:ext cx="3855720" cy="391160"/>
          </a:xfrm>
          <a:prstGeom prst="rect">
            <a:avLst/>
          </a:prstGeom>
        </p:spPr>
        <p:txBody>
          <a:bodyPr wrap="square" lIns="0" tIns="12700" rIns="0" bIns="0" rtlCol="0" vert="horz">
            <a:spAutoFit/>
          </a:bodyPr>
          <a:lstStyle/>
          <a:p>
            <a:pPr marL="12700">
              <a:lnSpc>
                <a:spcPct val="100000"/>
              </a:lnSpc>
              <a:spcBef>
                <a:spcPts val="100"/>
              </a:spcBef>
            </a:pPr>
            <a:r>
              <a:rPr dirty="0" sz="2400" spc="-20" b="1">
                <a:latin typeface="宋体"/>
                <a:cs typeface="宋体"/>
              </a:rPr>
              <a:t>改进后的流水线的吞吐率 ：</a:t>
            </a:r>
            <a:endParaRPr sz="2400">
              <a:latin typeface="宋体"/>
              <a:cs typeface="宋体"/>
            </a:endParaRPr>
          </a:p>
        </p:txBody>
      </p:sp>
      <p:grpSp>
        <p:nvGrpSpPr>
          <p:cNvPr id="11" name="object 11" descr=""/>
          <p:cNvGrpSpPr/>
          <p:nvPr/>
        </p:nvGrpSpPr>
        <p:grpSpPr>
          <a:xfrm>
            <a:off x="7680325" y="5300662"/>
            <a:ext cx="1657350" cy="941705"/>
            <a:chOff x="7680325" y="5300662"/>
            <a:chExt cx="1657350" cy="941705"/>
          </a:xfrm>
        </p:grpSpPr>
        <p:sp>
          <p:nvSpPr>
            <p:cNvPr id="12" name="object 12" descr=""/>
            <p:cNvSpPr/>
            <p:nvPr/>
          </p:nvSpPr>
          <p:spPr>
            <a:xfrm>
              <a:off x="7680325" y="5300662"/>
              <a:ext cx="1657350" cy="941705"/>
            </a:xfrm>
            <a:custGeom>
              <a:avLst/>
              <a:gdLst/>
              <a:ahLst/>
              <a:cxnLst/>
              <a:rect l="l" t="t" r="r" b="b"/>
              <a:pathLst>
                <a:path w="1657350" h="941704">
                  <a:moveTo>
                    <a:pt x="1657350" y="0"/>
                  </a:moveTo>
                  <a:lnTo>
                    <a:pt x="0" y="0"/>
                  </a:lnTo>
                  <a:lnTo>
                    <a:pt x="0" y="941387"/>
                  </a:lnTo>
                  <a:lnTo>
                    <a:pt x="1657350" y="941387"/>
                  </a:lnTo>
                  <a:lnTo>
                    <a:pt x="1657350" y="0"/>
                  </a:lnTo>
                  <a:close/>
                </a:path>
              </a:pathLst>
            </a:custGeom>
            <a:solidFill>
              <a:srgbClr val="FFACFF"/>
            </a:solidFill>
          </p:spPr>
          <p:txBody>
            <a:bodyPr wrap="square" lIns="0" tIns="0" rIns="0" bIns="0" rtlCol="0"/>
            <a:lstStyle/>
            <a:p/>
          </p:txBody>
        </p:sp>
        <p:sp>
          <p:nvSpPr>
            <p:cNvPr id="13" name="object 13" descr=""/>
            <p:cNvSpPr/>
            <p:nvPr/>
          </p:nvSpPr>
          <p:spPr>
            <a:xfrm>
              <a:off x="8889765" y="5795932"/>
              <a:ext cx="384175" cy="0"/>
            </a:xfrm>
            <a:custGeom>
              <a:avLst/>
              <a:gdLst/>
              <a:ahLst/>
              <a:cxnLst/>
              <a:rect l="l" t="t" r="r" b="b"/>
              <a:pathLst>
                <a:path w="384175" h="0">
                  <a:moveTo>
                    <a:pt x="0" y="0"/>
                  </a:moveTo>
                  <a:lnTo>
                    <a:pt x="384003" y="0"/>
                  </a:lnTo>
                </a:path>
              </a:pathLst>
            </a:custGeom>
            <a:ln w="15911">
              <a:solidFill>
                <a:srgbClr val="000000"/>
              </a:solidFill>
            </a:ln>
          </p:spPr>
          <p:txBody>
            <a:bodyPr wrap="square" lIns="0" tIns="0" rIns="0" bIns="0" rtlCol="0"/>
            <a:lstStyle/>
            <a:p/>
          </p:txBody>
        </p:sp>
      </p:grpSp>
      <p:sp>
        <p:nvSpPr>
          <p:cNvPr id="14" name="object 14" descr=""/>
          <p:cNvSpPr txBox="1"/>
          <p:nvPr/>
        </p:nvSpPr>
        <p:spPr>
          <a:xfrm>
            <a:off x="7717845" y="5513988"/>
            <a:ext cx="438150" cy="456565"/>
          </a:xfrm>
          <a:prstGeom prst="rect">
            <a:avLst/>
          </a:prstGeom>
        </p:spPr>
        <p:txBody>
          <a:bodyPr wrap="square" lIns="0" tIns="15875" rIns="0" bIns="0" rtlCol="0" vert="horz">
            <a:spAutoFit/>
          </a:bodyPr>
          <a:lstStyle/>
          <a:p>
            <a:pPr>
              <a:lnSpc>
                <a:spcPct val="100000"/>
              </a:lnSpc>
              <a:spcBef>
                <a:spcPts val="125"/>
              </a:spcBef>
            </a:pPr>
            <a:r>
              <a:rPr dirty="0" sz="2800" spc="-25" i="1">
                <a:latin typeface="Times New Roman"/>
                <a:cs typeface="Times New Roman"/>
              </a:rPr>
              <a:t>TP</a:t>
            </a:r>
            <a:endParaRPr sz="2800">
              <a:latin typeface="Times New Roman"/>
              <a:cs typeface="Times New Roman"/>
            </a:endParaRPr>
          </a:p>
        </p:txBody>
      </p:sp>
      <p:sp>
        <p:nvSpPr>
          <p:cNvPr id="15" name="object 15" descr=""/>
          <p:cNvSpPr txBox="1"/>
          <p:nvPr/>
        </p:nvSpPr>
        <p:spPr>
          <a:xfrm>
            <a:off x="8917707" y="5793696"/>
            <a:ext cx="330200" cy="456565"/>
          </a:xfrm>
          <a:prstGeom prst="rect">
            <a:avLst/>
          </a:prstGeom>
        </p:spPr>
        <p:txBody>
          <a:bodyPr wrap="square" lIns="0" tIns="15875" rIns="0" bIns="0" rtlCol="0" vert="horz">
            <a:spAutoFit/>
          </a:bodyPr>
          <a:lstStyle/>
          <a:p>
            <a:pPr>
              <a:lnSpc>
                <a:spcPct val="100000"/>
              </a:lnSpc>
              <a:spcBef>
                <a:spcPts val="125"/>
              </a:spcBef>
            </a:pPr>
            <a:r>
              <a:rPr dirty="0" sz="2800" spc="-25">
                <a:latin typeface="Symbol"/>
                <a:cs typeface="Symbol"/>
              </a:rPr>
              <a:t></a:t>
            </a:r>
            <a:r>
              <a:rPr dirty="0" sz="2800" spc="-25" i="1">
                <a:latin typeface="Times New Roman"/>
                <a:cs typeface="Times New Roman"/>
              </a:rPr>
              <a:t>t</a:t>
            </a:r>
            <a:endParaRPr sz="2800">
              <a:latin typeface="Times New Roman"/>
              <a:cs typeface="Times New Roman"/>
            </a:endParaRPr>
          </a:p>
        </p:txBody>
      </p:sp>
      <p:sp>
        <p:nvSpPr>
          <p:cNvPr id="16" name="object 16" descr=""/>
          <p:cNvSpPr txBox="1"/>
          <p:nvPr/>
        </p:nvSpPr>
        <p:spPr>
          <a:xfrm>
            <a:off x="8582559" y="5287332"/>
            <a:ext cx="628015" cy="456565"/>
          </a:xfrm>
          <a:prstGeom prst="rect">
            <a:avLst/>
          </a:prstGeom>
        </p:spPr>
        <p:txBody>
          <a:bodyPr wrap="square" lIns="0" tIns="15875" rIns="0" bIns="0" rtlCol="0" vert="horz">
            <a:spAutoFit/>
          </a:bodyPr>
          <a:lstStyle/>
          <a:p>
            <a:pPr marL="25400">
              <a:lnSpc>
                <a:spcPct val="100000"/>
              </a:lnSpc>
              <a:spcBef>
                <a:spcPts val="125"/>
              </a:spcBef>
              <a:tabLst>
                <a:tab pos="408940" algn="l"/>
              </a:tabLst>
            </a:pPr>
            <a:r>
              <a:rPr dirty="0" baseline="-35714" sz="4200" spc="-75">
                <a:latin typeface="Symbol"/>
                <a:cs typeface="Symbol"/>
              </a:rPr>
              <a:t></a:t>
            </a:r>
            <a:r>
              <a:rPr dirty="0" baseline="-35714" sz="4200">
                <a:latin typeface="Times New Roman"/>
                <a:cs typeface="Times New Roman"/>
              </a:rPr>
              <a:t>	</a:t>
            </a:r>
            <a:r>
              <a:rPr dirty="0" sz="2800" spc="-50">
                <a:latin typeface="Times New Roman"/>
                <a:cs typeface="Times New Roman"/>
              </a:rPr>
              <a:t>1</a:t>
            </a:r>
            <a:endParaRPr sz="2800">
              <a:latin typeface="Times New Roman"/>
              <a:cs typeface="Times New Roman"/>
            </a:endParaRPr>
          </a:p>
        </p:txBody>
      </p:sp>
      <p:sp>
        <p:nvSpPr>
          <p:cNvPr id="17" name="object 17" descr=""/>
          <p:cNvSpPr txBox="1"/>
          <p:nvPr/>
        </p:nvSpPr>
        <p:spPr>
          <a:xfrm>
            <a:off x="8090658" y="5733979"/>
            <a:ext cx="407670" cy="299720"/>
          </a:xfrm>
          <a:prstGeom prst="rect">
            <a:avLst/>
          </a:prstGeom>
        </p:spPr>
        <p:txBody>
          <a:bodyPr wrap="square" lIns="0" tIns="12065" rIns="0" bIns="0" rtlCol="0" vert="horz">
            <a:spAutoFit/>
          </a:bodyPr>
          <a:lstStyle/>
          <a:p>
            <a:pPr>
              <a:lnSpc>
                <a:spcPct val="100000"/>
              </a:lnSpc>
              <a:spcBef>
                <a:spcPts val="95"/>
              </a:spcBef>
            </a:pPr>
            <a:r>
              <a:rPr dirty="0" sz="1800" spc="-25">
                <a:latin typeface="Times New Roman"/>
                <a:cs typeface="Times New Roman"/>
              </a:rPr>
              <a:t>max</a:t>
            </a:r>
            <a:endParaRPr sz="1800">
              <a:latin typeface="Times New Roman"/>
              <a:cs typeface="Times New Roman"/>
            </a:endParaRPr>
          </a:p>
        </p:txBody>
      </p:sp>
      <p:grpSp>
        <p:nvGrpSpPr>
          <p:cNvPr id="18" name="object 18" descr=""/>
          <p:cNvGrpSpPr/>
          <p:nvPr/>
        </p:nvGrpSpPr>
        <p:grpSpPr>
          <a:xfrm>
            <a:off x="2362164" y="3549052"/>
            <a:ext cx="7129145" cy="989330"/>
            <a:chOff x="2362164" y="3549052"/>
            <a:chExt cx="7129145" cy="989330"/>
          </a:xfrm>
        </p:grpSpPr>
        <p:sp>
          <p:nvSpPr>
            <p:cNvPr id="19" name="object 19" descr=""/>
            <p:cNvSpPr/>
            <p:nvPr/>
          </p:nvSpPr>
          <p:spPr>
            <a:xfrm>
              <a:off x="2709899"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FFFFCC"/>
            </a:solidFill>
          </p:spPr>
          <p:txBody>
            <a:bodyPr wrap="square" lIns="0" tIns="0" rIns="0" bIns="0" rtlCol="0"/>
            <a:lstStyle/>
            <a:p/>
          </p:txBody>
        </p:sp>
        <p:sp>
          <p:nvSpPr>
            <p:cNvPr id="20" name="object 20" descr=""/>
            <p:cNvSpPr/>
            <p:nvPr/>
          </p:nvSpPr>
          <p:spPr>
            <a:xfrm>
              <a:off x="2709899"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21" name="object 21" descr=""/>
            <p:cNvSpPr/>
            <p:nvPr/>
          </p:nvSpPr>
          <p:spPr>
            <a:xfrm>
              <a:off x="3726051"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CCFFCC"/>
            </a:solidFill>
          </p:spPr>
          <p:txBody>
            <a:bodyPr wrap="square" lIns="0" tIns="0" rIns="0" bIns="0" rtlCol="0"/>
            <a:lstStyle/>
            <a:p/>
          </p:txBody>
        </p:sp>
        <p:sp>
          <p:nvSpPr>
            <p:cNvPr id="22" name="object 22" descr=""/>
            <p:cNvSpPr/>
            <p:nvPr/>
          </p:nvSpPr>
          <p:spPr>
            <a:xfrm>
              <a:off x="3726051"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23" name="object 23" descr=""/>
            <p:cNvSpPr/>
            <p:nvPr/>
          </p:nvSpPr>
          <p:spPr>
            <a:xfrm>
              <a:off x="4742101"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FFCC99"/>
            </a:solidFill>
          </p:spPr>
          <p:txBody>
            <a:bodyPr wrap="square" lIns="0" tIns="0" rIns="0" bIns="0" rtlCol="0"/>
            <a:lstStyle/>
            <a:p/>
          </p:txBody>
        </p:sp>
        <p:sp>
          <p:nvSpPr>
            <p:cNvPr id="24" name="object 24" descr=""/>
            <p:cNvSpPr/>
            <p:nvPr/>
          </p:nvSpPr>
          <p:spPr>
            <a:xfrm>
              <a:off x="4742101"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25" name="object 25" descr=""/>
            <p:cNvSpPr/>
            <p:nvPr/>
          </p:nvSpPr>
          <p:spPr>
            <a:xfrm>
              <a:off x="8806263"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FFCCFF"/>
            </a:solidFill>
          </p:spPr>
          <p:txBody>
            <a:bodyPr wrap="square" lIns="0" tIns="0" rIns="0" bIns="0" rtlCol="0"/>
            <a:lstStyle/>
            <a:p/>
          </p:txBody>
        </p:sp>
        <p:sp>
          <p:nvSpPr>
            <p:cNvPr id="26" name="object 26" descr=""/>
            <p:cNvSpPr/>
            <p:nvPr/>
          </p:nvSpPr>
          <p:spPr>
            <a:xfrm>
              <a:off x="8806263"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27" name="object 27" descr=""/>
            <p:cNvSpPr/>
            <p:nvPr/>
          </p:nvSpPr>
          <p:spPr>
            <a:xfrm>
              <a:off x="5549859" y="3558419"/>
              <a:ext cx="3068320" cy="969644"/>
            </a:xfrm>
            <a:custGeom>
              <a:avLst/>
              <a:gdLst/>
              <a:ahLst/>
              <a:cxnLst/>
              <a:rect l="l" t="t" r="r" b="b"/>
              <a:pathLst>
                <a:path w="3068320" h="969645">
                  <a:moveTo>
                    <a:pt x="3067907" y="0"/>
                  </a:moveTo>
                  <a:lnTo>
                    <a:pt x="0" y="0"/>
                  </a:lnTo>
                  <a:lnTo>
                    <a:pt x="0" y="969627"/>
                  </a:lnTo>
                  <a:lnTo>
                    <a:pt x="3067907" y="969627"/>
                  </a:lnTo>
                  <a:lnTo>
                    <a:pt x="3067907" y="0"/>
                  </a:lnTo>
                  <a:close/>
                </a:path>
              </a:pathLst>
            </a:custGeom>
            <a:solidFill>
              <a:srgbClr val="CCFFFF"/>
            </a:solidFill>
          </p:spPr>
          <p:txBody>
            <a:bodyPr wrap="square" lIns="0" tIns="0" rIns="0" bIns="0" rtlCol="0"/>
            <a:lstStyle/>
            <a:p/>
          </p:txBody>
        </p:sp>
        <p:sp>
          <p:nvSpPr>
            <p:cNvPr id="28" name="object 28" descr=""/>
            <p:cNvSpPr/>
            <p:nvPr/>
          </p:nvSpPr>
          <p:spPr>
            <a:xfrm>
              <a:off x="5543213" y="3556460"/>
              <a:ext cx="3087370" cy="979169"/>
            </a:xfrm>
            <a:custGeom>
              <a:avLst/>
              <a:gdLst/>
              <a:ahLst/>
              <a:cxnLst/>
              <a:rect l="l" t="t" r="r" b="b"/>
              <a:pathLst>
                <a:path w="3087370" h="979170">
                  <a:moveTo>
                    <a:pt x="3077372" y="4927"/>
                  </a:moveTo>
                  <a:lnTo>
                    <a:pt x="3067504" y="4927"/>
                  </a:lnTo>
                  <a:lnTo>
                    <a:pt x="3067504" y="38382"/>
                  </a:lnTo>
                  <a:lnTo>
                    <a:pt x="3086837" y="38382"/>
                  </a:lnTo>
                  <a:lnTo>
                    <a:pt x="3086837" y="14263"/>
                  </a:lnTo>
                  <a:lnTo>
                    <a:pt x="3077372" y="14263"/>
                  </a:lnTo>
                  <a:lnTo>
                    <a:pt x="3077372" y="4927"/>
                  </a:lnTo>
                  <a:close/>
                </a:path>
                <a:path w="3087370" h="979170">
                  <a:moveTo>
                    <a:pt x="3077372" y="0"/>
                  </a:moveTo>
                  <a:lnTo>
                    <a:pt x="3019172" y="0"/>
                  </a:lnTo>
                  <a:lnTo>
                    <a:pt x="3019172" y="14263"/>
                  </a:lnTo>
                  <a:lnTo>
                    <a:pt x="3067504" y="14263"/>
                  </a:lnTo>
                  <a:lnTo>
                    <a:pt x="3067504" y="4927"/>
                  </a:lnTo>
                  <a:lnTo>
                    <a:pt x="3077372" y="4927"/>
                  </a:lnTo>
                  <a:lnTo>
                    <a:pt x="3077372" y="0"/>
                  </a:lnTo>
                  <a:close/>
                </a:path>
                <a:path w="3087370" h="979170">
                  <a:moveTo>
                    <a:pt x="3086837" y="4927"/>
                  </a:moveTo>
                  <a:lnTo>
                    <a:pt x="3077372" y="4927"/>
                  </a:lnTo>
                  <a:lnTo>
                    <a:pt x="3077372" y="14263"/>
                  </a:lnTo>
                  <a:lnTo>
                    <a:pt x="3086837" y="14263"/>
                  </a:lnTo>
                  <a:lnTo>
                    <a:pt x="3086837" y="4927"/>
                  </a:lnTo>
                  <a:close/>
                </a:path>
                <a:path w="3087370" h="979170">
                  <a:moveTo>
                    <a:pt x="2970638" y="0"/>
                  </a:moveTo>
                  <a:lnTo>
                    <a:pt x="2912840" y="0"/>
                  </a:lnTo>
                  <a:lnTo>
                    <a:pt x="2912840" y="14263"/>
                  </a:lnTo>
                  <a:lnTo>
                    <a:pt x="2970638" y="14263"/>
                  </a:lnTo>
                  <a:lnTo>
                    <a:pt x="2970638" y="0"/>
                  </a:lnTo>
                  <a:close/>
                </a:path>
                <a:path w="3087370" h="979170">
                  <a:moveTo>
                    <a:pt x="2864508" y="0"/>
                  </a:moveTo>
                  <a:lnTo>
                    <a:pt x="2806509" y="0"/>
                  </a:lnTo>
                  <a:lnTo>
                    <a:pt x="2806509" y="14263"/>
                  </a:lnTo>
                  <a:lnTo>
                    <a:pt x="2864508" y="14263"/>
                  </a:lnTo>
                  <a:lnTo>
                    <a:pt x="2864508" y="0"/>
                  </a:lnTo>
                  <a:close/>
                </a:path>
                <a:path w="3087370" h="979170">
                  <a:moveTo>
                    <a:pt x="2758176" y="0"/>
                  </a:moveTo>
                  <a:lnTo>
                    <a:pt x="2699774" y="0"/>
                  </a:lnTo>
                  <a:lnTo>
                    <a:pt x="2699774" y="14263"/>
                  </a:lnTo>
                  <a:lnTo>
                    <a:pt x="2758176" y="14263"/>
                  </a:lnTo>
                  <a:lnTo>
                    <a:pt x="2758176" y="0"/>
                  </a:lnTo>
                  <a:close/>
                </a:path>
                <a:path w="3087370" h="979170">
                  <a:moveTo>
                    <a:pt x="2656476" y="0"/>
                  </a:moveTo>
                  <a:lnTo>
                    <a:pt x="2593644" y="0"/>
                  </a:lnTo>
                  <a:lnTo>
                    <a:pt x="2593644" y="14263"/>
                  </a:lnTo>
                  <a:lnTo>
                    <a:pt x="2656476" y="14263"/>
                  </a:lnTo>
                  <a:lnTo>
                    <a:pt x="2656476" y="0"/>
                  </a:lnTo>
                  <a:close/>
                </a:path>
                <a:path w="3087370" h="979170">
                  <a:moveTo>
                    <a:pt x="2549742" y="0"/>
                  </a:moveTo>
                  <a:lnTo>
                    <a:pt x="2486910" y="0"/>
                  </a:lnTo>
                  <a:lnTo>
                    <a:pt x="2486910" y="14263"/>
                  </a:lnTo>
                  <a:lnTo>
                    <a:pt x="2549742" y="14263"/>
                  </a:lnTo>
                  <a:lnTo>
                    <a:pt x="2549742" y="0"/>
                  </a:lnTo>
                  <a:close/>
                </a:path>
                <a:path w="3087370" h="979170">
                  <a:moveTo>
                    <a:pt x="2443411" y="0"/>
                  </a:moveTo>
                  <a:lnTo>
                    <a:pt x="2380578" y="0"/>
                  </a:lnTo>
                  <a:lnTo>
                    <a:pt x="2380578" y="14263"/>
                  </a:lnTo>
                  <a:lnTo>
                    <a:pt x="2443411" y="14263"/>
                  </a:lnTo>
                  <a:lnTo>
                    <a:pt x="2443411" y="0"/>
                  </a:lnTo>
                  <a:close/>
                </a:path>
                <a:path w="3087370" h="979170">
                  <a:moveTo>
                    <a:pt x="2337079" y="0"/>
                  </a:moveTo>
                  <a:lnTo>
                    <a:pt x="2274247" y="0"/>
                  </a:lnTo>
                  <a:lnTo>
                    <a:pt x="2274247" y="14263"/>
                  </a:lnTo>
                  <a:lnTo>
                    <a:pt x="2337079" y="14263"/>
                  </a:lnTo>
                  <a:lnTo>
                    <a:pt x="2337079" y="0"/>
                  </a:lnTo>
                  <a:close/>
                </a:path>
                <a:path w="3087370" h="979170">
                  <a:moveTo>
                    <a:pt x="2230345" y="0"/>
                  </a:moveTo>
                  <a:lnTo>
                    <a:pt x="2172547" y="0"/>
                  </a:lnTo>
                  <a:lnTo>
                    <a:pt x="2172547" y="14263"/>
                  </a:lnTo>
                  <a:lnTo>
                    <a:pt x="2230345" y="14263"/>
                  </a:lnTo>
                  <a:lnTo>
                    <a:pt x="2230345" y="0"/>
                  </a:lnTo>
                  <a:close/>
                </a:path>
                <a:path w="3087370" h="979170">
                  <a:moveTo>
                    <a:pt x="2124214" y="0"/>
                  </a:moveTo>
                  <a:lnTo>
                    <a:pt x="2066215" y="0"/>
                  </a:lnTo>
                  <a:lnTo>
                    <a:pt x="2066215" y="14263"/>
                  </a:lnTo>
                  <a:lnTo>
                    <a:pt x="2124214" y="14263"/>
                  </a:lnTo>
                  <a:lnTo>
                    <a:pt x="2124214" y="0"/>
                  </a:lnTo>
                  <a:close/>
                </a:path>
                <a:path w="3087370" h="979170">
                  <a:moveTo>
                    <a:pt x="2017883" y="0"/>
                  </a:moveTo>
                  <a:lnTo>
                    <a:pt x="1959481" y="0"/>
                  </a:lnTo>
                  <a:lnTo>
                    <a:pt x="1959481" y="14263"/>
                  </a:lnTo>
                  <a:lnTo>
                    <a:pt x="2017883" y="14263"/>
                  </a:lnTo>
                  <a:lnTo>
                    <a:pt x="2017883" y="0"/>
                  </a:lnTo>
                  <a:close/>
                </a:path>
                <a:path w="3087370" h="979170">
                  <a:moveTo>
                    <a:pt x="1911148" y="0"/>
                  </a:moveTo>
                  <a:lnTo>
                    <a:pt x="1853351" y="0"/>
                  </a:lnTo>
                  <a:lnTo>
                    <a:pt x="1853351" y="14263"/>
                  </a:lnTo>
                  <a:lnTo>
                    <a:pt x="1911148" y="14263"/>
                  </a:lnTo>
                  <a:lnTo>
                    <a:pt x="1911148" y="0"/>
                  </a:lnTo>
                  <a:close/>
                </a:path>
                <a:path w="3087370" h="979170">
                  <a:moveTo>
                    <a:pt x="1809852" y="0"/>
                  </a:moveTo>
                  <a:lnTo>
                    <a:pt x="1746616" y="0"/>
                  </a:lnTo>
                  <a:lnTo>
                    <a:pt x="1746616" y="14263"/>
                  </a:lnTo>
                  <a:lnTo>
                    <a:pt x="1809852" y="14263"/>
                  </a:lnTo>
                  <a:lnTo>
                    <a:pt x="1809852" y="0"/>
                  </a:lnTo>
                  <a:close/>
                </a:path>
                <a:path w="3087370" h="979170">
                  <a:moveTo>
                    <a:pt x="1703117" y="0"/>
                  </a:moveTo>
                  <a:lnTo>
                    <a:pt x="1640285" y="0"/>
                  </a:lnTo>
                  <a:lnTo>
                    <a:pt x="1640285" y="14263"/>
                  </a:lnTo>
                  <a:lnTo>
                    <a:pt x="1703117" y="14263"/>
                  </a:lnTo>
                  <a:lnTo>
                    <a:pt x="1703117" y="0"/>
                  </a:lnTo>
                  <a:close/>
                </a:path>
                <a:path w="3087370" h="979170">
                  <a:moveTo>
                    <a:pt x="1596786" y="0"/>
                  </a:moveTo>
                  <a:lnTo>
                    <a:pt x="1533953" y="0"/>
                  </a:lnTo>
                  <a:lnTo>
                    <a:pt x="1533953" y="14263"/>
                  </a:lnTo>
                  <a:lnTo>
                    <a:pt x="1596786" y="14263"/>
                  </a:lnTo>
                  <a:lnTo>
                    <a:pt x="1596786" y="0"/>
                  </a:lnTo>
                  <a:close/>
                </a:path>
                <a:path w="3087370" h="979170">
                  <a:moveTo>
                    <a:pt x="1490051" y="0"/>
                  </a:moveTo>
                  <a:lnTo>
                    <a:pt x="1427219" y="0"/>
                  </a:lnTo>
                  <a:lnTo>
                    <a:pt x="1427219" y="14263"/>
                  </a:lnTo>
                  <a:lnTo>
                    <a:pt x="1490051" y="14263"/>
                  </a:lnTo>
                  <a:lnTo>
                    <a:pt x="1490051" y="0"/>
                  </a:lnTo>
                  <a:close/>
                </a:path>
                <a:path w="3087370" h="979170">
                  <a:moveTo>
                    <a:pt x="1383921" y="0"/>
                  </a:moveTo>
                  <a:lnTo>
                    <a:pt x="1325922" y="0"/>
                  </a:lnTo>
                  <a:lnTo>
                    <a:pt x="1325922" y="14263"/>
                  </a:lnTo>
                  <a:lnTo>
                    <a:pt x="1383921" y="14263"/>
                  </a:lnTo>
                  <a:lnTo>
                    <a:pt x="1383921" y="0"/>
                  </a:lnTo>
                  <a:close/>
                </a:path>
                <a:path w="3087370" h="979170">
                  <a:moveTo>
                    <a:pt x="1277589" y="0"/>
                  </a:moveTo>
                  <a:lnTo>
                    <a:pt x="1219188" y="0"/>
                  </a:lnTo>
                  <a:lnTo>
                    <a:pt x="1219188" y="14263"/>
                  </a:lnTo>
                  <a:lnTo>
                    <a:pt x="1277589" y="14263"/>
                  </a:lnTo>
                  <a:lnTo>
                    <a:pt x="1277589" y="0"/>
                  </a:lnTo>
                  <a:close/>
                </a:path>
                <a:path w="3087370" h="979170">
                  <a:moveTo>
                    <a:pt x="1170855" y="0"/>
                  </a:moveTo>
                  <a:lnTo>
                    <a:pt x="1113057" y="0"/>
                  </a:lnTo>
                  <a:lnTo>
                    <a:pt x="1113057" y="14263"/>
                  </a:lnTo>
                  <a:lnTo>
                    <a:pt x="1170855" y="14263"/>
                  </a:lnTo>
                  <a:lnTo>
                    <a:pt x="1170855" y="0"/>
                  </a:lnTo>
                  <a:close/>
                </a:path>
                <a:path w="3087370" h="979170">
                  <a:moveTo>
                    <a:pt x="1064524" y="0"/>
                  </a:moveTo>
                  <a:lnTo>
                    <a:pt x="1006323" y="0"/>
                  </a:lnTo>
                  <a:lnTo>
                    <a:pt x="1006323" y="14263"/>
                  </a:lnTo>
                  <a:lnTo>
                    <a:pt x="1064524" y="14263"/>
                  </a:lnTo>
                  <a:lnTo>
                    <a:pt x="1064524" y="0"/>
                  </a:lnTo>
                  <a:close/>
                </a:path>
                <a:path w="3087370" h="979170">
                  <a:moveTo>
                    <a:pt x="962824" y="0"/>
                  </a:moveTo>
                  <a:lnTo>
                    <a:pt x="899992" y="0"/>
                  </a:lnTo>
                  <a:lnTo>
                    <a:pt x="899992" y="14263"/>
                  </a:lnTo>
                  <a:lnTo>
                    <a:pt x="962824" y="14263"/>
                  </a:lnTo>
                  <a:lnTo>
                    <a:pt x="962824" y="0"/>
                  </a:lnTo>
                  <a:close/>
                </a:path>
                <a:path w="3087370" h="979170">
                  <a:moveTo>
                    <a:pt x="856694" y="0"/>
                  </a:moveTo>
                  <a:lnTo>
                    <a:pt x="793660" y="0"/>
                  </a:lnTo>
                  <a:lnTo>
                    <a:pt x="793660" y="14263"/>
                  </a:lnTo>
                  <a:lnTo>
                    <a:pt x="856694" y="14263"/>
                  </a:lnTo>
                  <a:lnTo>
                    <a:pt x="856694" y="0"/>
                  </a:lnTo>
                  <a:close/>
                </a:path>
                <a:path w="3087370" h="979170">
                  <a:moveTo>
                    <a:pt x="749758" y="0"/>
                  </a:moveTo>
                  <a:lnTo>
                    <a:pt x="686926" y="0"/>
                  </a:lnTo>
                  <a:lnTo>
                    <a:pt x="686926" y="14263"/>
                  </a:lnTo>
                  <a:lnTo>
                    <a:pt x="749758" y="14263"/>
                  </a:lnTo>
                  <a:lnTo>
                    <a:pt x="749758" y="0"/>
                  </a:lnTo>
                  <a:close/>
                </a:path>
                <a:path w="3087370" h="979170">
                  <a:moveTo>
                    <a:pt x="643628" y="0"/>
                  </a:moveTo>
                  <a:lnTo>
                    <a:pt x="580795" y="0"/>
                  </a:lnTo>
                  <a:lnTo>
                    <a:pt x="580795" y="14263"/>
                  </a:lnTo>
                  <a:lnTo>
                    <a:pt x="643628" y="14263"/>
                  </a:lnTo>
                  <a:lnTo>
                    <a:pt x="643628" y="0"/>
                  </a:lnTo>
                  <a:close/>
                </a:path>
                <a:path w="3087370" h="979170">
                  <a:moveTo>
                    <a:pt x="537296" y="0"/>
                  </a:moveTo>
                  <a:lnTo>
                    <a:pt x="478894" y="0"/>
                  </a:lnTo>
                  <a:lnTo>
                    <a:pt x="478894" y="14263"/>
                  </a:lnTo>
                  <a:lnTo>
                    <a:pt x="537296" y="14263"/>
                  </a:lnTo>
                  <a:lnTo>
                    <a:pt x="537296" y="0"/>
                  </a:lnTo>
                  <a:close/>
                </a:path>
                <a:path w="3087370" h="979170">
                  <a:moveTo>
                    <a:pt x="430562" y="0"/>
                  </a:moveTo>
                  <a:lnTo>
                    <a:pt x="372764" y="0"/>
                  </a:lnTo>
                  <a:lnTo>
                    <a:pt x="372764" y="14263"/>
                  </a:lnTo>
                  <a:lnTo>
                    <a:pt x="430562" y="14263"/>
                  </a:lnTo>
                  <a:lnTo>
                    <a:pt x="430562" y="0"/>
                  </a:lnTo>
                  <a:close/>
                </a:path>
                <a:path w="3087370" h="979170">
                  <a:moveTo>
                    <a:pt x="324432" y="0"/>
                  </a:moveTo>
                  <a:lnTo>
                    <a:pt x="266433" y="0"/>
                  </a:lnTo>
                  <a:lnTo>
                    <a:pt x="266433" y="14263"/>
                  </a:lnTo>
                  <a:lnTo>
                    <a:pt x="324432" y="14263"/>
                  </a:lnTo>
                  <a:lnTo>
                    <a:pt x="324432" y="0"/>
                  </a:lnTo>
                  <a:close/>
                </a:path>
                <a:path w="3087370" h="979170">
                  <a:moveTo>
                    <a:pt x="218100" y="0"/>
                  </a:moveTo>
                  <a:lnTo>
                    <a:pt x="159698" y="0"/>
                  </a:lnTo>
                  <a:lnTo>
                    <a:pt x="159698" y="14263"/>
                  </a:lnTo>
                  <a:lnTo>
                    <a:pt x="218100" y="14263"/>
                  </a:lnTo>
                  <a:lnTo>
                    <a:pt x="218100" y="0"/>
                  </a:lnTo>
                  <a:close/>
                </a:path>
                <a:path w="3087370" h="979170">
                  <a:moveTo>
                    <a:pt x="116400" y="0"/>
                  </a:moveTo>
                  <a:lnTo>
                    <a:pt x="53568" y="0"/>
                  </a:lnTo>
                  <a:lnTo>
                    <a:pt x="53568" y="14263"/>
                  </a:lnTo>
                  <a:lnTo>
                    <a:pt x="116400" y="14263"/>
                  </a:lnTo>
                  <a:lnTo>
                    <a:pt x="116400" y="0"/>
                  </a:lnTo>
                  <a:close/>
                </a:path>
                <a:path w="3087370" h="979170">
                  <a:moveTo>
                    <a:pt x="14499" y="4927"/>
                  </a:moveTo>
                  <a:lnTo>
                    <a:pt x="0" y="4927"/>
                  </a:lnTo>
                  <a:lnTo>
                    <a:pt x="0" y="67429"/>
                  </a:lnTo>
                  <a:lnTo>
                    <a:pt x="14499" y="67429"/>
                  </a:lnTo>
                  <a:lnTo>
                    <a:pt x="14499" y="4927"/>
                  </a:lnTo>
                  <a:close/>
                </a:path>
                <a:path w="3087370" h="979170">
                  <a:moveTo>
                    <a:pt x="14499" y="110739"/>
                  </a:moveTo>
                  <a:lnTo>
                    <a:pt x="0" y="110739"/>
                  </a:lnTo>
                  <a:lnTo>
                    <a:pt x="0" y="173740"/>
                  </a:lnTo>
                  <a:lnTo>
                    <a:pt x="14499" y="173740"/>
                  </a:lnTo>
                  <a:lnTo>
                    <a:pt x="14499" y="110739"/>
                  </a:lnTo>
                  <a:close/>
                </a:path>
                <a:path w="3087370" h="979170">
                  <a:moveTo>
                    <a:pt x="14499" y="217051"/>
                  </a:moveTo>
                  <a:lnTo>
                    <a:pt x="0" y="217051"/>
                  </a:lnTo>
                  <a:lnTo>
                    <a:pt x="0" y="279572"/>
                  </a:lnTo>
                  <a:lnTo>
                    <a:pt x="14499" y="279572"/>
                  </a:lnTo>
                  <a:lnTo>
                    <a:pt x="14499" y="217051"/>
                  </a:lnTo>
                  <a:close/>
                </a:path>
                <a:path w="3087370" h="979170">
                  <a:moveTo>
                    <a:pt x="14499" y="322883"/>
                  </a:moveTo>
                  <a:lnTo>
                    <a:pt x="0" y="322883"/>
                  </a:lnTo>
                  <a:lnTo>
                    <a:pt x="0" y="385884"/>
                  </a:lnTo>
                  <a:lnTo>
                    <a:pt x="14499" y="385884"/>
                  </a:lnTo>
                  <a:lnTo>
                    <a:pt x="14499" y="322883"/>
                  </a:lnTo>
                  <a:close/>
                </a:path>
                <a:path w="3087370" h="979170">
                  <a:moveTo>
                    <a:pt x="14499" y="429194"/>
                  </a:moveTo>
                  <a:lnTo>
                    <a:pt x="0" y="429194"/>
                  </a:lnTo>
                  <a:lnTo>
                    <a:pt x="0" y="487267"/>
                  </a:lnTo>
                  <a:lnTo>
                    <a:pt x="14499" y="487267"/>
                  </a:lnTo>
                  <a:lnTo>
                    <a:pt x="14499" y="429194"/>
                  </a:lnTo>
                  <a:close/>
                </a:path>
                <a:path w="3087370" h="979170">
                  <a:moveTo>
                    <a:pt x="14499" y="535505"/>
                  </a:moveTo>
                  <a:lnTo>
                    <a:pt x="0" y="535505"/>
                  </a:lnTo>
                  <a:lnTo>
                    <a:pt x="0" y="593100"/>
                  </a:lnTo>
                  <a:lnTo>
                    <a:pt x="14499" y="593100"/>
                  </a:lnTo>
                  <a:lnTo>
                    <a:pt x="14499" y="535505"/>
                  </a:lnTo>
                  <a:close/>
                </a:path>
                <a:path w="3087370" h="979170">
                  <a:moveTo>
                    <a:pt x="14499" y="641318"/>
                  </a:moveTo>
                  <a:lnTo>
                    <a:pt x="0" y="641318"/>
                  </a:lnTo>
                  <a:lnTo>
                    <a:pt x="0" y="699411"/>
                  </a:lnTo>
                  <a:lnTo>
                    <a:pt x="14499" y="699411"/>
                  </a:lnTo>
                  <a:lnTo>
                    <a:pt x="14499" y="641318"/>
                  </a:lnTo>
                  <a:close/>
                </a:path>
                <a:path w="3087370" h="979170">
                  <a:moveTo>
                    <a:pt x="14499" y="747649"/>
                  </a:moveTo>
                  <a:lnTo>
                    <a:pt x="0" y="747649"/>
                  </a:lnTo>
                  <a:lnTo>
                    <a:pt x="0" y="805722"/>
                  </a:lnTo>
                  <a:lnTo>
                    <a:pt x="14499" y="805722"/>
                  </a:lnTo>
                  <a:lnTo>
                    <a:pt x="14499" y="747649"/>
                  </a:lnTo>
                  <a:close/>
                </a:path>
                <a:path w="3087370" h="979170">
                  <a:moveTo>
                    <a:pt x="14499" y="849030"/>
                  </a:moveTo>
                  <a:lnTo>
                    <a:pt x="0" y="849030"/>
                  </a:lnTo>
                  <a:lnTo>
                    <a:pt x="0" y="911540"/>
                  </a:lnTo>
                  <a:lnTo>
                    <a:pt x="14499" y="911540"/>
                  </a:lnTo>
                  <a:lnTo>
                    <a:pt x="14499" y="849030"/>
                  </a:lnTo>
                  <a:close/>
                </a:path>
                <a:path w="3087370" h="979170">
                  <a:moveTo>
                    <a:pt x="14499" y="954853"/>
                  </a:moveTo>
                  <a:lnTo>
                    <a:pt x="0" y="954853"/>
                  </a:lnTo>
                  <a:lnTo>
                    <a:pt x="0" y="978970"/>
                  </a:lnTo>
                  <a:lnTo>
                    <a:pt x="53568" y="978970"/>
                  </a:lnTo>
                  <a:lnTo>
                    <a:pt x="53568" y="974541"/>
                  </a:lnTo>
                  <a:lnTo>
                    <a:pt x="14499" y="974541"/>
                  </a:lnTo>
                  <a:lnTo>
                    <a:pt x="9666" y="964696"/>
                  </a:lnTo>
                  <a:lnTo>
                    <a:pt x="14499" y="964696"/>
                  </a:lnTo>
                  <a:lnTo>
                    <a:pt x="14499" y="954853"/>
                  </a:lnTo>
                  <a:close/>
                </a:path>
                <a:path w="3087370" h="979170">
                  <a:moveTo>
                    <a:pt x="14499" y="964696"/>
                  </a:moveTo>
                  <a:lnTo>
                    <a:pt x="9666" y="964696"/>
                  </a:lnTo>
                  <a:lnTo>
                    <a:pt x="14499" y="974541"/>
                  </a:lnTo>
                  <a:lnTo>
                    <a:pt x="14499" y="964696"/>
                  </a:lnTo>
                  <a:close/>
                </a:path>
                <a:path w="3087370" h="979170">
                  <a:moveTo>
                    <a:pt x="53568" y="964696"/>
                  </a:moveTo>
                  <a:lnTo>
                    <a:pt x="14499" y="964696"/>
                  </a:lnTo>
                  <a:lnTo>
                    <a:pt x="14499" y="974541"/>
                  </a:lnTo>
                  <a:lnTo>
                    <a:pt x="53568" y="974541"/>
                  </a:lnTo>
                  <a:lnTo>
                    <a:pt x="53568" y="964696"/>
                  </a:lnTo>
                  <a:close/>
                </a:path>
                <a:path w="3087370" h="979170">
                  <a:moveTo>
                    <a:pt x="159698" y="964696"/>
                  </a:moveTo>
                  <a:lnTo>
                    <a:pt x="96866" y="964696"/>
                  </a:lnTo>
                  <a:lnTo>
                    <a:pt x="96866" y="978970"/>
                  </a:lnTo>
                  <a:lnTo>
                    <a:pt x="159698" y="978970"/>
                  </a:lnTo>
                  <a:lnTo>
                    <a:pt x="159698" y="964696"/>
                  </a:lnTo>
                  <a:close/>
                </a:path>
                <a:path w="3087370" h="979170">
                  <a:moveTo>
                    <a:pt x="266433" y="964696"/>
                  </a:moveTo>
                  <a:lnTo>
                    <a:pt x="203198" y="964696"/>
                  </a:lnTo>
                  <a:lnTo>
                    <a:pt x="203198" y="978970"/>
                  </a:lnTo>
                  <a:lnTo>
                    <a:pt x="266433" y="978970"/>
                  </a:lnTo>
                  <a:lnTo>
                    <a:pt x="266433" y="964696"/>
                  </a:lnTo>
                  <a:close/>
                </a:path>
                <a:path w="3087370" h="979170">
                  <a:moveTo>
                    <a:pt x="367730" y="964696"/>
                  </a:moveTo>
                  <a:lnTo>
                    <a:pt x="309932" y="964696"/>
                  </a:lnTo>
                  <a:lnTo>
                    <a:pt x="309932" y="978970"/>
                  </a:lnTo>
                  <a:lnTo>
                    <a:pt x="367730" y="978970"/>
                  </a:lnTo>
                  <a:lnTo>
                    <a:pt x="367730" y="964696"/>
                  </a:lnTo>
                  <a:close/>
                </a:path>
                <a:path w="3087370" h="979170">
                  <a:moveTo>
                    <a:pt x="474464" y="964696"/>
                  </a:moveTo>
                  <a:lnTo>
                    <a:pt x="416062" y="964696"/>
                  </a:lnTo>
                  <a:lnTo>
                    <a:pt x="416062" y="978970"/>
                  </a:lnTo>
                  <a:lnTo>
                    <a:pt x="474464" y="978970"/>
                  </a:lnTo>
                  <a:lnTo>
                    <a:pt x="474464" y="964696"/>
                  </a:lnTo>
                  <a:close/>
                </a:path>
                <a:path w="3087370" h="979170">
                  <a:moveTo>
                    <a:pt x="580796" y="964696"/>
                  </a:moveTo>
                  <a:lnTo>
                    <a:pt x="522797" y="964696"/>
                  </a:lnTo>
                  <a:lnTo>
                    <a:pt x="522797" y="978970"/>
                  </a:lnTo>
                  <a:lnTo>
                    <a:pt x="580796" y="978970"/>
                  </a:lnTo>
                  <a:lnTo>
                    <a:pt x="580796" y="964696"/>
                  </a:lnTo>
                  <a:close/>
                </a:path>
                <a:path w="3087370" h="979170">
                  <a:moveTo>
                    <a:pt x="686926" y="964696"/>
                  </a:moveTo>
                  <a:lnTo>
                    <a:pt x="629128" y="964696"/>
                  </a:lnTo>
                  <a:lnTo>
                    <a:pt x="629128" y="978970"/>
                  </a:lnTo>
                  <a:lnTo>
                    <a:pt x="686926" y="978970"/>
                  </a:lnTo>
                  <a:lnTo>
                    <a:pt x="686926" y="964696"/>
                  </a:lnTo>
                  <a:close/>
                </a:path>
                <a:path w="3087370" h="979170">
                  <a:moveTo>
                    <a:pt x="793660" y="964696"/>
                  </a:moveTo>
                  <a:lnTo>
                    <a:pt x="730828" y="964696"/>
                  </a:lnTo>
                  <a:lnTo>
                    <a:pt x="730828" y="978970"/>
                  </a:lnTo>
                  <a:lnTo>
                    <a:pt x="793660" y="978970"/>
                  </a:lnTo>
                  <a:lnTo>
                    <a:pt x="793660" y="964696"/>
                  </a:lnTo>
                  <a:close/>
                </a:path>
                <a:path w="3087370" h="979170">
                  <a:moveTo>
                    <a:pt x="899992" y="964696"/>
                  </a:moveTo>
                  <a:lnTo>
                    <a:pt x="837159" y="964696"/>
                  </a:lnTo>
                  <a:lnTo>
                    <a:pt x="837159" y="978970"/>
                  </a:lnTo>
                  <a:lnTo>
                    <a:pt x="899992" y="978970"/>
                  </a:lnTo>
                  <a:lnTo>
                    <a:pt x="899992" y="964696"/>
                  </a:lnTo>
                  <a:close/>
                </a:path>
                <a:path w="3087370" h="979170">
                  <a:moveTo>
                    <a:pt x="1006323" y="964696"/>
                  </a:moveTo>
                  <a:lnTo>
                    <a:pt x="943491" y="964696"/>
                  </a:lnTo>
                  <a:lnTo>
                    <a:pt x="943491" y="978970"/>
                  </a:lnTo>
                  <a:lnTo>
                    <a:pt x="1006323" y="978970"/>
                  </a:lnTo>
                  <a:lnTo>
                    <a:pt x="1006323" y="964696"/>
                  </a:lnTo>
                  <a:close/>
                </a:path>
                <a:path w="3087370" h="979170">
                  <a:moveTo>
                    <a:pt x="1113058" y="964696"/>
                  </a:moveTo>
                  <a:lnTo>
                    <a:pt x="1050225" y="964696"/>
                  </a:lnTo>
                  <a:lnTo>
                    <a:pt x="1050225" y="978970"/>
                  </a:lnTo>
                  <a:lnTo>
                    <a:pt x="1113058" y="978970"/>
                  </a:lnTo>
                  <a:lnTo>
                    <a:pt x="1113058" y="964696"/>
                  </a:lnTo>
                  <a:close/>
                </a:path>
                <a:path w="3087370" h="979170">
                  <a:moveTo>
                    <a:pt x="1214757" y="964696"/>
                  </a:moveTo>
                  <a:lnTo>
                    <a:pt x="1156356" y="964696"/>
                  </a:lnTo>
                  <a:lnTo>
                    <a:pt x="1156356" y="978970"/>
                  </a:lnTo>
                  <a:lnTo>
                    <a:pt x="1214757" y="978970"/>
                  </a:lnTo>
                  <a:lnTo>
                    <a:pt x="1214757" y="964696"/>
                  </a:lnTo>
                  <a:close/>
                </a:path>
                <a:path w="3087370" h="979170">
                  <a:moveTo>
                    <a:pt x="1321089" y="964696"/>
                  </a:moveTo>
                  <a:lnTo>
                    <a:pt x="1263090" y="964696"/>
                  </a:lnTo>
                  <a:lnTo>
                    <a:pt x="1263090" y="978970"/>
                  </a:lnTo>
                  <a:lnTo>
                    <a:pt x="1321089" y="978970"/>
                  </a:lnTo>
                  <a:lnTo>
                    <a:pt x="1321089" y="964696"/>
                  </a:lnTo>
                  <a:close/>
                </a:path>
                <a:path w="3087370" h="979170">
                  <a:moveTo>
                    <a:pt x="1427219" y="964696"/>
                  </a:moveTo>
                  <a:lnTo>
                    <a:pt x="1369421" y="964696"/>
                  </a:lnTo>
                  <a:lnTo>
                    <a:pt x="1369421" y="978970"/>
                  </a:lnTo>
                  <a:lnTo>
                    <a:pt x="1427219" y="978970"/>
                  </a:lnTo>
                  <a:lnTo>
                    <a:pt x="1427219" y="964696"/>
                  </a:lnTo>
                  <a:close/>
                </a:path>
                <a:path w="3087370" h="979170">
                  <a:moveTo>
                    <a:pt x="1533953" y="964696"/>
                  </a:moveTo>
                  <a:lnTo>
                    <a:pt x="1475753" y="964696"/>
                  </a:lnTo>
                  <a:lnTo>
                    <a:pt x="1475753" y="978970"/>
                  </a:lnTo>
                  <a:lnTo>
                    <a:pt x="1533953" y="978970"/>
                  </a:lnTo>
                  <a:lnTo>
                    <a:pt x="1533953" y="964696"/>
                  </a:lnTo>
                  <a:close/>
                </a:path>
                <a:path w="3087370" h="979170">
                  <a:moveTo>
                    <a:pt x="1640285" y="964696"/>
                  </a:moveTo>
                  <a:lnTo>
                    <a:pt x="1577453" y="964696"/>
                  </a:lnTo>
                  <a:lnTo>
                    <a:pt x="1577453" y="978970"/>
                  </a:lnTo>
                  <a:lnTo>
                    <a:pt x="1640285" y="978970"/>
                  </a:lnTo>
                  <a:lnTo>
                    <a:pt x="1640285" y="964696"/>
                  </a:lnTo>
                  <a:close/>
                </a:path>
                <a:path w="3087370" h="979170">
                  <a:moveTo>
                    <a:pt x="1746617" y="964696"/>
                  </a:moveTo>
                  <a:lnTo>
                    <a:pt x="1683583" y="964696"/>
                  </a:lnTo>
                  <a:lnTo>
                    <a:pt x="1683583" y="978970"/>
                  </a:lnTo>
                  <a:lnTo>
                    <a:pt x="1746617" y="978970"/>
                  </a:lnTo>
                  <a:lnTo>
                    <a:pt x="1746617" y="964696"/>
                  </a:lnTo>
                  <a:close/>
                </a:path>
                <a:path w="3087370" h="979170">
                  <a:moveTo>
                    <a:pt x="1853351" y="964696"/>
                  </a:moveTo>
                  <a:lnTo>
                    <a:pt x="1790519" y="964696"/>
                  </a:lnTo>
                  <a:lnTo>
                    <a:pt x="1790519" y="978970"/>
                  </a:lnTo>
                  <a:lnTo>
                    <a:pt x="1853351" y="978970"/>
                  </a:lnTo>
                  <a:lnTo>
                    <a:pt x="1853351" y="964696"/>
                  </a:lnTo>
                  <a:close/>
                </a:path>
                <a:path w="3087370" h="979170">
                  <a:moveTo>
                    <a:pt x="1959481" y="964696"/>
                  </a:moveTo>
                  <a:lnTo>
                    <a:pt x="1896649" y="964696"/>
                  </a:lnTo>
                  <a:lnTo>
                    <a:pt x="1896649" y="978970"/>
                  </a:lnTo>
                  <a:lnTo>
                    <a:pt x="1959481" y="978970"/>
                  </a:lnTo>
                  <a:lnTo>
                    <a:pt x="1959481" y="964696"/>
                  </a:lnTo>
                  <a:close/>
                </a:path>
                <a:path w="3087370" h="979170">
                  <a:moveTo>
                    <a:pt x="2061382" y="964696"/>
                  </a:moveTo>
                  <a:lnTo>
                    <a:pt x="2002980" y="964696"/>
                  </a:lnTo>
                  <a:lnTo>
                    <a:pt x="2002980" y="978970"/>
                  </a:lnTo>
                  <a:lnTo>
                    <a:pt x="2061382" y="978970"/>
                  </a:lnTo>
                  <a:lnTo>
                    <a:pt x="2061382" y="964696"/>
                  </a:lnTo>
                  <a:close/>
                </a:path>
                <a:path w="3087370" h="979170">
                  <a:moveTo>
                    <a:pt x="2167512" y="964696"/>
                  </a:moveTo>
                  <a:lnTo>
                    <a:pt x="2109715" y="964696"/>
                  </a:lnTo>
                  <a:lnTo>
                    <a:pt x="2109715" y="978970"/>
                  </a:lnTo>
                  <a:lnTo>
                    <a:pt x="2167512" y="978970"/>
                  </a:lnTo>
                  <a:lnTo>
                    <a:pt x="2167512" y="964696"/>
                  </a:lnTo>
                  <a:close/>
                </a:path>
                <a:path w="3087370" h="979170">
                  <a:moveTo>
                    <a:pt x="2274247" y="964696"/>
                  </a:moveTo>
                  <a:lnTo>
                    <a:pt x="2215845" y="964696"/>
                  </a:lnTo>
                  <a:lnTo>
                    <a:pt x="2215845" y="978970"/>
                  </a:lnTo>
                  <a:lnTo>
                    <a:pt x="2274247" y="978970"/>
                  </a:lnTo>
                  <a:lnTo>
                    <a:pt x="2274247" y="964696"/>
                  </a:lnTo>
                  <a:close/>
                </a:path>
                <a:path w="3087370" h="979170">
                  <a:moveTo>
                    <a:pt x="2380578" y="964696"/>
                  </a:moveTo>
                  <a:lnTo>
                    <a:pt x="2322781" y="964696"/>
                  </a:lnTo>
                  <a:lnTo>
                    <a:pt x="2322781" y="978970"/>
                  </a:lnTo>
                  <a:lnTo>
                    <a:pt x="2380578" y="978970"/>
                  </a:lnTo>
                  <a:lnTo>
                    <a:pt x="2380578" y="964696"/>
                  </a:lnTo>
                  <a:close/>
                </a:path>
                <a:path w="3087370" h="979170">
                  <a:moveTo>
                    <a:pt x="2486910" y="964696"/>
                  </a:moveTo>
                  <a:lnTo>
                    <a:pt x="2423876" y="964696"/>
                  </a:lnTo>
                  <a:lnTo>
                    <a:pt x="2423876" y="978970"/>
                  </a:lnTo>
                  <a:lnTo>
                    <a:pt x="2486910" y="978970"/>
                  </a:lnTo>
                  <a:lnTo>
                    <a:pt x="2486910" y="964696"/>
                  </a:lnTo>
                  <a:close/>
                </a:path>
                <a:path w="3087370" h="979170">
                  <a:moveTo>
                    <a:pt x="2593644" y="964696"/>
                  </a:moveTo>
                  <a:lnTo>
                    <a:pt x="2530611" y="964696"/>
                  </a:lnTo>
                  <a:lnTo>
                    <a:pt x="2530611" y="978970"/>
                  </a:lnTo>
                  <a:lnTo>
                    <a:pt x="2593644" y="978970"/>
                  </a:lnTo>
                  <a:lnTo>
                    <a:pt x="2593644" y="964696"/>
                  </a:lnTo>
                  <a:close/>
                </a:path>
                <a:path w="3087370" h="979170">
                  <a:moveTo>
                    <a:pt x="2699774" y="964696"/>
                  </a:moveTo>
                  <a:lnTo>
                    <a:pt x="2636942" y="964696"/>
                  </a:lnTo>
                  <a:lnTo>
                    <a:pt x="2636942" y="978970"/>
                  </a:lnTo>
                  <a:lnTo>
                    <a:pt x="2699774" y="978970"/>
                  </a:lnTo>
                  <a:lnTo>
                    <a:pt x="2699774" y="964696"/>
                  </a:lnTo>
                  <a:close/>
                </a:path>
                <a:path w="3087370" h="979170">
                  <a:moveTo>
                    <a:pt x="2806509" y="964696"/>
                  </a:moveTo>
                  <a:lnTo>
                    <a:pt x="2743274" y="964696"/>
                  </a:lnTo>
                  <a:lnTo>
                    <a:pt x="2743274" y="978970"/>
                  </a:lnTo>
                  <a:lnTo>
                    <a:pt x="2806509" y="978970"/>
                  </a:lnTo>
                  <a:lnTo>
                    <a:pt x="2806509" y="964696"/>
                  </a:lnTo>
                  <a:close/>
                </a:path>
                <a:path w="3087370" h="979170">
                  <a:moveTo>
                    <a:pt x="2907806" y="964696"/>
                  </a:moveTo>
                  <a:lnTo>
                    <a:pt x="2850008" y="964696"/>
                  </a:lnTo>
                  <a:lnTo>
                    <a:pt x="2850008" y="978970"/>
                  </a:lnTo>
                  <a:lnTo>
                    <a:pt x="2907806" y="978970"/>
                  </a:lnTo>
                  <a:lnTo>
                    <a:pt x="2907806" y="964696"/>
                  </a:lnTo>
                  <a:close/>
                </a:path>
                <a:path w="3087370" h="979170">
                  <a:moveTo>
                    <a:pt x="3014540" y="964696"/>
                  </a:moveTo>
                  <a:lnTo>
                    <a:pt x="2956138" y="964696"/>
                  </a:lnTo>
                  <a:lnTo>
                    <a:pt x="2956138" y="978970"/>
                  </a:lnTo>
                  <a:lnTo>
                    <a:pt x="3014540" y="978970"/>
                  </a:lnTo>
                  <a:lnTo>
                    <a:pt x="3014540" y="964696"/>
                  </a:lnTo>
                  <a:close/>
                </a:path>
                <a:path w="3087370" h="979170">
                  <a:moveTo>
                    <a:pt x="3067505" y="964696"/>
                  </a:moveTo>
                  <a:lnTo>
                    <a:pt x="3062873" y="964696"/>
                  </a:lnTo>
                  <a:lnTo>
                    <a:pt x="3062873" y="978970"/>
                  </a:lnTo>
                  <a:lnTo>
                    <a:pt x="3086838" y="978970"/>
                  </a:lnTo>
                  <a:lnTo>
                    <a:pt x="3086838" y="974541"/>
                  </a:lnTo>
                  <a:lnTo>
                    <a:pt x="3067505" y="974541"/>
                  </a:lnTo>
                  <a:lnTo>
                    <a:pt x="3067505" y="964696"/>
                  </a:lnTo>
                  <a:close/>
                </a:path>
                <a:path w="3087370" h="979170">
                  <a:moveTo>
                    <a:pt x="3086838" y="930736"/>
                  </a:moveTo>
                  <a:lnTo>
                    <a:pt x="3067505" y="930736"/>
                  </a:lnTo>
                  <a:lnTo>
                    <a:pt x="3067505" y="974541"/>
                  </a:lnTo>
                  <a:lnTo>
                    <a:pt x="3077372" y="964696"/>
                  </a:lnTo>
                  <a:lnTo>
                    <a:pt x="3086838" y="964696"/>
                  </a:lnTo>
                  <a:lnTo>
                    <a:pt x="3086838" y="930736"/>
                  </a:lnTo>
                  <a:close/>
                </a:path>
                <a:path w="3087370" h="979170">
                  <a:moveTo>
                    <a:pt x="3086838" y="964696"/>
                  </a:moveTo>
                  <a:lnTo>
                    <a:pt x="3077372" y="964696"/>
                  </a:lnTo>
                  <a:lnTo>
                    <a:pt x="3067505" y="974541"/>
                  </a:lnTo>
                  <a:lnTo>
                    <a:pt x="3086838" y="974541"/>
                  </a:lnTo>
                  <a:lnTo>
                    <a:pt x="3086838" y="964696"/>
                  </a:lnTo>
                  <a:close/>
                </a:path>
                <a:path w="3087370" h="979170">
                  <a:moveTo>
                    <a:pt x="3086838" y="824913"/>
                  </a:moveTo>
                  <a:lnTo>
                    <a:pt x="3067504" y="824913"/>
                  </a:lnTo>
                  <a:lnTo>
                    <a:pt x="3067504" y="882500"/>
                  </a:lnTo>
                  <a:lnTo>
                    <a:pt x="3086838" y="882500"/>
                  </a:lnTo>
                  <a:lnTo>
                    <a:pt x="3086838" y="824913"/>
                  </a:lnTo>
                  <a:close/>
                </a:path>
                <a:path w="3087370" h="979170">
                  <a:moveTo>
                    <a:pt x="3086837" y="718602"/>
                  </a:moveTo>
                  <a:lnTo>
                    <a:pt x="3067504" y="718602"/>
                  </a:lnTo>
                  <a:lnTo>
                    <a:pt x="3067504" y="776675"/>
                  </a:lnTo>
                  <a:lnTo>
                    <a:pt x="3086837" y="776675"/>
                  </a:lnTo>
                  <a:lnTo>
                    <a:pt x="3086837" y="718602"/>
                  </a:lnTo>
                  <a:close/>
                </a:path>
                <a:path w="3087370" h="979170">
                  <a:moveTo>
                    <a:pt x="3086837" y="612770"/>
                  </a:moveTo>
                  <a:lnTo>
                    <a:pt x="3067504" y="612770"/>
                  </a:lnTo>
                  <a:lnTo>
                    <a:pt x="3067504" y="670364"/>
                  </a:lnTo>
                  <a:lnTo>
                    <a:pt x="3086837" y="670364"/>
                  </a:lnTo>
                  <a:lnTo>
                    <a:pt x="3086837" y="612770"/>
                  </a:lnTo>
                  <a:close/>
                </a:path>
                <a:path w="3087370" h="979170">
                  <a:moveTo>
                    <a:pt x="3086837" y="506459"/>
                  </a:moveTo>
                  <a:lnTo>
                    <a:pt x="3067504" y="506459"/>
                  </a:lnTo>
                  <a:lnTo>
                    <a:pt x="3067504" y="568981"/>
                  </a:lnTo>
                  <a:lnTo>
                    <a:pt x="3086837" y="568981"/>
                  </a:lnTo>
                  <a:lnTo>
                    <a:pt x="3086837" y="506459"/>
                  </a:lnTo>
                  <a:close/>
                </a:path>
                <a:path w="3087370" h="979170">
                  <a:moveTo>
                    <a:pt x="3086837" y="400148"/>
                  </a:moveTo>
                  <a:lnTo>
                    <a:pt x="3067504" y="400148"/>
                  </a:lnTo>
                  <a:lnTo>
                    <a:pt x="3067504" y="463148"/>
                  </a:lnTo>
                  <a:lnTo>
                    <a:pt x="3086837" y="463148"/>
                  </a:lnTo>
                  <a:lnTo>
                    <a:pt x="3086837" y="400148"/>
                  </a:lnTo>
                  <a:close/>
                </a:path>
                <a:path w="3087370" h="979170">
                  <a:moveTo>
                    <a:pt x="3086837" y="294335"/>
                  </a:moveTo>
                  <a:lnTo>
                    <a:pt x="3067504" y="294335"/>
                  </a:lnTo>
                  <a:lnTo>
                    <a:pt x="3067504" y="356837"/>
                  </a:lnTo>
                  <a:lnTo>
                    <a:pt x="3086837" y="356837"/>
                  </a:lnTo>
                  <a:lnTo>
                    <a:pt x="3086837" y="294335"/>
                  </a:lnTo>
                  <a:close/>
                </a:path>
                <a:path w="3087370" h="979170">
                  <a:moveTo>
                    <a:pt x="3086837" y="188024"/>
                  </a:moveTo>
                  <a:lnTo>
                    <a:pt x="3067504" y="188024"/>
                  </a:lnTo>
                  <a:lnTo>
                    <a:pt x="3067504" y="250526"/>
                  </a:lnTo>
                  <a:lnTo>
                    <a:pt x="3086837" y="250526"/>
                  </a:lnTo>
                  <a:lnTo>
                    <a:pt x="3086837" y="188024"/>
                  </a:lnTo>
                  <a:close/>
                </a:path>
                <a:path w="3087370" h="979170">
                  <a:moveTo>
                    <a:pt x="3086837" y="86620"/>
                  </a:moveTo>
                  <a:lnTo>
                    <a:pt x="3067504" y="86620"/>
                  </a:lnTo>
                  <a:lnTo>
                    <a:pt x="3067504" y="144694"/>
                  </a:lnTo>
                  <a:lnTo>
                    <a:pt x="3086837" y="144694"/>
                  </a:lnTo>
                  <a:lnTo>
                    <a:pt x="3086837" y="86620"/>
                  </a:lnTo>
                  <a:close/>
                </a:path>
              </a:pathLst>
            </a:custGeom>
            <a:solidFill>
              <a:srgbClr val="000000"/>
            </a:solidFill>
          </p:spPr>
          <p:txBody>
            <a:bodyPr wrap="square" lIns="0" tIns="0" rIns="0" bIns="0" rtlCol="0"/>
            <a:lstStyle/>
            <a:p/>
          </p:txBody>
        </p:sp>
        <p:sp>
          <p:nvSpPr>
            <p:cNvPr id="29" name="object 29" descr=""/>
            <p:cNvSpPr/>
            <p:nvPr/>
          </p:nvSpPr>
          <p:spPr>
            <a:xfrm>
              <a:off x="5594309" y="3563592"/>
              <a:ext cx="3028950" cy="0"/>
            </a:xfrm>
            <a:custGeom>
              <a:avLst/>
              <a:gdLst/>
              <a:ahLst/>
              <a:cxnLst/>
              <a:rect l="l" t="t" r="r" b="b"/>
              <a:pathLst>
                <a:path w="3028950" h="0">
                  <a:moveTo>
                    <a:pt x="0" y="0"/>
                  </a:moveTo>
                  <a:lnTo>
                    <a:pt x="3028748" y="0"/>
                  </a:lnTo>
                </a:path>
              </a:pathLst>
            </a:custGeom>
            <a:ln w="19208">
              <a:solidFill>
                <a:srgbClr val="000000"/>
              </a:solidFill>
              <a:prstDash val="sysDashDot"/>
            </a:ln>
          </p:spPr>
          <p:txBody>
            <a:bodyPr wrap="square" lIns="0" tIns="0" rIns="0" bIns="0" rtlCol="0"/>
            <a:lstStyle/>
            <a:p/>
          </p:txBody>
        </p:sp>
        <p:sp>
          <p:nvSpPr>
            <p:cNvPr id="30" name="object 30" descr=""/>
            <p:cNvSpPr/>
            <p:nvPr/>
          </p:nvSpPr>
          <p:spPr>
            <a:xfrm>
              <a:off x="5550463" y="3558894"/>
              <a:ext cx="0" cy="911860"/>
            </a:xfrm>
            <a:custGeom>
              <a:avLst/>
              <a:gdLst/>
              <a:ahLst/>
              <a:cxnLst/>
              <a:rect l="l" t="t" r="r" b="b"/>
              <a:pathLst>
                <a:path w="0" h="911860">
                  <a:moveTo>
                    <a:pt x="0" y="0"/>
                  </a:moveTo>
                  <a:lnTo>
                    <a:pt x="0" y="911599"/>
                  </a:lnTo>
                </a:path>
              </a:pathLst>
            </a:custGeom>
            <a:ln w="19485">
              <a:solidFill>
                <a:srgbClr val="000000"/>
              </a:solidFill>
              <a:prstDash val="sysDashDot"/>
            </a:ln>
          </p:spPr>
          <p:txBody>
            <a:bodyPr wrap="square" lIns="0" tIns="0" rIns="0" bIns="0" rtlCol="0"/>
            <a:lstStyle/>
            <a:p/>
          </p:txBody>
        </p:sp>
        <p:sp>
          <p:nvSpPr>
            <p:cNvPr id="31" name="object 31" descr=""/>
            <p:cNvSpPr/>
            <p:nvPr/>
          </p:nvSpPr>
          <p:spPr>
            <a:xfrm>
              <a:off x="5543213" y="4511313"/>
              <a:ext cx="53975" cy="24130"/>
            </a:xfrm>
            <a:custGeom>
              <a:avLst/>
              <a:gdLst/>
              <a:ahLst/>
              <a:cxnLst/>
              <a:rect l="l" t="t" r="r" b="b"/>
              <a:pathLst>
                <a:path w="53975" h="24129">
                  <a:moveTo>
                    <a:pt x="14499" y="0"/>
                  </a:moveTo>
                  <a:lnTo>
                    <a:pt x="14499" y="19688"/>
                  </a:lnTo>
                  <a:lnTo>
                    <a:pt x="9666" y="9843"/>
                  </a:lnTo>
                  <a:lnTo>
                    <a:pt x="53568" y="9843"/>
                  </a:lnTo>
                  <a:lnTo>
                    <a:pt x="53568" y="24117"/>
                  </a:lnTo>
                  <a:lnTo>
                    <a:pt x="0" y="24117"/>
                  </a:lnTo>
                  <a:lnTo>
                    <a:pt x="0" y="0"/>
                  </a:lnTo>
                  <a:lnTo>
                    <a:pt x="14499" y="0"/>
                  </a:lnTo>
                  <a:close/>
                </a:path>
              </a:pathLst>
            </a:custGeom>
            <a:ln w="4949">
              <a:solidFill>
                <a:srgbClr val="000000"/>
              </a:solidFill>
            </a:ln>
          </p:spPr>
          <p:txBody>
            <a:bodyPr wrap="square" lIns="0" tIns="0" rIns="0" bIns="0" rtlCol="0"/>
            <a:lstStyle/>
            <a:p/>
          </p:txBody>
        </p:sp>
        <p:sp>
          <p:nvSpPr>
            <p:cNvPr id="32" name="object 32" descr=""/>
            <p:cNvSpPr/>
            <p:nvPr/>
          </p:nvSpPr>
          <p:spPr>
            <a:xfrm>
              <a:off x="5637608" y="4528293"/>
              <a:ext cx="2922905" cy="0"/>
            </a:xfrm>
            <a:custGeom>
              <a:avLst/>
              <a:gdLst/>
              <a:ahLst/>
              <a:cxnLst/>
              <a:rect l="l" t="t" r="r" b="b"/>
              <a:pathLst>
                <a:path w="2922904" h="0">
                  <a:moveTo>
                    <a:pt x="0" y="0"/>
                  </a:moveTo>
                  <a:lnTo>
                    <a:pt x="2922617" y="0"/>
                  </a:lnTo>
                </a:path>
              </a:pathLst>
            </a:custGeom>
            <a:ln w="19218">
              <a:solidFill>
                <a:srgbClr val="000000"/>
              </a:solidFill>
              <a:prstDash val="sysDashDot"/>
            </a:ln>
          </p:spPr>
          <p:txBody>
            <a:bodyPr wrap="square" lIns="0" tIns="0" rIns="0" bIns="0" rtlCol="0"/>
            <a:lstStyle/>
            <a:p/>
          </p:txBody>
        </p:sp>
        <p:sp>
          <p:nvSpPr>
            <p:cNvPr id="33" name="object 33" descr=""/>
            <p:cNvSpPr/>
            <p:nvPr/>
          </p:nvSpPr>
          <p:spPr>
            <a:xfrm>
              <a:off x="8606086" y="3561387"/>
              <a:ext cx="24130" cy="974090"/>
            </a:xfrm>
            <a:custGeom>
              <a:avLst/>
              <a:gdLst/>
              <a:ahLst/>
              <a:cxnLst/>
              <a:rect l="l" t="t" r="r" b="b"/>
              <a:pathLst>
                <a:path w="24129" h="974089">
                  <a:moveTo>
                    <a:pt x="0" y="959768"/>
                  </a:moveTo>
                  <a:lnTo>
                    <a:pt x="14499" y="959768"/>
                  </a:lnTo>
                  <a:lnTo>
                    <a:pt x="4631" y="969613"/>
                  </a:lnTo>
                  <a:lnTo>
                    <a:pt x="4631" y="925808"/>
                  </a:lnTo>
                  <a:lnTo>
                    <a:pt x="23964" y="925808"/>
                  </a:lnTo>
                  <a:lnTo>
                    <a:pt x="23964" y="974042"/>
                  </a:lnTo>
                  <a:lnTo>
                    <a:pt x="0" y="974042"/>
                  </a:lnTo>
                  <a:lnTo>
                    <a:pt x="0" y="959768"/>
                  </a:lnTo>
                  <a:close/>
                </a:path>
                <a:path w="24129" h="974089">
                  <a:moveTo>
                    <a:pt x="4631" y="877572"/>
                  </a:moveTo>
                  <a:lnTo>
                    <a:pt x="4631" y="819986"/>
                  </a:lnTo>
                  <a:lnTo>
                    <a:pt x="23964" y="819986"/>
                  </a:lnTo>
                  <a:lnTo>
                    <a:pt x="23964" y="877572"/>
                  </a:lnTo>
                  <a:lnTo>
                    <a:pt x="4631" y="877572"/>
                  </a:lnTo>
                  <a:close/>
                </a:path>
                <a:path w="24129" h="974089">
                  <a:moveTo>
                    <a:pt x="4631" y="771748"/>
                  </a:moveTo>
                  <a:lnTo>
                    <a:pt x="4631" y="713675"/>
                  </a:lnTo>
                  <a:lnTo>
                    <a:pt x="23964" y="713675"/>
                  </a:lnTo>
                  <a:lnTo>
                    <a:pt x="23964" y="771748"/>
                  </a:lnTo>
                  <a:lnTo>
                    <a:pt x="4631" y="771748"/>
                  </a:lnTo>
                  <a:close/>
                </a:path>
                <a:path w="24129" h="974089">
                  <a:moveTo>
                    <a:pt x="4631" y="665437"/>
                  </a:moveTo>
                  <a:lnTo>
                    <a:pt x="4631" y="607842"/>
                  </a:lnTo>
                  <a:lnTo>
                    <a:pt x="23964" y="607842"/>
                  </a:lnTo>
                  <a:lnTo>
                    <a:pt x="23964" y="665437"/>
                  </a:lnTo>
                  <a:lnTo>
                    <a:pt x="4631" y="665437"/>
                  </a:lnTo>
                  <a:close/>
                </a:path>
                <a:path w="24129" h="974089">
                  <a:moveTo>
                    <a:pt x="4631" y="564053"/>
                  </a:moveTo>
                  <a:lnTo>
                    <a:pt x="4631" y="501531"/>
                  </a:lnTo>
                  <a:lnTo>
                    <a:pt x="23964" y="501531"/>
                  </a:lnTo>
                  <a:lnTo>
                    <a:pt x="23964" y="564053"/>
                  </a:lnTo>
                  <a:lnTo>
                    <a:pt x="4631" y="564053"/>
                  </a:lnTo>
                  <a:close/>
                </a:path>
                <a:path w="24129" h="974089">
                  <a:moveTo>
                    <a:pt x="4631" y="458221"/>
                  </a:moveTo>
                  <a:lnTo>
                    <a:pt x="4631" y="395220"/>
                  </a:lnTo>
                  <a:lnTo>
                    <a:pt x="23964" y="395220"/>
                  </a:lnTo>
                  <a:lnTo>
                    <a:pt x="23964" y="458221"/>
                  </a:lnTo>
                  <a:lnTo>
                    <a:pt x="4631" y="458221"/>
                  </a:lnTo>
                  <a:close/>
                </a:path>
                <a:path w="24129" h="974089">
                  <a:moveTo>
                    <a:pt x="4631" y="351910"/>
                  </a:moveTo>
                  <a:lnTo>
                    <a:pt x="4631" y="289408"/>
                  </a:lnTo>
                  <a:lnTo>
                    <a:pt x="23964" y="289408"/>
                  </a:lnTo>
                  <a:lnTo>
                    <a:pt x="23964" y="351910"/>
                  </a:lnTo>
                  <a:lnTo>
                    <a:pt x="4631" y="351910"/>
                  </a:lnTo>
                  <a:close/>
                </a:path>
                <a:path w="24129" h="974089">
                  <a:moveTo>
                    <a:pt x="4631" y="245598"/>
                  </a:moveTo>
                  <a:lnTo>
                    <a:pt x="4631" y="183096"/>
                  </a:lnTo>
                  <a:lnTo>
                    <a:pt x="23964" y="183096"/>
                  </a:lnTo>
                  <a:lnTo>
                    <a:pt x="23964" y="245598"/>
                  </a:lnTo>
                  <a:lnTo>
                    <a:pt x="4631" y="245598"/>
                  </a:lnTo>
                  <a:close/>
                </a:path>
                <a:path w="24129" h="974089">
                  <a:moveTo>
                    <a:pt x="4631" y="139766"/>
                  </a:moveTo>
                  <a:lnTo>
                    <a:pt x="4631" y="81693"/>
                  </a:lnTo>
                  <a:lnTo>
                    <a:pt x="23964" y="81693"/>
                  </a:lnTo>
                  <a:lnTo>
                    <a:pt x="23964" y="139766"/>
                  </a:lnTo>
                  <a:lnTo>
                    <a:pt x="4631" y="139766"/>
                  </a:lnTo>
                  <a:close/>
                </a:path>
                <a:path w="24129" h="974089">
                  <a:moveTo>
                    <a:pt x="4631" y="33455"/>
                  </a:moveTo>
                  <a:lnTo>
                    <a:pt x="4631" y="0"/>
                  </a:lnTo>
                  <a:lnTo>
                    <a:pt x="23964" y="0"/>
                  </a:lnTo>
                  <a:lnTo>
                    <a:pt x="23964" y="33455"/>
                  </a:lnTo>
                  <a:lnTo>
                    <a:pt x="4631" y="33455"/>
                  </a:lnTo>
                  <a:close/>
                </a:path>
              </a:pathLst>
            </a:custGeom>
            <a:ln w="4964">
              <a:solidFill>
                <a:srgbClr val="000000"/>
              </a:solidFill>
            </a:ln>
          </p:spPr>
          <p:txBody>
            <a:bodyPr wrap="square" lIns="0" tIns="0" rIns="0" bIns="0" rtlCol="0"/>
            <a:lstStyle/>
            <a:p/>
          </p:txBody>
        </p:sp>
        <p:sp>
          <p:nvSpPr>
            <p:cNvPr id="34" name="object 34" descr=""/>
            <p:cNvSpPr/>
            <p:nvPr/>
          </p:nvSpPr>
          <p:spPr>
            <a:xfrm>
              <a:off x="5758293" y="3871962"/>
              <a:ext cx="677545" cy="376555"/>
            </a:xfrm>
            <a:custGeom>
              <a:avLst/>
              <a:gdLst/>
              <a:ahLst/>
              <a:cxnLst/>
              <a:rect l="l" t="t" r="r" b="b"/>
              <a:pathLst>
                <a:path w="677545" h="376554">
                  <a:moveTo>
                    <a:pt x="676917" y="0"/>
                  </a:moveTo>
                  <a:lnTo>
                    <a:pt x="0" y="0"/>
                  </a:lnTo>
                  <a:lnTo>
                    <a:pt x="0" y="376029"/>
                  </a:lnTo>
                  <a:lnTo>
                    <a:pt x="676917" y="376029"/>
                  </a:lnTo>
                  <a:lnTo>
                    <a:pt x="676917" y="0"/>
                  </a:lnTo>
                  <a:close/>
                </a:path>
              </a:pathLst>
            </a:custGeom>
            <a:solidFill>
              <a:srgbClr val="00FFFF"/>
            </a:solidFill>
          </p:spPr>
          <p:txBody>
            <a:bodyPr wrap="square" lIns="0" tIns="0" rIns="0" bIns="0" rtlCol="0"/>
            <a:lstStyle/>
            <a:p/>
          </p:txBody>
        </p:sp>
        <p:sp>
          <p:nvSpPr>
            <p:cNvPr id="35" name="object 35" descr=""/>
            <p:cNvSpPr/>
            <p:nvPr/>
          </p:nvSpPr>
          <p:spPr>
            <a:xfrm>
              <a:off x="5758293" y="3871962"/>
              <a:ext cx="677545" cy="376555"/>
            </a:xfrm>
            <a:custGeom>
              <a:avLst/>
              <a:gdLst/>
              <a:ahLst/>
              <a:cxnLst/>
              <a:rect l="l" t="t" r="r" b="b"/>
              <a:pathLst>
                <a:path w="677545" h="376554">
                  <a:moveTo>
                    <a:pt x="0" y="376029"/>
                  </a:moveTo>
                  <a:lnTo>
                    <a:pt x="676917" y="376029"/>
                  </a:lnTo>
                  <a:lnTo>
                    <a:pt x="676917" y="0"/>
                  </a:lnTo>
                  <a:lnTo>
                    <a:pt x="0" y="0"/>
                  </a:lnTo>
                  <a:lnTo>
                    <a:pt x="0" y="376029"/>
                  </a:lnTo>
                  <a:close/>
                </a:path>
              </a:pathLst>
            </a:custGeom>
            <a:ln w="14362">
              <a:solidFill>
                <a:srgbClr val="000000"/>
              </a:solidFill>
            </a:ln>
          </p:spPr>
          <p:txBody>
            <a:bodyPr wrap="square" lIns="0" tIns="0" rIns="0" bIns="0" rtlCol="0"/>
            <a:lstStyle/>
            <a:p/>
          </p:txBody>
        </p:sp>
        <p:sp>
          <p:nvSpPr>
            <p:cNvPr id="36" name="object 36" descr=""/>
            <p:cNvSpPr/>
            <p:nvPr/>
          </p:nvSpPr>
          <p:spPr>
            <a:xfrm>
              <a:off x="6773880"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00FFFF"/>
            </a:solidFill>
          </p:spPr>
          <p:txBody>
            <a:bodyPr wrap="square" lIns="0" tIns="0" rIns="0" bIns="0" rtlCol="0"/>
            <a:lstStyle/>
            <a:p/>
          </p:txBody>
        </p:sp>
        <p:sp>
          <p:nvSpPr>
            <p:cNvPr id="37" name="object 37" descr=""/>
            <p:cNvSpPr/>
            <p:nvPr/>
          </p:nvSpPr>
          <p:spPr>
            <a:xfrm>
              <a:off x="6773880"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38" name="object 38" descr=""/>
            <p:cNvSpPr/>
            <p:nvPr/>
          </p:nvSpPr>
          <p:spPr>
            <a:xfrm>
              <a:off x="7790071" y="3871962"/>
              <a:ext cx="677545" cy="376555"/>
            </a:xfrm>
            <a:custGeom>
              <a:avLst/>
              <a:gdLst/>
              <a:ahLst/>
              <a:cxnLst/>
              <a:rect l="l" t="t" r="r" b="b"/>
              <a:pathLst>
                <a:path w="677545" h="376554">
                  <a:moveTo>
                    <a:pt x="677420" y="0"/>
                  </a:moveTo>
                  <a:lnTo>
                    <a:pt x="0" y="0"/>
                  </a:lnTo>
                  <a:lnTo>
                    <a:pt x="0" y="376029"/>
                  </a:lnTo>
                  <a:lnTo>
                    <a:pt x="677420" y="376029"/>
                  </a:lnTo>
                  <a:lnTo>
                    <a:pt x="677420" y="0"/>
                  </a:lnTo>
                  <a:close/>
                </a:path>
              </a:pathLst>
            </a:custGeom>
            <a:solidFill>
              <a:srgbClr val="00FFFF"/>
            </a:solidFill>
          </p:spPr>
          <p:txBody>
            <a:bodyPr wrap="square" lIns="0" tIns="0" rIns="0" bIns="0" rtlCol="0"/>
            <a:lstStyle/>
            <a:p/>
          </p:txBody>
        </p:sp>
        <p:sp>
          <p:nvSpPr>
            <p:cNvPr id="39" name="object 39" descr=""/>
            <p:cNvSpPr/>
            <p:nvPr/>
          </p:nvSpPr>
          <p:spPr>
            <a:xfrm>
              <a:off x="7790071" y="3871962"/>
              <a:ext cx="677545" cy="376555"/>
            </a:xfrm>
            <a:custGeom>
              <a:avLst/>
              <a:gdLst/>
              <a:ahLst/>
              <a:cxnLst/>
              <a:rect l="l" t="t" r="r" b="b"/>
              <a:pathLst>
                <a:path w="677545" h="376554">
                  <a:moveTo>
                    <a:pt x="0" y="376029"/>
                  </a:moveTo>
                  <a:lnTo>
                    <a:pt x="677420" y="376029"/>
                  </a:lnTo>
                  <a:lnTo>
                    <a:pt x="677420" y="0"/>
                  </a:lnTo>
                  <a:lnTo>
                    <a:pt x="0" y="0"/>
                  </a:lnTo>
                  <a:lnTo>
                    <a:pt x="0" y="376029"/>
                  </a:lnTo>
                  <a:close/>
                </a:path>
              </a:pathLst>
            </a:custGeom>
            <a:ln w="14362">
              <a:solidFill>
                <a:srgbClr val="000000"/>
              </a:solidFill>
            </a:ln>
          </p:spPr>
          <p:txBody>
            <a:bodyPr wrap="square" lIns="0" tIns="0" rIns="0" bIns="0" rtlCol="0"/>
            <a:lstStyle/>
            <a:p/>
          </p:txBody>
        </p:sp>
        <p:sp>
          <p:nvSpPr>
            <p:cNvPr id="40" name="object 40" descr=""/>
            <p:cNvSpPr/>
            <p:nvPr/>
          </p:nvSpPr>
          <p:spPr>
            <a:xfrm>
              <a:off x="2364704" y="4019608"/>
              <a:ext cx="348615" cy="81915"/>
            </a:xfrm>
            <a:custGeom>
              <a:avLst/>
              <a:gdLst/>
              <a:ahLst/>
              <a:cxnLst/>
              <a:rect l="l" t="t" r="r" b="b"/>
              <a:pathLst>
                <a:path w="348614" h="81914">
                  <a:moveTo>
                    <a:pt x="227485" y="0"/>
                  </a:moveTo>
                  <a:lnTo>
                    <a:pt x="270883" y="43310"/>
                  </a:lnTo>
                  <a:lnTo>
                    <a:pt x="227485" y="81713"/>
                  </a:lnTo>
                  <a:lnTo>
                    <a:pt x="317218" y="53165"/>
                  </a:lnTo>
                  <a:lnTo>
                    <a:pt x="275857" y="53165"/>
                  </a:lnTo>
                  <a:lnTo>
                    <a:pt x="275857" y="48238"/>
                  </a:lnTo>
                  <a:lnTo>
                    <a:pt x="280348" y="48238"/>
                  </a:lnTo>
                  <a:lnTo>
                    <a:pt x="280348" y="38402"/>
                  </a:lnTo>
                  <a:lnTo>
                    <a:pt x="275857" y="33475"/>
                  </a:lnTo>
                  <a:lnTo>
                    <a:pt x="320784" y="33475"/>
                  </a:lnTo>
                  <a:lnTo>
                    <a:pt x="227485" y="0"/>
                  </a:lnTo>
                  <a:close/>
                </a:path>
                <a:path w="348614" h="81914">
                  <a:moveTo>
                    <a:pt x="261028" y="33475"/>
                  </a:moveTo>
                  <a:lnTo>
                    <a:pt x="4490" y="33475"/>
                  </a:lnTo>
                  <a:lnTo>
                    <a:pt x="4490" y="38402"/>
                  </a:lnTo>
                  <a:lnTo>
                    <a:pt x="0" y="43310"/>
                  </a:lnTo>
                  <a:lnTo>
                    <a:pt x="4490" y="48237"/>
                  </a:lnTo>
                  <a:lnTo>
                    <a:pt x="9485" y="53165"/>
                  </a:lnTo>
                  <a:lnTo>
                    <a:pt x="259746" y="53165"/>
                  </a:lnTo>
                  <a:lnTo>
                    <a:pt x="270883" y="43310"/>
                  </a:lnTo>
                  <a:lnTo>
                    <a:pt x="261028" y="33475"/>
                  </a:lnTo>
                  <a:close/>
                </a:path>
                <a:path w="348614" h="81914">
                  <a:moveTo>
                    <a:pt x="320784" y="33475"/>
                  </a:moveTo>
                  <a:lnTo>
                    <a:pt x="275857" y="33475"/>
                  </a:lnTo>
                  <a:lnTo>
                    <a:pt x="280348" y="38402"/>
                  </a:lnTo>
                  <a:lnTo>
                    <a:pt x="280348" y="48238"/>
                  </a:lnTo>
                  <a:lnTo>
                    <a:pt x="275857" y="48238"/>
                  </a:lnTo>
                  <a:lnTo>
                    <a:pt x="275857" y="53165"/>
                  </a:lnTo>
                  <a:lnTo>
                    <a:pt x="317218" y="53165"/>
                  </a:lnTo>
                  <a:lnTo>
                    <a:pt x="348195" y="43310"/>
                  </a:lnTo>
                  <a:lnTo>
                    <a:pt x="320784" y="33475"/>
                  </a:lnTo>
                  <a:close/>
                </a:path>
              </a:pathLst>
            </a:custGeom>
            <a:solidFill>
              <a:srgbClr val="000000"/>
            </a:solidFill>
          </p:spPr>
          <p:txBody>
            <a:bodyPr wrap="square" lIns="0" tIns="0" rIns="0" bIns="0" rtlCol="0"/>
            <a:lstStyle/>
            <a:p/>
          </p:txBody>
        </p:sp>
        <p:sp>
          <p:nvSpPr>
            <p:cNvPr id="41" name="object 41" descr=""/>
            <p:cNvSpPr/>
            <p:nvPr/>
          </p:nvSpPr>
          <p:spPr>
            <a:xfrm>
              <a:off x="2364704" y="4019608"/>
              <a:ext cx="348615" cy="81915"/>
            </a:xfrm>
            <a:custGeom>
              <a:avLst/>
              <a:gdLst/>
              <a:ahLst/>
              <a:cxnLst/>
              <a:rect l="l" t="t" r="r" b="b"/>
              <a:pathLst>
                <a:path w="348614" h="81914">
                  <a:moveTo>
                    <a:pt x="9485" y="33475"/>
                  </a:moveTo>
                  <a:lnTo>
                    <a:pt x="270883" y="33475"/>
                  </a:lnTo>
                  <a:lnTo>
                    <a:pt x="275857" y="33475"/>
                  </a:lnTo>
                  <a:lnTo>
                    <a:pt x="280348" y="38402"/>
                  </a:lnTo>
                  <a:lnTo>
                    <a:pt x="280348" y="43310"/>
                  </a:lnTo>
                  <a:lnTo>
                    <a:pt x="280348" y="48238"/>
                  </a:lnTo>
                  <a:lnTo>
                    <a:pt x="275857" y="48238"/>
                  </a:lnTo>
                  <a:lnTo>
                    <a:pt x="275857" y="53165"/>
                  </a:lnTo>
                  <a:lnTo>
                    <a:pt x="270883" y="53165"/>
                  </a:lnTo>
                  <a:lnTo>
                    <a:pt x="0" y="43310"/>
                  </a:lnTo>
                  <a:lnTo>
                    <a:pt x="4490" y="38402"/>
                  </a:lnTo>
                  <a:lnTo>
                    <a:pt x="4490" y="33475"/>
                  </a:lnTo>
                  <a:lnTo>
                    <a:pt x="9485" y="33475"/>
                  </a:lnTo>
                  <a:close/>
                </a:path>
                <a:path w="348614" h="81914">
                  <a:moveTo>
                    <a:pt x="270883" y="43310"/>
                  </a:moveTo>
                  <a:lnTo>
                    <a:pt x="227485" y="0"/>
                  </a:lnTo>
                  <a:lnTo>
                    <a:pt x="348195" y="43310"/>
                  </a:lnTo>
                  <a:lnTo>
                    <a:pt x="227485" y="81713"/>
                  </a:lnTo>
                  <a:lnTo>
                    <a:pt x="270883" y="43310"/>
                  </a:lnTo>
                  <a:close/>
                </a:path>
              </a:pathLst>
            </a:custGeom>
            <a:ln w="4964">
              <a:solidFill>
                <a:srgbClr val="000000"/>
              </a:solidFill>
            </a:ln>
          </p:spPr>
          <p:txBody>
            <a:bodyPr wrap="square" lIns="0" tIns="0" rIns="0" bIns="0" rtlCol="0"/>
            <a:lstStyle/>
            <a:p/>
          </p:txBody>
        </p:sp>
        <p:sp>
          <p:nvSpPr>
            <p:cNvPr id="42" name="object 42" descr=""/>
            <p:cNvSpPr/>
            <p:nvPr/>
          </p:nvSpPr>
          <p:spPr>
            <a:xfrm>
              <a:off x="3380836" y="4019608"/>
              <a:ext cx="348615" cy="81915"/>
            </a:xfrm>
            <a:custGeom>
              <a:avLst/>
              <a:gdLst/>
              <a:ahLst/>
              <a:cxnLst/>
              <a:rect l="l" t="t" r="r" b="b"/>
              <a:pathLst>
                <a:path w="348614" h="81914">
                  <a:moveTo>
                    <a:pt x="226981" y="0"/>
                  </a:moveTo>
                  <a:lnTo>
                    <a:pt x="270883" y="43310"/>
                  </a:lnTo>
                  <a:lnTo>
                    <a:pt x="226981" y="81713"/>
                  </a:lnTo>
                  <a:lnTo>
                    <a:pt x="317089" y="53165"/>
                  </a:lnTo>
                  <a:lnTo>
                    <a:pt x="275374" y="53165"/>
                  </a:lnTo>
                  <a:lnTo>
                    <a:pt x="275374" y="48238"/>
                  </a:lnTo>
                  <a:lnTo>
                    <a:pt x="280348" y="48238"/>
                  </a:lnTo>
                  <a:lnTo>
                    <a:pt x="280348" y="38402"/>
                  </a:lnTo>
                  <a:lnTo>
                    <a:pt x="275374" y="33475"/>
                  </a:lnTo>
                  <a:lnTo>
                    <a:pt x="320669" y="33475"/>
                  </a:lnTo>
                  <a:lnTo>
                    <a:pt x="226981" y="0"/>
                  </a:lnTo>
                  <a:close/>
                </a:path>
                <a:path w="348614" h="81914">
                  <a:moveTo>
                    <a:pt x="260914" y="33475"/>
                  </a:moveTo>
                  <a:lnTo>
                    <a:pt x="4490" y="33475"/>
                  </a:lnTo>
                  <a:lnTo>
                    <a:pt x="4490" y="38402"/>
                  </a:lnTo>
                  <a:lnTo>
                    <a:pt x="0" y="43310"/>
                  </a:lnTo>
                  <a:lnTo>
                    <a:pt x="4490" y="48237"/>
                  </a:lnTo>
                  <a:lnTo>
                    <a:pt x="9485" y="53165"/>
                  </a:lnTo>
                  <a:lnTo>
                    <a:pt x="259617" y="53165"/>
                  </a:lnTo>
                  <a:lnTo>
                    <a:pt x="270883" y="43310"/>
                  </a:lnTo>
                  <a:lnTo>
                    <a:pt x="260914" y="33475"/>
                  </a:lnTo>
                  <a:close/>
                </a:path>
                <a:path w="348614" h="81914">
                  <a:moveTo>
                    <a:pt x="320669" y="33475"/>
                  </a:moveTo>
                  <a:lnTo>
                    <a:pt x="275374" y="33475"/>
                  </a:lnTo>
                  <a:lnTo>
                    <a:pt x="280348" y="38402"/>
                  </a:lnTo>
                  <a:lnTo>
                    <a:pt x="280348" y="48238"/>
                  </a:lnTo>
                  <a:lnTo>
                    <a:pt x="275374" y="48238"/>
                  </a:lnTo>
                  <a:lnTo>
                    <a:pt x="275374" y="53165"/>
                  </a:lnTo>
                  <a:lnTo>
                    <a:pt x="317089" y="53165"/>
                  </a:lnTo>
                  <a:lnTo>
                    <a:pt x="348195" y="43310"/>
                  </a:lnTo>
                  <a:lnTo>
                    <a:pt x="320669" y="33475"/>
                  </a:lnTo>
                  <a:close/>
                </a:path>
              </a:pathLst>
            </a:custGeom>
            <a:solidFill>
              <a:srgbClr val="000000"/>
            </a:solidFill>
          </p:spPr>
          <p:txBody>
            <a:bodyPr wrap="square" lIns="0" tIns="0" rIns="0" bIns="0" rtlCol="0"/>
            <a:lstStyle/>
            <a:p/>
          </p:txBody>
        </p:sp>
        <p:sp>
          <p:nvSpPr>
            <p:cNvPr id="43" name="object 43" descr=""/>
            <p:cNvSpPr/>
            <p:nvPr/>
          </p:nvSpPr>
          <p:spPr>
            <a:xfrm>
              <a:off x="3380835" y="4019608"/>
              <a:ext cx="348615" cy="81915"/>
            </a:xfrm>
            <a:custGeom>
              <a:avLst/>
              <a:gdLst/>
              <a:ahLst/>
              <a:cxnLst/>
              <a:rect l="l" t="t" r="r" b="b"/>
              <a:pathLst>
                <a:path w="348614" h="81914">
                  <a:moveTo>
                    <a:pt x="9485" y="33475"/>
                  </a:moveTo>
                  <a:lnTo>
                    <a:pt x="270883" y="33475"/>
                  </a:lnTo>
                  <a:lnTo>
                    <a:pt x="275374" y="33475"/>
                  </a:lnTo>
                  <a:lnTo>
                    <a:pt x="280348" y="38402"/>
                  </a:lnTo>
                  <a:lnTo>
                    <a:pt x="280348" y="43310"/>
                  </a:lnTo>
                  <a:lnTo>
                    <a:pt x="280348" y="48238"/>
                  </a:lnTo>
                  <a:lnTo>
                    <a:pt x="275374" y="48238"/>
                  </a:lnTo>
                  <a:lnTo>
                    <a:pt x="275374" y="53165"/>
                  </a:lnTo>
                  <a:lnTo>
                    <a:pt x="270883" y="53165"/>
                  </a:lnTo>
                  <a:lnTo>
                    <a:pt x="0" y="43310"/>
                  </a:lnTo>
                  <a:lnTo>
                    <a:pt x="4490" y="38402"/>
                  </a:lnTo>
                  <a:lnTo>
                    <a:pt x="4490" y="33475"/>
                  </a:lnTo>
                  <a:lnTo>
                    <a:pt x="9485" y="33475"/>
                  </a:lnTo>
                  <a:close/>
                </a:path>
                <a:path w="348614" h="81914">
                  <a:moveTo>
                    <a:pt x="270883" y="43310"/>
                  </a:moveTo>
                  <a:lnTo>
                    <a:pt x="226981" y="0"/>
                  </a:lnTo>
                  <a:lnTo>
                    <a:pt x="348195" y="43310"/>
                  </a:lnTo>
                  <a:lnTo>
                    <a:pt x="226981" y="81713"/>
                  </a:lnTo>
                  <a:lnTo>
                    <a:pt x="270883" y="43310"/>
                  </a:lnTo>
                  <a:close/>
                </a:path>
              </a:pathLst>
            </a:custGeom>
            <a:ln w="4964">
              <a:solidFill>
                <a:srgbClr val="000000"/>
              </a:solidFill>
            </a:ln>
          </p:spPr>
          <p:txBody>
            <a:bodyPr wrap="square" lIns="0" tIns="0" rIns="0" bIns="0" rtlCol="0"/>
            <a:lstStyle/>
            <a:p/>
          </p:txBody>
        </p:sp>
        <p:sp>
          <p:nvSpPr>
            <p:cNvPr id="44" name="object 44" descr=""/>
            <p:cNvSpPr/>
            <p:nvPr/>
          </p:nvSpPr>
          <p:spPr>
            <a:xfrm>
              <a:off x="4396524" y="4019609"/>
              <a:ext cx="348615" cy="81915"/>
            </a:xfrm>
            <a:custGeom>
              <a:avLst/>
              <a:gdLst/>
              <a:ahLst/>
              <a:cxnLst/>
              <a:rect l="l" t="t" r="r" b="b"/>
              <a:pathLst>
                <a:path w="348614" h="81914">
                  <a:moveTo>
                    <a:pt x="227364" y="0"/>
                  </a:moveTo>
                  <a:lnTo>
                    <a:pt x="271266" y="43310"/>
                  </a:lnTo>
                  <a:lnTo>
                    <a:pt x="227364" y="81713"/>
                  </a:lnTo>
                  <a:lnTo>
                    <a:pt x="317486" y="53165"/>
                  </a:lnTo>
                  <a:lnTo>
                    <a:pt x="275898" y="53165"/>
                  </a:lnTo>
                  <a:lnTo>
                    <a:pt x="275898" y="48238"/>
                  </a:lnTo>
                  <a:lnTo>
                    <a:pt x="280731" y="48238"/>
                  </a:lnTo>
                  <a:lnTo>
                    <a:pt x="280731" y="38402"/>
                  </a:lnTo>
                  <a:lnTo>
                    <a:pt x="275898" y="33475"/>
                  </a:lnTo>
                  <a:lnTo>
                    <a:pt x="321068" y="33475"/>
                  </a:lnTo>
                  <a:lnTo>
                    <a:pt x="227364" y="0"/>
                  </a:lnTo>
                  <a:close/>
                </a:path>
                <a:path w="348614" h="81914">
                  <a:moveTo>
                    <a:pt x="261296" y="33475"/>
                  </a:moveTo>
                  <a:lnTo>
                    <a:pt x="5034" y="33475"/>
                  </a:lnTo>
                  <a:lnTo>
                    <a:pt x="5034" y="38402"/>
                  </a:lnTo>
                  <a:lnTo>
                    <a:pt x="0" y="43310"/>
                  </a:lnTo>
                  <a:lnTo>
                    <a:pt x="5034" y="48237"/>
                  </a:lnTo>
                  <a:lnTo>
                    <a:pt x="9867" y="53165"/>
                  </a:lnTo>
                  <a:lnTo>
                    <a:pt x="260000" y="53165"/>
                  </a:lnTo>
                  <a:lnTo>
                    <a:pt x="271266" y="43310"/>
                  </a:lnTo>
                  <a:lnTo>
                    <a:pt x="261296" y="33475"/>
                  </a:lnTo>
                  <a:close/>
                </a:path>
                <a:path w="348614" h="81914">
                  <a:moveTo>
                    <a:pt x="321068" y="33475"/>
                  </a:moveTo>
                  <a:lnTo>
                    <a:pt x="275898" y="33475"/>
                  </a:lnTo>
                  <a:lnTo>
                    <a:pt x="280731" y="38402"/>
                  </a:lnTo>
                  <a:lnTo>
                    <a:pt x="280731" y="48238"/>
                  </a:lnTo>
                  <a:lnTo>
                    <a:pt x="275898" y="48238"/>
                  </a:lnTo>
                  <a:lnTo>
                    <a:pt x="275898" y="53165"/>
                  </a:lnTo>
                  <a:lnTo>
                    <a:pt x="317486" y="53165"/>
                  </a:lnTo>
                  <a:lnTo>
                    <a:pt x="348598" y="43310"/>
                  </a:lnTo>
                  <a:lnTo>
                    <a:pt x="321068" y="33475"/>
                  </a:lnTo>
                  <a:close/>
                </a:path>
              </a:pathLst>
            </a:custGeom>
            <a:solidFill>
              <a:srgbClr val="000000"/>
            </a:solidFill>
          </p:spPr>
          <p:txBody>
            <a:bodyPr wrap="square" lIns="0" tIns="0" rIns="0" bIns="0" rtlCol="0"/>
            <a:lstStyle/>
            <a:p/>
          </p:txBody>
        </p:sp>
        <p:sp>
          <p:nvSpPr>
            <p:cNvPr id="45" name="object 45" descr=""/>
            <p:cNvSpPr/>
            <p:nvPr/>
          </p:nvSpPr>
          <p:spPr>
            <a:xfrm>
              <a:off x="4396524" y="4019608"/>
              <a:ext cx="348615" cy="81915"/>
            </a:xfrm>
            <a:custGeom>
              <a:avLst/>
              <a:gdLst/>
              <a:ahLst/>
              <a:cxnLst/>
              <a:rect l="l" t="t" r="r" b="b"/>
              <a:pathLst>
                <a:path w="348614" h="81914">
                  <a:moveTo>
                    <a:pt x="9867" y="33475"/>
                  </a:moveTo>
                  <a:lnTo>
                    <a:pt x="271266" y="33475"/>
                  </a:lnTo>
                  <a:lnTo>
                    <a:pt x="275898" y="33475"/>
                  </a:lnTo>
                  <a:lnTo>
                    <a:pt x="280731" y="38402"/>
                  </a:lnTo>
                  <a:lnTo>
                    <a:pt x="280731" y="43310"/>
                  </a:lnTo>
                  <a:lnTo>
                    <a:pt x="280731" y="48238"/>
                  </a:lnTo>
                  <a:lnTo>
                    <a:pt x="275898" y="48238"/>
                  </a:lnTo>
                  <a:lnTo>
                    <a:pt x="275898" y="53165"/>
                  </a:lnTo>
                  <a:lnTo>
                    <a:pt x="271266" y="53165"/>
                  </a:lnTo>
                  <a:lnTo>
                    <a:pt x="9867" y="53165"/>
                  </a:lnTo>
                  <a:lnTo>
                    <a:pt x="5034" y="48237"/>
                  </a:lnTo>
                  <a:lnTo>
                    <a:pt x="0" y="43310"/>
                  </a:lnTo>
                  <a:lnTo>
                    <a:pt x="5034" y="38402"/>
                  </a:lnTo>
                  <a:lnTo>
                    <a:pt x="5034" y="33475"/>
                  </a:lnTo>
                  <a:lnTo>
                    <a:pt x="9867" y="33475"/>
                  </a:lnTo>
                  <a:close/>
                </a:path>
                <a:path w="348614" h="81914">
                  <a:moveTo>
                    <a:pt x="271266" y="43310"/>
                  </a:moveTo>
                  <a:lnTo>
                    <a:pt x="227364" y="0"/>
                  </a:lnTo>
                  <a:lnTo>
                    <a:pt x="348598" y="43310"/>
                  </a:lnTo>
                  <a:lnTo>
                    <a:pt x="227364" y="81713"/>
                  </a:lnTo>
                  <a:lnTo>
                    <a:pt x="271266" y="43310"/>
                  </a:lnTo>
                  <a:close/>
                </a:path>
              </a:pathLst>
            </a:custGeom>
            <a:ln w="4964">
              <a:solidFill>
                <a:srgbClr val="000000"/>
              </a:solidFill>
            </a:ln>
          </p:spPr>
          <p:txBody>
            <a:bodyPr wrap="square" lIns="0" tIns="0" rIns="0" bIns="0" rtlCol="0"/>
            <a:lstStyle/>
            <a:p/>
          </p:txBody>
        </p:sp>
        <p:sp>
          <p:nvSpPr>
            <p:cNvPr id="46" name="object 46" descr=""/>
            <p:cNvSpPr/>
            <p:nvPr/>
          </p:nvSpPr>
          <p:spPr>
            <a:xfrm>
              <a:off x="5412715" y="4019609"/>
              <a:ext cx="348615" cy="81915"/>
            </a:xfrm>
            <a:custGeom>
              <a:avLst/>
              <a:gdLst/>
              <a:ahLst/>
              <a:cxnLst/>
              <a:rect l="l" t="t" r="r" b="b"/>
              <a:pathLst>
                <a:path w="348614" h="81914">
                  <a:moveTo>
                    <a:pt x="227364" y="0"/>
                  </a:moveTo>
                  <a:lnTo>
                    <a:pt x="270863" y="43310"/>
                  </a:lnTo>
                  <a:lnTo>
                    <a:pt x="227364" y="81713"/>
                  </a:lnTo>
                  <a:lnTo>
                    <a:pt x="317486" y="53165"/>
                  </a:lnTo>
                  <a:lnTo>
                    <a:pt x="275696" y="53165"/>
                  </a:lnTo>
                  <a:lnTo>
                    <a:pt x="275696" y="48238"/>
                  </a:lnTo>
                  <a:lnTo>
                    <a:pt x="280731" y="48238"/>
                  </a:lnTo>
                  <a:lnTo>
                    <a:pt x="280731" y="38402"/>
                  </a:lnTo>
                  <a:lnTo>
                    <a:pt x="275696" y="33475"/>
                  </a:lnTo>
                  <a:lnTo>
                    <a:pt x="321068" y="33475"/>
                  </a:lnTo>
                  <a:lnTo>
                    <a:pt x="227364" y="0"/>
                  </a:lnTo>
                  <a:close/>
                </a:path>
                <a:path w="348614" h="81914">
                  <a:moveTo>
                    <a:pt x="260985" y="33475"/>
                  </a:moveTo>
                  <a:lnTo>
                    <a:pt x="4833" y="33475"/>
                  </a:lnTo>
                  <a:lnTo>
                    <a:pt x="4833" y="38402"/>
                  </a:lnTo>
                  <a:lnTo>
                    <a:pt x="0" y="43310"/>
                  </a:lnTo>
                  <a:lnTo>
                    <a:pt x="4833" y="48237"/>
                  </a:lnTo>
                  <a:lnTo>
                    <a:pt x="9867" y="53165"/>
                  </a:lnTo>
                  <a:lnTo>
                    <a:pt x="259700" y="53165"/>
                  </a:lnTo>
                  <a:lnTo>
                    <a:pt x="270863" y="43310"/>
                  </a:lnTo>
                  <a:lnTo>
                    <a:pt x="260985" y="33475"/>
                  </a:lnTo>
                  <a:close/>
                </a:path>
                <a:path w="348614" h="81914">
                  <a:moveTo>
                    <a:pt x="321068" y="33475"/>
                  </a:moveTo>
                  <a:lnTo>
                    <a:pt x="275696" y="33475"/>
                  </a:lnTo>
                  <a:lnTo>
                    <a:pt x="280731" y="38402"/>
                  </a:lnTo>
                  <a:lnTo>
                    <a:pt x="280731" y="48238"/>
                  </a:lnTo>
                  <a:lnTo>
                    <a:pt x="275696" y="48238"/>
                  </a:lnTo>
                  <a:lnTo>
                    <a:pt x="275696" y="53165"/>
                  </a:lnTo>
                  <a:lnTo>
                    <a:pt x="317486" y="53165"/>
                  </a:lnTo>
                  <a:lnTo>
                    <a:pt x="348598" y="43310"/>
                  </a:lnTo>
                  <a:lnTo>
                    <a:pt x="321068" y="33475"/>
                  </a:lnTo>
                  <a:close/>
                </a:path>
              </a:pathLst>
            </a:custGeom>
            <a:solidFill>
              <a:srgbClr val="000000"/>
            </a:solidFill>
          </p:spPr>
          <p:txBody>
            <a:bodyPr wrap="square" lIns="0" tIns="0" rIns="0" bIns="0" rtlCol="0"/>
            <a:lstStyle/>
            <a:p/>
          </p:txBody>
        </p:sp>
        <p:sp>
          <p:nvSpPr>
            <p:cNvPr id="47" name="object 47" descr=""/>
            <p:cNvSpPr/>
            <p:nvPr/>
          </p:nvSpPr>
          <p:spPr>
            <a:xfrm>
              <a:off x="5412715" y="4019609"/>
              <a:ext cx="348615" cy="81915"/>
            </a:xfrm>
            <a:custGeom>
              <a:avLst/>
              <a:gdLst/>
              <a:ahLst/>
              <a:cxnLst/>
              <a:rect l="l" t="t" r="r" b="b"/>
              <a:pathLst>
                <a:path w="348614" h="81914">
                  <a:moveTo>
                    <a:pt x="9867" y="33475"/>
                  </a:moveTo>
                  <a:lnTo>
                    <a:pt x="270863" y="33475"/>
                  </a:lnTo>
                  <a:lnTo>
                    <a:pt x="275696" y="33475"/>
                  </a:lnTo>
                  <a:lnTo>
                    <a:pt x="280731" y="38402"/>
                  </a:lnTo>
                  <a:lnTo>
                    <a:pt x="280731" y="43310"/>
                  </a:lnTo>
                  <a:lnTo>
                    <a:pt x="280731" y="48238"/>
                  </a:lnTo>
                  <a:lnTo>
                    <a:pt x="275696" y="48238"/>
                  </a:lnTo>
                  <a:lnTo>
                    <a:pt x="275696" y="53165"/>
                  </a:lnTo>
                  <a:lnTo>
                    <a:pt x="270863" y="53165"/>
                  </a:lnTo>
                  <a:lnTo>
                    <a:pt x="9867" y="53165"/>
                  </a:lnTo>
                  <a:lnTo>
                    <a:pt x="4833" y="48237"/>
                  </a:lnTo>
                  <a:lnTo>
                    <a:pt x="0" y="43310"/>
                  </a:lnTo>
                  <a:lnTo>
                    <a:pt x="4833" y="38402"/>
                  </a:lnTo>
                  <a:lnTo>
                    <a:pt x="4833" y="33475"/>
                  </a:lnTo>
                  <a:lnTo>
                    <a:pt x="9867" y="33475"/>
                  </a:lnTo>
                  <a:close/>
                </a:path>
                <a:path w="348614" h="81914">
                  <a:moveTo>
                    <a:pt x="270863" y="43310"/>
                  </a:moveTo>
                  <a:lnTo>
                    <a:pt x="227364" y="0"/>
                  </a:lnTo>
                  <a:lnTo>
                    <a:pt x="348598" y="43310"/>
                  </a:lnTo>
                  <a:lnTo>
                    <a:pt x="227364" y="81713"/>
                  </a:lnTo>
                  <a:lnTo>
                    <a:pt x="270863" y="43310"/>
                  </a:lnTo>
                  <a:close/>
                </a:path>
              </a:pathLst>
            </a:custGeom>
            <a:ln w="4964">
              <a:solidFill>
                <a:srgbClr val="000000"/>
              </a:solidFill>
            </a:ln>
          </p:spPr>
          <p:txBody>
            <a:bodyPr wrap="square" lIns="0" tIns="0" rIns="0" bIns="0" rtlCol="0"/>
            <a:lstStyle/>
            <a:p/>
          </p:txBody>
        </p:sp>
        <p:sp>
          <p:nvSpPr>
            <p:cNvPr id="48" name="object 48" descr=""/>
            <p:cNvSpPr/>
            <p:nvPr/>
          </p:nvSpPr>
          <p:spPr>
            <a:xfrm>
              <a:off x="6428705" y="4019609"/>
              <a:ext cx="348615" cy="81915"/>
            </a:xfrm>
            <a:custGeom>
              <a:avLst/>
              <a:gdLst/>
              <a:ahLst/>
              <a:cxnLst/>
              <a:rect l="l" t="t" r="r" b="b"/>
              <a:pathLst>
                <a:path w="348615" h="81914">
                  <a:moveTo>
                    <a:pt x="227565" y="0"/>
                  </a:moveTo>
                  <a:lnTo>
                    <a:pt x="270863" y="43310"/>
                  </a:lnTo>
                  <a:lnTo>
                    <a:pt x="227565" y="81713"/>
                  </a:lnTo>
                  <a:lnTo>
                    <a:pt x="317239" y="53165"/>
                  </a:lnTo>
                  <a:lnTo>
                    <a:pt x="275898" y="53165"/>
                  </a:lnTo>
                  <a:lnTo>
                    <a:pt x="275898" y="48238"/>
                  </a:lnTo>
                  <a:lnTo>
                    <a:pt x="280932" y="48238"/>
                  </a:lnTo>
                  <a:lnTo>
                    <a:pt x="280932" y="38402"/>
                  </a:lnTo>
                  <a:lnTo>
                    <a:pt x="275898" y="33475"/>
                  </a:lnTo>
                  <a:lnTo>
                    <a:pt x="320802" y="33475"/>
                  </a:lnTo>
                  <a:lnTo>
                    <a:pt x="227565" y="0"/>
                  </a:lnTo>
                  <a:close/>
                </a:path>
                <a:path w="348615" h="81914">
                  <a:moveTo>
                    <a:pt x="261031" y="33475"/>
                  </a:moveTo>
                  <a:lnTo>
                    <a:pt x="5034" y="33475"/>
                  </a:lnTo>
                  <a:lnTo>
                    <a:pt x="5034" y="38402"/>
                  </a:lnTo>
                  <a:lnTo>
                    <a:pt x="0" y="43310"/>
                  </a:lnTo>
                  <a:lnTo>
                    <a:pt x="5034" y="48237"/>
                  </a:lnTo>
                  <a:lnTo>
                    <a:pt x="9465" y="53165"/>
                  </a:lnTo>
                  <a:lnTo>
                    <a:pt x="259752" y="53165"/>
                  </a:lnTo>
                  <a:lnTo>
                    <a:pt x="270863" y="43310"/>
                  </a:lnTo>
                  <a:lnTo>
                    <a:pt x="261031" y="33475"/>
                  </a:lnTo>
                  <a:close/>
                </a:path>
                <a:path w="348615" h="81914">
                  <a:moveTo>
                    <a:pt x="320802" y="33475"/>
                  </a:moveTo>
                  <a:lnTo>
                    <a:pt x="275898" y="33475"/>
                  </a:lnTo>
                  <a:lnTo>
                    <a:pt x="280932" y="38402"/>
                  </a:lnTo>
                  <a:lnTo>
                    <a:pt x="280932" y="48238"/>
                  </a:lnTo>
                  <a:lnTo>
                    <a:pt x="275898" y="48238"/>
                  </a:lnTo>
                  <a:lnTo>
                    <a:pt x="275898" y="53165"/>
                  </a:lnTo>
                  <a:lnTo>
                    <a:pt x="317239" y="53165"/>
                  </a:lnTo>
                  <a:lnTo>
                    <a:pt x="348195" y="43310"/>
                  </a:lnTo>
                  <a:lnTo>
                    <a:pt x="320802" y="33475"/>
                  </a:lnTo>
                  <a:close/>
                </a:path>
              </a:pathLst>
            </a:custGeom>
            <a:solidFill>
              <a:srgbClr val="000000"/>
            </a:solidFill>
          </p:spPr>
          <p:txBody>
            <a:bodyPr wrap="square" lIns="0" tIns="0" rIns="0" bIns="0" rtlCol="0"/>
            <a:lstStyle/>
            <a:p/>
          </p:txBody>
        </p:sp>
        <p:sp>
          <p:nvSpPr>
            <p:cNvPr id="49" name="object 49" descr=""/>
            <p:cNvSpPr/>
            <p:nvPr/>
          </p:nvSpPr>
          <p:spPr>
            <a:xfrm>
              <a:off x="6428705" y="4019609"/>
              <a:ext cx="348615" cy="81915"/>
            </a:xfrm>
            <a:custGeom>
              <a:avLst/>
              <a:gdLst/>
              <a:ahLst/>
              <a:cxnLst/>
              <a:rect l="l" t="t" r="r" b="b"/>
              <a:pathLst>
                <a:path w="348615" h="81914">
                  <a:moveTo>
                    <a:pt x="9465" y="33475"/>
                  </a:moveTo>
                  <a:lnTo>
                    <a:pt x="270863" y="33475"/>
                  </a:lnTo>
                  <a:lnTo>
                    <a:pt x="275898" y="33475"/>
                  </a:lnTo>
                  <a:lnTo>
                    <a:pt x="280932" y="38402"/>
                  </a:lnTo>
                  <a:lnTo>
                    <a:pt x="280932" y="43310"/>
                  </a:lnTo>
                  <a:lnTo>
                    <a:pt x="280932" y="48238"/>
                  </a:lnTo>
                  <a:lnTo>
                    <a:pt x="275898" y="48238"/>
                  </a:lnTo>
                  <a:lnTo>
                    <a:pt x="275898" y="53165"/>
                  </a:lnTo>
                  <a:lnTo>
                    <a:pt x="270863" y="53165"/>
                  </a:lnTo>
                  <a:lnTo>
                    <a:pt x="9465" y="53165"/>
                  </a:lnTo>
                  <a:lnTo>
                    <a:pt x="5034" y="48237"/>
                  </a:lnTo>
                  <a:lnTo>
                    <a:pt x="0" y="43310"/>
                  </a:lnTo>
                  <a:lnTo>
                    <a:pt x="5034" y="38402"/>
                  </a:lnTo>
                  <a:lnTo>
                    <a:pt x="5034" y="33475"/>
                  </a:lnTo>
                  <a:lnTo>
                    <a:pt x="9465" y="33475"/>
                  </a:lnTo>
                  <a:close/>
                </a:path>
                <a:path w="348615" h="81914">
                  <a:moveTo>
                    <a:pt x="270863" y="43310"/>
                  </a:moveTo>
                  <a:lnTo>
                    <a:pt x="227565" y="0"/>
                  </a:lnTo>
                  <a:lnTo>
                    <a:pt x="348195" y="43310"/>
                  </a:lnTo>
                  <a:lnTo>
                    <a:pt x="227565" y="81713"/>
                  </a:lnTo>
                  <a:lnTo>
                    <a:pt x="270863" y="43310"/>
                  </a:lnTo>
                  <a:close/>
                </a:path>
              </a:pathLst>
            </a:custGeom>
            <a:ln w="4964">
              <a:solidFill>
                <a:srgbClr val="000000"/>
              </a:solidFill>
            </a:ln>
          </p:spPr>
          <p:txBody>
            <a:bodyPr wrap="square" lIns="0" tIns="0" rIns="0" bIns="0" rtlCol="0"/>
            <a:lstStyle/>
            <a:p/>
          </p:txBody>
        </p:sp>
        <p:sp>
          <p:nvSpPr>
            <p:cNvPr id="50" name="object 50" descr=""/>
            <p:cNvSpPr/>
            <p:nvPr/>
          </p:nvSpPr>
          <p:spPr>
            <a:xfrm>
              <a:off x="7444897" y="4019609"/>
              <a:ext cx="348615" cy="81915"/>
            </a:xfrm>
            <a:custGeom>
              <a:avLst/>
              <a:gdLst/>
              <a:ahLst/>
              <a:cxnLst/>
              <a:rect l="l" t="t" r="r" b="b"/>
              <a:pathLst>
                <a:path w="348615" h="81914">
                  <a:moveTo>
                    <a:pt x="227364" y="0"/>
                  </a:moveTo>
                  <a:lnTo>
                    <a:pt x="270863" y="43310"/>
                  </a:lnTo>
                  <a:lnTo>
                    <a:pt x="227364" y="81713"/>
                  </a:lnTo>
                  <a:lnTo>
                    <a:pt x="317187" y="53165"/>
                  </a:lnTo>
                  <a:lnTo>
                    <a:pt x="275898" y="53165"/>
                  </a:lnTo>
                  <a:lnTo>
                    <a:pt x="275898" y="48238"/>
                  </a:lnTo>
                  <a:lnTo>
                    <a:pt x="280328" y="48238"/>
                  </a:lnTo>
                  <a:lnTo>
                    <a:pt x="280328" y="38402"/>
                  </a:lnTo>
                  <a:lnTo>
                    <a:pt x="275898" y="33475"/>
                  </a:lnTo>
                  <a:lnTo>
                    <a:pt x="320756" y="33475"/>
                  </a:lnTo>
                  <a:lnTo>
                    <a:pt x="227364" y="0"/>
                  </a:lnTo>
                  <a:close/>
                </a:path>
                <a:path w="348615" h="81914">
                  <a:moveTo>
                    <a:pt x="260985" y="33475"/>
                  </a:moveTo>
                  <a:lnTo>
                    <a:pt x="4430" y="33475"/>
                  </a:lnTo>
                  <a:lnTo>
                    <a:pt x="4430" y="38402"/>
                  </a:lnTo>
                  <a:lnTo>
                    <a:pt x="0" y="43310"/>
                  </a:lnTo>
                  <a:lnTo>
                    <a:pt x="4430" y="48237"/>
                  </a:lnTo>
                  <a:lnTo>
                    <a:pt x="9465" y="53165"/>
                  </a:lnTo>
                  <a:lnTo>
                    <a:pt x="259700" y="53165"/>
                  </a:lnTo>
                  <a:lnTo>
                    <a:pt x="270863" y="43310"/>
                  </a:lnTo>
                  <a:lnTo>
                    <a:pt x="260985" y="33475"/>
                  </a:lnTo>
                  <a:close/>
                </a:path>
                <a:path w="348615" h="81914">
                  <a:moveTo>
                    <a:pt x="320756" y="33475"/>
                  </a:moveTo>
                  <a:lnTo>
                    <a:pt x="275898" y="33475"/>
                  </a:lnTo>
                  <a:lnTo>
                    <a:pt x="280328" y="38402"/>
                  </a:lnTo>
                  <a:lnTo>
                    <a:pt x="280328" y="48238"/>
                  </a:lnTo>
                  <a:lnTo>
                    <a:pt x="275898" y="48238"/>
                  </a:lnTo>
                  <a:lnTo>
                    <a:pt x="275898" y="53165"/>
                  </a:lnTo>
                  <a:lnTo>
                    <a:pt x="317187" y="53165"/>
                  </a:lnTo>
                  <a:lnTo>
                    <a:pt x="348195" y="43310"/>
                  </a:lnTo>
                  <a:lnTo>
                    <a:pt x="320756" y="33475"/>
                  </a:lnTo>
                  <a:close/>
                </a:path>
              </a:pathLst>
            </a:custGeom>
            <a:solidFill>
              <a:srgbClr val="000000"/>
            </a:solidFill>
          </p:spPr>
          <p:txBody>
            <a:bodyPr wrap="square" lIns="0" tIns="0" rIns="0" bIns="0" rtlCol="0"/>
            <a:lstStyle/>
            <a:p/>
          </p:txBody>
        </p:sp>
        <p:sp>
          <p:nvSpPr>
            <p:cNvPr id="51" name="object 51" descr=""/>
            <p:cNvSpPr/>
            <p:nvPr/>
          </p:nvSpPr>
          <p:spPr>
            <a:xfrm>
              <a:off x="7444897" y="4019609"/>
              <a:ext cx="348615" cy="81915"/>
            </a:xfrm>
            <a:custGeom>
              <a:avLst/>
              <a:gdLst/>
              <a:ahLst/>
              <a:cxnLst/>
              <a:rect l="l" t="t" r="r" b="b"/>
              <a:pathLst>
                <a:path w="348615" h="81914">
                  <a:moveTo>
                    <a:pt x="9465" y="33475"/>
                  </a:moveTo>
                  <a:lnTo>
                    <a:pt x="270863" y="33475"/>
                  </a:lnTo>
                  <a:lnTo>
                    <a:pt x="275898" y="33475"/>
                  </a:lnTo>
                  <a:lnTo>
                    <a:pt x="280328" y="38402"/>
                  </a:lnTo>
                  <a:lnTo>
                    <a:pt x="280328" y="43310"/>
                  </a:lnTo>
                  <a:lnTo>
                    <a:pt x="280328" y="48238"/>
                  </a:lnTo>
                  <a:lnTo>
                    <a:pt x="275898" y="48238"/>
                  </a:lnTo>
                  <a:lnTo>
                    <a:pt x="275898" y="53165"/>
                  </a:lnTo>
                  <a:lnTo>
                    <a:pt x="270863" y="53165"/>
                  </a:lnTo>
                  <a:lnTo>
                    <a:pt x="9465" y="53165"/>
                  </a:lnTo>
                  <a:lnTo>
                    <a:pt x="4430" y="48237"/>
                  </a:lnTo>
                  <a:lnTo>
                    <a:pt x="0" y="43310"/>
                  </a:lnTo>
                  <a:lnTo>
                    <a:pt x="4430" y="38402"/>
                  </a:lnTo>
                  <a:lnTo>
                    <a:pt x="4430" y="33475"/>
                  </a:lnTo>
                  <a:lnTo>
                    <a:pt x="9465" y="33475"/>
                  </a:lnTo>
                  <a:close/>
                </a:path>
                <a:path w="348615" h="81914">
                  <a:moveTo>
                    <a:pt x="270863" y="43310"/>
                  </a:moveTo>
                  <a:lnTo>
                    <a:pt x="227364" y="0"/>
                  </a:lnTo>
                  <a:lnTo>
                    <a:pt x="348195" y="43310"/>
                  </a:lnTo>
                  <a:lnTo>
                    <a:pt x="227364" y="81713"/>
                  </a:lnTo>
                  <a:lnTo>
                    <a:pt x="270863" y="43310"/>
                  </a:lnTo>
                  <a:close/>
                </a:path>
              </a:pathLst>
            </a:custGeom>
            <a:ln w="4964">
              <a:solidFill>
                <a:srgbClr val="000000"/>
              </a:solidFill>
            </a:ln>
          </p:spPr>
          <p:txBody>
            <a:bodyPr wrap="square" lIns="0" tIns="0" rIns="0" bIns="0" rtlCol="0"/>
            <a:lstStyle/>
            <a:p/>
          </p:txBody>
        </p:sp>
      </p:grpSp>
      <p:sp>
        <p:nvSpPr>
          <p:cNvPr id="52" name="object 52" descr=""/>
          <p:cNvSpPr txBox="1"/>
          <p:nvPr/>
        </p:nvSpPr>
        <p:spPr>
          <a:xfrm>
            <a:off x="291591" y="1092384"/>
            <a:ext cx="8090534" cy="3094355"/>
          </a:xfrm>
          <a:prstGeom prst="rect">
            <a:avLst/>
          </a:prstGeom>
        </p:spPr>
        <p:txBody>
          <a:bodyPr wrap="square" lIns="0" tIns="168275" rIns="0" bIns="0" rtlCol="0" vert="horz">
            <a:spAutoFit/>
          </a:bodyPr>
          <a:lstStyle/>
          <a:p>
            <a:pPr marL="519430" indent="-455930">
              <a:lnSpc>
                <a:spcPct val="100000"/>
              </a:lnSpc>
              <a:spcBef>
                <a:spcPts val="1325"/>
              </a:spcBef>
              <a:buClr>
                <a:srgbClr val="40458B"/>
              </a:buClr>
              <a:buAutoNum type="arabicPeriod" startAt="3"/>
              <a:tabLst>
                <a:tab pos="519430" algn="l"/>
              </a:tabLst>
            </a:pPr>
            <a:r>
              <a:rPr dirty="0" sz="3200" spc="-25">
                <a:solidFill>
                  <a:srgbClr val="E14B04"/>
                </a:solidFill>
                <a:latin typeface="黑体"/>
                <a:cs typeface="黑体"/>
              </a:rPr>
              <a:t>解决流水线瓶颈问题的常用方法</a:t>
            </a:r>
            <a:endParaRPr sz="3200">
              <a:latin typeface="黑体"/>
              <a:cs typeface="黑体"/>
            </a:endParaRPr>
          </a:p>
          <a:p>
            <a:pPr lvl="1" marL="1149985" indent="-457200">
              <a:lnSpc>
                <a:spcPct val="100000"/>
              </a:lnSpc>
              <a:spcBef>
                <a:spcPts val="1065"/>
              </a:spcBef>
              <a:buSzPct val="89285"/>
              <a:buFont typeface="Wingdings"/>
              <a:buChar char=""/>
              <a:tabLst>
                <a:tab pos="1149985" algn="l"/>
              </a:tabLst>
            </a:pPr>
            <a:r>
              <a:rPr dirty="0" sz="2800" spc="-40">
                <a:solidFill>
                  <a:srgbClr val="40458B"/>
                </a:solidFill>
                <a:latin typeface="黑体"/>
                <a:cs typeface="黑体"/>
              </a:rPr>
              <a:t>细分瓶颈段</a:t>
            </a:r>
            <a:endParaRPr sz="2800">
              <a:latin typeface="黑体"/>
              <a:cs typeface="黑体"/>
            </a:endParaRPr>
          </a:p>
          <a:p>
            <a:pPr marL="1474470">
              <a:lnSpc>
                <a:spcPct val="100000"/>
              </a:lnSpc>
              <a:spcBef>
                <a:spcPts val="915"/>
              </a:spcBef>
            </a:pPr>
            <a:r>
              <a:rPr dirty="0" sz="2400" spc="-20" b="1">
                <a:solidFill>
                  <a:srgbClr val="E14B04"/>
                </a:solidFill>
                <a:latin typeface="宋体"/>
                <a:cs typeface="宋体"/>
              </a:rPr>
              <a:t>例如：</a:t>
            </a:r>
            <a:r>
              <a:rPr dirty="0" sz="2400" spc="-20" b="1">
                <a:solidFill>
                  <a:srgbClr val="00AFEF"/>
                </a:solidFill>
                <a:latin typeface="宋体"/>
                <a:cs typeface="宋体"/>
              </a:rPr>
              <a:t>对前面的</a:t>
            </a:r>
            <a:r>
              <a:rPr dirty="0" sz="2400" spc="-20" b="1">
                <a:solidFill>
                  <a:srgbClr val="9933FF"/>
                </a:solidFill>
                <a:latin typeface="宋体"/>
                <a:cs typeface="宋体"/>
              </a:rPr>
              <a:t>5</a:t>
            </a:r>
            <a:r>
              <a:rPr dirty="0" sz="2400" spc="-20" b="1">
                <a:solidFill>
                  <a:srgbClr val="080808"/>
                </a:solidFill>
                <a:latin typeface="宋体"/>
                <a:cs typeface="宋体"/>
              </a:rPr>
              <a:t>段</a:t>
            </a:r>
            <a:r>
              <a:rPr dirty="0" sz="2400" spc="-35" b="1">
                <a:solidFill>
                  <a:srgbClr val="00AFEF"/>
                </a:solidFill>
                <a:latin typeface="宋体"/>
                <a:cs typeface="宋体"/>
              </a:rPr>
              <a:t>流水线</a:t>
            </a:r>
            <a:endParaRPr sz="2400">
              <a:latin typeface="宋体"/>
              <a:cs typeface="宋体"/>
            </a:endParaRPr>
          </a:p>
          <a:p>
            <a:pPr marL="1320800">
              <a:lnSpc>
                <a:spcPct val="100000"/>
              </a:lnSpc>
              <a:spcBef>
                <a:spcPts val="865"/>
              </a:spcBef>
            </a:pPr>
            <a:r>
              <a:rPr dirty="0" sz="2400" spc="-25" b="1">
                <a:solidFill>
                  <a:srgbClr val="00AFEF"/>
                </a:solidFill>
                <a:latin typeface="宋体"/>
                <a:cs typeface="宋体"/>
              </a:rPr>
              <a:t>把瓶颈段</a:t>
            </a:r>
            <a:r>
              <a:rPr dirty="0" sz="2400" spc="-10" b="1">
                <a:solidFill>
                  <a:srgbClr val="9933FF"/>
                </a:solidFill>
                <a:latin typeface="宋体"/>
                <a:cs typeface="宋体"/>
              </a:rPr>
              <a:t>S</a:t>
            </a:r>
            <a:r>
              <a:rPr dirty="0" baseline="-20833" sz="2400" spc="-15" b="1">
                <a:solidFill>
                  <a:srgbClr val="9933FF"/>
                </a:solidFill>
                <a:latin typeface="宋体"/>
                <a:cs typeface="宋体"/>
              </a:rPr>
              <a:t>4</a:t>
            </a:r>
            <a:r>
              <a:rPr dirty="0" sz="2400" spc="-25" b="1">
                <a:solidFill>
                  <a:srgbClr val="00AFEF"/>
                </a:solidFill>
                <a:latin typeface="宋体"/>
                <a:cs typeface="宋体"/>
              </a:rPr>
              <a:t>细分为</a:t>
            </a:r>
            <a:r>
              <a:rPr dirty="0" sz="2400" spc="-10" b="1">
                <a:solidFill>
                  <a:srgbClr val="9933FF"/>
                </a:solidFill>
                <a:latin typeface="宋体"/>
                <a:cs typeface="宋体"/>
              </a:rPr>
              <a:t>3</a:t>
            </a:r>
            <a:r>
              <a:rPr dirty="0" sz="2400" spc="-25" b="1">
                <a:solidFill>
                  <a:srgbClr val="00AFEF"/>
                </a:solidFill>
                <a:latin typeface="宋体"/>
                <a:cs typeface="宋体"/>
              </a:rPr>
              <a:t>个子流水线段：</a:t>
            </a:r>
            <a:r>
              <a:rPr dirty="0" sz="2400" spc="-10" b="1">
                <a:solidFill>
                  <a:srgbClr val="D50092"/>
                </a:solidFill>
                <a:latin typeface="宋体"/>
                <a:cs typeface="宋体"/>
              </a:rPr>
              <a:t>S</a:t>
            </a:r>
            <a:r>
              <a:rPr dirty="0" baseline="-20833" sz="2400" spc="-15" b="1">
                <a:solidFill>
                  <a:srgbClr val="D50092"/>
                </a:solidFill>
                <a:latin typeface="宋体"/>
                <a:cs typeface="宋体"/>
              </a:rPr>
              <a:t>4-1</a:t>
            </a:r>
            <a:r>
              <a:rPr dirty="0" sz="2400" spc="-10" b="1">
                <a:solidFill>
                  <a:srgbClr val="D50092"/>
                </a:solidFill>
                <a:latin typeface="宋体"/>
                <a:cs typeface="宋体"/>
              </a:rPr>
              <a:t>，S</a:t>
            </a:r>
            <a:r>
              <a:rPr dirty="0" baseline="-20833" sz="2400" spc="-15" b="1">
                <a:solidFill>
                  <a:srgbClr val="D50092"/>
                </a:solidFill>
                <a:latin typeface="宋体"/>
                <a:cs typeface="宋体"/>
              </a:rPr>
              <a:t>4-2</a:t>
            </a:r>
            <a:r>
              <a:rPr dirty="0" sz="2400" spc="-10" b="1">
                <a:solidFill>
                  <a:srgbClr val="D50092"/>
                </a:solidFill>
                <a:latin typeface="宋体"/>
                <a:cs typeface="宋体"/>
              </a:rPr>
              <a:t>，S</a:t>
            </a:r>
            <a:r>
              <a:rPr dirty="0" baseline="-20833" sz="2400" spc="-15" b="1">
                <a:solidFill>
                  <a:srgbClr val="D50092"/>
                </a:solidFill>
                <a:latin typeface="宋体"/>
                <a:cs typeface="宋体"/>
              </a:rPr>
              <a:t>4-</a:t>
            </a:r>
            <a:r>
              <a:rPr dirty="0" baseline="-20833" sz="2400" spc="-75" b="1">
                <a:solidFill>
                  <a:srgbClr val="D50092"/>
                </a:solidFill>
                <a:latin typeface="宋体"/>
                <a:cs typeface="宋体"/>
              </a:rPr>
              <a:t>3</a:t>
            </a:r>
            <a:endParaRPr baseline="-20833" sz="2400">
              <a:latin typeface="宋体"/>
              <a:cs typeface="宋体"/>
            </a:endParaRPr>
          </a:p>
          <a:p>
            <a:pPr marL="1847214" marR="113664" indent="763905">
              <a:lnSpc>
                <a:spcPct val="155000"/>
              </a:lnSpc>
              <a:spcBef>
                <a:spcPts val="1739"/>
              </a:spcBef>
              <a:tabLst>
                <a:tab pos="2717800" algn="l"/>
                <a:tab pos="3646804" algn="l"/>
                <a:tab pos="3733800" algn="l"/>
                <a:tab pos="4643755" algn="l"/>
                <a:tab pos="4749800" algn="l"/>
                <a:tab pos="5659755" algn="l"/>
                <a:tab pos="5698490" algn="l"/>
                <a:tab pos="6651625" algn="l"/>
                <a:tab pos="6694805" algn="l"/>
                <a:tab pos="7691755" algn="l"/>
                <a:tab pos="7711440" algn="l"/>
              </a:tabLst>
            </a:pPr>
            <a:r>
              <a:rPr dirty="0" sz="1450" spc="-25">
                <a:latin typeface="宋体"/>
                <a:cs typeface="宋体"/>
              </a:rPr>
              <a:t>△t</a:t>
            </a:r>
            <a:r>
              <a:rPr dirty="0" sz="1450">
                <a:latin typeface="宋体"/>
                <a:cs typeface="宋体"/>
              </a:rPr>
              <a:t>	</a:t>
            </a:r>
            <a:r>
              <a:rPr dirty="0" sz="1450" spc="-25">
                <a:latin typeface="宋体"/>
                <a:cs typeface="宋体"/>
              </a:rPr>
              <a:t>△t</a:t>
            </a:r>
            <a:r>
              <a:rPr dirty="0" sz="1450">
                <a:latin typeface="宋体"/>
                <a:cs typeface="宋体"/>
              </a:rPr>
              <a:t>	</a:t>
            </a:r>
            <a:r>
              <a:rPr dirty="0" sz="1450" spc="-25">
                <a:latin typeface="宋体"/>
                <a:cs typeface="宋体"/>
              </a:rPr>
              <a:t>△t</a:t>
            </a:r>
            <a:r>
              <a:rPr dirty="0" sz="1450">
                <a:latin typeface="宋体"/>
                <a:cs typeface="宋体"/>
              </a:rPr>
              <a:t>	</a:t>
            </a:r>
            <a:r>
              <a:rPr dirty="0" sz="1450" spc="-25">
                <a:latin typeface="宋体"/>
                <a:cs typeface="宋体"/>
              </a:rPr>
              <a:t>△t</a:t>
            </a:r>
            <a:r>
              <a:rPr dirty="0" sz="1450">
                <a:latin typeface="宋体"/>
                <a:cs typeface="宋体"/>
              </a:rPr>
              <a:t>	</a:t>
            </a:r>
            <a:r>
              <a:rPr dirty="0" sz="1450" spc="-25">
                <a:latin typeface="宋体"/>
                <a:cs typeface="宋体"/>
              </a:rPr>
              <a:t>△t</a:t>
            </a:r>
            <a:r>
              <a:rPr dirty="0" sz="1450">
                <a:latin typeface="宋体"/>
                <a:cs typeface="宋体"/>
              </a:rPr>
              <a:t>	</a:t>
            </a:r>
            <a:r>
              <a:rPr dirty="0" sz="1450" spc="-25">
                <a:latin typeface="宋体"/>
                <a:cs typeface="宋体"/>
              </a:rPr>
              <a:t>△t</a:t>
            </a:r>
            <a:r>
              <a:rPr dirty="0" sz="1450" spc="-50">
                <a:latin typeface="宋体"/>
                <a:cs typeface="宋体"/>
              </a:rPr>
              <a:t>入</a:t>
            </a:r>
            <a:r>
              <a:rPr dirty="0" sz="1450">
                <a:latin typeface="宋体"/>
                <a:cs typeface="宋体"/>
              </a:rPr>
              <a:t>	</a:t>
            </a:r>
            <a:r>
              <a:rPr dirty="0" baseline="3831" sz="2175" spc="-37">
                <a:latin typeface="宋体"/>
                <a:cs typeface="宋体"/>
              </a:rPr>
              <a:t>S</a:t>
            </a:r>
            <a:r>
              <a:rPr dirty="0" sz="700" spc="-25" b="1">
                <a:latin typeface="宋体"/>
                <a:cs typeface="宋体"/>
              </a:rPr>
              <a:t>1</a:t>
            </a:r>
            <a:r>
              <a:rPr dirty="0" sz="700" b="1">
                <a:latin typeface="宋体"/>
                <a:cs typeface="宋体"/>
              </a:rPr>
              <a:t>		</a:t>
            </a:r>
            <a:r>
              <a:rPr dirty="0" baseline="3831" sz="2175" spc="-37">
                <a:latin typeface="宋体"/>
                <a:cs typeface="宋体"/>
              </a:rPr>
              <a:t>S</a:t>
            </a:r>
            <a:r>
              <a:rPr dirty="0" sz="700" spc="-25" b="1">
                <a:latin typeface="宋体"/>
                <a:cs typeface="宋体"/>
              </a:rPr>
              <a:t>2</a:t>
            </a:r>
            <a:r>
              <a:rPr dirty="0" sz="700" b="1">
                <a:latin typeface="宋体"/>
                <a:cs typeface="宋体"/>
              </a:rPr>
              <a:t>		</a:t>
            </a:r>
            <a:r>
              <a:rPr dirty="0" baseline="3831" sz="2175" spc="-37">
                <a:latin typeface="宋体"/>
                <a:cs typeface="宋体"/>
              </a:rPr>
              <a:t>S</a:t>
            </a:r>
            <a:r>
              <a:rPr dirty="0" sz="700" spc="-25" b="1">
                <a:latin typeface="宋体"/>
                <a:cs typeface="宋体"/>
              </a:rPr>
              <a:t>3</a:t>
            </a:r>
            <a:r>
              <a:rPr dirty="0" sz="700" b="1">
                <a:latin typeface="宋体"/>
                <a:cs typeface="宋体"/>
              </a:rPr>
              <a:t>		</a:t>
            </a:r>
            <a:r>
              <a:rPr dirty="0" baseline="3831" sz="2175">
                <a:latin typeface="宋体"/>
                <a:cs typeface="宋体"/>
              </a:rPr>
              <a:t>S</a:t>
            </a:r>
            <a:r>
              <a:rPr dirty="0" sz="700" b="1">
                <a:latin typeface="宋体"/>
                <a:cs typeface="宋体"/>
              </a:rPr>
              <a:t>4-</a:t>
            </a:r>
            <a:r>
              <a:rPr dirty="0" sz="700" spc="-50" b="1">
                <a:latin typeface="宋体"/>
                <a:cs typeface="宋体"/>
              </a:rPr>
              <a:t>1</a:t>
            </a:r>
            <a:r>
              <a:rPr dirty="0" sz="700" b="1">
                <a:latin typeface="宋体"/>
                <a:cs typeface="宋体"/>
              </a:rPr>
              <a:t>		</a:t>
            </a:r>
            <a:r>
              <a:rPr dirty="0" baseline="3831" sz="2175">
                <a:latin typeface="宋体"/>
                <a:cs typeface="宋体"/>
              </a:rPr>
              <a:t>S</a:t>
            </a:r>
            <a:r>
              <a:rPr dirty="0" sz="700" b="1">
                <a:latin typeface="宋体"/>
                <a:cs typeface="宋体"/>
              </a:rPr>
              <a:t>4-</a:t>
            </a:r>
            <a:r>
              <a:rPr dirty="0" sz="700" spc="-50" b="1">
                <a:latin typeface="宋体"/>
                <a:cs typeface="宋体"/>
              </a:rPr>
              <a:t>2</a:t>
            </a:r>
            <a:r>
              <a:rPr dirty="0" sz="700" b="1">
                <a:latin typeface="宋体"/>
                <a:cs typeface="宋体"/>
              </a:rPr>
              <a:t>		</a:t>
            </a:r>
            <a:r>
              <a:rPr dirty="0" baseline="3831" sz="2175">
                <a:latin typeface="宋体"/>
                <a:cs typeface="宋体"/>
              </a:rPr>
              <a:t>S</a:t>
            </a:r>
            <a:r>
              <a:rPr dirty="0" sz="700" b="1">
                <a:latin typeface="宋体"/>
                <a:cs typeface="宋体"/>
              </a:rPr>
              <a:t>4-</a:t>
            </a:r>
            <a:r>
              <a:rPr dirty="0" sz="700" spc="-50" b="1">
                <a:latin typeface="宋体"/>
                <a:cs typeface="宋体"/>
              </a:rPr>
              <a:t>3</a:t>
            </a:r>
            <a:endParaRPr sz="700">
              <a:latin typeface="宋体"/>
              <a:cs typeface="宋体"/>
            </a:endParaRPr>
          </a:p>
        </p:txBody>
      </p:sp>
      <p:sp>
        <p:nvSpPr>
          <p:cNvPr id="53" name="object 53" descr=""/>
          <p:cNvSpPr txBox="1"/>
          <p:nvPr/>
        </p:nvSpPr>
        <p:spPr>
          <a:xfrm>
            <a:off x="9853052" y="3940724"/>
            <a:ext cx="211454" cy="246379"/>
          </a:xfrm>
          <a:prstGeom prst="rect">
            <a:avLst/>
          </a:prstGeom>
        </p:spPr>
        <p:txBody>
          <a:bodyPr wrap="square" lIns="0" tIns="12065" rIns="0" bIns="0" rtlCol="0" vert="horz">
            <a:spAutoFit/>
          </a:bodyPr>
          <a:lstStyle/>
          <a:p>
            <a:pPr marL="12700">
              <a:lnSpc>
                <a:spcPct val="100000"/>
              </a:lnSpc>
              <a:spcBef>
                <a:spcPts val="95"/>
              </a:spcBef>
            </a:pPr>
            <a:r>
              <a:rPr dirty="0" sz="1450" spc="-50">
                <a:latin typeface="宋体"/>
                <a:cs typeface="宋体"/>
              </a:rPr>
              <a:t>出</a:t>
            </a:r>
            <a:endParaRPr sz="1450">
              <a:latin typeface="宋体"/>
              <a:cs typeface="宋体"/>
            </a:endParaRPr>
          </a:p>
        </p:txBody>
      </p:sp>
      <p:sp>
        <p:nvSpPr>
          <p:cNvPr id="54" name="object 54" descr=""/>
          <p:cNvSpPr txBox="1"/>
          <p:nvPr/>
        </p:nvSpPr>
        <p:spPr>
          <a:xfrm>
            <a:off x="8962525" y="3598150"/>
            <a:ext cx="302895" cy="246379"/>
          </a:xfrm>
          <a:prstGeom prst="rect">
            <a:avLst/>
          </a:prstGeom>
        </p:spPr>
        <p:txBody>
          <a:bodyPr wrap="square" lIns="0" tIns="12065" rIns="0" bIns="0" rtlCol="0" vert="horz">
            <a:spAutoFit/>
          </a:bodyPr>
          <a:lstStyle/>
          <a:p>
            <a:pPr marL="12700">
              <a:lnSpc>
                <a:spcPct val="100000"/>
              </a:lnSpc>
              <a:spcBef>
                <a:spcPts val="95"/>
              </a:spcBef>
            </a:pPr>
            <a:r>
              <a:rPr dirty="0" sz="1450" spc="-25">
                <a:latin typeface="宋体"/>
                <a:cs typeface="宋体"/>
              </a:rPr>
              <a:t>△t</a:t>
            </a:r>
            <a:endParaRPr sz="1450">
              <a:latin typeface="宋体"/>
              <a:cs typeface="宋体"/>
            </a:endParaRPr>
          </a:p>
        </p:txBody>
      </p:sp>
      <p:grpSp>
        <p:nvGrpSpPr>
          <p:cNvPr id="55" name="object 55" descr=""/>
          <p:cNvGrpSpPr/>
          <p:nvPr/>
        </p:nvGrpSpPr>
        <p:grpSpPr>
          <a:xfrm>
            <a:off x="8458617" y="4017131"/>
            <a:ext cx="1369695" cy="86995"/>
            <a:chOff x="8458617" y="4017131"/>
            <a:chExt cx="1369695" cy="86995"/>
          </a:xfrm>
        </p:grpSpPr>
        <p:sp>
          <p:nvSpPr>
            <p:cNvPr id="56" name="object 56" descr=""/>
            <p:cNvSpPr/>
            <p:nvPr/>
          </p:nvSpPr>
          <p:spPr>
            <a:xfrm>
              <a:off x="8461088" y="4019609"/>
              <a:ext cx="348615" cy="81915"/>
            </a:xfrm>
            <a:custGeom>
              <a:avLst/>
              <a:gdLst/>
              <a:ahLst/>
              <a:cxnLst/>
              <a:rect l="l" t="t" r="r" b="b"/>
              <a:pathLst>
                <a:path w="348615" h="81914">
                  <a:moveTo>
                    <a:pt x="226961" y="0"/>
                  </a:moveTo>
                  <a:lnTo>
                    <a:pt x="270863" y="43310"/>
                  </a:lnTo>
                  <a:lnTo>
                    <a:pt x="226961" y="81713"/>
                  </a:lnTo>
                  <a:lnTo>
                    <a:pt x="317084" y="53165"/>
                  </a:lnTo>
                  <a:lnTo>
                    <a:pt x="275294" y="53165"/>
                  </a:lnTo>
                  <a:lnTo>
                    <a:pt x="275294" y="48238"/>
                  </a:lnTo>
                  <a:lnTo>
                    <a:pt x="280328" y="48238"/>
                  </a:lnTo>
                  <a:lnTo>
                    <a:pt x="280328" y="38402"/>
                  </a:lnTo>
                  <a:lnTo>
                    <a:pt x="275294" y="33475"/>
                  </a:lnTo>
                  <a:lnTo>
                    <a:pt x="320665" y="33475"/>
                  </a:lnTo>
                  <a:lnTo>
                    <a:pt x="226961" y="0"/>
                  </a:lnTo>
                  <a:close/>
                </a:path>
                <a:path w="348615" h="81914">
                  <a:moveTo>
                    <a:pt x="260894" y="33475"/>
                  </a:moveTo>
                  <a:lnTo>
                    <a:pt x="4430" y="33475"/>
                  </a:lnTo>
                  <a:lnTo>
                    <a:pt x="4430" y="38402"/>
                  </a:lnTo>
                  <a:lnTo>
                    <a:pt x="0" y="43310"/>
                  </a:lnTo>
                  <a:lnTo>
                    <a:pt x="4430" y="48237"/>
                  </a:lnTo>
                  <a:lnTo>
                    <a:pt x="9465" y="53165"/>
                  </a:lnTo>
                  <a:lnTo>
                    <a:pt x="259597" y="53165"/>
                  </a:lnTo>
                  <a:lnTo>
                    <a:pt x="270863" y="43310"/>
                  </a:lnTo>
                  <a:lnTo>
                    <a:pt x="260894" y="33475"/>
                  </a:lnTo>
                  <a:close/>
                </a:path>
                <a:path w="348615" h="81914">
                  <a:moveTo>
                    <a:pt x="320665" y="33475"/>
                  </a:moveTo>
                  <a:lnTo>
                    <a:pt x="275294" y="33475"/>
                  </a:lnTo>
                  <a:lnTo>
                    <a:pt x="280328" y="38402"/>
                  </a:lnTo>
                  <a:lnTo>
                    <a:pt x="280328" y="48238"/>
                  </a:lnTo>
                  <a:lnTo>
                    <a:pt x="275294" y="48238"/>
                  </a:lnTo>
                  <a:lnTo>
                    <a:pt x="275294" y="53165"/>
                  </a:lnTo>
                  <a:lnTo>
                    <a:pt x="317084" y="53165"/>
                  </a:lnTo>
                  <a:lnTo>
                    <a:pt x="348195" y="43310"/>
                  </a:lnTo>
                  <a:lnTo>
                    <a:pt x="320665" y="33475"/>
                  </a:lnTo>
                  <a:close/>
                </a:path>
              </a:pathLst>
            </a:custGeom>
            <a:solidFill>
              <a:srgbClr val="000000"/>
            </a:solidFill>
          </p:spPr>
          <p:txBody>
            <a:bodyPr wrap="square" lIns="0" tIns="0" rIns="0" bIns="0" rtlCol="0"/>
            <a:lstStyle/>
            <a:p/>
          </p:txBody>
        </p:sp>
        <p:sp>
          <p:nvSpPr>
            <p:cNvPr id="57" name="object 57" descr=""/>
            <p:cNvSpPr/>
            <p:nvPr/>
          </p:nvSpPr>
          <p:spPr>
            <a:xfrm>
              <a:off x="8461088" y="4019609"/>
              <a:ext cx="348615" cy="81915"/>
            </a:xfrm>
            <a:custGeom>
              <a:avLst/>
              <a:gdLst/>
              <a:ahLst/>
              <a:cxnLst/>
              <a:rect l="l" t="t" r="r" b="b"/>
              <a:pathLst>
                <a:path w="348615" h="81914">
                  <a:moveTo>
                    <a:pt x="9465" y="33475"/>
                  </a:moveTo>
                  <a:lnTo>
                    <a:pt x="270863" y="33475"/>
                  </a:lnTo>
                  <a:lnTo>
                    <a:pt x="275294" y="33475"/>
                  </a:lnTo>
                  <a:lnTo>
                    <a:pt x="280328" y="38402"/>
                  </a:lnTo>
                  <a:lnTo>
                    <a:pt x="280328" y="43310"/>
                  </a:lnTo>
                  <a:lnTo>
                    <a:pt x="280328" y="48238"/>
                  </a:lnTo>
                  <a:lnTo>
                    <a:pt x="275294" y="48238"/>
                  </a:lnTo>
                  <a:lnTo>
                    <a:pt x="275294" y="53165"/>
                  </a:lnTo>
                  <a:lnTo>
                    <a:pt x="270863" y="53165"/>
                  </a:lnTo>
                  <a:lnTo>
                    <a:pt x="9465" y="53165"/>
                  </a:lnTo>
                  <a:lnTo>
                    <a:pt x="4430" y="48237"/>
                  </a:lnTo>
                  <a:lnTo>
                    <a:pt x="0" y="43310"/>
                  </a:lnTo>
                  <a:lnTo>
                    <a:pt x="4430" y="38402"/>
                  </a:lnTo>
                  <a:lnTo>
                    <a:pt x="4430" y="33475"/>
                  </a:lnTo>
                  <a:lnTo>
                    <a:pt x="9465" y="33475"/>
                  </a:lnTo>
                  <a:close/>
                </a:path>
                <a:path w="348615" h="81914">
                  <a:moveTo>
                    <a:pt x="270863" y="43310"/>
                  </a:moveTo>
                  <a:lnTo>
                    <a:pt x="226961" y="0"/>
                  </a:lnTo>
                  <a:lnTo>
                    <a:pt x="348195" y="43310"/>
                  </a:lnTo>
                  <a:lnTo>
                    <a:pt x="226961" y="81713"/>
                  </a:lnTo>
                  <a:lnTo>
                    <a:pt x="270863" y="43310"/>
                  </a:lnTo>
                  <a:close/>
                </a:path>
              </a:pathLst>
            </a:custGeom>
            <a:ln w="4964">
              <a:solidFill>
                <a:srgbClr val="000000"/>
              </a:solidFill>
            </a:ln>
          </p:spPr>
          <p:txBody>
            <a:bodyPr wrap="square" lIns="0" tIns="0" rIns="0" bIns="0" rtlCol="0"/>
            <a:lstStyle/>
            <a:p/>
          </p:txBody>
        </p:sp>
        <p:sp>
          <p:nvSpPr>
            <p:cNvPr id="58" name="object 58" descr=""/>
            <p:cNvSpPr/>
            <p:nvPr/>
          </p:nvSpPr>
          <p:spPr>
            <a:xfrm>
              <a:off x="9476676" y="4019609"/>
              <a:ext cx="348615" cy="81915"/>
            </a:xfrm>
            <a:custGeom>
              <a:avLst/>
              <a:gdLst/>
              <a:ahLst/>
              <a:cxnLst/>
              <a:rect l="l" t="t" r="r" b="b"/>
              <a:pathLst>
                <a:path w="348615" h="81914">
                  <a:moveTo>
                    <a:pt x="227364" y="0"/>
                  </a:moveTo>
                  <a:lnTo>
                    <a:pt x="271266" y="43310"/>
                  </a:lnTo>
                  <a:lnTo>
                    <a:pt x="227364" y="81713"/>
                  </a:lnTo>
                  <a:lnTo>
                    <a:pt x="317486" y="53165"/>
                  </a:lnTo>
                  <a:lnTo>
                    <a:pt x="275898" y="53165"/>
                  </a:lnTo>
                  <a:lnTo>
                    <a:pt x="275898" y="48238"/>
                  </a:lnTo>
                  <a:lnTo>
                    <a:pt x="280731" y="48238"/>
                  </a:lnTo>
                  <a:lnTo>
                    <a:pt x="280731" y="38402"/>
                  </a:lnTo>
                  <a:lnTo>
                    <a:pt x="275898" y="33475"/>
                  </a:lnTo>
                  <a:lnTo>
                    <a:pt x="321068" y="33475"/>
                  </a:lnTo>
                  <a:lnTo>
                    <a:pt x="227364" y="0"/>
                  </a:lnTo>
                  <a:close/>
                </a:path>
                <a:path w="348615" h="81914">
                  <a:moveTo>
                    <a:pt x="261296" y="33475"/>
                  </a:moveTo>
                  <a:lnTo>
                    <a:pt x="5034" y="33475"/>
                  </a:lnTo>
                  <a:lnTo>
                    <a:pt x="5034" y="38402"/>
                  </a:lnTo>
                  <a:lnTo>
                    <a:pt x="0" y="43310"/>
                  </a:lnTo>
                  <a:lnTo>
                    <a:pt x="5034" y="48237"/>
                  </a:lnTo>
                  <a:lnTo>
                    <a:pt x="9867" y="53165"/>
                  </a:lnTo>
                  <a:lnTo>
                    <a:pt x="260000" y="53165"/>
                  </a:lnTo>
                  <a:lnTo>
                    <a:pt x="271266" y="43310"/>
                  </a:lnTo>
                  <a:lnTo>
                    <a:pt x="261296" y="33475"/>
                  </a:lnTo>
                  <a:close/>
                </a:path>
                <a:path w="348615" h="81914">
                  <a:moveTo>
                    <a:pt x="321068" y="33475"/>
                  </a:moveTo>
                  <a:lnTo>
                    <a:pt x="275898" y="33475"/>
                  </a:lnTo>
                  <a:lnTo>
                    <a:pt x="280731" y="38402"/>
                  </a:lnTo>
                  <a:lnTo>
                    <a:pt x="280731" y="48238"/>
                  </a:lnTo>
                  <a:lnTo>
                    <a:pt x="275898" y="48238"/>
                  </a:lnTo>
                  <a:lnTo>
                    <a:pt x="275898" y="53165"/>
                  </a:lnTo>
                  <a:lnTo>
                    <a:pt x="317486" y="53165"/>
                  </a:lnTo>
                  <a:lnTo>
                    <a:pt x="348598" y="43310"/>
                  </a:lnTo>
                  <a:lnTo>
                    <a:pt x="321068" y="33475"/>
                  </a:lnTo>
                  <a:close/>
                </a:path>
              </a:pathLst>
            </a:custGeom>
            <a:solidFill>
              <a:srgbClr val="000000"/>
            </a:solidFill>
          </p:spPr>
          <p:txBody>
            <a:bodyPr wrap="square" lIns="0" tIns="0" rIns="0" bIns="0" rtlCol="0"/>
            <a:lstStyle/>
            <a:p/>
          </p:txBody>
        </p:sp>
        <p:sp>
          <p:nvSpPr>
            <p:cNvPr id="59" name="object 59" descr=""/>
            <p:cNvSpPr/>
            <p:nvPr/>
          </p:nvSpPr>
          <p:spPr>
            <a:xfrm>
              <a:off x="9476676" y="4019609"/>
              <a:ext cx="348615" cy="81915"/>
            </a:xfrm>
            <a:custGeom>
              <a:avLst/>
              <a:gdLst/>
              <a:ahLst/>
              <a:cxnLst/>
              <a:rect l="l" t="t" r="r" b="b"/>
              <a:pathLst>
                <a:path w="348615" h="81914">
                  <a:moveTo>
                    <a:pt x="9867" y="33475"/>
                  </a:moveTo>
                  <a:lnTo>
                    <a:pt x="271266" y="33475"/>
                  </a:lnTo>
                  <a:lnTo>
                    <a:pt x="275898" y="33475"/>
                  </a:lnTo>
                  <a:lnTo>
                    <a:pt x="280731" y="38402"/>
                  </a:lnTo>
                  <a:lnTo>
                    <a:pt x="280731" y="43310"/>
                  </a:lnTo>
                  <a:lnTo>
                    <a:pt x="280731" y="48238"/>
                  </a:lnTo>
                  <a:lnTo>
                    <a:pt x="275898" y="48238"/>
                  </a:lnTo>
                  <a:lnTo>
                    <a:pt x="275898" y="53165"/>
                  </a:lnTo>
                  <a:lnTo>
                    <a:pt x="271266" y="53165"/>
                  </a:lnTo>
                  <a:lnTo>
                    <a:pt x="9867" y="53165"/>
                  </a:lnTo>
                  <a:lnTo>
                    <a:pt x="5034" y="48237"/>
                  </a:lnTo>
                  <a:lnTo>
                    <a:pt x="0" y="43310"/>
                  </a:lnTo>
                  <a:lnTo>
                    <a:pt x="5034" y="38402"/>
                  </a:lnTo>
                  <a:lnTo>
                    <a:pt x="5034" y="33475"/>
                  </a:lnTo>
                  <a:lnTo>
                    <a:pt x="9867" y="33475"/>
                  </a:lnTo>
                  <a:close/>
                </a:path>
                <a:path w="348615" h="81914">
                  <a:moveTo>
                    <a:pt x="271266" y="43310"/>
                  </a:moveTo>
                  <a:lnTo>
                    <a:pt x="227364" y="0"/>
                  </a:lnTo>
                  <a:lnTo>
                    <a:pt x="348598" y="43310"/>
                  </a:lnTo>
                  <a:lnTo>
                    <a:pt x="227364" y="81713"/>
                  </a:lnTo>
                  <a:lnTo>
                    <a:pt x="271266" y="43310"/>
                  </a:lnTo>
                  <a:close/>
                </a:path>
              </a:pathLst>
            </a:custGeom>
            <a:ln w="4964">
              <a:solidFill>
                <a:srgbClr val="000000"/>
              </a:solidFill>
            </a:ln>
          </p:spPr>
          <p:txBody>
            <a:bodyPr wrap="square" lIns="0" tIns="0" rIns="0" bIns="0" rtlCol="0"/>
            <a:lstStyle/>
            <a:p/>
          </p:txBody>
        </p:sp>
      </p:grpSp>
      <p:sp>
        <p:nvSpPr>
          <p:cNvPr id="60" name="object 60" descr=""/>
          <p:cNvSpPr txBox="1"/>
          <p:nvPr/>
        </p:nvSpPr>
        <p:spPr>
          <a:xfrm>
            <a:off x="9093224" y="3940724"/>
            <a:ext cx="164465" cy="246379"/>
          </a:xfrm>
          <a:prstGeom prst="rect">
            <a:avLst/>
          </a:prstGeom>
        </p:spPr>
        <p:txBody>
          <a:bodyPr wrap="square" lIns="0" tIns="12065" rIns="0" bIns="0" rtlCol="0" vert="horz">
            <a:spAutoFit/>
          </a:bodyPr>
          <a:lstStyle/>
          <a:p>
            <a:pPr marL="12700">
              <a:lnSpc>
                <a:spcPct val="100000"/>
              </a:lnSpc>
              <a:spcBef>
                <a:spcPts val="95"/>
              </a:spcBef>
            </a:pPr>
            <a:r>
              <a:rPr dirty="0" baseline="3831" sz="2175" spc="-37">
                <a:latin typeface="宋体"/>
                <a:cs typeface="宋体"/>
              </a:rPr>
              <a:t>S</a:t>
            </a:r>
            <a:r>
              <a:rPr dirty="0" sz="700" spc="-25" b="1">
                <a:latin typeface="宋体"/>
                <a:cs typeface="宋体"/>
              </a:rPr>
              <a:t>5</a:t>
            </a:r>
            <a:endParaRPr sz="700">
              <a:latin typeface="宋体"/>
              <a:cs typeface="宋体"/>
            </a:endParaRPr>
          </a:p>
        </p:txBody>
      </p:sp>
      <p:sp>
        <p:nvSpPr>
          <p:cNvPr id="61" name="object 61" descr=""/>
          <p:cNvSpPr txBox="1"/>
          <p:nvPr/>
        </p:nvSpPr>
        <p:spPr>
          <a:xfrm>
            <a:off x="5711697" y="4693157"/>
            <a:ext cx="2322830" cy="391160"/>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相当于流水线</a:t>
            </a:r>
            <a:r>
              <a:rPr dirty="0" sz="2400" spc="-20" b="1">
                <a:latin typeface="宋体"/>
                <a:cs typeface="宋体"/>
              </a:rPr>
              <a:t>7</a:t>
            </a:r>
            <a:r>
              <a:rPr dirty="0" sz="2400" spc="-50" b="1">
                <a:latin typeface="宋体"/>
                <a:cs typeface="宋体"/>
              </a:rPr>
              <a:t>段</a:t>
            </a:r>
            <a:endParaRPr sz="2400">
              <a:latin typeface="宋体"/>
              <a:cs typeface="宋体"/>
            </a:endParaRPr>
          </a:p>
        </p:txBody>
      </p:sp>
      <p:sp>
        <p:nvSpPr>
          <p:cNvPr id="62" name="object 62" descr=""/>
          <p:cNvSpPr txBox="1"/>
          <p:nvPr/>
        </p:nvSpPr>
        <p:spPr>
          <a:xfrm>
            <a:off x="9776206" y="189992"/>
            <a:ext cx="200850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3.2.1</a:t>
            </a:r>
            <a:r>
              <a:rPr dirty="0" sz="2600" spc="-20">
                <a:solidFill>
                  <a:srgbClr val="0000CC"/>
                </a:solidFill>
                <a:latin typeface="黑体"/>
                <a:cs typeface="黑体"/>
              </a:rPr>
              <a:t> 吞吐率</a:t>
            </a:r>
            <a:endParaRPr sz="2600">
              <a:latin typeface="黑体"/>
              <a:cs typeface="黑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226009"/>
            <a:ext cx="11041380" cy="514350"/>
          </a:xfrm>
          <a:prstGeom prst="rect"/>
        </p:spPr>
        <p:txBody>
          <a:bodyPr wrap="square" lIns="0" tIns="13335" rIns="0" bIns="0" rtlCol="0" vert="horz">
            <a:spAutoFit/>
          </a:bodyPr>
          <a:lstStyle/>
          <a:p>
            <a:pPr marL="12700">
              <a:lnSpc>
                <a:spcPct val="100000"/>
              </a:lnSpc>
              <a:spcBef>
                <a:spcPts val="105"/>
              </a:spcBef>
              <a:tabLst>
                <a:tab pos="217106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
        <p:nvSpPr>
          <p:cNvPr id="9" name="object 9" descr=""/>
          <p:cNvSpPr txBox="1"/>
          <p:nvPr/>
        </p:nvSpPr>
        <p:spPr>
          <a:xfrm>
            <a:off x="324104" y="681684"/>
            <a:ext cx="7543800" cy="1545590"/>
          </a:xfrm>
          <a:prstGeom prst="rect">
            <a:avLst/>
          </a:prstGeom>
        </p:spPr>
        <p:txBody>
          <a:bodyPr wrap="square" lIns="0" tIns="147955" rIns="0" bIns="0" rtlCol="0" vert="horz">
            <a:spAutoFit/>
          </a:bodyPr>
          <a:lstStyle/>
          <a:p>
            <a:pPr marL="469265" indent="-456565">
              <a:lnSpc>
                <a:spcPct val="100000"/>
              </a:lnSpc>
              <a:spcBef>
                <a:spcPts val="1165"/>
              </a:spcBef>
              <a:buClr>
                <a:srgbClr val="40458B"/>
              </a:buClr>
              <a:buSzPct val="89285"/>
              <a:buFont typeface="Wingdings"/>
              <a:buChar char=""/>
              <a:tabLst>
                <a:tab pos="469265" algn="l"/>
              </a:tabLst>
            </a:pPr>
            <a:r>
              <a:rPr dirty="0" sz="2800" spc="-30">
                <a:solidFill>
                  <a:srgbClr val="FF0000"/>
                </a:solidFill>
                <a:latin typeface="黑体"/>
                <a:cs typeface="黑体"/>
              </a:rPr>
              <a:t>重复</a:t>
            </a:r>
            <a:r>
              <a:rPr dirty="0" sz="2800" spc="-40">
                <a:solidFill>
                  <a:srgbClr val="40458B"/>
                </a:solidFill>
                <a:latin typeface="黑体"/>
                <a:cs typeface="黑体"/>
              </a:rPr>
              <a:t>设置瓶颈段</a:t>
            </a:r>
            <a:endParaRPr sz="2800">
              <a:latin typeface="黑体"/>
              <a:cs typeface="黑体"/>
            </a:endParaRPr>
          </a:p>
          <a:p>
            <a:pPr lvl="1" marL="1097280" indent="-457200">
              <a:lnSpc>
                <a:spcPct val="100000"/>
              </a:lnSpc>
              <a:spcBef>
                <a:spcPts val="920"/>
              </a:spcBef>
              <a:buClr>
                <a:srgbClr val="4668F5"/>
              </a:buClr>
              <a:buSzPct val="60416"/>
              <a:buFont typeface="Wingdings"/>
              <a:buChar char=""/>
              <a:tabLst>
                <a:tab pos="1097280" algn="l"/>
              </a:tabLst>
            </a:pPr>
            <a:r>
              <a:rPr dirty="0" sz="2400" spc="-25" b="1">
                <a:solidFill>
                  <a:srgbClr val="00AFEF"/>
                </a:solidFill>
                <a:latin typeface="宋体"/>
                <a:cs typeface="宋体"/>
              </a:rPr>
              <a:t>相当于重复段并联</a:t>
            </a:r>
            <a:endParaRPr sz="2400">
              <a:latin typeface="宋体"/>
              <a:cs typeface="宋体"/>
            </a:endParaRPr>
          </a:p>
          <a:p>
            <a:pPr lvl="1" marL="1097280" indent="-457200">
              <a:lnSpc>
                <a:spcPct val="100000"/>
              </a:lnSpc>
              <a:spcBef>
                <a:spcPts val="860"/>
              </a:spcBef>
              <a:buClr>
                <a:srgbClr val="4668F5"/>
              </a:buClr>
              <a:buSzPct val="60416"/>
              <a:buFont typeface="Wingdings"/>
              <a:buChar char=""/>
              <a:tabLst>
                <a:tab pos="1097280" algn="l"/>
              </a:tabLst>
            </a:pPr>
            <a:r>
              <a:rPr dirty="0" sz="2400" spc="-20" b="1">
                <a:solidFill>
                  <a:srgbClr val="D50092"/>
                </a:solidFill>
                <a:latin typeface="宋体"/>
                <a:cs typeface="宋体"/>
              </a:rPr>
              <a:t>缺点：</a:t>
            </a:r>
            <a:r>
              <a:rPr dirty="0" sz="2400" spc="-25" b="1">
                <a:solidFill>
                  <a:srgbClr val="00AFEF"/>
                </a:solidFill>
                <a:latin typeface="宋体"/>
                <a:cs typeface="宋体"/>
              </a:rPr>
              <a:t>控制逻辑比较复杂，所需的硬件增加了。</a:t>
            </a:r>
            <a:endParaRPr sz="2400">
              <a:latin typeface="宋体"/>
              <a:cs typeface="宋体"/>
            </a:endParaRPr>
          </a:p>
        </p:txBody>
      </p:sp>
      <p:sp>
        <p:nvSpPr>
          <p:cNvPr id="10" name="object 10" descr=""/>
          <p:cNvSpPr txBox="1"/>
          <p:nvPr/>
        </p:nvSpPr>
        <p:spPr>
          <a:xfrm>
            <a:off x="298704" y="2278861"/>
            <a:ext cx="9726295" cy="1887220"/>
          </a:xfrm>
          <a:prstGeom prst="rect">
            <a:avLst/>
          </a:prstGeom>
        </p:spPr>
        <p:txBody>
          <a:bodyPr wrap="square" lIns="0" tIns="12700" rIns="0" bIns="0" rtlCol="0" vert="horz">
            <a:spAutoFit/>
          </a:bodyPr>
          <a:lstStyle/>
          <a:p>
            <a:pPr marL="307975" marR="30480" indent="-270510">
              <a:lnSpc>
                <a:spcPct val="110100"/>
              </a:lnSpc>
              <a:spcBef>
                <a:spcPts val="100"/>
              </a:spcBef>
              <a:buClr>
                <a:srgbClr val="40458B"/>
              </a:buClr>
              <a:buSzPct val="88888"/>
              <a:buFont typeface="Wingdings"/>
              <a:buChar char=""/>
              <a:tabLst>
                <a:tab pos="309245" algn="l"/>
              </a:tabLst>
            </a:pPr>
            <a:r>
              <a:rPr dirty="0" sz="2700">
                <a:solidFill>
                  <a:srgbClr val="E14B04"/>
                </a:solidFill>
                <a:latin typeface="黑体"/>
                <a:cs typeface="黑体"/>
              </a:rPr>
              <a:t>例如：</a:t>
            </a:r>
            <a:r>
              <a:rPr dirty="0" sz="2700" spc="-10">
                <a:solidFill>
                  <a:srgbClr val="40458B"/>
                </a:solidFill>
                <a:latin typeface="黑体"/>
                <a:cs typeface="黑体"/>
              </a:rPr>
              <a:t>对前面的</a:t>
            </a:r>
            <a:r>
              <a:rPr dirty="0" sz="2700">
                <a:solidFill>
                  <a:srgbClr val="9933FF"/>
                </a:solidFill>
                <a:latin typeface="宋体"/>
                <a:cs typeface="宋体"/>
              </a:rPr>
              <a:t>5</a:t>
            </a:r>
            <a:r>
              <a:rPr dirty="0" sz="2700" spc="-10">
                <a:solidFill>
                  <a:srgbClr val="40458B"/>
                </a:solidFill>
                <a:latin typeface="黑体"/>
                <a:cs typeface="黑体"/>
              </a:rPr>
              <a:t>段流水线。 重复设置瓶颈段</a:t>
            </a:r>
            <a:r>
              <a:rPr dirty="0" sz="2700" spc="-10">
                <a:solidFill>
                  <a:srgbClr val="9933FF"/>
                </a:solidFill>
                <a:latin typeface="宋体"/>
                <a:cs typeface="宋体"/>
              </a:rPr>
              <a:t>S</a:t>
            </a:r>
            <a:r>
              <a:rPr dirty="0" baseline="-20061" sz="2700" spc="-15">
                <a:solidFill>
                  <a:srgbClr val="9933FF"/>
                </a:solidFill>
                <a:latin typeface="宋体"/>
                <a:cs typeface="宋体"/>
              </a:rPr>
              <a:t>4</a:t>
            </a:r>
            <a:r>
              <a:rPr dirty="0" sz="2700" spc="-10">
                <a:solidFill>
                  <a:srgbClr val="40458B"/>
                </a:solidFill>
                <a:latin typeface="黑体"/>
                <a:cs typeface="黑体"/>
              </a:rPr>
              <a:t>：</a:t>
            </a:r>
            <a:r>
              <a:rPr dirty="0" sz="2700" spc="-10">
                <a:solidFill>
                  <a:srgbClr val="D50092"/>
                </a:solidFill>
                <a:latin typeface="宋体"/>
                <a:cs typeface="宋体"/>
              </a:rPr>
              <a:t>S</a:t>
            </a:r>
            <a:r>
              <a:rPr dirty="0" baseline="-20061" sz="2700" spc="-15">
                <a:solidFill>
                  <a:srgbClr val="D50092"/>
                </a:solidFill>
                <a:latin typeface="宋体"/>
                <a:cs typeface="宋体"/>
              </a:rPr>
              <a:t>4a</a:t>
            </a:r>
            <a:r>
              <a:rPr dirty="0" sz="2700" spc="-10">
                <a:solidFill>
                  <a:srgbClr val="D50092"/>
                </a:solidFill>
                <a:latin typeface="黑体"/>
                <a:cs typeface="黑体"/>
              </a:rPr>
              <a:t>，</a:t>
            </a:r>
            <a:r>
              <a:rPr dirty="0" sz="2700" spc="-10">
                <a:solidFill>
                  <a:srgbClr val="D50092"/>
                </a:solidFill>
                <a:latin typeface="宋体"/>
                <a:cs typeface="宋体"/>
              </a:rPr>
              <a:t>S</a:t>
            </a:r>
            <a:r>
              <a:rPr dirty="0" baseline="-20061" sz="2700" spc="-15">
                <a:solidFill>
                  <a:srgbClr val="D50092"/>
                </a:solidFill>
                <a:latin typeface="宋体"/>
                <a:cs typeface="宋体"/>
              </a:rPr>
              <a:t>4b</a:t>
            </a:r>
            <a:r>
              <a:rPr dirty="0" sz="2700" spc="-10">
                <a:solidFill>
                  <a:srgbClr val="D50092"/>
                </a:solidFill>
                <a:latin typeface="黑体"/>
                <a:cs typeface="黑体"/>
              </a:rPr>
              <a:t>，</a:t>
            </a:r>
            <a:r>
              <a:rPr dirty="0" sz="2700" spc="-10">
                <a:solidFill>
                  <a:srgbClr val="D50092"/>
                </a:solidFill>
                <a:latin typeface="宋体"/>
                <a:cs typeface="宋体"/>
              </a:rPr>
              <a:t>S</a:t>
            </a:r>
            <a:r>
              <a:rPr dirty="0" baseline="-20061" sz="2700" spc="-15">
                <a:solidFill>
                  <a:srgbClr val="D50092"/>
                </a:solidFill>
                <a:latin typeface="宋体"/>
                <a:cs typeface="宋体"/>
              </a:rPr>
              <a:t>4c</a:t>
            </a:r>
            <a:r>
              <a:rPr dirty="0" baseline="-20061" sz="2700" spc="-15">
                <a:solidFill>
                  <a:srgbClr val="D50092"/>
                </a:solidFill>
                <a:latin typeface="宋体"/>
                <a:cs typeface="宋体"/>
              </a:rPr>
              <a:t>	</a:t>
            </a:r>
            <a:r>
              <a:rPr dirty="0" sz="2700">
                <a:solidFill>
                  <a:srgbClr val="D50092"/>
                </a:solidFill>
                <a:latin typeface="黑体"/>
                <a:cs typeface="黑体"/>
              </a:rPr>
              <a:t>一样，需要的时间也一样，当执行到</a:t>
            </a:r>
            <a:r>
              <a:rPr dirty="0" sz="2700">
                <a:solidFill>
                  <a:srgbClr val="9933FF"/>
                </a:solidFill>
                <a:latin typeface="宋体"/>
                <a:cs typeface="宋体"/>
              </a:rPr>
              <a:t>S</a:t>
            </a:r>
            <a:r>
              <a:rPr dirty="0" baseline="-20061" sz="2700">
                <a:solidFill>
                  <a:srgbClr val="9933FF"/>
                </a:solidFill>
                <a:latin typeface="宋体"/>
                <a:cs typeface="宋体"/>
              </a:rPr>
              <a:t>4</a:t>
            </a:r>
            <a:r>
              <a:rPr dirty="0" sz="2700" spc="-10">
                <a:solidFill>
                  <a:srgbClr val="D50092"/>
                </a:solidFill>
                <a:latin typeface="黑体"/>
                <a:cs typeface="黑体"/>
              </a:rPr>
              <a:t>段时，此时：</a:t>
            </a:r>
            <a:endParaRPr sz="2700">
              <a:latin typeface="黑体"/>
              <a:cs typeface="黑体"/>
            </a:endParaRPr>
          </a:p>
          <a:p>
            <a:pPr lvl="1" marL="1122680" indent="-457200">
              <a:lnSpc>
                <a:spcPct val="100000"/>
              </a:lnSpc>
              <a:spcBef>
                <a:spcPts val="900"/>
              </a:spcBef>
              <a:buClr>
                <a:srgbClr val="4668F5"/>
              </a:buClr>
              <a:buSzPct val="60416"/>
              <a:buFont typeface="Wingdings"/>
              <a:buChar char=""/>
              <a:tabLst>
                <a:tab pos="1122680" algn="l"/>
              </a:tabLst>
            </a:pPr>
            <a:r>
              <a:rPr dirty="0" sz="2400" spc="-20" b="1">
                <a:solidFill>
                  <a:srgbClr val="D50092"/>
                </a:solidFill>
                <a:latin typeface="宋体"/>
                <a:cs typeface="宋体"/>
              </a:rPr>
              <a:t>把从</a:t>
            </a:r>
            <a:r>
              <a:rPr dirty="0" sz="2400" spc="-10" b="1">
                <a:solidFill>
                  <a:srgbClr val="9933FF"/>
                </a:solidFill>
                <a:latin typeface="宋体"/>
                <a:cs typeface="宋体"/>
              </a:rPr>
              <a:t>S</a:t>
            </a:r>
            <a:r>
              <a:rPr dirty="0" baseline="-20833" sz="2400" spc="-15" b="1">
                <a:solidFill>
                  <a:srgbClr val="9933FF"/>
                </a:solidFill>
                <a:latin typeface="宋体"/>
                <a:cs typeface="宋体"/>
              </a:rPr>
              <a:t>3</a:t>
            </a:r>
            <a:r>
              <a:rPr dirty="0" sz="2400" spc="-20" b="1">
                <a:solidFill>
                  <a:srgbClr val="D50092"/>
                </a:solidFill>
                <a:latin typeface="宋体"/>
                <a:cs typeface="宋体"/>
              </a:rPr>
              <a:t>输出的第一个任务分配给</a:t>
            </a:r>
            <a:r>
              <a:rPr dirty="0" sz="2400" spc="-25" b="1">
                <a:solidFill>
                  <a:srgbClr val="D50092"/>
                </a:solidFill>
                <a:latin typeface="宋体"/>
                <a:cs typeface="宋体"/>
              </a:rPr>
              <a:t>S</a:t>
            </a:r>
            <a:r>
              <a:rPr dirty="0" baseline="-20833" sz="2400" spc="-37" b="1">
                <a:solidFill>
                  <a:srgbClr val="D50092"/>
                </a:solidFill>
                <a:latin typeface="宋体"/>
                <a:cs typeface="宋体"/>
              </a:rPr>
              <a:t>4a</a:t>
            </a:r>
            <a:endParaRPr baseline="-20833" sz="2400">
              <a:latin typeface="宋体"/>
              <a:cs typeface="宋体"/>
            </a:endParaRPr>
          </a:p>
          <a:p>
            <a:pPr lvl="1" marL="1122680" indent="-457200">
              <a:lnSpc>
                <a:spcPct val="100000"/>
              </a:lnSpc>
              <a:spcBef>
                <a:spcPts val="865"/>
              </a:spcBef>
              <a:buClr>
                <a:srgbClr val="4668F5"/>
              </a:buClr>
              <a:buSzPct val="60416"/>
              <a:buFont typeface="Wingdings"/>
              <a:buChar char=""/>
              <a:tabLst>
                <a:tab pos="1122680" algn="l"/>
              </a:tabLst>
            </a:pPr>
            <a:r>
              <a:rPr dirty="0" sz="2400" spc="-10" b="1">
                <a:solidFill>
                  <a:srgbClr val="9933FF"/>
                </a:solidFill>
                <a:latin typeface="宋体"/>
                <a:cs typeface="宋体"/>
              </a:rPr>
              <a:t>S</a:t>
            </a:r>
            <a:r>
              <a:rPr dirty="0" baseline="-20833" sz="2400" spc="-15" b="1">
                <a:solidFill>
                  <a:srgbClr val="9933FF"/>
                </a:solidFill>
                <a:latin typeface="宋体"/>
                <a:cs typeface="宋体"/>
              </a:rPr>
              <a:t>3</a:t>
            </a:r>
            <a:r>
              <a:rPr dirty="0" sz="2400" spc="-25" b="1">
                <a:solidFill>
                  <a:srgbClr val="D50092"/>
                </a:solidFill>
                <a:latin typeface="宋体"/>
                <a:cs typeface="宋体"/>
              </a:rPr>
              <a:t>输出的第二个任务分配给S</a:t>
            </a:r>
            <a:r>
              <a:rPr dirty="0" baseline="-20833" sz="2400" spc="-37" b="1">
                <a:solidFill>
                  <a:srgbClr val="D50092"/>
                </a:solidFill>
                <a:latin typeface="宋体"/>
                <a:cs typeface="宋体"/>
              </a:rPr>
              <a:t>4b</a:t>
            </a:r>
            <a:endParaRPr baseline="-20833" sz="2400">
              <a:latin typeface="宋体"/>
              <a:cs typeface="宋体"/>
            </a:endParaRPr>
          </a:p>
        </p:txBody>
      </p:sp>
      <p:sp>
        <p:nvSpPr>
          <p:cNvPr id="11" name="object 11" descr=""/>
          <p:cNvSpPr txBox="1"/>
          <p:nvPr/>
        </p:nvSpPr>
        <p:spPr>
          <a:xfrm>
            <a:off x="10197845" y="2320239"/>
            <a:ext cx="1403350" cy="437515"/>
          </a:xfrm>
          <a:prstGeom prst="rect">
            <a:avLst/>
          </a:prstGeom>
        </p:spPr>
        <p:txBody>
          <a:bodyPr wrap="square" lIns="0" tIns="12700" rIns="0" bIns="0" rtlCol="0" vert="horz">
            <a:spAutoFit/>
          </a:bodyPr>
          <a:lstStyle/>
          <a:p>
            <a:pPr marL="12700">
              <a:lnSpc>
                <a:spcPct val="100000"/>
              </a:lnSpc>
              <a:spcBef>
                <a:spcPts val="100"/>
              </a:spcBef>
            </a:pPr>
            <a:r>
              <a:rPr dirty="0" sz="2700" spc="-15">
                <a:solidFill>
                  <a:srgbClr val="D50092"/>
                </a:solidFill>
                <a:latin typeface="黑体"/>
                <a:cs typeface="黑体"/>
              </a:rPr>
              <a:t>三个功能</a:t>
            </a:r>
            <a:endParaRPr sz="2700">
              <a:latin typeface="黑体"/>
              <a:cs typeface="黑体"/>
            </a:endParaRPr>
          </a:p>
        </p:txBody>
      </p:sp>
      <p:sp>
        <p:nvSpPr>
          <p:cNvPr id="12" name="object 12" descr=""/>
          <p:cNvSpPr txBox="1"/>
          <p:nvPr/>
        </p:nvSpPr>
        <p:spPr>
          <a:xfrm>
            <a:off x="926591" y="4140834"/>
            <a:ext cx="4817745" cy="1205230"/>
          </a:xfrm>
          <a:prstGeom prst="rect">
            <a:avLst/>
          </a:prstGeom>
        </p:spPr>
        <p:txBody>
          <a:bodyPr wrap="square" lIns="0" tIns="122555" rIns="0" bIns="0" rtlCol="0" vert="horz">
            <a:spAutoFit/>
          </a:bodyPr>
          <a:lstStyle/>
          <a:p>
            <a:pPr marL="494665" indent="-456565">
              <a:lnSpc>
                <a:spcPct val="100000"/>
              </a:lnSpc>
              <a:spcBef>
                <a:spcPts val="965"/>
              </a:spcBef>
              <a:buClr>
                <a:srgbClr val="4668F5"/>
              </a:buClr>
              <a:buSzPct val="60416"/>
              <a:buFont typeface="Wingdings"/>
              <a:buChar char=""/>
              <a:tabLst>
                <a:tab pos="494665" algn="l"/>
              </a:tabLst>
            </a:pPr>
            <a:r>
              <a:rPr dirty="0" sz="2400" spc="-10" b="1">
                <a:solidFill>
                  <a:srgbClr val="9933FF"/>
                </a:solidFill>
                <a:latin typeface="宋体"/>
                <a:cs typeface="宋体"/>
              </a:rPr>
              <a:t>S</a:t>
            </a:r>
            <a:r>
              <a:rPr dirty="0" baseline="-20833" sz="2400" spc="-15" b="1">
                <a:solidFill>
                  <a:srgbClr val="9933FF"/>
                </a:solidFill>
                <a:latin typeface="宋体"/>
                <a:cs typeface="宋体"/>
              </a:rPr>
              <a:t>3</a:t>
            </a:r>
            <a:r>
              <a:rPr dirty="0" sz="2400" spc="-20" b="1">
                <a:solidFill>
                  <a:srgbClr val="D50092"/>
                </a:solidFill>
                <a:latin typeface="宋体"/>
                <a:cs typeface="宋体"/>
              </a:rPr>
              <a:t>输出的第三个任务分配</a:t>
            </a:r>
            <a:r>
              <a:rPr dirty="0" sz="2400" spc="-25" b="1">
                <a:solidFill>
                  <a:srgbClr val="D50092"/>
                </a:solidFill>
                <a:latin typeface="宋体"/>
                <a:cs typeface="宋体"/>
              </a:rPr>
              <a:t>S</a:t>
            </a:r>
            <a:r>
              <a:rPr dirty="0" baseline="-20833" sz="2400" spc="-37" b="1">
                <a:solidFill>
                  <a:srgbClr val="D50092"/>
                </a:solidFill>
                <a:latin typeface="宋体"/>
                <a:cs typeface="宋体"/>
              </a:rPr>
              <a:t>4c</a:t>
            </a:r>
            <a:endParaRPr baseline="-20833" sz="2400">
              <a:latin typeface="宋体"/>
              <a:cs typeface="宋体"/>
            </a:endParaRPr>
          </a:p>
          <a:p>
            <a:pPr marL="494665" indent="-456565">
              <a:lnSpc>
                <a:spcPts val="2785"/>
              </a:lnSpc>
              <a:spcBef>
                <a:spcPts val="860"/>
              </a:spcBef>
              <a:buClr>
                <a:srgbClr val="4668F5"/>
              </a:buClr>
              <a:buSzPct val="60416"/>
              <a:buFont typeface="Wingdings"/>
              <a:buChar char=""/>
              <a:tabLst>
                <a:tab pos="494665" algn="l"/>
              </a:tabLst>
            </a:pPr>
            <a:r>
              <a:rPr dirty="0" sz="2400" spc="-10" b="1">
                <a:solidFill>
                  <a:srgbClr val="9933FF"/>
                </a:solidFill>
                <a:latin typeface="宋体"/>
                <a:cs typeface="宋体"/>
              </a:rPr>
              <a:t>S</a:t>
            </a:r>
            <a:r>
              <a:rPr dirty="0" baseline="-20833" sz="2400" spc="-15" b="1">
                <a:solidFill>
                  <a:srgbClr val="9933FF"/>
                </a:solidFill>
                <a:latin typeface="宋体"/>
                <a:cs typeface="宋体"/>
              </a:rPr>
              <a:t>3</a:t>
            </a:r>
            <a:r>
              <a:rPr dirty="0" sz="2400" spc="-25" b="1">
                <a:solidFill>
                  <a:srgbClr val="D50092"/>
                </a:solidFill>
                <a:latin typeface="宋体"/>
                <a:cs typeface="宋体"/>
              </a:rPr>
              <a:t>后续输出的任务循环</a:t>
            </a:r>
            <a:endParaRPr sz="2400">
              <a:latin typeface="宋体"/>
              <a:cs typeface="宋体"/>
            </a:endParaRPr>
          </a:p>
          <a:p>
            <a:pPr algn="r" marR="30480">
              <a:lnSpc>
                <a:spcPts val="1885"/>
              </a:lnSpc>
            </a:pPr>
            <a:r>
              <a:rPr dirty="0" baseline="3367" sz="2475" spc="-15">
                <a:latin typeface="宋体"/>
                <a:cs typeface="宋体"/>
              </a:rPr>
              <a:t>△t</a:t>
            </a:r>
            <a:r>
              <a:rPr dirty="0" sz="800" spc="-10">
                <a:latin typeface="宋体"/>
                <a:cs typeface="宋体"/>
              </a:rPr>
              <a:t>1</a:t>
            </a:r>
            <a:r>
              <a:rPr dirty="0" baseline="3367" sz="2475" spc="-15">
                <a:latin typeface="宋体"/>
                <a:cs typeface="宋体"/>
              </a:rPr>
              <a:t>=△t</a:t>
            </a:r>
            <a:endParaRPr baseline="3367" sz="2475">
              <a:latin typeface="宋体"/>
              <a:cs typeface="宋体"/>
            </a:endParaRPr>
          </a:p>
        </p:txBody>
      </p:sp>
      <p:grpSp>
        <p:nvGrpSpPr>
          <p:cNvPr id="13" name="object 13" descr=""/>
          <p:cNvGrpSpPr/>
          <p:nvPr/>
        </p:nvGrpSpPr>
        <p:grpSpPr>
          <a:xfrm>
            <a:off x="8540695" y="4724789"/>
            <a:ext cx="798195" cy="1732280"/>
            <a:chOff x="8540695" y="4724789"/>
            <a:chExt cx="798195" cy="1732280"/>
          </a:xfrm>
        </p:grpSpPr>
        <p:sp>
          <p:nvSpPr>
            <p:cNvPr id="14" name="object 14" descr=""/>
            <p:cNvSpPr/>
            <p:nvPr/>
          </p:nvSpPr>
          <p:spPr>
            <a:xfrm>
              <a:off x="8549268" y="4733362"/>
              <a:ext cx="781050" cy="429259"/>
            </a:xfrm>
            <a:custGeom>
              <a:avLst/>
              <a:gdLst/>
              <a:ahLst/>
              <a:cxnLst/>
              <a:rect l="l" t="t" r="r" b="b"/>
              <a:pathLst>
                <a:path w="781050" h="429260">
                  <a:moveTo>
                    <a:pt x="781045" y="0"/>
                  </a:moveTo>
                  <a:lnTo>
                    <a:pt x="0" y="0"/>
                  </a:lnTo>
                  <a:lnTo>
                    <a:pt x="0" y="428895"/>
                  </a:lnTo>
                  <a:lnTo>
                    <a:pt x="781045" y="428895"/>
                  </a:lnTo>
                  <a:lnTo>
                    <a:pt x="781045" y="0"/>
                  </a:lnTo>
                  <a:close/>
                </a:path>
              </a:pathLst>
            </a:custGeom>
            <a:solidFill>
              <a:srgbClr val="00FFFF"/>
            </a:solidFill>
          </p:spPr>
          <p:txBody>
            <a:bodyPr wrap="square" lIns="0" tIns="0" rIns="0" bIns="0" rtlCol="0"/>
            <a:lstStyle/>
            <a:p/>
          </p:txBody>
        </p:sp>
        <p:sp>
          <p:nvSpPr>
            <p:cNvPr id="15" name="object 15" descr=""/>
            <p:cNvSpPr/>
            <p:nvPr/>
          </p:nvSpPr>
          <p:spPr>
            <a:xfrm>
              <a:off x="8549268" y="4733362"/>
              <a:ext cx="781050" cy="429259"/>
            </a:xfrm>
            <a:custGeom>
              <a:avLst/>
              <a:gdLst/>
              <a:ahLst/>
              <a:cxnLst/>
              <a:rect l="l" t="t" r="r" b="b"/>
              <a:pathLst>
                <a:path w="781050" h="429260">
                  <a:moveTo>
                    <a:pt x="0" y="428895"/>
                  </a:moveTo>
                  <a:lnTo>
                    <a:pt x="781045" y="428895"/>
                  </a:lnTo>
                  <a:lnTo>
                    <a:pt x="781045" y="0"/>
                  </a:lnTo>
                  <a:lnTo>
                    <a:pt x="0" y="0"/>
                  </a:lnTo>
                  <a:lnTo>
                    <a:pt x="0" y="428895"/>
                  </a:lnTo>
                  <a:close/>
                </a:path>
              </a:pathLst>
            </a:custGeom>
            <a:ln w="16659">
              <a:solidFill>
                <a:srgbClr val="000000"/>
              </a:solidFill>
            </a:ln>
          </p:spPr>
          <p:txBody>
            <a:bodyPr wrap="square" lIns="0" tIns="0" rIns="0" bIns="0" rtlCol="0"/>
            <a:lstStyle/>
            <a:p/>
          </p:txBody>
        </p:sp>
        <p:sp>
          <p:nvSpPr>
            <p:cNvPr id="16" name="object 16" descr=""/>
            <p:cNvSpPr/>
            <p:nvPr/>
          </p:nvSpPr>
          <p:spPr>
            <a:xfrm>
              <a:off x="8549268" y="6020054"/>
              <a:ext cx="781050" cy="428625"/>
            </a:xfrm>
            <a:custGeom>
              <a:avLst/>
              <a:gdLst/>
              <a:ahLst/>
              <a:cxnLst/>
              <a:rect l="l" t="t" r="r" b="b"/>
              <a:pathLst>
                <a:path w="781050" h="428625">
                  <a:moveTo>
                    <a:pt x="781045" y="0"/>
                  </a:moveTo>
                  <a:lnTo>
                    <a:pt x="0" y="0"/>
                  </a:lnTo>
                  <a:lnTo>
                    <a:pt x="0" y="428316"/>
                  </a:lnTo>
                  <a:lnTo>
                    <a:pt x="781045" y="428316"/>
                  </a:lnTo>
                  <a:lnTo>
                    <a:pt x="781045" y="0"/>
                  </a:lnTo>
                  <a:close/>
                </a:path>
              </a:pathLst>
            </a:custGeom>
            <a:solidFill>
              <a:srgbClr val="00FFFF"/>
            </a:solidFill>
          </p:spPr>
          <p:txBody>
            <a:bodyPr wrap="square" lIns="0" tIns="0" rIns="0" bIns="0" rtlCol="0"/>
            <a:lstStyle/>
            <a:p/>
          </p:txBody>
        </p:sp>
        <p:sp>
          <p:nvSpPr>
            <p:cNvPr id="17" name="object 17" descr=""/>
            <p:cNvSpPr/>
            <p:nvPr/>
          </p:nvSpPr>
          <p:spPr>
            <a:xfrm>
              <a:off x="8549268" y="6020054"/>
              <a:ext cx="781050" cy="428625"/>
            </a:xfrm>
            <a:custGeom>
              <a:avLst/>
              <a:gdLst/>
              <a:ahLst/>
              <a:cxnLst/>
              <a:rect l="l" t="t" r="r" b="b"/>
              <a:pathLst>
                <a:path w="781050" h="428625">
                  <a:moveTo>
                    <a:pt x="0" y="428316"/>
                  </a:moveTo>
                  <a:lnTo>
                    <a:pt x="781045" y="428316"/>
                  </a:lnTo>
                  <a:lnTo>
                    <a:pt x="781045" y="0"/>
                  </a:lnTo>
                  <a:lnTo>
                    <a:pt x="0" y="0"/>
                  </a:lnTo>
                  <a:lnTo>
                    <a:pt x="0" y="428316"/>
                  </a:lnTo>
                  <a:close/>
                </a:path>
              </a:pathLst>
            </a:custGeom>
            <a:ln w="16659">
              <a:solidFill>
                <a:srgbClr val="000000"/>
              </a:solidFill>
            </a:ln>
          </p:spPr>
          <p:txBody>
            <a:bodyPr wrap="square" lIns="0" tIns="0" rIns="0" bIns="0" rtlCol="0"/>
            <a:lstStyle/>
            <a:p/>
          </p:txBody>
        </p:sp>
      </p:grpSp>
      <p:sp>
        <p:nvSpPr>
          <p:cNvPr id="18" name="object 18" descr=""/>
          <p:cNvSpPr txBox="1"/>
          <p:nvPr/>
        </p:nvSpPr>
        <p:spPr>
          <a:xfrm>
            <a:off x="4265135" y="5449511"/>
            <a:ext cx="238760" cy="280670"/>
          </a:xfrm>
          <a:prstGeom prst="rect">
            <a:avLst/>
          </a:prstGeom>
        </p:spPr>
        <p:txBody>
          <a:bodyPr wrap="square" lIns="0" tIns="15240" rIns="0" bIns="0" rtlCol="0" vert="horz">
            <a:spAutoFit/>
          </a:bodyPr>
          <a:lstStyle/>
          <a:p>
            <a:pPr marL="12700">
              <a:lnSpc>
                <a:spcPct val="100000"/>
              </a:lnSpc>
              <a:spcBef>
                <a:spcPts val="120"/>
              </a:spcBef>
            </a:pPr>
            <a:r>
              <a:rPr dirty="0" sz="1650" spc="-50">
                <a:latin typeface="宋体"/>
                <a:cs typeface="宋体"/>
              </a:rPr>
              <a:t>入</a:t>
            </a:r>
            <a:endParaRPr sz="1650">
              <a:latin typeface="宋体"/>
              <a:cs typeface="宋体"/>
            </a:endParaRPr>
          </a:p>
        </p:txBody>
      </p:sp>
      <p:sp>
        <p:nvSpPr>
          <p:cNvPr id="19" name="object 19" descr=""/>
          <p:cNvSpPr txBox="1"/>
          <p:nvPr/>
        </p:nvSpPr>
        <p:spPr>
          <a:xfrm>
            <a:off x="11024026" y="5449511"/>
            <a:ext cx="238760" cy="280670"/>
          </a:xfrm>
          <a:prstGeom prst="rect">
            <a:avLst/>
          </a:prstGeom>
        </p:spPr>
        <p:txBody>
          <a:bodyPr wrap="square" lIns="0" tIns="15240" rIns="0" bIns="0" rtlCol="0" vert="horz">
            <a:spAutoFit/>
          </a:bodyPr>
          <a:lstStyle/>
          <a:p>
            <a:pPr marL="12700">
              <a:lnSpc>
                <a:spcPct val="100000"/>
              </a:lnSpc>
              <a:spcBef>
                <a:spcPts val="120"/>
              </a:spcBef>
            </a:pPr>
            <a:r>
              <a:rPr dirty="0" sz="1650" spc="-50">
                <a:latin typeface="宋体"/>
                <a:cs typeface="宋体"/>
              </a:rPr>
              <a:t>出</a:t>
            </a:r>
            <a:endParaRPr sz="1650">
              <a:latin typeface="宋体"/>
              <a:cs typeface="宋体"/>
            </a:endParaRPr>
          </a:p>
        </p:txBody>
      </p:sp>
      <p:grpSp>
        <p:nvGrpSpPr>
          <p:cNvPr id="20" name="object 20" descr=""/>
          <p:cNvGrpSpPr/>
          <p:nvPr/>
        </p:nvGrpSpPr>
        <p:grpSpPr>
          <a:xfrm>
            <a:off x="4534538" y="5541390"/>
            <a:ext cx="413384" cy="95250"/>
            <a:chOff x="4534538" y="5541390"/>
            <a:chExt cx="413384" cy="95250"/>
          </a:xfrm>
        </p:grpSpPr>
        <p:sp>
          <p:nvSpPr>
            <p:cNvPr id="21" name="object 21" descr=""/>
            <p:cNvSpPr/>
            <p:nvPr/>
          </p:nvSpPr>
          <p:spPr>
            <a:xfrm>
              <a:off x="4537408" y="5544263"/>
              <a:ext cx="407670" cy="89535"/>
            </a:xfrm>
            <a:custGeom>
              <a:avLst/>
              <a:gdLst/>
              <a:ahLst/>
              <a:cxnLst/>
              <a:rect l="l" t="t" r="r" b="b"/>
              <a:pathLst>
                <a:path w="407670" h="89535">
                  <a:moveTo>
                    <a:pt x="268217" y="0"/>
                  </a:moveTo>
                  <a:lnTo>
                    <a:pt x="312529" y="44595"/>
                  </a:lnTo>
                  <a:lnTo>
                    <a:pt x="268217" y="89214"/>
                  </a:lnTo>
                  <a:lnTo>
                    <a:pt x="373563" y="55466"/>
                  </a:lnTo>
                  <a:lnTo>
                    <a:pt x="318292" y="55466"/>
                  </a:lnTo>
                  <a:lnTo>
                    <a:pt x="323474" y="50320"/>
                  </a:lnTo>
                  <a:lnTo>
                    <a:pt x="323474" y="38893"/>
                  </a:lnTo>
                  <a:lnTo>
                    <a:pt x="318292" y="38893"/>
                  </a:lnTo>
                  <a:lnTo>
                    <a:pt x="318292" y="33168"/>
                  </a:lnTo>
                  <a:lnTo>
                    <a:pt x="371808" y="33168"/>
                  </a:lnTo>
                  <a:lnTo>
                    <a:pt x="268217" y="0"/>
                  </a:lnTo>
                  <a:close/>
                </a:path>
                <a:path w="407670" h="89535">
                  <a:moveTo>
                    <a:pt x="301175" y="33168"/>
                  </a:moveTo>
                  <a:lnTo>
                    <a:pt x="11502" y="33168"/>
                  </a:lnTo>
                  <a:lnTo>
                    <a:pt x="0" y="44595"/>
                  </a:lnTo>
                  <a:lnTo>
                    <a:pt x="5762" y="50320"/>
                  </a:lnTo>
                  <a:lnTo>
                    <a:pt x="5762" y="55466"/>
                  </a:lnTo>
                  <a:lnTo>
                    <a:pt x="301733" y="55466"/>
                  </a:lnTo>
                  <a:lnTo>
                    <a:pt x="312529" y="44595"/>
                  </a:lnTo>
                  <a:lnTo>
                    <a:pt x="301175" y="33168"/>
                  </a:lnTo>
                  <a:close/>
                </a:path>
                <a:path w="407670" h="89535">
                  <a:moveTo>
                    <a:pt x="371808" y="33168"/>
                  </a:moveTo>
                  <a:lnTo>
                    <a:pt x="318292" y="33168"/>
                  </a:lnTo>
                  <a:lnTo>
                    <a:pt x="318292" y="38893"/>
                  </a:lnTo>
                  <a:lnTo>
                    <a:pt x="323474" y="38893"/>
                  </a:lnTo>
                  <a:lnTo>
                    <a:pt x="323474" y="50320"/>
                  </a:lnTo>
                  <a:lnTo>
                    <a:pt x="318292" y="55466"/>
                  </a:lnTo>
                  <a:lnTo>
                    <a:pt x="373563" y="55466"/>
                  </a:lnTo>
                  <a:lnTo>
                    <a:pt x="407496" y="44595"/>
                  </a:lnTo>
                  <a:lnTo>
                    <a:pt x="371808" y="33168"/>
                  </a:lnTo>
                  <a:close/>
                </a:path>
              </a:pathLst>
            </a:custGeom>
            <a:solidFill>
              <a:srgbClr val="000000"/>
            </a:solidFill>
          </p:spPr>
          <p:txBody>
            <a:bodyPr wrap="square" lIns="0" tIns="0" rIns="0" bIns="0" rtlCol="0"/>
            <a:lstStyle/>
            <a:p/>
          </p:txBody>
        </p:sp>
        <p:sp>
          <p:nvSpPr>
            <p:cNvPr id="22" name="object 22" descr=""/>
            <p:cNvSpPr/>
            <p:nvPr/>
          </p:nvSpPr>
          <p:spPr>
            <a:xfrm>
              <a:off x="4537409" y="5544263"/>
              <a:ext cx="407670" cy="89535"/>
            </a:xfrm>
            <a:custGeom>
              <a:avLst/>
              <a:gdLst/>
              <a:ahLst/>
              <a:cxnLst/>
              <a:rect l="l" t="t" r="r" b="b"/>
              <a:pathLst>
                <a:path w="407670" h="89535">
                  <a:moveTo>
                    <a:pt x="17264" y="33168"/>
                  </a:moveTo>
                  <a:lnTo>
                    <a:pt x="312529" y="33168"/>
                  </a:lnTo>
                  <a:lnTo>
                    <a:pt x="318292" y="33168"/>
                  </a:lnTo>
                  <a:lnTo>
                    <a:pt x="318292" y="38893"/>
                  </a:lnTo>
                  <a:lnTo>
                    <a:pt x="323474" y="38893"/>
                  </a:lnTo>
                  <a:lnTo>
                    <a:pt x="323474" y="44595"/>
                  </a:lnTo>
                  <a:lnTo>
                    <a:pt x="323474" y="50320"/>
                  </a:lnTo>
                  <a:lnTo>
                    <a:pt x="318292" y="55466"/>
                  </a:lnTo>
                  <a:lnTo>
                    <a:pt x="312529" y="55466"/>
                  </a:lnTo>
                  <a:lnTo>
                    <a:pt x="17264" y="55466"/>
                  </a:lnTo>
                  <a:lnTo>
                    <a:pt x="11502" y="55466"/>
                  </a:lnTo>
                  <a:lnTo>
                    <a:pt x="5762" y="55466"/>
                  </a:lnTo>
                  <a:lnTo>
                    <a:pt x="5762" y="50320"/>
                  </a:lnTo>
                  <a:lnTo>
                    <a:pt x="0" y="44595"/>
                  </a:lnTo>
                  <a:lnTo>
                    <a:pt x="5762" y="38893"/>
                  </a:lnTo>
                  <a:lnTo>
                    <a:pt x="11502" y="33168"/>
                  </a:lnTo>
                  <a:lnTo>
                    <a:pt x="17264" y="33168"/>
                  </a:lnTo>
                  <a:close/>
                </a:path>
                <a:path w="407670" h="89535">
                  <a:moveTo>
                    <a:pt x="312529" y="44595"/>
                  </a:moveTo>
                  <a:lnTo>
                    <a:pt x="268217" y="0"/>
                  </a:lnTo>
                  <a:lnTo>
                    <a:pt x="407496" y="44595"/>
                  </a:lnTo>
                  <a:lnTo>
                    <a:pt x="268217" y="89214"/>
                  </a:lnTo>
                  <a:lnTo>
                    <a:pt x="312529" y="44595"/>
                  </a:lnTo>
                  <a:close/>
                </a:path>
              </a:pathLst>
            </a:custGeom>
            <a:ln w="5748">
              <a:solidFill>
                <a:srgbClr val="000000"/>
              </a:solidFill>
            </a:ln>
          </p:spPr>
          <p:txBody>
            <a:bodyPr wrap="square" lIns="0" tIns="0" rIns="0" bIns="0" rtlCol="0"/>
            <a:lstStyle/>
            <a:p/>
          </p:txBody>
        </p:sp>
      </p:grpSp>
      <p:sp>
        <p:nvSpPr>
          <p:cNvPr id="23" name="object 23" descr=""/>
          <p:cNvSpPr txBox="1"/>
          <p:nvPr/>
        </p:nvSpPr>
        <p:spPr>
          <a:xfrm>
            <a:off x="4941466" y="5368129"/>
            <a:ext cx="781050" cy="434975"/>
          </a:xfrm>
          <a:prstGeom prst="rect">
            <a:avLst/>
          </a:prstGeom>
          <a:solidFill>
            <a:srgbClr val="FFFFCC"/>
          </a:solidFill>
          <a:ln w="16660">
            <a:solidFill>
              <a:srgbClr val="000000"/>
            </a:solidFill>
          </a:ln>
        </p:spPr>
        <p:txBody>
          <a:bodyPr wrap="square" lIns="0" tIns="102235" rIns="0" bIns="0" rtlCol="0" vert="horz">
            <a:spAutoFit/>
          </a:bodyPr>
          <a:lstStyle/>
          <a:p>
            <a:pPr algn="ctr" marL="58419">
              <a:lnSpc>
                <a:spcPct val="100000"/>
              </a:lnSpc>
              <a:spcBef>
                <a:spcPts val="805"/>
              </a:spcBef>
            </a:pPr>
            <a:r>
              <a:rPr dirty="0" baseline="3367" sz="2475" spc="-37">
                <a:latin typeface="宋体"/>
                <a:cs typeface="宋体"/>
              </a:rPr>
              <a:t>S</a:t>
            </a:r>
            <a:r>
              <a:rPr dirty="0" sz="800" spc="-25">
                <a:latin typeface="宋体"/>
                <a:cs typeface="宋体"/>
              </a:rPr>
              <a:t>1</a:t>
            </a:r>
            <a:endParaRPr sz="800">
              <a:latin typeface="宋体"/>
              <a:cs typeface="宋体"/>
            </a:endParaRPr>
          </a:p>
        </p:txBody>
      </p:sp>
      <p:sp>
        <p:nvSpPr>
          <p:cNvPr id="24" name="object 24" descr=""/>
          <p:cNvSpPr txBox="1"/>
          <p:nvPr/>
        </p:nvSpPr>
        <p:spPr>
          <a:xfrm>
            <a:off x="6071882" y="5065234"/>
            <a:ext cx="817880"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15">
                <a:latin typeface="宋体"/>
                <a:cs typeface="宋体"/>
              </a:rPr>
              <a:t>△t</a:t>
            </a:r>
            <a:r>
              <a:rPr dirty="0" sz="800" spc="-10">
                <a:latin typeface="宋体"/>
                <a:cs typeface="宋体"/>
              </a:rPr>
              <a:t>2</a:t>
            </a:r>
            <a:r>
              <a:rPr dirty="0" baseline="3367" sz="2475" spc="-15">
                <a:latin typeface="宋体"/>
                <a:cs typeface="宋体"/>
              </a:rPr>
              <a:t>=△t</a:t>
            </a:r>
            <a:endParaRPr baseline="3367" sz="2475">
              <a:latin typeface="宋体"/>
              <a:cs typeface="宋体"/>
            </a:endParaRPr>
          </a:p>
        </p:txBody>
      </p:sp>
      <p:grpSp>
        <p:nvGrpSpPr>
          <p:cNvPr id="25" name="object 25" descr=""/>
          <p:cNvGrpSpPr/>
          <p:nvPr/>
        </p:nvGrpSpPr>
        <p:grpSpPr>
          <a:xfrm>
            <a:off x="5705839" y="5541390"/>
            <a:ext cx="412750" cy="95250"/>
            <a:chOff x="5705839" y="5541390"/>
            <a:chExt cx="412750" cy="95250"/>
          </a:xfrm>
        </p:grpSpPr>
        <p:sp>
          <p:nvSpPr>
            <p:cNvPr id="26" name="object 26" descr=""/>
            <p:cNvSpPr/>
            <p:nvPr/>
          </p:nvSpPr>
          <p:spPr>
            <a:xfrm>
              <a:off x="5708709" y="5544263"/>
              <a:ext cx="407034" cy="89535"/>
            </a:xfrm>
            <a:custGeom>
              <a:avLst/>
              <a:gdLst/>
              <a:ahLst/>
              <a:cxnLst/>
              <a:rect l="l" t="t" r="r" b="b"/>
              <a:pathLst>
                <a:path w="407035" h="89535">
                  <a:moveTo>
                    <a:pt x="267590" y="0"/>
                  </a:moveTo>
                  <a:lnTo>
                    <a:pt x="312436" y="44595"/>
                  </a:lnTo>
                  <a:lnTo>
                    <a:pt x="267590" y="89214"/>
                  </a:lnTo>
                  <a:lnTo>
                    <a:pt x="373041" y="55466"/>
                  </a:lnTo>
                  <a:lnTo>
                    <a:pt x="317781" y="55466"/>
                  </a:lnTo>
                  <a:lnTo>
                    <a:pt x="323357" y="50320"/>
                  </a:lnTo>
                  <a:lnTo>
                    <a:pt x="323357" y="38893"/>
                  </a:lnTo>
                  <a:lnTo>
                    <a:pt x="317781" y="38893"/>
                  </a:lnTo>
                  <a:lnTo>
                    <a:pt x="317781" y="33168"/>
                  </a:lnTo>
                  <a:lnTo>
                    <a:pt x="371284" y="33168"/>
                  </a:lnTo>
                  <a:lnTo>
                    <a:pt x="267590" y="0"/>
                  </a:lnTo>
                  <a:close/>
                </a:path>
                <a:path w="407035" h="89535">
                  <a:moveTo>
                    <a:pt x="300945" y="33168"/>
                  </a:moveTo>
                  <a:lnTo>
                    <a:pt x="11502" y="33168"/>
                  </a:lnTo>
                  <a:lnTo>
                    <a:pt x="0" y="44595"/>
                  </a:lnTo>
                  <a:lnTo>
                    <a:pt x="5739" y="50320"/>
                  </a:lnTo>
                  <a:lnTo>
                    <a:pt x="5739" y="55466"/>
                  </a:lnTo>
                  <a:lnTo>
                    <a:pt x="301510" y="55466"/>
                  </a:lnTo>
                  <a:lnTo>
                    <a:pt x="312436" y="44595"/>
                  </a:lnTo>
                  <a:lnTo>
                    <a:pt x="300945" y="33168"/>
                  </a:lnTo>
                  <a:close/>
                </a:path>
                <a:path w="407035" h="89535">
                  <a:moveTo>
                    <a:pt x="371284" y="33168"/>
                  </a:moveTo>
                  <a:lnTo>
                    <a:pt x="317781" y="33168"/>
                  </a:lnTo>
                  <a:lnTo>
                    <a:pt x="317781" y="38893"/>
                  </a:lnTo>
                  <a:lnTo>
                    <a:pt x="323357" y="38893"/>
                  </a:lnTo>
                  <a:lnTo>
                    <a:pt x="323357" y="50320"/>
                  </a:lnTo>
                  <a:lnTo>
                    <a:pt x="317781" y="55466"/>
                  </a:lnTo>
                  <a:lnTo>
                    <a:pt x="373041" y="55466"/>
                  </a:lnTo>
                  <a:lnTo>
                    <a:pt x="407008" y="44595"/>
                  </a:lnTo>
                  <a:lnTo>
                    <a:pt x="371284" y="33168"/>
                  </a:lnTo>
                  <a:close/>
                </a:path>
              </a:pathLst>
            </a:custGeom>
            <a:solidFill>
              <a:srgbClr val="000000"/>
            </a:solidFill>
          </p:spPr>
          <p:txBody>
            <a:bodyPr wrap="square" lIns="0" tIns="0" rIns="0" bIns="0" rtlCol="0"/>
            <a:lstStyle/>
            <a:p/>
          </p:txBody>
        </p:sp>
        <p:sp>
          <p:nvSpPr>
            <p:cNvPr id="27" name="object 27" descr=""/>
            <p:cNvSpPr/>
            <p:nvPr/>
          </p:nvSpPr>
          <p:spPr>
            <a:xfrm>
              <a:off x="5708710" y="5544263"/>
              <a:ext cx="407034" cy="89535"/>
            </a:xfrm>
            <a:custGeom>
              <a:avLst/>
              <a:gdLst/>
              <a:ahLst/>
              <a:cxnLst/>
              <a:rect l="l" t="t" r="r" b="b"/>
              <a:pathLst>
                <a:path w="407035" h="89535">
                  <a:moveTo>
                    <a:pt x="16683" y="33168"/>
                  </a:moveTo>
                  <a:lnTo>
                    <a:pt x="312436" y="33168"/>
                  </a:lnTo>
                  <a:lnTo>
                    <a:pt x="317781" y="33168"/>
                  </a:lnTo>
                  <a:lnTo>
                    <a:pt x="317781" y="38893"/>
                  </a:lnTo>
                  <a:lnTo>
                    <a:pt x="323357" y="38893"/>
                  </a:lnTo>
                  <a:lnTo>
                    <a:pt x="323357" y="44595"/>
                  </a:lnTo>
                  <a:lnTo>
                    <a:pt x="323357" y="50320"/>
                  </a:lnTo>
                  <a:lnTo>
                    <a:pt x="317781" y="55466"/>
                  </a:lnTo>
                  <a:lnTo>
                    <a:pt x="312436" y="55466"/>
                  </a:lnTo>
                  <a:lnTo>
                    <a:pt x="16683" y="55466"/>
                  </a:lnTo>
                  <a:lnTo>
                    <a:pt x="11502" y="55466"/>
                  </a:lnTo>
                  <a:lnTo>
                    <a:pt x="5739" y="55466"/>
                  </a:lnTo>
                  <a:lnTo>
                    <a:pt x="5739" y="50320"/>
                  </a:lnTo>
                  <a:lnTo>
                    <a:pt x="0" y="44595"/>
                  </a:lnTo>
                  <a:lnTo>
                    <a:pt x="5739" y="38893"/>
                  </a:lnTo>
                  <a:lnTo>
                    <a:pt x="11502" y="33168"/>
                  </a:lnTo>
                  <a:lnTo>
                    <a:pt x="16683" y="33168"/>
                  </a:lnTo>
                  <a:close/>
                </a:path>
                <a:path w="407035" h="89535">
                  <a:moveTo>
                    <a:pt x="312436" y="44595"/>
                  </a:moveTo>
                  <a:lnTo>
                    <a:pt x="267590" y="0"/>
                  </a:lnTo>
                  <a:lnTo>
                    <a:pt x="407008" y="44595"/>
                  </a:lnTo>
                  <a:lnTo>
                    <a:pt x="267590" y="89214"/>
                  </a:lnTo>
                  <a:lnTo>
                    <a:pt x="312436" y="44595"/>
                  </a:lnTo>
                  <a:close/>
                </a:path>
              </a:pathLst>
            </a:custGeom>
            <a:ln w="5748">
              <a:solidFill>
                <a:srgbClr val="000000"/>
              </a:solidFill>
            </a:ln>
          </p:spPr>
          <p:txBody>
            <a:bodyPr wrap="square" lIns="0" tIns="0" rIns="0" bIns="0" rtlCol="0"/>
            <a:lstStyle/>
            <a:p/>
          </p:txBody>
        </p:sp>
      </p:grpSp>
      <p:sp>
        <p:nvSpPr>
          <p:cNvPr id="28" name="object 28" descr=""/>
          <p:cNvSpPr txBox="1"/>
          <p:nvPr/>
        </p:nvSpPr>
        <p:spPr>
          <a:xfrm>
            <a:off x="6112233" y="5368129"/>
            <a:ext cx="781050" cy="434975"/>
          </a:xfrm>
          <a:prstGeom prst="rect">
            <a:avLst/>
          </a:prstGeom>
          <a:solidFill>
            <a:srgbClr val="CCFFCC"/>
          </a:solidFill>
          <a:ln w="16660">
            <a:solidFill>
              <a:srgbClr val="000000"/>
            </a:solidFill>
          </a:ln>
        </p:spPr>
        <p:txBody>
          <a:bodyPr wrap="square" lIns="0" tIns="102235" rIns="0" bIns="0" rtlCol="0" vert="horz">
            <a:spAutoFit/>
          </a:bodyPr>
          <a:lstStyle/>
          <a:p>
            <a:pPr algn="ctr" marL="58419">
              <a:lnSpc>
                <a:spcPct val="100000"/>
              </a:lnSpc>
              <a:spcBef>
                <a:spcPts val="805"/>
              </a:spcBef>
            </a:pPr>
            <a:r>
              <a:rPr dirty="0" baseline="3367" sz="2475" spc="-37">
                <a:latin typeface="宋体"/>
                <a:cs typeface="宋体"/>
              </a:rPr>
              <a:t>S</a:t>
            </a:r>
            <a:r>
              <a:rPr dirty="0" sz="800" spc="-25">
                <a:latin typeface="宋体"/>
                <a:cs typeface="宋体"/>
              </a:rPr>
              <a:t>2</a:t>
            </a:r>
            <a:endParaRPr sz="800">
              <a:latin typeface="宋体"/>
              <a:cs typeface="宋体"/>
            </a:endParaRPr>
          </a:p>
        </p:txBody>
      </p:sp>
      <p:sp>
        <p:nvSpPr>
          <p:cNvPr id="29" name="object 29" descr=""/>
          <p:cNvSpPr txBox="1"/>
          <p:nvPr/>
        </p:nvSpPr>
        <p:spPr>
          <a:xfrm>
            <a:off x="7243229" y="5065234"/>
            <a:ext cx="817880"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15">
                <a:latin typeface="宋体"/>
                <a:cs typeface="宋体"/>
              </a:rPr>
              <a:t>△t</a:t>
            </a:r>
            <a:r>
              <a:rPr dirty="0" sz="800" spc="-10">
                <a:latin typeface="宋体"/>
                <a:cs typeface="宋体"/>
              </a:rPr>
              <a:t>3</a:t>
            </a:r>
            <a:r>
              <a:rPr dirty="0" baseline="3367" sz="2475" spc="-15">
                <a:latin typeface="宋体"/>
                <a:cs typeface="宋体"/>
              </a:rPr>
              <a:t>=△t</a:t>
            </a:r>
            <a:endParaRPr baseline="3367" sz="2475">
              <a:latin typeface="宋体"/>
              <a:cs typeface="宋体"/>
            </a:endParaRPr>
          </a:p>
        </p:txBody>
      </p:sp>
      <p:grpSp>
        <p:nvGrpSpPr>
          <p:cNvPr id="30" name="object 30" descr=""/>
          <p:cNvGrpSpPr/>
          <p:nvPr/>
        </p:nvGrpSpPr>
        <p:grpSpPr>
          <a:xfrm>
            <a:off x="6877093" y="5541390"/>
            <a:ext cx="412750" cy="95250"/>
            <a:chOff x="6877093" y="5541390"/>
            <a:chExt cx="412750" cy="95250"/>
          </a:xfrm>
        </p:grpSpPr>
        <p:sp>
          <p:nvSpPr>
            <p:cNvPr id="31" name="object 31" descr=""/>
            <p:cNvSpPr/>
            <p:nvPr/>
          </p:nvSpPr>
          <p:spPr>
            <a:xfrm>
              <a:off x="6879963" y="5544263"/>
              <a:ext cx="407034" cy="89535"/>
            </a:xfrm>
            <a:custGeom>
              <a:avLst/>
              <a:gdLst/>
              <a:ahLst/>
              <a:cxnLst/>
              <a:rect l="l" t="t" r="r" b="b"/>
              <a:pathLst>
                <a:path w="407034" h="89535">
                  <a:moveTo>
                    <a:pt x="267683" y="0"/>
                  </a:moveTo>
                  <a:lnTo>
                    <a:pt x="312064" y="44595"/>
                  </a:lnTo>
                  <a:lnTo>
                    <a:pt x="267683" y="89214"/>
                  </a:lnTo>
                  <a:lnTo>
                    <a:pt x="372958" y="55466"/>
                  </a:lnTo>
                  <a:lnTo>
                    <a:pt x="317641" y="55466"/>
                  </a:lnTo>
                  <a:lnTo>
                    <a:pt x="323450" y="50320"/>
                  </a:lnTo>
                  <a:lnTo>
                    <a:pt x="323450" y="38893"/>
                  </a:lnTo>
                  <a:lnTo>
                    <a:pt x="317641" y="38893"/>
                  </a:lnTo>
                  <a:lnTo>
                    <a:pt x="317641" y="33168"/>
                  </a:lnTo>
                  <a:lnTo>
                    <a:pt x="371204" y="33168"/>
                  </a:lnTo>
                  <a:lnTo>
                    <a:pt x="267683" y="0"/>
                  </a:lnTo>
                  <a:close/>
                </a:path>
                <a:path w="407034" h="89535">
                  <a:moveTo>
                    <a:pt x="300692" y="33168"/>
                  </a:moveTo>
                  <a:lnTo>
                    <a:pt x="10921" y="33168"/>
                  </a:lnTo>
                  <a:lnTo>
                    <a:pt x="5112" y="38893"/>
                  </a:lnTo>
                  <a:lnTo>
                    <a:pt x="0" y="44595"/>
                  </a:lnTo>
                  <a:lnTo>
                    <a:pt x="5112" y="50320"/>
                  </a:lnTo>
                  <a:lnTo>
                    <a:pt x="5112" y="55466"/>
                  </a:lnTo>
                  <a:lnTo>
                    <a:pt x="301252" y="55466"/>
                  </a:lnTo>
                  <a:lnTo>
                    <a:pt x="312064" y="44595"/>
                  </a:lnTo>
                  <a:lnTo>
                    <a:pt x="300692" y="33168"/>
                  </a:lnTo>
                  <a:close/>
                </a:path>
                <a:path w="407034" h="89535">
                  <a:moveTo>
                    <a:pt x="371204" y="33168"/>
                  </a:moveTo>
                  <a:lnTo>
                    <a:pt x="317641" y="33168"/>
                  </a:lnTo>
                  <a:lnTo>
                    <a:pt x="317641" y="38893"/>
                  </a:lnTo>
                  <a:lnTo>
                    <a:pt x="323450" y="38893"/>
                  </a:lnTo>
                  <a:lnTo>
                    <a:pt x="323450" y="50320"/>
                  </a:lnTo>
                  <a:lnTo>
                    <a:pt x="317641" y="55466"/>
                  </a:lnTo>
                  <a:lnTo>
                    <a:pt x="372958" y="55466"/>
                  </a:lnTo>
                  <a:lnTo>
                    <a:pt x="406869" y="44595"/>
                  </a:lnTo>
                  <a:lnTo>
                    <a:pt x="371204" y="33168"/>
                  </a:lnTo>
                  <a:close/>
                </a:path>
              </a:pathLst>
            </a:custGeom>
            <a:solidFill>
              <a:srgbClr val="000000"/>
            </a:solidFill>
          </p:spPr>
          <p:txBody>
            <a:bodyPr wrap="square" lIns="0" tIns="0" rIns="0" bIns="0" rtlCol="0"/>
            <a:lstStyle/>
            <a:p/>
          </p:txBody>
        </p:sp>
        <p:sp>
          <p:nvSpPr>
            <p:cNvPr id="32" name="object 32" descr=""/>
            <p:cNvSpPr/>
            <p:nvPr/>
          </p:nvSpPr>
          <p:spPr>
            <a:xfrm>
              <a:off x="6879964" y="5544263"/>
              <a:ext cx="407034" cy="89535"/>
            </a:xfrm>
            <a:custGeom>
              <a:avLst/>
              <a:gdLst/>
              <a:ahLst/>
              <a:cxnLst/>
              <a:rect l="l" t="t" r="r" b="b"/>
              <a:pathLst>
                <a:path w="407034" h="89535">
                  <a:moveTo>
                    <a:pt x="16730" y="33168"/>
                  </a:moveTo>
                  <a:lnTo>
                    <a:pt x="312064" y="33168"/>
                  </a:lnTo>
                  <a:lnTo>
                    <a:pt x="317641" y="33168"/>
                  </a:lnTo>
                  <a:lnTo>
                    <a:pt x="317641" y="38893"/>
                  </a:lnTo>
                  <a:lnTo>
                    <a:pt x="323450" y="38893"/>
                  </a:lnTo>
                  <a:lnTo>
                    <a:pt x="323450" y="44595"/>
                  </a:lnTo>
                  <a:lnTo>
                    <a:pt x="323450" y="50320"/>
                  </a:lnTo>
                  <a:lnTo>
                    <a:pt x="317641" y="55466"/>
                  </a:lnTo>
                  <a:lnTo>
                    <a:pt x="312064" y="55466"/>
                  </a:lnTo>
                  <a:lnTo>
                    <a:pt x="16730" y="55466"/>
                  </a:lnTo>
                  <a:lnTo>
                    <a:pt x="10921" y="55466"/>
                  </a:lnTo>
                  <a:lnTo>
                    <a:pt x="5112" y="55466"/>
                  </a:lnTo>
                  <a:lnTo>
                    <a:pt x="5112" y="50320"/>
                  </a:lnTo>
                  <a:lnTo>
                    <a:pt x="0" y="44595"/>
                  </a:lnTo>
                  <a:lnTo>
                    <a:pt x="5112" y="38893"/>
                  </a:lnTo>
                  <a:lnTo>
                    <a:pt x="10921" y="33168"/>
                  </a:lnTo>
                  <a:lnTo>
                    <a:pt x="16730" y="33168"/>
                  </a:lnTo>
                  <a:close/>
                </a:path>
                <a:path w="407034" h="89535">
                  <a:moveTo>
                    <a:pt x="312064" y="44595"/>
                  </a:moveTo>
                  <a:lnTo>
                    <a:pt x="267683" y="0"/>
                  </a:lnTo>
                  <a:lnTo>
                    <a:pt x="406869" y="44595"/>
                  </a:lnTo>
                  <a:lnTo>
                    <a:pt x="267683" y="89214"/>
                  </a:lnTo>
                  <a:lnTo>
                    <a:pt x="312064" y="44595"/>
                  </a:lnTo>
                  <a:close/>
                </a:path>
              </a:pathLst>
            </a:custGeom>
            <a:ln w="5748">
              <a:solidFill>
                <a:srgbClr val="000000"/>
              </a:solidFill>
            </a:ln>
          </p:spPr>
          <p:txBody>
            <a:bodyPr wrap="square" lIns="0" tIns="0" rIns="0" bIns="0" rtlCol="0"/>
            <a:lstStyle/>
            <a:p/>
          </p:txBody>
        </p:sp>
      </p:grpSp>
      <p:sp>
        <p:nvSpPr>
          <p:cNvPr id="33" name="object 33" descr=""/>
          <p:cNvSpPr txBox="1"/>
          <p:nvPr/>
        </p:nvSpPr>
        <p:spPr>
          <a:xfrm>
            <a:off x="7283580" y="5368129"/>
            <a:ext cx="781050" cy="434975"/>
          </a:xfrm>
          <a:prstGeom prst="rect">
            <a:avLst/>
          </a:prstGeom>
          <a:solidFill>
            <a:srgbClr val="FFCC99"/>
          </a:solidFill>
          <a:ln w="16660">
            <a:solidFill>
              <a:srgbClr val="000000"/>
            </a:solidFill>
          </a:ln>
        </p:spPr>
        <p:txBody>
          <a:bodyPr wrap="square" lIns="0" tIns="102235" rIns="0" bIns="0" rtlCol="0" vert="horz">
            <a:spAutoFit/>
          </a:bodyPr>
          <a:lstStyle/>
          <a:p>
            <a:pPr algn="ctr" marL="58419">
              <a:lnSpc>
                <a:spcPct val="100000"/>
              </a:lnSpc>
              <a:spcBef>
                <a:spcPts val="805"/>
              </a:spcBef>
            </a:pPr>
            <a:r>
              <a:rPr dirty="0" baseline="3367" sz="2475" spc="-37">
                <a:latin typeface="宋体"/>
                <a:cs typeface="宋体"/>
              </a:rPr>
              <a:t>S</a:t>
            </a:r>
            <a:r>
              <a:rPr dirty="0" sz="800" spc="-25">
                <a:latin typeface="宋体"/>
                <a:cs typeface="宋体"/>
              </a:rPr>
              <a:t>3</a:t>
            </a:r>
            <a:endParaRPr sz="800">
              <a:latin typeface="宋体"/>
              <a:cs typeface="宋体"/>
            </a:endParaRPr>
          </a:p>
        </p:txBody>
      </p:sp>
      <p:sp>
        <p:nvSpPr>
          <p:cNvPr id="34" name="object 34" descr=""/>
          <p:cNvSpPr txBox="1"/>
          <p:nvPr/>
        </p:nvSpPr>
        <p:spPr>
          <a:xfrm>
            <a:off x="8463838" y="4346397"/>
            <a:ext cx="924560"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15">
                <a:latin typeface="宋体"/>
                <a:cs typeface="宋体"/>
              </a:rPr>
              <a:t>△t</a:t>
            </a:r>
            <a:r>
              <a:rPr dirty="0" sz="800" spc="-10">
                <a:latin typeface="宋体"/>
                <a:cs typeface="宋体"/>
              </a:rPr>
              <a:t>4</a:t>
            </a:r>
            <a:r>
              <a:rPr dirty="0" baseline="3367" sz="2475" spc="-15">
                <a:latin typeface="宋体"/>
                <a:cs typeface="宋体"/>
              </a:rPr>
              <a:t>=3△t</a:t>
            </a:r>
            <a:endParaRPr baseline="3367" sz="2475">
              <a:latin typeface="宋体"/>
              <a:cs typeface="宋体"/>
            </a:endParaRPr>
          </a:p>
        </p:txBody>
      </p:sp>
      <p:grpSp>
        <p:nvGrpSpPr>
          <p:cNvPr id="35" name="object 35" descr=""/>
          <p:cNvGrpSpPr/>
          <p:nvPr/>
        </p:nvGrpSpPr>
        <p:grpSpPr>
          <a:xfrm>
            <a:off x="8047439" y="5541088"/>
            <a:ext cx="508634" cy="95885"/>
            <a:chOff x="8047439" y="5541088"/>
            <a:chExt cx="508634" cy="95885"/>
          </a:xfrm>
        </p:grpSpPr>
        <p:sp>
          <p:nvSpPr>
            <p:cNvPr id="36" name="object 36" descr=""/>
            <p:cNvSpPr/>
            <p:nvPr/>
          </p:nvSpPr>
          <p:spPr>
            <a:xfrm>
              <a:off x="8050614" y="5544263"/>
              <a:ext cx="502284" cy="89535"/>
            </a:xfrm>
            <a:custGeom>
              <a:avLst/>
              <a:gdLst/>
              <a:ahLst/>
              <a:cxnLst/>
              <a:rect l="l" t="t" r="r" b="b"/>
              <a:pathLst>
                <a:path w="502284" h="89535">
                  <a:moveTo>
                    <a:pt x="362720" y="0"/>
                  </a:moveTo>
                  <a:lnTo>
                    <a:pt x="407566" y="44595"/>
                  </a:lnTo>
                  <a:lnTo>
                    <a:pt x="362720" y="89214"/>
                  </a:lnTo>
                  <a:lnTo>
                    <a:pt x="467995" y="55466"/>
                  </a:lnTo>
                  <a:lnTo>
                    <a:pt x="418487" y="55466"/>
                  </a:lnTo>
                  <a:lnTo>
                    <a:pt x="418487" y="38893"/>
                  </a:lnTo>
                  <a:lnTo>
                    <a:pt x="412678" y="33168"/>
                  </a:lnTo>
                  <a:lnTo>
                    <a:pt x="466241" y="33168"/>
                  </a:lnTo>
                  <a:lnTo>
                    <a:pt x="362720" y="0"/>
                  </a:lnTo>
                  <a:close/>
                </a:path>
                <a:path w="502284" h="89535">
                  <a:moveTo>
                    <a:pt x="396075" y="33168"/>
                  </a:moveTo>
                  <a:lnTo>
                    <a:pt x="11618" y="33168"/>
                  </a:lnTo>
                  <a:lnTo>
                    <a:pt x="0" y="44595"/>
                  </a:lnTo>
                  <a:lnTo>
                    <a:pt x="5809" y="50320"/>
                  </a:lnTo>
                  <a:lnTo>
                    <a:pt x="5809" y="55466"/>
                  </a:lnTo>
                  <a:lnTo>
                    <a:pt x="396640" y="55466"/>
                  </a:lnTo>
                  <a:lnTo>
                    <a:pt x="407566" y="44595"/>
                  </a:lnTo>
                  <a:lnTo>
                    <a:pt x="396075" y="33168"/>
                  </a:lnTo>
                  <a:close/>
                </a:path>
                <a:path w="502284" h="89535">
                  <a:moveTo>
                    <a:pt x="466241" y="33168"/>
                  </a:moveTo>
                  <a:lnTo>
                    <a:pt x="412678" y="33168"/>
                  </a:lnTo>
                  <a:lnTo>
                    <a:pt x="418487" y="38893"/>
                  </a:lnTo>
                  <a:lnTo>
                    <a:pt x="418487" y="55466"/>
                  </a:lnTo>
                  <a:lnTo>
                    <a:pt x="467995" y="55466"/>
                  </a:lnTo>
                  <a:lnTo>
                    <a:pt x="501906" y="44595"/>
                  </a:lnTo>
                  <a:lnTo>
                    <a:pt x="466241" y="33168"/>
                  </a:lnTo>
                  <a:close/>
                </a:path>
              </a:pathLst>
            </a:custGeom>
            <a:solidFill>
              <a:srgbClr val="000000"/>
            </a:solidFill>
          </p:spPr>
          <p:txBody>
            <a:bodyPr wrap="square" lIns="0" tIns="0" rIns="0" bIns="0" rtlCol="0"/>
            <a:lstStyle/>
            <a:p/>
          </p:txBody>
        </p:sp>
        <p:sp>
          <p:nvSpPr>
            <p:cNvPr id="37" name="object 37" descr=""/>
            <p:cNvSpPr/>
            <p:nvPr/>
          </p:nvSpPr>
          <p:spPr>
            <a:xfrm>
              <a:off x="8050614" y="5544263"/>
              <a:ext cx="502284" cy="89535"/>
            </a:xfrm>
            <a:custGeom>
              <a:avLst/>
              <a:gdLst/>
              <a:ahLst/>
              <a:cxnLst/>
              <a:rect l="l" t="t" r="r" b="b"/>
              <a:pathLst>
                <a:path w="502284" h="89535">
                  <a:moveTo>
                    <a:pt x="16730" y="33168"/>
                  </a:moveTo>
                  <a:lnTo>
                    <a:pt x="407566" y="33168"/>
                  </a:lnTo>
                  <a:lnTo>
                    <a:pt x="412678" y="33168"/>
                  </a:lnTo>
                  <a:lnTo>
                    <a:pt x="418487" y="38893"/>
                  </a:lnTo>
                  <a:lnTo>
                    <a:pt x="418487" y="44595"/>
                  </a:lnTo>
                  <a:lnTo>
                    <a:pt x="418487" y="50320"/>
                  </a:lnTo>
                  <a:lnTo>
                    <a:pt x="418487" y="55466"/>
                  </a:lnTo>
                  <a:lnTo>
                    <a:pt x="412678" y="55466"/>
                  </a:lnTo>
                  <a:lnTo>
                    <a:pt x="407566" y="55466"/>
                  </a:lnTo>
                  <a:lnTo>
                    <a:pt x="16730" y="55466"/>
                  </a:lnTo>
                  <a:lnTo>
                    <a:pt x="11618" y="55466"/>
                  </a:lnTo>
                  <a:lnTo>
                    <a:pt x="5809" y="55466"/>
                  </a:lnTo>
                  <a:lnTo>
                    <a:pt x="5809" y="50320"/>
                  </a:lnTo>
                  <a:lnTo>
                    <a:pt x="0" y="44595"/>
                  </a:lnTo>
                  <a:lnTo>
                    <a:pt x="5809" y="38893"/>
                  </a:lnTo>
                  <a:lnTo>
                    <a:pt x="11618" y="33168"/>
                  </a:lnTo>
                  <a:lnTo>
                    <a:pt x="16730" y="33168"/>
                  </a:lnTo>
                  <a:close/>
                </a:path>
                <a:path w="502284" h="89535">
                  <a:moveTo>
                    <a:pt x="407566" y="44595"/>
                  </a:moveTo>
                  <a:lnTo>
                    <a:pt x="362720" y="0"/>
                  </a:lnTo>
                  <a:lnTo>
                    <a:pt x="501906" y="44595"/>
                  </a:lnTo>
                  <a:lnTo>
                    <a:pt x="362720" y="89214"/>
                  </a:lnTo>
                  <a:lnTo>
                    <a:pt x="407566" y="44595"/>
                  </a:lnTo>
                  <a:close/>
                </a:path>
              </a:pathLst>
            </a:custGeom>
            <a:ln w="5748">
              <a:solidFill>
                <a:srgbClr val="000000"/>
              </a:solidFill>
            </a:ln>
          </p:spPr>
          <p:txBody>
            <a:bodyPr wrap="square" lIns="0" tIns="0" rIns="0" bIns="0" rtlCol="0"/>
            <a:lstStyle/>
            <a:p/>
          </p:txBody>
        </p:sp>
      </p:grpSp>
      <p:sp>
        <p:nvSpPr>
          <p:cNvPr id="38" name="object 38" descr=""/>
          <p:cNvSpPr txBox="1"/>
          <p:nvPr/>
        </p:nvSpPr>
        <p:spPr>
          <a:xfrm>
            <a:off x="8549268" y="5368129"/>
            <a:ext cx="781050" cy="434975"/>
          </a:xfrm>
          <a:prstGeom prst="rect">
            <a:avLst/>
          </a:prstGeom>
          <a:solidFill>
            <a:srgbClr val="00FFFF"/>
          </a:solidFill>
          <a:ln w="16660">
            <a:solidFill>
              <a:srgbClr val="000000"/>
            </a:solidFill>
          </a:ln>
        </p:spPr>
        <p:txBody>
          <a:bodyPr wrap="square" lIns="0" tIns="102235" rIns="0" bIns="0" rtlCol="0" vert="horz">
            <a:spAutoFit/>
          </a:bodyPr>
          <a:lstStyle/>
          <a:p>
            <a:pPr marL="317500">
              <a:lnSpc>
                <a:spcPct val="100000"/>
              </a:lnSpc>
              <a:spcBef>
                <a:spcPts val="805"/>
              </a:spcBef>
            </a:pPr>
            <a:r>
              <a:rPr dirty="0" baseline="3367" sz="2475" spc="-37">
                <a:latin typeface="宋体"/>
                <a:cs typeface="宋体"/>
              </a:rPr>
              <a:t>S</a:t>
            </a:r>
            <a:r>
              <a:rPr dirty="0" sz="800" spc="-25">
                <a:latin typeface="宋体"/>
                <a:cs typeface="宋体"/>
              </a:rPr>
              <a:t>4b</a:t>
            </a:r>
            <a:endParaRPr sz="800">
              <a:latin typeface="宋体"/>
              <a:cs typeface="宋体"/>
            </a:endParaRPr>
          </a:p>
        </p:txBody>
      </p:sp>
      <p:sp>
        <p:nvSpPr>
          <p:cNvPr id="39" name="object 39" descr=""/>
          <p:cNvSpPr txBox="1"/>
          <p:nvPr/>
        </p:nvSpPr>
        <p:spPr>
          <a:xfrm>
            <a:off x="9780181" y="5065234"/>
            <a:ext cx="818515"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15">
                <a:latin typeface="宋体"/>
                <a:cs typeface="宋体"/>
              </a:rPr>
              <a:t>△t</a:t>
            </a:r>
            <a:r>
              <a:rPr dirty="0" sz="800" spc="-10">
                <a:latin typeface="宋体"/>
                <a:cs typeface="宋体"/>
              </a:rPr>
              <a:t>5</a:t>
            </a:r>
            <a:r>
              <a:rPr dirty="0" baseline="3367" sz="2475" spc="-15">
                <a:latin typeface="宋体"/>
                <a:cs typeface="宋体"/>
              </a:rPr>
              <a:t>=△t</a:t>
            </a:r>
            <a:endParaRPr baseline="3367" sz="2475">
              <a:latin typeface="宋体"/>
              <a:cs typeface="宋体"/>
            </a:endParaRPr>
          </a:p>
        </p:txBody>
      </p:sp>
      <p:grpSp>
        <p:nvGrpSpPr>
          <p:cNvPr id="40" name="object 40" descr=""/>
          <p:cNvGrpSpPr/>
          <p:nvPr/>
        </p:nvGrpSpPr>
        <p:grpSpPr>
          <a:xfrm>
            <a:off x="9318935" y="5541088"/>
            <a:ext cx="508634" cy="95885"/>
            <a:chOff x="9318935" y="5541088"/>
            <a:chExt cx="508634" cy="95885"/>
          </a:xfrm>
        </p:grpSpPr>
        <p:sp>
          <p:nvSpPr>
            <p:cNvPr id="41" name="object 41" descr=""/>
            <p:cNvSpPr/>
            <p:nvPr/>
          </p:nvSpPr>
          <p:spPr>
            <a:xfrm>
              <a:off x="9322110" y="5544263"/>
              <a:ext cx="502284" cy="89535"/>
            </a:xfrm>
            <a:custGeom>
              <a:avLst/>
              <a:gdLst/>
              <a:ahLst/>
              <a:cxnLst/>
              <a:rect l="l" t="t" r="r" b="b"/>
              <a:pathLst>
                <a:path w="502284" h="89535">
                  <a:moveTo>
                    <a:pt x="362720" y="0"/>
                  </a:moveTo>
                  <a:lnTo>
                    <a:pt x="407566" y="44595"/>
                  </a:lnTo>
                  <a:lnTo>
                    <a:pt x="362720" y="89214"/>
                  </a:lnTo>
                  <a:lnTo>
                    <a:pt x="467995" y="55466"/>
                  </a:lnTo>
                  <a:lnTo>
                    <a:pt x="412678" y="55466"/>
                  </a:lnTo>
                  <a:lnTo>
                    <a:pt x="418487" y="50320"/>
                  </a:lnTo>
                  <a:lnTo>
                    <a:pt x="418487" y="38893"/>
                  </a:lnTo>
                  <a:lnTo>
                    <a:pt x="412678" y="38893"/>
                  </a:lnTo>
                  <a:lnTo>
                    <a:pt x="412678" y="33168"/>
                  </a:lnTo>
                  <a:lnTo>
                    <a:pt x="466241" y="33168"/>
                  </a:lnTo>
                  <a:lnTo>
                    <a:pt x="362720" y="0"/>
                  </a:lnTo>
                  <a:close/>
                </a:path>
                <a:path w="502284" h="89535">
                  <a:moveTo>
                    <a:pt x="396075" y="33168"/>
                  </a:moveTo>
                  <a:lnTo>
                    <a:pt x="5809" y="33168"/>
                  </a:lnTo>
                  <a:lnTo>
                    <a:pt x="5809" y="38893"/>
                  </a:lnTo>
                  <a:lnTo>
                    <a:pt x="0" y="38893"/>
                  </a:lnTo>
                  <a:lnTo>
                    <a:pt x="0" y="50320"/>
                  </a:lnTo>
                  <a:lnTo>
                    <a:pt x="5809" y="55466"/>
                  </a:lnTo>
                  <a:lnTo>
                    <a:pt x="396640" y="55466"/>
                  </a:lnTo>
                  <a:lnTo>
                    <a:pt x="407566" y="44595"/>
                  </a:lnTo>
                  <a:lnTo>
                    <a:pt x="396075" y="33168"/>
                  </a:lnTo>
                  <a:close/>
                </a:path>
                <a:path w="502284" h="89535">
                  <a:moveTo>
                    <a:pt x="466241" y="33168"/>
                  </a:moveTo>
                  <a:lnTo>
                    <a:pt x="412678" y="33168"/>
                  </a:lnTo>
                  <a:lnTo>
                    <a:pt x="412678" y="38893"/>
                  </a:lnTo>
                  <a:lnTo>
                    <a:pt x="418487" y="38893"/>
                  </a:lnTo>
                  <a:lnTo>
                    <a:pt x="418487" y="50320"/>
                  </a:lnTo>
                  <a:lnTo>
                    <a:pt x="412678" y="55466"/>
                  </a:lnTo>
                  <a:lnTo>
                    <a:pt x="467995" y="55466"/>
                  </a:lnTo>
                  <a:lnTo>
                    <a:pt x="501906" y="44595"/>
                  </a:lnTo>
                  <a:lnTo>
                    <a:pt x="466241" y="33168"/>
                  </a:lnTo>
                  <a:close/>
                </a:path>
              </a:pathLst>
            </a:custGeom>
            <a:solidFill>
              <a:srgbClr val="000000"/>
            </a:solidFill>
          </p:spPr>
          <p:txBody>
            <a:bodyPr wrap="square" lIns="0" tIns="0" rIns="0" bIns="0" rtlCol="0"/>
            <a:lstStyle/>
            <a:p/>
          </p:txBody>
        </p:sp>
        <p:sp>
          <p:nvSpPr>
            <p:cNvPr id="42" name="object 42" descr=""/>
            <p:cNvSpPr/>
            <p:nvPr/>
          </p:nvSpPr>
          <p:spPr>
            <a:xfrm>
              <a:off x="9322110" y="5544263"/>
              <a:ext cx="502284" cy="89535"/>
            </a:xfrm>
            <a:custGeom>
              <a:avLst/>
              <a:gdLst/>
              <a:ahLst/>
              <a:cxnLst/>
              <a:rect l="l" t="t" r="r" b="b"/>
              <a:pathLst>
                <a:path w="502284" h="89535">
                  <a:moveTo>
                    <a:pt x="11618" y="33168"/>
                  </a:moveTo>
                  <a:lnTo>
                    <a:pt x="407566" y="33168"/>
                  </a:lnTo>
                  <a:lnTo>
                    <a:pt x="412678" y="33168"/>
                  </a:lnTo>
                  <a:lnTo>
                    <a:pt x="412678" y="38893"/>
                  </a:lnTo>
                  <a:lnTo>
                    <a:pt x="418487" y="38893"/>
                  </a:lnTo>
                  <a:lnTo>
                    <a:pt x="418487" y="44595"/>
                  </a:lnTo>
                  <a:lnTo>
                    <a:pt x="418487" y="50320"/>
                  </a:lnTo>
                  <a:lnTo>
                    <a:pt x="412678" y="55466"/>
                  </a:lnTo>
                  <a:lnTo>
                    <a:pt x="407566" y="55466"/>
                  </a:lnTo>
                  <a:lnTo>
                    <a:pt x="11618" y="55466"/>
                  </a:lnTo>
                  <a:lnTo>
                    <a:pt x="5809" y="55466"/>
                  </a:lnTo>
                  <a:lnTo>
                    <a:pt x="0" y="50320"/>
                  </a:lnTo>
                  <a:lnTo>
                    <a:pt x="0" y="44595"/>
                  </a:lnTo>
                  <a:lnTo>
                    <a:pt x="0" y="38893"/>
                  </a:lnTo>
                  <a:lnTo>
                    <a:pt x="5809" y="38893"/>
                  </a:lnTo>
                  <a:lnTo>
                    <a:pt x="5809" y="33168"/>
                  </a:lnTo>
                  <a:lnTo>
                    <a:pt x="11618" y="33168"/>
                  </a:lnTo>
                  <a:close/>
                </a:path>
                <a:path w="502284" h="89535">
                  <a:moveTo>
                    <a:pt x="407566" y="44595"/>
                  </a:moveTo>
                  <a:lnTo>
                    <a:pt x="362720" y="0"/>
                  </a:lnTo>
                  <a:lnTo>
                    <a:pt x="501906" y="44595"/>
                  </a:lnTo>
                  <a:lnTo>
                    <a:pt x="362720" y="89214"/>
                  </a:lnTo>
                  <a:lnTo>
                    <a:pt x="407566" y="44595"/>
                  </a:lnTo>
                  <a:close/>
                </a:path>
              </a:pathLst>
            </a:custGeom>
            <a:ln w="5748">
              <a:solidFill>
                <a:srgbClr val="000000"/>
              </a:solidFill>
            </a:ln>
          </p:spPr>
          <p:txBody>
            <a:bodyPr wrap="square" lIns="0" tIns="0" rIns="0" bIns="0" rtlCol="0"/>
            <a:lstStyle/>
            <a:p/>
          </p:txBody>
        </p:sp>
      </p:grpSp>
      <p:sp>
        <p:nvSpPr>
          <p:cNvPr id="43" name="object 43" descr=""/>
          <p:cNvSpPr txBox="1"/>
          <p:nvPr/>
        </p:nvSpPr>
        <p:spPr>
          <a:xfrm>
            <a:off x="9820532" y="5368129"/>
            <a:ext cx="781050" cy="434975"/>
          </a:xfrm>
          <a:prstGeom prst="rect">
            <a:avLst/>
          </a:prstGeom>
          <a:solidFill>
            <a:srgbClr val="FFCCFF"/>
          </a:solidFill>
          <a:ln w="16660">
            <a:solidFill>
              <a:srgbClr val="000000"/>
            </a:solidFill>
          </a:ln>
        </p:spPr>
        <p:txBody>
          <a:bodyPr wrap="square" lIns="0" tIns="102235" rIns="0" bIns="0" rtlCol="0" vert="horz">
            <a:spAutoFit/>
          </a:bodyPr>
          <a:lstStyle/>
          <a:p>
            <a:pPr algn="ctr" marL="58419">
              <a:lnSpc>
                <a:spcPct val="100000"/>
              </a:lnSpc>
              <a:spcBef>
                <a:spcPts val="805"/>
              </a:spcBef>
            </a:pPr>
            <a:r>
              <a:rPr dirty="0" baseline="3367" sz="2475" spc="-37">
                <a:latin typeface="宋体"/>
                <a:cs typeface="宋体"/>
              </a:rPr>
              <a:t>S</a:t>
            </a:r>
            <a:r>
              <a:rPr dirty="0" sz="800" spc="-25">
                <a:latin typeface="宋体"/>
                <a:cs typeface="宋体"/>
              </a:rPr>
              <a:t>5</a:t>
            </a:r>
            <a:endParaRPr sz="800">
              <a:latin typeface="宋体"/>
              <a:cs typeface="宋体"/>
            </a:endParaRPr>
          </a:p>
        </p:txBody>
      </p:sp>
      <p:grpSp>
        <p:nvGrpSpPr>
          <p:cNvPr id="44" name="object 44" descr=""/>
          <p:cNvGrpSpPr/>
          <p:nvPr/>
        </p:nvGrpSpPr>
        <p:grpSpPr>
          <a:xfrm>
            <a:off x="10585625" y="5541390"/>
            <a:ext cx="412750" cy="95250"/>
            <a:chOff x="10585625" y="5541390"/>
            <a:chExt cx="412750" cy="95250"/>
          </a:xfrm>
        </p:grpSpPr>
        <p:sp>
          <p:nvSpPr>
            <p:cNvPr id="45" name="object 45" descr=""/>
            <p:cNvSpPr/>
            <p:nvPr/>
          </p:nvSpPr>
          <p:spPr>
            <a:xfrm>
              <a:off x="10588495" y="5544263"/>
              <a:ext cx="407034" cy="89535"/>
            </a:xfrm>
            <a:custGeom>
              <a:avLst/>
              <a:gdLst/>
              <a:ahLst/>
              <a:cxnLst/>
              <a:rect l="l" t="t" r="r" b="b"/>
              <a:pathLst>
                <a:path w="407034" h="89535">
                  <a:moveTo>
                    <a:pt x="267451" y="0"/>
                  </a:moveTo>
                  <a:lnTo>
                    <a:pt x="311832" y="44595"/>
                  </a:lnTo>
                  <a:lnTo>
                    <a:pt x="267451" y="89214"/>
                  </a:lnTo>
                  <a:lnTo>
                    <a:pt x="372902" y="55466"/>
                  </a:lnTo>
                  <a:lnTo>
                    <a:pt x="317641" y="55466"/>
                  </a:lnTo>
                  <a:lnTo>
                    <a:pt x="323450" y="50320"/>
                  </a:lnTo>
                  <a:lnTo>
                    <a:pt x="323450" y="38893"/>
                  </a:lnTo>
                  <a:lnTo>
                    <a:pt x="317641" y="38893"/>
                  </a:lnTo>
                  <a:lnTo>
                    <a:pt x="317641" y="33168"/>
                  </a:lnTo>
                  <a:lnTo>
                    <a:pt x="371145" y="33168"/>
                  </a:lnTo>
                  <a:lnTo>
                    <a:pt x="267451" y="0"/>
                  </a:lnTo>
                  <a:close/>
                </a:path>
                <a:path w="407034" h="89535">
                  <a:moveTo>
                    <a:pt x="300460" y="33168"/>
                  </a:moveTo>
                  <a:lnTo>
                    <a:pt x="10921" y="33168"/>
                  </a:lnTo>
                  <a:lnTo>
                    <a:pt x="5112" y="38893"/>
                  </a:lnTo>
                  <a:lnTo>
                    <a:pt x="0" y="44595"/>
                  </a:lnTo>
                  <a:lnTo>
                    <a:pt x="5112" y="50320"/>
                  </a:lnTo>
                  <a:lnTo>
                    <a:pt x="5112" y="55466"/>
                  </a:lnTo>
                  <a:lnTo>
                    <a:pt x="301019" y="55466"/>
                  </a:lnTo>
                  <a:lnTo>
                    <a:pt x="311832" y="44595"/>
                  </a:lnTo>
                  <a:lnTo>
                    <a:pt x="300460" y="33168"/>
                  </a:lnTo>
                  <a:close/>
                </a:path>
                <a:path w="407034" h="89535">
                  <a:moveTo>
                    <a:pt x="371145" y="33168"/>
                  </a:moveTo>
                  <a:lnTo>
                    <a:pt x="317641" y="33168"/>
                  </a:lnTo>
                  <a:lnTo>
                    <a:pt x="317641" y="38893"/>
                  </a:lnTo>
                  <a:lnTo>
                    <a:pt x="323450" y="38893"/>
                  </a:lnTo>
                  <a:lnTo>
                    <a:pt x="323450" y="50320"/>
                  </a:lnTo>
                  <a:lnTo>
                    <a:pt x="317641" y="55466"/>
                  </a:lnTo>
                  <a:lnTo>
                    <a:pt x="372902" y="55466"/>
                  </a:lnTo>
                  <a:lnTo>
                    <a:pt x="406869" y="44595"/>
                  </a:lnTo>
                  <a:lnTo>
                    <a:pt x="371145" y="33168"/>
                  </a:lnTo>
                  <a:close/>
                </a:path>
              </a:pathLst>
            </a:custGeom>
            <a:solidFill>
              <a:srgbClr val="000000"/>
            </a:solidFill>
          </p:spPr>
          <p:txBody>
            <a:bodyPr wrap="square" lIns="0" tIns="0" rIns="0" bIns="0" rtlCol="0"/>
            <a:lstStyle/>
            <a:p/>
          </p:txBody>
        </p:sp>
        <p:sp>
          <p:nvSpPr>
            <p:cNvPr id="46" name="object 46" descr=""/>
            <p:cNvSpPr/>
            <p:nvPr/>
          </p:nvSpPr>
          <p:spPr>
            <a:xfrm>
              <a:off x="10588495" y="5544263"/>
              <a:ext cx="407034" cy="89535"/>
            </a:xfrm>
            <a:custGeom>
              <a:avLst/>
              <a:gdLst/>
              <a:ahLst/>
              <a:cxnLst/>
              <a:rect l="l" t="t" r="r" b="b"/>
              <a:pathLst>
                <a:path w="407034" h="89535">
                  <a:moveTo>
                    <a:pt x="16730" y="33168"/>
                  </a:moveTo>
                  <a:lnTo>
                    <a:pt x="311832" y="33168"/>
                  </a:lnTo>
                  <a:lnTo>
                    <a:pt x="317641" y="33168"/>
                  </a:lnTo>
                  <a:lnTo>
                    <a:pt x="317641" y="38893"/>
                  </a:lnTo>
                  <a:lnTo>
                    <a:pt x="323450" y="38893"/>
                  </a:lnTo>
                  <a:lnTo>
                    <a:pt x="323450" y="44595"/>
                  </a:lnTo>
                  <a:lnTo>
                    <a:pt x="323450" y="50320"/>
                  </a:lnTo>
                  <a:lnTo>
                    <a:pt x="317641" y="55466"/>
                  </a:lnTo>
                  <a:lnTo>
                    <a:pt x="311832" y="55466"/>
                  </a:lnTo>
                  <a:lnTo>
                    <a:pt x="16730" y="55466"/>
                  </a:lnTo>
                  <a:lnTo>
                    <a:pt x="10921" y="55466"/>
                  </a:lnTo>
                  <a:lnTo>
                    <a:pt x="5112" y="55466"/>
                  </a:lnTo>
                  <a:lnTo>
                    <a:pt x="5112" y="50320"/>
                  </a:lnTo>
                  <a:lnTo>
                    <a:pt x="0" y="44595"/>
                  </a:lnTo>
                  <a:lnTo>
                    <a:pt x="5112" y="38893"/>
                  </a:lnTo>
                  <a:lnTo>
                    <a:pt x="10921" y="33168"/>
                  </a:lnTo>
                  <a:lnTo>
                    <a:pt x="16730" y="33168"/>
                  </a:lnTo>
                  <a:close/>
                </a:path>
                <a:path w="407034" h="89535">
                  <a:moveTo>
                    <a:pt x="311832" y="44595"/>
                  </a:moveTo>
                  <a:lnTo>
                    <a:pt x="267451" y="0"/>
                  </a:lnTo>
                  <a:lnTo>
                    <a:pt x="406869" y="44595"/>
                  </a:lnTo>
                  <a:lnTo>
                    <a:pt x="267451" y="89214"/>
                  </a:lnTo>
                  <a:lnTo>
                    <a:pt x="311832" y="44595"/>
                  </a:lnTo>
                  <a:close/>
                </a:path>
              </a:pathLst>
            </a:custGeom>
            <a:ln w="5748">
              <a:solidFill>
                <a:srgbClr val="000000"/>
              </a:solidFill>
            </a:ln>
          </p:spPr>
          <p:txBody>
            <a:bodyPr wrap="square" lIns="0" tIns="0" rIns="0" bIns="0" rtlCol="0"/>
            <a:lstStyle/>
            <a:p/>
          </p:txBody>
        </p:sp>
      </p:grpSp>
      <p:sp>
        <p:nvSpPr>
          <p:cNvPr id="47" name="object 47" descr=""/>
          <p:cNvSpPr txBox="1"/>
          <p:nvPr/>
        </p:nvSpPr>
        <p:spPr>
          <a:xfrm>
            <a:off x="8854675" y="4814187"/>
            <a:ext cx="243204"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37">
                <a:latin typeface="宋体"/>
                <a:cs typeface="宋体"/>
              </a:rPr>
              <a:t>S</a:t>
            </a:r>
            <a:r>
              <a:rPr dirty="0" sz="800" spc="-25">
                <a:latin typeface="宋体"/>
                <a:cs typeface="宋体"/>
              </a:rPr>
              <a:t>4a</a:t>
            </a:r>
            <a:endParaRPr sz="800">
              <a:latin typeface="宋体"/>
              <a:cs typeface="宋体"/>
            </a:endParaRPr>
          </a:p>
        </p:txBody>
      </p:sp>
      <p:sp>
        <p:nvSpPr>
          <p:cNvPr id="48" name="object 48" descr=""/>
          <p:cNvSpPr txBox="1"/>
          <p:nvPr/>
        </p:nvSpPr>
        <p:spPr>
          <a:xfrm>
            <a:off x="8854675" y="6100861"/>
            <a:ext cx="243204" cy="280670"/>
          </a:xfrm>
          <a:prstGeom prst="rect">
            <a:avLst/>
          </a:prstGeom>
        </p:spPr>
        <p:txBody>
          <a:bodyPr wrap="square" lIns="0" tIns="15240" rIns="0" bIns="0" rtlCol="0" vert="horz">
            <a:spAutoFit/>
          </a:bodyPr>
          <a:lstStyle/>
          <a:p>
            <a:pPr marL="12700">
              <a:lnSpc>
                <a:spcPct val="100000"/>
              </a:lnSpc>
              <a:spcBef>
                <a:spcPts val="120"/>
              </a:spcBef>
            </a:pPr>
            <a:r>
              <a:rPr dirty="0" baseline="3367" sz="2475" spc="-37">
                <a:latin typeface="宋体"/>
                <a:cs typeface="宋体"/>
              </a:rPr>
              <a:t>S</a:t>
            </a:r>
            <a:r>
              <a:rPr dirty="0" sz="800" spc="-25">
                <a:latin typeface="宋体"/>
                <a:cs typeface="宋体"/>
              </a:rPr>
              <a:t>4c</a:t>
            </a:r>
            <a:endParaRPr sz="800">
              <a:latin typeface="宋体"/>
              <a:cs typeface="宋体"/>
            </a:endParaRPr>
          </a:p>
        </p:txBody>
      </p:sp>
      <p:grpSp>
        <p:nvGrpSpPr>
          <p:cNvPr id="49" name="object 49" descr=""/>
          <p:cNvGrpSpPr/>
          <p:nvPr/>
        </p:nvGrpSpPr>
        <p:grpSpPr>
          <a:xfrm>
            <a:off x="8198548" y="4895196"/>
            <a:ext cx="1335405" cy="1392555"/>
            <a:chOff x="8198548" y="4895196"/>
            <a:chExt cx="1335405" cy="1392555"/>
          </a:xfrm>
        </p:grpSpPr>
        <p:sp>
          <p:nvSpPr>
            <p:cNvPr id="50" name="object 50" descr=""/>
            <p:cNvSpPr/>
            <p:nvPr/>
          </p:nvSpPr>
          <p:spPr>
            <a:xfrm>
              <a:off x="8209087" y="4939234"/>
              <a:ext cx="0" cy="1292860"/>
            </a:xfrm>
            <a:custGeom>
              <a:avLst/>
              <a:gdLst/>
              <a:ahLst/>
              <a:cxnLst/>
              <a:rect l="l" t="t" r="r" b="b"/>
              <a:pathLst>
                <a:path w="0" h="1292860">
                  <a:moveTo>
                    <a:pt x="0" y="0"/>
                  </a:moveTo>
                  <a:lnTo>
                    <a:pt x="0" y="1292412"/>
                  </a:lnTo>
                </a:path>
              </a:pathLst>
            </a:custGeom>
            <a:ln w="16691">
              <a:solidFill>
                <a:srgbClr val="000000"/>
              </a:solidFill>
            </a:ln>
          </p:spPr>
          <p:txBody>
            <a:bodyPr wrap="square" lIns="0" tIns="0" rIns="0" bIns="0" rtlCol="0"/>
            <a:lstStyle/>
            <a:p/>
          </p:txBody>
        </p:sp>
        <p:sp>
          <p:nvSpPr>
            <p:cNvPr id="51" name="object 51" descr=""/>
            <p:cNvSpPr/>
            <p:nvPr/>
          </p:nvSpPr>
          <p:spPr>
            <a:xfrm>
              <a:off x="8201418" y="4898068"/>
              <a:ext cx="351155" cy="89535"/>
            </a:xfrm>
            <a:custGeom>
              <a:avLst/>
              <a:gdLst/>
              <a:ahLst/>
              <a:cxnLst/>
              <a:rect l="l" t="t" r="r" b="b"/>
              <a:pathLst>
                <a:path w="351154" h="89535">
                  <a:moveTo>
                    <a:pt x="211916" y="0"/>
                  </a:moveTo>
                  <a:lnTo>
                    <a:pt x="256762" y="44595"/>
                  </a:lnTo>
                  <a:lnTo>
                    <a:pt x="211916" y="89191"/>
                  </a:lnTo>
                  <a:lnTo>
                    <a:pt x="315437" y="56022"/>
                  </a:lnTo>
                  <a:lnTo>
                    <a:pt x="261874" y="56022"/>
                  </a:lnTo>
                  <a:lnTo>
                    <a:pt x="267683" y="50320"/>
                  </a:lnTo>
                  <a:lnTo>
                    <a:pt x="267683" y="33724"/>
                  </a:lnTo>
                  <a:lnTo>
                    <a:pt x="317173" y="33724"/>
                  </a:lnTo>
                  <a:lnTo>
                    <a:pt x="211916" y="0"/>
                  </a:lnTo>
                  <a:close/>
                </a:path>
                <a:path w="351154" h="89535">
                  <a:moveTo>
                    <a:pt x="245830" y="33724"/>
                  </a:moveTo>
                  <a:lnTo>
                    <a:pt x="0" y="33724"/>
                  </a:lnTo>
                  <a:lnTo>
                    <a:pt x="0" y="50320"/>
                  </a:lnTo>
                  <a:lnTo>
                    <a:pt x="5809" y="56022"/>
                  </a:lnTo>
                  <a:lnTo>
                    <a:pt x="245271" y="56022"/>
                  </a:lnTo>
                  <a:lnTo>
                    <a:pt x="256762" y="44595"/>
                  </a:lnTo>
                  <a:lnTo>
                    <a:pt x="245830" y="33724"/>
                  </a:lnTo>
                  <a:close/>
                </a:path>
                <a:path w="351154" h="89535">
                  <a:moveTo>
                    <a:pt x="317173" y="33724"/>
                  </a:moveTo>
                  <a:lnTo>
                    <a:pt x="267683" y="33724"/>
                  </a:lnTo>
                  <a:lnTo>
                    <a:pt x="267683" y="50320"/>
                  </a:lnTo>
                  <a:lnTo>
                    <a:pt x="261874" y="56022"/>
                  </a:lnTo>
                  <a:lnTo>
                    <a:pt x="315437" y="56022"/>
                  </a:lnTo>
                  <a:lnTo>
                    <a:pt x="351102" y="44595"/>
                  </a:lnTo>
                  <a:lnTo>
                    <a:pt x="317173" y="33724"/>
                  </a:lnTo>
                  <a:close/>
                </a:path>
              </a:pathLst>
            </a:custGeom>
            <a:solidFill>
              <a:srgbClr val="000000"/>
            </a:solidFill>
          </p:spPr>
          <p:txBody>
            <a:bodyPr wrap="square" lIns="0" tIns="0" rIns="0" bIns="0" rtlCol="0"/>
            <a:lstStyle/>
            <a:p/>
          </p:txBody>
        </p:sp>
        <p:sp>
          <p:nvSpPr>
            <p:cNvPr id="52" name="object 52" descr=""/>
            <p:cNvSpPr/>
            <p:nvPr/>
          </p:nvSpPr>
          <p:spPr>
            <a:xfrm>
              <a:off x="8201419" y="4898068"/>
              <a:ext cx="351155" cy="89535"/>
            </a:xfrm>
            <a:custGeom>
              <a:avLst/>
              <a:gdLst/>
              <a:ahLst/>
              <a:cxnLst/>
              <a:rect l="l" t="t" r="r" b="b"/>
              <a:pathLst>
                <a:path w="351154" h="89535">
                  <a:moveTo>
                    <a:pt x="10921" y="33724"/>
                  </a:moveTo>
                  <a:lnTo>
                    <a:pt x="256762" y="33724"/>
                  </a:lnTo>
                  <a:lnTo>
                    <a:pt x="261874" y="33724"/>
                  </a:lnTo>
                  <a:lnTo>
                    <a:pt x="267683" y="33724"/>
                  </a:lnTo>
                  <a:lnTo>
                    <a:pt x="267683" y="38870"/>
                  </a:lnTo>
                  <a:lnTo>
                    <a:pt x="267683" y="44595"/>
                  </a:lnTo>
                  <a:lnTo>
                    <a:pt x="267683" y="50320"/>
                  </a:lnTo>
                  <a:lnTo>
                    <a:pt x="261874" y="56022"/>
                  </a:lnTo>
                  <a:lnTo>
                    <a:pt x="256762" y="56022"/>
                  </a:lnTo>
                  <a:lnTo>
                    <a:pt x="10921" y="56022"/>
                  </a:lnTo>
                  <a:lnTo>
                    <a:pt x="5809" y="56022"/>
                  </a:lnTo>
                  <a:lnTo>
                    <a:pt x="0" y="50320"/>
                  </a:lnTo>
                  <a:lnTo>
                    <a:pt x="0" y="44595"/>
                  </a:lnTo>
                  <a:lnTo>
                    <a:pt x="0" y="38870"/>
                  </a:lnTo>
                  <a:lnTo>
                    <a:pt x="0" y="33724"/>
                  </a:lnTo>
                  <a:lnTo>
                    <a:pt x="5809" y="33724"/>
                  </a:lnTo>
                  <a:lnTo>
                    <a:pt x="10921" y="33724"/>
                  </a:lnTo>
                  <a:close/>
                </a:path>
                <a:path w="351154" h="89535">
                  <a:moveTo>
                    <a:pt x="256762" y="44595"/>
                  </a:moveTo>
                  <a:lnTo>
                    <a:pt x="211916" y="0"/>
                  </a:lnTo>
                  <a:lnTo>
                    <a:pt x="351102" y="44595"/>
                  </a:lnTo>
                  <a:lnTo>
                    <a:pt x="211916" y="89191"/>
                  </a:lnTo>
                  <a:lnTo>
                    <a:pt x="256762" y="44595"/>
                  </a:lnTo>
                  <a:close/>
                </a:path>
              </a:pathLst>
            </a:custGeom>
            <a:ln w="5748">
              <a:solidFill>
                <a:srgbClr val="000000"/>
              </a:solidFill>
            </a:ln>
          </p:spPr>
          <p:txBody>
            <a:bodyPr wrap="square" lIns="0" tIns="0" rIns="0" bIns="0" rtlCol="0"/>
            <a:lstStyle/>
            <a:p/>
          </p:txBody>
        </p:sp>
        <p:sp>
          <p:nvSpPr>
            <p:cNvPr id="53" name="object 53" descr=""/>
            <p:cNvSpPr/>
            <p:nvPr/>
          </p:nvSpPr>
          <p:spPr>
            <a:xfrm>
              <a:off x="8201419" y="6190458"/>
              <a:ext cx="351155" cy="94615"/>
            </a:xfrm>
            <a:custGeom>
              <a:avLst/>
              <a:gdLst/>
              <a:ahLst/>
              <a:cxnLst/>
              <a:rect l="l" t="t" r="r" b="b"/>
              <a:pathLst>
                <a:path w="351154" h="94614">
                  <a:moveTo>
                    <a:pt x="211916" y="0"/>
                  </a:moveTo>
                  <a:lnTo>
                    <a:pt x="256762" y="44618"/>
                  </a:lnTo>
                  <a:lnTo>
                    <a:pt x="211916" y="94359"/>
                  </a:lnTo>
                  <a:lnTo>
                    <a:pt x="320748" y="55466"/>
                  </a:lnTo>
                  <a:lnTo>
                    <a:pt x="267683" y="55466"/>
                  </a:lnTo>
                  <a:lnTo>
                    <a:pt x="267683" y="38893"/>
                  </a:lnTo>
                  <a:lnTo>
                    <a:pt x="261874" y="33168"/>
                  </a:lnTo>
                  <a:lnTo>
                    <a:pt x="315383" y="33168"/>
                  </a:lnTo>
                  <a:lnTo>
                    <a:pt x="211916" y="0"/>
                  </a:lnTo>
                  <a:close/>
                </a:path>
                <a:path w="351154" h="94614">
                  <a:moveTo>
                    <a:pt x="245253" y="33168"/>
                  </a:moveTo>
                  <a:lnTo>
                    <a:pt x="5809" y="33168"/>
                  </a:lnTo>
                  <a:lnTo>
                    <a:pt x="0" y="38893"/>
                  </a:lnTo>
                  <a:lnTo>
                    <a:pt x="0" y="55466"/>
                  </a:lnTo>
                  <a:lnTo>
                    <a:pt x="246982" y="55466"/>
                  </a:lnTo>
                  <a:lnTo>
                    <a:pt x="256762" y="44618"/>
                  </a:lnTo>
                  <a:lnTo>
                    <a:pt x="245253" y="33168"/>
                  </a:lnTo>
                  <a:close/>
                </a:path>
                <a:path w="351154" h="94614">
                  <a:moveTo>
                    <a:pt x="315383" y="33168"/>
                  </a:moveTo>
                  <a:lnTo>
                    <a:pt x="261874" y="33168"/>
                  </a:lnTo>
                  <a:lnTo>
                    <a:pt x="267683" y="38893"/>
                  </a:lnTo>
                  <a:lnTo>
                    <a:pt x="267683" y="55466"/>
                  </a:lnTo>
                  <a:lnTo>
                    <a:pt x="320748" y="55466"/>
                  </a:lnTo>
                  <a:lnTo>
                    <a:pt x="351102" y="44618"/>
                  </a:lnTo>
                  <a:lnTo>
                    <a:pt x="315383" y="33168"/>
                  </a:lnTo>
                  <a:close/>
                </a:path>
              </a:pathLst>
            </a:custGeom>
            <a:solidFill>
              <a:srgbClr val="000000"/>
            </a:solidFill>
          </p:spPr>
          <p:txBody>
            <a:bodyPr wrap="square" lIns="0" tIns="0" rIns="0" bIns="0" rtlCol="0"/>
            <a:lstStyle/>
            <a:p/>
          </p:txBody>
        </p:sp>
        <p:sp>
          <p:nvSpPr>
            <p:cNvPr id="54" name="object 54" descr=""/>
            <p:cNvSpPr/>
            <p:nvPr/>
          </p:nvSpPr>
          <p:spPr>
            <a:xfrm>
              <a:off x="8201419" y="6190458"/>
              <a:ext cx="351155" cy="94615"/>
            </a:xfrm>
            <a:custGeom>
              <a:avLst/>
              <a:gdLst/>
              <a:ahLst/>
              <a:cxnLst/>
              <a:rect l="l" t="t" r="r" b="b"/>
              <a:pathLst>
                <a:path w="351154" h="94614">
                  <a:moveTo>
                    <a:pt x="10921" y="33168"/>
                  </a:moveTo>
                  <a:lnTo>
                    <a:pt x="256762" y="33168"/>
                  </a:lnTo>
                  <a:lnTo>
                    <a:pt x="261874" y="33168"/>
                  </a:lnTo>
                  <a:lnTo>
                    <a:pt x="267683" y="38893"/>
                  </a:lnTo>
                  <a:lnTo>
                    <a:pt x="267683" y="44618"/>
                  </a:lnTo>
                  <a:lnTo>
                    <a:pt x="267683" y="49764"/>
                  </a:lnTo>
                  <a:lnTo>
                    <a:pt x="267683" y="55466"/>
                  </a:lnTo>
                  <a:lnTo>
                    <a:pt x="0" y="55466"/>
                  </a:lnTo>
                  <a:lnTo>
                    <a:pt x="0" y="49764"/>
                  </a:lnTo>
                  <a:lnTo>
                    <a:pt x="0" y="44618"/>
                  </a:lnTo>
                  <a:lnTo>
                    <a:pt x="0" y="38893"/>
                  </a:lnTo>
                  <a:lnTo>
                    <a:pt x="5809" y="33168"/>
                  </a:lnTo>
                  <a:lnTo>
                    <a:pt x="10921" y="33168"/>
                  </a:lnTo>
                  <a:close/>
                </a:path>
                <a:path w="351154" h="94614">
                  <a:moveTo>
                    <a:pt x="256762" y="44618"/>
                  </a:moveTo>
                  <a:lnTo>
                    <a:pt x="211916" y="0"/>
                  </a:lnTo>
                  <a:lnTo>
                    <a:pt x="351102" y="44618"/>
                  </a:lnTo>
                  <a:lnTo>
                    <a:pt x="211916" y="94359"/>
                  </a:lnTo>
                  <a:lnTo>
                    <a:pt x="256762" y="44618"/>
                  </a:lnTo>
                  <a:close/>
                </a:path>
              </a:pathLst>
            </a:custGeom>
            <a:ln w="5748">
              <a:solidFill>
                <a:srgbClr val="000000"/>
              </a:solidFill>
            </a:ln>
          </p:spPr>
          <p:txBody>
            <a:bodyPr wrap="square" lIns="0" tIns="0" rIns="0" bIns="0" rtlCol="0"/>
            <a:lstStyle/>
            <a:p/>
          </p:txBody>
        </p:sp>
        <p:sp>
          <p:nvSpPr>
            <p:cNvPr id="55" name="object 55" descr=""/>
            <p:cNvSpPr/>
            <p:nvPr/>
          </p:nvSpPr>
          <p:spPr>
            <a:xfrm>
              <a:off x="9330243" y="4939234"/>
              <a:ext cx="195580" cy="1292860"/>
            </a:xfrm>
            <a:custGeom>
              <a:avLst/>
              <a:gdLst/>
              <a:ahLst/>
              <a:cxnLst/>
              <a:rect l="l" t="t" r="r" b="b"/>
              <a:pathLst>
                <a:path w="195579" h="1292860">
                  <a:moveTo>
                    <a:pt x="0" y="0"/>
                  </a:moveTo>
                  <a:lnTo>
                    <a:pt x="195185" y="0"/>
                  </a:lnTo>
                </a:path>
                <a:path w="195579" h="1292860">
                  <a:moveTo>
                    <a:pt x="195185" y="0"/>
                  </a:moveTo>
                  <a:lnTo>
                    <a:pt x="195186" y="1292412"/>
                  </a:lnTo>
                </a:path>
                <a:path w="195579" h="1292860">
                  <a:moveTo>
                    <a:pt x="0" y="1292412"/>
                  </a:moveTo>
                  <a:lnTo>
                    <a:pt x="195186" y="1292412"/>
                  </a:lnTo>
                </a:path>
              </a:pathLst>
            </a:custGeom>
            <a:ln w="16670">
              <a:solidFill>
                <a:srgbClr val="000000"/>
              </a:solidFill>
            </a:ln>
          </p:spPr>
          <p:txBody>
            <a:bodyPr wrap="square" lIns="0" tIns="0" rIns="0" bIns="0" rtlCol="0"/>
            <a:lstStyle/>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39/154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p:nvPr/>
        </p:nvSpPr>
        <p:spPr>
          <a:xfrm>
            <a:off x="2016125" y="1700212"/>
            <a:ext cx="8209280" cy="4321175"/>
          </a:xfrm>
          <a:custGeom>
            <a:avLst/>
            <a:gdLst/>
            <a:ahLst/>
            <a:cxnLst/>
            <a:rect l="l" t="t" r="r" b="b"/>
            <a:pathLst>
              <a:path w="8209280" h="4321175">
                <a:moveTo>
                  <a:pt x="8209026" y="0"/>
                </a:moveTo>
                <a:lnTo>
                  <a:pt x="0" y="0"/>
                </a:lnTo>
                <a:lnTo>
                  <a:pt x="0" y="4321175"/>
                </a:lnTo>
                <a:lnTo>
                  <a:pt x="8209026" y="4321175"/>
                </a:lnTo>
                <a:lnTo>
                  <a:pt x="8209026" y="0"/>
                </a:lnTo>
                <a:close/>
              </a:path>
            </a:pathLst>
          </a:custGeom>
          <a:solidFill>
            <a:srgbClr val="E0FFE0"/>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
        <p:nvSpPr>
          <p:cNvPr id="10" name="object 10" descr=""/>
          <p:cNvSpPr txBox="1"/>
          <p:nvPr/>
        </p:nvSpPr>
        <p:spPr>
          <a:xfrm>
            <a:off x="4951221" y="5192014"/>
            <a:ext cx="3101975" cy="330835"/>
          </a:xfrm>
          <a:prstGeom prst="rect">
            <a:avLst/>
          </a:prstGeom>
        </p:spPr>
        <p:txBody>
          <a:bodyPr wrap="square" lIns="0" tIns="12700" rIns="0" bIns="0" rtlCol="0" vert="horz">
            <a:spAutoFit/>
          </a:bodyPr>
          <a:lstStyle/>
          <a:p>
            <a:pPr marL="12700">
              <a:lnSpc>
                <a:spcPct val="100000"/>
              </a:lnSpc>
              <a:spcBef>
                <a:spcPts val="100"/>
              </a:spcBef>
            </a:pPr>
            <a:r>
              <a:rPr dirty="0" sz="2000" spc="-15" b="1">
                <a:latin typeface="宋体"/>
                <a:cs typeface="宋体"/>
              </a:rPr>
              <a:t>重复设置瓶颈段后的时空图</a:t>
            </a:r>
            <a:endParaRPr sz="2000">
              <a:latin typeface="宋体"/>
              <a:cs typeface="宋体"/>
            </a:endParaRPr>
          </a:p>
        </p:txBody>
      </p:sp>
      <p:sp>
        <p:nvSpPr>
          <p:cNvPr id="11" name="object 11" descr=""/>
          <p:cNvSpPr txBox="1"/>
          <p:nvPr/>
        </p:nvSpPr>
        <p:spPr>
          <a:xfrm>
            <a:off x="2296249" y="1918203"/>
            <a:ext cx="220345"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段</a:t>
            </a:r>
            <a:endParaRPr sz="1500">
              <a:latin typeface="宋体"/>
              <a:cs typeface="宋体"/>
            </a:endParaRPr>
          </a:p>
        </p:txBody>
      </p:sp>
      <p:grpSp>
        <p:nvGrpSpPr>
          <p:cNvPr id="12" name="object 12" descr=""/>
          <p:cNvGrpSpPr/>
          <p:nvPr/>
        </p:nvGrpSpPr>
        <p:grpSpPr>
          <a:xfrm>
            <a:off x="2538749" y="1972727"/>
            <a:ext cx="7370445" cy="3216910"/>
            <a:chOff x="2538749" y="1972727"/>
            <a:chExt cx="7370445" cy="3216910"/>
          </a:xfrm>
        </p:grpSpPr>
        <p:sp>
          <p:nvSpPr>
            <p:cNvPr id="13" name="object 13" descr=""/>
            <p:cNvSpPr/>
            <p:nvPr/>
          </p:nvSpPr>
          <p:spPr>
            <a:xfrm>
              <a:off x="2541606" y="1975585"/>
              <a:ext cx="81915" cy="3175000"/>
            </a:xfrm>
            <a:custGeom>
              <a:avLst/>
              <a:gdLst/>
              <a:ahLst/>
              <a:cxnLst/>
              <a:rect l="l" t="t" r="r" b="b"/>
              <a:pathLst>
                <a:path w="81914" h="3175000">
                  <a:moveTo>
                    <a:pt x="41054" y="86392"/>
                  </a:moveTo>
                  <a:lnTo>
                    <a:pt x="30514" y="96910"/>
                  </a:lnTo>
                  <a:lnTo>
                    <a:pt x="30514" y="3169969"/>
                  </a:lnTo>
                  <a:lnTo>
                    <a:pt x="35784" y="3174681"/>
                  </a:lnTo>
                  <a:lnTo>
                    <a:pt x="51041" y="3174681"/>
                  </a:lnTo>
                  <a:lnTo>
                    <a:pt x="51041" y="96489"/>
                  </a:lnTo>
                  <a:lnTo>
                    <a:pt x="41054" y="86392"/>
                  </a:lnTo>
                  <a:close/>
                </a:path>
                <a:path w="81914" h="3175000">
                  <a:moveTo>
                    <a:pt x="41054" y="0"/>
                  </a:moveTo>
                  <a:lnTo>
                    <a:pt x="0" y="127360"/>
                  </a:lnTo>
                  <a:lnTo>
                    <a:pt x="30514" y="96910"/>
                  </a:lnTo>
                  <a:lnTo>
                    <a:pt x="30514" y="81722"/>
                  </a:lnTo>
                  <a:lnTo>
                    <a:pt x="35784" y="81722"/>
                  </a:lnTo>
                  <a:lnTo>
                    <a:pt x="35784" y="76416"/>
                  </a:lnTo>
                  <a:lnTo>
                    <a:pt x="65368" y="76416"/>
                  </a:lnTo>
                  <a:lnTo>
                    <a:pt x="41054" y="0"/>
                  </a:lnTo>
                  <a:close/>
                </a:path>
                <a:path w="81914" h="3175000">
                  <a:moveTo>
                    <a:pt x="65368" y="76416"/>
                  </a:moveTo>
                  <a:lnTo>
                    <a:pt x="45792" y="76416"/>
                  </a:lnTo>
                  <a:lnTo>
                    <a:pt x="51041" y="81722"/>
                  </a:lnTo>
                  <a:lnTo>
                    <a:pt x="51041" y="96489"/>
                  </a:lnTo>
                  <a:lnTo>
                    <a:pt x="81577" y="127360"/>
                  </a:lnTo>
                  <a:lnTo>
                    <a:pt x="65368" y="76416"/>
                  </a:lnTo>
                  <a:close/>
                </a:path>
                <a:path w="81914" h="3175000">
                  <a:moveTo>
                    <a:pt x="45792" y="76416"/>
                  </a:moveTo>
                  <a:lnTo>
                    <a:pt x="35784" y="76416"/>
                  </a:lnTo>
                  <a:lnTo>
                    <a:pt x="35784" y="81722"/>
                  </a:lnTo>
                  <a:lnTo>
                    <a:pt x="30514" y="81722"/>
                  </a:lnTo>
                  <a:lnTo>
                    <a:pt x="30514" y="96910"/>
                  </a:lnTo>
                  <a:lnTo>
                    <a:pt x="41054" y="86392"/>
                  </a:lnTo>
                  <a:lnTo>
                    <a:pt x="51041" y="86392"/>
                  </a:lnTo>
                  <a:lnTo>
                    <a:pt x="51041" y="81722"/>
                  </a:lnTo>
                  <a:lnTo>
                    <a:pt x="45792" y="76416"/>
                  </a:lnTo>
                  <a:close/>
                </a:path>
                <a:path w="81914" h="3175000">
                  <a:moveTo>
                    <a:pt x="51041" y="86392"/>
                  </a:moveTo>
                  <a:lnTo>
                    <a:pt x="41054" y="86392"/>
                  </a:lnTo>
                  <a:lnTo>
                    <a:pt x="51041" y="96489"/>
                  </a:lnTo>
                  <a:lnTo>
                    <a:pt x="51041" y="86392"/>
                  </a:lnTo>
                  <a:close/>
                </a:path>
              </a:pathLst>
            </a:custGeom>
            <a:solidFill>
              <a:srgbClr val="000000"/>
            </a:solidFill>
          </p:spPr>
          <p:txBody>
            <a:bodyPr wrap="square" lIns="0" tIns="0" rIns="0" bIns="0" rtlCol="0"/>
            <a:lstStyle/>
            <a:p/>
          </p:txBody>
        </p:sp>
        <p:sp>
          <p:nvSpPr>
            <p:cNvPr id="14" name="object 14" descr=""/>
            <p:cNvSpPr/>
            <p:nvPr/>
          </p:nvSpPr>
          <p:spPr>
            <a:xfrm>
              <a:off x="2541606" y="1975585"/>
              <a:ext cx="81915" cy="3175000"/>
            </a:xfrm>
            <a:custGeom>
              <a:avLst/>
              <a:gdLst/>
              <a:ahLst/>
              <a:cxnLst/>
              <a:rect l="l" t="t" r="r" b="b"/>
              <a:pathLst>
                <a:path w="81914" h="3175000">
                  <a:moveTo>
                    <a:pt x="30514" y="3164726"/>
                  </a:moveTo>
                  <a:lnTo>
                    <a:pt x="30514" y="86392"/>
                  </a:lnTo>
                  <a:lnTo>
                    <a:pt x="30514" y="81722"/>
                  </a:lnTo>
                  <a:lnTo>
                    <a:pt x="35784" y="81722"/>
                  </a:lnTo>
                  <a:lnTo>
                    <a:pt x="35784" y="76416"/>
                  </a:lnTo>
                  <a:lnTo>
                    <a:pt x="41054" y="76416"/>
                  </a:lnTo>
                  <a:lnTo>
                    <a:pt x="45792" y="76416"/>
                  </a:lnTo>
                  <a:lnTo>
                    <a:pt x="51041" y="81722"/>
                  </a:lnTo>
                  <a:lnTo>
                    <a:pt x="51041" y="86392"/>
                  </a:lnTo>
                  <a:lnTo>
                    <a:pt x="51041" y="3164726"/>
                  </a:lnTo>
                  <a:lnTo>
                    <a:pt x="51041" y="3169969"/>
                  </a:lnTo>
                  <a:lnTo>
                    <a:pt x="51041" y="3174681"/>
                  </a:lnTo>
                  <a:lnTo>
                    <a:pt x="45793" y="3174681"/>
                  </a:lnTo>
                  <a:lnTo>
                    <a:pt x="41054" y="3174681"/>
                  </a:lnTo>
                  <a:lnTo>
                    <a:pt x="35784" y="3174681"/>
                  </a:lnTo>
                  <a:lnTo>
                    <a:pt x="30514" y="3169969"/>
                  </a:lnTo>
                  <a:lnTo>
                    <a:pt x="30514" y="3164726"/>
                  </a:lnTo>
                  <a:close/>
                </a:path>
                <a:path w="81914" h="3175000">
                  <a:moveTo>
                    <a:pt x="41054" y="86392"/>
                  </a:moveTo>
                  <a:lnTo>
                    <a:pt x="0" y="127360"/>
                  </a:lnTo>
                  <a:lnTo>
                    <a:pt x="41054" y="0"/>
                  </a:lnTo>
                  <a:lnTo>
                    <a:pt x="81577" y="127360"/>
                  </a:lnTo>
                  <a:lnTo>
                    <a:pt x="41054" y="86392"/>
                  </a:lnTo>
                  <a:close/>
                </a:path>
              </a:pathLst>
            </a:custGeom>
            <a:ln w="5260">
              <a:solidFill>
                <a:srgbClr val="000000"/>
              </a:solidFill>
            </a:ln>
          </p:spPr>
          <p:txBody>
            <a:bodyPr wrap="square" lIns="0" tIns="0" rIns="0" bIns="0" rtlCol="0"/>
            <a:lstStyle/>
            <a:p/>
          </p:txBody>
        </p:sp>
        <p:sp>
          <p:nvSpPr>
            <p:cNvPr id="15" name="object 15" descr=""/>
            <p:cNvSpPr/>
            <p:nvPr/>
          </p:nvSpPr>
          <p:spPr>
            <a:xfrm>
              <a:off x="2572121" y="5099471"/>
              <a:ext cx="7334250" cy="86995"/>
            </a:xfrm>
            <a:custGeom>
              <a:avLst/>
              <a:gdLst/>
              <a:ahLst/>
              <a:cxnLst/>
              <a:rect l="l" t="t" r="r" b="b"/>
              <a:pathLst>
                <a:path w="7334250" h="86995">
                  <a:moveTo>
                    <a:pt x="7205973" y="0"/>
                  </a:moveTo>
                  <a:lnTo>
                    <a:pt x="7246985" y="40840"/>
                  </a:lnTo>
                  <a:lnTo>
                    <a:pt x="7205973" y="86923"/>
                  </a:lnTo>
                  <a:lnTo>
                    <a:pt x="7306094" y="50795"/>
                  </a:lnTo>
                  <a:lnTo>
                    <a:pt x="7256972" y="50795"/>
                  </a:lnTo>
                  <a:lnTo>
                    <a:pt x="7256972" y="35618"/>
                  </a:lnTo>
                  <a:lnTo>
                    <a:pt x="7252297" y="30375"/>
                  </a:lnTo>
                  <a:lnTo>
                    <a:pt x="7300959" y="30375"/>
                  </a:lnTo>
                  <a:lnTo>
                    <a:pt x="7205973" y="0"/>
                  </a:lnTo>
                  <a:close/>
                </a:path>
                <a:path w="7334250" h="86995">
                  <a:moveTo>
                    <a:pt x="7236476" y="30375"/>
                  </a:moveTo>
                  <a:lnTo>
                    <a:pt x="5269" y="30375"/>
                  </a:lnTo>
                  <a:lnTo>
                    <a:pt x="5269" y="35618"/>
                  </a:lnTo>
                  <a:lnTo>
                    <a:pt x="0" y="40840"/>
                  </a:lnTo>
                  <a:lnTo>
                    <a:pt x="0" y="46083"/>
                  </a:lnTo>
                  <a:lnTo>
                    <a:pt x="5269" y="50795"/>
                  </a:lnTo>
                  <a:lnTo>
                    <a:pt x="7238125" y="50795"/>
                  </a:lnTo>
                  <a:lnTo>
                    <a:pt x="7246985" y="40840"/>
                  </a:lnTo>
                  <a:lnTo>
                    <a:pt x="7236476" y="30375"/>
                  </a:lnTo>
                  <a:close/>
                </a:path>
                <a:path w="7334250" h="86995">
                  <a:moveTo>
                    <a:pt x="7300959" y="30375"/>
                  </a:moveTo>
                  <a:lnTo>
                    <a:pt x="7252297" y="30375"/>
                  </a:lnTo>
                  <a:lnTo>
                    <a:pt x="7256972" y="35618"/>
                  </a:lnTo>
                  <a:lnTo>
                    <a:pt x="7256972" y="50795"/>
                  </a:lnTo>
                  <a:lnTo>
                    <a:pt x="7306094" y="50795"/>
                  </a:lnTo>
                  <a:lnTo>
                    <a:pt x="7333683" y="40840"/>
                  </a:lnTo>
                  <a:lnTo>
                    <a:pt x="7300959" y="30375"/>
                  </a:lnTo>
                  <a:close/>
                </a:path>
              </a:pathLst>
            </a:custGeom>
            <a:solidFill>
              <a:srgbClr val="000000"/>
            </a:solidFill>
          </p:spPr>
          <p:txBody>
            <a:bodyPr wrap="square" lIns="0" tIns="0" rIns="0" bIns="0" rtlCol="0"/>
            <a:lstStyle/>
            <a:p/>
          </p:txBody>
        </p:sp>
        <p:sp>
          <p:nvSpPr>
            <p:cNvPr id="16" name="object 16" descr=""/>
            <p:cNvSpPr/>
            <p:nvPr/>
          </p:nvSpPr>
          <p:spPr>
            <a:xfrm>
              <a:off x="2572121" y="5099471"/>
              <a:ext cx="7334250" cy="86995"/>
            </a:xfrm>
            <a:custGeom>
              <a:avLst/>
              <a:gdLst/>
              <a:ahLst/>
              <a:cxnLst/>
              <a:rect l="l" t="t" r="r" b="b"/>
              <a:pathLst>
                <a:path w="7334250" h="86995">
                  <a:moveTo>
                    <a:pt x="10539" y="30375"/>
                  </a:moveTo>
                  <a:lnTo>
                    <a:pt x="7246985" y="30375"/>
                  </a:lnTo>
                  <a:lnTo>
                    <a:pt x="7252298" y="30375"/>
                  </a:lnTo>
                  <a:lnTo>
                    <a:pt x="7256972" y="35618"/>
                  </a:lnTo>
                  <a:lnTo>
                    <a:pt x="7256972" y="40840"/>
                  </a:lnTo>
                  <a:lnTo>
                    <a:pt x="7256972" y="46083"/>
                  </a:lnTo>
                  <a:lnTo>
                    <a:pt x="7256972" y="50795"/>
                  </a:lnTo>
                  <a:lnTo>
                    <a:pt x="7252298" y="50795"/>
                  </a:lnTo>
                  <a:lnTo>
                    <a:pt x="7246985" y="50795"/>
                  </a:lnTo>
                  <a:lnTo>
                    <a:pt x="10539" y="50795"/>
                  </a:lnTo>
                  <a:lnTo>
                    <a:pt x="5269" y="50795"/>
                  </a:lnTo>
                  <a:lnTo>
                    <a:pt x="0" y="46083"/>
                  </a:lnTo>
                  <a:lnTo>
                    <a:pt x="0" y="40840"/>
                  </a:lnTo>
                  <a:lnTo>
                    <a:pt x="5269" y="35618"/>
                  </a:lnTo>
                  <a:lnTo>
                    <a:pt x="5269" y="30375"/>
                  </a:lnTo>
                  <a:lnTo>
                    <a:pt x="10539" y="30375"/>
                  </a:lnTo>
                  <a:close/>
                </a:path>
                <a:path w="7334250" h="86995">
                  <a:moveTo>
                    <a:pt x="7246985" y="40840"/>
                  </a:moveTo>
                  <a:lnTo>
                    <a:pt x="7205973" y="0"/>
                  </a:lnTo>
                  <a:lnTo>
                    <a:pt x="7333683" y="40840"/>
                  </a:lnTo>
                  <a:lnTo>
                    <a:pt x="7205973" y="86923"/>
                  </a:lnTo>
                  <a:lnTo>
                    <a:pt x="7246985" y="40840"/>
                  </a:lnTo>
                  <a:close/>
                </a:path>
              </a:pathLst>
            </a:custGeom>
            <a:ln w="5260">
              <a:solidFill>
                <a:srgbClr val="000000"/>
              </a:solidFill>
            </a:ln>
          </p:spPr>
          <p:txBody>
            <a:bodyPr wrap="square" lIns="0" tIns="0" rIns="0" bIns="0" rtlCol="0"/>
            <a:lstStyle/>
            <a:p/>
          </p:txBody>
        </p:sp>
      </p:grpSp>
      <p:sp>
        <p:nvSpPr>
          <p:cNvPr id="17" name="object 17" descr=""/>
          <p:cNvSpPr txBox="1"/>
          <p:nvPr/>
        </p:nvSpPr>
        <p:spPr>
          <a:xfrm>
            <a:off x="2296249" y="4827806"/>
            <a:ext cx="17145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1</a:t>
            </a:r>
            <a:endParaRPr sz="750">
              <a:latin typeface="宋体"/>
              <a:cs typeface="宋体"/>
            </a:endParaRPr>
          </a:p>
        </p:txBody>
      </p:sp>
      <p:sp>
        <p:nvSpPr>
          <p:cNvPr id="18" name="object 18" descr=""/>
          <p:cNvSpPr txBox="1"/>
          <p:nvPr/>
        </p:nvSpPr>
        <p:spPr>
          <a:xfrm>
            <a:off x="2296249" y="4429805"/>
            <a:ext cx="17145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2</a:t>
            </a:r>
            <a:endParaRPr sz="750">
              <a:latin typeface="宋体"/>
              <a:cs typeface="宋体"/>
            </a:endParaRPr>
          </a:p>
        </p:txBody>
      </p:sp>
      <p:sp>
        <p:nvSpPr>
          <p:cNvPr id="19" name="object 19" descr=""/>
          <p:cNvSpPr txBox="1"/>
          <p:nvPr/>
        </p:nvSpPr>
        <p:spPr>
          <a:xfrm>
            <a:off x="2296249" y="4036497"/>
            <a:ext cx="17145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3</a:t>
            </a:r>
            <a:endParaRPr sz="750">
              <a:latin typeface="宋体"/>
              <a:cs typeface="宋体"/>
            </a:endParaRPr>
          </a:p>
        </p:txBody>
      </p:sp>
      <p:sp>
        <p:nvSpPr>
          <p:cNvPr id="20" name="object 20" descr=""/>
          <p:cNvSpPr txBox="1"/>
          <p:nvPr/>
        </p:nvSpPr>
        <p:spPr>
          <a:xfrm>
            <a:off x="2296249" y="3638475"/>
            <a:ext cx="22479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4a</a:t>
            </a:r>
            <a:endParaRPr sz="750">
              <a:latin typeface="宋体"/>
              <a:cs typeface="宋体"/>
            </a:endParaRPr>
          </a:p>
        </p:txBody>
      </p:sp>
      <p:sp>
        <p:nvSpPr>
          <p:cNvPr id="21" name="object 21" descr=""/>
          <p:cNvSpPr txBox="1"/>
          <p:nvPr/>
        </p:nvSpPr>
        <p:spPr>
          <a:xfrm>
            <a:off x="2296249" y="3245082"/>
            <a:ext cx="22479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4b</a:t>
            </a:r>
            <a:endParaRPr sz="750">
              <a:latin typeface="宋体"/>
              <a:cs typeface="宋体"/>
            </a:endParaRPr>
          </a:p>
        </p:txBody>
      </p:sp>
      <p:sp>
        <p:nvSpPr>
          <p:cNvPr id="22" name="object 22" descr=""/>
          <p:cNvSpPr/>
          <p:nvPr/>
        </p:nvSpPr>
        <p:spPr>
          <a:xfrm>
            <a:off x="2579495" y="2370401"/>
            <a:ext cx="7144384" cy="2767330"/>
          </a:xfrm>
          <a:custGeom>
            <a:avLst/>
            <a:gdLst/>
            <a:ahLst/>
            <a:cxnLst/>
            <a:rect l="l" t="t" r="r" b="b"/>
            <a:pathLst>
              <a:path w="7144384" h="2767329">
                <a:moveTo>
                  <a:pt x="0" y="2373481"/>
                </a:moveTo>
                <a:lnTo>
                  <a:pt x="5348397" y="2378702"/>
                </a:lnTo>
              </a:path>
              <a:path w="7144384" h="2767329">
                <a:moveTo>
                  <a:pt x="356865" y="1975459"/>
                </a:moveTo>
                <a:lnTo>
                  <a:pt x="5720477" y="1970216"/>
                </a:lnTo>
              </a:path>
              <a:path w="7144384" h="2767329">
                <a:moveTo>
                  <a:pt x="356865" y="2766768"/>
                </a:moveTo>
                <a:lnTo>
                  <a:pt x="356865" y="1975459"/>
                </a:lnTo>
              </a:path>
              <a:path w="7144384" h="2767329">
                <a:moveTo>
                  <a:pt x="4990979" y="2761525"/>
                </a:moveTo>
                <a:lnTo>
                  <a:pt x="4990979" y="1970216"/>
                </a:lnTo>
              </a:path>
              <a:path w="7144384" h="2767329">
                <a:moveTo>
                  <a:pt x="714284" y="2766768"/>
                </a:moveTo>
                <a:lnTo>
                  <a:pt x="714284" y="1582681"/>
                </a:lnTo>
              </a:path>
              <a:path w="7144384" h="2767329">
                <a:moveTo>
                  <a:pt x="714284" y="1582681"/>
                </a:moveTo>
                <a:lnTo>
                  <a:pt x="6072583" y="1582681"/>
                </a:lnTo>
              </a:path>
              <a:path w="7144384" h="2767329">
                <a:moveTo>
                  <a:pt x="1071681" y="2766768"/>
                </a:moveTo>
                <a:lnTo>
                  <a:pt x="1071681" y="1184150"/>
                </a:lnTo>
              </a:path>
              <a:path w="7144384" h="2767329">
                <a:moveTo>
                  <a:pt x="1071681" y="1184150"/>
                </a:moveTo>
                <a:lnTo>
                  <a:pt x="6430002" y="1184150"/>
                </a:lnTo>
              </a:path>
              <a:path w="7144384" h="2767329">
                <a:moveTo>
                  <a:pt x="1428547" y="2766768"/>
                </a:moveTo>
                <a:lnTo>
                  <a:pt x="1428546" y="1582681"/>
                </a:lnTo>
              </a:path>
              <a:path w="7144384" h="2767329">
                <a:moveTo>
                  <a:pt x="2143319" y="0"/>
                </a:moveTo>
                <a:lnTo>
                  <a:pt x="7144201" y="0"/>
                </a:lnTo>
              </a:path>
              <a:path w="7144384" h="2767329">
                <a:moveTo>
                  <a:pt x="5358384" y="0"/>
                </a:moveTo>
                <a:lnTo>
                  <a:pt x="5358384" y="393330"/>
                </a:lnTo>
              </a:path>
              <a:path w="7144384" h="2767329">
                <a:moveTo>
                  <a:pt x="7144201" y="0"/>
                </a:moveTo>
                <a:lnTo>
                  <a:pt x="7144201" y="393330"/>
                </a:lnTo>
              </a:path>
              <a:path w="7144384" h="2767329">
                <a:moveTo>
                  <a:pt x="2143319" y="1184150"/>
                </a:moveTo>
                <a:lnTo>
                  <a:pt x="2143319" y="2766768"/>
                </a:lnTo>
              </a:path>
              <a:path w="7144384" h="2767329">
                <a:moveTo>
                  <a:pt x="2500313" y="0"/>
                </a:moveTo>
                <a:lnTo>
                  <a:pt x="2500313" y="393330"/>
                </a:lnTo>
              </a:path>
              <a:path w="7144384" h="2767329">
                <a:moveTo>
                  <a:pt x="2857518" y="0"/>
                </a:moveTo>
                <a:lnTo>
                  <a:pt x="2857518" y="791330"/>
                </a:lnTo>
              </a:path>
              <a:path w="7144384" h="2767329">
                <a:moveTo>
                  <a:pt x="3214937" y="1184150"/>
                </a:moveTo>
                <a:lnTo>
                  <a:pt x="3214937" y="2766768"/>
                </a:lnTo>
              </a:path>
              <a:path w="7144384" h="2767329">
                <a:moveTo>
                  <a:pt x="3572355" y="0"/>
                </a:moveTo>
                <a:lnTo>
                  <a:pt x="3572355" y="393330"/>
                </a:lnTo>
              </a:path>
              <a:path w="7144384" h="2767329">
                <a:moveTo>
                  <a:pt x="3929348" y="0"/>
                </a:moveTo>
                <a:lnTo>
                  <a:pt x="3929348" y="791330"/>
                </a:lnTo>
              </a:path>
              <a:path w="7144384" h="2767329">
                <a:moveTo>
                  <a:pt x="5710490" y="1582681"/>
                </a:moveTo>
                <a:lnTo>
                  <a:pt x="5710490" y="1975459"/>
                </a:lnTo>
              </a:path>
              <a:path w="7144384" h="2767329">
                <a:moveTo>
                  <a:pt x="1785901" y="1582681"/>
                </a:moveTo>
                <a:lnTo>
                  <a:pt x="1785901" y="2766768"/>
                </a:lnTo>
              </a:path>
              <a:path w="7144384" h="2767329">
                <a:moveTo>
                  <a:pt x="2500313" y="1582681"/>
                </a:moveTo>
                <a:lnTo>
                  <a:pt x="2500313" y="2766768"/>
                </a:lnTo>
              </a:path>
              <a:path w="7144384" h="2767329">
                <a:moveTo>
                  <a:pt x="2857518" y="1582681"/>
                </a:moveTo>
                <a:lnTo>
                  <a:pt x="2857519" y="2766768"/>
                </a:lnTo>
              </a:path>
              <a:path w="7144384" h="2767329">
                <a:moveTo>
                  <a:pt x="3572355" y="1582681"/>
                </a:moveTo>
                <a:lnTo>
                  <a:pt x="3572355" y="2373481"/>
                </a:lnTo>
              </a:path>
            </a:pathLst>
          </a:custGeom>
          <a:ln w="15256">
            <a:solidFill>
              <a:srgbClr val="000000"/>
            </a:solidFill>
          </a:ln>
        </p:spPr>
        <p:txBody>
          <a:bodyPr wrap="square" lIns="0" tIns="0" rIns="0" bIns="0" rtlCol="0"/>
          <a:lstStyle/>
          <a:p/>
        </p:txBody>
      </p:sp>
      <p:sp>
        <p:nvSpPr>
          <p:cNvPr id="23" name="object 23" descr=""/>
          <p:cNvSpPr txBox="1"/>
          <p:nvPr/>
        </p:nvSpPr>
        <p:spPr>
          <a:xfrm>
            <a:off x="4127982" y="3628011"/>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1</a:t>
            </a:r>
            <a:endParaRPr sz="1500">
              <a:latin typeface="宋体"/>
              <a:cs typeface="宋体"/>
            </a:endParaRPr>
          </a:p>
        </p:txBody>
      </p:sp>
      <p:sp>
        <p:nvSpPr>
          <p:cNvPr id="24" name="object 24" descr=""/>
          <p:cNvSpPr txBox="1"/>
          <p:nvPr/>
        </p:nvSpPr>
        <p:spPr>
          <a:xfrm>
            <a:off x="5225417" y="3628011"/>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4</a:t>
            </a:r>
            <a:endParaRPr sz="1500">
              <a:latin typeface="宋体"/>
              <a:cs typeface="宋体"/>
            </a:endParaRPr>
          </a:p>
        </p:txBody>
      </p:sp>
      <p:sp>
        <p:nvSpPr>
          <p:cNvPr id="25" name="object 25" descr=""/>
          <p:cNvSpPr txBox="1"/>
          <p:nvPr/>
        </p:nvSpPr>
        <p:spPr>
          <a:xfrm>
            <a:off x="6271748" y="3628011"/>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7</a:t>
            </a:r>
            <a:endParaRPr sz="1500">
              <a:latin typeface="宋体"/>
              <a:cs typeface="宋体"/>
            </a:endParaRPr>
          </a:p>
        </p:txBody>
      </p:sp>
      <p:sp>
        <p:nvSpPr>
          <p:cNvPr id="26" name="object 26" descr=""/>
          <p:cNvSpPr txBox="1"/>
          <p:nvPr/>
        </p:nvSpPr>
        <p:spPr>
          <a:xfrm>
            <a:off x="7343578" y="4781722"/>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n</a:t>
            </a:r>
            <a:endParaRPr sz="1500">
              <a:latin typeface="宋体"/>
              <a:cs typeface="宋体"/>
            </a:endParaRPr>
          </a:p>
        </p:txBody>
      </p:sp>
      <p:sp>
        <p:nvSpPr>
          <p:cNvPr id="27" name="object 27" descr=""/>
          <p:cNvSpPr/>
          <p:nvPr/>
        </p:nvSpPr>
        <p:spPr>
          <a:xfrm>
            <a:off x="7223468" y="2370401"/>
            <a:ext cx="1428750" cy="1583055"/>
          </a:xfrm>
          <a:custGeom>
            <a:avLst/>
            <a:gdLst/>
            <a:ahLst/>
            <a:cxnLst/>
            <a:rect l="l" t="t" r="r" b="b"/>
            <a:pathLst>
              <a:path w="1428750" h="1583054">
                <a:moveTo>
                  <a:pt x="0" y="0"/>
                </a:moveTo>
                <a:lnTo>
                  <a:pt x="0" y="393330"/>
                </a:lnTo>
              </a:path>
              <a:path w="1428750" h="1583054">
                <a:moveTo>
                  <a:pt x="1428610" y="1184150"/>
                </a:moveTo>
                <a:lnTo>
                  <a:pt x="1428610" y="1582681"/>
                </a:lnTo>
              </a:path>
            </a:pathLst>
          </a:custGeom>
          <a:ln w="15256">
            <a:solidFill>
              <a:srgbClr val="000000"/>
            </a:solidFill>
          </a:ln>
        </p:spPr>
        <p:txBody>
          <a:bodyPr wrap="square" lIns="0" tIns="0" rIns="0" bIns="0" rtlCol="0"/>
          <a:lstStyle/>
          <a:p/>
        </p:txBody>
      </p:sp>
      <p:sp>
        <p:nvSpPr>
          <p:cNvPr id="28" name="object 28" descr=""/>
          <p:cNvSpPr txBox="1"/>
          <p:nvPr/>
        </p:nvSpPr>
        <p:spPr>
          <a:xfrm>
            <a:off x="7690371" y="4388944"/>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n</a:t>
            </a:r>
            <a:endParaRPr sz="1500">
              <a:latin typeface="宋体"/>
              <a:cs typeface="宋体"/>
            </a:endParaRPr>
          </a:p>
        </p:txBody>
      </p:sp>
      <p:sp>
        <p:nvSpPr>
          <p:cNvPr id="29" name="object 29" descr=""/>
          <p:cNvSpPr txBox="1"/>
          <p:nvPr/>
        </p:nvSpPr>
        <p:spPr>
          <a:xfrm>
            <a:off x="8022077" y="3990414"/>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n</a:t>
            </a:r>
            <a:endParaRPr sz="1500">
              <a:latin typeface="宋体"/>
              <a:cs typeface="宋体"/>
            </a:endParaRPr>
          </a:p>
        </p:txBody>
      </p:sp>
      <p:sp>
        <p:nvSpPr>
          <p:cNvPr id="30" name="object 30" descr=""/>
          <p:cNvSpPr txBox="1"/>
          <p:nvPr/>
        </p:nvSpPr>
        <p:spPr>
          <a:xfrm>
            <a:off x="9512100" y="2408326"/>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n</a:t>
            </a:r>
            <a:endParaRPr sz="1500">
              <a:latin typeface="宋体"/>
              <a:cs typeface="宋体"/>
            </a:endParaRPr>
          </a:p>
        </p:txBody>
      </p:sp>
      <p:sp>
        <p:nvSpPr>
          <p:cNvPr id="31" name="object 31" descr=""/>
          <p:cNvSpPr txBox="1"/>
          <p:nvPr/>
        </p:nvSpPr>
        <p:spPr>
          <a:xfrm>
            <a:off x="7945579" y="3597635"/>
            <a:ext cx="316865" cy="259079"/>
          </a:xfrm>
          <a:prstGeom prst="rect">
            <a:avLst/>
          </a:prstGeom>
        </p:spPr>
        <p:txBody>
          <a:bodyPr wrap="square" lIns="0" tIns="16510" rIns="0" bIns="0" rtlCol="0" vert="horz">
            <a:spAutoFit/>
          </a:bodyPr>
          <a:lstStyle/>
          <a:p>
            <a:pPr marL="12700">
              <a:lnSpc>
                <a:spcPct val="100000"/>
              </a:lnSpc>
              <a:spcBef>
                <a:spcPts val="130"/>
              </a:spcBef>
            </a:pPr>
            <a:r>
              <a:rPr dirty="0" sz="1500">
                <a:latin typeface="宋体"/>
                <a:cs typeface="宋体"/>
              </a:rPr>
              <a:t>n-</a:t>
            </a:r>
            <a:r>
              <a:rPr dirty="0" sz="1500" spc="-50">
                <a:latin typeface="宋体"/>
                <a:cs typeface="宋体"/>
              </a:rPr>
              <a:t>2</a:t>
            </a:r>
            <a:endParaRPr sz="1500">
              <a:latin typeface="宋体"/>
              <a:cs typeface="宋体"/>
            </a:endParaRPr>
          </a:p>
        </p:txBody>
      </p:sp>
      <p:sp>
        <p:nvSpPr>
          <p:cNvPr id="32" name="object 32" descr=""/>
          <p:cNvSpPr txBox="1"/>
          <p:nvPr/>
        </p:nvSpPr>
        <p:spPr>
          <a:xfrm>
            <a:off x="8169974" y="2423376"/>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33" name="object 33" descr=""/>
          <p:cNvSpPr txBox="1"/>
          <p:nvPr/>
        </p:nvSpPr>
        <p:spPr>
          <a:xfrm>
            <a:off x="7098145" y="3607463"/>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34" name="object 34" descr=""/>
          <p:cNvSpPr txBox="1"/>
          <p:nvPr/>
        </p:nvSpPr>
        <p:spPr>
          <a:xfrm>
            <a:off x="7031846" y="4005484"/>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35" name="object 35" descr=""/>
          <p:cNvSpPr txBox="1"/>
          <p:nvPr/>
        </p:nvSpPr>
        <p:spPr>
          <a:xfrm>
            <a:off x="6715652" y="4398793"/>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36" name="object 36" descr=""/>
          <p:cNvSpPr txBox="1"/>
          <p:nvPr/>
        </p:nvSpPr>
        <p:spPr>
          <a:xfrm>
            <a:off x="6358234" y="4796794"/>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37" name="object 37" descr=""/>
          <p:cNvSpPr txBox="1"/>
          <p:nvPr/>
        </p:nvSpPr>
        <p:spPr>
          <a:xfrm>
            <a:off x="9619410" y="5180253"/>
            <a:ext cx="413384" cy="259079"/>
          </a:xfrm>
          <a:prstGeom prst="rect">
            <a:avLst/>
          </a:prstGeom>
        </p:spPr>
        <p:txBody>
          <a:bodyPr wrap="square" lIns="0" tIns="16510" rIns="0" bIns="0" rtlCol="0" vert="horz">
            <a:spAutoFit/>
          </a:bodyPr>
          <a:lstStyle/>
          <a:p>
            <a:pPr marL="12700">
              <a:lnSpc>
                <a:spcPct val="100000"/>
              </a:lnSpc>
              <a:spcBef>
                <a:spcPts val="130"/>
              </a:spcBef>
            </a:pPr>
            <a:r>
              <a:rPr dirty="0" sz="1500" spc="-25">
                <a:latin typeface="宋体"/>
                <a:cs typeface="宋体"/>
              </a:rPr>
              <a:t>时间</a:t>
            </a:r>
            <a:endParaRPr sz="1500">
              <a:latin typeface="宋体"/>
              <a:cs typeface="宋体"/>
            </a:endParaRPr>
          </a:p>
        </p:txBody>
      </p:sp>
      <p:sp>
        <p:nvSpPr>
          <p:cNvPr id="38" name="object 38" descr=""/>
          <p:cNvSpPr txBox="1"/>
          <p:nvPr/>
        </p:nvSpPr>
        <p:spPr>
          <a:xfrm>
            <a:off x="2296249" y="2847082"/>
            <a:ext cx="22479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4c</a:t>
            </a:r>
            <a:endParaRPr sz="750">
              <a:latin typeface="宋体"/>
              <a:cs typeface="宋体"/>
            </a:endParaRPr>
          </a:p>
        </p:txBody>
      </p:sp>
      <p:sp>
        <p:nvSpPr>
          <p:cNvPr id="39" name="object 39" descr=""/>
          <p:cNvSpPr txBox="1"/>
          <p:nvPr/>
        </p:nvSpPr>
        <p:spPr>
          <a:xfrm>
            <a:off x="2296249" y="2454388"/>
            <a:ext cx="171450" cy="259079"/>
          </a:xfrm>
          <a:prstGeom prst="rect">
            <a:avLst/>
          </a:prstGeom>
        </p:spPr>
        <p:txBody>
          <a:bodyPr wrap="square" lIns="0" tIns="16510" rIns="0" bIns="0" rtlCol="0" vert="horz">
            <a:spAutoFit/>
          </a:bodyPr>
          <a:lstStyle/>
          <a:p>
            <a:pPr marL="12700">
              <a:lnSpc>
                <a:spcPct val="100000"/>
              </a:lnSpc>
              <a:spcBef>
                <a:spcPts val="130"/>
              </a:spcBef>
            </a:pPr>
            <a:r>
              <a:rPr dirty="0" baseline="3703" sz="2250" spc="-37">
                <a:solidFill>
                  <a:srgbClr val="0000FF"/>
                </a:solidFill>
                <a:latin typeface="宋体"/>
                <a:cs typeface="宋体"/>
              </a:rPr>
              <a:t>S</a:t>
            </a:r>
            <a:r>
              <a:rPr dirty="0" sz="750" spc="-25" b="1">
                <a:solidFill>
                  <a:srgbClr val="0000FF"/>
                </a:solidFill>
                <a:latin typeface="宋体"/>
                <a:cs typeface="宋体"/>
              </a:rPr>
              <a:t>5</a:t>
            </a:r>
            <a:endParaRPr sz="750">
              <a:latin typeface="宋体"/>
              <a:cs typeface="宋体"/>
            </a:endParaRPr>
          </a:p>
        </p:txBody>
      </p:sp>
      <p:sp>
        <p:nvSpPr>
          <p:cNvPr id="40" name="object 40" descr=""/>
          <p:cNvSpPr/>
          <p:nvPr/>
        </p:nvSpPr>
        <p:spPr>
          <a:xfrm>
            <a:off x="4008042" y="3161731"/>
            <a:ext cx="5359400" cy="0"/>
          </a:xfrm>
          <a:custGeom>
            <a:avLst/>
            <a:gdLst/>
            <a:ahLst/>
            <a:cxnLst/>
            <a:rect l="l" t="t" r="r" b="b"/>
            <a:pathLst>
              <a:path w="5359400" h="0">
                <a:moveTo>
                  <a:pt x="0" y="0"/>
                </a:moveTo>
                <a:lnTo>
                  <a:pt x="5358873" y="0"/>
                </a:lnTo>
              </a:path>
            </a:pathLst>
          </a:custGeom>
          <a:ln w="15247">
            <a:solidFill>
              <a:srgbClr val="000000"/>
            </a:solidFill>
          </a:ln>
        </p:spPr>
        <p:txBody>
          <a:bodyPr wrap="square" lIns="0" tIns="0" rIns="0" bIns="0" rtlCol="0"/>
          <a:lstStyle/>
          <a:p/>
        </p:txBody>
      </p:sp>
      <p:sp>
        <p:nvSpPr>
          <p:cNvPr id="41" name="object 41" descr=""/>
          <p:cNvSpPr txBox="1"/>
          <p:nvPr/>
        </p:nvSpPr>
        <p:spPr>
          <a:xfrm>
            <a:off x="4485294" y="3235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2</a:t>
            </a:r>
            <a:endParaRPr sz="1500">
              <a:latin typeface="宋体"/>
              <a:cs typeface="宋体"/>
            </a:endParaRPr>
          </a:p>
        </p:txBody>
      </p:sp>
      <p:sp>
        <p:nvSpPr>
          <p:cNvPr id="42" name="object 42" descr=""/>
          <p:cNvSpPr txBox="1"/>
          <p:nvPr/>
        </p:nvSpPr>
        <p:spPr>
          <a:xfrm>
            <a:off x="5582836" y="3235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5</a:t>
            </a:r>
            <a:endParaRPr sz="1500">
              <a:latin typeface="宋体"/>
              <a:cs typeface="宋体"/>
            </a:endParaRPr>
          </a:p>
        </p:txBody>
      </p:sp>
      <p:sp>
        <p:nvSpPr>
          <p:cNvPr id="43" name="object 43" descr=""/>
          <p:cNvSpPr txBox="1"/>
          <p:nvPr/>
        </p:nvSpPr>
        <p:spPr>
          <a:xfrm>
            <a:off x="6628741" y="3235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8</a:t>
            </a:r>
            <a:endParaRPr sz="1500">
              <a:latin typeface="宋体"/>
              <a:cs typeface="宋体"/>
            </a:endParaRPr>
          </a:p>
        </p:txBody>
      </p:sp>
      <p:sp>
        <p:nvSpPr>
          <p:cNvPr id="44" name="object 44" descr=""/>
          <p:cNvSpPr txBox="1"/>
          <p:nvPr/>
        </p:nvSpPr>
        <p:spPr>
          <a:xfrm>
            <a:off x="7465551" y="3214069"/>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45" name="object 45" descr=""/>
          <p:cNvSpPr/>
          <p:nvPr/>
        </p:nvSpPr>
        <p:spPr>
          <a:xfrm>
            <a:off x="4365396" y="2763731"/>
            <a:ext cx="5358765" cy="0"/>
          </a:xfrm>
          <a:custGeom>
            <a:avLst/>
            <a:gdLst/>
            <a:ahLst/>
            <a:cxnLst/>
            <a:rect l="l" t="t" r="r" b="b"/>
            <a:pathLst>
              <a:path w="5358765" h="0">
                <a:moveTo>
                  <a:pt x="0" y="0"/>
                </a:moveTo>
                <a:lnTo>
                  <a:pt x="5358299" y="0"/>
                </a:lnTo>
              </a:path>
            </a:pathLst>
          </a:custGeom>
          <a:ln w="15247">
            <a:solidFill>
              <a:srgbClr val="000000"/>
            </a:solidFill>
          </a:ln>
        </p:spPr>
        <p:txBody>
          <a:bodyPr wrap="square" lIns="0" tIns="0" rIns="0" bIns="0" rtlCol="0"/>
          <a:lstStyle/>
          <a:p/>
        </p:txBody>
      </p:sp>
      <p:sp>
        <p:nvSpPr>
          <p:cNvPr id="46" name="object 46" descr=""/>
          <p:cNvSpPr txBox="1"/>
          <p:nvPr/>
        </p:nvSpPr>
        <p:spPr>
          <a:xfrm>
            <a:off x="4842712" y="2837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3</a:t>
            </a:r>
            <a:endParaRPr sz="1500">
              <a:latin typeface="宋体"/>
              <a:cs typeface="宋体"/>
            </a:endParaRPr>
          </a:p>
        </p:txBody>
      </p:sp>
      <p:sp>
        <p:nvSpPr>
          <p:cNvPr id="47" name="object 47" descr=""/>
          <p:cNvSpPr txBox="1"/>
          <p:nvPr/>
        </p:nvSpPr>
        <p:spPr>
          <a:xfrm>
            <a:off x="5939616" y="2837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6</a:t>
            </a:r>
            <a:endParaRPr sz="1500">
              <a:latin typeface="宋体"/>
              <a:cs typeface="宋体"/>
            </a:endParaRPr>
          </a:p>
        </p:txBody>
      </p:sp>
      <p:sp>
        <p:nvSpPr>
          <p:cNvPr id="48" name="object 48" descr=""/>
          <p:cNvSpPr txBox="1"/>
          <p:nvPr/>
        </p:nvSpPr>
        <p:spPr>
          <a:xfrm>
            <a:off x="6986159" y="2837317"/>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9</a:t>
            </a:r>
            <a:endParaRPr sz="1500">
              <a:latin typeface="宋体"/>
              <a:cs typeface="宋体"/>
            </a:endParaRPr>
          </a:p>
        </p:txBody>
      </p:sp>
      <p:sp>
        <p:nvSpPr>
          <p:cNvPr id="49" name="object 49" descr=""/>
          <p:cNvSpPr txBox="1"/>
          <p:nvPr/>
        </p:nvSpPr>
        <p:spPr>
          <a:xfrm>
            <a:off x="7807669" y="2816069"/>
            <a:ext cx="251460" cy="296545"/>
          </a:xfrm>
          <a:prstGeom prst="rect">
            <a:avLst/>
          </a:prstGeom>
        </p:spPr>
        <p:txBody>
          <a:bodyPr wrap="square" lIns="0" tIns="15875" rIns="0" bIns="0" rtlCol="0" vert="horz">
            <a:spAutoFit/>
          </a:bodyPr>
          <a:lstStyle/>
          <a:p>
            <a:pPr marL="12700">
              <a:lnSpc>
                <a:spcPct val="100000"/>
              </a:lnSpc>
              <a:spcBef>
                <a:spcPts val="125"/>
              </a:spcBef>
            </a:pPr>
            <a:r>
              <a:rPr dirty="0" sz="1750" spc="-50">
                <a:latin typeface="宋体"/>
                <a:cs typeface="宋体"/>
              </a:rPr>
              <a:t>…</a:t>
            </a:r>
            <a:endParaRPr sz="1750">
              <a:latin typeface="宋体"/>
              <a:cs typeface="宋体"/>
            </a:endParaRPr>
          </a:p>
        </p:txBody>
      </p:sp>
      <p:sp>
        <p:nvSpPr>
          <p:cNvPr id="50" name="object 50" descr=""/>
          <p:cNvSpPr/>
          <p:nvPr/>
        </p:nvSpPr>
        <p:spPr>
          <a:xfrm>
            <a:off x="4008042" y="2370401"/>
            <a:ext cx="3572510" cy="1184275"/>
          </a:xfrm>
          <a:custGeom>
            <a:avLst/>
            <a:gdLst/>
            <a:ahLst/>
            <a:cxnLst/>
            <a:rect l="l" t="t" r="r" b="b"/>
            <a:pathLst>
              <a:path w="3572509" h="1184275">
                <a:moveTo>
                  <a:pt x="0" y="791330"/>
                </a:moveTo>
                <a:lnTo>
                  <a:pt x="0" y="1184150"/>
                </a:lnTo>
              </a:path>
              <a:path w="3572509" h="1184275">
                <a:moveTo>
                  <a:pt x="357354" y="393330"/>
                </a:moveTo>
                <a:lnTo>
                  <a:pt x="357354" y="791330"/>
                </a:lnTo>
              </a:path>
              <a:path w="3572509" h="1184275">
                <a:moveTo>
                  <a:pt x="714772" y="0"/>
                </a:moveTo>
                <a:lnTo>
                  <a:pt x="714772" y="393330"/>
                </a:lnTo>
              </a:path>
              <a:path w="3572509" h="1184275">
                <a:moveTo>
                  <a:pt x="1071766" y="791330"/>
                </a:moveTo>
                <a:lnTo>
                  <a:pt x="1071766" y="1184150"/>
                </a:lnTo>
              </a:path>
              <a:path w="3572509" h="1184275">
                <a:moveTo>
                  <a:pt x="2143808" y="791330"/>
                </a:moveTo>
                <a:lnTo>
                  <a:pt x="2143808" y="1184150"/>
                </a:lnTo>
              </a:path>
              <a:path w="3572509" h="1184275">
                <a:moveTo>
                  <a:pt x="3215426" y="791330"/>
                </a:moveTo>
                <a:lnTo>
                  <a:pt x="3215426" y="1184150"/>
                </a:lnTo>
              </a:path>
              <a:path w="3572509" h="1184275">
                <a:moveTo>
                  <a:pt x="3572419" y="791330"/>
                </a:moveTo>
                <a:lnTo>
                  <a:pt x="3572419" y="0"/>
                </a:lnTo>
              </a:path>
              <a:path w="3572509" h="1184275">
                <a:moveTo>
                  <a:pt x="1786390" y="0"/>
                </a:moveTo>
                <a:lnTo>
                  <a:pt x="1786390" y="393330"/>
                </a:lnTo>
              </a:path>
              <a:path w="3572509" h="1184275">
                <a:moveTo>
                  <a:pt x="2858220" y="0"/>
                </a:moveTo>
                <a:lnTo>
                  <a:pt x="2858220" y="393330"/>
                </a:lnTo>
              </a:path>
            </a:pathLst>
          </a:custGeom>
          <a:ln w="15256">
            <a:solidFill>
              <a:srgbClr val="000000"/>
            </a:solidFill>
          </a:ln>
        </p:spPr>
        <p:txBody>
          <a:bodyPr wrap="square" lIns="0" tIns="0" rIns="0" bIns="0" rtlCol="0"/>
          <a:lstStyle/>
          <a:p/>
        </p:txBody>
      </p:sp>
      <p:sp>
        <p:nvSpPr>
          <p:cNvPr id="51" name="object 51" descr=""/>
          <p:cNvSpPr txBox="1"/>
          <p:nvPr/>
        </p:nvSpPr>
        <p:spPr>
          <a:xfrm>
            <a:off x="4867999" y="2443987"/>
            <a:ext cx="2955290" cy="259079"/>
          </a:xfrm>
          <a:prstGeom prst="rect">
            <a:avLst/>
          </a:prstGeom>
        </p:spPr>
        <p:txBody>
          <a:bodyPr wrap="square" lIns="0" tIns="16510" rIns="0" bIns="0" rtlCol="0" vert="horz">
            <a:spAutoFit/>
          </a:bodyPr>
          <a:lstStyle/>
          <a:p>
            <a:pPr marL="12700">
              <a:lnSpc>
                <a:spcPct val="100000"/>
              </a:lnSpc>
              <a:spcBef>
                <a:spcPts val="130"/>
              </a:spcBef>
              <a:tabLst>
                <a:tab pos="369570" algn="l"/>
                <a:tab pos="727075" algn="l"/>
                <a:tab pos="1059180" algn="l"/>
                <a:tab pos="1416050" algn="l"/>
                <a:tab pos="1772920" algn="l"/>
                <a:tab pos="2130425" algn="l"/>
                <a:tab pos="2487930" algn="l"/>
                <a:tab pos="2844800" algn="l"/>
              </a:tabLst>
            </a:pPr>
            <a:r>
              <a:rPr dirty="0" sz="1500" spc="-50">
                <a:latin typeface="宋体"/>
                <a:cs typeface="宋体"/>
              </a:rPr>
              <a:t>1</a:t>
            </a:r>
            <a:r>
              <a:rPr dirty="0" sz="1500">
                <a:latin typeface="宋体"/>
                <a:cs typeface="宋体"/>
              </a:rPr>
              <a:t>	</a:t>
            </a:r>
            <a:r>
              <a:rPr dirty="0" sz="1500" spc="-50">
                <a:latin typeface="宋体"/>
                <a:cs typeface="宋体"/>
              </a:rPr>
              <a:t>2</a:t>
            </a:r>
            <a:r>
              <a:rPr dirty="0" sz="1500">
                <a:latin typeface="宋体"/>
                <a:cs typeface="宋体"/>
              </a:rPr>
              <a:t>	</a:t>
            </a:r>
            <a:r>
              <a:rPr dirty="0" sz="1500" spc="-50">
                <a:latin typeface="宋体"/>
                <a:cs typeface="宋体"/>
              </a:rPr>
              <a:t>3</a:t>
            </a:r>
            <a:r>
              <a:rPr dirty="0" sz="1500">
                <a:latin typeface="宋体"/>
                <a:cs typeface="宋体"/>
              </a:rPr>
              <a:t>	</a:t>
            </a:r>
            <a:r>
              <a:rPr dirty="0" sz="1500" spc="-50">
                <a:latin typeface="宋体"/>
                <a:cs typeface="宋体"/>
              </a:rPr>
              <a:t>4</a:t>
            </a:r>
            <a:r>
              <a:rPr dirty="0" sz="1500">
                <a:latin typeface="宋体"/>
                <a:cs typeface="宋体"/>
              </a:rPr>
              <a:t>	</a:t>
            </a:r>
            <a:r>
              <a:rPr dirty="0" sz="1500" spc="-50">
                <a:latin typeface="宋体"/>
                <a:cs typeface="宋体"/>
              </a:rPr>
              <a:t>5</a:t>
            </a:r>
            <a:r>
              <a:rPr dirty="0" sz="1500">
                <a:latin typeface="宋体"/>
                <a:cs typeface="宋体"/>
              </a:rPr>
              <a:t>	</a:t>
            </a:r>
            <a:r>
              <a:rPr dirty="0" sz="1500" spc="-50">
                <a:latin typeface="宋体"/>
                <a:cs typeface="宋体"/>
              </a:rPr>
              <a:t>6</a:t>
            </a:r>
            <a:r>
              <a:rPr dirty="0" sz="1500">
                <a:latin typeface="宋体"/>
                <a:cs typeface="宋体"/>
              </a:rPr>
              <a:t>	</a:t>
            </a:r>
            <a:r>
              <a:rPr dirty="0" sz="1500" spc="-50">
                <a:latin typeface="宋体"/>
                <a:cs typeface="宋体"/>
              </a:rPr>
              <a:t>7</a:t>
            </a:r>
            <a:r>
              <a:rPr dirty="0" sz="1500">
                <a:latin typeface="宋体"/>
                <a:cs typeface="宋体"/>
              </a:rPr>
              <a:t>	</a:t>
            </a:r>
            <a:r>
              <a:rPr dirty="0" sz="1500" spc="-50">
                <a:latin typeface="宋体"/>
                <a:cs typeface="宋体"/>
              </a:rPr>
              <a:t>8</a:t>
            </a:r>
            <a:r>
              <a:rPr dirty="0" sz="1500">
                <a:latin typeface="宋体"/>
                <a:cs typeface="宋体"/>
              </a:rPr>
              <a:t>	</a:t>
            </a:r>
            <a:r>
              <a:rPr dirty="0" sz="1500" spc="-50">
                <a:latin typeface="宋体"/>
                <a:cs typeface="宋体"/>
              </a:rPr>
              <a:t>9</a:t>
            </a:r>
            <a:endParaRPr sz="1500">
              <a:latin typeface="宋体"/>
              <a:cs typeface="宋体"/>
            </a:endParaRPr>
          </a:p>
        </p:txBody>
      </p:sp>
      <p:sp>
        <p:nvSpPr>
          <p:cNvPr id="52" name="object 52" descr=""/>
          <p:cNvSpPr txBox="1"/>
          <p:nvPr/>
        </p:nvSpPr>
        <p:spPr>
          <a:xfrm>
            <a:off x="3439495" y="4026541"/>
            <a:ext cx="2955290" cy="259079"/>
          </a:xfrm>
          <a:prstGeom prst="rect">
            <a:avLst/>
          </a:prstGeom>
        </p:spPr>
        <p:txBody>
          <a:bodyPr wrap="square" lIns="0" tIns="16510" rIns="0" bIns="0" rtlCol="0" vert="horz">
            <a:spAutoFit/>
          </a:bodyPr>
          <a:lstStyle/>
          <a:p>
            <a:pPr marL="12700">
              <a:lnSpc>
                <a:spcPct val="100000"/>
              </a:lnSpc>
              <a:spcBef>
                <a:spcPts val="130"/>
              </a:spcBef>
              <a:tabLst>
                <a:tab pos="368935" algn="l"/>
                <a:tab pos="701040" algn="l"/>
                <a:tab pos="1057910" algn="l"/>
                <a:tab pos="1415415" algn="l"/>
                <a:tab pos="1752600" algn="l"/>
                <a:tab pos="2129790" algn="l"/>
                <a:tab pos="2487295" algn="l"/>
                <a:tab pos="2844800" algn="l"/>
              </a:tabLst>
            </a:pPr>
            <a:r>
              <a:rPr dirty="0" sz="1500" spc="-50">
                <a:latin typeface="宋体"/>
                <a:cs typeface="宋体"/>
              </a:rPr>
              <a:t>1</a:t>
            </a:r>
            <a:r>
              <a:rPr dirty="0" sz="1500">
                <a:latin typeface="宋体"/>
                <a:cs typeface="宋体"/>
              </a:rPr>
              <a:t>	</a:t>
            </a:r>
            <a:r>
              <a:rPr dirty="0" sz="1500" spc="-50">
                <a:latin typeface="宋体"/>
                <a:cs typeface="宋体"/>
              </a:rPr>
              <a:t>2</a:t>
            </a:r>
            <a:r>
              <a:rPr dirty="0" sz="1500">
                <a:latin typeface="宋体"/>
                <a:cs typeface="宋体"/>
              </a:rPr>
              <a:t>	</a:t>
            </a:r>
            <a:r>
              <a:rPr dirty="0" sz="1500" spc="-50">
                <a:latin typeface="宋体"/>
                <a:cs typeface="宋体"/>
              </a:rPr>
              <a:t>3</a:t>
            </a:r>
            <a:r>
              <a:rPr dirty="0" sz="1500">
                <a:latin typeface="宋体"/>
                <a:cs typeface="宋体"/>
              </a:rPr>
              <a:t>	</a:t>
            </a:r>
            <a:r>
              <a:rPr dirty="0" sz="1500" spc="-50">
                <a:latin typeface="宋体"/>
                <a:cs typeface="宋体"/>
              </a:rPr>
              <a:t>4</a:t>
            </a:r>
            <a:r>
              <a:rPr dirty="0" sz="1500">
                <a:latin typeface="宋体"/>
                <a:cs typeface="宋体"/>
              </a:rPr>
              <a:t>	</a:t>
            </a:r>
            <a:r>
              <a:rPr dirty="0" sz="1500" spc="-50">
                <a:latin typeface="宋体"/>
                <a:cs typeface="宋体"/>
              </a:rPr>
              <a:t>5</a:t>
            </a:r>
            <a:r>
              <a:rPr dirty="0" sz="1500">
                <a:latin typeface="宋体"/>
                <a:cs typeface="宋体"/>
              </a:rPr>
              <a:t>	</a:t>
            </a:r>
            <a:r>
              <a:rPr dirty="0" sz="1500" spc="-50">
                <a:latin typeface="宋体"/>
                <a:cs typeface="宋体"/>
              </a:rPr>
              <a:t>6</a:t>
            </a:r>
            <a:r>
              <a:rPr dirty="0" sz="1500">
                <a:latin typeface="宋体"/>
                <a:cs typeface="宋体"/>
              </a:rPr>
              <a:t>	</a:t>
            </a:r>
            <a:r>
              <a:rPr dirty="0" sz="1500" spc="-50">
                <a:latin typeface="宋体"/>
                <a:cs typeface="宋体"/>
              </a:rPr>
              <a:t>7</a:t>
            </a:r>
            <a:r>
              <a:rPr dirty="0" sz="1500">
                <a:latin typeface="宋体"/>
                <a:cs typeface="宋体"/>
              </a:rPr>
              <a:t>	</a:t>
            </a:r>
            <a:r>
              <a:rPr dirty="0" sz="1500" spc="-50">
                <a:latin typeface="宋体"/>
                <a:cs typeface="宋体"/>
              </a:rPr>
              <a:t>8</a:t>
            </a:r>
            <a:r>
              <a:rPr dirty="0" sz="1500">
                <a:latin typeface="宋体"/>
                <a:cs typeface="宋体"/>
              </a:rPr>
              <a:t>	</a:t>
            </a:r>
            <a:r>
              <a:rPr dirty="0" sz="1500" spc="-50">
                <a:latin typeface="宋体"/>
                <a:cs typeface="宋体"/>
              </a:rPr>
              <a:t>9</a:t>
            </a:r>
            <a:endParaRPr sz="1500">
              <a:latin typeface="宋体"/>
              <a:cs typeface="宋体"/>
            </a:endParaRPr>
          </a:p>
        </p:txBody>
      </p:sp>
      <p:sp>
        <p:nvSpPr>
          <p:cNvPr id="53" name="object 53" descr=""/>
          <p:cNvSpPr txBox="1"/>
          <p:nvPr/>
        </p:nvSpPr>
        <p:spPr>
          <a:xfrm>
            <a:off x="2724700" y="4817850"/>
            <a:ext cx="2955290" cy="259079"/>
          </a:xfrm>
          <a:prstGeom prst="rect">
            <a:avLst/>
          </a:prstGeom>
        </p:spPr>
        <p:txBody>
          <a:bodyPr wrap="square" lIns="0" tIns="16510" rIns="0" bIns="0" rtlCol="0" vert="horz">
            <a:spAutoFit/>
          </a:bodyPr>
          <a:lstStyle/>
          <a:p>
            <a:pPr marL="12700">
              <a:lnSpc>
                <a:spcPct val="100000"/>
              </a:lnSpc>
              <a:spcBef>
                <a:spcPts val="130"/>
              </a:spcBef>
              <a:tabLst>
                <a:tab pos="369570" algn="l"/>
                <a:tab pos="727075" algn="l"/>
                <a:tab pos="1058545" algn="l"/>
                <a:tab pos="1415415" algn="l"/>
                <a:tab pos="1772920" algn="l"/>
                <a:tab pos="2130425" algn="l"/>
                <a:tab pos="2513330" algn="l"/>
                <a:tab pos="2844800" algn="l"/>
              </a:tabLst>
            </a:pPr>
            <a:r>
              <a:rPr dirty="0" sz="1500" spc="-50">
                <a:latin typeface="宋体"/>
                <a:cs typeface="宋体"/>
              </a:rPr>
              <a:t>1</a:t>
            </a:r>
            <a:r>
              <a:rPr dirty="0" sz="1500">
                <a:latin typeface="宋体"/>
                <a:cs typeface="宋体"/>
              </a:rPr>
              <a:t>	</a:t>
            </a:r>
            <a:r>
              <a:rPr dirty="0" sz="1500" spc="-50">
                <a:latin typeface="宋体"/>
                <a:cs typeface="宋体"/>
              </a:rPr>
              <a:t>2</a:t>
            </a:r>
            <a:r>
              <a:rPr dirty="0" sz="1500">
                <a:latin typeface="宋体"/>
                <a:cs typeface="宋体"/>
              </a:rPr>
              <a:t>	</a:t>
            </a:r>
            <a:r>
              <a:rPr dirty="0" sz="1500" spc="-50">
                <a:latin typeface="宋体"/>
                <a:cs typeface="宋体"/>
              </a:rPr>
              <a:t>3</a:t>
            </a:r>
            <a:r>
              <a:rPr dirty="0" sz="1500">
                <a:latin typeface="宋体"/>
                <a:cs typeface="宋体"/>
              </a:rPr>
              <a:t>	</a:t>
            </a:r>
            <a:r>
              <a:rPr dirty="0" sz="1500" spc="-50">
                <a:latin typeface="宋体"/>
                <a:cs typeface="宋体"/>
              </a:rPr>
              <a:t>4</a:t>
            </a:r>
            <a:r>
              <a:rPr dirty="0" sz="1500">
                <a:latin typeface="宋体"/>
                <a:cs typeface="宋体"/>
              </a:rPr>
              <a:t>	</a:t>
            </a:r>
            <a:r>
              <a:rPr dirty="0" sz="1500" spc="-50">
                <a:latin typeface="宋体"/>
                <a:cs typeface="宋体"/>
              </a:rPr>
              <a:t>5</a:t>
            </a:r>
            <a:r>
              <a:rPr dirty="0" sz="1500">
                <a:latin typeface="宋体"/>
                <a:cs typeface="宋体"/>
              </a:rPr>
              <a:t>	</a:t>
            </a:r>
            <a:r>
              <a:rPr dirty="0" sz="1500" spc="-50">
                <a:latin typeface="宋体"/>
                <a:cs typeface="宋体"/>
              </a:rPr>
              <a:t>6</a:t>
            </a:r>
            <a:r>
              <a:rPr dirty="0" sz="1500">
                <a:latin typeface="宋体"/>
                <a:cs typeface="宋体"/>
              </a:rPr>
              <a:t>	</a:t>
            </a:r>
            <a:r>
              <a:rPr dirty="0" sz="1500" spc="-50">
                <a:latin typeface="宋体"/>
                <a:cs typeface="宋体"/>
              </a:rPr>
              <a:t>7</a:t>
            </a:r>
            <a:r>
              <a:rPr dirty="0" sz="1500">
                <a:latin typeface="宋体"/>
                <a:cs typeface="宋体"/>
              </a:rPr>
              <a:t>	</a:t>
            </a:r>
            <a:r>
              <a:rPr dirty="0" sz="1500" spc="-50">
                <a:latin typeface="宋体"/>
                <a:cs typeface="宋体"/>
              </a:rPr>
              <a:t>8</a:t>
            </a:r>
            <a:r>
              <a:rPr dirty="0" sz="1500">
                <a:latin typeface="宋体"/>
                <a:cs typeface="宋体"/>
              </a:rPr>
              <a:t>	</a:t>
            </a:r>
            <a:r>
              <a:rPr dirty="0" sz="1500" spc="-50">
                <a:latin typeface="宋体"/>
                <a:cs typeface="宋体"/>
              </a:rPr>
              <a:t>9</a:t>
            </a:r>
            <a:endParaRPr sz="1500">
              <a:latin typeface="宋体"/>
              <a:cs typeface="宋体"/>
            </a:endParaRPr>
          </a:p>
        </p:txBody>
      </p:sp>
      <p:sp>
        <p:nvSpPr>
          <p:cNvPr id="54" name="object 54" descr=""/>
          <p:cNvSpPr txBox="1"/>
          <p:nvPr/>
        </p:nvSpPr>
        <p:spPr>
          <a:xfrm>
            <a:off x="3082097" y="4419320"/>
            <a:ext cx="2955290" cy="259079"/>
          </a:xfrm>
          <a:prstGeom prst="rect">
            <a:avLst/>
          </a:prstGeom>
        </p:spPr>
        <p:txBody>
          <a:bodyPr wrap="square" lIns="0" tIns="16510" rIns="0" bIns="0" rtlCol="0" vert="horz">
            <a:spAutoFit/>
          </a:bodyPr>
          <a:lstStyle/>
          <a:p>
            <a:pPr marL="12700">
              <a:lnSpc>
                <a:spcPct val="100000"/>
              </a:lnSpc>
              <a:spcBef>
                <a:spcPts val="130"/>
              </a:spcBef>
              <a:tabLst>
                <a:tab pos="369570" algn="l"/>
                <a:tab pos="701040" algn="l"/>
                <a:tab pos="1057910" algn="l"/>
                <a:tab pos="1415415" algn="l"/>
                <a:tab pos="1772920" algn="l"/>
                <a:tab pos="2130425" algn="l"/>
                <a:tab pos="2487295" algn="l"/>
                <a:tab pos="2844800" algn="l"/>
              </a:tabLst>
            </a:pPr>
            <a:r>
              <a:rPr dirty="0" sz="1500" spc="-50">
                <a:latin typeface="宋体"/>
                <a:cs typeface="宋体"/>
              </a:rPr>
              <a:t>1</a:t>
            </a:r>
            <a:r>
              <a:rPr dirty="0" sz="1500">
                <a:latin typeface="宋体"/>
                <a:cs typeface="宋体"/>
              </a:rPr>
              <a:t>	</a:t>
            </a:r>
            <a:r>
              <a:rPr dirty="0" sz="1500" spc="-50">
                <a:latin typeface="宋体"/>
                <a:cs typeface="宋体"/>
              </a:rPr>
              <a:t>2</a:t>
            </a:r>
            <a:r>
              <a:rPr dirty="0" sz="1500">
                <a:latin typeface="宋体"/>
                <a:cs typeface="宋体"/>
              </a:rPr>
              <a:t>	</a:t>
            </a:r>
            <a:r>
              <a:rPr dirty="0" sz="1500" spc="-50">
                <a:latin typeface="宋体"/>
                <a:cs typeface="宋体"/>
              </a:rPr>
              <a:t>3</a:t>
            </a:r>
            <a:r>
              <a:rPr dirty="0" sz="1500">
                <a:latin typeface="宋体"/>
                <a:cs typeface="宋体"/>
              </a:rPr>
              <a:t>	</a:t>
            </a:r>
            <a:r>
              <a:rPr dirty="0" sz="1500" spc="-50">
                <a:latin typeface="宋体"/>
                <a:cs typeface="宋体"/>
              </a:rPr>
              <a:t>4</a:t>
            </a:r>
            <a:r>
              <a:rPr dirty="0" sz="1500">
                <a:latin typeface="宋体"/>
                <a:cs typeface="宋体"/>
              </a:rPr>
              <a:t>	</a:t>
            </a:r>
            <a:r>
              <a:rPr dirty="0" sz="1500" spc="-50">
                <a:latin typeface="宋体"/>
                <a:cs typeface="宋体"/>
              </a:rPr>
              <a:t>5</a:t>
            </a:r>
            <a:r>
              <a:rPr dirty="0" sz="1500">
                <a:latin typeface="宋体"/>
                <a:cs typeface="宋体"/>
              </a:rPr>
              <a:t>	</a:t>
            </a:r>
            <a:r>
              <a:rPr dirty="0" sz="1500" spc="-50">
                <a:latin typeface="宋体"/>
                <a:cs typeface="宋体"/>
              </a:rPr>
              <a:t>6</a:t>
            </a:r>
            <a:r>
              <a:rPr dirty="0" sz="1500">
                <a:latin typeface="宋体"/>
                <a:cs typeface="宋体"/>
              </a:rPr>
              <a:t>	</a:t>
            </a:r>
            <a:r>
              <a:rPr dirty="0" sz="1500" spc="-50">
                <a:latin typeface="宋体"/>
                <a:cs typeface="宋体"/>
              </a:rPr>
              <a:t>7</a:t>
            </a:r>
            <a:r>
              <a:rPr dirty="0" sz="1500">
                <a:latin typeface="宋体"/>
                <a:cs typeface="宋体"/>
              </a:rPr>
              <a:t>	</a:t>
            </a:r>
            <a:r>
              <a:rPr dirty="0" sz="1500" spc="-50">
                <a:latin typeface="宋体"/>
                <a:cs typeface="宋体"/>
              </a:rPr>
              <a:t>8</a:t>
            </a:r>
            <a:r>
              <a:rPr dirty="0" sz="1500">
                <a:latin typeface="宋体"/>
                <a:cs typeface="宋体"/>
              </a:rPr>
              <a:t>	</a:t>
            </a:r>
            <a:r>
              <a:rPr dirty="0" sz="1500" spc="-50">
                <a:latin typeface="宋体"/>
                <a:cs typeface="宋体"/>
              </a:rPr>
              <a:t>9</a:t>
            </a:r>
            <a:endParaRPr sz="1500">
              <a:latin typeface="宋体"/>
              <a:cs typeface="宋体"/>
            </a:endParaRPr>
          </a:p>
        </p:txBody>
      </p:sp>
      <p:sp>
        <p:nvSpPr>
          <p:cNvPr id="55" name="object 55" descr=""/>
          <p:cNvSpPr/>
          <p:nvPr/>
        </p:nvSpPr>
        <p:spPr>
          <a:xfrm>
            <a:off x="8652078" y="2370401"/>
            <a:ext cx="715010" cy="1184275"/>
          </a:xfrm>
          <a:custGeom>
            <a:avLst/>
            <a:gdLst/>
            <a:ahLst/>
            <a:cxnLst/>
            <a:rect l="l" t="t" r="r" b="b"/>
            <a:pathLst>
              <a:path w="715009" h="1184275">
                <a:moveTo>
                  <a:pt x="0" y="0"/>
                </a:moveTo>
                <a:lnTo>
                  <a:pt x="0" y="393330"/>
                </a:lnTo>
              </a:path>
              <a:path w="715009" h="1184275">
                <a:moveTo>
                  <a:pt x="357418" y="1184150"/>
                </a:moveTo>
                <a:lnTo>
                  <a:pt x="357418" y="791330"/>
                </a:lnTo>
              </a:path>
              <a:path w="715009" h="1184275">
                <a:moveTo>
                  <a:pt x="714836" y="0"/>
                </a:moveTo>
                <a:lnTo>
                  <a:pt x="714836" y="791330"/>
                </a:lnTo>
              </a:path>
              <a:path w="715009" h="1184275">
                <a:moveTo>
                  <a:pt x="357418" y="0"/>
                </a:moveTo>
                <a:lnTo>
                  <a:pt x="357418" y="393330"/>
                </a:lnTo>
              </a:path>
            </a:pathLst>
          </a:custGeom>
          <a:ln w="15256">
            <a:solidFill>
              <a:srgbClr val="000000"/>
            </a:solidFill>
          </a:ln>
        </p:spPr>
        <p:txBody>
          <a:bodyPr wrap="square" lIns="0" tIns="0" rIns="0" bIns="0" rtlCol="0"/>
          <a:lstStyle/>
          <a:p/>
        </p:txBody>
      </p:sp>
      <p:sp>
        <p:nvSpPr>
          <p:cNvPr id="56" name="object 56" descr=""/>
          <p:cNvSpPr txBox="1"/>
          <p:nvPr/>
        </p:nvSpPr>
        <p:spPr>
          <a:xfrm>
            <a:off x="8670403" y="2443987"/>
            <a:ext cx="689610" cy="259079"/>
          </a:xfrm>
          <a:prstGeom prst="rect">
            <a:avLst/>
          </a:prstGeom>
        </p:spPr>
        <p:txBody>
          <a:bodyPr wrap="square" lIns="0" tIns="16510" rIns="0" bIns="0" rtlCol="0" vert="horz">
            <a:spAutoFit/>
          </a:bodyPr>
          <a:lstStyle/>
          <a:p>
            <a:pPr marL="12700">
              <a:lnSpc>
                <a:spcPct val="100000"/>
              </a:lnSpc>
              <a:spcBef>
                <a:spcPts val="130"/>
              </a:spcBef>
            </a:pPr>
            <a:r>
              <a:rPr dirty="0" sz="1500">
                <a:latin typeface="宋体"/>
                <a:cs typeface="宋体"/>
              </a:rPr>
              <a:t>n-2</a:t>
            </a:r>
            <a:r>
              <a:rPr dirty="0" sz="1500" spc="-60">
                <a:latin typeface="宋体"/>
                <a:cs typeface="宋体"/>
              </a:rPr>
              <a:t> </a:t>
            </a:r>
            <a:r>
              <a:rPr dirty="0" sz="1500">
                <a:latin typeface="宋体"/>
                <a:cs typeface="宋体"/>
              </a:rPr>
              <a:t>n-</a:t>
            </a:r>
            <a:r>
              <a:rPr dirty="0" sz="1500" spc="-50">
                <a:latin typeface="宋体"/>
                <a:cs typeface="宋体"/>
              </a:rPr>
              <a:t>1</a:t>
            </a:r>
            <a:endParaRPr sz="1500">
              <a:latin typeface="宋体"/>
              <a:cs typeface="宋体"/>
            </a:endParaRPr>
          </a:p>
        </p:txBody>
      </p:sp>
      <p:grpSp>
        <p:nvGrpSpPr>
          <p:cNvPr id="57" name="object 57" descr=""/>
          <p:cNvGrpSpPr/>
          <p:nvPr/>
        </p:nvGrpSpPr>
        <p:grpSpPr>
          <a:xfrm>
            <a:off x="2741612" y="1282763"/>
            <a:ext cx="5566410" cy="3867785"/>
            <a:chOff x="2741612" y="1282763"/>
            <a:chExt cx="5566410" cy="3867785"/>
          </a:xfrm>
        </p:grpSpPr>
        <p:sp>
          <p:nvSpPr>
            <p:cNvPr id="58" name="object 58" descr=""/>
            <p:cNvSpPr/>
            <p:nvPr/>
          </p:nvSpPr>
          <p:spPr>
            <a:xfrm>
              <a:off x="6508844" y="2768401"/>
              <a:ext cx="1791335" cy="2374265"/>
            </a:xfrm>
            <a:custGeom>
              <a:avLst/>
              <a:gdLst/>
              <a:ahLst/>
              <a:cxnLst/>
              <a:rect l="l" t="t" r="r" b="b"/>
              <a:pathLst>
                <a:path w="1791334" h="2374265">
                  <a:moveTo>
                    <a:pt x="357418" y="786150"/>
                  </a:moveTo>
                  <a:lnTo>
                    <a:pt x="357418" y="1184681"/>
                  </a:lnTo>
                </a:path>
                <a:path w="1791334" h="2374265">
                  <a:moveTo>
                    <a:pt x="0" y="1184681"/>
                  </a:moveTo>
                  <a:lnTo>
                    <a:pt x="0" y="1577459"/>
                  </a:lnTo>
                </a:path>
                <a:path w="1791334" h="2374265">
                  <a:moveTo>
                    <a:pt x="1791128" y="0"/>
                  </a:moveTo>
                  <a:lnTo>
                    <a:pt x="1791128" y="393330"/>
                  </a:lnTo>
                </a:path>
                <a:path w="1791334" h="2374265">
                  <a:moveTo>
                    <a:pt x="1429035" y="398636"/>
                  </a:moveTo>
                  <a:lnTo>
                    <a:pt x="1429035" y="791372"/>
                  </a:lnTo>
                </a:path>
                <a:path w="1791334" h="2374265">
                  <a:moveTo>
                    <a:pt x="1429035" y="1179438"/>
                  </a:moveTo>
                  <a:lnTo>
                    <a:pt x="1419048" y="1980702"/>
                  </a:lnTo>
                </a:path>
                <a:path w="1791334" h="2374265">
                  <a:moveTo>
                    <a:pt x="714624" y="1970768"/>
                  </a:moveTo>
                  <a:lnTo>
                    <a:pt x="714624" y="2374011"/>
                  </a:lnTo>
                </a:path>
                <a:path w="1791334" h="2374265">
                  <a:moveTo>
                    <a:pt x="1066942" y="791372"/>
                  </a:moveTo>
                  <a:lnTo>
                    <a:pt x="1066942" y="1184681"/>
                  </a:lnTo>
                </a:path>
              </a:pathLst>
            </a:custGeom>
            <a:ln w="15256">
              <a:solidFill>
                <a:srgbClr val="000000"/>
              </a:solidFill>
            </a:ln>
          </p:spPr>
          <p:txBody>
            <a:bodyPr wrap="square" lIns="0" tIns="0" rIns="0" bIns="0" rtlCol="0"/>
            <a:lstStyle/>
            <a:p/>
          </p:txBody>
        </p:sp>
        <p:sp>
          <p:nvSpPr>
            <p:cNvPr id="59" name="object 59" descr=""/>
            <p:cNvSpPr/>
            <p:nvPr/>
          </p:nvSpPr>
          <p:spPr>
            <a:xfrm>
              <a:off x="2746375" y="1287525"/>
              <a:ext cx="2557780" cy="2390775"/>
            </a:xfrm>
            <a:custGeom>
              <a:avLst/>
              <a:gdLst/>
              <a:ahLst/>
              <a:cxnLst/>
              <a:rect l="l" t="t" r="r" b="b"/>
              <a:pathLst>
                <a:path w="2557779" h="2390775">
                  <a:moveTo>
                    <a:pt x="2557526" y="0"/>
                  </a:moveTo>
                  <a:lnTo>
                    <a:pt x="0" y="0"/>
                  </a:lnTo>
                  <a:lnTo>
                    <a:pt x="0" y="1152525"/>
                  </a:lnTo>
                  <a:lnTo>
                    <a:pt x="426212" y="1152525"/>
                  </a:lnTo>
                  <a:lnTo>
                    <a:pt x="1263141" y="2390267"/>
                  </a:lnTo>
                  <a:lnTo>
                    <a:pt x="1065657" y="1152525"/>
                  </a:lnTo>
                  <a:lnTo>
                    <a:pt x="2557526" y="1152525"/>
                  </a:lnTo>
                  <a:lnTo>
                    <a:pt x="2557526" y="0"/>
                  </a:lnTo>
                  <a:close/>
                </a:path>
              </a:pathLst>
            </a:custGeom>
            <a:solidFill>
              <a:srgbClr val="F5FAAC"/>
            </a:solidFill>
          </p:spPr>
          <p:txBody>
            <a:bodyPr wrap="square" lIns="0" tIns="0" rIns="0" bIns="0" rtlCol="0"/>
            <a:lstStyle/>
            <a:p/>
          </p:txBody>
        </p:sp>
        <p:sp>
          <p:nvSpPr>
            <p:cNvPr id="60" name="object 60" descr=""/>
            <p:cNvSpPr/>
            <p:nvPr/>
          </p:nvSpPr>
          <p:spPr>
            <a:xfrm>
              <a:off x="2746375" y="1287525"/>
              <a:ext cx="2557780" cy="2390775"/>
            </a:xfrm>
            <a:custGeom>
              <a:avLst/>
              <a:gdLst/>
              <a:ahLst/>
              <a:cxnLst/>
              <a:rect l="l" t="t" r="r" b="b"/>
              <a:pathLst>
                <a:path w="2557779" h="2390775">
                  <a:moveTo>
                    <a:pt x="0" y="0"/>
                  </a:moveTo>
                  <a:lnTo>
                    <a:pt x="426212" y="0"/>
                  </a:lnTo>
                  <a:lnTo>
                    <a:pt x="1065657" y="0"/>
                  </a:lnTo>
                  <a:lnTo>
                    <a:pt x="2557526" y="0"/>
                  </a:lnTo>
                  <a:lnTo>
                    <a:pt x="2557526" y="672211"/>
                  </a:lnTo>
                  <a:lnTo>
                    <a:pt x="2557526" y="960374"/>
                  </a:lnTo>
                  <a:lnTo>
                    <a:pt x="2557526" y="1152525"/>
                  </a:lnTo>
                  <a:lnTo>
                    <a:pt x="1065657" y="1152525"/>
                  </a:lnTo>
                  <a:lnTo>
                    <a:pt x="1263141" y="2390267"/>
                  </a:lnTo>
                  <a:lnTo>
                    <a:pt x="426212" y="1152525"/>
                  </a:lnTo>
                  <a:lnTo>
                    <a:pt x="0" y="1152525"/>
                  </a:lnTo>
                  <a:lnTo>
                    <a:pt x="0" y="960374"/>
                  </a:lnTo>
                  <a:lnTo>
                    <a:pt x="0" y="672211"/>
                  </a:lnTo>
                  <a:lnTo>
                    <a:pt x="0" y="0"/>
                  </a:lnTo>
                  <a:close/>
                </a:path>
              </a:pathLst>
            </a:custGeom>
            <a:ln w="9525">
              <a:solidFill>
                <a:srgbClr val="40458B"/>
              </a:solidFill>
            </a:ln>
          </p:spPr>
          <p:txBody>
            <a:bodyPr wrap="square" lIns="0" tIns="0" rIns="0" bIns="0" rtlCol="0"/>
            <a:lstStyle/>
            <a:p/>
          </p:txBody>
        </p:sp>
      </p:grpSp>
      <p:sp>
        <p:nvSpPr>
          <p:cNvPr id="61" name="object 61" descr=""/>
          <p:cNvSpPr txBox="1"/>
          <p:nvPr/>
        </p:nvSpPr>
        <p:spPr>
          <a:xfrm>
            <a:off x="8741589" y="2832011"/>
            <a:ext cx="123189" cy="259079"/>
          </a:xfrm>
          <a:prstGeom prst="rect">
            <a:avLst/>
          </a:prstGeom>
        </p:spPr>
        <p:txBody>
          <a:bodyPr wrap="square" lIns="0" tIns="16510" rIns="0" bIns="0" rtlCol="0" vert="horz">
            <a:spAutoFit/>
          </a:bodyPr>
          <a:lstStyle/>
          <a:p>
            <a:pPr marL="12700">
              <a:lnSpc>
                <a:spcPct val="100000"/>
              </a:lnSpc>
              <a:spcBef>
                <a:spcPts val="130"/>
              </a:spcBef>
            </a:pPr>
            <a:r>
              <a:rPr dirty="0" sz="1500" spc="-50">
                <a:latin typeface="宋体"/>
                <a:cs typeface="宋体"/>
              </a:rPr>
              <a:t>n</a:t>
            </a:r>
            <a:endParaRPr sz="1500">
              <a:latin typeface="宋体"/>
              <a:cs typeface="宋体"/>
            </a:endParaRPr>
          </a:p>
        </p:txBody>
      </p:sp>
      <p:sp>
        <p:nvSpPr>
          <p:cNvPr id="62" name="object 62" descr=""/>
          <p:cNvSpPr txBox="1"/>
          <p:nvPr/>
        </p:nvSpPr>
        <p:spPr>
          <a:xfrm>
            <a:off x="8328284" y="3224704"/>
            <a:ext cx="316865" cy="259079"/>
          </a:xfrm>
          <a:prstGeom prst="rect">
            <a:avLst/>
          </a:prstGeom>
        </p:spPr>
        <p:txBody>
          <a:bodyPr wrap="square" lIns="0" tIns="16510" rIns="0" bIns="0" rtlCol="0" vert="horz">
            <a:spAutoFit/>
          </a:bodyPr>
          <a:lstStyle/>
          <a:p>
            <a:pPr marL="12700">
              <a:lnSpc>
                <a:spcPct val="100000"/>
              </a:lnSpc>
              <a:spcBef>
                <a:spcPts val="130"/>
              </a:spcBef>
            </a:pPr>
            <a:r>
              <a:rPr dirty="0" sz="1500">
                <a:latin typeface="宋体"/>
                <a:cs typeface="宋体"/>
              </a:rPr>
              <a:t>n-</a:t>
            </a:r>
            <a:r>
              <a:rPr dirty="0" sz="1500" spc="-50">
                <a:latin typeface="宋体"/>
                <a:cs typeface="宋体"/>
              </a:rPr>
              <a:t>1</a:t>
            </a:r>
            <a:endParaRPr sz="1500">
              <a:latin typeface="宋体"/>
              <a:cs typeface="宋体"/>
            </a:endParaRPr>
          </a:p>
        </p:txBody>
      </p:sp>
      <p:sp>
        <p:nvSpPr>
          <p:cNvPr id="63" name="object 63" descr=""/>
          <p:cNvSpPr txBox="1"/>
          <p:nvPr/>
        </p:nvSpPr>
        <p:spPr>
          <a:xfrm>
            <a:off x="2800223" y="1320800"/>
            <a:ext cx="2569845" cy="391160"/>
          </a:xfrm>
          <a:prstGeom prst="rect">
            <a:avLst/>
          </a:prstGeom>
        </p:spPr>
        <p:txBody>
          <a:bodyPr wrap="square" lIns="0" tIns="12700" rIns="0" bIns="0" rtlCol="0" vert="horz">
            <a:spAutoFit/>
          </a:bodyPr>
          <a:lstStyle/>
          <a:p>
            <a:pPr marL="38100">
              <a:lnSpc>
                <a:spcPct val="100000"/>
              </a:lnSpc>
              <a:spcBef>
                <a:spcPts val="100"/>
              </a:spcBef>
            </a:pPr>
            <a:r>
              <a:rPr dirty="0" sz="2400" spc="-20">
                <a:solidFill>
                  <a:srgbClr val="FF0000"/>
                </a:solidFill>
                <a:latin typeface="Tahoma"/>
                <a:cs typeface="Tahoma"/>
              </a:rPr>
              <a:t>S</a:t>
            </a:r>
            <a:r>
              <a:rPr dirty="0" baseline="-20833" sz="2400" spc="-30">
                <a:solidFill>
                  <a:srgbClr val="FF0000"/>
                </a:solidFill>
                <a:latin typeface="Tahoma"/>
                <a:cs typeface="Tahoma"/>
              </a:rPr>
              <a:t>4a-4c</a:t>
            </a:r>
            <a:r>
              <a:rPr dirty="0" sz="2400" spc="-10">
                <a:solidFill>
                  <a:srgbClr val="40458B"/>
                </a:solidFill>
                <a:latin typeface="黑体"/>
                <a:cs typeface="黑体"/>
              </a:rPr>
              <a:t>重复段的时间</a:t>
            </a:r>
            <a:endParaRPr sz="2400">
              <a:latin typeface="黑体"/>
              <a:cs typeface="黑体"/>
            </a:endParaRPr>
          </a:p>
        </p:txBody>
      </p:sp>
      <p:sp>
        <p:nvSpPr>
          <p:cNvPr id="64" name="object 64" descr=""/>
          <p:cNvSpPr txBox="1"/>
          <p:nvPr/>
        </p:nvSpPr>
        <p:spPr>
          <a:xfrm>
            <a:off x="2825623" y="1686255"/>
            <a:ext cx="24638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在此完成此子任务</a:t>
            </a:r>
            <a:endParaRPr sz="2400">
              <a:latin typeface="黑体"/>
              <a:cs typeface="黑体"/>
            </a:endParaRPr>
          </a:p>
        </p:txBody>
      </p:sp>
      <p:grpSp>
        <p:nvGrpSpPr>
          <p:cNvPr id="65" name="object 65" descr=""/>
          <p:cNvGrpSpPr/>
          <p:nvPr/>
        </p:nvGrpSpPr>
        <p:grpSpPr>
          <a:xfrm>
            <a:off x="2632138" y="820737"/>
            <a:ext cx="7861300" cy="4362450"/>
            <a:chOff x="2632138" y="820737"/>
            <a:chExt cx="7861300" cy="4362450"/>
          </a:xfrm>
        </p:grpSpPr>
        <p:sp>
          <p:nvSpPr>
            <p:cNvPr id="66" name="object 66" descr=""/>
            <p:cNvSpPr/>
            <p:nvPr/>
          </p:nvSpPr>
          <p:spPr>
            <a:xfrm>
              <a:off x="4079875" y="2403475"/>
              <a:ext cx="2376805" cy="2754630"/>
            </a:xfrm>
            <a:custGeom>
              <a:avLst/>
              <a:gdLst/>
              <a:ahLst/>
              <a:cxnLst/>
              <a:rect l="l" t="t" r="r" b="b"/>
              <a:pathLst>
                <a:path w="2376804" h="2754629">
                  <a:moveTo>
                    <a:pt x="0" y="2574036"/>
                  </a:moveTo>
                  <a:lnTo>
                    <a:pt x="5147" y="2526061"/>
                  </a:lnTo>
                  <a:lnTo>
                    <a:pt x="19670" y="2482972"/>
                  </a:lnTo>
                  <a:lnTo>
                    <a:pt x="42195" y="2446480"/>
                  </a:lnTo>
                  <a:lnTo>
                    <a:pt x="71345" y="2418296"/>
                  </a:lnTo>
                  <a:lnTo>
                    <a:pt x="105745" y="2400131"/>
                  </a:lnTo>
                  <a:lnTo>
                    <a:pt x="144017" y="2393696"/>
                  </a:lnTo>
                  <a:lnTo>
                    <a:pt x="182290" y="2400131"/>
                  </a:lnTo>
                  <a:lnTo>
                    <a:pt x="216690" y="2418296"/>
                  </a:lnTo>
                  <a:lnTo>
                    <a:pt x="245840" y="2446480"/>
                  </a:lnTo>
                  <a:lnTo>
                    <a:pt x="268365" y="2482972"/>
                  </a:lnTo>
                  <a:lnTo>
                    <a:pt x="282888" y="2526061"/>
                  </a:lnTo>
                  <a:lnTo>
                    <a:pt x="288036" y="2574036"/>
                  </a:lnTo>
                  <a:lnTo>
                    <a:pt x="282888" y="2621966"/>
                  </a:lnTo>
                  <a:lnTo>
                    <a:pt x="268365" y="2665043"/>
                  </a:lnTo>
                  <a:lnTo>
                    <a:pt x="245840" y="2701543"/>
                  </a:lnTo>
                  <a:lnTo>
                    <a:pt x="216690" y="2729747"/>
                  </a:lnTo>
                  <a:lnTo>
                    <a:pt x="182290" y="2747931"/>
                  </a:lnTo>
                  <a:lnTo>
                    <a:pt x="144017" y="2754376"/>
                  </a:lnTo>
                  <a:lnTo>
                    <a:pt x="105745" y="2747931"/>
                  </a:lnTo>
                  <a:lnTo>
                    <a:pt x="71345" y="2729747"/>
                  </a:lnTo>
                  <a:lnTo>
                    <a:pt x="42195" y="2701543"/>
                  </a:lnTo>
                  <a:lnTo>
                    <a:pt x="19670" y="2665043"/>
                  </a:lnTo>
                  <a:lnTo>
                    <a:pt x="5147" y="2621966"/>
                  </a:lnTo>
                  <a:lnTo>
                    <a:pt x="0" y="2574036"/>
                  </a:lnTo>
                  <a:close/>
                </a:path>
                <a:path w="2376804" h="2754629">
                  <a:moveTo>
                    <a:pt x="335279" y="2126869"/>
                  </a:moveTo>
                  <a:lnTo>
                    <a:pt x="340427" y="2078938"/>
                  </a:lnTo>
                  <a:lnTo>
                    <a:pt x="354950" y="2035861"/>
                  </a:lnTo>
                  <a:lnTo>
                    <a:pt x="377475" y="1999361"/>
                  </a:lnTo>
                  <a:lnTo>
                    <a:pt x="406625" y="1971157"/>
                  </a:lnTo>
                  <a:lnTo>
                    <a:pt x="441025" y="1952973"/>
                  </a:lnTo>
                  <a:lnTo>
                    <a:pt x="479298" y="1946529"/>
                  </a:lnTo>
                  <a:lnTo>
                    <a:pt x="517570" y="1952973"/>
                  </a:lnTo>
                  <a:lnTo>
                    <a:pt x="551970" y="1971157"/>
                  </a:lnTo>
                  <a:lnTo>
                    <a:pt x="581120" y="1999361"/>
                  </a:lnTo>
                  <a:lnTo>
                    <a:pt x="603645" y="2035861"/>
                  </a:lnTo>
                  <a:lnTo>
                    <a:pt x="618168" y="2078938"/>
                  </a:lnTo>
                  <a:lnTo>
                    <a:pt x="623315" y="2126869"/>
                  </a:lnTo>
                  <a:lnTo>
                    <a:pt x="618168" y="2174799"/>
                  </a:lnTo>
                  <a:lnTo>
                    <a:pt x="603645" y="2217876"/>
                  </a:lnTo>
                  <a:lnTo>
                    <a:pt x="581120" y="2254376"/>
                  </a:lnTo>
                  <a:lnTo>
                    <a:pt x="551970" y="2282580"/>
                  </a:lnTo>
                  <a:lnTo>
                    <a:pt x="517570" y="2300764"/>
                  </a:lnTo>
                  <a:lnTo>
                    <a:pt x="479298" y="2307209"/>
                  </a:lnTo>
                  <a:lnTo>
                    <a:pt x="441025" y="2300764"/>
                  </a:lnTo>
                  <a:lnTo>
                    <a:pt x="406625" y="2282580"/>
                  </a:lnTo>
                  <a:lnTo>
                    <a:pt x="377475" y="2254377"/>
                  </a:lnTo>
                  <a:lnTo>
                    <a:pt x="354950" y="2217876"/>
                  </a:lnTo>
                  <a:lnTo>
                    <a:pt x="340427" y="2174799"/>
                  </a:lnTo>
                  <a:lnTo>
                    <a:pt x="335279" y="2126869"/>
                  </a:lnTo>
                  <a:close/>
                </a:path>
                <a:path w="2376804" h="2754629">
                  <a:moveTo>
                    <a:pt x="720089" y="1764664"/>
                  </a:moveTo>
                  <a:lnTo>
                    <a:pt x="725237" y="1716734"/>
                  </a:lnTo>
                  <a:lnTo>
                    <a:pt x="739760" y="1673657"/>
                  </a:lnTo>
                  <a:lnTo>
                    <a:pt x="762285" y="1637157"/>
                  </a:lnTo>
                  <a:lnTo>
                    <a:pt x="791435" y="1608953"/>
                  </a:lnTo>
                  <a:lnTo>
                    <a:pt x="825835" y="1590769"/>
                  </a:lnTo>
                  <a:lnTo>
                    <a:pt x="864108" y="1584325"/>
                  </a:lnTo>
                  <a:lnTo>
                    <a:pt x="902380" y="1590769"/>
                  </a:lnTo>
                  <a:lnTo>
                    <a:pt x="936780" y="1608953"/>
                  </a:lnTo>
                  <a:lnTo>
                    <a:pt x="965930" y="1637157"/>
                  </a:lnTo>
                  <a:lnTo>
                    <a:pt x="988455" y="1673657"/>
                  </a:lnTo>
                  <a:lnTo>
                    <a:pt x="1002978" y="1716734"/>
                  </a:lnTo>
                  <a:lnTo>
                    <a:pt x="1008126" y="1764664"/>
                  </a:lnTo>
                  <a:lnTo>
                    <a:pt x="1002978" y="1812639"/>
                  </a:lnTo>
                  <a:lnTo>
                    <a:pt x="988455" y="1855728"/>
                  </a:lnTo>
                  <a:lnTo>
                    <a:pt x="965930" y="1892220"/>
                  </a:lnTo>
                  <a:lnTo>
                    <a:pt x="936780" y="1920404"/>
                  </a:lnTo>
                  <a:lnTo>
                    <a:pt x="902380" y="1938569"/>
                  </a:lnTo>
                  <a:lnTo>
                    <a:pt x="864108" y="1945005"/>
                  </a:lnTo>
                  <a:lnTo>
                    <a:pt x="825835" y="1938569"/>
                  </a:lnTo>
                  <a:lnTo>
                    <a:pt x="791435" y="1920404"/>
                  </a:lnTo>
                  <a:lnTo>
                    <a:pt x="762285" y="1892220"/>
                  </a:lnTo>
                  <a:lnTo>
                    <a:pt x="739760" y="1855728"/>
                  </a:lnTo>
                  <a:lnTo>
                    <a:pt x="725237" y="1812639"/>
                  </a:lnTo>
                  <a:lnTo>
                    <a:pt x="720089" y="1764664"/>
                  </a:lnTo>
                  <a:close/>
                </a:path>
                <a:path w="2376804" h="2754629">
                  <a:moveTo>
                    <a:pt x="1440307" y="917701"/>
                  </a:moveTo>
                  <a:lnTo>
                    <a:pt x="1445454" y="869771"/>
                  </a:lnTo>
                  <a:lnTo>
                    <a:pt x="1459977" y="826694"/>
                  </a:lnTo>
                  <a:lnTo>
                    <a:pt x="1482502" y="790193"/>
                  </a:lnTo>
                  <a:lnTo>
                    <a:pt x="1511652" y="761990"/>
                  </a:lnTo>
                  <a:lnTo>
                    <a:pt x="1546052" y="743806"/>
                  </a:lnTo>
                  <a:lnTo>
                    <a:pt x="1584325" y="737362"/>
                  </a:lnTo>
                  <a:lnTo>
                    <a:pt x="1622641" y="743806"/>
                  </a:lnTo>
                  <a:lnTo>
                    <a:pt x="1657053" y="761990"/>
                  </a:lnTo>
                  <a:lnTo>
                    <a:pt x="1686194" y="790193"/>
                  </a:lnTo>
                  <a:lnTo>
                    <a:pt x="1708700" y="826694"/>
                  </a:lnTo>
                  <a:lnTo>
                    <a:pt x="1723204" y="869771"/>
                  </a:lnTo>
                  <a:lnTo>
                    <a:pt x="1728342" y="917701"/>
                  </a:lnTo>
                  <a:lnTo>
                    <a:pt x="1723204" y="965632"/>
                  </a:lnTo>
                  <a:lnTo>
                    <a:pt x="1708700" y="1008709"/>
                  </a:lnTo>
                  <a:lnTo>
                    <a:pt x="1686194" y="1045210"/>
                  </a:lnTo>
                  <a:lnTo>
                    <a:pt x="1657053" y="1073413"/>
                  </a:lnTo>
                  <a:lnTo>
                    <a:pt x="1622641" y="1091597"/>
                  </a:lnTo>
                  <a:lnTo>
                    <a:pt x="1584325" y="1098041"/>
                  </a:lnTo>
                  <a:lnTo>
                    <a:pt x="1546052" y="1091597"/>
                  </a:lnTo>
                  <a:lnTo>
                    <a:pt x="1511652" y="1073413"/>
                  </a:lnTo>
                  <a:lnTo>
                    <a:pt x="1482502" y="1045210"/>
                  </a:lnTo>
                  <a:lnTo>
                    <a:pt x="1459977" y="1008709"/>
                  </a:lnTo>
                  <a:lnTo>
                    <a:pt x="1445454" y="965632"/>
                  </a:lnTo>
                  <a:lnTo>
                    <a:pt x="1440307" y="917701"/>
                  </a:lnTo>
                  <a:close/>
                </a:path>
                <a:path w="2376804" h="2754629">
                  <a:moveTo>
                    <a:pt x="2088388" y="180339"/>
                  </a:moveTo>
                  <a:lnTo>
                    <a:pt x="2093535" y="132409"/>
                  </a:lnTo>
                  <a:lnTo>
                    <a:pt x="2108058" y="89332"/>
                  </a:lnTo>
                  <a:lnTo>
                    <a:pt x="2130583" y="52831"/>
                  </a:lnTo>
                  <a:lnTo>
                    <a:pt x="2159733" y="24628"/>
                  </a:lnTo>
                  <a:lnTo>
                    <a:pt x="2194133" y="6444"/>
                  </a:lnTo>
                  <a:lnTo>
                    <a:pt x="2232405" y="0"/>
                  </a:lnTo>
                  <a:lnTo>
                    <a:pt x="2270732" y="6444"/>
                  </a:lnTo>
                  <a:lnTo>
                    <a:pt x="2305167" y="24628"/>
                  </a:lnTo>
                  <a:lnTo>
                    <a:pt x="2334339" y="52831"/>
                  </a:lnTo>
                  <a:lnTo>
                    <a:pt x="2356875" y="89332"/>
                  </a:lnTo>
                  <a:lnTo>
                    <a:pt x="2371403" y="132409"/>
                  </a:lnTo>
                  <a:lnTo>
                    <a:pt x="2376551" y="180339"/>
                  </a:lnTo>
                  <a:lnTo>
                    <a:pt x="2371403" y="228270"/>
                  </a:lnTo>
                  <a:lnTo>
                    <a:pt x="2356875" y="271347"/>
                  </a:lnTo>
                  <a:lnTo>
                    <a:pt x="2334339" y="307848"/>
                  </a:lnTo>
                  <a:lnTo>
                    <a:pt x="2305167" y="336051"/>
                  </a:lnTo>
                  <a:lnTo>
                    <a:pt x="2270732" y="354235"/>
                  </a:lnTo>
                  <a:lnTo>
                    <a:pt x="2232405" y="360679"/>
                  </a:lnTo>
                  <a:lnTo>
                    <a:pt x="2194133" y="354235"/>
                  </a:lnTo>
                  <a:lnTo>
                    <a:pt x="2159733" y="336051"/>
                  </a:lnTo>
                  <a:lnTo>
                    <a:pt x="2130583" y="307848"/>
                  </a:lnTo>
                  <a:lnTo>
                    <a:pt x="2108058" y="271347"/>
                  </a:lnTo>
                  <a:lnTo>
                    <a:pt x="2093535" y="228270"/>
                  </a:lnTo>
                  <a:lnTo>
                    <a:pt x="2088388" y="180339"/>
                  </a:lnTo>
                  <a:close/>
                </a:path>
              </a:pathLst>
            </a:custGeom>
            <a:ln w="22225">
              <a:solidFill>
                <a:srgbClr val="006FC0"/>
              </a:solidFill>
              <a:prstDash val="sysDashDot"/>
            </a:ln>
          </p:spPr>
          <p:txBody>
            <a:bodyPr wrap="square" lIns="0" tIns="0" rIns="0" bIns="0" rtlCol="0"/>
            <a:lstStyle/>
            <a:p/>
          </p:txBody>
        </p:sp>
        <p:sp>
          <p:nvSpPr>
            <p:cNvPr id="67" name="object 67" descr=""/>
            <p:cNvSpPr/>
            <p:nvPr/>
          </p:nvSpPr>
          <p:spPr>
            <a:xfrm>
              <a:off x="6168263" y="2764154"/>
              <a:ext cx="0" cy="1117600"/>
            </a:xfrm>
            <a:custGeom>
              <a:avLst/>
              <a:gdLst/>
              <a:ahLst/>
              <a:cxnLst/>
              <a:rect l="l" t="t" r="r" b="b"/>
              <a:pathLst>
                <a:path w="0" h="1117600">
                  <a:moveTo>
                    <a:pt x="0" y="0"/>
                  </a:moveTo>
                  <a:lnTo>
                    <a:pt x="0" y="1117473"/>
                  </a:lnTo>
                </a:path>
              </a:pathLst>
            </a:custGeom>
            <a:ln w="22225">
              <a:solidFill>
                <a:srgbClr val="FF0000"/>
              </a:solidFill>
              <a:prstDash val="sysDash"/>
            </a:ln>
          </p:spPr>
          <p:txBody>
            <a:bodyPr wrap="square" lIns="0" tIns="0" rIns="0" bIns="0" rtlCol="0"/>
            <a:lstStyle/>
            <a:p/>
          </p:txBody>
        </p:sp>
        <p:sp>
          <p:nvSpPr>
            <p:cNvPr id="68" name="object 68" descr=""/>
            <p:cNvSpPr/>
            <p:nvPr/>
          </p:nvSpPr>
          <p:spPr>
            <a:xfrm>
              <a:off x="2640076" y="2421000"/>
              <a:ext cx="2376805" cy="2754630"/>
            </a:xfrm>
            <a:custGeom>
              <a:avLst/>
              <a:gdLst/>
              <a:ahLst/>
              <a:cxnLst/>
              <a:rect l="l" t="t" r="r" b="b"/>
              <a:pathLst>
                <a:path w="2376804" h="2754629">
                  <a:moveTo>
                    <a:pt x="0" y="2573909"/>
                  </a:moveTo>
                  <a:lnTo>
                    <a:pt x="5138" y="2525978"/>
                  </a:lnTo>
                  <a:lnTo>
                    <a:pt x="19642" y="2482901"/>
                  </a:lnTo>
                  <a:lnTo>
                    <a:pt x="42148" y="2446401"/>
                  </a:lnTo>
                  <a:lnTo>
                    <a:pt x="71289" y="2418197"/>
                  </a:lnTo>
                  <a:lnTo>
                    <a:pt x="105701" y="2400013"/>
                  </a:lnTo>
                  <a:lnTo>
                    <a:pt x="144018" y="2393569"/>
                  </a:lnTo>
                  <a:lnTo>
                    <a:pt x="182290" y="2400013"/>
                  </a:lnTo>
                  <a:lnTo>
                    <a:pt x="216690" y="2418197"/>
                  </a:lnTo>
                  <a:lnTo>
                    <a:pt x="245840" y="2446401"/>
                  </a:lnTo>
                  <a:lnTo>
                    <a:pt x="268365" y="2482901"/>
                  </a:lnTo>
                  <a:lnTo>
                    <a:pt x="282888" y="2525978"/>
                  </a:lnTo>
                  <a:lnTo>
                    <a:pt x="288036" y="2573909"/>
                  </a:lnTo>
                  <a:lnTo>
                    <a:pt x="282888" y="2621839"/>
                  </a:lnTo>
                  <a:lnTo>
                    <a:pt x="268365" y="2664916"/>
                  </a:lnTo>
                  <a:lnTo>
                    <a:pt x="245840" y="2701416"/>
                  </a:lnTo>
                  <a:lnTo>
                    <a:pt x="216690" y="2729620"/>
                  </a:lnTo>
                  <a:lnTo>
                    <a:pt x="182290" y="2747804"/>
                  </a:lnTo>
                  <a:lnTo>
                    <a:pt x="144018" y="2754249"/>
                  </a:lnTo>
                  <a:lnTo>
                    <a:pt x="105701" y="2747804"/>
                  </a:lnTo>
                  <a:lnTo>
                    <a:pt x="71289" y="2729620"/>
                  </a:lnTo>
                  <a:lnTo>
                    <a:pt x="42148" y="2701416"/>
                  </a:lnTo>
                  <a:lnTo>
                    <a:pt x="19642" y="2664916"/>
                  </a:lnTo>
                  <a:lnTo>
                    <a:pt x="5138" y="2621839"/>
                  </a:lnTo>
                  <a:lnTo>
                    <a:pt x="0" y="2573909"/>
                  </a:lnTo>
                  <a:close/>
                </a:path>
                <a:path w="2376804" h="2754629">
                  <a:moveTo>
                    <a:pt x="335280" y="2126869"/>
                  </a:moveTo>
                  <a:lnTo>
                    <a:pt x="340418" y="2078894"/>
                  </a:lnTo>
                  <a:lnTo>
                    <a:pt x="354922" y="2035805"/>
                  </a:lnTo>
                  <a:lnTo>
                    <a:pt x="377428" y="1999313"/>
                  </a:lnTo>
                  <a:lnTo>
                    <a:pt x="406569" y="1971129"/>
                  </a:lnTo>
                  <a:lnTo>
                    <a:pt x="440981" y="1952964"/>
                  </a:lnTo>
                  <a:lnTo>
                    <a:pt x="479298" y="1946529"/>
                  </a:lnTo>
                  <a:lnTo>
                    <a:pt x="517570" y="1952964"/>
                  </a:lnTo>
                  <a:lnTo>
                    <a:pt x="551970" y="1971129"/>
                  </a:lnTo>
                  <a:lnTo>
                    <a:pt x="581120" y="1999313"/>
                  </a:lnTo>
                  <a:lnTo>
                    <a:pt x="603645" y="2035805"/>
                  </a:lnTo>
                  <a:lnTo>
                    <a:pt x="618168" y="2078894"/>
                  </a:lnTo>
                  <a:lnTo>
                    <a:pt x="623315" y="2126869"/>
                  </a:lnTo>
                  <a:lnTo>
                    <a:pt x="618168" y="2174790"/>
                  </a:lnTo>
                  <a:lnTo>
                    <a:pt x="603645" y="2217843"/>
                  </a:lnTo>
                  <a:lnTo>
                    <a:pt x="581120" y="2254313"/>
                  </a:lnTo>
                  <a:lnTo>
                    <a:pt x="551970" y="2282486"/>
                  </a:lnTo>
                  <a:lnTo>
                    <a:pt x="517570" y="2300647"/>
                  </a:lnTo>
                  <a:lnTo>
                    <a:pt x="479298" y="2307082"/>
                  </a:lnTo>
                  <a:lnTo>
                    <a:pt x="440981" y="2300647"/>
                  </a:lnTo>
                  <a:lnTo>
                    <a:pt x="406569" y="2282486"/>
                  </a:lnTo>
                  <a:lnTo>
                    <a:pt x="377428" y="2254313"/>
                  </a:lnTo>
                  <a:lnTo>
                    <a:pt x="354922" y="2217843"/>
                  </a:lnTo>
                  <a:lnTo>
                    <a:pt x="340418" y="2174790"/>
                  </a:lnTo>
                  <a:lnTo>
                    <a:pt x="335280" y="2126869"/>
                  </a:lnTo>
                  <a:close/>
                </a:path>
                <a:path w="2376804" h="2754629">
                  <a:moveTo>
                    <a:pt x="720089" y="1764665"/>
                  </a:moveTo>
                  <a:lnTo>
                    <a:pt x="725228" y="1716734"/>
                  </a:lnTo>
                  <a:lnTo>
                    <a:pt x="739732" y="1673657"/>
                  </a:lnTo>
                  <a:lnTo>
                    <a:pt x="762238" y="1637157"/>
                  </a:lnTo>
                  <a:lnTo>
                    <a:pt x="791379" y="1608953"/>
                  </a:lnTo>
                  <a:lnTo>
                    <a:pt x="825791" y="1590769"/>
                  </a:lnTo>
                  <a:lnTo>
                    <a:pt x="864108" y="1584325"/>
                  </a:lnTo>
                  <a:lnTo>
                    <a:pt x="902380" y="1590769"/>
                  </a:lnTo>
                  <a:lnTo>
                    <a:pt x="936780" y="1608953"/>
                  </a:lnTo>
                  <a:lnTo>
                    <a:pt x="965930" y="1637157"/>
                  </a:lnTo>
                  <a:lnTo>
                    <a:pt x="988455" y="1673657"/>
                  </a:lnTo>
                  <a:lnTo>
                    <a:pt x="1002978" y="1716734"/>
                  </a:lnTo>
                  <a:lnTo>
                    <a:pt x="1008126" y="1764665"/>
                  </a:lnTo>
                  <a:lnTo>
                    <a:pt x="1002978" y="1812595"/>
                  </a:lnTo>
                  <a:lnTo>
                    <a:pt x="988455" y="1855672"/>
                  </a:lnTo>
                  <a:lnTo>
                    <a:pt x="965930" y="1892173"/>
                  </a:lnTo>
                  <a:lnTo>
                    <a:pt x="936780" y="1920376"/>
                  </a:lnTo>
                  <a:lnTo>
                    <a:pt x="902380" y="1938560"/>
                  </a:lnTo>
                  <a:lnTo>
                    <a:pt x="864108" y="1945005"/>
                  </a:lnTo>
                  <a:lnTo>
                    <a:pt x="825791" y="1938560"/>
                  </a:lnTo>
                  <a:lnTo>
                    <a:pt x="791379" y="1920376"/>
                  </a:lnTo>
                  <a:lnTo>
                    <a:pt x="762238" y="1892172"/>
                  </a:lnTo>
                  <a:lnTo>
                    <a:pt x="739732" y="1855672"/>
                  </a:lnTo>
                  <a:lnTo>
                    <a:pt x="725228" y="1812595"/>
                  </a:lnTo>
                  <a:lnTo>
                    <a:pt x="720089" y="1764665"/>
                  </a:lnTo>
                  <a:close/>
                </a:path>
                <a:path w="2376804" h="2754629">
                  <a:moveTo>
                    <a:pt x="1368171" y="1332103"/>
                  </a:moveTo>
                  <a:lnTo>
                    <a:pt x="1373309" y="1284181"/>
                  </a:lnTo>
                  <a:lnTo>
                    <a:pt x="1387813" y="1241128"/>
                  </a:lnTo>
                  <a:lnTo>
                    <a:pt x="1410319" y="1204658"/>
                  </a:lnTo>
                  <a:lnTo>
                    <a:pt x="1439460" y="1176485"/>
                  </a:lnTo>
                  <a:lnTo>
                    <a:pt x="1473872" y="1158324"/>
                  </a:lnTo>
                  <a:lnTo>
                    <a:pt x="1512189" y="1151889"/>
                  </a:lnTo>
                  <a:lnTo>
                    <a:pt x="1550461" y="1158324"/>
                  </a:lnTo>
                  <a:lnTo>
                    <a:pt x="1584861" y="1176485"/>
                  </a:lnTo>
                  <a:lnTo>
                    <a:pt x="1614011" y="1204658"/>
                  </a:lnTo>
                  <a:lnTo>
                    <a:pt x="1636536" y="1241128"/>
                  </a:lnTo>
                  <a:lnTo>
                    <a:pt x="1651059" y="1284181"/>
                  </a:lnTo>
                  <a:lnTo>
                    <a:pt x="1656207" y="1332103"/>
                  </a:lnTo>
                  <a:lnTo>
                    <a:pt x="1651059" y="1380077"/>
                  </a:lnTo>
                  <a:lnTo>
                    <a:pt x="1636536" y="1423166"/>
                  </a:lnTo>
                  <a:lnTo>
                    <a:pt x="1614011" y="1459658"/>
                  </a:lnTo>
                  <a:lnTo>
                    <a:pt x="1584861" y="1487842"/>
                  </a:lnTo>
                  <a:lnTo>
                    <a:pt x="1550461" y="1506007"/>
                  </a:lnTo>
                  <a:lnTo>
                    <a:pt x="1512189" y="1512443"/>
                  </a:lnTo>
                  <a:lnTo>
                    <a:pt x="1473872" y="1506007"/>
                  </a:lnTo>
                  <a:lnTo>
                    <a:pt x="1439460" y="1487842"/>
                  </a:lnTo>
                  <a:lnTo>
                    <a:pt x="1410319" y="1459658"/>
                  </a:lnTo>
                  <a:lnTo>
                    <a:pt x="1387813" y="1423166"/>
                  </a:lnTo>
                  <a:lnTo>
                    <a:pt x="1373309" y="1380077"/>
                  </a:lnTo>
                  <a:lnTo>
                    <a:pt x="1368171" y="1332103"/>
                  </a:lnTo>
                  <a:close/>
                </a:path>
                <a:path w="2376804" h="2754629">
                  <a:moveTo>
                    <a:pt x="2088388" y="180212"/>
                  </a:moveTo>
                  <a:lnTo>
                    <a:pt x="2093535" y="132291"/>
                  </a:lnTo>
                  <a:lnTo>
                    <a:pt x="2108058" y="89238"/>
                  </a:lnTo>
                  <a:lnTo>
                    <a:pt x="2130583" y="52768"/>
                  </a:lnTo>
                  <a:lnTo>
                    <a:pt x="2159733" y="24595"/>
                  </a:lnTo>
                  <a:lnTo>
                    <a:pt x="2194133" y="6434"/>
                  </a:lnTo>
                  <a:lnTo>
                    <a:pt x="2232406" y="0"/>
                  </a:lnTo>
                  <a:lnTo>
                    <a:pt x="2270678" y="6434"/>
                  </a:lnTo>
                  <a:lnTo>
                    <a:pt x="2305078" y="24595"/>
                  </a:lnTo>
                  <a:lnTo>
                    <a:pt x="2334228" y="52768"/>
                  </a:lnTo>
                  <a:lnTo>
                    <a:pt x="2356753" y="89238"/>
                  </a:lnTo>
                  <a:lnTo>
                    <a:pt x="2371276" y="132291"/>
                  </a:lnTo>
                  <a:lnTo>
                    <a:pt x="2376424" y="180212"/>
                  </a:lnTo>
                  <a:lnTo>
                    <a:pt x="2371276" y="228187"/>
                  </a:lnTo>
                  <a:lnTo>
                    <a:pt x="2356753" y="271276"/>
                  </a:lnTo>
                  <a:lnTo>
                    <a:pt x="2334228" y="307768"/>
                  </a:lnTo>
                  <a:lnTo>
                    <a:pt x="2305078" y="335952"/>
                  </a:lnTo>
                  <a:lnTo>
                    <a:pt x="2270678" y="354117"/>
                  </a:lnTo>
                  <a:lnTo>
                    <a:pt x="2232406" y="360552"/>
                  </a:lnTo>
                  <a:lnTo>
                    <a:pt x="2194133" y="354117"/>
                  </a:lnTo>
                  <a:lnTo>
                    <a:pt x="2159733" y="335952"/>
                  </a:lnTo>
                  <a:lnTo>
                    <a:pt x="2130583" y="307768"/>
                  </a:lnTo>
                  <a:lnTo>
                    <a:pt x="2108058" y="271276"/>
                  </a:lnTo>
                  <a:lnTo>
                    <a:pt x="2093535" y="228187"/>
                  </a:lnTo>
                  <a:lnTo>
                    <a:pt x="2088388" y="180212"/>
                  </a:lnTo>
                  <a:close/>
                </a:path>
              </a:pathLst>
            </a:custGeom>
            <a:ln w="15875">
              <a:solidFill>
                <a:srgbClr val="E14B04"/>
              </a:solidFill>
              <a:prstDash val="sysDashDot"/>
            </a:ln>
          </p:spPr>
          <p:txBody>
            <a:bodyPr wrap="square" lIns="0" tIns="0" rIns="0" bIns="0" rtlCol="0"/>
            <a:lstStyle/>
            <a:p/>
          </p:txBody>
        </p:sp>
        <p:sp>
          <p:nvSpPr>
            <p:cNvPr id="69" name="object 69" descr=""/>
            <p:cNvSpPr/>
            <p:nvPr/>
          </p:nvSpPr>
          <p:spPr>
            <a:xfrm>
              <a:off x="4728464" y="2781554"/>
              <a:ext cx="0" cy="1117600"/>
            </a:xfrm>
            <a:custGeom>
              <a:avLst/>
              <a:gdLst/>
              <a:ahLst/>
              <a:cxnLst/>
              <a:rect l="l" t="t" r="r" b="b"/>
              <a:pathLst>
                <a:path w="0" h="1117600">
                  <a:moveTo>
                    <a:pt x="0" y="0"/>
                  </a:moveTo>
                  <a:lnTo>
                    <a:pt x="0" y="1117473"/>
                  </a:lnTo>
                </a:path>
              </a:pathLst>
            </a:custGeom>
            <a:ln w="22225">
              <a:solidFill>
                <a:srgbClr val="FF0000"/>
              </a:solidFill>
              <a:prstDash val="sysDash"/>
            </a:ln>
          </p:spPr>
          <p:txBody>
            <a:bodyPr wrap="square" lIns="0" tIns="0" rIns="0" bIns="0" rtlCol="0"/>
            <a:lstStyle/>
            <a:p/>
          </p:txBody>
        </p:sp>
        <p:sp>
          <p:nvSpPr>
            <p:cNvPr id="70" name="object 70" descr=""/>
            <p:cNvSpPr/>
            <p:nvPr/>
          </p:nvSpPr>
          <p:spPr>
            <a:xfrm>
              <a:off x="4835525" y="1502409"/>
              <a:ext cx="4681220" cy="847090"/>
            </a:xfrm>
            <a:custGeom>
              <a:avLst/>
              <a:gdLst/>
              <a:ahLst/>
              <a:cxnLst/>
              <a:rect l="l" t="t" r="r" b="b"/>
              <a:pathLst>
                <a:path w="4681220" h="847089">
                  <a:moveTo>
                    <a:pt x="0" y="847089"/>
                  </a:moveTo>
                  <a:lnTo>
                    <a:pt x="0" y="682220"/>
                  </a:lnTo>
                  <a:lnTo>
                    <a:pt x="0" y="547592"/>
                  </a:lnTo>
                  <a:lnTo>
                    <a:pt x="0" y="456826"/>
                  </a:lnTo>
                  <a:lnTo>
                    <a:pt x="0" y="423544"/>
                  </a:lnTo>
                  <a:lnTo>
                    <a:pt x="2221356" y="423544"/>
                  </a:lnTo>
                  <a:lnTo>
                    <a:pt x="2221356" y="390263"/>
                  </a:lnTo>
                  <a:lnTo>
                    <a:pt x="2221356" y="299497"/>
                  </a:lnTo>
                  <a:lnTo>
                    <a:pt x="2221356" y="164869"/>
                  </a:lnTo>
                  <a:lnTo>
                    <a:pt x="2221356" y="0"/>
                  </a:lnTo>
                  <a:lnTo>
                    <a:pt x="2221356" y="164869"/>
                  </a:lnTo>
                  <a:lnTo>
                    <a:pt x="2221356" y="299497"/>
                  </a:lnTo>
                  <a:lnTo>
                    <a:pt x="2221356" y="390263"/>
                  </a:lnTo>
                  <a:lnTo>
                    <a:pt x="2221356" y="423544"/>
                  </a:lnTo>
                  <a:lnTo>
                    <a:pt x="4680966" y="423544"/>
                  </a:lnTo>
                  <a:lnTo>
                    <a:pt x="4680966" y="456826"/>
                  </a:lnTo>
                  <a:lnTo>
                    <a:pt x="4680966" y="547592"/>
                  </a:lnTo>
                  <a:lnTo>
                    <a:pt x="4680966" y="682220"/>
                  </a:lnTo>
                  <a:lnTo>
                    <a:pt x="4680966" y="847089"/>
                  </a:lnTo>
                </a:path>
              </a:pathLst>
            </a:custGeom>
            <a:ln w="19050">
              <a:solidFill>
                <a:srgbClr val="E14B04"/>
              </a:solidFill>
            </a:ln>
          </p:spPr>
          <p:txBody>
            <a:bodyPr wrap="square" lIns="0" tIns="0" rIns="0" bIns="0" rtlCol="0"/>
            <a:lstStyle/>
            <a:p/>
          </p:txBody>
        </p:sp>
        <p:sp>
          <p:nvSpPr>
            <p:cNvPr id="71" name="object 71" descr=""/>
            <p:cNvSpPr/>
            <p:nvPr/>
          </p:nvSpPr>
          <p:spPr>
            <a:xfrm>
              <a:off x="5735827" y="825500"/>
              <a:ext cx="4752975" cy="788670"/>
            </a:xfrm>
            <a:custGeom>
              <a:avLst/>
              <a:gdLst/>
              <a:ahLst/>
              <a:cxnLst/>
              <a:rect l="l" t="t" r="r" b="b"/>
              <a:pathLst>
                <a:path w="4752975" h="788669">
                  <a:moveTo>
                    <a:pt x="4621403" y="0"/>
                  </a:moveTo>
                  <a:lnTo>
                    <a:pt x="131318" y="0"/>
                  </a:lnTo>
                  <a:lnTo>
                    <a:pt x="80206" y="10320"/>
                  </a:lnTo>
                  <a:lnTo>
                    <a:pt x="38465" y="38465"/>
                  </a:lnTo>
                  <a:lnTo>
                    <a:pt x="10320" y="80206"/>
                  </a:lnTo>
                  <a:lnTo>
                    <a:pt x="0" y="131317"/>
                  </a:lnTo>
                  <a:lnTo>
                    <a:pt x="0" y="656844"/>
                  </a:lnTo>
                  <a:lnTo>
                    <a:pt x="10320" y="707975"/>
                  </a:lnTo>
                  <a:lnTo>
                    <a:pt x="38465" y="749760"/>
                  </a:lnTo>
                  <a:lnTo>
                    <a:pt x="80206" y="777948"/>
                  </a:lnTo>
                  <a:lnTo>
                    <a:pt x="131318" y="788288"/>
                  </a:lnTo>
                  <a:lnTo>
                    <a:pt x="4621403" y="788288"/>
                  </a:lnTo>
                  <a:lnTo>
                    <a:pt x="4672534" y="777948"/>
                  </a:lnTo>
                  <a:lnTo>
                    <a:pt x="4714319" y="749760"/>
                  </a:lnTo>
                  <a:lnTo>
                    <a:pt x="4742507" y="707975"/>
                  </a:lnTo>
                  <a:lnTo>
                    <a:pt x="4752848" y="656844"/>
                  </a:lnTo>
                  <a:lnTo>
                    <a:pt x="4752848" y="131317"/>
                  </a:lnTo>
                  <a:lnTo>
                    <a:pt x="4742507" y="80206"/>
                  </a:lnTo>
                  <a:lnTo>
                    <a:pt x="4714319" y="38465"/>
                  </a:lnTo>
                  <a:lnTo>
                    <a:pt x="4672534" y="10320"/>
                  </a:lnTo>
                  <a:lnTo>
                    <a:pt x="4621403" y="0"/>
                  </a:lnTo>
                  <a:close/>
                </a:path>
              </a:pathLst>
            </a:custGeom>
            <a:solidFill>
              <a:srgbClr val="F5FAAC"/>
            </a:solidFill>
          </p:spPr>
          <p:txBody>
            <a:bodyPr wrap="square" lIns="0" tIns="0" rIns="0" bIns="0" rtlCol="0"/>
            <a:lstStyle/>
            <a:p/>
          </p:txBody>
        </p:sp>
        <p:sp>
          <p:nvSpPr>
            <p:cNvPr id="72" name="object 72" descr=""/>
            <p:cNvSpPr/>
            <p:nvPr/>
          </p:nvSpPr>
          <p:spPr>
            <a:xfrm>
              <a:off x="5735827" y="825500"/>
              <a:ext cx="4752975" cy="788670"/>
            </a:xfrm>
            <a:custGeom>
              <a:avLst/>
              <a:gdLst/>
              <a:ahLst/>
              <a:cxnLst/>
              <a:rect l="l" t="t" r="r" b="b"/>
              <a:pathLst>
                <a:path w="4752975" h="788669">
                  <a:moveTo>
                    <a:pt x="0" y="131317"/>
                  </a:moveTo>
                  <a:lnTo>
                    <a:pt x="10320" y="80206"/>
                  </a:lnTo>
                  <a:lnTo>
                    <a:pt x="38465" y="38465"/>
                  </a:lnTo>
                  <a:lnTo>
                    <a:pt x="80206" y="10320"/>
                  </a:lnTo>
                  <a:lnTo>
                    <a:pt x="131318" y="0"/>
                  </a:lnTo>
                  <a:lnTo>
                    <a:pt x="4621403" y="0"/>
                  </a:lnTo>
                  <a:lnTo>
                    <a:pt x="4672534" y="10320"/>
                  </a:lnTo>
                  <a:lnTo>
                    <a:pt x="4714319" y="38465"/>
                  </a:lnTo>
                  <a:lnTo>
                    <a:pt x="4742507" y="80206"/>
                  </a:lnTo>
                  <a:lnTo>
                    <a:pt x="4752848" y="131317"/>
                  </a:lnTo>
                  <a:lnTo>
                    <a:pt x="4752848" y="656844"/>
                  </a:lnTo>
                  <a:lnTo>
                    <a:pt x="4742507" y="707975"/>
                  </a:lnTo>
                  <a:lnTo>
                    <a:pt x="4714319" y="749760"/>
                  </a:lnTo>
                  <a:lnTo>
                    <a:pt x="4672534" y="777948"/>
                  </a:lnTo>
                  <a:lnTo>
                    <a:pt x="4621403" y="788288"/>
                  </a:lnTo>
                  <a:lnTo>
                    <a:pt x="131318" y="788288"/>
                  </a:lnTo>
                  <a:lnTo>
                    <a:pt x="80206" y="777948"/>
                  </a:lnTo>
                  <a:lnTo>
                    <a:pt x="38465" y="749760"/>
                  </a:lnTo>
                  <a:lnTo>
                    <a:pt x="10320" y="707975"/>
                  </a:lnTo>
                  <a:lnTo>
                    <a:pt x="0" y="656844"/>
                  </a:lnTo>
                  <a:lnTo>
                    <a:pt x="0" y="131317"/>
                  </a:lnTo>
                  <a:close/>
                </a:path>
              </a:pathLst>
            </a:custGeom>
            <a:ln w="9525">
              <a:solidFill>
                <a:srgbClr val="40458B"/>
              </a:solidFill>
            </a:ln>
          </p:spPr>
          <p:txBody>
            <a:bodyPr wrap="square" lIns="0" tIns="0" rIns="0" bIns="0" rtlCol="0"/>
            <a:lstStyle/>
            <a:p/>
          </p:txBody>
        </p:sp>
      </p:grpSp>
      <p:sp>
        <p:nvSpPr>
          <p:cNvPr id="73" name="object 73" descr=""/>
          <p:cNvSpPr txBox="1"/>
          <p:nvPr/>
        </p:nvSpPr>
        <p:spPr>
          <a:xfrm>
            <a:off x="5853810" y="897382"/>
            <a:ext cx="470027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从输出端看，每隔△</a:t>
            </a:r>
            <a:r>
              <a:rPr dirty="0" sz="2400">
                <a:solidFill>
                  <a:srgbClr val="40458B"/>
                </a:solidFill>
                <a:latin typeface="Tahoma"/>
                <a:cs typeface="Tahoma"/>
              </a:rPr>
              <a:t>t</a:t>
            </a:r>
            <a:r>
              <a:rPr dirty="0" sz="2400" spc="-10">
                <a:solidFill>
                  <a:srgbClr val="40458B"/>
                </a:solidFill>
                <a:latin typeface="黑体"/>
                <a:cs typeface="黑体"/>
              </a:rPr>
              <a:t>，就完成一个</a:t>
            </a:r>
            <a:endParaRPr sz="2400">
              <a:latin typeface="黑体"/>
              <a:cs typeface="黑体"/>
            </a:endParaRPr>
          </a:p>
        </p:txBody>
      </p:sp>
      <p:sp>
        <p:nvSpPr>
          <p:cNvPr id="74" name="object 74" descr=""/>
          <p:cNvSpPr txBox="1"/>
          <p:nvPr/>
        </p:nvSpPr>
        <p:spPr>
          <a:xfrm>
            <a:off x="5853810" y="1263141"/>
            <a:ext cx="233045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任务，此时</a:t>
            </a:r>
            <a:r>
              <a:rPr dirty="0" sz="2400" spc="-25">
                <a:solidFill>
                  <a:srgbClr val="40458B"/>
                </a:solidFill>
                <a:latin typeface="Tahoma"/>
                <a:cs typeface="Tahoma"/>
              </a:rPr>
              <a:t>E</a:t>
            </a:r>
            <a:r>
              <a:rPr dirty="0" sz="2400" spc="-25">
                <a:solidFill>
                  <a:srgbClr val="40458B"/>
                </a:solidFill>
                <a:latin typeface="黑体"/>
                <a:cs typeface="黑体"/>
              </a:rPr>
              <a:t>最大</a:t>
            </a:r>
            <a:endParaRPr sz="2400">
              <a:latin typeface="黑体"/>
              <a:cs typeface="黑体"/>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790189" y="237489"/>
            <a:ext cx="4105910" cy="513715"/>
          </a:xfrm>
          <a:prstGeom prst="rect"/>
        </p:spPr>
        <p:txBody>
          <a:bodyPr wrap="square" lIns="0" tIns="12700" rIns="0" bIns="0" rtlCol="0" vert="horz">
            <a:spAutoFit/>
          </a:bodyPr>
          <a:lstStyle/>
          <a:p>
            <a:pPr marL="12700">
              <a:lnSpc>
                <a:spcPct val="100000"/>
              </a:lnSpc>
              <a:spcBef>
                <a:spcPts val="100"/>
              </a:spcBef>
            </a:pPr>
            <a:r>
              <a:rPr dirty="0" u="none" b="1">
                <a:latin typeface="黑体"/>
                <a:cs typeface="黑体"/>
              </a:rPr>
              <a:t>3.2</a:t>
            </a:r>
            <a:r>
              <a:rPr dirty="0" u="none" spc="-45" b="1">
                <a:latin typeface="黑体"/>
                <a:cs typeface="黑体"/>
              </a:rPr>
              <a:t> 流水线的性能指标</a:t>
            </a:r>
          </a:p>
        </p:txBody>
      </p:sp>
      <p:sp>
        <p:nvSpPr>
          <p:cNvPr id="10" name="object 10" descr=""/>
          <p:cNvSpPr txBox="1"/>
          <p:nvPr/>
        </p:nvSpPr>
        <p:spPr>
          <a:xfrm>
            <a:off x="677265" y="1379152"/>
            <a:ext cx="10801985" cy="2169160"/>
          </a:xfrm>
          <a:prstGeom prst="rect">
            <a:avLst/>
          </a:prstGeom>
        </p:spPr>
        <p:txBody>
          <a:bodyPr wrap="square" lIns="0" tIns="12065" rIns="0" bIns="0" rtlCol="0" vert="horz">
            <a:spAutoFit/>
          </a:bodyPr>
          <a:lstStyle/>
          <a:p>
            <a:pPr marL="495300" marR="93980" indent="-457200">
              <a:lnSpc>
                <a:spcPct val="130000"/>
              </a:lnSpc>
              <a:spcBef>
                <a:spcPts val="95"/>
              </a:spcBef>
            </a:pPr>
            <a:r>
              <a:rPr dirty="0" sz="2800" spc="-35">
                <a:solidFill>
                  <a:srgbClr val="FF0000"/>
                </a:solidFill>
                <a:latin typeface="黑体"/>
                <a:cs typeface="黑体"/>
              </a:rPr>
              <a:t>加速比：</a:t>
            </a:r>
            <a:r>
              <a:rPr dirty="0" sz="2800" spc="-40">
                <a:solidFill>
                  <a:srgbClr val="40458B"/>
                </a:solidFill>
                <a:latin typeface="黑体"/>
                <a:cs typeface="黑体"/>
              </a:rPr>
              <a:t>完成同样一批任务，不使用流水线所用的时间与使用流水线</a:t>
            </a:r>
            <a:r>
              <a:rPr dirty="0" sz="2800" spc="-35">
                <a:solidFill>
                  <a:srgbClr val="40458B"/>
                </a:solidFill>
                <a:latin typeface="黑体"/>
                <a:cs typeface="黑体"/>
              </a:rPr>
              <a:t>所用的时间之比。</a:t>
            </a:r>
            <a:r>
              <a:rPr dirty="0" sz="2800" spc="-30">
                <a:solidFill>
                  <a:srgbClr val="40458B"/>
                </a:solidFill>
                <a:latin typeface="黑体"/>
                <a:cs typeface="黑体"/>
              </a:rPr>
              <a:t>（</a:t>
            </a:r>
            <a:r>
              <a:rPr dirty="0" sz="2800" spc="-40">
                <a:solidFill>
                  <a:srgbClr val="40458B"/>
                </a:solidFill>
                <a:latin typeface="黑体"/>
                <a:cs typeface="黑体"/>
              </a:rPr>
              <a:t>两种情况</a:t>
            </a:r>
            <a:r>
              <a:rPr dirty="0" sz="2800" spc="-20">
                <a:solidFill>
                  <a:srgbClr val="40458B"/>
                </a:solidFill>
                <a:latin typeface="黑体"/>
                <a:cs typeface="黑体"/>
              </a:rPr>
              <a:t>1,2）</a:t>
            </a:r>
            <a:endParaRPr sz="2800">
              <a:latin typeface="黑体"/>
              <a:cs typeface="黑体"/>
            </a:endParaRPr>
          </a:p>
          <a:p>
            <a:pPr marL="1315085" marR="30480">
              <a:lnSpc>
                <a:spcPct val="130000"/>
              </a:lnSpc>
              <a:spcBef>
                <a:spcPts val="655"/>
              </a:spcBef>
            </a:pPr>
            <a:r>
              <a:rPr dirty="0" sz="2400" spc="-20" b="1">
                <a:solidFill>
                  <a:srgbClr val="00AFEF"/>
                </a:solidFill>
                <a:latin typeface="宋体"/>
                <a:cs typeface="宋体"/>
              </a:rPr>
              <a:t>假设：不使用流水线（即顺序执行）所用的时间为</a:t>
            </a:r>
            <a:r>
              <a:rPr dirty="0" sz="2400" spc="-10" b="1">
                <a:solidFill>
                  <a:srgbClr val="9933FF"/>
                </a:solidFill>
                <a:latin typeface="宋体"/>
                <a:cs typeface="宋体"/>
              </a:rPr>
              <a:t>T</a:t>
            </a:r>
            <a:r>
              <a:rPr dirty="0" baseline="-20833" sz="2400" spc="-15" b="1">
                <a:solidFill>
                  <a:srgbClr val="9933FF"/>
                </a:solidFill>
                <a:latin typeface="宋体"/>
                <a:cs typeface="宋体"/>
              </a:rPr>
              <a:t>s</a:t>
            </a:r>
            <a:r>
              <a:rPr dirty="0" sz="2400" spc="-25" b="1">
                <a:solidFill>
                  <a:srgbClr val="00AFEF"/>
                </a:solidFill>
                <a:latin typeface="宋体"/>
                <a:cs typeface="宋体"/>
              </a:rPr>
              <a:t>，使用流水线后所</a:t>
            </a:r>
            <a:r>
              <a:rPr dirty="0" sz="2400" spc="-20" b="1">
                <a:solidFill>
                  <a:srgbClr val="00AFEF"/>
                </a:solidFill>
                <a:latin typeface="宋体"/>
                <a:cs typeface="宋体"/>
              </a:rPr>
              <a:t>用的时间为</a:t>
            </a:r>
            <a:r>
              <a:rPr dirty="0" sz="2400" spc="-10" b="1">
                <a:solidFill>
                  <a:srgbClr val="9933FF"/>
                </a:solidFill>
                <a:latin typeface="宋体"/>
                <a:cs typeface="宋体"/>
              </a:rPr>
              <a:t>T</a:t>
            </a:r>
            <a:r>
              <a:rPr dirty="0" baseline="-20833" sz="2400" spc="-15" b="1">
                <a:solidFill>
                  <a:srgbClr val="9933FF"/>
                </a:solidFill>
                <a:latin typeface="宋体"/>
                <a:cs typeface="宋体"/>
              </a:rPr>
              <a:t>k</a:t>
            </a:r>
            <a:r>
              <a:rPr dirty="0" sz="2400" spc="-25" b="1">
                <a:solidFill>
                  <a:srgbClr val="00AFEF"/>
                </a:solidFill>
                <a:latin typeface="宋体"/>
                <a:cs typeface="宋体"/>
              </a:rPr>
              <a:t>，则该流水线的加速比为：</a:t>
            </a:r>
            <a:endParaRPr sz="2400">
              <a:latin typeface="宋体"/>
              <a:cs typeface="宋体"/>
            </a:endParaRPr>
          </a:p>
        </p:txBody>
      </p:sp>
      <p:sp>
        <p:nvSpPr>
          <p:cNvPr id="11" name="object 11" descr=""/>
          <p:cNvSpPr txBox="1"/>
          <p:nvPr/>
        </p:nvSpPr>
        <p:spPr>
          <a:xfrm>
            <a:off x="7967853" y="226313"/>
            <a:ext cx="35807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00CC"/>
                </a:solidFill>
                <a:latin typeface="黑体"/>
                <a:cs typeface="黑体"/>
              </a:rPr>
              <a:t>3.2.2</a:t>
            </a:r>
            <a:r>
              <a:rPr dirty="0" sz="2800" spc="-40">
                <a:solidFill>
                  <a:srgbClr val="0000CC"/>
                </a:solidFill>
                <a:latin typeface="黑体"/>
                <a:cs typeface="黑体"/>
              </a:rPr>
              <a:t> 流水线的加速比</a:t>
            </a:r>
            <a:endParaRPr sz="2800">
              <a:latin typeface="黑体"/>
              <a:cs typeface="黑体"/>
            </a:endParaRPr>
          </a:p>
        </p:txBody>
      </p:sp>
      <p:grpSp>
        <p:nvGrpSpPr>
          <p:cNvPr id="12" name="object 12" descr=""/>
          <p:cNvGrpSpPr/>
          <p:nvPr/>
        </p:nvGrpSpPr>
        <p:grpSpPr>
          <a:xfrm>
            <a:off x="6456426" y="4149661"/>
            <a:ext cx="3527425" cy="1459230"/>
            <a:chOff x="6456426" y="4149661"/>
            <a:chExt cx="3527425" cy="1459230"/>
          </a:xfrm>
        </p:grpSpPr>
        <p:sp>
          <p:nvSpPr>
            <p:cNvPr id="13" name="object 13" descr=""/>
            <p:cNvSpPr/>
            <p:nvPr/>
          </p:nvSpPr>
          <p:spPr>
            <a:xfrm>
              <a:off x="6456426" y="4149661"/>
              <a:ext cx="3527425" cy="1459230"/>
            </a:xfrm>
            <a:custGeom>
              <a:avLst/>
              <a:gdLst/>
              <a:ahLst/>
              <a:cxnLst/>
              <a:rect l="l" t="t" r="r" b="b"/>
              <a:pathLst>
                <a:path w="3527425" h="1459229">
                  <a:moveTo>
                    <a:pt x="3527425" y="0"/>
                  </a:moveTo>
                  <a:lnTo>
                    <a:pt x="0" y="0"/>
                  </a:lnTo>
                  <a:lnTo>
                    <a:pt x="0" y="1458976"/>
                  </a:lnTo>
                  <a:lnTo>
                    <a:pt x="3527425" y="1458976"/>
                  </a:lnTo>
                  <a:lnTo>
                    <a:pt x="3527425" y="0"/>
                  </a:lnTo>
                  <a:close/>
                </a:path>
              </a:pathLst>
            </a:custGeom>
            <a:solidFill>
              <a:srgbClr val="D4D6EB"/>
            </a:solidFill>
          </p:spPr>
          <p:txBody>
            <a:bodyPr wrap="square" lIns="0" tIns="0" rIns="0" bIns="0" rtlCol="0"/>
            <a:lstStyle/>
            <a:p/>
          </p:txBody>
        </p:sp>
        <p:sp>
          <p:nvSpPr>
            <p:cNvPr id="14" name="object 14" descr=""/>
            <p:cNvSpPr/>
            <p:nvPr/>
          </p:nvSpPr>
          <p:spPr>
            <a:xfrm>
              <a:off x="8610299" y="4838285"/>
              <a:ext cx="1165860" cy="0"/>
            </a:xfrm>
            <a:custGeom>
              <a:avLst/>
              <a:gdLst/>
              <a:ahLst/>
              <a:cxnLst/>
              <a:rect l="l" t="t" r="r" b="b"/>
              <a:pathLst>
                <a:path w="1165859" h="0">
                  <a:moveTo>
                    <a:pt x="0" y="0"/>
                  </a:moveTo>
                  <a:lnTo>
                    <a:pt x="1165852" y="0"/>
                  </a:lnTo>
                </a:path>
              </a:pathLst>
            </a:custGeom>
            <a:ln w="25254">
              <a:solidFill>
                <a:srgbClr val="000000"/>
              </a:solidFill>
            </a:ln>
          </p:spPr>
          <p:txBody>
            <a:bodyPr wrap="square" lIns="0" tIns="0" rIns="0" bIns="0" rtlCol="0"/>
            <a:lstStyle/>
            <a:p/>
          </p:txBody>
        </p:sp>
      </p:grpSp>
      <p:sp>
        <p:nvSpPr>
          <p:cNvPr id="15" name="object 15" descr=""/>
          <p:cNvSpPr txBox="1"/>
          <p:nvPr/>
        </p:nvSpPr>
        <p:spPr>
          <a:xfrm>
            <a:off x="6658854" y="4435737"/>
            <a:ext cx="621665" cy="648335"/>
          </a:xfrm>
          <a:prstGeom prst="rect">
            <a:avLst/>
          </a:prstGeom>
        </p:spPr>
        <p:txBody>
          <a:bodyPr wrap="square" lIns="0" tIns="17145" rIns="0" bIns="0" rtlCol="0" vert="horz">
            <a:spAutoFit/>
          </a:bodyPr>
          <a:lstStyle/>
          <a:p>
            <a:pPr>
              <a:lnSpc>
                <a:spcPct val="100000"/>
              </a:lnSpc>
              <a:spcBef>
                <a:spcPts val="135"/>
              </a:spcBef>
            </a:pPr>
            <a:r>
              <a:rPr dirty="0" sz="4050" spc="2700" i="1">
                <a:solidFill>
                  <a:srgbClr val="FF0000"/>
                </a:solidFill>
                <a:latin typeface="Times New Roman"/>
                <a:cs typeface="Times New Roman"/>
              </a:rPr>
              <a:t>S</a:t>
            </a:r>
            <a:endParaRPr sz="4050">
              <a:latin typeface="Times New Roman"/>
              <a:cs typeface="Times New Roman"/>
            </a:endParaRPr>
          </a:p>
        </p:txBody>
      </p:sp>
      <p:sp>
        <p:nvSpPr>
          <p:cNvPr id="16" name="object 16" descr=""/>
          <p:cNvSpPr txBox="1"/>
          <p:nvPr/>
        </p:nvSpPr>
        <p:spPr>
          <a:xfrm>
            <a:off x="7619089" y="3992315"/>
            <a:ext cx="1986914" cy="1495425"/>
          </a:xfrm>
          <a:prstGeom prst="rect">
            <a:avLst/>
          </a:prstGeom>
        </p:spPr>
        <p:txBody>
          <a:bodyPr wrap="square" lIns="0" tIns="128905" rIns="0" bIns="0" rtlCol="0" vert="horz">
            <a:spAutoFit/>
          </a:bodyPr>
          <a:lstStyle/>
          <a:p>
            <a:pPr marL="25400">
              <a:lnSpc>
                <a:spcPct val="100000"/>
              </a:lnSpc>
              <a:spcBef>
                <a:spcPts val="1015"/>
              </a:spcBef>
              <a:tabLst>
                <a:tab pos="1028065" algn="l"/>
              </a:tabLst>
            </a:pPr>
            <a:r>
              <a:rPr dirty="0" baseline="-35665" sz="6075" spc="4462">
                <a:latin typeface="Symbol"/>
                <a:cs typeface="Symbol"/>
              </a:rPr>
              <a:t></a:t>
            </a:r>
            <a:r>
              <a:rPr dirty="0" baseline="-35665" sz="6075">
                <a:latin typeface="Times New Roman"/>
                <a:cs typeface="Times New Roman"/>
              </a:rPr>
              <a:t>	</a:t>
            </a:r>
            <a:r>
              <a:rPr dirty="0" sz="4050" spc="1895" i="1">
                <a:latin typeface="Times New Roman"/>
                <a:cs typeface="Times New Roman"/>
              </a:rPr>
              <a:t>T</a:t>
            </a:r>
            <a:r>
              <a:rPr dirty="0" baseline="-24822" sz="3525" spc="2842" i="1">
                <a:latin typeface="Times New Roman"/>
                <a:cs typeface="Times New Roman"/>
              </a:rPr>
              <a:t>s</a:t>
            </a:r>
            <a:endParaRPr baseline="-24822" sz="3525">
              <a:latin typeface="Times New Roman"/>
              <a:cs typeface="Times New Roman"/>
            </a:endParaRPr>
          </a:p>
          <a:p>
            <a:pPr marL="990600">
              <a:lnSpc>
                <a:spcPct val="100000"/>
              </a:lnSpc>
              <a:spcBef>
                <a:spcPts val="925"/>
              </a:spcBef>
            </a:pPr>
            <a:r>
              <a:rPr dirty="0" sz="4050" spc="2020" i="1">
                <a:latin typeface="Times New Roman"/>
                <a:cs typeface="Times New Roman"/>
              </a:rPr>
              <a:t>T</a:t>
            </a:r>
            <a:r>
              <a:rPr dirty="0" baseline="-24822" sz="3525" spc="3029">
                <a:latin typeface="Times New Roman"/>
                <a:cs typeface="Times New Roman"/>
              </a:rPr>
              <a:t>k</a:t>
            </a:r>
            <a:endParaRPr baseline="-24822" sz="3525">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5300662"/>
            <a:ext cx="12184380" cy="1557655"/>
            <a:chOff x="0" y="5300662"/>
            <a:chExt cx="12184380" cy="1557655"/>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p:nvPr/>
          </p:nvSpPr>
          <p:spPr>
            <a:xfrm>
              <a:off x="1416050" y="5300662"/>
              <a:ext cx="2879725" cy="1224280"/>
            </a:xfrm>
            <a:custGeom>
              <a:avLst/>
              <a:gdLst/>
              <a:ahLst/>
              <a:cxnLst/>
              <a:rect l="l" t="t" r="r" b="b"/>
              <a:pathLst>
                <a:path w="2879725" h="1224279">
                  <a:moveTo>
                    <a:pt x="2879725" y="0"/>
                  </a:moveTo>
                  <a:lnTo>
                    <a:pt x="0" y="0"/>
                  </a:lnTo>
                  <a:lnTo>
                    <a:pt x="0" y="1223962"/>
                  </a:lnTo>
                  <a:lnTo>
                    <a:pt x="2879725" y="1223962"/>
                  </a:lnTo>
                  <a:lnTo>
                    <a:pt x="2879725" y="0"/>
                  </a:lnTo>
                  <a:close/>
                </a:path>
              </a:pathLst>
            </a:custGeom>
            <a:solidFill>
              <a:srgbClr val="FAC995"/>
            </a:solidFill>
          </p:spPr>
          <p:txBody>
            <a:bodyPr wrap="square" lIns="0" tIns="0" rIns="0" bIns="0" rtlCol="0"/>
            <a:lstStyle/>
            <a:p/>
          </p:txBody>
        </p:sp>
        <p:sp>
          <p:nvSpPr>
            <p:cNvPr id="11" name="object 11" descr=""/>
            <p:cNvSpPr/>
            <p:nvPr/>
          </p:nvSpPr>
          <p:spPr>
            <a:xfrm>
              <a:off x="2122096" y="5877469"/>
              <a:ext cx="2085339" cy="0"/>
            </a:xfrm>
            <a:custGeom>
              <a:avLst/>
              <a:gdLst/>
              <a:ahLst/>
              <a:cxnLst/>
              <a:rect l="l" t="t" r="r" b="b"/>
              <a:pathLst>
                <a:path w="2085339" h="0">
                  <a:moveTo>
                    <a:pt x="0" y="0"/>
                  </a:moveTo>
                  <a:lnTo>
                    <a:pt x="382021" y="0"/>
                  </a:lnTo>
                </a:path>
                <a:path w="2085339" h="0">
                  <a:moveTo>
                    <a:pt x="804839" y="0"/>
                  </a:moveTo>
                  <a:lnTo>
                    <a:pt x="2084725" y="0"/>
                  </a:lnTo>
                </a:path>
              </a:pathLst>
            </a:custGeom>
            <a:ln w="20388">
              <a:solidFill>
                <a:srgbClr val="000000"/>
              </a:solidFill>
            </a:ln>
          </p:spPr>
          <p:txBody>
            <a:bodyPr wrap="square" lIns="0" tIns="0" rIns="0" bIns="0" rtlCol="0"/>
            <a:lstStyle/>
            <a:p/>
          </p:txBody>
        </p:sp>
      </p:grpSp>
      <p:sp>
        <p:nvSpPr>
          <p:cNvPr id="12" name="object 12" descr=""/>
          <p:cNvSpPr txBox="1"/>
          <p:nvPr/>
        </p:nvSpPr>
        <p:spPr>
          <a:xfrm>
            <a:off x="245363" y="1020309"/>
            <a:ext cx="5431155" cy="3224530"/>
          </a:xfrm>
          <a:prstGeom prst="rect">
            <a:avLst/>
          </a:prstGeom>
        </p:spPr>
        <p:txBody>
          <a:bodyPr wrap="square" lIns="0" tIns="147955" rIns="0" bIns="0" rtlCol="0" vert="horz">
            <a:spAutoFit/>
          </a:bodyPr>
          <a:lstStyle/>
          <a:p>
            <a:pPr marL="38100">
              <a:lnSpc>
                <a:spcPct val="100000"/>
              </a:lnSpc>
              <a:spcBef>
                <a:spcPts val="1165"/>
              </a:spcBef>
            </a:pPr>
            <a:r>
              <a:rPr dirty="0" sz="2800" spc="-35">
                <a:solidFill>
                  <a:srgbClr val="E14B04"/>
                </a:solidFill>
                <a:latin typeface="黑体"/>
                <a:cs typeface="黑体"/>
              </a:rPr>
              <a:t>流水线各段时间相等（</a:t>
            </a:r>
            <a:r>
              <a:rPr dirty="0" sz="2800" spc="-30">
                <a:solidFill>
                  <a:srgbClr val="E14B04"/>
                </a:solidFill>
                <a:latin typeface="黑体"/>
                <a:cs typeface="黑体"/>
              </a:rPr>
              <a:t>都是</a:t>
            </a:r>
            <a:r>
              <a:rPr dirty="0" sz="2800" spc="-25">
                <a:solidFill>
                  <a:srgbClr val="9933FF"/>
                </a:solidFill>
                <a:latin typeface="黑体"/>
                <a:cs typeface="黑体"/>
              </a:rPr>
              <a:t>△t</a:t>
            </a:r>
            <a:r>
              <a:rPr dirty="0" sz="2800" spc="-25">
                <a:solidFill>
                  <a:srgbClr val="E14B04"/>
                </a:solidFill>
                <a:latin typeface="黑体"/>
                <a:cs typeface="黑体"/>
              </a:rPr>
              <a:t>）</a:t>
            </a:r>
            <a:endParaRPr sz="2800">
              <a:latin typeface="黑体"/>
              <a:cs typeface="黑体"/>
            </a:endParaRPr>
          </a:p>
          <a:p>
            <a:pPr marL="1124585" indent="-457200">
              <a:lnSpc>
                <a:spcPct val="100000"/>
              </a:lnSpc>
              <a:spcBef>
                <a:spcPts val="915"/>
              </a:spcBef>
              <a:buSzPct val="89583"/>
              <a:buFont typeface="Wingdings"/>
              <a:buChar char=""/>
              <a:tabLst>
                <a:tab pos="1124585" algn="l"/>
              </a:tabLst>
            </a:pPr>
            <a:r>
              <a:rPr dirty="0" sz="2400">
                <a:solidFill>
                  <a:srgbClr val="40458B"/>
                </a:solidFill>
                <a:latin typeface="黑体"/>
                <a:cs typeface="黑体"/>
              </a:rPr>
              <a:t>一条</a:t>
            </a:r>
            <a:r>
              <a:rPr dirty="0" sz="2400">
                <a:solidFill>
                  <a:srgbClr val="9933FF"/>
                </a:solidFill>
                <a:latin typeface="黑体"/>
                <a:cs typeface="黑体"/>
              </a:rPr>
              <a:t>k</a:t>
            </a:r>
            <a:r>
              <a:rPr dirty="0" sz="2400">
                <a:solidFill>
                  <a:srgbClr val="40458B"/>
                </a:solidFill>
                <a:latin typeface="黑体"/>
                <a:cs typeface="黑体"/>
              </a:rPr>
              <a:t>段流水线完成</a:t>
            </a:r>
            <a:r>
              <a:rPr dirty="0" sz="2400">
                <a:solidFill>
                  <a:srgbClr val="9933FF"/>
                </a:solidFill>
                <a:latin typeface="黑体"/>
                <a:cs typeface="黑体"/>
              </a:rPr>
              <a:t>n</a:t>
            </a:r>
            <a:r>
              <a:rPr dirty="0" sz="2400" spc="-10">
                <a:solidFill>
                  <a:srgbClr val="40458B"/>
                </a:solidFill>
                <a:latin typeface="黑体"/>
                <a:cs typeface="黑体"/>
              </a:rPr>
              <a:t>个连续任务</a:t>
            </a:r>
            <a:endParaRPr sz="2400">
              <a:latin typeface="黑体"/>
              <a:cs typeface="黑体"/>
            </a:endParaRPr>
          </a:p>
          <a:p>
            <a:pPr marL="1431290">
              <a:lnSpc>
                <a:spcPct val="100000"/>
              </a:lnSpc>
              <a:spcBef>
                <a:spcPts val="1370"/>
              </a:spcBef>
            </a:pPr>
            <a:r>
              <a:rPr dirty="0" sz="2100" spc="-25" b="1">
                <a:solidFill>
                  <a:srgbClr val="00AFEF"/>
                </a:solidFill>
                <a:latin typeface="宋体"/>
                <a:cs typeface="宋体"/>
              </a:rPr>
              <a:t>所需要的时间为：</a:t>
            </a:r>
            <a:endParaRPr sz="2100">
              <a:latin typeface="宋体"/>
              <a:cs typeface="宋体"/>
            </a:endParaRPr>
          </a:p>
          <a:p>
            <a:pPr marL="2446020">
              <a:lnSpc>
                <a:spcPct val="100000"/>
              </a:lnSpc>
              <a:spcBef>
                <a:spcPts val="1100"/>
              </a:spcBef>
            </a:pPr>
            <a:r>
              <a:rPr dirty="0" sz="2800">
                <a:solidFill>
                  <a:srgbClr val="008000"/>
                </a:solidFill>
                <a:latin typeface="Times New Roman"/>
                <a:cs typeface="Times New Roman"/>
              </a:rPr>
              <a:t>T</a:t>
            </a:r>
            <a:r>
              <a:rPr dirty="0" baseline="-21021" sz="2775">
                <a:solidFill>
                  <a:srgbClr val="008000"/>
                </a:solidFill>
                <a:latin typeface="Times New Roman"/>
                <a:cs typeface="Times New Roman"/>
              </a:rPr>
              <a:t>k</a:t>
            </a:r>
            <a:r>
              <a:rPr dirty="0" baseline="-21021" sz="2775" spc="345">
                <a:solidFill>
                  <a:srgbClr val="008000"/>
                </a:solidFill>
                <a:latin typeface="Times New Roman"/>
                <a:cs typeface="Times New Roman"/>
              </a:rPr>
              <a:t> </a:t>
            </a:r>
            <a:r>
              <a:rPr dirty="0" sz="2800">
                <a:solidFill>
                  <a:srgbClr val="008000"/>
                </a:solidFill>
                <a:latin typeface="Times New Roman"/>
                <a:cs typeface="Times New Roman"/>
              </a:rPr>
              <a:t>=</a:t>
            </a:r>
            <a:r>
              <a:rPr dirty="0" sz="2800" spc="-10">
                <a:solidFill>
                  <a:srgbClr val="008000"/>
                </a:solidFill>
                <a:latin typeface="Times New Roman"/>
                <a:cs typeface="Times New Roman"/>
              </a:rPr>
              <a:t> (k</a:t>
            </a:r>
            <a:r>
              <a:rPr dirty="0" sz="2800" spc="-10">
                <a:solidFill>
                  <a:srgbClr val="008000"/>
                </a:solidFill>
                <a:latin typeface="黑体"/>
                <a:cs typeface="黑体"/>
              </a:rPr>
              <a:t>＋</a:t>
            </a:r>
            <a:r>
              <a:rPr dirty="0" sz="2800" spc="-10">
                <a:solidFill>
                  <a:srgbClr val="008000"/>
                </a:solidFill>
                <a:latin typeface="Times New Roman"/>
                <a:cs typeface="Times New Roman"/>
              </a:rPr>
              <a:t>n</a:t>
            </a:r>
            <a:r>
              <a:rPr dirty="0" sz="2800" spc="-10">
                <a:solidFill>
                  <a:srgbClr val="008000"/>
                </a:solidFill>
                <a:latin typeface="黑体"/>
                <a:cs typeface="黑体"/>
              </a:rPr>
              <a:t>－</a:t>
            </a:r>
            <a:r>
              <a:rPr dirty="0" sz="2800" spc="-10">
                <a:solidFill>
                  <a:srgbClr val="008000"/>
                </a:solidFill>
                <a:latin typeface="Times New Roman"/>
                <a:cs typeface="Times New Roman"/>
              </a:rPr>
              <a:t>1)Δt</a:t>
            </a:r>
            <a:endParaRPr sz="2800">
              <a:latin typeface="Times New Roman"/>
              <a:cs typeface="Times New Roman"/>
            </a:endParaRPr>
          </a:p>
          <a:p>
            <a:pPr marL="1124585" indent="-457200">
              <a:lnSpc>
                <a:spcPct val="100000"/>
              </a:lnSpc>
              <a:spcBef>
                <a:spcPts val="915"/>
              </a:spcBef>
              <a:buSzPct val="89583"/>
              <a:buFont typeface="Wingdings"/>
              <a:buChar char=""/>
              <a:tabLst>
                <a:tab pos="1124585" algn="l"/>
              </a:tabLst>
            </a:pPr>
            <a:r>
              <a:rPr dirty="0" sz="2400" spc="-10">
                <a:solidFill>
                  <a:srgbClr val="40458B"/>
                </a:solidFill>
                <a:latin typeface="黑体"/>
                <a:cs typeface="黑体"/>
              </a:rPr>
              <a:t>顺序执行</a:t>
            </a:r>
            <a:r>
              <a:rPr dirty="0" sz="2400" spc="-10">
                <a:solidFill>
                  <a:srgbClr val="9933FF"/>
                </a:solidFill>
                <a:latin typeface="黑体"/>
                <a:cs typeface="黑体"/>
              </a:rPr>
              <a:t>n个</a:t>
            </a:r>
            <a:r>
              <a:rPr dirty="0" sz="2400" spc="-25">
                <a:solidFill>
                  <a:srgbClr val="40458B"/>
                </a:solidFill>
                <a:latin typeface="黑体"/>
                <a:cs typeface="黑体"/>
              </a:rPr>
              <a:t>任务</a:t>
            </a:r>
            <a:endParaRPr sz="2400">
              <a:latin typeface="黑体"/>
              <a:cs typeface="黑体"/>
            </a:endParaRPr>
          </a:p>
          <a:p>
            <a:pPr marL="1431290">
              <a:lnSpc>
                <a:spcPct val="100000"/>
              </a:lnSpc>
              <a:spcBef>
                <a:spcPts val="1460"/>
              </a:spcBef>
            </a:pPr>
            <a:r>
              <a:rPr dirty="0" sz="2100" spc="-20" b="1">
                <a:solidFill>
                  <a:srgbClr val="00AFEF"/>
                </a:solidFill>
                <a:latin typeface="宋体"/>
                <a:cs typeface="宋体"/>
              </a:rPr>
              <a:t>所需要的时间： </a:t>
            </a:r>
            <a:r>
              <a:rPr dirty="0" sz="2800">
                <a:solidFill>
                  <a:srgbClr val="008000"/>
                </a:solidFill>
                <a:latin typeface="Times New Roman"/>
                <a:cs typeface="Times New Roman"/>
              </a:rPr>
              <a:t>T</a:t>
            </a:r>
            <a:r>
              <a:rPr dirty="0" baseline="-21021" sz="2775">
                <a:solidFill>
                  <a:srgbClr val="008000"/>
                </a:solidFill>
                <a:latin typeface="Times New Roman"/>
                <a:cs typeface="Times New Roman"/>
              </a:rPr>
              <a:t>s</a:t>
            </a:r>
            <a:r>
              <a:rPr dirty="0" sz="2800" b="1">
                <a:solidFill>
                  <a:srgbClr val="008000"/>
                </a:solidFill>
                <a:latin typeface="Times New Roman"/>
                <a:cs typeface="Times New Roman"/>
              </a:rPr>
              <a:t>= </a:t>
            </a:r>
            <a:r>
              <a:rPr dirty="0" sz="2800" spc="-20">
                <a:solidFill>
                  <a:srgbClr val="008000"/>
                </a:solidFill>
                <a:latin typeface="Times New Roman"/>
                <a:cs typeface="Times New Roman"/>
              </a:rPr>
              <a:t>nk</a:t>
            </a:r>
            <a:r>
              <a:rPr dirty="0" sz="2800" spc="-20" b="1">
                <a:solidFill>
                  <a:srgbClr val="008000"/>
                </a:solidFill>
                <a:latin typeface="宋体"/>
                <a:cs typeface="宋体"/>
              </a:rPr>
              <a:t>△</a:t>
            </a:r>
            <a:r>
              <a:rPr dirty="0" sz="2800" spc="-20" b="1">
                <a:solidFill>
                  <a:srgbClr val="008000"/>
                </a:solidFill>
                <a:latin typeface="Times New Roman"/>
                <a:cs typeface="Times New Roman"/>
              </a:rPr>
              <a:t>t</a:t>
            </a:r>
            <a:endParaRPr sz="2800">
              <a:latin typeface="Times New Roman"/>
              <a:cs typeface="Times New Roman"/>
            </a:endParaRPr>
          </a:p>
        </p:txBody>
      </p:sp>
      <p:sp>
        <p:nvSpPr>
          <p:cNvPr id="13" name="object 13" descr=""/>
          <p:cNvSpPr txBox="1"/>
          <p:nvPr/>
        </p:nvSpPr>
        <p:spPr>
          <a:xfrm>
            <a:off x="887780" y="4837303"/>
            <a:ext cx="3860800" cy="1586865"/>
          </a:xfrm>
          <a:prstGeom prst="rect">
            <a:avLst/>
          </a:prstGeom>
        </p:spPr>
        <p:txBody>
          <a:bodyPr wrap="square" lIns="0" tIns="12700" rIns="0" bIns="0" rtlCol="0" vert="horz">
            <a:spAutoFit/>
          </a:bodyPr>
          <a:lstStyle/>
          <a:p>
            <a:pPr marL="481965" indent="-456565">
              <a:lnSpc>
                <a:spcPct val="100000"/>
              </a:lnSpc>
              <a:spcBef>
                <a:spcPts val="100"/>
              </a:spcBef>
              <a:buSzPct val="89583"/>
              <a:buFont typeface="Wingdings"/>
              <a:buChar char=""/>
              <a:tabLst>
                <a:tab pos="481965" algn="l"/>
              </a:tabLst>
            </a:pPr>
            <a:r>
              <a:rPr dirty="0" sz="2400" spc="-5">
                <a:solidFill>
                  <a:srgbClr val="40458B"/>
                </a:solidFill>
                <a:latin typeface="黑体"/>
                <a:cs typeface="黑体"/>
              </a:rPr>
              <a:t>流水线的实际加速比为：</a:t>
            </a:r>
            <a:endParaRPr sz="2400">
              <a:latin typeface="黑体"/>
              <a:cs typeface="黑体"/>
            </a:endParaRPr>
          </a:p>
          <a:p>
            <a:pPr marL="594360">
              <a:lnSpc>
                <a:spcPts val="3375"/>
              </a:lnSpc>
              <a:spcBef>
                <a:spcPts val="2660"/>
              </a:spcBef>
              <a:tabLst>
                <a:tab pos="1722120" algn="l"/>
                <a:tab pos="2479675" algn="l"/>
              </a:tabLst>
            </a:pPr>
            <a:r>
              <a:rPr dirty="0" sz="3400" i="1">
                <a:solidFill>
                  <a:srgbClr val="FF0000"/>
                </a:solidFill>
                <a:latin typeface="Times New Roman"/>
                <a:cs typeface="Times New Roman"/>
              </a:rPr>
              <a:t>S</a:t>
            </a:r>
            <a:r>
              <a:rPr dirty="0" sz="3400" spc="-20" i="1">
                <a:solidFill>
                  <a:srgbClr val="FF0000"/>
                </a:solidFill>
                <a:latin typeface="Times New Roman"/>
                <a:cs typeface="Times New Roman"/>
              </a:rPr>
              <a:t> </a:t>
            </a:r>
            <a:r>
              <a:rPr dirty="0" sz="3400">
                <a:latin typeface="Symbol"/>
                <a:cs typeface="Symbol"/>
              </a:rPr>
              <a:t></a:t>
            </a:r>
            <a:r>
              <a:rPr dirty="0" sz="3400" spc="-60">
                <a:latin typeface="Times New Roman"/>
                <a:cs typeface="Times New Roman"/>
              </a:rPr>
              <a:t> </a:t>
            </a:r>
            <a:r>
              <a:rPr dirty="0" baseline="35947" sz="5100" spc="-37" i="1">
                <a:latin typeface="Times New Roman"/>
                <a:cs typeface="Times New Roman"/>
              </a:rPr>
              <a:t>T</a:t>
            </a:r>
            <a:r>
              <a:rPr dirty="0" baseline="37037" sz="2925" spc="-37">
                <a:latin typeface="Times New Roman"/>
                <a:cs typeface="Times New Roman"/>
              </a:rPr>
              <a:t>s</a:t>
            </a:r>
            <a:r>
              <a:rPr dirty="0" baseline="37037" sz="2925">
                <a:latin typeface="Times New Roman"/>
                <a:cs typeface="Times New Roman"/>
              </a:rPr>
              <a:t>	</a:t>
            </a:r>
            <a:r>
              <a:rPr dirty="0" sz="3400" spc="-50">
                <a:latin typeface="Symbol"/>
                <a:cs typeface="Symbol"/>
              </a:rPr>
              <a:t></a:t>
            </a:r>
            <a:r>
              <a:rPr dirty="0" sz="3400">
                <a:latin typeface="Times New Roman"/>
                <a:cs typeface="Times New Roman"/>
              </a:rPr>
              <a:t>	</a:t>
            </a:r>
            <a:r>
              <a:rPr dirty="0" baseline="35130" sz="5100" spc="-37" i="1">
                <a:latin typeface="Times New Roman"/>
                <a:cs typeface="Times New Roman"/>
              </a:rPr>
              <a:t>nk</a:t>
            </a:r>
            <a:endParaRPr baseline="35130" sz="5100">
              <a:latin typeface="Times New Roman"/>
              <a:cs typeface="Times New Roman"/>
            </a:endParaRPr>
          </a:p>
          <a:p>
            <a:pPr marL="1233805">
              <a:lnSpc>
                <a:spcPts val="3375"/>
              </a:lnSpc>
              <a:tabLst>
                <a:tab pos="2063114" algn="l"/>
              </a:tabLst>
            </a:pPr>
            <a:r>
              <a:rPr dirty="0" sz="3400" spc="-25" i="1">
                <a:latin typeface="Times New Roman"/>
                <a:cs typeface="Times New Roman"/>
              </a:rPr>
              <a:t>T</a:t>
            </a:r>
            <a:r>
              <a:rPr dirty="0" baseline="-25641" sz="2925" spc="-37">
                <a:latin typeface="Times New Roman"/>
                <a:cs typeface="Times New Roman"/>
              </a:rPr>
              <a:t>k</a:t>
            </a:r>
            <a:r>
              <a:rPr dirty="0" baseline="-25641" sz="2925">
                <a:latin typeface="Times New Roman"/>
                <a:cs typeface="Times New Roman"/>
              </a:rPr>
              <a:t>	</a:t>
            </a:r>
            <a:r>
              <a:rPr dirty="0" sz="3400" spc="-130" i="1">
                <a:latin typeface="Times New Roman"/>
                <a:cs typeface="Times New Roman"/>
              </a:rPr>
              <a:t>k</a:t>
            </a:r>
            <a:r>
              <a:rPr dirty="0" sz="3400" spc="-95" i="1">
                <a:latin typeface="Times New Roman"/>
                <a:cs typeface="Times New Roman"/>
              </a:rPr>
              <a:t> </a:t>
            </a:r>
            <a:r>
              <a:rPr dirty="0" sz="3400" spc="-140">
                <a:latin typeface="Symbol"/>
                <a:cs typeface="Symbol"/>
              </a:rPr>
              <a:t></a:t>
            </a:r>
            <a:r>
              <a:rPr dirty="0" sz="3400" spc="-285">
                <a:latin typeface="Times New Roman"/>
                <a:cs typeface="Times New Roman"/>
              </a:rPr>
              <a:t> </a:t>
            </a:r>
            <a:r>
              <a:rPr dirty="0" sz="3400" spc="-125" i="1">
                <a:latin typeface="Times New Roman"/>
                <a:cs typeface="Times New Roman"/>
              </a:rPr>
              <a:t>n</a:t>
            </a:r>
            <a:r>
              <a:rPr dirty="0" sz="3400" spc="-325" i="1">
                <a:latin typeface="Times New Roman"/>
                <a:cs typeface="Times New Roman"/>
              </a:rPr>
              <a:t> </a:t>
            </a:r>
            <a:r>
              <a:rPr dirty="0" sz="3400" spc="-25">
                <a:latin typeface="Symbol"/>
                <a:cs typeface="Symbol"/>
              </a:rPr>
              <a:t></a:t>
            </a:r>
            <a:r>
              <a:rPr dirty="0" sz="3400" spc="-25">
                <a:latin typeface="Times New Roman"/>
                <a:cs typeface="Times New Roman"/>
              </a:rPr>
              <a:t>1</a:t>
            </a:r>
            <a:endParaRPr sz="3400">
              <a:latin typeface="Times New Roman"/>
              <a:cs typeface="Times New Roman"/>
            </a:endParaRPr>
          </a:p>
        </p:txBody>
      </p:sp>
      <p:grpSp>
        <p:nvGrpSpPr>
          <p:cNvPr id="14" name="object 14" descr=""/>
          <p:cNvGrpSpPr/>
          <p:nvPr/>
        </p:nvGrpSpPr>
        <p:grpSpPr>
          <a:xfrm>
            <a:off x="1406461" y="1084325"/>
            <a:ext cx="10606405" cy="5616575"/>
            <a:chOff x="1406461" y="1084325"/>
            <a:chExt cx="10606405" cy="5616575"/>
          </a:xfrm>
        </p:grpSpPr>
        <p:sp>
          <p:nvSpPr>
            <p:cNvPr id="15" name="object 15" descr=""/>
            <p:cNvSpPr/>
            <p:nvPr/>
          </p:nvSpPr>
          <p:spPr>
            <a:xfrm>
              <a:off x="1411224" y="5295899"/>
              <a:ext cx="2889250" cy="1233805"/>
            </a:xfrm>
            <a:custGeom>
              <a:avLst/>
              <a:gdLst/>
              <a:ahLst/>
              <a:cxnLst/>
              <a:rect l="l" t="t" r="r" b="b"/>
              <a:pathLst>
                <a:path w="2889250" h="1233804">
                  <a:moveTo>
                    <a:pt x="0" y="1233487"/>
                  </a:moveTo>
                  <a:lnTo>
                    <a:pt x="2889250" y="1233487"/>
                  </a:lnTo>
                  <a:lnTo>
                    <a:pt x="2889250" y="0"/>
                  </a:lnTo>
                  <a:lnTo>
                    <a:pt x="0" y="0"/>
                  </a:lnTo>
                  <a:lnTo>
                    <a:pt x="0" y="1233487"/>
                  </a:lnTo>
                  <a:close/>
                </a:path>
              </a:pathLst>
            </a:custGeom>
            <a:ln w="9525">
              <a:solidFill>
                <a:srgbClr val="EBD782"/>
              </a:solidFill>
            </a:ln>
          </p:spPr>
          <p:txBody>
            <a:bodyPr wrap="square" lIns="0" tIns="0" rIns="0" bIns="0" rtlCol="0"/>
            <a:lstStyle/>
            <a:p/>
          </p:txBody>
        </p:sp>
        <p:sp>
          <p:nvSpPr>
            <p:cNvPr id="16" name="object 16" descr=""/>
            <p:cNvSpPr/>
            <p:nvPr/>
          </p:nvSpPr>
          <p:spPr>
            <a:xfrm>
              <a:off x="5808726" y="1084325"/>
              <a:ext cx="0" cy="5616575"/>
            </a:xfrm>
            <a:custGeom>
              <a:avLst/>
              <a:gdLst/>
              <a:ahLst/>
              <a:cxnLst/>
              <a:rect l="l" t="t" r="r" b="b"/>
              <a:pathLst>
                <a:path w="0" h="5616575">
                  <a:moveTo>
                    <a:pt x="0" y="0"/>
                  </a:moveTo>
                  <a:lnTo>
                    <a:pt x="0" y="5616511"/>
                  </a:lnTo>
                </a:path>
              </a:pathLst>
            </a:custGeom>
            <a:ln w="19050">
              <a:solidFill>
                <a:srgbClr val="40458B"/>
              </a:solidFill>
            </a:ln>
          </p:spPr>
          <p:txBody>
            <a:bodyPr wrap="square" lIns="0" tIns="0" rIns="0" bIns="0" rtlCol="0"/>
            <a:lstStyle/>
            <a:p/>
          </p:txBody>
        </p:sp>
        <p:sp>
          <p:nvSpPr>
            <p:cNvPr id="17" name="object 17" descr=""/>
            <p:cNvSpPr/>
            <p:nvPr/>
          </p:nvSpPr>
          <p:spPr>
            <a:xfrm>
              <a:off x="6218301" y="2876549"/>
              <a:ext cx="5794375" cy="1971675"/>
            </a:xfrm>
            <a:custGeom>
              <a:avLst/>
              <a:gdLst/>
              <a:ahLst/>
              <a:cxnLst/>
              <a:rect l="l" t="t" r="r" b="b"/>
              <a:pathLst>
                <a:path w="5794375" h="1971675">
                  <a:moveTo>
                    <a:pt x="5794375" y="0"/>
                  </a:moveTo>
                  <a:lnTo>
                    <a:pt x="0" y="0"/>
                  </a:lnTo>
                  <a:lnTo>
                    <a:pt x="0" y="1971675"/>
                  </a:lnTo>
                  <a:lnTo>
                    <a:pt x="5794375" y="1971675"/>
                  </a:lnTo>
                  <a:lnTo>
                    <a:pt x="5794375" y="0"/>
                  </a:lnTo>
                  <a:close/>
                </a:path>
              </a:pathLst>
            </a:custGeom>
            <a:solidFill>
              <a:srgbClr val="B4F4F1"/>
            </a:solidFill>
          </p:spPr>
          <p:txBody>
            <a:bodyPr wrap="square" lIns="0" tIns="0" rIns="0" bIns="0" rtlCol="0"/>
            <a:lstStyle/>
            <a:p/>
          </p:txBody>
        </p:sp>
      </p:grpSp>
      <p:sp>
        <p:nvSpPr>
          <p:cNvPr id="18" name="object 18"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
        <p:nvSpPr>
          <p:cNvPr id="19" name="object 19" descr=""/>
          <p:cNvSpPr txBox="1"/>
          <p:nvPr/>
        </p:nvSpPr>
        <p:spPr>
          <a:xfrm>
            <a:off x="8336406" y="233883"/>
            <a:ext cx="35807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00CC"/>
                </a:solidFill>
                <a:latin typeface="黑体"/>
                <a:cs typeface="黑体"/>
              </a:rPr>
              <a:t>3.2.2</a:t>
            </a:r>
            <a:r>
              <a:rPr dirty="0" sz="2800" spc="-40">
                <a:solidFill>
                  <a:srgbClr val="0000CC"/>
                </a:solidFill>
                <a:latin typeface="黑体"/>
                <a:cs typeface="黑体"/>
              </a:rPr>
              <a:t> 流水线的加速比</a:t>
            </a:r>
            <a:endParaRPr sz="2800">
              <a:latin typeface="黑体"/>
              <a:cs typeface="黑体"/>
            </a:endParaRPr>
          </a:p>
        </p:txBody>
      </p:sp>
      <p:sp>
        <p:nvSpPr>
          <p:cNvPr id="20" name="object 20" descr=""/>
          <p:cNvSpPr txBox="1"/>
          <p:nvPr/>
        </p:nvSpPr>
        <p:spPr>
          <a:xfrm>
            <a:off x="6320154" y="779908"/>
            <a:ext cx="5379720" cy="1760220"/>
          </a:xfrm>
          <a:prstGeom prst="rect">
            <a:avLst/>
          </a:prstGeom>
        </p:spPr>
        <p:txBody>
          <a:bodyPr wrap="square" lIns="0" tIns="243204" rIns="0" bIns="0" rtlCol="0" vert="horz">
            <a:spAutoFit/>
          </a:bodyPr>
          <a:lstStyle/>
          <a:p>
            <a:pPr marL="12700">
              <a:lnSpc>
                <a:spcPct val="100000"/>
              </a:lnSpc>
              <a:spcBef>
                <a:spcPts val="1914"/>
              </a:spcBef>
            </a:pPr>
            <a:r>
              <a:rPr dirty="0" sz="2800" spc="-40">
                <a:solidFill>
                  <a:srgbClr val="E14B04"/>
                </a:solidFill>
                <a:latin typeface="黑体"/>
                <a:cs typeface="黑体"/>
              </a:rPr>
              <a:t>流水线的各段时间不完全相等时</a:t>
            </a:r>
            <a:endParaRPr sz="2800">
              <a:latin typeface="黑体"/>
              <a:cs typeface="黑体"/>
            </a:endParaRPr>
          </a:p>
          <a:p>
            <a:pPr marL="1099185" marR="5080" indent="-457200">
              <a:lnSpc>
                <a:spcPct val="140100"/>
              </a:lnSpc>
              <a:spcBef>
                <a:spcPts val="409"/>
              </a:spcBef>
              <a:buSzPct val="89583"/>
              <a:buFont typeface="Wingdings"/>
              <a:buChar char=""/>
              <a:tabLst>
                <a:tab pos="1099185" algn="l"/>
              </a:tabLst>
            </a:pPr>
            <a:r>
              <a:rPr dirty="0" sz="2400">
                <a:solidFill>
                  <a:srgbClr val="40458B"/>
                </a:solidFill>
                <a:latin typeface="黑体"/>
                <a:cs typeface="黑体"/>
              </a:rPr>
              <a:t>一条</a:t>
            </a:r>
            <a:r>
              <a:rPr dirty="0" sz="2400">
                <a:solidFill>
                  <a:srgbClr val="9933FF"/>
                </a:solidFill>
                <a:latin typeface="黑体"/>
                <a:cs typeface="黑体"/>
              </a:rPr>
              <a:t>k</a:t>
            </a:r>
            <a:r>
              <a:rPr dirty="0" sz="2400">
                <a:solidFill>
                  <a:srgbClr val="40458B"/>
                </a:solidFill>
                <a:latin typeface="黑体"/>
                <a:cs typeface="黑体"/>
              </a:rPr>
              <a:t>段流水线完成</a:t>
            </a:r>
            <a:r>
              <a:rPr dirty="0" sz="2400">
                <a:solidFill>
                  <a:srgbClr val="9933FF"/>
                </a:solidFill>
                <a:latin typeface="黑体"/>
                <a:cs typeface="黑体"/>
              </a:rPr>
              <a:t>n</a:t>
            </a:r>
            <a:r>
              <a:rPr dirty="0" sz="2400" spc="-10">
                <a:solidFill>
                  <a:srgbClr val="40458B"/>
                </a:solidFill>
                <a:latin typeface="黑体"/>
                <a:cs typeface="黑体"/>
              </a:rPr>
              <a:t>个连续任务</a:t>
            </a:r>
            <a:r>
              <a:rPr dirty="0" sz="2400">
                <a:solidFill>
                  <a:srgbClr val="40458B"/>
                </a:solidFill>
                <a:latin typeface="黑体"/>
                <a:cs typeface="黑体"/>
              </a:rPr>
              <a:t>的实际</a:t>
            </a:r>
            <a:r>
              <a:rPr dirty="0" sz="2400">
                <a:solidFill>
                  <a:srgbClr val="FF0000"/>
                </a:solidFill>
                <a:latin typeface="黑体"/>
                <a:cs typeface="黑体"/>
              </a:rPr>
              <a:t>加速比</a:t>
            </a:r>
            <a:r>
              <a:rPr dirty="0" sz="2400" spc="-25">
                <a:solidFill>
                  <a:srgbClr val="40458B"/>
                </a:solidFill>
                <a:latin typeface="黑体"/>
                <a:cs typeface="黑体"/>
              </a:rPr>
              <a:t>为：</a:t>
            </a:r>
            <a:endParaRPr sz="2400">
              <a:latin typeface="黑体"/>
              <a:cs typeface="黑体"/>
            </a:endParaRPr>
          </a:p>
        </p:txBody>
      </p:sp>
      <p:sp>
        <p:nvSpPr>
          <p:cNvPr id="21" name="object 21" descr=""/>
          <p:cNvSpPr txBox="1"/>
          <p:nvPr/>
        </p:nvSpPr>
        <p:spPr>
          <a:xfrm>
            <a:off x="7011858" y="3844457"/>
            <a:ext cx="106045" cy="275590"/>
          </a:xfrm>
          <a:prstGeom prst="rect">
            <a:avLst/>
          </a:prstGeom>
        </p:spPr>
        <p:txBody>
          <a:bodyPr wrap="square" lIns="0" tIns="11430" rIns="0" bIns="0" rtlCol="0" vert="horz">
            <a:spAutoFit/>
          </a:bodyPr>
          <a:lstStyle/>
          <a:p>
            <a:pPr>
              <a:lnSpc>
                <a:spcPct val="100000"/>
              </a:lnSpc>
              <a:spcBef>
                <a:spcPts val="90"/>
              </a:spcBef>
            </a:pPr>
            <a:r>
              <a:rPr dirty="0" sz="1650" spc="-50" i="1">
                <a:latin typeface="Times New Roman"/>
                <a:cs typeface="Times New Roman"/>
              </a:rPr>
              <a:t>k</a:t>
            </a:r>
            <a:endParaRPr sz="1650">
              <a:latin typeface="Times New Roman"/>
              <a:cs typeface="Times New Roman"/>
            </a:endParaRPr>
          </a:p>
        </p:txBody>
      </p:sp>
      <p:sp>
        <p:nvSpPr>
          <p:cNvPr id="22" name="object 22" descr=""/>
          <p:cNvSpPr txBox="1"/>
          <p:nvPr/>
        </p:nvSpPr>
        <p:spPr>
          <a:xfrm>
            <a:off x="6931381" y="4548628"/>
            <a:ext cx="295275" cy="275590"/>
          </a:xfrm>
          <a:prstGeom prst="rect">
            <a:avLst/>
          </a:prstGeom>
        </p:spPr>
        <p:txBody>
          <a:bodyPr wrap="square" lIns="0" tIns="11430" rIns="0" bIns="0" rtlCol="0" vert="horz">
            <a:spAutoFit/>
          </a:bodyPr>
          <a:lstStyle/>
          <a:p>
            <a:pPr>
              <a:lnSpc>
                <a:spcPct val="100000"/>
              </a:lnSpc>
              <a:spcBef>
                <a:spcPts val="90"/>
              </a:spcBef>
            </a:pPr>
            <a:r>
              <a:rPr dirty="0" sz="1650" spc="-25" i="1">
                <a:latin typeface="Times New Roman"/>
                <a:cs typeface="Times New Roman"/>
              </a:rPr>
              <a:t>i</a:t>
            </a:r>
            <a:r>
              <a:rPr dirty="0" sz="1650" spc="-25">
                <a:latin typeface="Symbol"/>
                <a:cs typeface="Symbol"/>
              </a:rPr>
              <a:t></a:t>
            </a:r>
            <a:r>
              <a:rPr dirty="0" sz="1650" spc="-25">
                <a:latin typeface="Times New Roman"/>
                <a:cs typeface="Times New Roman"/>
              </a:rPr>
              <a:t>1</a:t>
            </a:r>
            <a:endParaRPr sz="1650">
              <a:latin typeface="Times New Roman"/>
              <a:cs typeface="Times New Roman"/>
            </a:endParaRPr>
          </a:p>
        </p:txBody>
      </p:sp>
      <p:sp>
        <p:nvSpPr>
          <p:cNvPr id="23" name="object 23" descr=""/>
          <p:cNvSpPr txBox="1"/>
          <p:nvPr/>
        </p:nvSpPr>
        <p:spPr>
          <a:xfrm>
            <a:off x="6252577" y="3442620"/>
            <a:ext cx="5713730" cy="457834"/>
          </a:xfrm>
          <a:prstGeom prst="rect">
            <a:avLst/>
          </a:prstGeom>
        </p:spPr>
        <p:txBody>
          <a:bodyPr wrap="square" lIns="0" tIns="17145" rIns="0" bIns="0" rtlCol="0" vert="horz">
            <a:spAutoFit/>
          </a:bodyPr>
          <a:lstStyle/>
          <a:p>
            <a:pPr marL="25400">
              <a:lnSpc>
                <a:spcPct val="100000"/>
              </a:lnSpc>
              <a:spcBef>
                <a:spcPts val="135"/>
              </a:spcBef>
              <a:tabLst>
                <a:tab pos="2868295" algn="l"/>
                <a:tab pos="5674995" algn="l"/>
              </a:tabLst>
            </a:pPr>
            <a:r>
              <a:rPr dirty="0" baseline="-21825" sz="4200" i="1">
                <a:solidFill>
                  <a:srgbClr val="FF0000"/>
                </a:solidFill>
                <a:latin typeface="Times New Roman"/>
                <a:cs typeface="Times New Roman"/>
              </a:rPr>
              <a:t>S</a:t>
            </a:r>
            <a:r>
              <a:rPr dirty="0" baseline="-21825" sz="4200" spc="675" i="1">
                <a:solidFill>
                  <a:srgbClr val="FF0000"/>
                </a:solidFill>
                <a:latin typeface="Times New Roman"/>
                <a:cs typeface="Times New Roman"/>
              </a:rPr>
              <a:t> </a:t>
            </a:r>
            <a:r>
              <a:rPr dirty="0" baseline="-21825" sz="4200">
                <a:latin typeface="Symbol"/>
                <a:cs typeface="Symbol"/>
              </a:rPr>
              <a:t></a:t>
            </a:r>
            <a:r>
              <a:rPr dirty="0" baseline="-21825" sz="4200">
                <a:latin typeface="Times New Roman"/>
                <a:cs typeface="Times New Roman"/>
              </a:rPr>
              <a:t> </a:t>
            </a:r>
            <a:r>
              <a:rPr dirty="0" u="heavy" sz="1650">
                <a:uFill>
                  <a:solidFill>
                    <a:srgbClr val="000000"/>
                  </a:solidFill>
                </a:uFill>
                <a:latin typeface="Times New Roman"/>
                <a:cs typeface="Times New Roman"/>
              </a:rPr>
              <a:t>	</a:t>
            </a:r>
            <a:r>
              <a:rPr dirty="0" u="heavy" sz="1650" spc="-25" i="1">
                <a:uFill>
                  <a:solidFill>
                    <a:srgbClr val="000000"/>
                  </a:solidFill>
                </a:uFill>
                <a:latin typeface="Times New Roman"/>
                <a:cs typeface="Times New Roman"/>
              </a:rPr>
              <a:t>i</a:t>
            </a:r>
            <a:r>
              <a:rPr dirty="0" u="heavy" sz="1650" spc="-25">
                <a:uFill>
                  <a:solidFill>
                    <a:srgbClr val="000000"/>
                  </a:solidFill>
                </a:uFill>
                <a:latin typeface="Symbol"/>
                <a:cs typeface="Symbol"/>
              </a:rPr>
              <a:t></a:t>
            </a:r>
            <a:r>
              <a:rPr dirty="0" u="heavy" sz="1650" spc="-25">
                <a:uFill>
                  <a:solidFill>
                    <a:srgbClr val="000000"/>
                  </a:solidFill>
                </a:uFill>
                <a:latin typeface="Times New Roman"/>
                <a:cs typeface="Times New Roman"/>
              </a:rPr>
              <a:t>1</a:t>
            </a:r>
            <a:r>
              <a:rPr dirty="0" u="heavy" sz="1650">
                <a:uFill>
                  <a:solidFill>
                    <a:srgbClr val="000000"/>
                  </a:solidFill>
                </a:uFill>
                <a:latin typeface="Times New Roman"/>
                <a:cs typeface="Times New Roman"/>
              </a:rPr>
              <a:t>	</a:t>
            </a:r>
            <a:endParaRPr sz="1650">
              <a:latin typeface="Times New Roman"/>
              <a:cs typeface="Times New Roman"/>
            </a:endParaRPr>
          </a:p>
        </p:txBody>
      </p:sp>
      <p:sp>
        <p:nvSpPr>
          <p:cNvPr id="24" name="object 24" descr=""/>
          <p:cNvSpPr txBox="1"/>
          <p:nvPr/>
        </p:nvSpPr>
        <p:spPr>
          <a:xfrm>
            <a:off x="7268335" y="4057298"/>
            <a:ext cx="4696460" cy="457834"/>
          </a:xfrm>
          <a:prstGeom prst="rect">
            <a:avLst/>
          </a:prstGeom>
        </p:spPr>
        <p:txBody>
          <a:bodyPr wrap="square" lIns="0" tIns="17145" rIns="0" bIns="0" rtlCol="0" vert="horz">
            <a:spAutoFit/>
          </a:bodyPr>
          <a:lstStyle/>
          <a:p>
            <a:pPr marL="38100">
              <a:lnSpc>
                <a:spcPct val="100000"/>
              </a:lnSpc>
              <a:spcBef>
                <a:spcPts val="135"/>
              </a:spcBef>
              <a:tabLst>
                <a:tab pos="3915410" algn="l"/>
              </a:tabLst>
            </a:pPr>
            <a:r>
              <a:rPr dirty="0" sz="2800">
                <a:latin typeface="Symbol"/>
                <a:cs typeface="Symbol"/>
              </a:rPr>
              <a:t></a:t>
            </a:r>
            <a:r>
              <a:rPr dirty="0" sz="2800" i="1">
                <a:latin typeface="Times New Roman"/>
                <a:cs typeface="Times New Roman"/>
              </a:rPr>
              <a:t>t</a:t>
            </a:r>
            <a:r>
              <a:rPr dirty="0" baseline="-25252" sz="2475" i="1">
                <a:latin typeface="Times New Roman"/>
                <a:cs typeface="Times New Roman"/>
              </a:rPr>
              <a:t>i</a:t>
            </a:r>
            <a:r>
              <a:rPr dirty="0" baseline="-25252" sz="2475" spc="660" i="1">
                <a:latin typeface="Times New Roman"/>
                <a:cs typeface="Times New Roman"/>
              </a:rPr>
              <a:t> </a:t>
            </a:r>
            <a:r>
              <a:rPr dirty="0" sz="2800">
                <a:latin typeface="Symbol"/>
                <a:cs typeface="Symbol"/>
              </a:rPr>
              <a:t></a:t>
            </a:r>
            <a:r>
              <a:rPr dirty="0" sz="2800" spc="-195">
                <a:latin typeface="Times New Roman"/>
                <a:cs typeface="Times New Roman"/>
              </a:rPr>
              <a:t> </a:t>
            </a:r>
            <a:r>
              <a:rPr dirty="0" sz="2800">
                <a:latin typeface="Times New Roman"/>
                <a:cs typeface="Times New Roman"/>
              </a:rPr>
              <a:t>(</a:t>
            </a:r>
            <a:r>
              <a:rPr dirty="0" sz="2800" i="1">
                <a:latin typeface="Times New Roman"/>
                <a:cs typeface="Times New Roman"/>
              </a:rPr>
              <a:t>n</a:t>
            </a:r>
            <a:r>
              <a:rPr dirty="0" sz="2800" spc="-200" i="1">
                <a:latin typeface="Times New Roman"/>
                <a:cs typeface="Times New Roman"/>
              </a:rPr>
              <a:t> </a:t>
            </a:r>
            <a:r>
              <a:rPr dirty="0" sz="2800" spc="-20">
                <a:latin typeface="Symbol"/>
                <a:cs typeface="Symbol"/>
              </a:rPr>
              <a:t></a:t>
            </a:r>
            <a:r>
              <a:rPr dirty="0" sz="2800" spc="-20">
                <a:latin typeface="Times New Roman"/>
                <a:cs typeface="Times New Roman"/>
              </a:rPr>
              <a:t>1)</a:t>
            </a:r>
            <a:r>
              <a:rPr dirty="0" sz="2800" spc="-300">
                <a:latin typeface="Times New Roman"/>
                <a:cs typeface="Times New Roman"/>
              </a:rPr>
              <a:t> </a:t>
            </a:r>
            <a:r>
              <a:rPr dirty="0" sz="2800">
                <a:latin typeface="Times New Roman"/>
                <a:cs typeface="Times New Roman"/>
              </a:rPr>
              <a:t>max(</a:t>
            </a:r>
            <a:r>
              <a:rPr dirty="0" sz="2800">
                <a:latin typeface="Symbol"/>
                <a:cs typeface="Symbol"/>
              </a:rPr>
              <a:t></a:t>
            </a:r>
            <a:r>
              <a:rPr dirty="0" sz="2800" i="1">
                <a:latin typeface="Times New Roman"/>
                <a:cs typeface="Times New Roman"/>
              </a:rPr>
              <a:t>t</a:t>
            </a:r>
            <a:r>
              <a:rPr dirty="0" baseline="-25252" sz="2475">
                <a:latin typeface="Times New Roman"/>
                <a:cs typeface="Times New Roman"/>
              </a:rPr>
              <a:t>1</a:t>
            </a:r>
            <a:r>
              <a:rPr dirty="0" sz="2800">
                <a:latin typeface="Times New Roman"/>
                <a:cs typeface="Times New Roman"/>
              </a:rPr>
              <a:t>,</a:t>
            </a:r>
            <a:r>
              <a:rPr dirty="0" sz="2800" spc="-335">
                <a:latin typeface="Times New Roman"/>
                <a:cs typeface="Times New Roman"/>
              </a:rPr>
              <a:t> </a:t>
            </a:r>
            <a:r>
              <a:rPr dirty="0" sz="2800">
                <a:latin typeface="Symbol"/>
                <a:cs typeface="Symbol"/>
              </a:rPr>
              <a:t></a:t>
            </a:r>
            <a:r>
              <a:rPr dirty="0" sz="2800" i="1">
                <a:latin typeface="Times New Roman"/>
                <a:cs typeface="Times New Roman"/>
              </a:rPr>
              <a:t>t</a:t>
            </a:r>
            <a:r>
              <a:rPr dirty="0" baseline="-25252" sz="2475">
                <a:latin typeface="Times New Roman"/>
                <a:cs typeface="Times New Roman"/>
              </a:rPr>
              <a:t>2</a:t>
            </a:r>
            <a:r>
              <a:rPr dirty="0" baseline="-25252" sz="2475" spc="-202">
                <a:latin typeface="Times New Roman"/>
                <a:cs typeface="Times New Roman"/>
              </a:rPr>
              <a:t> </a:t>
            </a:r>
            <a:r>
              <a:rPr dirty="0" sz="2800" spc="-50">
                <a:latin typeface="Times New Roman"/>
                <a:cs typeface="Times New Roman"/>
              </a:rPr>
              <a:t>,</a:t>
            </a:r>
            <a:r>
              <a:rPr dirty="0" sz="2800">
                <a:latin typeface="Times New Roman"/>
                <a:cs typeface="Times New Roman"/>
              </a:rPr>
              <a:t>	,</a:t>
            </a:r>
            <a:r>
              <a:rPr dirty="0" sz="2800" spc="-345">
                <a:latin typeface="Times New Roman"/>
                <a:cs typeface="Times New Roman"/>
              </a:rPr>
              <a:t> </a:t>
            </a:r>
            <a:r>
              <a:rPr dirty="0" sz="2800">
                <a:latin typeface="Symbol"/>
                <a:cs typeface="Symbol"/>
              </a:rPr>
              <a:t></a:t>
            </a:r>
            <a:r>
              <a:rPr dirty="0" sz="2800" i="1">
                <a:latin typeface="Times New Roman"/>
                <a:cs typeface="Times New Roman"/>
              </a:rPr>
              <a:t>t</a:t>
            </a:r>
            <a:r>
              <a:rPr dirty="0" baseline="-25252" sz="2475" i="1">
                <a:latin typeface="Times New Roman"/>
                <a:cs typeface="Times New Roman"/>
              </a:rPr>
              <a:t>k</a:t>
            </a:r>
            <a:r>
              <a:rPr dirty="0" baseline="-25252" sz="2475" spc="97" i="1">
                <a:latin typeface="Times New Roman"/>
                <a:cs typeface="Times New Roman"/>
              </a:rPr>
              <a:t> </a:t>
            </a:r>
            <a:r>
              <a:rPr dirty="0" sz="2800" spc="-50">
                <a:latin typeface="Times New Roman"/>
                <a:cs typeface="Times New Roman"/>
              </a:rPr>
              <a:t>)</a:t>
            </a:r>
            <a:endParaRPr sz="2800">
              <a:latin typeface="Times New Roman"/>
              <a:cs typeface="Times New Roman"/>
            </a:endParaRPr>
          </a:p>
        </p:txBody>
      </p:sp>
      <p:sp>
        <p:nvSpPr>
          <p:cNvPr id="25" name="object 25" descr=""/>
          <p:cNvSpPr txBox="1"/>
          <p:nvPr/>
        </p:nvSpPr>
        <p:spPr>
          <a:xfrm>
            <a:off x="8850700" y="2922573"/>
            <a:ext cx="1059180" cy="673735"/>
          </a:xfrm>
          <a:prstGeom prst="rect">
            <a:avLst/>
          </a:prstGeom>
        </p:spPr>
        <p:txBody>
          <a:bodyPr wrap="square" lIns="0" tIns="12700" rIns="0" bIns="0" rtlCol="0" vert="horz">
            <a:spAutoFit/>
          </a:bodyPr>
          <a:lstStyle/>
          <a:p>
            <a:pPr marL="25400">
              <a:lnSpc>
                <a:spcPct val="100000"/>
              </a:lnSpc>
              <a:spcBef>
                <a:spcPts val="100"/>
              </a:spcBef>
            </a:pPr>
            <a:r>
              <a:rPr dirty="0" sz="2800" spc="70" i="1">
                <a:latin typeface="Times New Roman"/>
                <a:cs typeface="Times New Roman"/>
              </a:rPr>
              <a:t>n</a:t>
            </a:r>
            <a:r>
              <a:rPr dirty="0" baseline="-8496" sz="6375" spc="104">
                <a:latin typeface="Symbol"/>
                <a:cs typeface="Symbol"/>
              </a:rPr>
              <a:t></a:t>
            </a:r>
            <a:r>
              <a:rPr dirty="0" sz="2800" spc="70">
                <a:latin typeface="Symbol"/>
                <a:cs typeface="Symbol"/>
              </a:rPr>
              <a:t></a:t>
            </a:r>
            <a:r>
              <a:rPr dirty="0" sz="2800" spc="70" i="1">
                <a:latin typeface="Times New Roman"/>
                <a:cs typeface="Times New Roman"/>
              </a:rPr>
              <a:t>t</a:t>
            </a:r>
            <a:r>
              <a:rPr dirty="0" baseline="-25252" sz="2475" spc="104" i="1">
                <a:latin typeface="Times New Roman"/>
                <a:cs typeface="Times New Roman"/>
              </a:rPr>
              <a:t>i</a:t>
            </a:r>
            <a:endParaRPr baseline="-25252" sz="2475">
              <a:latin typeface="Times New Roman"/>
              <a:cs typeface="Times New Roman"/>
            </a:endParaRPr>
          </a:p>
        </p:txBody>
      </p:sp>
      <p:sp>
        <p:nvSpPr>
          <p:cNvPr id="26" name="object 26" descr=""/>
          <p:cNvSpPr txBox="1"/>
          <p:nvPr/>
        </p:nvSpPr>
        <p:spPr>
          <a:xfrm>
            <a:off x="6874540" y="2890167"/>
            <a:ext cx="2432050" cy="1743075"/>
          </a:xfrm>
          <a:prstGeom prst="rect">
            <a:avLst/>
          </a:prstGeom>
        </p:spPr>
        <p:txBody>
          <a:bodyPr wrap="square" lIns="0" tIns="11430" rIns="0" bIns="0" rtlCol="0" vert="horz">
            <a:spAutoFit/>
          </a:bodyPr>
          <a:lstStyle/>
          <a:p>
            <a:pPr algn="r" marR="5080">
              <a:lnSpc>
                <a:spcPct val="100000"/>
              </a:lnSpc>
              <a:spcBef>
                <a:spcPts val="90"/>
              </a:spcBef>
            </a:pPr>
            <a:r>
              <a:rPr dirty="0" sz="1650" spc="-50" i="1">
                <a:latin typeface="Times New Roman"/>
                <a:cs typeface="Times New Roman"/>
              </a:rPr>
              <a:t>k</a:t>
            </a:r>
            <a:endParaRPr sz="1650">
              <a:latin typeface="Times New Roman"/>
              <a:cs typeface="Times New Roman"/>
            </a:endParaRPr>
          </a:p>
          <a:p>
            <a:pPr>
              <a:lnSpc>
                <a:spcPct val="100000"/>
              </a:lnSpc>
            </a:pPr>
            <a:endParaRPr sz="1650">
              <a:latin typeface="Times New Roman"/>
              <a:cs typeface="Times New Roman"/>
            </a:endParaRPr>
          </a:p>
          <a:p>
            <a:pPr>
              <a:lnSpc>
                <a:spcPct val="100000"/>
              </a:lnSpc>
            </a:pPr>
            <a:endParaRPr sz="1650">
              <a:latin typeface="Times New Roman"/>
              <a:cs typeface="Times New Roman"/>
            </a:endParaRPr>
          </a:p>
          <a:p>
            <a:pPr>
              <a:lnSpc>
                <a:spcPct val="100000"/>
              </a:lnSpc>
              <a:spcBef>
                <a:spcPts val="760"/>
              </a:spcBef>
            </a:pPr>
            <a:endParaRPr sz="1650">
              <a:latin typeface="Times New Roman"/>
              <a:cs typeface="Times New Roman"/>
            </a:endParaRPr>
          </a:p>
          <a:p>
            <a:pPr>
              <a:lnSpc>
                <a:spcPct val="100000"/>
              </a:lnSpc>
            </a:pPr>
            <a:r>
              <a:rPr dirty="0" sz="4250" spc="-2010">
                <a:latin typeface="Symbol"/>
                <a:cs typeface="Symbol"/>
              </a:rPr>
              <a:t></a:t>
            </a:r>
            <a:endParaRPr sz="4250">
              <a:latin typeface="Symbol"/>
              <a:cs typeface="Symbol"/>
            </a:endParaRPr>
          </a:p>
        </p:txBody>
      </p:sp>
      <p:pic>
        <p:nvPicPr>
          <p:cNvPr id="27" name="object 27" descr=""/>
          <p:cNvPicPr/>
          <p:nvPr/>
        </p:nvPicPr>
        <p:blipFill>
          <a:blip r:embed="rId2" cstate="print"/>
          <a:stretch>
            <a:fillRect/>
          </a:stretch>
        </p:blipFill>
        <p:spPr>
          <a:xfrm>
            <a:off x="10808359" y="4016415"/>
            <a:ext cx="1204178" cy="62008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395427" y="1870328"/>
            <a:ext cx="2006600"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0">
                <a:solidFill>
                  <a:srgbClr val="40458B"/>
                </a:solidFill>
                <a:latin typeface="黑体"/>
                <a:cs typeface="黑体"/>
              </a:rPr>
              <a:t>最大加速比</a:t>
            </a:r>
            <a:endParaRPr sz="2400">
              <a:latin typeface="黑体"/>
              <a:cs typeface="黑体"/>
            </a:endParaRPr>
          </a:p>
        </p:txBody>
      </p:sp>
      <p:sp>
        <p:nvSpPr>
          <p:cNvPr id="9" name="object 9" descr=""/>
          <p:cNvSpPr/>
          <p:nvPr/>
        </p:nvSpPr>
        <p:spPr>
          <a:xfrm>
            <a:off x="839787" y="2643187"/>
            <a:ext cx="4177029" cy="1167130"/>
          </a:xfrm>
          <a:custGeom>
            <a:avLst/>
            <a:gdLst/>
            <a:ahLst/>
            <a:cxnLst/>
            <a:rect l="l" t="t" r="r" b="b"/>
            <a:pathLst>
              <a:path w="4177029" h="1167129">
                <a:moveTo>
                  <a:pt x="4176649" y="0"/>
                </a:moveTo>
                <a:lnTo>
                  <a:pt x="0" y="0"/>
                </a:lnTo>
                <a:lnTo>
                  <a:pt x="0" y="1166812"/>
                </a:lnTo>
                <a:lnTo>
                  <a:pt x="4176649" y="1166812"/>
                </a:lnTo>
                <a:lnTo>
                  <a:pt x="4176649" y="0"/>
                </a:lnTo>
                <a:close/>
              </a:path>
            </a:pathLst>
          </a:custGeom>
          <a:solidFill>
            <a:srgbClr val="FAC995"/>
          </a:solidFill>
        </p:spPr>
        <p:txBody>
          <a:bodyPr wrap="square" lIns="0" tIns="0" rIns="0" bIns="0" rtlCol="0"/>
          <a:lstStyle/>
          <a:p/>
        </p:txBody>
      </p:sp>
      <p:sp>
        <p:nvSpPr>
          <p:cNvPr id="10" name="object 10" descr=""/>
          <p:cNvSpPr txBox="1"/>
          <p:nvPr/>
        </p:nvSpPr>
        <p:spPr>
          <a:xfrm>
            <a:off x="1154343" y="3201850"/>
            <a:ext cx="459105" cy="341630"/>
          </a:xfrm>
          <a:prstGeom prst="rect">
            <a:avLst/>
          </a:prstGeom>
        </p:spPr>
        <p:txBody>
          <a:bodyPr wrap="square" lIns="0" tIns="15240" rIns="0" bIns="0" rtlCol="0" vert="horz">
            <a:spAutoFit/>
          </a:bodyPr>
          <a:lstStyle/>
          <a:p>
            <a:pPr>
              <a:lnSpc>
                <a:spcPct val="100000"/>
              </a:lnSpc>
              <a:spcBef>
                <a:spcPts val="120"/>
              </a:spcBef>
            </a:pPr>
            <a:r>
              <a:rPr dirty="0" sz="2050" spc="-25">
                <a:solidFill>
                  <a:srgbClr val="FF0000"/>
                </a:solidFill>
                <a:latin typeface="Times New Roman"/>
                <a:cs typeface="Times New Roman"/>
              </a:rPr>
              <a:t>max</a:t>
            </a:r>
            <a:endParaRPr sz="2050">
              <a:latin typeface="Times New Roman"/>
              <a:cs typeface="Times New Roman"/>
            </a:endParaRPr>
          </a:p>
        </p:txBody>
      </p:sp>
      <p:sp>
        <p:nvSpPr>
          <p:cNvPr id="11" name="object 11" descr=""/>
          <p:cNvSpPr txBox="1"/>
          <p:nvPr/>
        </p:nvSpPr>
        <p:spPr>
          <a:xfrm>
            <a:off x="889769" y="2892869"/>
            <a:ext cx="4078604" cy="571500"/>
          </a:xfrm>
          <a:prstGeom prst="rect">
            <a:avLst/>
          </a:prstGeom>
        </p:spPr>
        <p:txBody>
          <a:bodyPr wrap="square" lIns="0" tIns="16510" rIns="0" bIns="0" rtlCol="0" vert="horz">
            <a:spAutoFit/>
          </a:bodyPr>
          <a:lstStyle/>
          <a:p>
            <a:pPr marL="25400">
              <a:lnSpc>
                <a:spcPct val="100000"/>
              </a:lnSpc>
              <a:spcBef>
                <a:spcPts val="130"/>
              </a:spcBef>
              <a:tabLst>
                <a:tab pos="869950" algn="l"/>
                <a:tab pos="2398395" algn="l"/>
                <a:tab pos="3350260" algn="l"/>
              </a:tabLst>
            </a:pPr>
            <a:r>
              <a:rPr dirty="0" sz="3550" spc="-50" i="1">
                <a:solidFill>
                  <a:srgbClr val="FF0000"/>
                </a:solidFill>
                <a:latin typeface="Times New Roman"/>
                <a:cs typeface="Times New Roman"/>
              </a:rPr>
              <a:t>S</a:t>
            </a:r>
            <a:r>
              <a:rPr dirty="0" sz="3550" i="1">
                <a:solidFill>
                  <a:srgbClr val="FF0000"/>
                </a:solidFill>
                <a:latin typeface="Times New Roman"/>
                <a:cs typeface="Times New Roman"/>
              </a:rPr>
              <a:t>	</a:t>
            </a:r>
            <a:r>
              <a:rPr dirty="0" sz="3550">
                <a:latin typeface="Symbol"/>
                <a:cs typeface="Symbol"/>
              </a:rPr>
              <a:t></a:t>
            </a:r>
            <a:r>
              <a:rPr dirty="0" sz="3550">
                <a:latin typeface="Times New Roman"/>
                <a:cs typeface="Times New Roman"/>
              </a:rPr>
              <a:t> lim</a:t>
            </a:r>
            <a:r>
              <a:rPr dirty="0" sz="3550" spc="-160">
                <a:latin typeface="Times New Roman"/>
                <a:cs typeface="Times New Roman"/>
              </a:rPr>
              <a:t> </a:t>
            </a:r>
            <a:r>
              <a:rPr dirty="0" u="sng" baseline="35211" sz="5325" i="1">
                <a:uFill>
                  <a:solidFill>
                    <a:srgbClr val="000000"/>
                  </a:solidFill>
                </a:uFill>
                <a:latin typeface="Times New Roman"/>
                <a:cs typeface="Times New Roman"/>
              </a:rPr>
              <a:t>	</a:t>
            </a:r>
            <a:r>
              <a:rPr dirty="0" u="sng" baseline="35211" sz="5325" spc="-37" i="1">
                <a:uFill>
                  <a:solidFill>
                    <a:srgbClr val="000000"/>
                  </a:solidFill>
                </a:uFill>
                <a:latin typeface="Times New Roman"/>
                <a:cs typeface="Times New Roman"/>
              </a:rPr>
              <a:t>nk</a:t>
            </a:r>
            <a:r>
              <a:rPr dirty="0" u="sng" baseline="35211" sz="5325" i="1">
                <a:uFill>
                  <a:solidFill>
                    <a:srgbClr val="000000"/>
                  </a:solidFill>
                </a:uFill>
                <a:latin typeface="Times New Roman"/>
                <a:cs typeface="Times New Roman"/>
              </a:rPr>
              <a:t>	</a:t>
            </a:r>
            <a:r>
              <a:rPr dirty="0" u="none" baseline="35211" sz="5325" i="1">
                <a:latin typeface="Times New Roman"/>
                <a:cs typeface="Times New Roman"/>
              </a:rPr>
              <a:t> </a:t>
            </a:r>
            <a:r>
              <a:rPr dirty="0" u="none" sz="3550">
                <a:latin typeface="Symbol"/>
                <a:cs typeface="Symbol"/>
              </a:rPr>
              <a:t></a:t>
            </a:r>
            <a:r>
              <a:rPr dirty="0" u="none" sz="3550">
                <a:latin typeface="Times New Roman"/>
                <a:cs typeface="Times New Roman"/>
              </a:rPr>
              <a:t> </a:t>
            </a:r>
            <a:r>
              <a:rPr dirty="0" u="none" sz="3550" i="1">
                <a:latin typeface="Times New Roman"/>
                <a:cs typeface="Times New Roman"/>
              </a:rPr>
              <a:t>k</a:t>
            </a:r>
            <a:endParaRPr sz="3550">
              <a:latin typeface="Times New Roman"/>
              <a:cs typeface="Times New Roman"/>
            </a:endParaRPr>
          </a:p>
        </p:txBody>
      </p:sp>
      <p:sp>
        <p:nvSpPr>
          <p:cNvPr id="12" name="object 12" descr=""/>
          <p:cNvSpPr txBox="1"/>
          <p:nvPr/>
        </p:nvSpPr>
        <p:spPr>
          <a:xfrm>
            <a:off x="2090285" y="3246934"/>
            <a:ext cx="2213610" cy="571500"/>
          </a:xfrm>
          <a:prstGeom prst="rect">
            <a:avLst/>
          </a:prstGeom>
        </p:spPr>
        <p:txBody>
          <a:bodyPr wrap="square" lIns="0" tIns="16510" rIns="0" bIns="0" rtlCol="0" vert="horz">
            <a:spAutoFit/>
          </a:bodyPr>
          <a:lstStyle/>
          <a:p>
            <a:pPr marL="25400">
              <a:lnSpc>
                <a:spcPct val="100000"/>
              </a:lnSpc>
              <a:spcBef>
                <a:spcPts val="130"/>
              </a:spcBef>
            </a:pPr>
            <a:r>
              <a:rPr dirty="0" baseline="18970" sz="3075" spc="89" i="1">
                <a:latin typeface="Times New Roman"/>
                <a:cs typeface="Times New Roman"/>
              </a:rPr>
              <a:t>n</a:t>
            </a:r>
            <a:r>
              <a:rPr dirty="0" baseline="18970" sz="3075" spc="89">
                <a:latin typeface="Symbol"/>
                <a:cs typeface="Symbol"/>
              </a:rPr>
              <a:t></a:t>
            </a:r>
            <a:r>
              <a:rPr dirty="0" baseline="18970" sz="3075" spc="465">
                <a:latin typeface="Times New Roman"/>
                <a:cs typeface="Times New Roman"/>
              </a:rPr>
              <a:t> </a:t>
            </a:r>
            <a:r>
              <a:rPr dirty="0" sz="3550" i="1">
                <a:latin typeface="Times New Roman"/>
                <a:cs typeface="Times New Roman"/>
              </a:rPr>
              <a:t>k</a:t>
            </a:r>
            <a:r>
              <a:rPr dirty="0" sz="3550" spc="-30" i="1">
                <a:latin typeface="Times New Roman"/>
                <a:cs typeface="Times New Roman"/>
              </a:rPr>
              <a:t> </a:t>
            </a:r>
            <a:r>
              <a:rPr dirty="0" sz="3550">
                <a:latin typeface="Symbol"/>
                <a:cs typeface="Symbol"/>
              </a:rPr>
              <a:t></a:t>
            </a:r>
            <a:r>
              <a:rPr dirty="0" sz="3550" spc="-254">
                <a:latin typeface="Times New Roman"/>
                <a:cs typeface="Times New Roman"/>
              </a:rPr>
              <a:t> </a:t>
            </a:r>
            <a:r>
              <a:rPr dirty="0" sz="3550" i="1">
                <a:latin typeface="Times New Roman"/>
                <a:cs typeface="Times New Roman"/>
              </a:rPr>
              <a:t>n</a:t>
            </a:r>
            <a:r>
              <a:rPr dirty="0" sz="3550" spc="-295" i="1">
                <a:latin typeface="Times New Roman"/>
                <a:cs typeface="Times New Roman"/>
              </a:rPr>
              <a:t> </a:t>
            </a:r>
            <a:r>
              <a:rPr dirty="0" sz="3550" spc="75">
                <a:latin typeface="Symbol"/>
                <a:cs typeface="Symbol"/>
              </a:rPr>
              <a:t></a:t>
            </a:r>
            <a:r>
              <a:rPr dirty="0" sz="3550" spc="75">
                <a:latin typeface="Times New Roman"/>
                <a:cs typeface="Times New Roman"/>
              </a:rPr>
              <a:t>1</a:t>
            </a:r>
            <a:endParaRPr sz="3550">
              <a:latin typeface="Times New Roman"/>
              <a:cs typeface="Times New Roman"/>
            </a:endParaRPr>
          </a:p>
        </p:txBody>
      </p:sp>
      <p:sp>
        <p:nvSpPr>
          <p:cNvPr id="13" name="object 13" descr=""/>
          <p:cNvSpPr txBox="1"/>
          <p:nvPr/>
        </p:nvSpPr>
        <p:spPr>
          <a:xfrm>
            <a:off x="702665" y="4362643"/>
            <a:ext cx="4314825" cy="1057910"/>
          </a:xfrm>
          <a:prstGeom prst="rect">
            <a:avLst/>
          </a:prstGeom>
        </p:spPr>
        <p:txBody>
          <a:bodyPr wrap="square" lIns="0" tIns="160020" rIns="0" bIns="0" rtlCol="0" vert="horz">
            <a:spAutoFit/>
          </a:bodyPr>
          <a:lstStyle/>
          <a:p>
            <a:pPr marL="12700">
              <a:lnSpc>
                <a:spcPct val="100000"/>
              </a:lnSpc>
              <a:spcBef>
                <a:spcPts val="1260"/>
              </a:spcBef>
            </a:pPr>
            <a:r>
              <a:rPr dirty="0" sz="2400" spc="-20" b="1">
                <a:solidFill>
                  <a:srgbClr val="E14B04"/>
                </a:solidFill>
                <a:latin typeface="宋体"/>
                <a:cs typeface="宋体"/>
              </a:rPr>
              <a:t>当n&gt;&gt;k</a:t>
            </a:r>
            <a:r>
              <a:rPr dirty="0" sz="2400" spc="-35" b="1">
                <a:solidFill>
                  <a:srgbClr val="E14B04"/>
                </a:solidFill>
                <a:latin typeface="宋体"/>
                <a:cs typeface="宋体"/>
              </a:rPr>
              <a:t>时，</a:t>
            </a:r>
            <a:r>
              <a:rPr dirty="0" sz="2500" spc="-45" b="1" i="1">
                <a:solidFill>
                  <a:srgbClr val="E14B04"/>
                </a:solidFill>
                <a:latin typeface="宋体"/>
                <a:cs typeface="宋体"/>
              </a:rPr>
              <a:t>S</a:t>
            </a:r>
            <a:r>
              <a:rPr dirty="0" sz="2500" spc="-315" b="1" i="1">
                <a:solidFill>
                  <a:srgbClr val="E14B04"/>
                </a:solidFill>
                <a:latin typeface="宋体"/>
                <a:cs typeface="宋体"/>
              </a:rPr>
              <a:t> </a:t>
            </a:r>
            <a:r>
              <a:rPr dirty="0" sz="2400" spc="-145" b="1">
                <a:solidFill>
                  <a:srgbClr val="E14B04"/>
                </a:solidFill>
                <a:latin typeface="宋体"/>
                <a:cs typeface="宋体"/>
              </a:rPr>
              <a:t>≈ </a:t>
            </a:r>
            <a:r>
              <a:rPr dirty="0" sz="2500" spc="-50" b="1" i="1">
                <a:solidFill>
                  <a:srgbClr val="E14B04"/>
                </a:solidFill>
                <a:latin typeface="宋体"/>
                <a:cs typeface="宋体"/>
              </a:rPr>
              <a:t>k</a:t>
            </a:r>
            <a:endParaRPr sz="2500">
              <a:latin typeface="宋体"/>
              <a:cs typeface="宋体"/>
            </a:endParaRPr>
          </a:p>
          <a:p>
            <a:pPr marL="12700">
              <a:lnSpc>
                <a:spcPct val="100000"/>
              </a:lnSpc>
              <a:spcBef>
                <a:spcPts val="1085"/>
              </a:spcBef>
            </a:pPr>
            <a:r>
              <a:rPr dirty="0" sz="2400" spc="-25" b="1">
                <a:solidFill>
                  <a:srgbClr val="E14B04"/>
                </a:solidFill>
                <a:latin typeface="宋体"/>
                <a:cs typeface="宋体"/>
              </a:rPr>
              <a:t>思考：</a:t>
            </a:r>
            <a:r>
              <a:rPr dirty="0" sz="2400" spc="-30" b="1">
                <a:solidFill>
                  <a:srgbClr val="40458B"/>
                </a:solidFill>
                <a:latin typeface="宋体"/>
                <a:cs typeface="宋体"/>
              </a:rPr>
              <a:t>流水线的段数愈多愈好？</a:t>
            </a:r>
            <a:endParaRPr sz="2400">
              <a:latin typeface="宋体"/>
              <a:cs typeface="宋体"/>
            </a:endParaRPr>
          </a:p>
        </p:txBody>
      </p:sp>
      <p:sp>
        <p:nvSpPr>
          <p:cNvPr id="14" name="object 14" descr=""/>
          <p:cNvSpPr txBox="1"/>
          <p:nvPr/>
        </p:nvSpPr>
        <p:spPr>
          <a:xfrm>
            <a:off x="1163637" y="233883"/>
            <a:ext cx="11041380" cy="514350"/>
          </a:xfrm>
          <a:prstGeom prst="rect">
            <a:avLst/>
          </a:prstGeom>
        </p:spPr>
        <p:txBody>
          <a:bodyPr wrap="square" lIns="0" tIns="13335" rIns="0" bIns="0" rtlCol="0" vert="horz">
            <a:spAutoFit/>
          </a:bodyPr>
          <a:lstStyle/>
          <a:p>
            <a:pPr marL="12700">
              <a:lnSpc>
                <a:spcPct val="100000"/>
              </a:lnSpc>
              <a:spcBef>
                <a:spcPts val="105"/>
              </a:spcBef>
              <a:tabLst>
                <a:tab pos="1698625" algn="l"/>
                <a:tab pos="11028045" algn="l"/>
              </a:tabLst>
            </a:pPr>
            <a:r>
              <a:rPr dirty="0" u="heavy" sz="3200" b="1">
                <a:solidFill>
                  <a:srgbClr val="4F55AC"/>
                </a:solidFill>
                <a:uFill>
                  <a:solidFill>
                    <a:srgbClr val="2C44A3"/>
                  </a:solidFill>
                </a:uFill>
                <a:latin typeface="黑体"/>
                <a:cs typeface="黑体"/>
              </a:rPr>
              <a:t>	3.2</a:t>
            </a:r>
            <a:r>
              <a:rPr dirty="0" u="heavy" sz="3200" spc="20" b="1">
                <a:solidFill>
                  <a:srgbClr val="4F55AC"/>
                </a:solidFill>
                <a:uFill>
                  <a:solidFill>
                    <a:srgbClr val="2C44A3"/>
                  </a:solidFill>
                </a:uFill>
                <a:latin typeface="黑体"/>
                <a:cs typeface="黑体"/>
              </a:rPr>
              <a:t> </a:t>
            </a:r>
            <a:r>
              <a:rPr dirty="0" u="heavy" sz="3200" spc="-40" b="1">
                <a:solidFill>
                  <a:srgbClr val="4F55AC"/>
                </a:solidFill>
                <a:uFill>
                  <a:solidFill>
                    <a:srgbClr val="2C44A3"/>
                  </a:solidFill>
                </a:uFill>
                <a:latin typeface="黑体"/>
                <a:cs typeface="黑体"/>
              </a:rPr>
              <a:t>流</a:t>
            </a:r>
            <a:r>
              <a:rPr dirty="0" u="heavy" sz="3200" spc="-25" b="1">
                <a:solidFill>
                  <a:srgbClr val="4F55AC"/>
                </a:solidFill>
                <a:uFill>
                  <a:solidFill>
                    <a:srgbClr val="2C44A3"/>
                  </a:solidFill>
                </a:uFill>
                <a:latin typeface="黑体"/>
                <a:cs typeface="黑体"/>
              </a:rPr>
              <a:t>水</a:t>
            </a:r>
            <a:r>
              <a:rPr dirty="0" u="heavy" sz="3200" spc="-40" b="1">
                <a:solidFill>
                  <a:srgbClr val="4F55AC"/>
                </a:solidFill>
                <a:uFill>
                  <a:solidFill>
                    <a:srgbClr val="2C44A3"/>
                  </a:solidFill>
                </a:uFill>
                <a:latin typeface="黑体"/>
                <a:cs typeface="黑体"/>
              </a:rPr>
              <a:t>线的</a:t>
            </a:r>
            <a:r>
              <a:rPr dirty="0" u="heavy" sz="3200" spc="-30" b="1">
                <a:solidFill>
                  <a:srgbClr val="4F55AC"/>
                </a:solidFill>
                <a:uFill>
                  <a:solidFill>
                    <a:srgbClr val="2C44A3"/>
                  </a:solidFill>
                </a:uFill>
                <a:latin typeface="黑体"/>
                <a:cs typeface="黑体"/>
              </a:rPr>
              <a:t>性</a:t>
            </a:r>
            <a:r>
              <a:rPr dirty="0" u="heavy" sz="3200" spc="-40" b="1">
                <a:solidFill>
                  <a:srgbClr val="4F55AC"/>
                </a:solidFill>
                <a:uFill>
                  <a:solidFill>
                    <a:srgbClr val="2C44A3"/>
                  </a:solidFill>
                </a:uFill>
                <a:latin typeface="黑体"/>
                <a:cs typeface="黑体"/>
              </a:rPr>
              <a:t>能指</a:t>
            </a:r>
            <a:r>
              <a:rPr dirty="0" u="heavy" sz="3200" spc="-50" b="1">
                <a:solidFill>
                  <a:srgbClr val="4F55AC"/>
                </a:solidFill>
                <a:uFill>
                  <a:solidFill>
                    <a:srgbClr val="2C44A3"/>
                  </a:solidFill>
                </a:uFill>
                <a:latin typeface="黑体"/>
                <a:cs typeface="黑体"/>
              </a:rPr>
              <a:t>标</a:t>
            </a:r>
            <a:r>
              <a:rPr dirty="0" u="heavy" sz="3200" b="1">
                <a:solidFill>
                  <a:srgbClr val="4F55AC"/>
                </a:solidFill>
                <a:uFill>
                  <a:solidFill>
                    <a:srgbClr val="2C44A3"/>
                  </a:solidFill>
                </a:uFill>
                <a:latin typeface="黑体"/>
                <a:cs typeface="黑体"/>
              </a:rPr>
              <a:t>	</a:t>
            </a:r>
            <a:endParaRPr sz="3200">
              <a:latin typeface="黑体"/>
              <a:cs typeface="黑体"/>
            </a:endParaRPr>
          </a:p>
        </p:txBody>
      </p:sp>
      <p:sp>
        <p:nvSpPr>
          <p:cNvPr id="15" name="object 15" descr=""/>
          <p:cNvSpPr txBox="1"/>
          <p:nvPr/>
        </p:nvSpPr>
        <p:spPr>
          <a:xfrm>
            <a:off x="78739" y="1129360"/>
            <a:ext cx="5715635" cy="452120"/>
          </a:xfrm>
          <a:prstGeom prst="rect">
            <a:avLst/>
          </a:prstGeom>
        </p:spPr>
        <p:txBody>
          <a:bodyPr wrap="square" lIns="0" tIns="12065" rIns="0" bIns="0" rtlCol="0" vert="horz">
            <a:spAutoFit/>
          </a:bodyPr>
          <a:lstStyle/>
          <a:p>
            <a:pPr marL="12700">
              <a:lnSpc>
                <a:spcPct val="100000"/>
              </a:lnSpc>
              <a:spcBef>
                <a:spcPts val="95"/>
              </a:spcBef>
            </a:pPr>
            <a:r>
              <a:rPr dirty="0" sz="2800" spc="-20">
                <a:solidFill>
                  <a:srgbClr val="FF0000"/>
                </a:solidFill>
                <a:latin typeface="黑体"/>
                <a:cs typeface="黑体"/>
              </a:rPr>
              <a:t>1</a:t>
            </a:r>
            <a:r>
              <a:rPr dirty="0" sz="2800" spc="-35">
                <a:solidFill>
                  <a:srgbClr val="FF0000"/>
                </a:solidFill>
                <a:latin typeface="黑体"/>
                <a:cs typeface="黑体"/>
              </a:rPr>
              <a:t>、流水线各段时间相等</a:t>
            </a:r>
            <a:r>
              <a:rPr dirty="0" sz="2800" spc="-35">
                <a:solidFill>
                  <a:srgbClr val="40458B"/>
                </a:solidFill>
                <a:latin typeface="黑体"/>
                <a:cs typeface="黑体"/>
              </a:rPr>
              <a:t>（都是</a:t>
            </a:r>
            <a:r>
              <a:rPr dirty="0" sz="2800" spc="-25">
                <a:solidFill>
                  <a:srgbClr val="9933FF"/>
                </a:solidFill>
                <a:latin typeface="黑体"/>
                <a:cs typeface="黑体"/>
              </a:rPr>
              <a:t>△t</a:t>
            </a:r>
            <a:r>
              <a:rPr dirty="0" sz="2800" spc="-25">
                <a:solidFill>
                  <a:srgbClr val="40458B"/>
                </a:solidFill>
                <a:latin typeface="黑体"/>
                <a:cs typeface="黑体"/>
              </a:rPr>
              <a:t>）</a:t>
            </a:r>
            <a:endParaRPr sz="2800">
              <a:latin typeface="黑体"/>
              <a:cs typeface="黑体"/>
            </a:endParaRPr>
          </a:p>
        </p:txBody>
      </p:sp>
      <p:grpSp>
        <p:nvGrpSpPr>
          <p:cNvPr id="16" name="object 16" descr=""/>
          <p:cNvGrpSpPr/>
          <p:nvPr/>
        </p:nvGrpSpPr>
        <p:grpSpPr>
          <a:xfrm>
            <a:off x="5799201" y="1084325"/>
            <a:ext cx="5175250" cy="5616575"/>
            <a:chOff x="5799201" y="1084325"/>
            <a:chExt cx="5175250" cy="5616575"/>
          </a:xfrm>
        </p:grpSpPr>
        <p:sp>
          <p:nvSpPr>
            <p:cNvPr id="17" name="object 17" descr=""/>
            <p:cNvSpPr/>
            <p:nvPr/>
          </p:nvSpPr>
          <p:spPr>
            <a:xfrm>
              <a:off x="5808726" y="1084325"/>
              <a:ext cx="0" cy="5616575"/>
            </a:xfrm>
            <a:custGeom>
              <a:avLst/>
              <a:gdLst/>
              <a:ahLst/>
              <a:cxnLst/>
              <a:rect l="l" t="t" r="r" b="b"/>
              <a:pathLst>
                <a:path w="0" h="5616575">
                  <a:moveTo>
                    <a:pt x="0" y="0"/>
                  </a:moveTo>
                  <a:lnTo>
                    <a:pt x="0" y="5616511"/>
                  </a:lnTo>
                </a:path>
              </a:pathLst>
            </a:custGeom>
            <a:ln w="19050">
              <a:solidFill>
                <a:srgbClr val="40458B"/>
              </a:solidFill>
            </a:ln>
          </p:spPr>
          <p:txBody>
            <a:bodyPr wrap="square" lIns="0" tIns="0" rIns="0" bIns="0" rtlCol="0"/>
            <a:lstStyle/>
            <a:p/>
          </p:txBody>
        </p:sp>
        <p:sp>
          <p:nvSpPr>
            <p:cNvPr id="18" name="object 18" descr=""/>
            <p:cNvSpPr/>
            <p:nvPr/>
          </p:nvSpPr>
          <p:spPr>
            <a:xfrm>
              <a:off x="7272401" y="2797174"/>
              <a:ext cx="3702050" cy="1524000"/>
            </a:xfrm>
            <a:custGeom>
              <a:avLst/>
              <a:gdLst/>
              <a:ahLst/>
              <a:cxnLst/>
              <a:rect l="l" t="t" r="r" b="b"/>
              <a:pathLst>
                <a:path w="3702050" h="1524000">
                  <a:moveTo>
                    <a:pt x="3702050" y="0"/>
                  </a:moveTo>
                  <a:lnTo>
                    <a:pt x="0" y="0"/>
                  </a:lnTo>
                  <a:lnTo>
                    <a:pt x="0" y="1524000"/>
                  </a:lnTo>
                  <a:lnTo>
                    <a:pt x="3702050" y="1524000"/>
                  </a:lnTo>
                  <a:lnTo>
                    <a:pt x="3702050" y="0"/>
                  </a:lnTo>
                  <a:close/>
                </a:path>
              </a:pathLst>
            </a:custGeom>
            <a:solidFill>
              <a:srgbClr val="B4F4F1"/>
            </a:solidFill>
          </p:spPr>
          <p:txBody>
            <a:bodyPr wrap="square" lIns="0" tIns="0" rIns="0" bIns="0" rtlCol="0"/>
            <a:lstStyle/>
            <a:p/>
          </p:txBody>
        </p:sp>
        <p:sp>
          <p:nvSpPr>
            <p:cNvPr id="19" name="object 19" descr=""/>
            <p:cNvSpPr/>
            <p:nvPr/>
          </p:nvSpPr>
          <p:spPr>
            <a:xfrm>
              <a:off x="7908472" y="3781605"/>
              <a:ext cx="2995930" cy="0"/>
            </a:xfrm>
            <a:custGeom>
              <a:avLst/>
              <a:gdLst/>
              <a:ahLst/>
              <a:cxnLst/>
              <a:rect l="l" t="t" r="r" b="b"/>
              <a:pathLst>
                <a:path w="2995929" h="0">
                  <a:moveTo>
                    <a:pt x="0" y="0"/>
                  </a:moveTo>
                  <a:lnTo>
                    <a:pt x="2995606" y="0"/>
                  </a:lnTo>
                </a:path>
              </a:pathLst>
            </a:custGeom>
            <a:ln w="17688">
              <a:solidFill>
                <a:srgbClr val="000000"/>
              </a:solidFill>
            </a:ln>
          </p:spPr>
          <p:txBody>
            <a:bodyPr wrap="square" lIns="0" tIns="0" rIns="0" bIns="0" rtlCol="0"/>
            <a:lstStyle/>
            <a:p/>
          </p:txBody>
        </p:sp>
      </p:grpSp>
      <p:sp>
        <p:nvSpPr>
          <p:cNvPr id="20" name="object 20" descr=""/>
          <p:cNvSpPr txBox="1"/>
          <p:nvPr/>
        </p:nvSpPr>
        <p:spPr>
          <a:xfrm>
            <a:off x="6320154" y="779908"/>
            <a:ext cx="5458460" cy="1247775"/>
          </a:xfrm>
          <a:prstGeom prst="rect">
            <a:avLst/>
          </a:prstGeom>
        </p:spPr>
        <p:txBody>
          <a:bodyPr wrap="square" lIns="0" tIns="243204" rIns="0" bIns="0" rtlCol="0" vert="horz">
            <a:spAutoFit/>
          </a:bodyPr>
          <a:lstStyle/>
          <a:p>
            <a:pPr marL="468630" indent="-455930">
              <a:lnSpc>
                <a:spcPct val="100000"/>
              </a:lnSpc>
              <a:spcBef>
                <a:spcPts val="1914"/>
              </a:spcBef>
              <a:buClr>
                <a:srgbClr val="40458B"/>
              </a:buClr>
              <a:buFont typeface="Tahoma"/>
              <a:buAutoNum type="arabicPeriod" startAt="2"/>
              <a:tabLst>
                <a:tab pos="468630" algn="l"/>
              </a:tabLst>
            </a:pPr>
            <a:r>
              <a:rPr dirty="0" sz="2800" spc="-40">
                <a:solidFill>
                  <a:srgbClr val="E14B04"/>
                </a:solidFill>
                <a:latin typeface="黑体"/>
                <a:cs typeface="黑体"/>
              </a:rPr>
              <a:t>流水线的各段时间不完全相等时</a:t>
            </a:r>
            <a:endParaRPr sz="2800">
              <a:latin typeface="黑体"/>
              <a:cs typeface="黑体"/>
            </a:endParaRPr>
          </a:p>
          <a:p>
            <a:pPr lvl="1" marL="1099185" indent="-457200">
              <a:lnSpc>
                <a:spcPct val="100000"/>
              </a:lnSpc>
              <a:spcBef>
                <a:spcPts val="1565"/>
              </a:spcBef>
              <a:buSzPct val="89583"/>
              <a:buFont typeface="Wingdings"/>
              <a:buChar char=""/>
              <a:tabLst>
                <a:tab pos="1099185" algn="l"/>
              </a:tabLst>
            </a:pPr>
            <a:r>
              <a:rPr dirty="0" sz="2400">
                <a:solidFill>
                  <a:srgbClr val="40458B"/>
                </a:solidFill>
                <a:latin typeface="黑体"/>
                <a:cs typeface="黑体"/>
              </a:rPr>
              <a:t>最大</a:t>
            </a:r>
            <a:r>
              <a:rPr dirty="0" sz="2400">
                <a:solidFill>
                  <a:srgbClr val="FF0000"/>
                </a:solidFill>
                <a:latin typeface="黑体"/>
                <a:cs typeface="黑体"/>
              </a:rPr>
              <a:t>加速比</a:t>
            </a:r>
            <a:r>
              <a:rPr dirty="0" sz="2400" spc="-25">
                <a:solidFill>
                  <a:srgbClr val="40458B"/>
                </a:solidFill>
                <a:latin typeface="黑体"/>
                <a:cs typeface="黑体"/>
              </a:rPr>
              <a:t>为：</a:t>
            </a:r>
            <a:endParaRPr sz="2400">
              <a:latin typeface="黑体"/>
              <a:cs typeface="黑体"/>
            </a:endParaRPr>
          </a:p>
        </p:txBody>
      </p:sp>
      <p:sp>
        <p:nvSpPr>
          <p:cNvPr id="21" name="object 21" descr=""/>
          <p:cNvSpPr txBox="1"/>
          <p:nvPr/>
        </p:nvSpPr>
        <p:spPr>
          <a:xfrm>
            <a:off x="9121100" y="2810802"/>
            <a:ext cx="105410" cy="274955"/>
          </a:xfrm>
          <a:prstGeom prst="rect">
            <a:avLst/>
          </a:prstGeom>
        </p:spPr>
        <p:txBody>
          <a:bodyPr wrap="square" lIns="0" tIns="17145" rIns="0" bIns="0" rtlCol="0" vert="horz">
            <a:spAutoFit/>
          </a:bodyPr>
          <a:lstStyle/>
          <a:p>
            <a:pPr>
              <a:lnSpc>
                <a:spcPct val="100000"/>
              </a:lnSpc>
              <a:spcBef>
                <a:spcPts val="135"/>
              </a:spcBef>
            </a:pPr>
            <a:r>
              <a:rPr dirty="0" sz="1600" spc="-50" i="1">
                <a:latin typeface="Times New Roman"/>
                <a:cs typeface="Times New Roman"/>
              </a:rPr>
              <a:t>k</a:t>
            </a:r>
            <a:endParaRPr sz="1600">
              <a:latin typeface="Times New Roman"/>
              <a:cs typeface="Times New Roman"/>
            </a:endParaRPr>
          </a:p>
        </p:txBody>
      </p:sp>
      <p:sp>
        <p:nvSpPr>
          <p:cNvPr id="22" name="object 22" descr=""/>
          <p:cNvSpPr txBox="1"/>
          <p:nvPr/>
        </p:nvSpPr>
        <p:spPr>
          <a:xfrm>
            <a:off x="9040652" y="3514081"/>
            <a:ext cx="294005" cy="274955"/>
          </a:xfrm>
          <a:prstGeom prst="rect">
            <a:avLst/>
          </a:prstGeom>
        </p:spPr>
        <p:txBody>
          <a:bodyPr wrap="square" lIns="0" tIns="17145" rIns="0" bIns="0" rtlCol="0" vert="horz">
            <a:spAutoFit/>
          </a:bodyPr>
          <a:lstStyle/>
          <a:p>
            <a:pPr>
              <a:lnSpc>
                <a:spcPct val="100000"/>
              </a:lnSpc>
              <a:spcBef>
                <a:spcPts val="135"/>
              </a:spcBef>
            </a:pPr>
            <a:r>
              <a:rPr dirty="0" sz="1600" spc="-25" i="1">
                <a:latin typeface="Times New Roman"/>
                <a:cs typeface="Times New Roman"/>
              </a:rPr>
              <a:t>i</a:t>
            </a:r>
            <a:r>
              <a:rPr dirty="0" sz="1600" spc="-25">
                <a:latin typeface="Symbol"/>
                <a:cs typeface="Symbol"/>
              </a:rPr>
              <a:t></a:t>
            </a:r>
            <a:r>
              <a:rPr dirty="0" sz="1600" spc="-25">
                <a:latin typeface="Times New Roman"/>
                <a:cs typeface="Times New Roman"/>
              </a:rPr>
              <a:t>1</a:t>
            </a:r>
            <a:endParaRPr sz="1600">
              <a:latin typeface="Times New Roman"/>
              <a:cs typeface="Times New Roman"/>
            </a:endParaRPr>
          </a:p>
        </p:txBody>
      </p:sp>
      <p:sp>
        <p:nvSpPr>
          <p:cNvPr id="23" name="object 23" descr=""/>
          <p:cNvSpPr txBox="1"/>
          <p:nvPr/>
        </p:nvSpPr>
        <p:spPr>
          <a:xfrm>
            <a:off x="9389427" y="3022363"/>
            <a:ext cx="439420" cy="457200"/>
          </a:xfrm>
          <a:prstGeom prst="rect">
            <a:avLst/>
          </a:prstGeom>
        </p:spPr>
        <p:txBody>
          <a:bodyPr wrap="square" lIns="0" tIns="16510" rIns="0" bIns="0" rtlCol="0" vert="horz">
            <a:spAutoFit/>
          </a:bodyPr>
          <a:lstStyle/>
          <a:p>
            <a:pPr marL="25400">
              <a:lnSpc>
                <a:spcPct val="100000"/>
              </a:lnSpc>
              <a:spcBef>
                <a:spcPts val="130"/>
              </a:spcBef>
            </a:pPr>
            <a:r>
              <a:rPr dirty="0" sz="2800" spc="-25">
                <a:latin typeface="Symbol"/>
                <a:cs typeface="Symbol"/>
              </a:rPr>
              <a:t></a:t>
            </a:r>
            <a:r>
              <a:rPr dirty="0" sz="2800" spc="-25" i="1">
                <a:latin typeface="Times New Roman"/>
                <a:cs typeface="Times New Roman"/>
              </a:rPr>
              <a:t>t</a:t>
            </a:r>
            <a:r>
              <a:rPr dirty="0" baseline="-26041" sz="2400" spc="-37" i="1">
                <a:latin typeface="Times New Roman"/>
                <a:cs typeface="Times New Roman"/>
              </a:rPr>
              <a:t>i</a:t>
            </a:r>
            <a:endParaRPr baseline="-26041" sz="2400">
              <a:latin typeface="Times New Roman"/>
              <a:cs typeface="Times New Roman"/>
            </a:endParaRPr>
          </a:p>
        </p:txBody>
      </p:sp>
      <p:sp>
        <p:nvSpPr>
          <p:cNvPr id="24" name="object 24" descr=""/>
          <p:cNvSpPr txBox="1"/>
          <p:nvPr/>
        </p:nvSpPr>
        <p:spPr>
          <a:xfrm>
            <a:off x="7332055" y="3498793"/>
            <a:ext cx="501650" cy="457200"/>
          </a:xfrm>
          <a:prstGeom prst="rect">
            <a:avLst/>
          </a:prstGeom>
        </p:spPr>
        <p:txBody>
          <a:bodyPr wrap="square" lIns="0" tIns="16510" rIns="0" bIns="0" rtlCol="0" vert="horz">
            <a:spAutoFit/>
          </a:bodyPr>
          <a:lstStyle/>
          <a:p>
            <a:pPr>
              <a:lnSpc>
                <a:spcPct val="100000"/>
              </a:lnSpc>
              <a:spcBef>
                <a:spcPts val="130"/>
              </a:spcBef>
            </a:pPr>
            <a:r>
              <a:rPr dirty="0" sz="2800" i="1">
                <a:solidFill>
                  <a:srgbClr val="FF0000"/>
                </a:solidFill>
                <a:latin typeface="Times New Roman"/>
                <a:cs typeface="Times New Roman"/>
              </a:rPr>
              <a:t>S</a:t>
            </a:r>
            <a:r>
              <a:rPr dirty="0" sz="2800" spc="180" i="1">
                <a:solidFill>
                  <a:srgbClr val="FF0000"/>
                </a:solidFill>
                <a:latin typeface="Times New Roman"/>
                <a:cs typeface="Times New Roman"/>
              </a:rPr>
              <a:t> </a:t>
            </a:r>
            <a:r>
              <a:rPr dirty="0" sz="2800" spc="-50">
                <a:latin typeface="Symbol"/>
                <a:cs typeface="Symbol"/>
              </a:rPr>
              <a:t></a:t>
            </a:r>
            <a:endParaRPr sz="2800">
              <a:latin typeface="Symbol"/>
              <a:cs typeface="Symbol"/>
            </a:endParaRPr>
          </a:p>
        </p:txBody>
      </p:sp>
      <p:sp>
        <p:nvSpPr>
          <p:cNvPr id="25" name="object 25" descr=""/>
          <p:cNvSpPr txBox="1"/>
          <p:nvPr/>
        </p:nvSpPr>
        <p:spPr>
          <a:xfrm>
            <a:off x="7905211" y="3778489"/>
            <a:ext cx="1913255" cy="457200"/>
          </a:xfrm>
          <a:prstGeom prst="rect">
            <a:avLst/>
          </a:prstGeom>
        </p:spPr>
        <p:txBody>
          <a:bodyPr wrap="square" lIns="0" tIns="16510" rIns="0" bIns="0" rtlCol="0" vert="horz">
            <a:spAutoFit/>
          </a:bodyPr>
          <a:lstStyle/>
          <a:p>
            <a:pPr marL="25400">
              <a:lnSpc>
                <a:spcPct val="100000"/>
              </a:lnSpc>
              <a:spcBef>
                <a:spcPts val="130"/>
              </a:spcBef>
            </a:pPr>
            <a:r>
              <a:rPr dirty="0" sz="2800">
                <a:latin typeface="Times New Roman"/>
                <a:cs typeface="Times New Roman"/>
              </a:rPr>
              <a:t>max(</a:t>
            </a:r>
            <a:r>
              <a:rPr dirty="0" sz="2800">
                <a:latin typeface="Symbol"/>
                <a:cs typeface="Symbol"/>
              </a:rPr>
              <a:t></a:t>
            </a:r>
            <a:r>
              <a:rPr dirty="0" sz="2800" i="1">
                <a:latin typeface="Times New Roman"/>
                <a:cs typeface="Times New Roman"/>
              </a:rPr>
              <a:t>t</a:t>
            </a:r>
            <a:r>
              <a:rPr dirty="0" baseline="-26041" sz="2400">
                <a:latin typeface="Times New Roman"/>
                <a:cs typeface="Times New Roman"/>
              </a:rPr>
              <a:t>1</a:t>
            </a:r>
            <a:r>
              <a:rPr dirty="0" sz="2800">
                <a:latin typeface="Times New Roman"/>
                <a:cs typeface="Times New Roman"/>
              </a:rPr>
              <a:t>,</a:t>
            </a:r>
            <a:r>
              <a:rPr dirty="0" sz="2800" spc="-270">
                <a:latin typeface="Times New Roman"/>
                <a:cs typeface="Times New Roman"/>
              </a:rPr>
              <a:t> </a:t>
            </a:r>
            <a:r>
              <a:rPr dirty="0" sz="2800">
                <a:latin typeface="Symbol"/>
                <a:cs typeface="Symbol"/>
              </a:rPr>
              <a:t></a:t>
            </a:r>
            <a:r>
              <a:rPr dirty="0" sz="2800" i="1">
                <a:latin typeface="Times New Roman"/>
                <a:cs typeface="Times New Roman"/>
              </a:rPr>
              <a:t>t</a:t>
            </a:r>
            <a:r>
              <a:rPr dirty="0" baseline="-26041" sz="2400">
                <a:latin typeface="Times New Roman"/>
                <a:cs typeface="Times New Roman"/>
              </a:rPr>
              <a:t>2</a:t>
            </a:r>
            <a:r>
              <a:rPr dirty="0" baseline="-26041" sz="2400" spc="-104">
                <a:latin typeface="Times New Roman"/>
                <a:cs typeface="Times New Roman"/>
              </a:rPr>
              <a:t> </a:t>
            </a:r>
            <a:r>
              <a:rPr dirty="0" sz="2800" spc="-50">
                <a:latin typeface="Times New Roman"/>
                <a:cs typeface="Times New Roman"/>
              </a:rPr>
              <a:t>,</a:t>
            </a:r>
            <a:endParaRPr sz="2800">
              <a:latin typeface="Times New Roman"/>
              <a:cs typeface="Times New Roman"/>
            </a:endParaRPr>
          </a:p>
        </p:txBody>
      </p:sp>
      <p:sp>
        <p:nvSpPr>
          <p:cNvPr id="26" name="object 26" descr=""/>
          <p:cNvSpPr txBox="1"/>
          <p:nvPr/>
        </p:nvSpPr>
        <p:spPr>
          <a:xfrm>
            <a:off x="10134307" y="3778489"/>
            <a:ext cx="792480" cy="457200"/>
          </a:xfrm>
          <a:prstGeom prst="rect">
            <a:avLst/>
          </a:prstGeom>
        </p:spPr>
        <p:txBody>
          <a:bodyPr wrap="square" lIns="0" tIns="16510" rIns="0" bIns="0" rtlCol="0" vert="horz">
            <a:spAutoFit/>
          </a:bodyPr>
          <a:lstStyle/>
          <a:p>
            <a:pPr marL="25400">
              <a:lnSpc>
                <a:spcPct val="100000"/>
              </a:lnSpc>
              <a:spcBef>
                <a:spcPts val="130"/>
              </a:spcBef>
            </a:pPr>
            <a:r>
              <a:rPr dirty="0" sz="2800">
                <a:latin typeface="Times New Roman"/>
                <a:cs typeface="Times New Roman"/>
              </a:rPr>
              <a:t>,</a:t>
            </a:r>
            <a:r>
              <a:rPr dirty="0" sz="2800" spc="-315">
                <a:latin typeface="Times New Roman"/>
                <a:cs typeface="Times New Roman"/>
              </a:rPr>
              <a:t> </a:t>
            </a:r>
            <a:r>
              <a:rPr dirty="0" sz="2800">
                <a:latin typeface="Symbol"/>
                <a:cs typeface="Symbol"/>
              </a:rPr>
              <a:t></a:t>
            </a:r>
            <a:r>
              <a:rPr dirty="0" sz="2800" i="1">
                <a:latin typeface="Times New Roman"/>
                <a:cs typeface="Times New Roman"/>
              </a:rPr>
              <a:t>t</a:t>
            </a:r>
            <a:r>
              <a:rPr dirty="0" baseline="-26041" sz="2400" i="1">
                <a:latin typeface="Times New Roman"/>
                <a:cs typeface="Times New Roman"/>
              </a:rPr>
              <a:t>k</a:t>
            </a:r>
            <a:r>
              <a:rPr dirty="0" baseline="-26041" sz="2400" spc="135" i="1">
                <a:latin typeface="Times New Roman"/>
                <a:cs typeface="Times New Roman"/>
              </a:rPr>
              <a:t> </a:t>
            </a:r>
            <a:r>
              <a:rPr dirty="0" sz="2800" spc="-50">
                <a:latin typeface="Times New Roman"/>
                <a:cs typeface="Times New Roman"/>
              </a:rPr>
              <a:t>)</a:t>
            </a:r>
            <a:endParaRPr sz="2800">
              <a:latin typeface="Times New Roman"/>
              <a:cs typeface="Times New Roman"/>
            </a:endParaRPr>
          </a:p>
        </p:txBody>
      </p:sp>
      <p:sp>
        <p:nvSpPr>
          <p:cNvPr id="27" name="object 27" descr=""/>
          <p:cNvSpPr txBox="1"/>
          <p:nvPr/>
        </p:nvSpPr>
        <p:spPr>
          <a:xfrm>
            <a:off x="8983802" y="2924738"/>
            <a:ext cx="385445" cy="673100"/>
          </a:xfrm>
          <a:prstGeom prst="rect">
            <a:avLst/>
          </a:prstGeom>
        </p:spPr>
        <p:txBody>
          <a:bodyPr wrap="square" lIns="0" tIns="12065" rIns="0" bIns="0" rtlCol="0" vert="horz">
            <a:spAutoFit/>
          </a:bodyPr>
          <a:lstStyle/>
          <a:p>
            <a:pPr>
              <a:lnSpc>
                <a:spcPct val="100000"/>
              </a:lnSpc>
              <a:spcBef>
                <a:spcPts val="95"/>
              </a:spcBef>
            </a:pPr>
            <a:r>
              <a:rPr dirty="0" sz="4250" spc="-2005">
                <a:latin typeface="Symbol"/>
                <a:cs typeface="Symbol"/>
              </a:rPr>
              <a:t></a:t>
            </a:r>
            <a:endParaRPr sz="4250">
              <a:latin typeface="Symbol"/>
              <a:cs typeface="Symbol"/>
            </a:endParaRPr>
          </a:p>
        </p:txBody>
      </p:sp>
      <p:pic>
        <p:nvPicPr>
          <p:cNvPr id="28" name="object 28" descr=""/>
          <p:cNvPicPr/>
          <p:nvPr/>
        </p:nvPicPr>
        <p:blipFill>
          <a:blip r:embed="rId2" cstate="print"/>
          <a:stretch>
            <a:fillRect/>
          </a:stretch>
        </p:blipFill>
        <p:spPr>
          <a:xfrm>
            <a:off x="9786082" y="3737559"/>
            <a:ext cx="1188241" cy="58361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5" name="object 5" descr=""/>
          <p:cNvSpPr txBox="1"/>
          <p:nvPr/>
        </p:nvSpPr>
        <p:spPr>
          <a:xfrm>
            <a:off x="629818" y="1325854"/>
            <a:ext cx="11169650" cy="1215390"/>
          </a:xfrm>
          <a:prstGeom prst="rect">
            <a:avLst/>
          </a:prstGeom>
        </p:spPr>
        <p:txBody>
          <a:bodyPr wrap="square" lIns="0" tIns="12700" rIns="0" bIns="0" rtlCol="0" vert="horz">
            <a:spAutoFit/>
          </a:bodyPr>
          <a:lstStyle/>
          <a:p>
            <a:pPr marL="12700" marR="5080">
              <a:lnSpc>
                <a:spcPct val="150100"/>
              </a:lnSpc>
              <a:spcBef>
                <a:spcPts val="100"/>
              </a:spcBef>
              <a:tabLst>
                <a:tab pos="5162550" algn="l"/>
              </a:tabLst>
            </a:pPr>
            <a:r>
              <a:rPr dirty="0" sz="2600">
                <a:solidFill>
                  <a:srgbClr val="40458B"/>
                </a:solidFill>
                <a:latin typeface="微软雅黑"/>
                <a:cs typeface="微软雅黑"/>
              </a:rPr>
              <a:t>一条各流水段时间</a:t>
            </a:r>
            <a:r>
              <a:rPr dirty="0" sz="2600" spc="-10">
                <a:solidFill>
                  <a:srgbClr val="FF09FF"/>
                </a:solidFill>
                <a:latin typeface="微软雅黑"/>
                <a:cs typeface="微软雅黑"/>
              </a:rPr>
              <a:t>均为△t</a:t>
            </a:r>
            <a:r>
              <a:rPr dirty="0" sz="2600">
                <a:solidFill>
                  <a:srgbClr val="40458B"/>
                </a:solidFill>
                <a:latin typeface="微软雅黑"/>
                <a:cs typeface="微软雅黑"/>
              </a:rPr>
              <a:t>的</a:t>
            </a:r>
            <a:r>
              <a:rPr dirty="0" sz="2600" spc="-10">
                <a:solidFill>
                  <a:srgbClr val="FF09FF"/>
                </a:solidFill>
                <a:latin typeface="微软雅黑"/>
                <a:cs typeface="微软雅黑"/>
              </a:rPr>
              <a:t>7</a:t>
            </a:r>
            <a:r>
              <a:rPr dirty="0" sz="2600">
                <a:solidFill>
                  <a:srgbClr val="FF09FF"/>
                </a:solidFill>
                <a:latin typeface="微软雅黑"/>
                <a:cs typeface="微软雅黑"/>
              </a:rPr>
              <a:t>段</a:t>
            </a:r>
            <a:r>
              <a:rPr dirty="0" sz="2600" spc="-15">
                <a:solidFill>
                  <a:srgbClr val="40458B"/>
                </a:solidFill>
                <a:latin typeface="微软雅黑"/>
                <a:cs typeface="微软雅黑"/>
              </a:rPr>
              <a:t>线</a:t>
            </a:r>
            <a:r>
              <a:rPr dirty="0" sz="2600">
                <a:solidFill>
                  <a:srgbClr val="40458B"/>
                </a:solidFill>
                <a:latin typeface="微软雅黑"/>
                <a:cs typeface="微软雅黑"/>
              </a:rPr>
              <a:t>性流水线。</a:t>
            </a:r>
            <a:r>
              <a:rPr dirty="0" sz="2600" spc="-15">
                <a:solidFill>
                  <a:srgbClr val="40458B"/>
                </a:solidFill>
                <a:latin typeface="微软雅黑"/>
                <a:cs typeface="微软雅黑"/>
              </a:rPr>
              <a:t>连</a:t>
            </a:r>
            <a:r>
              <a:rPr dirty="0" sz="2600">
                <a:solidFill>
                  <a:srgbClr val="40458B"/>
                </a:solidFill>
                <a:latin typeface="微软雅黑"/>
                <a:cs typeface="微软雅黑"/>
              </a:rPr>
              <a:t>续执行</a:t>
            </a:r>
            <a:r>
              <a:rPr dirty="0" sz="2600" spc="-25">
                <a:solidFill>
                  <a:srgbClr val="40458B"/>
                </a:solidFill>
                <a:latin typeface="微软雅黑"/>
                <a:cs typeface="微软雅黑"/>
              </a:rPr>
              <a:t>了</a:t>
            </a:r>
            <a:r>
              <a:rPr dirty="0" sz="2600" spc="-10">
                <a:solidFill>
                  <a:srgbClr val="FF09FF"/>
                </a:solidFill>
                <a:latin typeface="微软雅黑"/>
                <a:cs typeface="微软雅黑"/>
              </a:rPr>
              <a:t>10</a:t>
            </a:r>
            <a:r>
              <a:rPr dirty="0" sz="2600">
                <a:solidFill>
                  <a:srgbClr val="40458B"/>
                </a:solidFill>
                <a:latin typeface="微软雅黑"/>
                <a:cs typeface="微软雅黑"/>
              </a:rPr>
              <a:t>个</a:t>
            </a:r>
            <a:r>
              <a:rPr dirty="0" sz="2600" spc="-15">
                <a:solidFill>
                  <a:srgbClr val="40458B"/>
                </a:solidFill>
                <a:latin typeface="微软雅黑"/>
                <a:cs typeface="微软雅黑"/>
              </a:rPr>
              <a:t>任</a:t>
            </a:r>
            <a:r>
              <a:rPr dirty="0" sz="2600">
                <a:solidFill>
                  <a:srgbClr val="40458B"/>
                </a:solidFill>
                <a:latin typeface="微软雅黑"/>
                <a:cs typeface="微软雅黑"/>
              </a:rPr>
              <a:t>务。</a:t>
            </a:r>
            <a:r>
              <a:rPr dirty="0" sz="2600" spc="-15">
                <a:solidFill>
                  <a:srgbClr val="40458B"/>
                </a:solidFill>
                <a:latin typeface="微软雅黑"/>
                <a:cs typeface="微软雅黑"/>
              </a:rPr>
              <a:t>若</a:t>
            </a:r>
            <a:r>
              <a:rPr dirty="0" sz="2600">
                <a:solidFill>
                  <a:srgbClr val="40458B"/>
                </a:solidFill>
                <a:latin typeface="微软雅黑"/>
                <a:cs typeface="微软雅黑"/>
              </a:rPr>
              <a:t>不考</a:t>
            </a:r>
            <a:r>
              <a:rPr dirty="0" sz="2600" spc="-50">
                <a:solidFill>
                  <a:srgbClr val="40458B"/>
                </a:solidFill>
                <a:latin typeface="微软雅黑"/>
                <a:cs typeface="微软雅黑"/>
              </a:rPr>
              <a:t>虑</a:t>
            </a:r>
            <a:r>
              <a:rPr dirty="0" sz="2600">
                <a:solidFill>
                  <a:srgbClr val="40458B"/>
                </a:solidFill>
                <a:latin typeface="微软雅黑"/>
                <a:cs typeface="微软雅黑"/>
              </a:rPr>
              <a:t>数据与控制冲突，则实</a:t>
            </a:r>
            <a:r>
              <a:rPr dirty="0" sz="2600" spc="-15">
                <a:solidFill>
                  <a:srgbClr val="40458B"/>
                </a:solidFill>
                <a:latin typeface="微软雅黑"/>
                <a:cs typeface="微软雅黑"/>
              </a:rPr>
              <a:t>际</a:t>
            </a:r>
            <a:r>
              <a:rPr dirty="0" sz="2600">
                <a:solidFill>
                  <a:srgbClr val="40458B"/>
                </a:solidFill>
                <a:latin typeface="微软雅黑"/>
                <a:cs typeface="微软雅黑"/>
              </a:rPr>
              <a:t>加速</a:t>
            </a:r>
            <a:r>
              <a:rPr dirty="0" sz="2600" spc="-15">
                <a:solidFill>
                  <a:srgbClr val="40458B"/>
                </a:solidFill>
                <a:latin typeface="微软雅黑"/>
                <a:cs typeface="微软雅黑"/>
              </a:rPr>
              <a:t>比</a:t>
            </a:r>
            <a:r>
              <a:rPr dirty="0" sz="2600" spc="-50">
                <a:solidFill>
                  <a:srgbClr val="40458B"/>
                </a:solidFill>
                <a:latin typeface="微软雅黑"/>
                <a:cs typeface="微软雅黑"/>
              </a:rPr>
              <a:t>为</a:t>
            </a:r>
            <a:r>
              <a:rPr dirty="0" sz="2600">
                <a:solidFill>
                  <a:srgbClr val="40458B"/>
                </a:solidFill>
                <a:latin typeface="微软雅黑"/>
                <a:cs typeface="微软雅黑"/>
              </a:rPr>
              <a:t>	</a:t>
            </a:r>
            <a:r>
              <a:rPr dirty="0" sz="2600" spc="-10">
                <a:solidFill>
                  <a:srgbClr val="629EF4"/>
                </a:solidFill>
                <a:latin typeface="微软雅黑"/>
                <a:cs typeface="微软雅黑"/>
              </a:rPr>
              <a:t>[</a:t>
            </a:r>
            <a:r>
              <a:rPr dirty="0" sz="2600">
                <a:solidFill>
                  <a:srgbClr val="629EF4"/>
                </a:solidFill>
                <a:latin typeface="微软雅黑"/>
                <a:cs typeface="微软雅黑"/>
              </a:rPr>
              <a:t>填空1]</a:t>
            </a:r>
            <a:r>
              <a:rPr dirty="0" sz="2600" spc="-15">
                <a:solidFill>
                  <a:srgbClr val="629EF4"/>
                </a:solidFill>
                <a:latin typeface="微软雅黑"/>
                <a:cs typeface="微软雅黑"/>
              </a:rPr>
              <a:t> </a:t>
            </a:r>
            <a:r>
              <a:rPr dirty="0" sz="2600">
                <a:solidFill>
                  <a:srgbClr val="40458B"/>
                </a:solidFill>
                <a:latin typeface="微软雅黑"/>
                <a:cs typeface="微软雅黑"/>
              </a:rPr>
              <a:t>（精确到小数点后两位</a:t>
            </a:r>
            <a:r>
              <a:rPr dirty="0" sz="2600" spc="-50">
                <a:solidFill>
                  <a:srgbClr val="40458B"/>
                </a:solidFill>
                <a:latin typeface="微软雅黑"/>
                <a:cs typeface="微软雅黑"/>
              </a:rPr>
              <a:t>）</a:t>
            </a:r>
            <a:endParaRPr sz="2600">
              <a:latin typeface="微软雅黑"/>
              <a:cs typeface="微软雅黑"/>
            </a:endParaRPr>
          </a:p>
        </p:txBody>
      </p:sp>
      <p:grpSp>
        <p:nvGrpSpPr>
          <p:cNvPr id="6" name="object 6" descr=""/>
          <p:cNvGrpSpPr/>
          <p:nvPr/>
        </p:nvGrpSpPr>
        <p:grpSpPr>
          <a:xfrm>
            <a:off x="7372350" y="4633848"/>
            <a:ext cx="1581150" cy="449580"/>
            <a:chOff x="7372350" y="4633848"/>
            <a:chExt cx="1581150" cy="449580"/>
          </a:xfrm>
        </p:grpSpPr>
        <p:sp>
          <p:nvSpPr>
            <p:cNvPr id="7" name="object 7" descr=""/>
            <p:cNvSpPr/>
            <p:nvPr/>
          </p:nvSpPr>
          <p:spPr>
            <a:xfrm>
              <a:off x="7391400" y="4652898"/>
              <a:ext cx="1543050" cy="411480"/>
            </a:xfrm>
            <a:custGeom>
              <a:avLst/>
              <a:gdLst/>
              <a:ahLst/>
              <a:cxnLst/>
              <a:rect l="l" t="t" r="r" b="b"/>
              <a:pathLst>
                <a:path w="1543050" h="411479">
                  <a:moveTo>
                    <a:pt x="1474470" y="0"/>
                  </a:moveTo>
                  <a:lnTo>
                    <a:pt x="68579" y="0"/>
                  </a:lnTo>
                  <a:lnTo>
                    <a:pt x="41898" y="5393"/>
                  </a:lnTo>
                  <a:lnTo>
                    <a:pt x="20097" y="20097"/>
                  </a:lnTo>
                  <a:lnTo>
                    <a:pt x="5393" y="41898"/>
                  </a:lnTo>
                  <a:lnTo>
                    <a:pt x="0" y="68580"/>
                  </a:lnTo>
                  <a:lnTo>
                    <a:pt x="0" y="342645"/>
                  </a:lnTo>
                  <a:lnTo>
                    <a:pt x="5393" y="369327"/>
                  </a:lnTo>
                  <a:lnTo>
                    <a:pt x="20097" y="391128"/>
                  </a:lnTo>
                  <a:lnTo>
                    <a:pt x="41898" y="405832"/>
                  </a:lnTo>
                  <a:lnTo>
                    <a:pt x="68579" y="411225"/>
                  </a:lnTo>
                  <a:lnTo>
                    <a:pt x="1474470" y="411225"/>
                  </a:lnTo>
                  <a:lnTo>
                    <a:pt x="1501151" y="405832"/>
                  </a:lnTo>
                  <a:lnTo>
                    <a:pt x="1522952" y="391128"/>
                  </a:lnTo>
                  <a:lnTo>
                    <a:pt x="1537656" y="369327"/>
                  </a:lnTo>
                  <a:lnTo>
                    <a:pt x="1543050" y="342645"/>
                  </a:lnTo>
                  <a:lnTo>
                    <a:pt x="1543050" y="68580"/>
                  </a:lnTo>
                  <a:lnTo>
                    <a:pt x="1537656" y="41898"/>
                  </a:lnTo>
                  <a:lnTo>
                    <a:pt x="1522952" y="20097"/>
                  </a:lnTo>
                  <a:lnTo>
                    <a:pt x="1501151" y="5393"/>
                  </a:lnTo>
                  <a:lnTo>
                    <a:pt x="1474470" y="0"/>
                  </a:lnTo>
                  <a:close/>
                </a:path>
              </a:pathLst>
            </a:custGeom>
            <a:solidFill>
              <a:srgbClr val="808080"/>
            </a:solidFill>
          </p:spPr>
          <p:txBody>
            <a:bodyPr wrap="square" lIns="0" tIns="0" rIns="0" bIns="0" rtlCol="0"/>
            <a:lstStyle/>
            <a:p/>
          </p:txBody>
        </p:sp>
        <p:sp>
          <p:nvSpPr>
            <p:cNvPr id="8" name="object 8" descr=""/>
            <p:cNvSpPr/>
            <p:nvPr/>
          </p:nvSpPr>
          <p:spPr>
            <a:xfrm>
              <a:off x="7391400" y="4652898"/>
              <a:ext cx="1543050" cy="411480"/>
            </a:xfrm>
            <a:custGeom>
              <a:avLst/>
              <a:gdLst/>
              <a:ahLst/>
              <a:cxnLst/>
              <a:rect l="l" t="t" r="r" b="b"/>
              <a:pathLst>
                <a:path w="1543050" h="411479">
                  <a:moveTo>
                    <a:pt x="0" y="68580"/>
                  </a:moveTo>
                  <a:lnTo>
                    <a:pt x="5393" y="41898"/>
                  </a:lnTo>
                  <a:lnTo>
                    <a:pt x="20097" y="20097"/>
                  </a:lnTo>
                  <a:lnTo>
                    <a:pt x="41898" y="5393"/>
                  </a:lnTo>
                  <a:lnTo>
                    <a:pt x="68579" y="0"/>
                  </a:lnTo>
                  <a:lnTo>
                    <a:pt x="1474470" y="0"/>
                  </a:lnTo>
                  <a:lnTo>
                    <a:pt x="1501151" y="5393"/>
                  </a:lnTo>
                  <a:lnTo>
                    <a:pt x="1522952" y="20097"/>
                  </a:lnTo>
                  <a:lnTo>
                    <a:pt x="1537656" y="41898"/>
                  </a:lnTo>
                  <a:lnTo>
                    <a:pt x="1543050" y="68580"/>
                  </a:lnTo>
                  <a:lnTo>
                    <a:pt x="1543050" y="342645"/>
                  </a:lnTo>
                  <a:lnTo>
                    <a:pt x="1537656" y="369327"/>
                  </a:lnTo>
                  <a:lnTo>
                    <a:pt x="1522952" y="391128"/>
                  </a:lnTo>
                  <a:lnTo>
                    <a:pt x="1501151" y="405832"/>
                  </a:lnTo>
                  <a:lnTo>
                    <a:pt x="1474470" y="411225"/>
                  </a:lnTo>
                  <a:lnTo>
                    <a:pt x="68579" y="411225"/>
                  </a:lnTo>
                  <a:lnTo>
                    <a:pt x="41898" y="405832"/>
                  </a:lnTo>
                  <a:lnTo>
                    <a:pt x="20097" y="391128"/>
                  </a:lnTo>
                  <a:lnTo>
                    <a:pt x="5393" y="369327"/>
                  </a:lnTo>
                  <a:lnTo>
                    <a:pt x="0" y="342645"/>
                  </a:lnTo>
                  <a:lnTo>
                    <a:pt x="0" y="68580"/>
                  </a:lnTo>
                  <a:close/>
                </a:path>
              </a:pathLst>
            </a:custGeom>
            <a:ln w="38100">
              <a:solidFill>
                <a:srgbClr val="000000"/>
              </a:solidFill>
            </a:ln>
          </p:spPr>
          <p:txBody>
            <a:bodyPr wrap="square" lIns="0" tIns="0" rIns="0" bIns="0" rtlCol="0"/>
            <a:lstStyle/>
            <a:p/>
          </p:txBody>
        </p:sp>
      </p:grpSp>
      <p:sp>
        <p:nvSpPr>
          <p:cNvPr id="9" name="object 9" descr=""/>
          <p:cNvSpPr txBox="1"/>
          <p:nvPr/>
        </p:nvSpPr>
        <p:spPr>
          <a:xfrm>
            <a:off x="7948041" y="4717541"/>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sp>
        <p:nvSpPr>
          <p:cNvPr id="10" name="object 1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11" name="object 1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a:solidFill>
                  <a:srgbClr val="000000"/>
                </a:solidFill>
                <a:latin typeface="微软雅黑"/>
                <a:cs typeface="微软雅黑"/>
              </a:rPr>
              <a:t>填空</a:t>
            </a:r>
            <a:r>
              <a:rPr dirty="0" u="none" sz="2600" spc="-50">
                <a:solidFill>
                  <a:srgbClr val="000000"/>
                </a:solidFill>
                <a:latin typeface="微软雅黑"/>
                <a:cs typeface="微软雅黑"/>
              </a:rPr>
              <a:t>题</a:t>
            </a:r>
            <a:r>
              <a:rPr dirty="0" u="none" sz="2600">
                <a:solidFill>
                  <a:srgbClr val="000000"/>
                </a:solidFill>
                <a:latin typeface="微软雅黑"/>
                <a:cs typeface="微软雅黑"/>
              </a:rPr>
              <a:t>	</a:t>
            </a:r>
            <a:r>
              <a:rPr dirty="0" u="none" baseline="-4166" sz="3000">
                <a:solidFill>
                  <a:srgbClr val="808080"/>
                </a:solidFill>
                <a:latin typeface="微软雅黑"/>
                <a:cs typeface="微软雅黑"/>
              </a:rPr>
              <a:t>1</a:t>
            </a:r>
            <a:r>
              <a:rPr dirty="0" u="none" baseline="-4166" sz="3000" spc="-75">
                <a:solidFill>
                  <a:srgbClr val="808080"/>
                </a:solidFill>
                <a:latin typeface="微软雅黑"/>
                <a:cs typeface="微软雅黑"/>
              </a:rPr>
              <a:t>分</a:t>
            </a:r>
            <a:endParaRPr baseline="-4166" sz="3000">
              <a:latin typeface="微软雅黑"/>
              <a:cs typeface="微软雅黑"/>
            </a:endParaRPr>
          </a:p>
        </p:txBody>
      </p:sp>
      <p:pic>
        <p:nvPicPr>
          <p:cNvPr id="12" name="object 1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00304" y="911611"/>
            <a:ext cx="11518265" cy="4354830"/>
          </a:xfrm>
          <a:prstGeom prst="rect">
            <a:avLst/>
          </a:prstGeom>
        </p:spPr>
        <p:txBody>
          <a:bodyPr wrap="square" lIns="0" tIns="12065" rIns="0" bIns="0" rtlCol="0" vert="horz">
            <a:spAutoFit/>
          </a:bodyPr>
          <a:lstStyle/>
          <a:p>
            <a:pPr marL="50800" marR="43180" indent="394335">
              <a:lnSpc>
                <a:spcPct val="150000"/>
              </a:lnSpc>
              <a:spcBef>
                <a:spcPts val="95"/>
              </a:spcBef>
              <a:buClr>
                <a:srgbClr val="40458B"/>
              </a:buClr>
              <a:buFont typeface="Wingdings"/>
              <a:buChar char=""/>
              <a:tabLst>
                <a:tab pos="445134" algn="l"/>
              </a:tabLst>
            </a:pPr>
            <a:r>
              <a:rPr dirty="0" sz="2800" spc="-35">
                <a:solidFill>
                  <a:srgbClr val="FF0000"/>
                </a:solidFill>
                <a:latin typeface="黑体"/>
                <a:cs typeface="黑体"/>
              </a:rPr>
              <a:t>流水线的效率：</a:t>
            </a:r>
            <a:r>
              <a:rPr dirty="0" sz="2800" spc="-35">
                <a:solidFill>
                  <a:srgbClr val="40458B"/>
                </a:solidFill>
                <a:latin typeface="黑体"/>
                <a:cs typeface="黑体"/>
              </a:rPr>
              <a:t>流水线中的</a:t>
            </a:r>
            <a:r>
              <a:rPr dirty="0" sz="2800" spc="-35">
                <a:solidFill>
                  <a:srgbClr val="FF0000"/>
                </a:solidFill>
                <a:latin typeface="黑体"/>
                <a:cs typeface="黑体"/>
              </a:rPr>
              <a:t>设备实际使用时间</a:t>
            </a:r>
            <a:r>
              <a:rPr dirty="0" sz="2800" spc="-25">
                <a:solidFill>
                  <a:srgbClr val="40458B"/>
                </a:solidFill>
                <a:latin typeface="黑体"/>
                <a:cs typeface="黑体"/>
              </a:rPr>
              <a:t>与</a:t>
            </a:r>
            <a:r>
              <a:rPr dirty="0" sz="2800" spc="-35">
                <a:solidFill>
                  <a:srgbClr val="FF0000"/>
                </a:solidFill>
                <a:latin typeface="黑体"/>
                <a:cs typeface="黑体"/>
              </a:rPr>
              <a:t>整个运行时间的比值</a:t>
            </a:r>
            <a:r>
              <a:rPr dirty="0" sz="2800" spc="-50">
                <a:solidFill>
                  <a:srgbClr val="40458B"/>
                </a:solidFill>
                <a:latin typeface="黑体"/>
                <a:cs typeface="黑体"/>
              </a:rPr>
              <a:t>，</a:t>
            </a:r>
            <a:r>
              <a:rPr dirty="0" sz="2800" spc="-35">
                <a:solidFill>
                  <a:srgbClr val="40458B"/>
                </a:solidFill>
                <a:latin typeface="黑体"/>
                <a:cs typeface="黑体"/>
              </a:rPr>
              <a:t>即流水线设备的利用率。</a:t>
            </a:r>
            <a:r>
              <a:rPr dirty="0" sz="2800" spc="-30">
                <a:solidFill>
                  <a:srgbClr val="40458B"/>
                </a:solidFill>
                <a:latin typeface="黑体"/>
                <a:cs typeface="黑体"/>
              </a:rPr>
              <a:t>（</a:t>
            </a:r>
            <a:r>
              <a:rPr dirty="0" sz="2800" spc="-40">
                <a:solidFill>
                  <a:srgbClr val="40458B"/>
                </a:solidFill>
                <a:latin typeface="黑体"/>
                <a:cs typeface="黑体"/>
              </a:rPr>
              <a:t>两种情况</a:t>
            </a:r>
            <a:r>
              <a:rPr dirty="0" sz="2800">
                <a:solidFill>
                  <a:srgbClr val="40458B"/>
                </a:solidFill>
                <a:latin typeface="黑体"/>
                <a:cs typeface="黑体"/>
              </a:rPr>
              <a:t>1,2</a:t>
            </a:r>
            <a:r>
              <a:rPr dirty="0" sz="2800" spc="70">
                <a:solidFill>
                  <a:srgbClr val="40458B"/>
                </a:solidFill>
                <a:latin typeface="黑体"/>
                <a:cs typeface="黑体"/>
              </a:rPr>
              <a:t> </a:t>
            </a:r>
            <a:r>
              <a:rPr dirty="0" sz="2800" spc="-50">
                <a:solidFill>
                  <a:srgbClr val="40458B"/>
                </a:solidFill>
                <a:latin typeface="黑体"/>
                <a:cs typeface="黑体"/>
              </a:rPr>
              <a:t>）</a:t>
            </a:r>
            <a:endParaRPr sz="2800">
              <a:latin typeface="黑体"/>
              <a:cs typeface="黑体"/>
            </a:endParaRPr>
          </a:p>
          <a:p>
            <a:pPr lvl="1" marL="844550" indent="-342900">
              <a:lnSpc>
                <a:spcPct val="100000"/>
              </a:lnSpc>
              <a:spcBef>
                <a:spcPts val="2120"/>
              </a:spcBef>
              <a:buClr>
                <a:srgbClr val="40458B"/>
              </a:buClr>
              <a:buSzPct val="89583"/>
              <a:buFont typeface="Wingdings"/>
              <a:buChar char=""/>
              <a:tabLst>
                <a:tab pos="844550" algn="l"/>
              </a:tabLst>
            </a:pPr>
            <a:r>
              <a:rPr dirty="0" sz="2400" spc="-5">
                <a:solidFill>
                  <a:srgbClr val="FF09FF"/>
                </a:solidFill>
                <a:latin typeface="黑体"/>
                <a:cs typeface="黑体"/>
              </a:rPr>
              <a:t>设备实际使用时间</a:t>
            </a:r>
            <a:r>
              <a:rPr dirty="0" sz="2400" spc="-5">
                <a:solidFill>
                  <a:srgbClr val="40458B"/>
                </a:solidFill>
                <a:latin typeface="黑体"/>
                <a:cs typeface="黑体"/>
              </a:rPr>
              <a:t>：流水线各个段的使用时间，</a:t>
            </a:r>
            <a:r>
              <a:rPr dirty="0" sz="2400" spc="-20">
                <a:solidFill>
                  <a:srgbClr val="40458B"/>
                </a:solidFill>
                <a:latin typeface="Tahoma"/>
                <a:cs typeface="Tahoma"/>
              </a:rPr>
              <a:t>k</a:t>
            </a:r>
            <a:r>
              <a:rPr dirty="0" sz="2400" spc="-5">
                <a:solidFill>
                  <a:srgbClr val="40458B"/>
                </a:solidFill>
                <a:latin typeface="黑体"/>
                <a:cs typeface="黑体"/>
              </a:rPr>
              <a:t>个段，</a:t>
            </a:r>
            <a:r>
              <a:rPr dirty="0" sz="2400" spc="-10">
                <a:solidFill>
                  <a:srgbClr val="40458B"/>
                </a:solidFill>
                <a:latin typeface="Tahoma"/>
                <a:cs typeface="Tahoma"/>
              </a:rPr>
              <a:t>k</a:t>
            </a:r>
            <a:r>
              <a:rPr dirty="0" sz="2400" spc="-15">
                <a:solidFill>
                  <a:srgbClr val="40458B"/>
                </a:solidFill>
                <a:latin typeface="黑体"/>
                <a:cs typeface="黑体"/>
              </a:rPr>
              <a:t>个设备。</a:t>
            </a:r>
            <a:endParaRPr sz="2400">
              <a:latin typeface="黑体"/>
              <a:cs typeface="黑体"/>
            </a:endParaRPr>
          </a:p>
          <a:p>
            <a:pPr lvl="1" marL="844550" indent="-342900">
              <a:lnSpc>
                <a:spcPct val="100000"/>
              </a:lnSpc>
              <a:spcBef>
                <a:spcPts val="2014"/>
              </a:spcBef>
              <a:buSzPct val="89583"/>
              <a:buFont typeface="Wingdings"/>
              <a:buChar char=""/>
              <a:tabLst>
                <a:tab pos="844550" algn="l"/>
              </a:tabLst>
            </a:pPr>
            <a:r>
              <a:rPr dirty="0" sz="2400" spc="-10">
                <a:solidFill>
                  <a:srgbClr val="40458B"/>
                </a:solidFill>
                <a:latin typeface="黑体"/>
                <a:cs typeface="黑体"/>
              </a:rPr>
              <a:t>需要先计算每个设备的效率，记作</a:t>
            </a:r>
            <a:r>
              <a:rPr dirty="0" sz="2400" spc="-25">
                <a:solidFill>
                  <a:srgbClr val="9933FF"/>
                </a:solidFill>
                <a:latin typeface="黑体"/>
                <a:cs typeface="黑体"/>
              </a:rPr>
              <a:t>e</a:t>
            </a:r>
            <a:r>
              <a:rPr dirty="0" baseline="-20833" sz="2400" spc="-37">
                <a:solidFill>
                  <a:srgbClr val="9933FF"/>
                </a:solidFill>
                <a:latin typeface="黑体"/>
                <a:cs typeface="黑体"/>
              </a:rPr>
              <a:t>i</a:t>
            </a:r>
            <a:endParaRPr baseline="-20833" sz="2400">
              <a:latin typeface="黑体"/>
              <a:cs typeface="黑体"/>
            </a:endParaRPr>
          </a:p>
          <a:p>
            <a:pPr lvl="1" marL="844550" marR="149225" indent="-343535">
              <a:lnSpc>
                <a:spcPct val="150000"/>
              </a:lnSpc>
              <a:spcBef>
                <a:spcPts val="580"/>
              </a:spcBef>
              <a:buSzPct val="89583"/>
              <a:buFont typeface="Wingdings"/>
              <a:buChar char=""/>
              <a:tabLst>
                <a:tab pos="844550" algn="l"/>
              </a:tabLst>
            </a:pPr>
            <a:r>
              <a:rPr dirty="0" sz="2400">
                <a:solidFill>
                  <a:srgbClr val="40458B"/>
                </a:solidFill>
                <a:latin typeface="黑体"/>
                <a:cs typeface="黑体"/>
              </a:rPr>
              <a:t>由于流水线有通过时间和排空时间，所以在连续完成</a:t>
            </a:r>
            <a:r>
              <a:rPr dirty="0" sz="2400">
                <a:solidFill>
                  <a:srgbClr val="9933FF"/>
                </a:solidFill>
                <a:latin typeface="宋体"/>
                <a:cs typeface="宋体"/>
              </a:rPr>
              <a:t>n</a:t>
            </a:r>
            <a:r>
              <a:rPr dirty="0" sz="2400">
                <a:solidFill>
                  <a:srgbClr val="080808"/>
                </a:solidFill>
                <a:latin typeface="黑体"/>
                <a:cs typeface="黑体"/>
              </a:rPr>
              <a:t>个</a:t>
            </a:r>
            <a:r>
              <a:rPr dirty="0" sz="2400" spc="-5">
                <a:solidFill>
                  <a:srgbClr val="40458B"/>
                </a:solidFill>
                <a:latin typeface="黑体"/>
                <a:cs typeface="黑体"/>
              </a:rPr>
              <a:t>任务的时间内，各段并</a:t>
            </a:r>
            <a:r>
              <a:rPr dirty="0" sz="2400" spc="-20">
                <a:solidFill>
                  <a:srgbClr val="40458B"/>
                </a:solidFill>
                <a:latin typeface="黑体"/>
                <a:cs typeface="黑体"/>
              </a:rPr>
              <a:t>不是满负荷地工作</a:t>
            </a:r>
            <a:endParaRPr sz="2400">
              <a:latin typeface="黑体"/>
              <a:cs typeface="黑体"/>
            </a:endParaRPr>
          </a:p>
          <a:p>
            <a:pPr lvl="1" marL="844550" indent="-342900">
              <a:lnSpc>
                <a:spcPct val="100000"/>
              </a:lnSpc>
              <a:spcBef>
                <a:spcPts val="2014"/>
              </a:spcBef>
              <a:buClr>
                <a:srgbClr val="40458B"/>
              </a:buClr>
              <a:buSzPct val="89583"/>
              <a:buFont typeface="Wingdings"/>
              <a:buChar char=""/>
              <a:tabLst>
                <a:tab pos="844550" algn="l"/>
              </a:tabLst>
            </a:pPr>
            <a:r>
              <a:rPr dirty="0" sz="2400">
                <a:solidFill>
                  <a:srgbClr val="FF0000"/>
                </a:solidFill>
                <a:latin typeface="黑体"/>
                <a:cs typeface="黑体"/>
              </a:rPr>
              <a:t>整个流水线的效率</a:t>
            </a:r>
            <a:r>
              <a:rPr dirty="0" sz="2400" spc="-5">
                <a:solidFill>
                  <a:srgbClr val="40458B"/>
                </a:solidFill>
                <a:latin typeface="黑体"/>
                <a:cs typeface="黑体"/>
              </a:rPr>
              <a:t>：即平均每一个段的效率</a:t>
            </a:r>
            <a:endParaRPr sz="2400">
              <a:latin typeface="黑体"/>
              <a:cs typeface="黑体"/>
            </a:endParaRPr>
          </a:p>
        </p:txBody>
      </p:sp>
      <p:sp>
        <p:nvSpPr>
          <p:cNvPr id="10" name="object 10"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
        <p:nvSpPr>
          <p:cNvPr id="11" name="object 11"/>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12495" y="911611"/>
            <a:ext cx="11468100" cy="2031364"/>
          </a:xfrm>
          <a:prstGeom prst="rect">
            <a:avLst/>
          </a:prstGeom>
        </p:spPr>
        <p:txBody>
          <a:bodyPr wrap="square" lIns="0" tIns="12065" rIns="0" bIns="0" rtlCol="0" vert="horz">
            <a:spAutoFit/>
          </a:bodyPr>
          <a:lstStyle/>
          <a:p>
            <a:pPr marL="38100" marR="5080" indent="394335">
              <a:lnSpc>
                <a:spcPct val="150000"/>
              </a:lnSpc>
              <a:spcBef>
                <a:spcPts val="95"/>
              </a:spcBef>
              <a:buClr>
                <a:srgbClr val="40458B"/>
              </a:buClr>
              <a:buFont typeface="Wingdings"/>
              <a:buChar char=""/>
              <a:tabLst>
                <a:tab pos="432434" algn="l"/>
              </a:tabLst>
            </a:pPr>
            <a:r>
              <a:rPr dirty="0" sz="2800" spc="-35">
                <a:solidFill>
                  <a:srgbClr val="FF0000"/>
                </a:solidFill>
                <a:latin typeface="黑体"/>
                <a:cs typeface="黑体"/>
              </a:rPr>
              <a:t>流水线的效率：</a:t>
            </a:r>
            <a:r>
              <a:rPr dirty="0" sz="2800" spc="-35">
                <a:solidFill>
                  <a:srgbClr val="40458B"/>
                </a:solidFill>
                <a:latin typeface="黑体"/>
                <a:cs typeface="黑体"/>
              </a:rPr>
              <a:t>流水线中的</a:t>
            </a:r>
            <a:r>
              <a:rPr dirty="0" sz="2800" spc="-35">
                <a:solidFill>
                  <a:srgbClr val="FF0000"/>
                </a:solidFill>
                <a:latin typeface="黑体"/>
                <a:cs typeface="黑体"/>
              </a:rPr>
              <a:t>设备实际使用时间</a:t>
            </a:r>
            <a:r>
              <a:rPr dirty="0" sz="2800" spc="-25">
                <a:solidFill>
                  <a:srgbClr val="40458B"/>
                </a:solidFill>
                <a:latin typeface="黑体"/>
                <a:cs typeface="黑体"/>
              </a:rPr>
              <a:t>与</a:t>
            </a:r>
            <a:r>
              <a:rPr dirty="0" sz="2800" spc="-35">
                <a:solidFill>
                  <a:srgbClr val="FF0000"/>
                </a:solidFill>
                <a:latin typeface="黑体"/>
                <a:cs typeface="黑体"/>
              </a:rPr>
              <a:t>整个运行时间的比值</a:t>
            </a:r>
            <a:r>
              <a:rPr dirty="0" sz="2800" spc="-50">
                <a:solidFill>
                  <a:srgbClr val="40458B"/>
                </a:solidFill>
                <a:latin typeface="黑体"/>
                <a:cs typeface="黑体"/>
              </a:rPr>
              <a:t>，</a:t>
            </a:r>
            <a:r>
              <a:rPr dirty="0" sz="2800" spc="-35">
                <a:solidFill>
                  <a:srgbClr val="40458B"/>
                </a:solidFill>
                <a:latin typeface="黑体"/>
                <a:cs typeface="黑体"/>
              </a:rPr>
              <a:t>即流水线设备的利用率。</a:t>
            </a:r>
            <a:r>
              <a:rPr dirty="0" sz="2800" spc="-30">
                <a:solidFill>
                  <a:srgbClr val="40458B"/>
                </a:solidFill>
                <a:latin typeface="黑体"/>
                <a:cs typeface="黑体"/>
              </a:rPr>
              <a:t>（</a:t>
            </a:r>
            <a:r>
              <a:rPr dirty="0" sz="2800" spc="-40">
                <a:solidFill>
                  <a:srgbClr val="40458B"/>
                </a:solidFill>
                <a:latin typeface="黑体"/>
                <a:cs typeface="黑体"/>
              </a:rPr>
              <a:t>两种情况</a:t>
            </a:r>
            <a:r>
              <a:rPr dirty="0" sz="2800">
                <a:solidFill>
                  <a:srgbClr val="40458B"/>
                </a:solidFill>
                <a:latin typeface="黑体"/>
                <a:cs typeface="黑体"/>
              </a:rPr>
              <a:t>1,2</a:t>
            </a:r>
            <a:r>
              <a:rPr dirty="0" sz="2800" spc="70">
                <a:solidFill>
                  <a:srgbClr val="40458B"/>
                </a:solidFill>
                <a:latin typeface="黑体"/>
                <a:cs typeface="黑体"/>
              </a:rPr>
              <a:t> </a:t>
            </a:r>
            <a:r>
              <a:rPr dirty="0" sz="2800" spc="-50">
                <a:solidFill>
                  <a:srgbClr val="40458B"/>
                </a:solidFill>
                <a:latin typeface="黑体"/>
                <a:cs typeface="黑体"/>
              </a:rPr>
              <a:t>）</a:t>
            </a:r>
            <a:endParaRPr sz="2800">
              <a:latin typeface="黑体"/>
              <a:cs typeface="黑体"/>
            </a:endParaRPr>
          </a:p>
          <a:p>
            <a:pPr marL="12700">
              <a:lnSpc>
                <a:spcPct val="100000"/>
              </a:lnSpc>
              <a:spcBef>
                <a:spcPts val="2355"/>
              </a:spcBef>
            </a:pPr>
            <a:r>
              <a:rPr dirty="0" sz="2800" spc="-10">
                <a:solidFill>
                  <a:srgbClr val="E14B04"/>
                </a:solidFill>
                <a:latin typeface="Tahoma"/>
                <a:cs typeface="Tahoma"/>
              </a:rPr>
              <a:t>1</a:t>
            </a:r>
            <a:r>
              <a:rPr dirty="0" sz="2800" spc="-35">
                <a:solidFill>
                  <a:srgbClr val="E14B04"/>
                </a:solidFill>
                <a:latin typeface="黑体"/>
                <a:cs typeface="黑体"/>
              </a:rPr>
              <a:t>、各段时间相等，</a:t>
            </a:r>
            <a:r>
              <a:rPr dirty="0" sz="2800" spc="-35">
                <a:solidFill>
                  <a:srgbClr val="FF0000"/>
                </a:solidFill>
                <a:latin typeface="黑体"/>
                <a:cs typeface="黑体"/>
              </a:rPr>
              <a:t>各段</a:t>
            </a:r>
            <a:r>
              <a:rPr dirty="0" sz="2800" spc="-35">
                <a:solidFill>
                  <a:srgbClr val="E14B04"/>
                </a:solidFill>
                <a:latin typeface="黑体"/>
                <a:cs typeface="黑体"/>
              </a:rPr>
              <a:t>的效率相同，连续输入</a:t>
            </a:r>
            <a:r>
              <a:rPr dirty="0" sz="2800" spc="-25">
                <a:solidFill>
                  <a:srgbClr val="E14B04"/>
                </a:solidFill>
                <a:latin typeface="Tahoma"/>
                <a:cs typeface="Tahoma"/>
              </a:rPr>
              <a:t>n</a:t>
            </a:r>
            <a:r>
              <a:rPr dirty="0" sz="2800" spc="-40">
                <a:solidFill>
                  <a:srgbClr val="E14B04"/>
                </a:solidFill>
                <a:latin typeface="黑体"/>
                <a:cs typeface="黑体"/>
              </a:rPr>
              <a:t>个任务的流水线效率：</a:t>
            </a:r>
            <a:endParaRPr sz="2800">
              <a:latin typeface="黑体"/>
              <a:cs typeface="黑体"/>
            </a:endParaRPr>
          </a:p>
        </p:txBody>
      </p:sp>
      <p:sp>
        <p:nvSpPr>
          <p:cNvPr id="10" name="object 10"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grpSp>
        <p:nvGrpSpPr>
          <p:cNvPr id="11" name="object 11" descr=""/>
          <p:cNvGrpSpPr/>
          <p:nvPr/>
        </p:nvGrpSpPr>
        <p:grpSpPr>
          <a:xfrm>
            <a:off x="2424176" y="3354451"/>
            <a:ext cx="6553200" cy="1565275"/>
            <a:chOff x="2424176" y="3354451"/>
            <a:chExt cx="6553200" cy="1565275"/>
          </a:xfrm>
        </p:grpSpPr>
        <p:sp>
          <p:nvSpPr>
            <p:cNvPr id="12" name="object 12" descr=""/>
            <p:cNvSpPr/>
            <p:nvPr/>
          </p:nvSpPr>
          <p:spPr>
            <a:xfrm>
              <a:off x="2424176" y="3354451"/>
              <a:ext cx="6553200" cy="1565275"/>
            </a:xfrm>
            <a:custGeom>
              <a:avLst/>
              <a:gdLst/>
              <a:ahLst/>
              <a:cxnLst/>
              <a:rect l="l" t="t" r="r" b="b"/>
              <a:pathLst>
                <a:path w="6553200" h="1565275">
                  <a:moveTo>
                    <a:pt x="6553200" y="0"/>
                  </a:moveTo>
                  <a:lnTo>
                    <a:pt x="0" y="0"/>
                  </a:lnTo>
                  <a:lnTo>
                    <a:pt x="0" y="1565275"/>
                  </a:lnTo>
                  <a:lnTo>
                    <a:pt x="6553200" y="1565275"/>
                  </a:lnTo>
                  <a:lnTo>
                    <a:pt x="6553200" y="0"/>
                  </a:lnTo>
                  <a:close/>
                </a:path>
              </a:pathLst>
            </a:custGeom>
            <a:solidFill>
              <a:srgbClr val="B4F4F1"/>
            </a:solidFill>
          </p:spPr>
          <p:txBody>
            <a:bodyPr wrap="square" lIns="0" tIns="0" rIns="0" bIns="0" rtlCol="0"/>
            <a:lstStyle/>
            <a:p/>
          </p:txBody>
        </p:sp>
        <p:sp>
          <p:nvSpPr>
            <p:cNvPr id="13" name="object 13" descr=""/>
            <p:cNvSpPr/>
            <p:nvPr/>
          </p:nvSpPr>
          <p:spPr>
            <a:xfrm>
              <a:off x="6027937" y="4092082"/>
              <a:ext cx="2863850" cy="0"/>
            </a:xfrm>
            <a:custGeom>
              <a:avLst/>
              <a:gdLst/>
              <a:ahLst/>
              <a:cxnLst/>
              <a:rect l="l" t="t" r="r" b="b"/>
              <a:pathLst>
                <a:path w="2863850" h="0">
                  <a:moveTo>
                    <a:pt x="0" y="0"/>
                  </a:moveTo>
                  <a:lnTo>
                    <a:pt x="760061" y="0"/>
                  </a:lnTo>
                </a:path>
                <a:path w="2863850" h="0">
                  <a:moveTo>
                    <a:pt x="1281575" y="0"/>
                  </a:moveTo>
                  <a:lnTo>
                    <a:pt x="2863297" y="0"/>
                  </a:lnTo>
                </a:path>
              </a:pathLst>
            </a:custGeom>
            <a:ln w="25705">
              <a:solidFill>
                <a:srgbClr val="000000"/>
              </a:solidFill>
            </a:ln>
          </p:spPr>
          <p:txBody>
            <a:bodyPr wrap="square" lIns="0" tIns="0" rIns="0" bIns="0" rtlCol="0"/>
            <a:lstStyle/>
            <a:p/>
          </p:txBody>
        </p:sp>
      </p:grpSp>
      <p:sp>
        <p:nvSpPr>
          <p:cNvPr id="14" name="object 14" descr=""/>
          <p:cNvSpPr txBox="1"/>
          <p:nvPr/>
        </p:nvSpPr>
        <p:spPr>
          <a:xfrm>
            <a:off x="2666199" y="4038749"/>
            <a:ext cx="2797810" cy="412115"/>
          </a:xfrm>
          <a:prstGeom prst="rect">
            <a:avLst/>
          </a:prstGeom>
        </p:spPr>
        <p:txBody>
          <a:bodyPr wrap="square" lIns="0" tIns="16510" rIns="0" bIns="0" rtlCol="0" vert="horz">
            <a:spAutoFit/>
          </a:bodyPr>
          <a:lstStyle/>
          <a:p>
            <a:pPr>
              <a:lnSpc>
                <a:spcPct val="100000"/>
              </a:lnSpc>
              <a:spcBef>
                <a:spcPts val="130"/>
              </a:spcBef>
              <a:tabLst>
                <a:tab pos="864869" algn="l"/>
                <a:tab pos="2656205" algn="l"/>
              </a:tabLst>
            </a:pPr>
            <a:r>
              <a:rPr dirty="0" sz="2500" spc="-50">
                <a:latin typeface="Times New Roman"/>
                <a:cs typeface="Times New Roman"/>
              </a:rPr>
              <a:t>1</a:t>
            </a:r>
            <a:r>
              <a:rPr dirty="0" sz="2500">
                <a:latin typeface="Times New Roman"/>
                <a:cs typeface="Times New Roman"/>
              </a:rPr>
              <a:t>	</a:t>
            </a:r>
            <a:r>
              <a:rPr dirty="0" sz="2500" spc="-50">
                <a:latin typeface="Times New Roman"/>
                <a:cs typeface="Times New Roman"/>
              </a:rPr>
              <a:t>2</a:t>
            </a:r>
            <a:r>
              <a:rPr dirty="0" sz="2500">
                <a:latin typeface="Times New Roman"/>
                <a:cs typeface="Times New Roman"/>
              </a:rPr>
              <a:t>	</a:t>
            </a:r>
            <a:r>
              <a:rPr dirty="0" sz="2500" spc="-50" i="1">
                <a:latin typeface="Times New Roman"/>
                <a:cs typeface="Times New Roman"/>
              </a:rPr>
              <a:t>k</a:t>
            </a:r>
            <a:endParaRPr sz="2500">
              <a:latin typeface="Times New Roman"/>
              <a:cs typeface="Times New Roman"/>
            </a:endParaRPr>
          </a:p>
        </p:txBody>
      </p:sp>
      <p:sp>
        <p:nvSpPr>
          <p:cNvPr id="15" name="object 15" descr=""/>
          <p:cNvSpPr txBox="1"/>
          <p:nvPr/>
        </p:nvSpPr>
        <p:spPr>
          <a:xfrm>
            <a:off x="6421057" y="4471696"/>
            <a:ext cx="140970" cy="412115"/>
          </a:xfrm>
          <a:prstGeom prst="rect">
            <a:avLst/>
          </a:prstGeom>
        </p:spPr>
        <p:txBody>
          <a:bodyPr wrap="square" lIns="0" tIns="16510" rIns="0" bIns="0" rtlCol="0" vert="horz">
            <a:spAutoFit/>
          </a:bodyPr>
          <a:lstStyle/>
          <a:p>
            <a:pPr>
              <a:lnSpc>
                <a:spcPct val="100000"/>
              </a:lnSpc>
              <a:spcBef>
                <a:spcPts val="130"/>
              </a:spcBef>
            </a:pPr>
            <a:r>
              <a:rPr dirty="0" sz="2500" spc="-60" i="1">
                <a:latin typeface="Times New Roman"/>
                <a:cs typeface="Times New Roman"/>
              </a:rPr>
              <a:t>k</a:t>
            </a:r>
            <a:endParaRPr sz="2500">
              <a:latin typeface="Times New Roman"/>
              <a:cs typeface="Times New Roman"/>
            </a:endParaRPr>
          </a:p>
        </p:txBody>
      </p:sp>
      <p:sp>
        <p:nvSpPr>
          <p:cNvPr id="16" name="object 16" descr=""/>
          <p:cNvSpPr txBox="1"/>
          <p:nvPr/>
        </p:nvSpPr>
        <p:spPr>
          <a:xfrm>
            <a:off x="2465517" y="3662255"/>
            <a:ext cx="4775200" cy="692150"/>
          </a:xfrm>
          <a:prstGeom prst="rect">
            <a:avLst/>
          </a:prstGeom>
        </p:spPr>
        <p:txBody>
          <a:bodyPr wrap="square" lIns="0" tIns="15240" rIns="0" bIns="0" rtlCol="0" vert="horz">
            <a:spAutoFit/>
          </a:bodyPr>
          <a:lstStyle/>
          <a:p>
            <a:pPr marL="25400">
              <a:lnSpc>
                <a:spcPct val="100000"/>
              </a:lnSpc>
              <a:spcBef>
                <a:spcPts val="120"/>
              </a:spcBef>
              <a:tabLst>
                <a:tab pos="483234" algn="l"/>
                <a:tab pos="1369060" algn="l"/>
                <a:tab pos="2273935" algn="l"/>
                <a:tab pos="3169285" algn="l"/>
              </a:tabLst>
            </a:pPr>
            <a:r>
              <a:rPr dirty="0" sz="4350" spc="-50" i="1">
                <a:latin typeface="Times New Roman"/>
                <a:cs typeface="Times New Roman"/>
              </a:rPr>
              <a:t>e</a:t>
            </a:r>
            <a:r>
              <a:rPr dirty="0" sz="4350" i="1">
                <a:latin typeface="Times New Roman"/>
                <a:cs typeface="Times New Roman"/>
              </a:rPr>
              <a:t>	</a:t>
            </a:r>
            <a:r>
              <a:rPr dirty="0" sz="4350" spc="-245">
                <a:latin typeface="Symbol"/>
                <a:cs typeface="Symbol"/>
              </a:rPr>
              <a:t></a:t>
            </a:r>
            <a:r>
              <a:rPr dirty="0" sz="4350" spc="-280">
                <a:latin typeface="Times New Roman"/>
                <a:cs typeface="Times New Roman"/>
              </a:rPr>
              <a:t> </a:t>
            </a:r>
            <a:r>
              <a:rPr dirty="0" sz="4350" spc="-50" i="1">
                <a:latin typeface="Times New Roman"/>
                <a:cs typeface="Times New Roman"/>
              </a:rPr>
              <a:t>e</a:t>
            </a:r>
            <a:r>
              <a:rPr dirty="0" sz="4350" i="1">
                <a:latin typeface="Times New Roman"/>
                <a:cs typeface="Times New Roman"/>
              </a:rPr>
              <a:t>	</a:t>
            </a:r>
            <a:r>
              <a:rPr dirty="0" sz="4350" spc="-50">
                <a:latin typeface="Symbol"/>
                <a:cs typeface="Symbol"/>
              </a:rPr>
              <a:t></a:t>
            </a:r>
            <a:r>
              <a:rPr dirty="0" sz="4350">
                <a:latin typeface="Times New Roman"/>
                <a:cs typeface="Times New Roman"/>
              </a:rPr>
              <a:t>	</a:t>
            </a:r>
            <a:r>
              <a:rPr dirty="0" sz="4350" spc="-245">
                <a:latin typeface="Symbol"/>
                <a:cs typeface="Symbol"/>
              </a:rPr>
              <a:t></a:t>
            </a:r>
            <a:r>
              <a:rPr dirty="0" sz="4350" spc="-275">
                <a:latin typeface="Times New Roman"/>
                <a:cs typeface="Times New Roman"/>
              </a:rPr>
              <a:t> </a:t>
            </a:r>
            <a:r>
              <a:rPr dirty="0" sz="4350" spc="-50" i="1">
                <a:latin typeface="Times New Roman"/>
                <a:cs typeface="Times New Roman"/>
              </a:rPr>
              <a:t>e</a:t>
            </a:r>
            <a:r>
              <a:rPr dirty="0" sz="4350" i="1">
                <a:latin typeface="Times New Roman"/>
                <a:cs typeface="Times New Roman"/>
              </a:rPr>
              <a:t>	</a:t>
            </a:r>
            <a:r>
              <a:rPr dirty="0" sz="4350">
                <a:latin typeface="Symbol"/>
                <a:cs typeface="Symbol"/>
              </a:rPr>
              <a:t></a:t>
            </a:r>
            <a:r>
              <a:rPr dirty="0" sz="4350" spc="-235">
                <a:latin typeface="Times New Roman"/>
                <a:cs typeface="Times New Roman"/>
              </a:rPr>
              <a:t> </a:t>
            </a:r>
            <a:r>
              <a:rPr dirty="0" baseline="35121" sz="6525" spc="-120" i="1">
                <a:latin typeface="Times New Roman"/>
                <a:cs typeface="Times New Roman"/>
              </a:rPr>
              <a:t>n</a:t>
            </a:r>
            <a:r>
              <a:rPr dirty="0" baseline="35121" sz="6525" spc="-120">
                <a:latin typeface="Symbol"/>
                <a:cs typeface="Symbol"/>
              </a:rPr>
              <a:t></a:t>
            </a:r>
            <a:r>
              <a:rPr dirty="0" baseline="35121" sz="6525" spc="-120" i="1">
                <a:latin typeface="Times New Roman"/>
                <a:cs typeface="Times New Roman"/>
              </a:rPr>
              <a:t>t</a:t>
            </a:r>
            <a:r>
              <a:rPr dirty="0" baseline="35121" sz="6525" spc="-135" i="1">
                <a:latin typeface="Times New Roman"/>
                <a:cs typeface="Times New Roman"/>
              </a:rPr>
              <a:t> </a:t>
            </a:r>
            <a:r>
              <a:rPr dirty="0" sz="4350" spc="-50">
                <a:latin typeface="Symbol"/>
                <a:cs typeface="Symbol"/>
              </a:rPr>
              <a:t></a:t>
            </a:r>
            <a:endParaRPr sz="4350">
              <a:latin typeface="Symbol"/>
              <a:cs typeface="Symbol"/>
            </a:endParaRPr>
          </a:p>
        </p:txBody>
      </p:sp>
      <p:sp>
        <p:nvSpPr>
          <p:cNvPr id="17" name="object 17" descr=""/>
          <p:cNvSpPr txBox="1"/>
          <p:nvPr/>
        </p:nvSpPr>
        <p:spPr>
          <a:xfrm>
            <a:off x="6174861" y="3198713"/>
            <a:ext cx="2755900" cy="1588770"/>
          </a:xfrm>
          <a:prstGeom prst="rect">
            <a:avLst/>
          </a:prstGeom>
        </p:spPr>
        <p:txBody>
          <a:bodyPr wrap="square" lIns="0" tIns="130175" rIns="0" bIns="0" rtlCol="0" vert="horz">
            <a:spAutoFit/>
          </a:bodyPr>
          <a:lstStyle/>
          <a:p>
            <a:pPr algn="ctr" marL="1103630">
              <a:lnSpc>
                <a:spcPct val="100000"/>
              </a:lnSpc>
              <a:spcBef>
                <a:spcPts val="1025"/>
              </a:spcBef>
            </a:pPr>
            <a:r>
              <a:rPr dirty="0" sz="4350" spc="-50" i="1">
                <a:latin typeface="Times New Roman"/>
                <a:cs typeface="Times New Roman"/>
              </a:rPr>
              <a:t>n</a:t>
            </a:r>
            <a:endParaRPr sz="4350">
              <a:latin typeface="Times New Roman"/>
              <a:cs typeface="Times New Roman"/>
            </a:endParaRPr>
          </a:p>
          <a:p>
            <a:pPr algn="ctr" marR="5080">
              <a:lnSpc>
                <a:spcPct val="100000"/>
              </a:lnSpc>
              <a:spcBef>
                <a:spcPts val="935"/>
              </a:spcBef>
              <a:tabLst>
                <a:tab pos="1163955" algn="l"/>
              </a:tabLst>
            </a:pPr>
            <a:r>
              <a:rPr dirty="0" sz="4350" spc="-50" i="1">
                <a:latin typeface="Times New Roman"/>
                <a:cs typeface="Times New Roman"/>
              </a:rPr>
              <a:t>T</a:t>
            </a:r>
            <a:r>
              <a:rPr dirty="0" sz="4350" i="1">
                <a:latin typeface="Times New Roman"/>
                <a:cs typeface="Times New Roman"/>
              </a:rPr>
              <a:t>	</a:t>
            </a:r>
            <a:r>
              <a:rPr dirty="0" sz="4350" spc="-200" i="1">
                <a:latin typeface="Times New Roman"/>
                <a:cs typeface="Times New Roman"/>
              </a:rPr>
              <a:t>k</a:t>
            </a:r>
            <a:r>
              <a:rPr dirty="0" sz="4350" spc="-150" i="1">
                <a:latin typeface="Times New Roman"/>
                <a:cs typeface="Times New Roman"/>
              </a:rPr>
              <a:t> </a:t>
            </a:r>
            <a:r>
              <a:rPr dirty="0" sz="4350" spc="-245">
                <a:latin typeface="Symbol"/>
                <a:cs typeface="Symbol"/>
              </a:rPr>
              <a:t></a:t>
            </a:r>
            <a:r>
              <a:rPr dirty="0" sz="4350" spc="-420">
                <a:latin typeface="Times New Roman"/>
                <a:cs typeface="Times New Roman"/>
              </a:rPr>
              <a:t> </a:t>
            </a:r>
            <a:r>
              <a:rPr dirty="0" sz="4350" spc="-225" i="1">
                <a:latin typeface="Times New Roman"/>
                <a:cs typeface="Times New Roman"/>
              </a:rPr>
              <a:t>n</a:t>
            </a:r>
            <a:r>
              <a:rPr dirty="0" sz="4350" spc="-430" i="1">
                <a:latin typeface="Times New Roman"/>
                <a:cs typeface="Times New Roman"/>
              </a:rPr>
              <a:t> </a:t>
            </a:r>
            <a:r>
              <a:rPr dirty="0" sz="4350" spc="-130">
                <a:latin typeface="Symbol"/>
                <a:cs typeface="Symbol"/>
              </a:rPr>
              <a:t></a:t>
            </a:r>
            <a:r>
              <a:rPr dirty="0" sz="4350" spc="-130">
                <a:latin typeface="Times New Roman"/>
                <a:cs typeface="Times New Roman"/>
              </a:rPr>
              <a:t>1</a:t>
            </a:r>
            <a:endParaRPr sz="4350">
              <a:latin typeface="Times New Roman"/>
              <a:cs typeface="Times New Roman"/>
            </a:endParaRPr>
          </a:p>
        </p:txBody>
      </p:sp>
      <p:pic>
        <p:nvPicPr>
          <p:cNvPr id="18" name="object 18" descr=""/>
          <p:cNvPicPr/>
          <p:nvPr/>
        </p:nvPicPr>
        <p:blipFill>
          <a:blip r:embed="rId2" cstate="print"/>
          <a:stretch>
            <a:fillRect/>
          </a:stretch>
        </p:blipFill>
        <p:spPr>
          <a:xfrm>
            <a:off x="4165701" y="3591717"/>
            <a:ext cx="1965556" cy="957357"/>
          </a:xfrm>
          <a:prstGeom prst="rect">
            <a:avLst/>
          </a:prstGeom>
        </p:spPr>
      </p:pic>
      <p:sp>
        <p:nvSpPr>
          <p:cNvPr id="19" name="object 19"/>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pic>
        <p:nvPicPr>
          <p:cNvPr id="20" name="object 20" descr=""/>
          <p:cNvPicPr/>
          <p:nvPr/>
        </p:nvPicPr>
        <p:blipFill>
          <a:blip r:embed="rId3" cstate="print"/>
          <a:stretch>
            <a:fillRect/>
          </a:stretch>
        </p:blipFill>
        <p:spPr>
          <a:xfrm>
            <a:off x="3757289" y="5578962"/>
            <a:ext cx="6033848" cy="319151"/>
          </a:xfrm>
          <a:prstGeom prst="rect">
            <a:avLst/>
          </a:prstGeom>
        </p:spPr>
      </p:pic>
      <p:pic>
        <p:nvPicPr>
          <p:cNvPr id="21" name="object 21" descr=""/>
          <p:cNvPicPr/>
          <p:nvPr/>
        </p:nvPicPr>
        <p:blipFill>
          <a:blip r:embed="rId4" cstate="print"/>
          <a:stretch>
            <a:fillRect/>
          </a:stretch>
        </p:blipFill>
        <p:spPr>
          <a:xfrm>
            <a:off x="3169054" y="5989227"/>
            <a:ext cx="7094267" cy="303730"/>
          </a:xfrm>
          <a:prstGeom prst="rect">
            <a:avLst/>
          </a:prstGeom>
        </p:spPr>
      </p:pic>
      <p:sp>
        <p:nvSpPr>
          <p:cNvPr id="22" name="object 22" descr=""/>
          <p:cNvSpPr txBox="1"/>
          <p:nvPr/>
        </p:nvSpPr>
        <p:spPr>
          <a:xfrm>
            <a:off x="9109582" y="3957066"/>
            <a:ext cx="2239645" cy="391160"/>
          </a:xfrm>
          <a:prstGeom prst="rect">
            <a:avLst/>
          </a:prstGeom>
        </p:spPr>
        <p:txBody>
          <a:bodyPr wrap="square" lIns="0" tIns="12700" rIns="0" bIns="0" rtlCol="0" vert="horz">
            <a:spAutoFit/>
          </a:bodyPr>
          <a:lstStyle/>
          <a:p>
            <a:pPr marL="38100">
              <a:lnSpc>
                <a:spcPct val="100000"/>
              </a:lnSpc>
              <a:spcBef>
                <a:spcPts val="100"/>
              </a:spcBef>
            </a:pPr>
            <a:r>
              <a:rPr dirty="0" sz="2400">
                <a:solidFill>
                  <a:srgbClr val="008000"/>
                </a:solidFill>
                <a:latin typeface="Times New Roman"/>
                <a:cs typeface="Times New Roman"/>
              </a:rPr>
              <a:t>T</a:t>
            </a:r>
            <a:r>
              <a:rPr dirty="0" baseline="-20833" sz="2400">
                <a:solidFill>
                  <a:srgbClr val="008000"/>
                </a:solidFill>
                <a:latin typeface="Times New Roman"/>
                <a:cs typeface="Times New Roman"/>
              </a:rPr>
              <a:t>k</a:t>
            </a:r>
            <a:r>
              <a:rPr dirty="0" baseline="-20833" sz="2400" spc="292">
                <a:solidFill>
                  <a:srgbClr val="008000"/>
                </a:solidFill>
                <a:latin typeface="Times New Roman"/>
                <a:cs typeface="Times New Roman"/>
              </a:rPr>
              <a:t> </a:t>
            </a:r>
            <a:r>
              <a:rPr dirty="0" sz="2400">
                <a:solidFill>
                  <a:srgbClr val="008000"/>
                </a:solidFill>
                <a:latin typeface="Times New Roman"/>
                <a:cs typeface="Times New Roman"/>
              </a:rPr>
              <a:t>=</a:t>
            </a:r>
            <a:r>
              <a:rPr dirty="0" sz="2400" spc="-15">
                <a:solidFill>
                  <a:srgbClr val="008000"/>
                </a:solidFill>
                <a:latin typeface="Times New Roman"/>
                <a:cs typeface="Times New Roman"/>
              </a:rPr>
              <a:t> </a:t>
            </a:r>
            <a:r>
              <a:rPr dirty="0" sz="2400" spc="-10">
                <a:solidFill>
                  <a:srgbClr val="008000"/>
                </a:solidFill>
                <a:latin typeface="Times New Roman"/>
                <a:cs typeface="Times New Roman"/>
              </a:rPr>
              <a:t>(k</a:t>
            </a:r>
            <a:r>
              <a:rPr dirty="0" sz="2400" spc="-10">
                <a:solidFill>
                  <a:srgbClr val="008000"/>
                </a:solidFill>
                <a:latin typeface="黑体"/>
                <a:cs typeface="黑体"/>
              </a:rPr>
              <a:t>＋</a:t>
            </a:r>
            <a:r>
              <a:rPr dirty="0" sz="2400" spc="-10">
                <a:solidFill>
                  <a:srgbClr val="008000"/>
                </a:solidFill>
                <a:latin typeface="Times New Roman"/>
                <a:cs typeface="Times New Roman"/>
              </a:rPr>
              <a:t>n</a:t>
            </a:r>
            <a:r>
              <a:rPr dirty="0" sz="2400" spc="-10">
                <a:solidFill>
                  <a:srgbClr val="008000"/>
                </a:solidFill>
                <a:latin typeface="黑体"/>
                <a:cs typeface="黑体"/>
              </a:rPr>
              <a:t>－</a:t>
            </a:r>
            <a:r>
              <a:rPr dirty="0" sz="2400" spc="-10">
                <a:solidFill>
                  <a:srgbClr val="008000"/>
                </a:solidFill>
                <a:latin typeface="Times New Roman"/>
                <a:cs typeface="Times New Roman"/>
              </a:rPr>
              <a:t>1)Δt</a:t>
            </a:r>
            <a:endParaRPr sz="240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5362575" y="1930463"/>
            <a:ext cx="5221605" cy="1008380"/>
            <a:chOff x="5362575" y="1930463"/>
            <a:chExt cx="5221605" cy="1008380"/>
          </a:xfrm>
        </p:grpSpPr>
        <p:sp>
          <p:nvSpPr>
            <p:cNvPr id="10" name="object 10" descr=""/>
            <p:cNvSpPr/>
            <p:nvPr/>
          </p:nvSpPr>
          <p:spPr>
            <a:xfrm>
              <a:off x="5362575" y="1930463"/>
              <a:ext cx="5221605" cy="1008380"/>
            </a:xfrm>
            <a:custGeom>
              <a:avLst/>
              <a:gdLst/>
              <a:ahLst/>
              <a:cxnLst/>
              <a:rect l="l" t="t" r="r" b="b"/>
              <a:pathLst>
                <a:path w="5221605" h="1008380">
                  <a:moveTo>
                    <a:pt x="5221351" y="0"/>
                  </a:moveTo>
                  <a:lnTo>
                    <a:pt x="0" y="0"/>
                  </a:lnTo>
                  <a:lnTo>
                    <a:pt x="0" y="1008062"/>
                  </a:lnTo>
                  <a:lnTo>
                    <a:pt x="5221351" y="1008062"/>
                  </a:lnTo>
                  <a:lnTo>
                    <a:pt x="5221351" y="0"/>
                  </a:lnTo>
                  <a:close/>
                </a:path>
              </a:pathLst>
            </a:custGeom>
            <a:solidFill>
              <a:srgbClr val="B4F4F1"/>
            </a:solidFill>
          </p:spPr>
          <p:txBody>
            <a:bodyPr wrap="square" lIns="0" tIns="0" rIns="0" bIns="0" rtlCol="0"/>
            <a:lstStyle/>
            <a:p/>
          </p:txBody>
        </p:sp>
        <p:sp>
          <p:nvSpPr>
            <p:cNvPr id="11" name="object 11" descr=""/>
            <p:cNvSpPr/>
            <p:nvPr/>
          </p:nvSpPr>
          <p:spPr>
            <a:xfrm>
              <a:off x="6028081" y="2405522"/>
              <a:ext cx="4467860" cy="0"/>
            </a:xfrm>
            <a:custGeom>
              <a:avLst/>
              <a:gdLst/>
              <a:ahLst/>
              <a:cxnLst/>
              <a:rect l="l" t="t" r="r" b="b"/>
              <a:pathLst>
                <a:path w="4467859" h="0">
                  <a:moveTo>
                    <a:pt x="0" y="0"/>
                  </a:moveTo>
                  <a:lnTo>
                    <a:pt x="2113141" y="0"/>
                  </a:lnTo>
                </a:path>
                <a:path w="4467859" h="0">
                  <a:moveTo>
                    <a:pt x="2490964" y="0"/>
                  </a:moveTo>
                  <a:lnTo>
                    <a:pt x="2934102" y="0"/>
                  </a:lnTo>
                </a:path>
                <a:path w="4467859" h="0">
                  <a:moveTo>
                    <a:pt x="3916648" y="0"/>
                  </a:moveTo>
                  <a:lnTo>
                    <a:pt x="4467609" y="0"/>
                  </a:lnTo>
                </a:path>
              </a:pathLst>
            </a:custGeom>
            <a:ln w="17529">
              <a:solidFill>
                <a:srgbClr val="000000"/>
              </a:solidFill>
            </a:ln>
          </p:spPr>
          <p:txBody>
            <a:bodyPr wrap="square" lIns="0" tIns="0" rIns="0" bIns="0" rtlCol="0"/>
            <a:lstStyle/>
            <a:p/>
          </p:txBody>
        </p:sp>
      </p:grpSp>
      <p:sp>
        <p:nvSpPr>
          <p:cNvPr id="12" name="object 12" descr=""/>
          <p:cNvSpPr txBox="1"/>
          <p:nvPr/>
        </p:nvSpPr>
        <p:spPr>
          <a:xfrm>
            <a:off x="9455975" y="2366655"/>
            <a:ext cx="117475" cy="274320"/>
          </a:xfrm>
          <a:prstGeom prst="rect">
            <a:avLst/>
          </a:prstGeom>
        </p:spPr>
        <p:txBody>
          <a:bodyPr wrap="square" lIns="0" tIns="16510" rIns="0" bIns="0" rtlCol="0" vert="horz">
            <a:spAutoFit/>
          </a:bodyPr>
          <a:lstStyle/>
          <a:p>
            <a:pPr>
              <a:lnSpc>
                <a:spcPct val="100000"/>
              </a:lnSpc>
              <a:spcBef>
                <a:spcPts val="130"/>
              </a:spcBef>
            </a:pPr>
            <a:r>
              <a:rPr dirty="0" sz="1600" spc="-50">
                <a:latin typeface="Times New Roman"/>
                <a:cs typeface="Times New Roman"/>
              </a:rPr>
              <a:t>1</a:t>
            </a:r>
            <a:endParaRPr sz="1600">
              <a:latin typeface="Times New Roman"/>
              <a:cs typeface="Times New Roman"/>
            </a:endParaRPr>
          </a:p>
        </p:txBody>
      </p:sp>
      <p:sp>
        <p:nvSpPr>
          <p:cNvPr id="13" name="object 13" descr=""/>
          <p:cNvSpPr txBox="1"/>
          <p:nvPr/>
        </p:nvSpPr>
        <p:spPr>
          <a:xfrm>
            <a:off x="10229393" y="2645473"/>
            <a:ext cx="106045" cy="274320"/>
          </a:xfrm>
          <a:prstGeom prst="rect">
            <a:avLst/>
          </a:prstGeom>
        </p:spPr>
        <p:txBody>
          <a:bodyPr wrap="square" lIns="0" tIns="16510" rIns="0" bIns="0" rtlCol="0" vert="horz">
            <a:spAutoFit/>
          </a:bodyPr>
          <a:lstStyle/>
          <a:p>
            <a:pPr>
              <a:lnSpc>
                <a:spcPct val="100000"/>
              </a:lnSpc>
              <a:spcBef>
                <a:spcPts val="130"/>
              </a:spcBef>
            </a:pPr>
            <a:r>
              <a:rPr dirty="0" sz="1600" spc="-50" i="1">
                <a:latin typeface="Times New Roman"/>
                <a:cs typeface="Times New Roman"/>
              </a:rPr>
              <a:t>k</a:t>
            </a:r>
            <a:endParaRPr sz="1600">
              <a:latin typeface="Times New Roman"/>
              <a:cs typeface="Times New Roman"/>
            </a:endParaRPr>
          </a:p>
        </p:txBody>
      </p:sp>
      <p:sp>
        <p:nvSpPr>
          <p:cNvPr id="14" name="object 14" descr=""/>
          <p:cNvSpPr txBox="1"/>
          <p:nvPr/>
        </p:nvSpPr>
        <p:spPr>
          <a:xfrm>
            <a:off x="8651393" y="2403002"/>
            <a:ext cx="1613535" cy="454659"/>
          </a:xfrm>
          <a:prstGeom prst="rect">
            <a:avLst/>
          </a:prstGeom>
        </p:spPr>
        <p:txBody>
          <a:bodyPr wrap="square" lIns="0" tIns="14604" rIns="0" bIns="0" rtlCol="0" vert="horz">
            <a:spAutoFit/>
          </a:bodyPr>
          <a:lstStyle/>
          <a:p>
            <a:pPr>
              <a:lnSpc>
                <a:spcPct val="100000"/>
              </a:lnSpc>
              <a:spcBef>
                <a:spcPts val="114"/>
              </a:spcBef>
              <a:tabLst>
                <a:tab pos="1398905" algn="l"/>
              </a:tabLst>
            </a:pPr>
            <a:r>
              <a:rPr dirty="0" sz="2800" spc="-50" i="1">
                <a:latin typeface="Times New Roman"/>
                <a:cs typeface="Times New Roman"/>
              </a:rPr>
              <a:t>k</a:t>
            </a:r>
            <a:r>
              <a:rPr dirty="0" sz="2800" i="1">
                <a:latin typeface="Times New Roman"/>
                <a:cs typeface="Times New Roman"/>
              </a:rPr>
              <a:t>	</a:t>
            </a:r>
            <a:r>
              <a:rPr dirty="0" sz="2800" spc="-50" i="1">
                <a:latin typeface="Times New Roman"/>
                <a:cs typeface="Times New Roman"/>
              </a:rPr>
              <a:t>T</a:t>
            </a:r>
            <a:endParaRPr sz="2800">
              <a:latin typeface="Times New Roman"/>
              <a:cs typeface="Times New Roman"/>
            </a:endParaRPr>
          </a:p>
        </p:txBody>
      </p:sp>
      <p:sp>
        <p:nvSpPr>
          <p:cNvPr id="15" name="object 15" descr=""/>
          <p:cNvSpPr txBox="1"/>
          <p:nvPr/>
        </p:nvSpPr>
        <p:spPr>
          <a:xfrm>
            <a:off x="5389043" y="1818392"/>
            <a:ext cx="2735580" cy="1039494"/>
          </a:xfrm>
          <a:prstGeom prst="rect">
            <a:avLst/>
          </a:prstGeom>
        </p:spPr>
        <p:txBody>
          <a:bodyPr wrap="square" lIns="0" tIns="92075" rIns="0" bIns="0" rtlCol="0" vert="horz">
            <a:spAutoFit/>
          </a:bodyPr>
          <a:lstStyle/>
          <a:p>
            <a:pPr marL="38100">
              <a:lnSpc>
                <a:spcPct val="100000"/>
              </a:lnSpc>
              <a:spcBef>
                <a:spcPts val="725"/>
              </a:spcBef>
              <a:tabLst>
                <a:tab pos="2185670" algn="l"/>
              </a:tabLst>
            </a:pPr>
            <a:r>
              <a:rPr dirty="0" baseline="-35714" sz="4200" i="1">
                <a:latin typeface="Times New Roman"/>
                <a:cs typeface="Times New Roman"/>
              </a:rPr>
              <a:t>E</a:t>
            </a:r>
            <a:r>
              <a:rPr dirty="0" baseline="-35714" sz="4200" spc="-22" i="1">
                <a:latin typeface="Times New Roman"/>
                <a:cs typeface="Times New Roman"/>
              </a:rPr>
              <a:t> </a:t>
            </a:r>
            <a:r>
              <a:rPr dirty="0" baseline="-35714" sz="4200">
                <a:latin typeface="Symbol"/>
                <a:cs typeface="Symbol"/>
              </a:rPr>
              <a:t></a:t>
            </a:r>
            <a:r>
              <a:rPr dirty="0" baseline="-35714" sz="4200" spc="75">
                <a:latin typeface="Times New Roman"/>
                <a:cs typeface="Times New Roman"/>
              </a:rPr>
              <a:t> </a:t>
            </a:r>
            <a:r>
              <a:rPr dirty="0" sz="2800" spc="-20" i="1">
                <a:latin typeface="Times New Roman"/>
                <a:cs typeface="Times New Roman"/>
              </a:rPr>
              <a:t>e</a:t>
            </a:r>
            <a:r>
              <a:rPr dirty="0" baseline="-24305" sz="2400" spc="-30">
                <a:latin typeface="Times New Roman"/>
                <a:cs typeface="Times New Roman"/>
              </a:rPr>
              <a:t>1</a:t>
            </a:r>
            <a:r>
              <a:rPr dirty="0" baseline="-24305" sz="2400" spc="270">
                <a:latin typeface="Times New Roman"/>
                <a:cs typeface="Times New Roman"/>
              </a:rPr>
              <a:t> </a:t>
            </a:r>
            <a:r>
              <a:rPr dirty="0" sz="2800">
                <a:latin typeface="Symbol"/>
                <a:cs typeface="Symbol"/>
              </a:rPr>
              <a:t></a:t>
            </a:r>
            <a:r>
              <a:rPr dirty="0" sz="2800" spc="-250">
                <a:latin typeface="Times New Roman"/>
                <a:cs typeface="Times New Roman"/>
              </a:rPr>
              <a:t> </a:t>
            </a:r>
            <a:r>
              <a:rPr dirty="0" sz="2800" i="1">
                <a:latin typeface="Times New Roman"/>
                <a:cs typeface="Times New Roman"/>
              </a:rPr>
              <a:t>e</a:t>
            </a:r>
            <a:r>
              <a:rPr dirty="0" baseline="-24305" sz="2400">
                <a:latin typeface="Times New Roman"/>
                <a:cs typeface="Times New Roman"/>
              </a:rPr>
              <a:t>2</a:t>
            </a:r>
            <a:r>
              <a:rPr dirty="0" baseline="-24305" sz="2400" spc="434">
                <a:latin typeface="Times New Roman"/>
                <a:cs typeface="Times New Roman"/>
              </a:rPr>
              <a:t> </a:t>
            </a:r>
            <a:r>
              <a:rPr dirty="0" sz="2800" spc="-50">
                <a:latin typeface="Symbol"/>
                <a:cs typeface="Symbol"/>
              </a:rPr>
              <a:t></a:t>
            </a:r>
            <a:r>
              <a:rPr dirty="0" sz="2800">
                <a:latin typeface="Times New Roman"/>
                <a:cs typeface="Times New Roman"/>
              </a:rPr>
              <a:t>	</a:t>
            </a:r>
            <a:r>
              <a:rPr dirty="0" sz="2800">
                <a:latin typeface="Symbol"/>
                <a:cs typeface="Symbol"/>
              </a:rPr>
              <a:t></a:t>
            </a:r>
            <a:r>
              <a:rPr dirty="0" sz="2800" spc="-229">
                <a:latin typeface="Times New Roman"/>
                <a:cs typeface="Times New Roman"/>
              </a:rPr>
              <a:t> </a:t>
            </a:r>
            <a:r>
              <a:rPr dirty="0" sz="2800" spc="-25" i="1">
                <a:latin typeface="Times New Roman"/>
                <a:cs typeface="Times New Roman"/>
              </a:rPr>
              <a:t>e</a:t>
            </a:r>
            <a:r>
              <a:rPr dirty="0" baseline="-24305" sz="2400" spc="-37" i="1">
                <a:latin typeface="Times New Roman"/>
                <a:cs typeface="Times New Roman"/>
              </a:rPr>
              <a:t>k</a:t>
            </a:r>
            <a:endParaRPr baseline="-24305" sz="2400">
              <a:latin typeface="Times New Roman"/>
              <a:cs typeface="Times New Roman"/>
            </a:endParaRPr>
          </a:p>
          <a:p>
            <a:pPr algn="ctr" marL="636905">
              <a:lnSpc>
                <a:spcPct val="100000"/>
              </a:lnSpc>
              <a:spcBef>
                <a:spcPts val="635"/>
              </a:spcBef>
            </a:pPr>
            <a:r>
              <a:rPr dirty="0" sz="2800" spc="-50" i="1">
                <a:latin typeface="Times New Roman"/>
                <a:cs typeface="Times New Roman"/>
              </a:rPr>
              <a:t>k</a:t>
            </a:r>
            <a:endParaRPr sz="2800">
              <a:latin typeface="Times New Roman"/>
              <a:cs typeface="Times New Roman"/>
            </a:endParaRPr>
          </a:p>
        </p:txBody>
      </p:sp>
      <p:sp>
        <p:nvSpPr>
          <p:cNvPr id="16" name="object 16" descr=""/>
          <p:cNvSpPr txBox="1"/>
          <p:nvPr/>
        </p:nvSpPr>
        <p:spPr>
          <a:xfrm>
            <a:off x="8209963" y="1899709"/>
            <a:ext cx="2291080" cy="454659"/>
          </a:xfrm>
          <a:prstGeom prst="rect">
            <a:avLst/>
          </a:prstGeom>
        </p:spPr>
        <p:txBody>
          <a:bodyPr wrap="square" lIns="0" tIns="14604" rIns="0" bIns="0" rtlCol="0" vert="horz">
            <a:spAutoFit/>
          </a:bodyPr>
          <a:lstStyle/>
          <a:p>
            <a:pPr marL="25400">
              <a:lnSpc>
                <a:spcPct val="100000"/>
              </a:lnSpc>
              <a:spcBef>
                <a:spcPts val="114"/>
              </a:spcBef>
              <a:tabLst>
                <a:tab pos="1449705" algn="l"/>
              </a:tabLst>
            </a:pPr>
            <a:r>
              <a:rPr dirty="0" baseline="-34722" sz="4200">
                <a:latin typeface="Symbol"/>
                <a:cs typeface="Symbol"/>
              </a:rPr>
              <a:t></a:t>
            </a:r>
            <a:r>
              <a:rPr dirty="0" baseline="-34722" sz="4200" spc="97">
                <a:latin typeface="Times New Roman"/>
                <a:cs typeface="Times New Roman"/>
              </a:rPr>
              <a:t> </a:t>
            </a:r>
            <a:r>
              <a:rPr dirty="0" sz="2800" i="1">
                <a:latin typeface="Times New Roman"/>
                <a:cs typeface="Times New Roman"/>
              </a:rPr>
              <a:t>ke</a:t>
            </a:r>
            <a:r>
              <a:rPr dirty="0" baseline="-24305" sz="2400">
                <a:latin typeface="Times New Roman"/>
                <a:cs typeface="Times New Roman"/>
              </a:rPr>
              <a:t>1</a:t>
            </a:r>
            <a:r>
              <a:rPr dirty="0" baseline="-24305" sz="2400" spc="75">
                <a:latin typeface="Times New Roman"/>
                <a:cs typeface="Times New Roman"/>
              </a:rPr>
              <a:t>  </a:t>
            </a:r>
            <a:r>
              <a:rPr dirty="0" baseline="-34722" sz="4200">
                <a:latin typeface="Symbol"/>
                <a:cs typeface="Symbol"/>
              </a:rPr>
              <a:t></a:t>
            </a:r>
            <a:r>
              <a:rPr dirty="0" baseline="-34722" sz="4200" spc="-247">
                <a:latin typeface="Times New Roman"/>
                <a:cs typeface="Times New Roman"/>
              </a:rPr>
              <a:t> </a:t>
            </a:r>
            <a:r>
              <a:rPr dirty="0" baseline="-34722" sz="4200" spc="-75" i="1">
                <a:latin typeface="Times New Roman"/>
                <a:cs typeface="Times New Roman"/>
              </a:rPr>
              <a:t>e</a:t>
            </a:r>
            <a:r>
              <a:rPr dirty="0" baseline="-34722" sz="4200" i="1">
                <a:latin typeface="Times New Roman"/>
                <a:cs typeface="Times New Roman"/>
              </a:rPr>
              <a:t>	</a:t>
            </a:r>
            <a:r>
              <a:rPr dirty="0" baseline="-34722" sz="4200">
                <a:latin typeface="Symbol"/>
                <a:cs typeface="Symbol"/>
              </a:rPr>
              <a:t></a:t>
            </a:r>
            <a:r>
              <a:rPr dirty="0" baseline="-34722" sz="4200" spc="254">
                <a:latin typeface="Times New Roman"/>
                <a:cs typeface="Times New Roman"/>
              </a:rPr>
              <a:t> </a:t>
            </a:r>
            <a:r>
              <a:rPr dirty="0" sz="2800" spc="-25" i="1">
                <a:latin typeface="Times New Roman"/>
                <a:cs typeface="Times New Roman"/>
              </a:rPr>
              <a:t>n</a:t>
            </a:r>
            <a:r>
              <a:rPr dirty="0" sz="2800" spc="-25">
                <a:latin typeface="Symbol"/>
                <a:cs typeface="Symbol"/>
              </a:rPr>
              <a:t></a:t>
            </a:r>
            <a:r>
              <a:rPr dirty="0" sz="2800" spc="-25" i="1">
                <a:latin typeface="Times New Roman"/>
                <a:cs typeface="Times New Roman"/>
              </a:rPr>
              <a:t>t</a:t>
            </a:r>
            <a:endParaRPr sz="2800">
              <a:latin typeface="Times New Roman"/>
              <a:cs typeface="Times New Roman"/>
            </a:endParaRPr>
          </a:p>
        </p:txBody>
      </p:sp>
      <p:pic>
        <p:nvPicPr>
          <p:cNvPr id="17" name="object 17" descr=""/>
          <p:cNvPicPr/>
          <p:nvPr/>
        </p:nvPicPr>
        <p:blipFill>
          <a:blip r:embed="rId2" cstate="print"/>
          <a:stretch>
            <a:fillRect/>
          </a:stretch>
        </p:blipFill>
        <p:spPr>
          <a:xfrm>
            <a:off x="7180774" y="1930490"/>
            <a:ext cx="1423433" cy="541221"/>
          </a:xfrm>
          <a:prstGeom prst="rect">
            <a:avLst/>
          </a:prstGeom>
        </p:spPr>
      </p:pic>
      <p:grpSp>
        <p:nvGrpSpPr>
          <p:cNvPr id="18" name="object 18" descr=""/>
          <p:cNvGrpSpPr/>
          <p:nvPr/>
        </p:nvGrpSpPr>
        <p:grpSpPr>
          <a:xfrm>
            <a:off x="4229100" y="3192526"/>
            <a:ext cx="4318000" cy="1104900"/>
            <a:chOff x="4229100" y="3192526"/>
            <a:chExt cx="4318000" cy="1104900"/>
          </a:xfrm>
        </p:grpSpPr>
        <p:sp>
          <p:nvSpPr>
            <p:cNvPr id="19" name="object 19" descr=""/>
            <p:cNvSpPr/>
            <p:nvPr/>
          </p:nvSpPr>
          <p:spPr>
            <a:xfrm>
              <a:off x="4229100" y="3192526"/>
              <a:ext cx="4318000" cy="1104900"/>
            </a:xfrm>
            <a:custGeom>
              <a:avLst/>
              <a:gdLst/>
              <a:ahLst/>
              <a:cxnLst/>
              <a:rect l="l" t="t" r="r" b="b"/>
              <a:pathLst>
                <a:path w="4318000" h="1104900">
                  <a:moveTo>
                    <a:pt x="4318000" y="0"/>
                  </a:moveTo>
                  <a:lnTo>
                    <a:pt x="0" y="0"/>
                  </a:lnTo>
                  <a:lnTo>
                    <a:pt x="0" y="1104900"/>
                  </a:lnTo>
                  <a:lnTo>
                    <a:pt x="4318000" y="1104900"/>
                  </a:lnTo>
                  <a:lnTo>
                    <a:pt x="4318000" y="0"/>
                  </a:lnTo>
                  <a:close/>
                </a:path>
              </a:pathLst>
            </a:custGeom>
            <a:solidFill>
              <a:srgbClr val="FAC995"/>
            </a:solidFill>
          </p:spPr>
          <p:txBody>
            <a:bodyPr wrap="square" lIns="0" tIns="0" rIns="0" bIns="0" rtlCol="0"/>
            <a:lstStyle/>
            <a:p/>
          </p:txBody>
        </p:sp>
        <p:sp>
          <p:nvSpPr>
            <p:cNvPr id="20" name="object 20" descr=""/>
            <p:cNvSpPr/>
            <p:nvPr/>
          </p:nvSpPr>
          <p:spPr>
            <a:xfrm>
              <a:off x="4963307" y="3713221"/>
              <a:ext cx="3495675" cy="0"/>
            </a:xfrm>
            <a:custGeom>
              <a:avLst/>
              <a:gdLst/>
              <a:ahLst/>
              <a:cxnLst/>
              <a:rect l="l" t="t" r="r" b="b"/>
              <a:pathLst>
                <a:path w="3495675" h="0">
                  <a:moveTo>
                    <a:pt x="0" y="0"/>
                  </a:moveTo>
                  <a:lnTo>
                    <a:pt x="607286" y="0"/>
                  </a:lnTo>
                </a:path>
                <a:path w="3495675" h="0">
                  <a:moveTo>
                    <a:pt x="2232591" y="0"/>
                  </a:moveTo>
                  <a:lnTo>
                    <a:pt x="3495543" y="0"/>
                  </a:lnTo>
                </a:path>
              </a:pathLst>
            </a:custGeom>
            <a:ln w="19266">
              <a:solidFill>
                <a:srgbClr val="000000"/>
              </a:solidFill>
            </a:ln>
          </p:spPr>
          <p:txBody>
            <a:bodyPr wrap="square" lIns="0" tIns="0" rIns="0" bIns="0" rtlCol="0"/>
            <a:lstStyle/>
            <a:p/>
          </p:txBody>
        </p:sp>
      </p:grpSp>
      <p:sp>
        <p:nvSpPr>
          <p:cNvPr id="21" name="object 21" descr=""/>
          <p:cNvSpPr txBox="1"/>
          <p:nvPr/>
        </p:nvSpPr>
        <p:spPr>
          <a:xfrm>
            <a:off x="4275667" y="3406085"/>
            <a:ext cx="2863215" cy="802005"/>
          </a:xfrm>
          <a:prstGeom prst="rect">
            <a:avLst/>
          </a:prstGeom>
        </p:spPr>
        <p:txBody>
          <a:bodyPr wrap="square" lIns="0" tIns="17145" rIns="0" bIns="0" rtlCol="0" vert="horz">
            <a:spAutoFit/>
          </a:bodyPr>
          <a:lstStyle/>
          <a:p>
            <a:pPr marL="25400">
              <a:lnSpc>
                <a:spcPts val="3035"/>
              </a:lnSpc>
              <a:spcBef>
                <a:spcPts val="135"/>
              </a:spcBef>
            </a:pPr>
            <a:r>
              <a:rPr dirty="0" sz="3050" i="1">
                <a:latin typeface="Times New Roman"/>
                <a:cs typeface="Times New Roman"/>
              </a:rPr>
              <a:t>E</a:t>
            </a:r>
            <a:r>
              <a:rPr dirty="0" sz="3050" spc="105" i="1">
                <a:latin typeface="Times New Roman"/>
                <a:cs typeface="Times New Roman"/>
              </a:rPr>
              <a:t> </a:t>
            </a:r>
            <a:r>
              <a:rPr dirty="0" sz="3050">
                <a:latin typeface="Symbol"/>
                <a:cs typeface="Symbol"/>
              </a:rPr>
              <a:t></a:t>
            </a:r>
            <a:r>
              <a:rPr dirty="0" sz="3050" spc="225">
                <a:latin typeface="Times New Roman"/>
                <a:cs typeface="Times New Roman"/>
              </a:rPr>
              <a:t> </a:t>
            </a:r>
            <a:r>
              <a:rPr dirty="0" baseline="35519" sz="4575" i="1">
                <a:latin typeface="Times New Roman"/>
                <a:cs typeface="Times New Roman"/>
              </a:rPr>
              <a:t>n</a:t>
            </a:r>
            <a:r>
              <a:rPr dirty="0" baseline="35519" sz="4575">
                <a:latin typeface="Symbol"/>
                <a:cs typeface="Symbol"/>
              </a:rPr>
              <a:t></a:t>
            </a:r>
            <a:r>
              <a:rPr dirty="0" baseline="35519" sz="4575" i="1">
                <a:latin typeface="Times New Roman"/>
                <a:cs typeface="Times New Roman"/>
              </a:rPr>
              <a:t>t</a:t>
            </a:r>
            <a:r>
              <a:rPr dirty="0" baseline="35519" sz="4575" spc="607" i="1">
                <a:latin typeface="Times New Roman"/>
                <a:cs typeface="Times New Roman"/>
              </a:rPr>
              <a:t> </a:t>
            </a:r>
            <a:r>
              <a:rPr dirty="0" sz="3050">
                <a:latin typeface="Symbol"/>
                <a:cs typeface="Symbol"/>
              </a:rPr>
              <a:t></a:t>
            </a:r>
            <a:r>
              <a:rPr dirty="0" sz="3050" spc="-235">
                <a:latin typeface="Times New Roman"/>
                <a:cs typeface="Times New Roman"/>
              </a:rPr>
              <a:t> </a:t>
            </a:r>
            <a:r>
              <a:rPr dirty="0" sz="3050" i="1">
                <a:latin typeface="Times New Roman"/>
                <a:cs typeface="Times New Roman"/>
              </a:rPr>
              <a:t>TP</a:t>
            </a:r>
            <a:r>
              <a:rPr dirty="0" sz="3050">
                <a:latin typeface="Symbol"/>
                <a:cs typeface="Symbol"/>
              </a:rPr>
              <a:t></a:t>
            </a:r>
            <a:r>
              <a:rPr dirty="0" sz="3050" i="1">
                <a:latin typeface="Times New Roman"/>
                <a:cs typeface="Times New Roman"/>
              </a:rPr>
              <a:t>t</a:t>
            </a:r>
            <a:r>
              <a:rPr dirty="0" sz="3050" spc="150" i="1">
                <a:latin typeface="Times New Roman"/>
                <a:cs typeface="Times New Roman"/>
              </a:rPr>
              <a:t> </a:t>
            </a:r>
            <a:r>
              <a:rPr dirty="0" sz="3050" spc="-50">
                <a:latin typeface="Symbol"/>
                <a:cs typeface="Symbol"/>
              </a:rPr>
              <a:t></a:t>
            </a:r>
            <a:endParaRPr sz="3050">
              <a:latin typeface="Symbol"/>
              <a:cs typeface="Symbol"/>
            </a:endParaRPr>
          </a:p>
          <a:p>
            <a:pPr marL="804545">
              <a:lnSpc>
                <a:spcPts val="3035"/>
              </a:lnSpc>
            </a:pPr>
            <a:r>
              <a:rPr dirty="0" sz="3050" spc="-25" i="1">
                <a:latin typeface="Times New Roman"/>
                <a:cs typeface="Times New Roman"/>
              </a:rPr>
              <a:t>T</a:t>
            </a:r>
            <a:r>
              <a:rPr dirty="0" baseline="-25396" sz="2625" spc="-37" i="1">
                <a:latin typeface="Times New Roman"/>
                <a:cs typeface="Times New Roman"/>
              </a:rPr>
              <a:t>k</a:t>
            </a:r>
            <a:endParaRPr baseline="-25396" sz="2625">
              <a:latin typeface="Times New Roman"/>
              <a:cs typeface="Times New Roman"/>
            </a:endParaRPr>
          </a:p>
        </p:txBody>
      </p:sp>
      <p:sp>
        <p:nvSpPr>
          <p:cNvPr id="22" name="object 22" descr=""/>
          <p:cNvSpPr txBox="1"/>
          <p:nvPr/>
        </p:nvSpPr>
        <p:spPr>
          <a:xfrm>
            <a:off x="7219746" y="3078887"/>
            <a:ext cx="1273175" cy="1129030"/>
          </a:xfrm>
          <a:prstGeom prst="rect">
            <a:avLst/>
          </a:prstGeom>
        </p:spPr>
        <p:txBody>
          <a:bodyPr wrap="square" lIns="0" tIns="98425" rIns="0" bIns="0" rtlCol="0" vert="horz">
            <a:spAutoFit/>
          </a:bodyPr>
          <a:lstStyle/>
          <a:p>
            <a:pPr algn="ctr" marR="40640">
              <a:lnSpc>
                <a:spcPct val="100000"/>
              </a:lnSpc>
              <a:spcBef>
                <a:spcPts val="775"/>
              </a:spcBef>
            </a:pPr>
            <a:r>
              <a:rPr dirty="0" sz="3050" spc="-50" i="1">
                <a:latin typeface="Times New Roman"/>
                <a:cs typeface="Times New Roman"/>
              </a:rPr>
              <a:t>n</a:t>
            </a:r>
            <a:endParaRPr sz="3050">
              <a:latin typeface="Times New Roman"/>
              <a:cs typeface="Times New Roman"/>
            </a:endParaRPr>
          </a:p>
          <a:p>
            <a:pPr algn="ctr" marR="5080">
              <a:lnSpc>
                <a:spcPct val="100000"/>
              </a:lnSpc>
              <a:spcBef>
                <a:spcPts val="685"/>
              </a:spcBef>
            </a:pPr>
            <a:r>
              <a:rPr dirty="0" sz="3050" i="1">
                <a:latin typeface="Times New Roman"/>
                <a:cs typeface="Times New Roman"/>
              </a:rPr>
              <a:t>k</a:t>
            </a:r>
            <a:r>
              <a:rPr dirty="0" sz="3050" spc="10" i="1">
                <a:latin typeface="Times New Roman"/>
                <a:cs typeface="Times New Roman"/>
              </a:rPr>
              <a:t> </a:t>
            </a:r>
            <a:r>
              <a:rPr dirty="0" sz="3050">
                <a:latin typeface="Symbol"/>
                <a:cs typeface="Symbol"/>
              </a:rPr>
              <a:t></a:t>
            </a:r>
            <a:r>
              <a:rPr dirty="0" sz="3050" spc="-200">
                <a:latin typeface="Times New Roman"/>
                <a:cs typeface="Times New Roman"/>
              </a:rPr>
              <a:t> </a:t>
            </a:r>
            <a:r>
              <a:rPr dirty="0" sz="3050" i="1">
                <a:latin typeface="Times New Roman"/>
                <a:cs typeface="Times New Roman"/>
              </a:rPr>
              <a:t>n</a:t>
            </a:r>
            <a:r>
              <a:rPr dirty="0" sz="3050" spc="-210" i="1">
                <a:latin typeface="Times New Roman"/>
                <a:cs typeface="Times New Roman"/>
              </a:rPr>
              <a:t> </a:t>
            </a:r>
            <a:r>
              <a:rPr dirty="0" sz="3050" spc="80">
                <a:latin typeface="Symbol"/>
                <a:cs typeface="Symbol"/>
              </a:rPr>
              <a:t></a:t>
            </a:r>
            <a:r>
              <a:rPr dirty="0" sz="3050" spc="80">
                <a:latin typeface="Times New Roman"/>
                <a:cs typeface="Times New Roman"/>
              </a:rPr>
              <a:t>1</a:t>
            </a:r>
            <a:endParaRPr sz="3050">
              <a:latin typeface="Times New Roman"/>
              <a:cs typeface="Times New Roman"/>
            </a:endParaRPr>
          </a:p>
        </p:txBody>
      </p:sp>
      <p:grpSp>
        <p:nvGrpSpPr>
          <p:cNvPr id="23" name="object 23" descr=""/>
          <p:cNvGrpSpPr/>
          <p:nvPr/>
        </p:nvGrpSpPr>
        <p:grpSpPr>
          <a:xfrm>
            <a:off x="4849876" y="4557712"/>
            <a:ext cx="6120130" cy="1078230"/>
            <a:chOff x="4849876" y="4557712"/>
            <a:chExt cx="6120130" cy="1078230"/>
          </a:xfrm>
        </p:grpSpPr>
        <p:sp>
          <p:nvSpPr>
            <p:cNvPr id="24" name="object 24" descr=""/>
            <p:cNvSpPr/>
            <p:nvPr/>
          </p:nvSpPr>
          <p:spPr>
            <a:xfrm>
              <a:off x="4849876" y="4557712"/>
              <a:ext cx="6120130" cy="1078230"/>
            </a:xfrm>
            <a:custGeom>
              <a:avLst/>
              <a:gdLst/>
              <a:ahLst/>
              <a:cxnLst/>
              <a:rect l="l" t="t" r="r" b="b"/>
              <a:pathLst>
                <a:path w="6120130" h="1078229">
                  <a:moveTo>
                    <a:pt x="6119749" y="0"/>
                  </a:moveTo>
                  <a:lnTo>
                    <a:pt x="0" y="0"/>
                  </a:lnTo>
                  <a:lnTo>
                    <a:pt x="0" y="1077912"/>
                  </a:lnTo>
                  <a:lnTo>
                    <a:pt x="6119749" y="1077912"/>
                  </a:lnTo>
                  <a:lnTo>
                    <a:pt x="6119749" y="0"/>
                  </a:lnTo>
                  <a:close/>
                </a:path>
              </a:pathLst>
            </a:custGeom>
            <a:solidFill>
              <a:srgbClr val="B7C1EB"/>
            </a:solidFill>
          </p:spPr>
          <p:txBody>
            <a:bodyPr wrap="square" lIns="0" tIns="0" rIns="0" bIns="0" rtlCol="0"/>
            <a:lstStyle/>
            <a:p/>
          </p:txBody>
        </p:sp>
        <p:sp>
          <p:nvSpPr>
            <p:cNvPr id="25" name="object 25" descr=""/>
            <p:cNvSpPr/>
            <p:nvPr/>
          </p:nvSpPr>
          <p:spPr>
            <a:xfrm>
              <a:off x="7861708" y="5124810"/>
              <a:ext cx="2155190" cy="0"/>
            </a:xfrm>
            <a:custGeom>
              <a:avLst/>
              <a:gdLst/>
              <a:ahLst/>
              <a:cxnLst/>
              <a:rect l="l" t="t" r="r" b="b"/>
              <a:pathLst>
                <a:path w="2155190" h="0">
                  <a:moveTo>
                    <a:pt x="0" y="0"/>
                  </a:moveTo>
                  <a:lnTo>
                    <a:pt x="2154692" y="0"/>
                  </a:lnTo>
                </a:path>
              </a:pathLst>
            </a:custGeom>
            <a:ln w="18219">
              <a:solidFill>
                <a:srgbClr val="000000"/>
              </a:solidFill>
            </a:ln>
          </p:spPr>
          <p:txBody>
            <a:bodyPr wrap="square" lIns="0" tIns="0" rIns="0" bIns="0" rtlCol="0"/>
            <a:lstStyle/>
            <a:p/>
          </p:txBody>
        </p:sp>
      </p:grpSp>
      <p:sp>
        <p:nvSpPr>
          <p:cNvPr id="26" name="object 26" descr=""/>
          <p:cNvSpPr txBox="1"/>
          <p:nvPr/>
        </p:nvSpPr>
        <p:spPr>
          <a:xfrm>
            <a:off x="5387336" y="5055715"/>
            <a:ext cx="729615" cy="339725"/>
          </a:xfrm>
          <a:prstGeom prst="rect">
            <a:avLst/>
          </a:prstGeom>
        </p:spPr>
        <p:txBody>
          <a:bodyPr wrap="square" lIns="0" tIns="13335" rIns="0" bIns="0" rtlCol="0" vert="horz">
            <a:spAutoFit/>
          </a:bodyPr>
          <a:lstStyle/>
          <a:p>
            <a:pPr>
              <a:lnSpc>
                <a:spcPct val="100000"/>
              </a:lnSpc>
              <a:spcBef>
                <a:spcPts val="105"/>
              </a:spcBef>
            </a:pPr>
            <a:r>
              <a:rPr dirty="0" sz="2050" spc="665">
                <a:latin typeface="Times New Roman"/>
                <a:cs typeface="Times New Roman"/>
              </a:rPr>
              <a:t>max</a:t>
            </a:r>
            <a:endParaRPr sz="2050">
              <a:latin typeface="Times New Roman"/>
              <a:cs typeface="Times New Roman"/>
            </a:endParaRPr>
          </a:p>
        </p:txBody>
      </p:sp>
      <p:sp>
        <p:nvSpPr>
          <p:cNvPr id="27" name="object 27" descr=""/>
          <p:cNvSpPr txBox="1"/>
          <p:nvPr/>
        </p:nvSpPr>
        <p:spPr>
          <a:xfrm>
            <a:off x="10183513" y="4803820"/>
            <a:ext cx="768985" cy="518795"/>
          </a:xfrm>
          <a:prstGeom prst="rect">
            <a:avLst/>
          </a:prstGeom>
        </p:spPr>
        <p:txBody>
          <a:bodyPr wrap="square" lIns="0" tIns="17145" rIns="0" bIns="0" rtlCol="0" vert="horz">
            <a:spAutoFit/>
          </a:bodyPr>
          <a:lstStyle/>
          <a:p>
            <a:pPr>
              <a:lnSpc>
                <a:spcPct val="100000"/>
              </a:lnSpc>
              <a:spcBef>
                <a:spcPts val="135"/>
              </a:spcBef>
            </a:pPr>
            <a:r>
              <a:rPr dirty="0" sz="3200" spc="1055">
                <a:latin typeface="Symbol"/>
                <a:cs typeface="Symbol"/>
              </a:rPr>
              <a:t></a:t>
            </a:r>
            <a:r>
              <a:rPr dirty="0" sz="3200" spc="-260">
                <a:latin typeface="Times New Roman"/>
                <a:cs typeface="Times New Roman"/>
              </a:rPr>
              <a:t> </a:t>
            </a:r>
            <a:r>
              <a:rPr dirty="0" sz="3200" spc="915">
                <a:latin typeface="Times New Roman"/>
                <a:cs typeface="Times New Roman"/>
              </a:rPr>
              <a:t>1</a:t>
            </a:r>
            <a:endParaRPr sz="3200">
              <a:latin typeface="Times New Roman"/>
              <a:cs typeface="Times New Roman"/>
            </a:endParaRPr>
          </a:p>
        </p:txBody>
      </p:sp>
      <p:sp>
        <p:nvSpPr>
          <p:cNvPr id="28" name="object 28" descr=""/>
          <p:cNvSpPr txBox="1"/>
          <p:nvPr/>
        </p:nvSpPr>
        <p:spPr>
          <a:xfrm>
            <a:off x="8781443" y="4544294"/>
            <a:ext cx="340360" cy="518795"/>
          </a:xfrm>
          <a:prstGeom prst="rect">
            <a:avLst/>
          </a:prstGeom>
        </p:spPr>
        <p:txBody>
          <a:bodyPr wrap="square" lIns="0" tIns="17145" rIns="0" bIns="0" rtlCol="0" vert="horz">
            <a:spAutoFit/>
          </a:bodyPr>
          <a:lstStyle/>
          <a:p>
            <a:pPr>
              <a:lnSpc>
                <a:spcPct val="100000"/>
              </a:lnSpc>
              <a:spcBef>
                <a:spcPts val="135"/>
              </a:spcBef>
            </a:pPr>
            <a:r>
              <a:rPr dirty="0" sz="3200" spc="925" i="1">
                <a:latin typeface="Times New Roman"/>
                <a:cs typeface="Times New Roman"/>
              </a:rPr>
              <a:t>n</a:t>
            </a:r>
            <a:endParaRPr sz="3200">
              <a:latin typeface="Times New Roman"/>
              <a:cs typeface="Times New Roman"/>
            </a:endParaRPr>
          </a:p>
        </p:txBody>
      </p:sp>
      <p:sp>
        <p:nvSpPr>
          <p:cNvPr id="29" name="object 29" descr=""/>
          <p:cNvSpPr txBox="1"/>
          <p:nvPr/>
        </p:nvSpPr>
        <p:spPr>
          <a:xfrm>
            <a:off x="4976153" y="4803820"/>
            <a:ext cx="2723515" cy="518795"/>
          </a:xfrm>
          <a:prstGeom prst="rect">
            <a:avLst/>
          </a:prstGeom>
        </p:spPr>
        <p:txBody>
          <a:bodyPr wrap="square" lIns="0" tIns="17145" rIns="0" bIns="0" rtlCol="0" vert="horz">
            <a:spAutoFit/>
          </a:bodyPr>
          <a:lstStyle/>
          <a:p>
            <a:pPr>
              <a:lnSpc>
                <a:spcPct val="100000"/>
              </a:lnSpc>
              <a:spcBef>
                <a:spcPts val="135"/>
              </a:spcBef>
              <a:tabLst>
                <a:tab pos="1344930" algn="l"/>
                <a:tab pos="1885314" algn="l"/>
              </a:tabLst>
            </a:pPr>
            <a:r>
              <a:rPr dirty="0" sz="3200" spc="1135" i="1">
                <a:latin typeface="Times New Roman"/>
                <a:cs typeface="Times New Roman"/>
              </a:rPr>
              <a:t>E</a:t>
            </a:r>
            <a:r>
              <a:rPr dirty="0" sz="3200" i="1">
                <a:latin typeface="Times New Roman"/>
                <a:cs typeface="Times New Roman"/>
              </a:rPr>
              <a:t>	</a:t>
            </a:r>
            <a:r>
              <a:rPr dirty="0" sz="3200" spc="1005">
                <a:latin typeface="Symbol"/>
                <a:cs typeface="Symbol"/>
              </a:rPr>
              <a:t></a:t>
            </a:r>
            <a:r>
              <a:rPr dirty="0" sz="3200">
                <a:latin typeface="Times New Roman"/>
                <a:cs typeface="Times New Roman"/>
              </a:rPr>
              <a:t>	</a:t>
            </a:r>
            <a:r>
              <a:rPr dirty="0" sz="3200" spc="710">
                <a:latin typeface="Times New Roman"/>
                <a:cs typeface="Times New Roman"/>
              </a:rPr>
              <a:t>lim</a:t>
            </a:r>
            <a:endParaRPr sz="3200">
              <a:latin typeface="Times New Roman"/>
              <a:cs typeface="Times New Roman"/>
            </a:endParaRPr>
          </a:p>
        </p:txBody>
      </p:sp>
      <p:sp>
        <p:nvSpPr>
          <p:cNvPr id="30" name="object 30" descr=""/>
          <p:cNvSpPr txBox="1"/>
          <p:nvPr/>
        </p:nvSpPr>
        <p:spPr>
          <a:xfrm>
            <a:off x="6800373" y="5124092"/>
            <a:ext cx="3279775" cy="518795"/>
          </a:xfrm>
          <a:prstGeom prst="rect">
            <a:avLst/>
          </a:prstGeom>
        </p:spPr>
        <p:txBody>
          <a:bodyPr wrap="square" lIns="0" tIns="17145" rIns="0" bIns="0" rtlCol="0" vert="horz">
            <a:spAutoFit/>
          </a:bodyPr>
          <a:lstStyle/>
          <a:p>
            <a:pPr marL="25400">
              <a:lnSpc>
                <a:spcPct val="100000"/>
              </a:lnSpc>
              <a:spcBef>
                <a:spcPts val="135"/>
              </a:spcBef>
              <a:tabLst>
                <a:tab pos="1110615" algn="l"/>
                <a:tab pos="1569720" algn="l"/>
              </a:tabLst>
            </a:pPr>
            <a:r>
              <a:rPr dirty="0" baseline="12195" sz="3075" spc="1395" i="1">
                <a:latin typeface="Times New Roman"/>
                <a:cs typeface="Times New Roman"/>
              </a:rPr>
              <a:t>n</a:t>
            </a:r>
            <a:r>
              <a:rPr dirty="0" baseline="12195" sz="3075" spc="1395">
                <a:latin typeface="Symbol"/>
                <a:cs typeface="Symbol"/>
              </a:rPr>
              <a:t></a:t>
            </a:r>
            <a:r>
              <a:rPr dirty="0" baseline="12195" sz="3075">
                <a:latin typeface="Times New Roman"/>
                <a:cs typeface="Times New Roman"/>
              </a:rPr>
              <a:t>	</a:t>
            </a:r>
            <a:r>
              <a:rPr dirty="0" sz="3200" spc="805" i="1">
                <a:latin typeface="Times New Roman"/>
                <a:cs typeface="Times New Roman"/>
              </a:rPr>
              <a:t>k</a:t>
            </a:r>
            <a:r>
              <a:rPr dirty="0" sz="3200" i="1">
                <a:latin typeface="Times New Roman"/>
                <a:cs typeface="Times New Roman"/>
              </a:rPr>
              <a:t>	</a:t>
            </a:r>
            <a:r>
              <a:rPr dirty="0" sz="3200" spc="1055">
                <a:latin typeface="Symbol"/>
                <a:cs typeface="Symbol"/>
              </a:rPr>
              <a:t></a:t>
            </a:r>
            <a:r>
              <a:rPr dirty="0" sz="3200" spc="210">
                <a:latin typeface="Times New Roman"/>
                <a:cs typeface="Times New Roman"/>
              </a:rPr>
              <a:t> </a:t>
            </a:r>
            <a:r>
              <a:rPr dirty="0" sz="3200" spc="975" i="1">
                <a:latin typeface="Times New Roman"/>
                <a:cs typeface="Times New Roman"/>
              </a:rPr>
              <a:t>n</a:t>
            </a:r>
            <a:r>
              <a:rPr dirty="0" sz="3200" spc="160" i="1">
                <a:latin typeface="Times New Roman"/>
                <a:cs typeface="Times New Roman"/>
              </a:rPr>
              <a:t> </a:t>
            </a:r>
            <a:r>
              <a:rPr dirty="0" sz="3200" spc="1055">
                <a:latin typeface="Symbol"/>
                <a:cs typeface="Symbol"/>
              </a:rPr>
              <a:t></a:t>
            </a:r>
            <a:r>
              <a:rPr dirty="0" sz="3200" spc="-430">
                <a:latin typeface="Times New Roman"/>
                <a:cs typeface="Times New Roman"/>
              </a:rPr>
              <a:t> </a:t>
            </a:r>
            <a:r>
              <a:rPr dirty="0" sz="3200" spc="915">
                <a:latin typeface="Times New Roman"/>
                <a:cs typeface="Times New Roman"/>
              </a:rPr>
              <a:t>1</a:t>
            </a:r>
            <a:endParaRPr sz="3200">
              <a:latin typeface="Times New Roman"/>
              <a:cs typeface="Times New Roman"/>
            </a:endParaRPr>
          </a:p>
        </p:txBody>
      </p:sp>
      <p:sp>
        <p:nvSpPr>
          <p:cNvPr id="31" name="object 31" descr=""/>
          <p:cNvSpPr txBox="1"/>
          <p:nvPr/>
        </p:nvSpPr>
        <p:spPr>
          <a:xfrm>
            <a:off x="999540" y="3334892"/>
            <a:ext cx="1887855" cy="391160"/>
          </a:xfrm>
          <a:prstGeom prst="rect">
            <a:avLst/>
          </a:prstGeom>
        </p:spPr>
        <p:txBody>
          <a:bodyPr wrap="square" lIns="0" tIns="12700" rIns="0" bIns="0" rtlCol="0" vert="horz">
            <a:spAutoFit/>
          </a:bodyPr>
          <a:lstStyle/>
          <a:p>
            <a:pPr marL="349250" indent="-336550">
              <a:lnSpc>
                <a:spcPct val="100000"/>
              </a:lnSpc>
              <a:spcBef>
                <a:spcPts val="100"/>
              </a:spcBef>
              <a:buFont typeface="Wingdings"/>
              <a:buChar char=""/>
              <a:tabLst>
                <a:tab pos="349250" algn="l"/>
              </a:tabLst>
            </a:pPr>
            <a:r>
              <a:rPr dirty="0" sz="2400" spc="-10">
                <a:solidFill>
                  <a:srgbClr val="40458B"/>
                </a:solidFill>
                <a:latin typeface="黑体"/>
                <a:cs typeface="黑体"/>
              </a:rPr>
              <a:t>可以写成：</a:t>
            </a:r>
            <a:endParaRPr sz="2400">
              <a:latin typeface="黑体"/>
              <a:cs typeface="黑体"/>
            </a:endParaRPr>
          </a:p>
        </p:txBody>
      </p:sp>
      <p:sp>
        <p:nvSpPr>
          <p:cNvPr id="32" name="object 32" descr=""/>
          <p:cNvSpPr txBox="1"/>
          <p:nvPr/>
        </p:nvSpPr>
        <p:spPr>
          <a:xfrm>
            <a:off x="845616" y="4616322"/>
            <a:ext cx="2219960" cy="391160"/>
          </a:xfrm>
          <a:prstGeom prst="rect">
            <a:avLst/>
          </a:prstGeom>
        </p:spPr>
        <p:txBody>
          <a:bodyPr wrap="square" lIns="0" tIns="12700" rIns="0" bIns="0" rtlCol="0" vert="horz">
            <a:spAutoFit/>
          </a:bodyPr>
          <a:lstStyle/>
          <a:p>
            <a:pPr marL="377825" indent="-365125">
              <a:lnSpc>
                <a:spcPct val="100000"/>
              </a:lnSpc>
              <a:spcBef>
                <a:spcPts val="100"/>
              </a:spcBef>
              <a:buSzPct val="108333"/>
              <a:buFont typeface="Wingdings"/>
              <a:buChar char=""/>
              <a:tabLst>
                <a:tab pos="377825" algn="l"/>
              </a:tabLst>
            </a:pPr>
            <a:r>
              <a:rPr dirty="0" sz="2400" spc="-10">
                <a:solidFill>
                  <a:srgbClr val="40458B"/>
                </a:solidFill>
                <a:latin typeface="黑体"/>
                <a:cs typeface="黑体"/>
              </a:rPr>
              <a:t>最高效率为：</a:t>
            </a:r>
            <a:endParaRPr sz="2400">
              <a:latin typeface="黑体"/>
              <a:cs typeface="黑体"/>
            </a:endParaRPr>
          </a:p>
        </p:txBody>
      </p:sp>
      <p:sp>
        <p:nvSpPr>
          <p:cNvPr id="33" name="object 33" descr=""/>
          <p:cNvSpPr txBox="1"/>
          <p:nvPr/>
        </p:nvSpPr>
        <p:spPr>
          <a:xfrm>
            <a:off x="4657471" y="5882436"/>
            <a:ext cx="692721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E14B04"/>
                </a:solidFill>
                <a:latin typeface="宋体"/>
                <a:cs typeface="宋体"/>
              </a:rPr>
              <a:t>当n&gt;&gt;k时，</a:t>
            </a:r>
            <a:r>
              <a:rPr dirty="0" sz="2400" spc="-10" b="1">
                <a:solidFill>
                  <a:srgbClr val="E14B04"/>
                </a:solidFill>
                <a:latin typeface="宋体"/>
                <a:cs typeface="宋体"/>
              </a:rPr>
              <a:t>E≈1</a:t>
            </a:r>
            <a:r>
              <a:rPr dirty="0" sz="2400" spc="-15" b="1">
                <a:solidFill>
                  <a:srgbClr val="E14B04"/>
                </a:solidFill>
                <a:latin typeface="宋体"/>
                <a:cs typeface="宋体"/>
              </a:rPr>
              <a:t>；或者当流水线满负荷工作时 </a:t>
            </a:r>
            <a:r>
              <a:rPr dirty="0" sz="2400" spc="-25" b="1">
                <a:solidFill>
                  <a:srgbClr val="E14B04"/>
                </a:solidFill>
                <a:latin typeface="宋体"/>
                <a:cs typeface="宋体"/>
              </a:rPr>
              <a:t>E≈1</a:t>
            </a:r>
            <a:endParaRPr sz="2400">
              <a:latin typeface="宋体"/>
              <a:cs typeface="宋体"/>
            </a:endParaRPr>
          </a:p>
        </p:txBody>
      </p:sp>
      <p:sp>
        <p:nvSpPr>
          <p:cNvPr id="34" name="object 34"/>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35" name="object 35" descr=""/>
          <p:cNvSpPr txBox="1"/>
          <p:nvPr/>
        </p:nvSpPr>
        <p:spPr>
          <a:xfrm>
            <a:off x="323189" y="625627"/>
            <a:ext cx="6925945" cy="1239520"/>
          </a:xfrm>
          <a:prstGeom prst="rect">
            <a:avLst/>
          </a:prstGeom>
        </p:spPr>
        <p:txBody>
          <a:bodyPr wrap="square" lIns="0" tIns="192405" rIns="0" bIns="0" rtlCol="0" vert="horz">
            <a:spAutoFit/>
          </a:bodyPr>
          <a:lstStyle/>
          <a:p>
            <a:pPr marL="12700">
              <a:lnSpc>
                <a:spcPct val="100000"/>
              </a:lnSpc>
              <a:spcBef>
                <a:spcPts val="1515"/>
              </a:spcBef>
            </a:pPr>
            <a:r>
              <a:rPr dirty="0" sz="2800" spc="-10">
                <a:solidFill>
                  <a:srgbClr val="FF0000"/>
                </a:solidFill>
                <a:latin typeface="Tahoma"/>
                <a:cs typeface="Tahoma"/>
              </a:rPr>
              <a:t>1</a:t>
            </a:r>
            <a:r>
              <a:rPr dirty="0" sz="2800" spc="-40">
                <a:solidFill>
                  <a:srgbClr val="FF0000"/>
                </a:solidFill>
                <a:latin typeface="黑体"/>
                <a:cs typeface="黑体"/>
              </a:rPr>
              <a:t>、各段时间相等</a:t>
            </a:r>
            <a:endParaRPr sz="2800">
              <a:latin typeface="黑体"/>
              <a:cs typeface="黑体"/>
            </a:endParaRPr>
          </a:p>
          <a:p>
            <a:pPr marL="686435" indent="-457200">
              <a:lnSpc>
                <a:spcPct val="100000"/>
              </a:lnSpc>
              <a:spcBef>
                <a:spcPts val="1420"/>
              </a:spcBef>
              <a:buClr>
                <a:srgbClr val="40458B"/>
              </a:buClr>
              <a:buSzPct val="89285"/>
              <a:buFont typeface="Wingdings"/>
              <a:buChar char=""/>
              <a:tabLst>
                <a:tab pos="686435" algn="l"/>
              </a:tabLst>
            </a:pPr>
            <a:r>
              <a:rPr dirty="0" sz="2800" spc="-25">
                <a:solidFill>
                  <a:srgbClr val="FF0000"/>
                </a:solidFill>
                <a:latin typeface="黑体"/>
                <a:cs typeface="黑体"/>
              </a:rPr>
              <a:t>整条流水线</a:t>
            </a:r>
            <a:r>
              <a:rPr dirty="0" sz="2800" spc="-35">
                <a:solidFill>
                  <a:srgbClr val="40458B"/>
                </a:solidFill>
                <a:latin typeface="黑体"/>
                <a:cs typeface="黑体"/>
              </a:rPr>
              <a:t>的效率为：</a:t>
            </a:r>
            <a:r>
              <a:rPr dirty="0" sz="2800" spc="-30">
                <a:solidFill>
                  <a:srgbClr val="40458B"/>
                </a:solidFill>
                <a:latin typeface="Tahoma"/>
                <a:cs typeface="Tahoma"/>
              </a:rPr>
              <a:t>k</a:t>
            </a:r>
            <a:r>
              <a:rPr dirty="0" sz="2800" spc="-40">
                <a:solidFill>
                  <a:srgbClr val="40458B"/>
                </a:solidFill>
                <a:latin typeface="黑体"/>
                <a:cs typeface="黑体"/>
              </a:rPr>
              <a:t>为流水线的段数</a:t>
            </a:r>
            <a:endParaRPr sz="2800">
              <a:latin typeface="黑体"/>
              <a:cs typeface="黑体"/>
            </a:endParaRPr>
          </a:p>
        </p:txBody>
      </p:sp>
      <p:sp>
        <p:nvSpPr>
          <p:cNvPr id="36" name="object 36"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279016" y="1120901"/>
            <a:ext cx="10379710" cy="1906270"/>
          </a:xfrm>
          <a:prstGeom prst="rect">
            <a:avLst/>
          </a:prstGeom>
        </p:spPr>
        <p:txBody>
          <a:bodyPr wrap="square" lIns="0" tIns="13335" rIns="0" bIns="0" rtlCol="0" vert="horz">
            <a:spAutoFit/>
          </a:bodyPr>
          <a:lstStyle/>
          <a:p>
            <a:pPr marL="12700">
              <a:lnSpc>
                <a:spcPct val="100000"/>
              </a:lnSpc>
              <a:spcBef>
                <a:spcPts val="105"/>
              </a:spcBef>
            </a:pPr>
            <a:r>
              <a:rPr dirty="0" sz="3200" spc="-25">
                <a:solidFill>
                  <a:srgbClr val="FF0000"/>
                </a:solidFill>
                <a:latin typeface="Tahoma"/>
                <a:cs typeface="Tahoma"/>
              </a:rPr>
              <a:t>1</a:t>
            </a:r>
            <a:r>
              <a:rPr dirty="0" sz="3200" spc="-15">
                <a:solidFill>
                  <a:srgbClr val="FF0000"/>
                </a:solidFill>
                <a:latin typeface="黑体"/>
                <a:cs typeface="黑体"/>
              </a:rPr>
              <a:t>、各段时间相等</a:t>
            </a:r>
            <a:endParaRPr sz="3200">
              <a:latin typeface="黑体"/>
              <a:cs typeface="黑体"/>
            </a:endParaRPr>
          </a:p>
          <a:p>
            <a:pPr marL="589280" indent="-457200">
              <a:lnSpc>
                <a:spcPct val="100000"/>
              </a:lnSpc>
              <a:spcBef>
                <a:spcPts val="2090"/>
              </a:spcBef>
              <a:buSzPct val="89285"/>
              <a:buFont typeface="Wingdings"/>
              <a:buChar char=""/>
              <a:tabLst>
                <a:tab pos="589280" algn="l"/>
              </a:tabLst>
            </a:pPr>
            <a:r>
              <a:rPr dirty="0" sz="2800" spc="-40">
                <a:solidFill>
                  <a:srgbClr val="40458B"/>
                </a:solidFill>
                <a:latin typeface="黑体"/>
                <a:cs typeface="黑体"/>
              </a:rPr>
              <a:t>当流水线各段时间相等时，流水线的效率</a:t>
            </a:r>
            <a:r>
              <a:rPr dirty="0" sz="2800" spc="-10">
                <a:solidFill>
                  <a:srgbClr val="008000"/>
                </a:solidFill>
                <a:latin typeface="黑体"/>
                <a:cs typeface="黑体"/>
              </a:rPr>
              <a:t>E</a:t>
            </a:r>
            <a:r>
              <a:rPr dirty="0" sz="2800" spc="-35">
                <a:solidFill>
                  <a:srgbClr val="40458B"/>
                </a:solidFill>
                <a:latin typeface="黑体"/>
                <a:cs typeface="黑体"/>
              </a:rPr>
              <a:t>与吞吐率</a:t>
            </a:r>
            <a:r>
              <a:rPr dirty="0" sz="2800" spc="-30">
                <a:solidFill>
                  <a:srgbClr val="008000"/>
                </a:solidFill>
                <a:latin typeface="黑体"/>
                <a:cs typeface="黑体"/>
              </a:rPr>
              <a:t>TP</a:t>
            </a:r>
            <a:r>
              <a:rPr dirty="0" sz="2800" spc="-40">
                <a:solidFill>
                  <a:srgbClr val="40458B"/>
                </a:solidFill>
                <a:latin typeface="黑体"/>
                <a:cs typeface="黑体"/>
              </a:rPr>
              <a:t>成正比。</a:t>
            </a:r>
            <a:endParaRPr sz="2800">
              <a:latin typeface="黑体"/>
              <a:cs typeface="黑体"/>
            </a:endParaRPr>
          </a:p>
          <a:p>
            <a:pPr marL="5619115">
              <a:lnSpc>
                <a:spcPct val="100000"/>
              </a:lnSpc>
              <a:spcBef>
                <a:spcPts val="1190"/>
              </a:spcBef>
            </a:pPr>
            <a:r>
              <a:rPr dirty="0" sz="3600" spc="-10">
                <a:solidFill>
                  <a:srgbClr val="008000"/>
                </a:solidFill>
                <a:latin typeface="黑体"/>
                <a:cs typeface="黑体"/>
              </a:rPr>
              <a:t>E=TP</a:t>
            </a:r>
            <a:r>
              <a:rPr dirty="0" sz="3600" spc="-10">
                <a:solidFill>
                  <a:srgbClr val="008000"/>
                </a:solidFill>
                <a:latin typeface="Times New Roman"/>
                <a:cs typeface="Times New Roman"/>
              </a:rPr>
              <a:t>·</a:t>
            </a:r>
            <a:r>
              <a:rPr dirty="0" sz="3600" spc="-10">
                <a:solidFill>
                  <a:srgbClr val="008000"/>
                </a:solidFill>
                <a:latin typeface="黑体"/>
                <a:cs typeface="黑体"/>
              </a:rPr>
              <a:t>△t</a:t>
            </a:r>
            <a:endParaRPr sz="3600">
              <a:latin typeface="黑体"/>
              <a:cs typeface="黑体"/>
            </a:endParaRPr>
          </a:p>
        </p:txBody>
      </p:sp>
      <p:sp>
        <p:nvSpPr>
          <p:cNvPr id="10" name="object 10" descr=""/>
          <p:cNvSpPr txBox="1"/>
          <p:nvPr/>
        </p:nvSpPr>
        <p:spPr>
          <a:xfrm>
            <a:off x="4803013" y="5356352"/>
            <a:ext cx="3261360" cy="514350"/>
          </a:xfrm>
          <a:prstGeom prst="rect">
            <a:avLst/>
          </a:prstGeom>
        </p:spPr>
        <p:txBody>
          <a:bodyPr wrap="square" lIns="0" tIns="13335" rIns="0" bIns="0" rtlCol="0" vert="horz">
            <a:spAutoFit/>
          </a:bodyPr>
          <a:lstStyle/>
          <a:p>
            <a:pPr marL="38100">
              <a:lnSpc>
                <a:spcPct val="100000"/>
              </a:lnSpc>
              <a:spcBef>
                <a:spcPts val="105"/>
              </a:spcBef>
            </a:pPr>
            <a:r>
              <a:rPr dirty="0" sz="3200" spc="-10">
                <a:solidFill>
                  <a:srgbClr val="080808"/>
                </a:solidFill>
                <a:latin typeface="黑体"/>
                <a:cs typeface="黑体"/>
              </a:rPr>
              <a:t>T</a:t>
            </a:r>
            <a:r>
              <a:rPr dirty="0" baseline="-21164" sz="3150" spc="-15">
                <a:solidFill>
                  <a:srgbClr val="080808"/>
                </a:solidFill>
                <a:latin typeface="黑体"/>
                <a:cs typeface="黑体"/>
              </a:rPr>
              <a:t>k</a:t>
            </a:r>
            <a:r>
              <a:rPr dirty="0" sz="3200" spc="-10">
                <a:solidFill>
                  <a:srgbClr val="080808"/>
                </a:solidFill>
                <a:latin typeface="黑体"/>
                <a:cs typeface="黑体"/>
              </a:rPr>
              <a:t>＝(k＋n－1)Δt</a:t>
            </a:r>
            <a:endParaRPr sz="3200">
              <a:latin typeface="黑体"/>
              <a:cs typeface="黑体"/>
            </a:endParaRPr>
          </a:p>
        </p:txBody>
      </p:sp>
      <p:sp>
        <p:nvSpPr>
          <p:cNvPr id="11" name="object 11"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2" name="object 12" descr=""/>
          <p:cNvGrpSpPr/>
          <p:nvPr/>
        </p:nvGrpSpPr>
        <p:grpSpPr>
          <a:xfrm>
            <a:off x="8642350" y="3348101"/>
            <a:ext cx="2879725" cy="1287780"/>
            <a:chOff x="8642350" y="3348101"/>
            <a:chExt cx="2879725" cy="1287780"/>
          </a:xfrm>
        </p:grpSpPr>
        <p:sp>
          <p:nvSpPr>
            <p:cNvPr id="13" name="object 13" descr=""/>
            <p:cNvSpPr/>
            <p:nvPr/>
          </p:nvSpPr>
          <p:spPr>
            <a:xfrm>
              <a:off x="8642350" y="3348101"/>
              <a:ext cx="2879725" cy="1287780"/>
            </a:xfrm>
            <a:custGeom>
              <a:avLst/>
              <a:gdLst/>
              <a:ahLst/>
              <a:cxnLst/>
              <a:rect l="l" t="t" r="r" b="b"/>
              <a:pathLst>
                <a:path w="2879725" h="1287779">
                  <a:moveTo>
                    <a:pt x="2879725" y="0"/>
                  </a:moveTo>
                  <a:lnTo>
                    <a:pt x="0" y="0"/>
                  </a:lnTo>
                  <a:lnTo>
                    <a:pt x="0" y="1287399"/>
                  </a:lnTo>
                  <a:lnTo>
                    <a:pt x="2879725" y="1287399"/>
                  </a:lnTo>
                  <a:lnTo>
                    <a:pt x="2879725" y="0"/>
                  </a:lnTo>
                  <a:close/>
                </a:path>
              </a:pathLst>
            </a:custGeom>
            <a:solidFill>
              <a:srgbClr val="FFACFF"/>
            </a:solidFill>
          </p:spPr>
          <p:txBody>
            <a:bodyPr wrap="square" lIns="0" tIns="0" rIns="0" bIns="0" rtlCol="0"/>
            <a:lstStyle/>
            <a:p/>
          </p:txBody>
        </p:sp>
        <p:sp>
          <p:nvSpPr>
            <p:cNvPr id="14" name="object 14" descr=""/>
            <p:cNvSpPr/>
            <p:nvPr/>
          </p:nvSpPr>
          <p:spPr>
            <a:xfrm>
              <a:off x="10514821" y="3962221"/>
              <a:ext cx="843915" cy="0"/>
            </a:xfrm>
            <a:custGeom>
              <a:avLst/>
              <a:gdLst/>
              <a:ahLst/>
              <a:cxnLst/>
              <a:rect l="l" t="t" r="r" b="b"/>
              <a:pathLst>
                <a:path w="843915" h="0">
                  <a:moveTo>
                    <a:pt x="0" y="0"/>
                  </a:moveTo>
                  <a:lnTo>
                    <a:pt x="843577" y="0"/>
                  </a:lnTo>
                </a:path>
              </a:pathLst>
            </a:custGeom>
            <a:ln w="19764">
              <a:solidFill>
                <a:srgbClr val="000000"/>
              </a:solidFill>
            </a:ln>
          </p:spPr>
          <p:txBody>
            <a:bodyPr wrap="square" lIns="0" tIns="0" rIns="0" bIns="0" rtlCol="0"/>
            <a:lstStyle/>
            <a:p/>
          </p:txBody>
        </p:sp>
      </p:grpSp>
      <p:sp>
        <p:nvSpPr>
          <p:cNvPr id="15" name="object 15" descr=""/>
          <p:cNvSpPr txBox="1"/>
          <p:nvPr/>
        </p:nvSpPr>
        <p:spPr>
          <a:xfrm>
            <a:off x="10502192" y="3240200"/>
            <a:ext cx="718185" cy="1281430"/>
          </a:xfrm>
          <a:prstGeom prst="rect">
            <a:avLst/>
          </a:prstGeom>
        </p:spPr>
        <p:txBody>
          <a:bodyPr wrap="square" lIns="0" tIns="12700" rIns="0" bIns="0" rtlCol="0" vert="horz">
            <a:spAutoFit/>
          </a:bodyPr>
          <a:lstStyle/>
          <a:p>
            <a:pPr marL="25400" marR="30480" indent="210820">
              <a:lnSpc>
                <a:spcPct val="117700"/>
              </a:lnSpc>
              <a:spcBef>
                <a:spcPts val="100"/>
              </a:spcBef>
            </a:pPr>
            <a:r>
              <a:rPr dirty="0" sz="3500" spc="1420" i="1">
                <a:latin typeface="Times New Roman"/>
                <a:cs typeface="Times New Roman"/>
              </a:rPr>
              <a:t>n</a:t>
            </a:r>
            <a:r>
              <a:rPr dirty="0" sz="3500" spc="1420" i="1">
                <a:latin typeface="Times New Roman"/>
                <a:cs typeface="Times New Roman"/>
              </a:rPr>
              <a:t> </a:t>
            </a:r>
            <a:r>
              <a:rPr dirty="0" sz="3500" spc="1075" i="1">
                <a:latin typeface="Times New Roman"/>
                <a:cs typeface="Times New Roman"/>
              </a:rPr>
              <a:t>T</a:t>
            </a:r>
            <a:r>
              <a:rPr dirty="0" baseline="-22727" sz="3300" spc="1612" i="1">
                <a:latin typeface="Times New Roman"/>
                <a:cs typeface="Times New Roman"/>
              </a:rPr>
              <a:t>k</a:t>
            </a:r>
            <a:endParaRPr baseline="-22727" sz="3300">
              <a:latin typeface="Times New Roman"/>
              <a:cs typeface="Times New Roman"/>
            </a:endParaRPr>
          </a:p>
        </p:txBody>
      </p:sp>
      <p:sp>
        <p:nvSpPr>
          <p:cNvPr id="16" name="object 16" descr=""/>
          <p:cNvSpPr txBox="1"/>
          <p:nvPr/>
        </p:nvSpPr>
        <p:spPr>
          <a:xfrm>
            <a:off x="8727793" y="3615075"/>
            <a:ext cx="1610995" cy="559435"/>
          </a:xfrm>
          <a:prstGeom prst="rect">
            <a:avLst/>
          </a:prstGeom>
        </p:spPr>
        <p:txBody>
          <a:bodyPr wrap="square" lIns="0" tIns="12700" rIns="0" bIns="0" rtlCol="0" vert="horz">
            <a:spAutoFit/>
          </a:bodyPr>
          <a:lstStyle/>
          <a:p>
            <a:pPr>
              <a:lnSpc>
                <a:spcPct val="100000"/>
              </a:lnSpc>
              <a:spcBef>
                <a:spcPts val="100"/>
              </a:spcBef>
              <a:tabLst>
                <a:tab pos="1148715" algn="l"/>
              </a:tabLst>
            </a:pPr>
            <a:r>
              <a:rPr dirty="0" sz="3500" spc="1695" i="1">
                <a:latin typeface="Times New Roman"/>
                <a:cs typeface="Times New Roman"/>
              </a:rPr>
              <a:t>TP</a:t>
            </a:r>
            <a:r>
              <a:rPr dirty="0" sz="3500" i="1">
                <a:latin typeface="Times New Roman"/>
                <a:cs typeface="Times New Roman"/>
              </a:rPr>
              <a:t>	</a:t>
            </a:r>
            <a:r>
              <a:rPr dirty="0" sz="3500" spc="1545">
                <a:latin typeface="Symbol"/>
                <a:cs typeface="Symbol"/>
              </a:rPr>
              <a:t></a:t>
            </a:r>
            <a:endParaRPr sz="3500">
              <a:latin typeface="Symbol"/>
              <a:cs typeface="Symbol"/>
            </a:endParaRPr>
          </a:p>
        </p:txBody>
      </p:sp>
      <p:grpSp>
        <p:nvGrpSpPr>
          <p:cNvPr id="17" name="object 17" descr=""/>
          <p:cNvGrpSpPr/>
          <p:nvPr/>
        </p:nvGrpSpPr>
        <p:grpSpPr>
          <a:xfrm>
            <a:off x="2351151" y="3284601"/>
            <a:ext cx="5259705" cy="1412875"/>
            <a:chOff x="2351151" y="3284601"/>
            <a:chExt cx="5259705" cy="1412875"/>
          </a:xfrm>
        </p:grpSpPr>
        <p:sp>
          <p:nvSpPr>
            <p:cNvPr id="18" name="object 18" descr=""/>
            <p:cNvSpPr/>
            <p:nvPr/>
          </p:nvSpPr>
          <p:spPr>
            <a:xfrm>
              <a:off x="2351151" y="3284601"/>
              <a:ext cx="5259705" cy="1412875"/>
            </a:xfrm>
            <a:custGeom>
              <a:avLst/>
              <a:gdLst/>
              <a:ahLst/>
              <a:cxnLst/>
              <a:rect l="l" t="t" r="r" b="b"/>
              <a:pathLst>
                <a:path w="5259705" h="1412875">
                  <a:moveTo>
                    <a:pt x="5259324" y="0"/>
                  </a:moveTo>
                  <a:lnTo>
                    <a:pt x="0" y="0"/>
                  </a:lnTo>
                  <a:lnTo>
                    <a:pt x="0" y="1412875"/>
                  </a:lnTo>
                  <a:lnTo>
                    <a:pt x="5259324" y="1412875"/>
                  </a:lnTo>
                  <a:lnTo>
                    <a:pt x="5259324" y="0"/>
                  </a:lnTo>
                  <a:close/>
                </a:path>
              </a:pathLst>
            </a:custGeom>
            <a:solidFill>
              <a:srgbClr val="B7C1EB"/>
            </a:solidFill>
          </p:spPr>
          <p:txBody>
            <a:bodyPr wrap="square" lIns="0" tIns="0" rIns="0" bIns="0" rtlCol="0"/>
            <a:lstStyle/>
            <a:p/>
          </p:txBody>
        </p:sp>
        <p:sp>
          <p:nvSpPr>
            <p:cNvPr id="19" name="object 19" descr=""/>
            <p:cNvSpPr/>
            <p:nvPr/>
          </p:nvSpPr>
          <p:spPr>
            <a:xfrm>
              <a:off x="3605050" y="3950303"/>
              <a:ext cx="3858895" cy="0"/>
            </a:xfrm>
            <a:custGeom>
              <a:avLst/>
              <a:gdLst/>
              <a:ahLst/>
              <a:cxnLst/>
              <a:rect l="l" t="t" r="r" b="b"/>
              <a:pathLst>
                <a:path w="3858895" h="0">
                  <a:moveTo>
                    <a:pt x="0" y="0"/>
                  </a:moveTo>
                  <a:lnTo>
                    <a:pt x="985772" y="0"/>
                  </a:lnTo>
                </a:path>
                <a:path w="3858895" h="0">
                  <a:moveTo>
                    <a:pt x="1699161" y="0"/>
                  </a:moveTo>
                  <a:lnTo>
                    <a:pt x="3858808" y="0"/>
                  </a:lnTo>
                </a:path>
              </a:pathLst>
            </a:custGeom>
            <a:ln w="28819">
              <a:solidFill>
                <a:srgbClr val="000000"/>
              </a:solidFill>
            </a:ln>
          </p:spPr>
          <p:txBody>
            <a:bodyPr wrap="square" lIns="0" tIns="0" rIns="0" bIns="0" rtlCol="0"/>
            <a:lstStyle/>
            <a:p/>
          </p:txBody>
        </p:sp>
      </p:grpSp>
      <p:sp>
        <p:nvSpPr>
          <p:cNvPr id="20" name="object 20" descr=""/>
          <p:cNvSpPr txBox="1"/>
          <p:nvPr/>
        </p:nvSpPr>
        <p:spPr>
          <a:xfrm>
            <a:off x="2434592" y="3142696"/>
            <a:ext cx="5116195" cy="1436370"/>
          </a:xfrm>
          <a:prstGeom prst="rect">
            <a:avLst/>
          </a:prstGeom>
        </p:spPr>
        <p:txBody>
          <a:bodyPr wrap="square" lIns="0" tIns="116205" rIns="0" bIns="0" rtlCol="0" vert="horz">
            <a:spAutoFit/>
          </a:bodyPr>
          <a:lstStyle/>
          <a:p>
            <a:pPr marL="38100">
              <a:lnSpc>
                <a:spcPct val="100000"/>
              </a:lnSpc>
              <a:spcBef>
                <a:spcPts val="915"/>
              </a:spcBef>
              <a:tabLst>
                <a:tab pos="1212850" algn="l"/>
                <a:tab pos="1904364" algn="l"/>
                <a:tab pos="2334260" algn="l"/>
                <a:tab pos="3785870" algn="l"/>
              </a:tabLst>
            </a:pPr>
            <a:r>
              <a:rPr dirty="0" baseline="-35161" sz="5925" spc="1260" i="1">
                <a:latin typeface="Times New Roman"/>
                <a:cs typeface="Times New Roman"/>
              </a:rPr>
              <a:t>E</a:t>
            </a:r>
            <a:r>
              <a:rPr dirty="0" baseline="-35161" sz="5925" spc="675" i="1">
                <a:latin typeface="Times New Roman"/>
                <a:cs typeface="Times New Roman"/>
              </a:rPr>
              <a:t> </a:t>
            </a:r>
            <a:r>
              <a:rPr dirty="0" baseline="-35161" sz="5925" spc="1057">
                <a:latin typeface="Symbol"/>
                <a:cs typeface="Symbol"/>
              </a:rPr>
              <a:t></a:t>
            </a:r>
            <a:r>
              <a:rPr dirty="0" baseline="-35161" sz="5925">
                <a:latin typeface="Times New Roman"/>
                <a:cs typeface="Times New Roman"/>
              </a:rPr>
              <a:t>	</a:t>
            </a:r>
            <a:r>
              <a:rPr dirty="0" sz="3950" spc="640" i="1">
                <a:latin typeface="Times New Roman"/>
                <a:cs typeface="Times New Roman"/>
              </a:rPr>
              <a:t>n</a:t>
            </a:r>
            <a:r>
              <a:rPr dirty="0" sz="3950" i="1">
                <a:latin typeface="Times New Roman"/>
                <a:cs typeface="Times New Roman"/>
              </a:rPr>
              <a:t>	</a:t>
            </a:r>
            <a:r>
              <a:rPr dirty="0" sz="3950" spc="335" i="1">
                <a:latin typeface="Times New Roman"/>
                <a:cs typeface="Times New Roman"/>
              </a:rPr>
              <a:t>t</a:t>
            </a:r>
            <a:r>
              <a:rPr dirty="0" sz="3950" i="1">
                <a:latin typeface="Times New Roman"/>
                <a:cs typeface="Times New Roman"/>
              </a:rPr>
              <a:t>	</a:t>
            </a:r>
            <a:r>
              <a:rPr dirty="0" baseline="-35161" sz="5925" spc="1057">
                <a:latin typeface="Symbol"/>
                <a:cs typeface="Symbol"/>
              </a:rPr>
              <a:t></a:t>
            </a:r>
            <a:r>
              <a:rPr dirty="0" baseline="-35161" sz="5925">
                <a:latin typeface="Times New Roman"/>
                <a:cs typeface="Times New Roman"/>
              </a:rPr>
              <a:t>	</a:t>
            </a:r>
            <a:r>
              <a:rPr dirty="0" sz="3950" spc="640" i="1">
                <a:latin typeface="Times New Roman"/>
                <a:cs typeface="Times New Roman"/>
              </a:rPr>
              <a:t>n</a:t>
            </a:r>
            <a:endParaRPr sz="3950">
              <a:latin typeface="Times New Roman"/>
              <a:cs typeface="Times New Roman"/>
            </a:endParaRPr>
          </a:p>
          <a:p>
            <a:pPr algn="ctr" marL="1290955">
              <a:lnSpc>
                <a:spcPct val="100000"/>
              </a:lnSpc>
              <a:spcBef>
                <a:spcPts val="815"/>
              </a:spcBef>
              <a:tabLst>
                <a:tab pos="2860040" algn="l"/>
              </a:tabLst>
            </a:pPr>
            <a:r>
              <a:rPr dirty="0" sz="3950" spc="400" i="1">
                <a:latin typeface="Times New Roman"/>
                <a:cs typeface="Times New Roman"/>
              </a:rPr>
              <a:t>T</a:t>
            </a:r>
            <a:r>
              <a:rPr dirty="0" baseline="-24691" sz="3375" spc="600">
                <a:latin typeface="Times New Roman"/>
                <a:cs typeface="Times New Roman"/>
              </a:rPr>
              <a:t>k</a:t>
            </a:r>
            <a:r>
              <a:rPr dirty="0" baseline="-24691" sz="3375">
                <a:latin typeface="Times New Roman"/>
                <a:cs typeface="Times New Roman"/>
              </a:rPr>
              <a:t>	</a:t>
            </a:r>
            <a:r>
              <a:rPr dirty="0" sz="3950" spc="610" i="1">
                <a:latin typeface="Times New Roman"/>
                <a:cs typeface="Times New Roman"/>
              </a:rPr>
              <a:t>k</a:t>
            </a:r>
            <a:r>
              <a:rPr dirty="0" sz="3950" spc="270" i="1">
                <a:latin typeface="Times New Roman"/>
                <a:cs typeface="Times New Roman"/>
              </a:rPr>
              <a:t> </a:t>
            </a:r>
            <a:r>
              <a:rPr dirty="0" sz="3950" spc="755">
                <a:latin typeface="Symbol"/>
                <a:cs typeface="Symbol"/>
              </a:rPr>
              <a:t></a:t>
            </a:r>
            <a:r>
              <a:rPr dirty="0" sz="3950" spc="-55">
                <a:latin typeface="Times New Roman"/>
                <a:cs typeface="Times New Roman"/>
              </a:rPr>
              <a:t> </a:t>
            </a:r>
            <a:r>
              <a:rPr dirty="0" sz="3950" spc="690" i="1">
                <a:latin typeface="Times New Roman"/>
                <a:cs typeface="Times New Roman"/>
              </a:rPr>
              <a:t>n</a:t>
            </a:r>
            <a:r>
              <a:rPr dirty="0" sz="3950" spc="-114" i="1">
                <a:latin typeface="Times New Roman"/>
                <a:cs typeface="Times New Roman"/>
              </a:rPr>
              <a:t> </a:t>
            </a:r>
            <a:r>
              <a:rPr dirty="0" sz="3950" spc="835">
                <a:latin typeface="Symbol"/>
                <a:cs typeface="Symbol"/>
              </a:rPr>
              <a:t></a:t>
            </a:r>
            <a:r>
              <a:rPr dirty="0" sz="3950" spc="835">
                <a:latin typeface="Times New Roman"/>
                <a:cs typeface="Times New Roman"/>
              </a:rPr>
              <a:t>1</a:t>
            </a:r>
            <a:endParaRPr sz="3950">
              <a:latin typeface="Times New Roman"/>
              <a:cs typeface="Times New Roman"/>
            </a:endParaRPr>
          </a:p>
        </p:txBody>
      </p:sp>
      <p:pic>
        <p:nvPicPr>
          <p:cNvPr id="21" name="object 21" descr=""/>
          <p:cNvPicPr/>
          <p:nvPr/>
        </p:nvPicPr>
        <p:blipFill>
          <a:blip r:embed="rId2" cstate="print"/>
          <a:stretch>
            <a:fillRect/>
          </a:stretch>
        </p:blipFill>
        <p:spPr>
          <a:xfrm>
            <a:off x="3972823" y="3284473"/>
            <a:ext cx="2684990" cy="763658"/>
          </a:xfrm>
          <a:prstGeom prst="rect">
            <a:avLst/>
          </a:prstGeom>
        </p:spPr>
      </p:pic>
      <p:sp>
        <p:nvSpPr>
          <p:cNvPr id="22" name="object 22"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588365" y="926668"/>
            <a:ext cx="10995660" cy="1319530"/>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FF0000"/>
                </a:solidFill>
                <a:latin typeface="Tahoma"/>
                <a:cs typeface="Tahoma"/>
              </a:rPr>
              <a:t>1</a:t>
            </a:r>
            <a:r>
              <a:rPr dirty="0" sz="3200" spc="-15">
                <a:solidFill>
                  <a:srgbClr val="FF0000"/>
                </a:solidFill>
                <a:latin typeface="黑体"/>
                <a:cs typeface="黑体"/>
              </a:rPr>
              <a:t>、各段时间相等</a:t>
            </a:r>
            <a:endParaRPr sz="3200">
              <a:latin typeface="黑体"/>
              <a:cs typeface="黑体"/>
            </a:endParaRPr>
          </a:p>
          <a:p>
            <a:pPr marL="34925">
              <a:lnSpc>
                <a:spcPct val="100000"/>
              </a:lnSpc>
              <a:spcBef>
                <a:spcPts val="2980"/>
              </a:spcBef>
            </a:pPr>
            <a:r>
              <a:rPr dirty="0" sz="2800" spc="-20">
                <a:solidFill>
                  <a:srgbClr val="40458B"/>
                </a:solidFill>
                <a:latin typeface="黑体"/>
                <a:cs typeface="黑体"/>
              </a:rPr>
              <a:t>2</a:t>
            </a:r>
            <a:r>
              <a:rPr dirty="0" sz="2800" spc="-210">
                <a:solidFill>
                  <a:srgbClr val="40458B"/>
                </a:solidFill>
                <a:latin typeface="黑体"/>
                <a:cs typeface="黑体"/>
              </a:rPr>
              <a:t>. </a:t>
            </a:r>
            <a:r>
              <a:rPr dirty="0" sz="2800" spc="-35">
                <a:solidFill>
                  <a:srgbClr val="9933FF"/>
                </a:solidFill>
                <a:latin typeface="黑体"/>
                <a:cs typeface="黑体"/>
              </a:rPr>
              <a:t>流水线的效率</a:t>
            </a:r>
            <a:r>
              <a:rPr dirty="0" sz="2800" spc="-10">
                <a:solidFill>
                  <a:srgbClr val="9933FF"/>
                </a:solidFill>
                <a:latin typeface="黑体"/>
                <a:cs typeface="黑体"/>
              </a:rPr>
              <a:t>E</a:t>
            </a:r>
            <a:r>
              <a:rPr dirty="0" sz="2800" spc="-35">
                <a:solidFill>
                  <a:srgbClr val="E14B04"/>
                </a:solidFill>
                <a:latin typeface="黑体"/>
                <a:cs typeface="黑体"/>
              </a:rPr>
              <a:t>是流水线的实际加速比</a:t>
            </a:r>
            <a:r>
              <a:rPr dirty="0" sz="2800" spc="-30">
                <a:solidFill>
                  <a:srgbClr val="9933FF"/>
                </a:solidFill>
                <a:latin typeface="黑体"/>
                <a:cs typeface="黑体"/>
              </a:rPr>
              <a:t>S</a:t>
            </a:r>
            <a:r>
              <a:rPr dirty="0" sz="2800" spc="-35">
                <a:solidFill>
                  <a:srgbClr val="E14B04"/>
                </a:solidFill>
                <a:latin typeface="黑体"/>
                <a:cs typeface="黑体"/>
              </a:rPr>
              <a:t>与它的最大加速比</a:t>
            </a:r>
            <a:r>
              <a:rPr dirty="0" sz="2800" spc="-10">
                <a:solidFill>
                  <a:srgbClr val="9933FF"/>
                </a:solidFill>
                <a:latin typeface="黑体"/>
                <a:cs typeface="黑体"/>
              </a:rPr>
              <a:t>k</a:t>
            </a:r>
            <a:r>
              <a:rPr dirty="0" sz="2800" spc="-40">
                <a:solidFill>
                  <a:srgbClr val="E14B04"/>
                </a:solidFill>
                <a:latin typeface="黑体"/>
                <a:cs typeface="黑体"/>
              </a:rPr>
              <a:t>的比值。</a:t>
            </a:r>
            <a:endParaRPr sz="2800">
              <a:latin typeface="黑体"/>
              <a:cs typeface="黑体"/>
            </a:endParaRPr>
          </a:p>
        </p:txBody>
      </p:sp>
      <p:grpSp>
        <p:nvGrpSpPr>
          <p:cNvPr id="10" name="object 10" descr=""/>
          <p:cNvGrpSpPr/>
          <p:nvPr/>
        </p:nvGrpSpPr>
        <p:grpSpPr>
          <a:xfrm>
            <a:off x="1290700" y="2940050"/>
            <a:ext cx="1882775" cy="1770380"/>
            <a:chOff x="1290700" y="2940050"/>
            <a:chExt cx="1882775" cy="1770380"/>
          </a:xfrm>
        </p:grpSpPr>
        <p:sp>
          <p:nvSpPr>
            <p:cNvPr id="11" name="object 11" descr=""/>
            <p:cNvSpPr/>
            <p:nvPr/>
          </p:nvSpPr>
          <p:spPr>
            <a:xfrm>
              <a:off x="1290700" y="2940050"/>
              <a:ext cx="1882775" cy="1770380"/>
            </a:xfrm>
            <a:custGeom>
              <a:avLst/>
              <a:gdLst/>
              <a:ahLst/>
              <a:cxnLst/>
              <a:rect l="l" t="t" r="r" b="b"/>
              <a:pathLst>
                <a:path w="1882775" h="1770379">
                  <a:moveTo>
                    <a:pt x="1882775" y="0"/>
                  </a:moveTo>
                  <a:lnTo>
                    <a:pt x="0" y="0"/>
                  </a:lnTo>
                  <a:lnTo>
                    <a:pt x="0" y="1770126"/>
                  </a:lnTo>
                  <a:lnTo>
                    <a:pt x="1882775" y="1770126"/>
                  </a:lnTo>
                  <a:lnTo>
                    <a:pt x="1882775" y="0"/>
                  </a:lnTo>
                  <a:close/>
                </a:path>
              </a:pathLst>
            </a:custGeom>
            <a:solidFill>
              <a:srgbClr val="EFEFEF"/>
            </a:solidFill>
          </p:spPr>
          <p:txBody>
            <a:bodyPr wrap="square" lIns="0" tIns="0" rIns="0" bIns="0" rtlCol="0"/>
            <a:lstStyle/>
            <a:p/>
          </p:txBody>
        </p:sp>
        <p:sp>
          <p:nvSpPr>
            <p:cNvPr id="12" name="object 12" descr=""/>
            <p:cNvSpPr/>
            <p:nvPr/>
          </p:nvSpPr>
          <p:spPr>
            <a:xfrm>
              <a:off x="2572476" y="3857113"/>
              <a:ext cx="481965" cy="0"/>
            </a:xfrm>
            <a:custGeom>
              <a:avLst/>
              <a:gdLst/>
              <a:ahLst/>
              <a:cxnLst/>
              <a:rect l="l" t="t" r="r" b="b"/>
              <a:pathLst>
                <a:path w="481964" h="0">
                  <a:moveTo>
                    <a:pt x="0" y="0"/>
                  </a:moveTo>
                  <a:lnTo>
                    <a:pt x="481888" y="0"/>
                  </a:lnTo>
                </a:path>
              </a:pathLst>
            </a:custGeom>
            <a:ln w="33531">
              <a:solidFill>
                <a:srgbClr val="FF00FF"/>
              </a:solidFill>
            </a:ln>
          </p:spPr>
          <p:txBody>
            <a:bodyPr wrap="square" lIns="0" tIns="0" rIns="0" bIns="0" rtlCol="0"/>
            <a:lstStyle/>
            <a:p/>
          </p:txBody>
        </p:sp>
      </p:grpSp>
      <p:sp>
        <p:nvSpPr>
          <p:cNvPr id="13" name="object 13" descr=""/>
          <p:cNvSpPr txBox="1"/>
          <p:nvPr/>
        </p:nvSpPr>
        <p:spPr>
          <a:xfrm>
            <a:off x="2641132" y="3862524"/>
            <a:ext cx="320040" cy="854075"/>
          </a:xfrm>
          <a:prstGeom prst="rect">
            <a:avLst/>
          </a:prstGeom>
        </p:spPr>
        <p:txBody>
          <a:bodyPr wrap="square" lIns="0" tIns="17145" rIns="0" bIns="0" rtlCol="0" vert="horz">
            <a:spAutoFit/>
          </a:bodyPr>
          <a:lstStyle/>
          <a:p>
            <a:pPr>
              <a:lnSpc>
                <a:spcPct val="100000"/>
              </a:lnSpc>
              <a:spcBef>
                <a:spcPts val="135"/>
              </a:spcBef>
            </a:pPr>
            <a:r>
              <a:rPr dirty="0" sz="5400" spc="-50" i="1">
                <a:solidFill>
                  <a:srgbClr val="FF00FF"/>
                </a:solidFill>
                <a:latin typeface="Times New Roman"/>
                <a:cs typeface="Times New Roman"/>
              </a:rPr>
              <a:t>k</a:t>
            </a:r>
            <a:endParaRPr sz="5400">
              <a:latin typeface="Times New Roman"/>
              <a:cs typeface="Times New Roman"/>
            </a:endParaRPr>
          </a:p>
        </p:txBody>
      </p:sp>
      <p:sp>
        <p:nvSpPr>
          <p:cNvPr id="14" name="object 14" descr=""/>
          <p:cNvSpPr txBox="1"/>
          <p:nvPr/>
        </p:nvSpPr>
        <p:spPr>
          <a:xfrm>
            <a:off x="1389977" y="3325378"/>
            <a:ext cx="1619885" cy="854075"/>
          </a:xfrm>
          <a:prstGeom prst="rect">
            <a:avLst/>
          </a:prstGeom>
        </p:spPr>
        <p:txBody>
          <a:bodyPr wrap="square" lIns="0" tIns="17145" rIns="0" bIns="0" rtlCol="0" vert="horz">
            <a:spAutoFit/>
          </a:bodyPr>
          <a:lstStyle/>
          <a:p>
            <a:pPr marL="25400">
              <a:lnSpc>
                <a:spcPct val="100000"/>
              </a:lnSpc>
              <a:spcBef>
                <a:spcPts val="135"/>
              </a:spcBef>
            </a:pPr>
            <a:r>
              <a:rPr dirty="0" sz="5400" i="1">
                <a:solidFill>
                  <a:srgbClr val="FF00FF"/>
                </a:solidFill>
                <a:latin typeface="Times New Roman"/>
                <a:cs typeface="Times New Roman"/>
              </a:rPr>
              <a:t>E</a:t>
            </a:r>
            <a:r>
              <a:rPr dirty="0" sz="5400" spc="130" i="1">
                <a:solidFill>
                  <a:srgbClr val="FF00FF"/>
                </a:solidFill>
                <a:latin typeface="Times New Roman"/>
                <a:cs typeface="Times New Roman"/>
              </a:rPr>
              <a:t> </a:t>
            </a:r>
            <a:r>
              <a:rPr dirty="0" sz="5400">
                <a:solidFill>
                  <a:srgbClr val="FF00FF"/>
                </a:solidFill>
                <a:latin typeface="Symbol"/>
                <a:cs typeface="Symbol"/>
              </a:rPr>
              <a:t></a:t>
            </a:r>
            <a:r>
              <a:rPr dirty="0" sz="5400" spc="380">
                <a:solidFill>
                  <a:srgbClr val="FF00FF"/>
                </a:solidFill>
                <a:latin typeface="Times New Roman"/>
                <a:cs typeface="Times New Roman"/>
              </a:rPr>
              <a:t> </a:t>
            </a:r>
            <a:r>
              <a:rPr dirty="0" baseline="34979" sz="8100" spc="-75" i="1">
                <a:solidFill>
                  <a:srgbClr val="FF00FF"/>
                </a:solidFill>
                <a:latin typeface="Times New Roman"/>
                <a:cs typeface="Times New Roman"/>
              </a:rPr>
              <a:t>S</a:t>
            </a:r>
            <a:endParaRPr baseline="34979" sz="8100">
              <a:latin typeface="Times New Roman"/>
              <a:cs typeface="Times New Roman"/>
            </a:endParaRPr>
          </a:p>
        </p:txBody>
      </p:sp>
      <p:sp>
        <p:nvSpPr>
          <p:cNvPr id="15" name="object 15" descr=""/>
          <p:cNvSpPr txBox="1"/>
          <p:nvPr/>
        </p:nvSpPr>
        <p:spPr>
          <a:xfrm>
            <a:off x="696264" y="4998343"/>
            <a:ext cx="3088640" cy="1123950"/>
          </a:xfrm>
          <a:prstGeom prst="rect">
            <a:avLst/>
          </a:prstGeom>
        </p:spPr>
        <p:txBody>
          <a:bodyPr wrap="square" lIns="0" tIns="196215" rIns="0" bIns="0" rtlCol="0" vert="horz">
            <a:spAutoFit/>
          </a:bodyPr>
          <a:lstStyle/>
          <a:p>
            <a:pPr marL="12700">
              <a:lnSpc>
                <a:spcPct val="100000"/>
              </a:lnSpc>
              <a:spcBef>
                <a:spcPts val="1545"/>
              </a:spcBef>
            </a:pPr>
            <a:r>
              <a:rPr dirty="0" sz="2400" spc="-25" b="1">
                <a:solidFill>
                  <a:srgbClr val="40458B"/>
                </a:solidFill>
                <a:latin typeface="宋体"/>
                <a:cs typeface="宋体"/>
              </a:rPr>
              <a:t>当</a:t>
            </a:r>
            <a:r>
              <a:rPr dirty="0" sz="2400" spc="-10" b="1">
                <a:solidFill>
                  <a:srgbClr val="9933FF"/>
                </a:solidFill>
                <a:latin typeface="宋体"/>
                <a:cs typeface="宋体"/>
              </a:rPr>
              <a:t>E=1</a:t>
            </a:r>
            <a:r>
              <a:rPr dirty="0" sz="2400" spc="-25" b="1">
                <a:solidFill>
                  <a:srgbClr val="40458B"/>
                </a:solidFill>
                <a:latin typeface="宋体"/>
                <a:cs typeface="宋体"/>
              </a:rPr>
              <a:t>时，</a:t>
            </a:r>
            <a:r>
              <a:rPr dirty="0" sz="2400" spc="-20" b="1">
                <a:solidFill>
                  <a:srgbClr val="9933FF"/>
                </a:solidFill>
                <a:latin typeface="宋体"/>
                <a:cs typeface="宋体"/>
              </a:rPr>
              <a:t>S=k</a:t>
            </a:r>
            <a:r>
              <a:rPr dirty="0" sz="2400" spc="-20" b="1">
                <a:solidFill>
                  <a:srgbClr val="40458B"/>
                </a:solidFill>
                <a:latin typeface="宋体"/>
                <a:cs typeface="宋体"/>
              </a:rPr>
              <a:t>，</a:t>
            </a:r>
            <a:endParaRPr sz="2400">
              <a:latin typeface="宋体"/>
              <a:cs typeface="宋体"/>
            </a:endParaRPr>
          </a:p>
          <a:p>
            <a:pPr marL="12700">
              <a:lnSpc>
                <a:spcPct val="100000"/>
              </a:lnSpc>
              <a:spcBef>
                <a:spcPts val="1440"/>
              </a:spcBef>
            </a:pPr>
            <a:r>
              <a:rPr dirty="0" sz="2400" spc="-25" b="1">
                <a:solidFill>
                  <a:srgbClr val="40458B"/>
                </a:solidFill>
                <a:latin typeface="宋体"/>
                <a:cs typeface="宋体"/>
              </a:rPr>
              <a:t>实际加速比达到最大。</a:t>
            </a:r>
            <a:endParaRPr sz="2400">
              <a:latin typeface="宋体"/>
              <a:cs typeface="宋体"/>
            </a:endParaRPr>
          </a:p>
        </p:txBody>
      </p:sp>
      <p:sp>
        <p:nvSpPr>
          <p:cNvPr id="16" name="object 16"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7" name="object 17" descr=""/>
          <p:cNvGrpSpPr/>
          <p:nvPr/>
        </p:nvGrpSpPr>
        <p:grpSpPr>
          <a:xfrm>
            <a:off x="4219638" y="2832100"/>
            <a:ext cx="7727950" cy="3136900"/>
            <a:chOff x="4219638" y="2832100"/>
            <a:chExt cx="7727950" cy="3136900"/>
          </a:xfrm>
        </p:grpSpPr>
        <p:sp>
          <p:nvSpPr>
            <p:cNvPr id="18" name="object 18" descr=""/>
            <p:cNvSpPr/>
            <p:nvPr/>
          </p:nvSpPr>
          <p:spPr>
            <a:xfrm>
              <a:off x="4224401" y="2836862"/>
              <a:ext cx="7718425" cy="3127375"/>
            </a:xfrm>
            <a:custGeom>
              <a:avLst/>
              <a:gdLst/>
              <a:ahLst/>
              <a:cxnLst/>
              <a:rect l="l" t="t" r="r" b="b"/>
              <a:pathLst>
                <a:path w="7718425" h="3127375">
                  <a:moveTo>
                    <a:pt x="7718425" y="0"/>
                  </a:moveTo>
                  <a:lnTo>
                    <a:pt x="0" y="0"/>
                  </a:lnTo>
                  <a:lnTo>
                    <a:pt x="0" y="3127375"/>
                  </a:lnTo>
                  <a:lnTo>
                    <a:pt x="7718425" y="3127375"/>
                  </a:lnTo>
                  <a:lnTo>
                    <a:pt x="7718425" y="0"/>
                  </a:lnTo>
                  <a:close/>
                </a:path>
              </a:pathLst>
            </a:custGeom>
            <a:solidFill>
              <a:srgbClr val="D4D6EB"/>
            </a:solidFill>
          </p:spPr>
          <p:txBody>
            <a:bodyPr wrap="square" lIns="0" tIns="0" rIns="0" bIns="0" rtlCol="0"/>
            <a:lstStyle/>
            <a:p/>
          </p:txBody>
        </p:sp>
        <p:sp>
          <p:nvSpPr>
            <p:cNvPr id="19" name="object 19" descr=""/>
            <p:cNvSpPr/>
            <p:nvPr/>
          </p:nvSpPr>
          <p:spPr>
            <a:xfrm>
              <a:off x="4224401" y="2836862"/>
              <a:ext cx="7718425" cy="3127375"/>
            </a:xfrm>
            <a:custGeom>
              <a:avLst/>
              <a:gdLst/>
              <a:ahLst/>
              <a:cxnLst/>
              <a:rect l="l" t="t" r="r" b="b"/>
              <a:pathLst>
                <a:path w="7718425" h="3127375">
                  <a:moveTo>
                    <a:pt x="0" y="3127375"/>
                  </a:moveTo>
                  <a:lnTo>
                    <a:pt x="7718425" y="3127375"/>
                  </a:lnTo>
                  <a:lnTo>
                    <a:pt x="7718425" y="0"/>
                  </a:lnTo>
                  <a:lnTo>
                    <a:pt x="0" y="0"/>
                  </a:lnTo>
                  <a:lnTo>
                    <a:pt x="0" y="3127375"/>
                  </a:lnTo>
                  <a:close/>
                </a:path>
              </a:pathLst>
            </a:custGeom>
            <a:ln w="9525">
              <a:solidFill>
                <a:srgbClr val="40458B"/>
              </a:solidFill>
            </a:ln>
          </p:spPr>
          <p:txBody>
            <a:bodyPr wrap="square" lIns="0" tIns="0" rIns="0" bIns="0" rtlCol="0"/>
            <a:lstStyle/>
            <a:p/>
          </p:txBody>
        </p:sp>
        <p:sp>
          <p:nvSpPr>
            <p:cNvPr id="20" name="object 20" descr=""/>
            <p:cNvSpPr/>
            <p:nvPr/>
          </p:nvSpPr>
          <p:spPr>
            <a:xfrm>
              <a:off x="4405757" y="3051936"/>
              <a:ext cx="2560320" cy="1142365"/>
            </a:xfrm>
            <a:custGeom>
              <a:avLst/>
              <a:gdLst/>
              <a:ahLst/>
              <a:cxnLst/>
              <a:rect l="l" t="t" r="r" b="b"/>
              <a:pathLst>
                <a:path w="2560320" h="1142364">
                  <a:moveTo>
                    <a:pt x="2559939" y="0"/>
                  </a:moveTo>
                  <a:lnTo>
                    <a:pt x="0" y="0"/>
                  </a:lnTo>
                  <a:lnTo>
                    <a:pt x="0" y="1142111"/>
                  </a:lnTo>
                  <a:lnTo>
                    <a:pt x="2559939" y="1142111"/>
                  </a:lnTo>
                  <a:lnTo>
                    <a:pt x="2559939" y="0"/>
                  </a:lnTo>
                  <a:close/>
                </a:path>
              </a:pathLst>
            </a:custGeom>
            <a:solidFill>
              <a:srgbClr val="FFACFF"/>
            </a:solidFill>
          </p:spPr>
          <p:txBody>
            <a:bodyPr wrap="square" lIns="0" tIns="0" rIns="0" bIns="0" rtlCol="0"/>
            <a:lstStyle/>
            <a:p/>
          </p:txBody>
        </p:sp>
        <p:sp>
          <p:nvSpPr>
            <p:cNvPr id="21" name="object 21" descr=""/>
            <p:cNvSpPr/>
            <p:nvPr/>
          </p:nvSpPr>
          <p:spPr>
            <a:xfrm>
              <a:off x="5033403" y="3590164"/>
              <a:ext cx="1853564" cy="0"/>
            </a:xfrm>
            <a:custGeom>
              <a:avLst/>
              <a:gdLst/>
              <a:ahLst/>
              <a:cxnLst/>
              <a:rect l="l" t="t" r="r" b="b"/>
              <a:pathLst>
                <a:path w="1853565" h="0">
                  <a:moveTo>
                    <a:pt x="0" y="0"/>
                  </a:moveTo>
                  <a:lnTo>
                    <a:pt x="339601" y="0"/>
                  </a:lnTo>
                </a:path>
                <a:path w="1853565" h="0">
                  <a:moveTo>
                    <a:pt x="715469" y="0"/>
                  </a:moveTo>
                  <a:lnTo>
                    <a:pt x="1853236" y="0"/>
                  </a:lnTo>
                </a:path>
              </a:pathLst>
            </a:custGeom>
            <a:ln w="18592">
              <a:solidFill>
                <a:srgbClr val="000000"/>
              </a:solidFill>
            </a:ln>
          </p:spPr>
          <p:txBody>
            <a:bodyPr wrap="square" lIns="0" tIns="0" rIns="0" bIns="0" rtlCol="0"/>
            <a:lstStyle/>
            <a:p/>
          </p:txBody>
        </p:sp>
      </p:grpSp>
      <p:sp>
        <p:nvSpPr>
          <p:cNvPr id="22" name="object 22" descr=""/>
          <p:cNvSpPr txBox="1"/>
          <p:nvPr/>
        </p:nvSpPr>
        <p:spPr>
          <a:xfrm>
            <a:off x="4413731" y="3273112"/>
            <a:ext cx="2529205" cy="828040"/>
          </a:xfrm>
          <a:prstGeom prst="rect">
            <a:avLst/>
          </a:prstGeom>
        </p:spPr>
        <p:txBody>
          <a:bodyPr wrap="square" lIns="0" tIns="11430" rIns="0" bIns="0" rtlCol="0" vert="horz">
            <a:spAutoFit/>
          </a:bodyPr>
          <a:lstStyle/>
          <a:p>
            <a:pPr marL="50800">
              <a:lnSpc>
                <a:spcPts val="3165"/>
              </a:lnSpc>
              <a:spcBef>
                <a:spcPts val="90"/>
              </a:spcBef>
              <a:tabLst>
                <a:tab pos="1052830" algn="l"/>
                <a:tab pos="1726564" algn="l"/>
              </a:tabLst>
            </a:pPr>
            <a:r>
              <a:rPr dirty="0" sz="3200" i="1">
                <a:solidFill>
                  <a:srgbClr val="FF0000"/>
                </a:solidFill>
                <a:latin typeface="Times New Roman"/>
                <a:cs typeface="Times New Roman"/>
              </a:rPr>
              <a:t>S</a:t>
            </a:r>
            <a:r>
              <a:rPr dirty="0" sz="3200" spc="-150" i="1">
                <a:solidFill>
                  <a:srgbClr val="FF0000"/>
                </a:solidFill>
                <a:latin typeface="Times New Roman"/>
                <a:cs typeface="Times New Roman"/>
              </a:rPr>
              <a:t> </a:t>
            </a:r>
            <a:r>
              <a:rPr dirty="0" sz="3200" spc="-235">
                <a:latin typeface="Symbol"/>
                <a:cs typeface="Symbol"/>
              </a:rPr>
              <a:t></a:t>
            </a:r>
            <a:r>
              <a:rPr dirty="0" sz="3200" spc="10">
                <a:latin typeface="Times New Roman"/>
                <a:cs typeface="Times New Roman"/>
              </a:rPr>
              <a:t> </a:t>
            </a:r>
            <a:r>
              <a:rPr dirty="0" baseline="35590" sz="4800" spc="-442" i="1">
                <a:latin typeface="Times New Roman"/>
                <a:cs typeface="Times New Roman"/>
              </a:rPr>
              <a:t>T</a:t>
            </a:r>
            <a:r>
              <a:rPr dirty="0" baseline="36036" sz="2775" spc="-442">
                <a:latin typeface="Times New Roman"/>
                <a:cs typeface="Times New Roman"/>
              </a:rPr>
              <a:t>s</a:t>
            </a:r>
            <a:r>
              <a:rPr dirty="0" baseline="36036" sz="2775">
                <a:latin typeface="Times New Roman"/>
                <a:cs typeface="Times New Roman"/>
              </a:rPr>
              <a:t>	</a:t>
            </a:r>
            <a:r>
              <a:rPr dirty="0" sz="3200" spc="-50">
                <a:latin typeface="Symbol"/>
                <a:cs typeface="Symbol"/>
              </a:rPr>
              <a:t></a:t>
            </a:r>
            <a:r>
              <a:rPr dirty="0" sz="3200">
                <a:latin typeface="Times New Roman"/>
                <a:cs typeface="Times New Roman"/>
              </a:rPr>
              <a:t>	</a:t>
            </a:r>
            <a:r>
              <a:rPr dirty="0" baseline="34722" sz="4800" spc="-37" i="1">
                <a:latin typeface="Times New Roman"/>
                <a:cs typeface="Times New Roman"/>
              </a:rPr>
              <a:t>nk</a:t>
            </a:r>
            <a:endParaRPr baseline="34722" sz="4800">
              <a:latin typeface="Times New Roman"/>
              <a:cs typeface="Times New Roman"/>
            </a:endParaRPr>
          </a:p>
          <a:p>
            <a:pPr marL="619125">
              <a:lnSpc>
                <a:spcPts val="3165"/>
              </a:lnSpc>
              <a:tabLst>
                <a:tab pos="1356360" algn="l"/>
              </a:tabLst>
            </a:pPr>
            <a:r>
              <a:rPr dirty="0" sz="3200" spc="-25" i="1">
                <a:latin typeface="Times New Roman"/>
                <a:cs typeface="Times New Roman"/>
              </a:rPr>
              <a:t>T</a:t>
            </a:r>
            <a:r>
              <a:rPr dirty="0" baseline="-24024" sz="2775" spc="-37">
                <a:latin typeface="Times New Roman"/>
                <a:cs typeface="Times New Roman"/>
              </a:rPr>
              <a:t>k</a:t>
            </a:r>
            <a:r>
              <a:rPr dirty="0" baseline="-24024" sz="2775">
                <a:latin typeface="Times New Roman"/>
                <a:cs typeface="Times New Roman"/>
              </a:rPr>
              <a:t>	</a:t>
            </a:r>
            <a:r>
              <a:rPr dirty="0" sz="3200" spc="-195" i="1">
                <a:latin typeface="Times New Roman"/>
                <a:cs typeface="Times New Roman"/>
              </a:rPr>
              <a:t>k</a:t>
            </a:r>
            <a:r>
              <a:rPr dirty="0" sz="3200" spc="-130" i="1">
                <a:latin typeface="Times New Roman"/>
                <a:cs typeface="Times New Roman"/>
              </a:rPr>
              <a:t> </a:t>
            </a:r>
            <a:r>
              <a:rPr dirty="0" sz="3200" spc="-235">
                <a:latin typeface="Symbol"/>
                <a:cs typeface="Symbol"/>
              </a:rPr>
              <a:t></a:t>
            </a:r>
            <a:r>
              <a:rPr dirty="0" sz="3200" spc="-290">
                <a:latin typeface="Times New Roman"/>
                <a:cs typeface="Times New Roman"/>
              </a:rPr>
              <a:t> </a:t>
            </a:r>
            <a:r>
              <a:rPr dirty="0" sz="3200" spc="-215" i="1">
                <a:latin typeface="Times New Roman"/>
                <a:cs typeface="Times New Roman"/>
              </a:rPr>
              <a:t>n</a:t>
            </a:r>
            <a:r>
              <a:rPr dirty="0" sz="3200" spc="-335" i="1">
                <a:latin typeface="Times New Roman"/>
                <a:cs typeface="Times New Roman"/>
              </a:rPr>
              <a:t> </a:t>
            </a:r>
            <a:r>
              <a:rPr dirty="0" sz="3200" spc="-25">
                <a:latin typeface="Symbol"/>
                <a:cs typeface="Symbol"/>
              </a:rPr>
              <a:t></a:t>
            </a:r>
            <a:r>
              <a:rPr dirty="0" sz="3200" spc="-25">
                <a:latin typeface="Times New Roman"/>
                <a:cs typeface="Times New Roman"/>
              </a:rPr>
              <a:t>1</a:t>
            </a:r>
            <a:endParaRPr sz="3200">
              <a:latin typeface="Times New Roman"/>
              <a:cs typeface="Times New Roman"/>
            </a:endParaRPr>
          </a:p>
        </p:txBody>
      </p:sp>
      <p:sp>
        <p:nvSpPr>
          <p:cNvPr id="23" name="object 23" descr=""/>
          <p:cNvSpPr txBox="1"/>
          <p:nvPr/>
        </p:nvSpPr>
        <p:spPr>
          <a:xfrm>
            <a:off x="7344156" y="3000836"/>
            <a:ext cx="4624070" cy="1123950"/>
          </a:xfrm>
          <a:prstGeom prst="rect">
            <a:avLst/>
          </a:prstGeom>
        </p:spPr>
        <p:txBody>
          <a:bodyPr wrap="square" lIns="0" tIns="196215" rIns="0" bIns="0" rtlCol="0" vert="horz">
            <a:spAutoFit/>
          </a:bodyPr>
          <a:lstStyle/>
          <a:p>
            <a:pPr marL="38100">
              <a:lnSpc>
                <a:spcPct val="100000"/>
              </a:lnSpc>
              <a:spcBef>
                <a:spcPts val="1545"/>
              </a:spcBef>
            </a:pPr>
            <a:r>
              <a:rPr dirty="0" sz="2400" spc="-10" b="1">
                <a:solidFill>
                  <a:srgbClr val="FF0000"/>
                </a:solidFill>
                <a:latin typeface="宋体"/>
                <a:cs typeface="宋体"/>
              </a:rPr>
              <a:t>T</a:t>
            </a:r>
            <a:r>
              <a:rPr dirty="0" baseline="-20833" sz="2400" spc="-15" b="1">
                <a:solidFill>
                  <a:srgbClr val="FF0000"/>
                </a:solidFill>
                <a:latin typeface="宋体"/>
                <a:cs typeface="宋体"/>
              </a:rPr>
              <a:t>s</a:t>
            </a:r>
            <a:r>
              <a:rPr dirty="0" sz="2400" spc="-25" b="1">
                <a:solidFill>
                  <a:srgbClr val="40458B"/>
                </a:solidFill>
                <a:latin typeface="宋体"/>
                <a:cs typeface="宋体"/>
              </a:rPr>
              <a:t>：顺序执行</a:t>
            </a:r>
            <a:r>
              <a:rPr dirty="0" sz="2400" spc="-10" b="1">
                <a:solidFill>
                  <a:srgbClr val="40458B"/>
                </a:solidFill>
                <a:latin typeface="宋体"/>
                <a:cs typeface="宋体"/>
              </a:rPr>
              <a:t>n</a:t>
            </a:r>
            <a:r>
              <a:rPr dirty="0" sz="2400" spc="-25" b="1">
                <a:solidFill>
                  <a:srgbClr val="40458B"/>
                </a:solidFill>
                <a:latin typeface="宋体"/>
                <a:cs typeface="宋体"/>
              </a:rPr>
              <a:t>个任务所需的时间</a:t>
            </a:r>
            <a:endParaRPr sz="2400">
              <a:latin typeface="宋体"/>
              <a:cs typeface="宋体"/>
            </a:endParaRPr>
          </a:p>
          <a:p>
            <a:pPr marL="38100">
              <a:lnSpc>
                <a:spcPct val="100000"/>
              </a:lnSpc>
              <a:spcBef>
                <a:spcPts val="1440"/>
              </a:spcBef>
            </a:pPr>
            <a:r>
              <a:rPr dirty="0" sz="2400" spc="-20" b="1">
                <a:solidFill>
                  <a:srgbClr val="FF0000"/>
                </a:solidFill>
                <a:latin typeface="宋体"/>
                <a:cs typeface="宋体"/>
              </a:rPr>
              <a:t>T</a:t>
            </a:r>
            <a:r>
              <a:rPr dirty="0" baseline="-20833" sz="2400" spc="-30" b="1">
                <a:solidFill>
                  <a:srgbClr val="FF0000"/>
                </a:solidFill>
                <a:latin typeface="宋体"/>
                <a:cs typeface="宋体"/>
              </a:rPr>
              <a:t>k</a:t>
            </a:r>
            <a:r>
              <a:rPr dirty="0" sz="2400" spc="-20" b="1">
                <a:solidFill>
                  <a:srgbClr val="40458B"/>
                </a:solidFill>
                <a:latin typeface="宋体"/>
                <a:cs typeface="宋体"/>
              </a:rPr>
              <a:t>：K段n</a:t>
            </a:r>
            <a:r>
              <a:rPr dirty="0" sz="2400" spc="-25" b="1">
                <a:solidFill>
                  <a:srgbClr val="40458B"/>
                </a:solidFill>
                <a:latin typeface="宋体"/>
                <a:cs typeface="宋体"/>
              </a:rPr>
              <a:t>个任务流水所需的时间。</a:t>
            </a:r>
            <a:endParaRPr sz="2400">
              <a:latin typeface="宋体"/>
              <a:cs typeface="宋体"/>
            </a:endParaRPr>
          </a:p>
        </p:txBody>
      </p:sp>
      <p:grpSp>
        <p:nvGrpSpPr>
          <p:cNvPr id="24" name="object 24" descr=""/>
          <p:cNvGrpSpPr/>
          <p:nvPr/>
        </p:nvGrpSpPr>
        <p:grpSpPr>
          <a:xfrm>
            <a:off x="4303776" y="4807089"/>
            <a:ext cx="3585210" cy="1142365"/>
            <a:chOff x="4303776" y="4807089"/>
            <a:chExt cx="3585210" cy="1142365"/>
          </a:xfrm>
        </p:grpSpPr>
        <p:sp>
          <p:nvSpPr>
            <p:cNvPr id="25" name="object 25" descr=""/>
            <p:cNvSpPr/>
            <p:nvPr/>
          </p:nvSpPr>
          <p:spPr>
            <a:xfrm>
              <a:off x="4303776" y="4807089"/>
              <a:ext cx="3585210" cy="1142365"/>
            </a:xfrm>
            <a:custGeom>
              <a:avLst/>
              <a:gdLst/>
              <a:ahLst/>
              <a:cxnLst/>
              <a:rect l="l" t="t" r="r" b="b"/>
              <a:pathLst>
                <a:path w="3585209" h="1142364">
                  <a:moveTo>
                    <a:pt x="3585210" y="0"/>
                  </a:moveTo>
                  <a:lnTo>
                    <a:pt x="0" y="0"/>
                  </a:lnTo>
                  <a:lnTo>
                    <a:pt x="0" y="1142111"/>
                  </a:lnTo>
                  <a:lnTo>
                    <a:pt x="3585210" y="1142111"/>
                  </a:lnTo>
                  <a:lnTo>
                    <a:pt x="3585210" y="0"/>
                  </a:lnTo>
                  <a:close/>
                </a:path>
              </a:pathLst>
            </a:custGeom>
            <a:solidFill>
              <a:srgbClr val="FFACFF"/>
            </a:solidFill>
          </p:spPr>
          <p:txBody>
            <a:bodyPr wrap="square" lIns="0" tIns="0" rIns="0" bIns="0" rtlCol="0"/>
            <a:lstStyle/>
            <a:p/>
          </p:txBody>
        </p:sp>
        <p:sp>
          <p:nvSpPr>
            <p:cNvPr id="26" name="object 26" descr=""/>
            <p:cNvSpPr/>
            <p:nvPr/>
          </p:nvSpPr>
          <p:spPr>
            <a:xfrm>
              <a:off x="5976577" y="5398794"/>
              <a:ext cx="1246505" cy="0"/>
            </a:xfrm>
            <a:custGeom>
              <a:avLst/>
              <a:gdLst/>
              <a:ahLst/>
              <a:cxnLst/>
              <a:rect l="l" t="t" r="r" b="b"/>
              <a:pathLst>
                <a:path w="1246504" h="0">
                  <a:moveTo>
                    <a:pt x="0" y="0"/>
                  </a:moveTo>
                  <a:lnTo>
                    <a:pt x="1246224" y="0"/>
                  </a:lnTo>
                </a:path>
              </a:pathLst>
            </a:custGeom>
            <a:ln w="21635">
              <a:solidFill>
                <a:srgbClr val="000000"/>
              </a:solidFill>
            </a:ln>
          </p:spPr>
          <p:txBody>
            <a:bodyPr wrap="square" lIns="0" tIns="0" rIns="0" bIns="0" rtlCol="0"/>
            <a:lstStyle/>
            <a:p/>
          </p:txBody>
        </p:sp>
      </p:grpSp>
      <p:sp>
        <p:nvSpPr>
          <p:cNvPr id="27" name="object 27" descr=""/>
          <p:cNvSpPr txBox="1"/>
          <p:nvPr/>
        </p:nvSpPr>
        <p:spPr>
          <a:xfrm>
            <a:off x="6392873" y="4771964"/>
            <a:ext cx="390525" cy="560070"/>
          </a:xfrm>
          <a:prstGeom prst="rect">
            <a:avLst/>
          </a:prstGeom>
        </p:spPr>
        <p:txBody>
          <a:bodyPr wrap="square" lIns="0" tIns="13335" rIns="0" bIns="0" rtlCol="0" vert="horz">
            <a:spAutoFit/>
          </a:bodyPr>
          <a:lstStyle/>
          <a:p>
            <a:pPr marL="12700">
              <a:lnSpc>
                <a:spcPct val="100000"/>
              </a:lnSpc>
              <a:spcBef>
                <a:spcPts val="105"/>
              </a:spcBef>
            </a:pPr>
            <a:r>
              <a:rPr dirty="0" sz="3500" spc="-195" i="1">
                <a:latin typeface="Times New Roman"/>
                <a:cs typeface="Times New Roman"/>
              </a:rPr>
              <a:t>nk</a:t>
            </a:r>
            <a:endParaRPr sz="3500">
              <a:latin typeface="Times New Roman"/>
              <a:cs typeface="Times New Roman"/>
            </a:endParaRPr>
          </a:p>
        </p:txBody>
      </p:sp>
      <p:sp>
        <p:nvSpPr>
          <p:cNvPr id="28" name="object 28" descr=""/>
          <p:cNvSpPr txBox="1"/>
          <p:nvPr/>
        </p:nvSpPr>
        <p:spPr>
          <a:xfrm>
            <a:off x="4330383" y="5051207"/>
            <a:ext cx="1623060" cy="560070"/>
          </a:xfrm>
          <a:prstGeom prst="rect">
            <a:avLst/>
          </a:prstGeom>
        </p:spPr>
        <p:txBody>
          <a:bodyPr wrap="square" lIns="0" tIns="13335" rIns="0" bIns="0" rtlCol="0" vert="horz">
            <a:spAutoFit/>
          </a:bodyPr>
          <a:lstStyle/>
          <a:p>
            <a:pPr marL="38100">
              <a:lnSpc>
                <a:spcPct val="100000"/>
              </a:lnSpc>
              <a:spcBef>
                <a:spcPts val="105"/>
              </a:spcBef>
              <a:tabLst>
                <a:tab pos="763270" algn="l"/>
              </a:tabLst>
            </a:pPr>
            <a:r>
              <a:rPr dirty="0" sz="3500" spc="-20" i="1">
                <a:solidFill>
                  <a:srgbClr val="FF0000"/>
                </a:solidFill>
                <a:latin typeface="Times New Roman"/>
                <a:cs typeface="Times New Roman"/>
              </a:rPr>
              <a:t>S</a:t>
            </a:r>
            <a:r>
              <a:rPr dirty="0" baseline="-25000" sz="3000" spc="-30">
                <a:solidFill>
                  <a:srgbClr val="FF0000"/>
                </a:solidFill>
                <a:latin typeface="Times New Roman"/>
                <a:cs typeface="Times New Roman"/>
              </a:rPr>
              <a:t>max</a:t>
            </a:r>
            <a:r>
              <a:rPr dirty="0" baseline="-25000" sz="3000">
                <a:solidFill>
                  <a:srgbClr val="FF0000"/>
                </a:solidFill>
                <a:latin typeface="Times New Roman"/>
                <a:cs typeface="Times New Roman"/>
              </a:rPr>
              <a:t>	</a:t>
            </a:r>
            <a:r>
              <a:rPr dirty="0" sz="3500" spc="-240">
                <a:latin typeface="Symbol"/>
                <a:cs typeface="Symbol"/>
              </a:rPr>
              <a:t></a:t>
            </a:r>
            <a:r>
              <a:rPr dirty="0" sz="3500" spc="-204">
                <a:latin typeface="Times New Roman"/>
                <a:cs typeface="Times New Roman"/>
              </a:rPr>
              <a:t> </a:t>
            </a:r>
            <a:r>
              <a:rPr dirty="0" sz="3500" spc="-110">
                <a:latin typeface="Times New Roman"/>
                <a:cs typeface="Times New Roman"/>
              </a:rPr>
              <a:t>lim</a:t>
            </a:r>
            <a:endParaRPr sz="3500">
              <a:latin typeface="Times New Roman"/>
              <a:cs typeface="Times New Roman"/>
            </a:endParaRPr>
          </a:p>
        </p:txBody>
      </p:sp>
      <p:sp>
        <p:nvSpPr>
          <p:cNvPr id="29" name="object 29" descr=""/>
          <p:cNvSpPr txBox="1"/>
          <p:nvPr/>
        </p:nvSpPr>
        <p:spPr>
          <a:xfrm>
            <a:off x="5360903" y="5397780"/>
            <a:ext cx="1922145" cy="560070"/>
          </a:xfrm>
          <a:prstGeom prst="rect">
            <a:avLst/>
          </a:prstGeom>
        </p:spPr>
        <p:txBody>
          <a:bodyPr wrap="square" lIns="0" tIns="13335" rIns="0" bIns="0" rtlCol="0" vert="horz">
            <a:spAutoFit/>
          </a:bodyPr>
          <a:lstStyle/>
          <a:p>
            <a:pPr marL="38100">
              <a:lnSpc>
                <a:spcPct val="100000"/>
              </a:lnSpc>
              <a:spcBef>
                <a:spcPts val="105"/>
              </a:spcBef>
            </a:pPr>
            <a:r>
              <a:rPr dirty="0" baseline="19444" sz="3000" spc="-89" i="1">
                <a:latin typeface="Times New Roman"/>
                <a:cs typeface="Times New Roman"/>
              </a:rPr>
              <a:t>n</a:t>
            </a:r>
            <a:r>
              <a:rPr dirty="0" baseline="19444" sz="3000" spc="-89">
                <a:latin typeface="Symbol"/>
                <a:cs typeface="Symbol"/>
              </a:rPr>
              <a:t></a:t>
            </a:r>
            <a:r>
              <a:rPr dirty="0" baseline="19444" sz="3000" spc="-30">
                <a:latin typeface="Times New Roman"/>
                <a:cs typeface="Times New Roman"/>
              </a:rPr>
              <a:t> </a:t>
            </a:r>
            <a:r>
              <a:rPr dirty="0" sz="3500" spc="-195" i="1">
                <a:latin typeface="Times New Roman"/>
                <a:cs typeface="Times New Roman"/>
              </a:rPr>
              <a:t>k</a:t>
            </a:r>
            <a:r>
              <a:rPr dirty="0" sz="3500" spc="-160" i="1">
                <a:latin typeface="Times New Roman"/>
                <a:cs typeface="Times New Roman"/>
              </a:rPr>
              <a:t> </a:t>
            </a:r>
            <a:r>
              <a:rPr dirty="0" sz="3500" spc="-240">
                <a:latin typeface="Symbol"/>
                <a:cs typeface="Symbol"/>
              </a:rPr>
              <a:t></a:t>
            </a:r>
            <a:r>
              <a:rPr dirty="0" sz="3500" spc="-345">
                <a:latin typeface="Times New Roman"/>
                <a:cs typeface="Times New Roman"/>
              </a:rPr>
              <a:t> </a:t>
            </a:r>
            <a:r>
              <a:rPr dirty="0" sz="3500" spc="-210" i="1">
                <a:latin typeface="Times New Roman"/>
                <a:cs typeface="Times New Roman"/>
              </a:rPr>
              <a:t>n</a:t>
            </a:r>
            <a:r>
              <a:rPr dirty="0" sz="3500" spc="-380" i="1">
                <a:latin typeface="Times New Roman"/>
                <a:cs typeface="Times New Roman"/>
              </a:rPr>
              <a:t> </a:t>
            </a:r>
            <a:r>
              <a:rPr dirty="0" sz="3500" spc="-25">
                <a:latin typeface="Symbol"/>
                <a:cs typeface="Symbol"/>
              </a:rPr>
              <a:t></a:t>
            </a:r>
            <a:r>
              <a:rPr dirty="0" sz="3500" spc="-25">
                <a:latin typeface="Times New Roman"/>
                <a:cs typeface="Times New Roman"/>
              </a:rPr>
              <a:t>1</a:t>
            </a:r>
            <a:endParaRPr sz="3500">
              <a:latin typeface="Times New Roman"/>
              <a:cs typeface="Times New Roman"/>
            </a:endParaRPr>
          </a:p>
        </p:txBody>
      </p:sp>
      <p:sp>
        <p:nvSpPr>
          <p:cNvPr id="30" name="object 30" descr=""/>
          <p:cNvSpPr txBox="1"/>
          <p:nvPr/>
        </p:nvSpPr>
        <p:spPr>
          <a:xfrm>
            <a:off x="7313145" y="5051207"/>
            <a:ext cx="2935605" cy="560070"/>
          </a:xfrm>
          <a:prstGeom prst="rect">
            <a:avLst/>
          </a:prstGeom>
        </p:spPr>
        <p:txBody>
          <a:bodyPr wrap="square" lIns="0" tIns="13335" rIns="0" bIns="0" rtlCol="0" vert="horz">
            <a:spAutoFit/>
          </a:bodyPr>
          <a:lstStyle/>
          <a:p>
            <a:pPr marL="12700">
              <a:lnSpc>
                <a:spcPct val="100000"/>
              </a:lnSpc>
              <a:spcBef>
                <a:spcPts val="105"/>
              </a:spcBef>
              <a:tabLst>
                <a:tab pos="929005" algn="l"/>
              </a:tabLst>
            </a:pPr>
            <a:r>
              <a:rPr dirty="0" sz="3500" spc="-240">
                <a:latin typeface="Symbol"/>
                <a:cs typeface="Symbol"/>
              </a:rPr>
              <a:t></a:t>
            </a:r>
            <a:r>
              <a:rPr dirty="0" sz="3500" spc="-195">
                <a:latin typeface="Times New Roman"/>
                <a:cs typeface="Times New Roman"/>
              </a:rPr>
              <a:t> </a:t>
            </a:r>
            <a:r>
              <a:rPr dirty="0" sz="3500" spc="-50" i="1">
                <a:latin typeface="Times New Roman"/>
                <a:cs typeface="Times New Roman"/>
              </a:rPr>
              <a:t>k</a:t>
            </a:r>
            <a:r>
              <a:rPr dirty="0" sz="3500" i="1">
                <a:latin typeface="Times New Roman"/>
                <a:cs typeface="Times New Roman"/>
              </a:rPr>
              <a:t>	</a:t>
            </a:r>
            <a:r>
              <a:rPr dirty="0" baseline="2314" sz="3600" spc="-30" b="1">
                <a:solidFill>
                  <a:srgbClr val="FF0000"/>
                </a:solidFill>
                <a:latin typeface="宋体"/>
                <a:cs typeface="宋体"/>
              </a:rPr>
              <a:t>K：</a:t>
            </a:r>
            <a:r>
              <a:rPr dirty="0" baseline="2314" sz="3600" spc="-44" b="1">
                <a:solidFill>
                  <a:srgbClr val="40458B"/>
                </a:solidFill>
                <a:latin typeface="宋体"/>
                <a:cs typeface="宋体"/>
              </a:rPr>
              <a:t>最大加速比</a:t>
            </a:r>
            <a:endParaRPr baseline="2314" sz="3600">
              <a:latin typeface="宋体"/>
              <a:cs typeface="宋体"/>
            </a:endParaRPr>
          </a:p>
        </p:txBody>
      </p:sp>
      <p:sp>
        <p:nvSpPr>
          <p:cNvPr id="31" name="object 31" descr=""/>
          <p:cNvSpPr/>
          <p:nvPr/>
        </p:nvSpPr>
        <p:spPr>
          <a:xfrm>
            <a:off x="3792601" y="2624201"/>
            <a:ext cx="0" cy="3529329"/>
          </a:xfrm>
          <a:custGeom>
            <a:avLst/>
            <a:gdLst/>
            <a:ahLst/>
            <a:cxnLst/>
            <a:rect l="l" t="t" r="r" b="b"/>
            <a:pathLst>
              <a:path w="0" h="3529329">
                <a:moveTo>
                  <a:pt x="0" y="0"/>
                </a:moveTo>
                <a:lnTo>
                  <a:pt x="0" y="3528949"/>
                </a:lnTo>
              </a:path>
            </a:pathLst>
          </a:custGeom>
          <a:ln w="28575">
            <a:solidFill>
              <a:srgbClr val="FF0000"/>
            </a:solidFill>
            <a:prstDash val="sysDash"/>
          </a:ln>
        </p:spPr>
        <p:txBody>
          <a:bodyPr wrap="square" lIns="0" tIns="0" rIns="0" bIns="0" rtlCol="0"/>
          <a:lstStyle/>
          <a:p/>
        </p:txBody>
      </p:sp>
      <p:sp>
        <p:nvSpPr>
          <p:cNvPr id="32" name="object 32"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49/154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270884" y="112521"/>
            <a:ext cx="6127750" cy="513715"/>
          </a:xfrm>
          <a:prstGeom prst="rect">
            <a:avLst/>
          </a:prstGeom>
        </p:spPr>
        <p:txBody>
          <a:bodyPr wrap="square" lIns="0" tIns="12700" rIns="0" bIns="0" rtlCol="0" vert="horz">
            <a:spAutoFit/>
          </a:bodyPr>
          <a:lstStyle/>
          <a:p>
            <a:pPr marL="12700">
              <a:lnSpc>
                <a:spcPct val="100000"/>
              </a:lnSpc>
              <a:spcBef>
                <a:spcPts val="100"/>
              </a:spcBef>
            </a:pPr>
            <a:r>
              <a:rPr dirty="0" sz="3200" spc="-10">
                <a:solidFill>
                  <a:srgbClr val="4F55AC"/>
                </a:solidFill>
                <a:latin typeface="黑体"/>
                <a:cs typeface="黑体"/>
              </a:rPr>
              <a:t>效率、加速比、吞吐率之间的关系</a:t>
            </a:r>
            <a:endParaRPr sz="3200">
              <a:latin typeface="黑体"/>
              <a:cs typeface="黑体"/>
            </a:endParaRPr>
          </a:p>
        </p:txBody>
      </p:sp>
      <p:grpSp>
        <p:nvGrpSpPr>
          <p:cNvPr id="10" name="object 10" descr=""/>
          <p:cNvGrpSpPr/>
          <p:nvPr/>
        </p:nvGrpSpPr>
        <p:grpSpPr>
          <a:xfrm>
            <a:off x="2208276" y="1247711"/>
            <a:ext cx="8108950" cy="3218180"/>
            <a:chOff x="2208276" y="1247711"/>
            <a:chExt cx="8108950" cy="3218180"/>
          </a:xfrm>
        </p:grpSpPr>
        <p:pic>
          <p:nvPicPr>
            <p:cNvPr id="11" name="object 11" descr=""/>
            <p:cNvPicPr/>
            <p:nvPr/>
          </p:nvPicPr>
          <p:blipFill>
            <a:blip r:embed="rId2" cstate="print"/>
            <a:stretch>
              <a:fillRect/>
            </a:stretch>
          </p:blipFill>
          <p:spPr>
            <a:xfrm>
              <a:off x="2208276" y="1247711"/>
              <a:ext cx="2519299" cy="1223962"/>
            </a:xfrm>
            <a:prstGeom prst="rect">
              <a:avLst/>
            </a:prstGeom>
          </p:spPr>
        </p:pic>
        <p:pic>
          <p:nvPicPr>
            <p:cNvPr id="12" name="object 12" descr=""/>
            <p:cNvPicPr/>
            <p:nvPr/>
          </p:nvPicPr>
          <p:blipFill>
            <a:blip r:embed="rId3" cstate="print"/>
            <a:stretch>
              <a:fillRect/>
            </a:stretch>
          </p:blipFill>
          <p:spPr>
            <a:xfrm>
              <a:off x="4933950" y="1247711"/>
              <a:ext cx="2436749" cy="1223962"/>
            </a:xfrm>
            <a:prstGeom prst="rect">
              <a:avLst/>
            </a:prstGeom>
          </p:spPr>
        </p:pic>
        <p:pic>
          <p:nvPicPr>
            <p:cNvPr id="13" name="object 13" descr=""/>
            <p:cNvPicPr/>
            <p:nvPr/>
          </p:nvPicPr>
          <p:blipFill>
            <a:blip r:embed="rId4" cstate="print"/>
            <a:stretch>
              <a:fillRect/>
            </a:stretch>
          </p:blipFill>
          <p:spPr>
            <a:xfrm>
              <a:off x="7680325" y="1335087"/>
              <a:ext cx="2636901" cy="1049337"/>
            </a:xfrm>
            <a:prstGeom prst="rect">
              <a:avLst/>
            </a:prstGeom>
          </p:spPr>
        </p:pic>
        <p:sp>
          <p:nvSpPr>
            <p:cNvPr id="14" name="object 14" descr=""/>
            <p:cNvSpPr/>
            <p:nvPr/>
          </p:nvSpPr>
          <p:spPr>
            <a:xfrm>
              <a:off x="3216402" y="2326766"/>
              <a:ext cx="2526030" cy="1303655"/>
            </a:xfrm>
            <a:custGeom>
              <a:avLst/>
              <a:gdLst/>
              <a:ahLst/>
              <a:cxnLst/>
              <a:rect l="l" t="t" r="r" b="b"/>
              <a:pathLst>
                <a:path w="2526029" h="1303654">
                  <a:moveTo>
                    <a:pt x="718820" y="1303147"/>
                  </a:moveTo>
                  <a:lnTo>
                    <a:pt x="705815" y="1241691"/>
                  </a:lnTo>
                  <a:lnTo>
                    <a:pt x="691388" y="1173480"/>
                  </a:lnTo>
                  <a:lnTo>
                    <a:pt x="684911" y="1218006"/>
                  </a:lnTo>
                  <a:lnTo>
                    <a:pt x="19558" y="0"/>
                  </a:lnTo>
                  <a:lnTo>
                    <a:pt x="0" y="10541"/>
                  </a:lnTo>
                  <a:lnTo>
                    <a:pt x="665353" y="1228661"/>
                  </a:lnTo>
                  <a:lnTo>
                    <a:pt x="624459" y="1210056"/>
                  </a:lnTo>
                  <a:lnTo>
                    <a:pt x="718820" y="1303147"/>
                  </a:lnTo>
                  <a:close/>
                </a:path>
                <a:path w="2526029" h="1303654">
                  <a:moveTo>
                    <a:pt x="2525776" y="67564"/>
                  </a:moveTo>
                  <a:lnTo>
                    <a:pt x="2512695" y="49530"/>
                  </a:lnTo>
                  <a:lnTo>
                    <a:pt x="874915" y="1240650"/>
                  </a:lnTo>
                  <a:lnTo>
                    <a:pt x="888111" y="1197737"/>
                  </a:lnTo>
                  <a:lnTo>
                    <a:pt x="807720" y="1303147"/>
                  </a:lnTo>
                  <a:lnTo>
                    <a:pt x="910069" y="1267333"/>
                  </a:lnTo>
                  <a:lnTo>
                    <a:pt x="932942" y="1259332"/>
                  </a:lnTo>
                  <a:lnTo>
                    <a:pt x="887780" y="1258709"/>
                  </a:lnTo>
                  <a:lnTo>
                    <a:pt x="888111" y="1258468"/>
                  </a:lnTo>
                  <a:lnTo>
                    <a:pt x="2525776" y="67564"/>
                  </a:lnTo>
                  <a:close/>
                </a:path>
              </a:pathLst>
            </a:custGeom>
            <a:solidFill>
              <a:srgbClr val="006FC0"/>
            </a:solidFill>
          </p:spPr>
          <p:txBody>
            <a:bodyPr wrap="square" lIns="0" tIns="0" rIns="0" bIns="0" rtlCol="0"/>
            <a:lstStyle/>
            <a:p/>
          </p:txBody>
        </p:sp>
        <p:pic>
          <p:nvPicPr>
            <p:cNvPr id="15" name="object 15" descr=""/>
            <p:cNvPicPr/>
            <p:nvPr/>
          </p:nvPicPr>
          <p:blipFill>
            <a:blip r:embed="rId5" cstate="print"/>
            <a:stretch>
              <a:fillRect/>
            </a:stretch>
          </p:blipFill>
          <p:spPr>
            <a:xfrm>
              <a:off x="3109976" y="3710076"/>
              <a:ext cx="1532001" cy="620623"/>
            </a:xfrm>
            <a:prstGeom prst="rect">
              <a:avLst/>
            </a:prstGeom>
          </p:spPr>
        </p:pic>
        <p:sp>
          <p:nvSpPr>
            <p:cNvPr id="16" name="object 16" descr=""/>
            <p:cNvSpPr/>
            <p:nvPr/>
          </p:nvSpPr>
          <p:spPr>
            <a:xfrm>
              <a:off x="3562223" y="2375788"/>
              <a:ext cx="4485640" cy="1372235"/>
            </a:xfrm>
            <a:custGeom>
              <a:avLst/>
              <a:gdLst/>
              <a:ahLst/>
              <a:cxnLst/>
              <a:rect l="l" t="t" r="r" b="b"/>
              <a:pathLst>
                <a:path w="4485640" h="1372235">
                  <a:moveTo>
                    <a:pt x="2638806" y="1372235"/>
                  </a:moveTo>
                  <a:lnTo>
                    <a:pt x="2613317" y="1348486"/>
                  </a:lnTo>
                  <a:lnTo>
                    <a:pt x="2570454" y="1308544"/>
                  </a:lnTo>
                  <a:lnTo>
                    <a:pt x="2570454" y="1338427"/>
                  </a:lnTo>
                  <a:lnTo>
                    <a:pt x="2565450" y="1328547"/>
                  </a:lnTo>
                  <a:lnTo>
                    <a:pt x="2570454" y="1338427"/>
                  </a:lnTo>
                  <a:lnTo>
                    <a:pt x="2570454" y="1308544"/>
                  </a:lnTo>
                  <a:lnTo>
                    <a:pt x="2541778" y="1281811"/>
                  </a:lnTo>
                  <a:lnTo>
                    <a:pt x="2562174" y="1322082"/>
                  </a:lnTo>
                  <a:lnTo>
                    <a:pt x="9779" y="62865"/>
                  </a:lnTo>
                  <a:lnTo>
                    <a:pt x="0" y="82804"/>
                  </a:lnTo>
                  <a:lnTo>
                    <a:pt x="2552128" y="1341894"/>
                  </a:lnTo>
                  <a:lnTo>
                    <a:pt x="2507996" y="1350137"/>
                  </a:lnTo>
                  <a:lnTo>
                    <a:pt x="2638806" y="1372235"/>
                  </a:lnTo>
                  <a:close/>
                </a:path>
                <a:path w="4485640" h="1372235">
                  <a:moveTo>
                    <a:pt x="4485386" y="17272"/>
                  </a:moveTo>
                  <a:lnTo>
                    <a:pt x="4471543" y="0"/>
                  </a:lnTo>
                  <a:lnTo>
                    <a:pt x="2833814" y="1306804"/>
                  </a:lnTo>
                  <a:lnTo>
                    <a:pt x="2845181" y="1263142"/>
                  </a:lnTo>
                  <a:lnTo>
                    <a:pt x="2769743" y="1372235"/>
                  </a:lnTo>
                  <a:lnTo>
                    <a:pt x="2866199" y="1333373"/>
                  </a:lnTo>
                  <a:lnTo>
                    <a:pt x="2892679" y="1322705"/>
                  </a:lnTo>
                  <a:lnTo>
                    <a:pt x="2847835" y="1324051"/>
                  </a:lnTo>
                  <a:lnTo>
                    <a:pt x="4485386" y="17272"/>
                  </a:lnTo>
                  <a:close/>
                </a:path>
              </a:pathLst>
            </a:custGeom>
            <a:solidFill>
              <a:srgbClr val="D50092"/>
            </a:solidFill>
          </p:spPr>
          <p:txBody>
            <a:bodyPr wrap="square" lIns="0" tIns="0" rIns="0" bIns="0" rtlCol="0"/>
            <a:lstStyle/>
            <a:p/>
          </p:txBody>
        </p:sp>
        <p:pic>
          <p:nvPicPr>
            <p:cNvPr id="17" name="object 17" descr=""/>
            <p:cNvPicPr/>
            <p:nvPr/>
          </p:nvPicPr>
          <p:blipFill>
            <a:blip r:embed="rId6" cstate="print"/>
            <a:stretch>
              <a:fillRect/>
            </a:stretch>
          </p:blipFill>
          <p:spPr>
            <a:xfrm>
              <a:off x="5140960" y="3747909"/>
              <a:ext cx="2120011" cy="638289"/>
            </a:xfrm>
            <a:prstGeom prst="rect">
              <a:avLst/>
            </a:prstGeom>
          </p:spPr>
        </p:pic>
        <p:sp>
          <p:nvSpPr>
            <p:cNvPr id="18" name="object 18" descr=""/>
            <p:cNvSpPr/>
            <p:nvPr/>
          </p:nvSpPr>
          <p:spPr>
            <a:xfrm>
              <a:off x="6380988" y="2377058"/>
              <a:ext cx="3611245" cy="1373505"/>
            </a:xfrm>
            <a:custGeom>
              <a:avLst/>
              <a:gdLst/>
              <a:ahLst/>
              <a:cxnLst/>
              <a:rect l="l" t="t" r="r" b="b"/>
              <a:pathLst>
                <a:path w="3611245" h="1373504">
                  <a:moveTo>
                    <a:pt x="2242820" y="1373251"/>
                  </a:moveTo>
                  <a:lnTo>
                    <a:pt x="2216035" y="1345057"/>
                  </a:lnTo>
                  <a:lnTo>
                    <a:pt x="2151507" y="1277112"/>
                  </a:lnTo>
                  <a:lnTo>
                    <a:pt x="2169337" y="1318463"/>
                  </a:lnTo>
                  <a:lnTo>
                    <a:pt x="11049" y="85090"/>
                  </a:lnTo>
                  <a:lnTo>
                    <a:pt x="0" y="104394"/>
                  </a:lnTo>
                  <a:lnTo>
                    <a:pt x="2158301" y="1337703"/>
                  </a:lnTo>
                  <a:lnTo>
                    <a:pt x="2113661" y="1343279"/>
                  </a:lnTo>
                  <a:lnTo>
                    <a:pt x="2242820" y="1373251"/>
                  </a:lnTo>
                  <a:close/>
                </a:path>
                <a:path w="3611245" h="1373504">
                  <a:moveTo>
                    <a:pt x="3611118" y="14732"/>
                  </a:moveTo>
                  <a:lnTo>
                    <a:pt x="3594481" y="0"/>
                  </a:lnTo>
                  <a:lnTo>
                    <a:pt x="2432608" y="1298130"/>
                  </a:lnTo>
                  <a:lnTo>
                    <a:pt x="2436495" y="1253236"/>
                  </a:lnTo>
                  <a:lnTo>
                    <a:pt x="2380234" y="1373251"/>
                  </a:lnTo>
                  <a:lnTo>
                    <a:pt x="2460904" y="1323848"/>
                  </a:lnTo>
                  <a:lnTo>
                    <a:pt x="2493264" y="1304036"/>
                  </a:lnTo>
                  <a:lnTo>
                    <a:pt x="2449118" y="1312875"/>
                  </a:lnTo>
                  <a:lnTo>
                    <a:pt x="3611118" y="14732"/>
                  </a:lnTo>
                  <a:close/>
                </a:path>
              </a:pathLst>
            </a:custGeom>
            <a:solidFill>
              <a:srgbClr val="FFC000"/>
            </a:solidFill>
          </p:spPr>
          <p:txBody>
            <a:bodyPr wrap="square" lIns="0" tIns="0" rIns="0" bIns="0" rtlCol="0"/>
            <a:lstStyle/>
            <a:p/>
          </p:txBody>
        </p:sp>
        <p:pic>
          <p:nvPicPr>
            <p:cNvPr id="19" name="object 19" descr=""/>
            <p:cNvPicPr/>
            <p:nvPr/>
          </p:nvPicPr>
          <p:blipFill>
            <a:blip r:embed="rId7" cstate="print"/>
            <a:stretch>
              <a:fillRect/>
            </a:stretch>
          </p:blipFill>
          <p:spPr>
            <a:xfrm>
              <a:off x="7869809" y="3750259"/>
              <a:ext cx="1951227" cy="715314"/>
            </a:xfrm>
            <a:prstGeom prst="rect">
              <a:avLst/>
            </a:prstGeom>
          </p:spPr>
        </p:pic>
      </p:grpSp>
      <p:sp>
        <p:nvSpPr>
          <p:cNvPr id="20" name="object 20" descr=""/>
          <p:cNvSpPr txBox="1"/>
          <p:nvPr/>
        </p:nvSpPr>
        <p:spPr>
          <a:xfrm>
            <a:off x="3489452" y="5006466"/>
            <a:ext cx="4497070" cy="513715"/>
          </a:xfrm>
          <a:prstGeom prst="rect">
            <a:avLst/>
          </a:prstGeom>
        </p:spPr>
        <p:txBody>
          <a:bodyPr wrap="square" lIns="0" tIns="12700" rIns="0" bIns="0" rtlCol="0" vert="horz">
            <a:spAutoFit/>
          </a:bodyPr>
          <a:lstStyle/>
          <a:p>
            <a:pPr marL="12700">
              <a:lnSpc>
                <a:spcPct val="100000"/>
              </a:lnSpc>
              <a:spcBef>
                <a:spcPts val="100"/>
              </a:spcBef>
            </a:pPr>
            <a:r>
              <a:rPr dirty="0" sz="3200" spc="-20">
                <a:solidFill>
                  <a:srgbClr val="4F55AC"/>
                </a:solidFill>
                <a:latin typeface="黑体"/>
                <a:cs typeface="黑体"/>
              </a:rPr>
              <a:t>条件：各个段的时间相等</a:t>
            </a:r>
            <a:endParaRPr sz="3200">
              <a:latin typeface="黑体"/>
              <a:cs typeface="黑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4991036"/>
            <a:ext cx="12184380" cy="1867535"/>
            <a:chOff x="0" y="4991036"/>
            <a:chExt cx="12184380" cy="1867535"/>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p:nvPr/>
          </p:nvSpPr>
          <p:spPr>
            <a:xfrm>
              <a:off x="5516626" y="4991036"/>
              <a:ext cx="6661150" cy="1506855"/>
            </a:xfrm>
            <a:custGeom>
              <a:avLst/>
              <a:gdLst/>
              <a:ahLst/>
              <a:cxnLst/>
              <a:rect l="l" t="t" r="r" b="b"/>
              <a:pathLst>
                <a:path w="6661150" h="1506854">
                  <a:moveTo>
                    <a:pt x="6661150" y="0"/>
                  </a:moveTo>
                  <a:lnTo>
                    <a:pt x="0" y="0"/>
                  </a:lnTo>
                  <a:lnTo>
                    <a:pt x="0" y="1506601"/>
                  </a:lnTo>
                  <a:lnTo>
                    <a:pt x="6661150" y="1506601"/>
                  </a:lnTo>
                  <a:lnTo>
                    <a:pt x="6661150" y="0"/>
                  </a:lnTo>
                  <a:close/>
                </a:path>
              </a:pathLst>
            </a:custGeom>
            <a:solidFill>
              <a:srgbClr val="FFACFF"/>
            </a:solidFill>
          </p:spPr>
          <p:txBody>
            <a:bodyPr wrap="square" lIns="0" tIns="0" rIns="0" bIns="0" rtlCol="0"/>
            <a:lstStyle/>
            <a:p/>
          </p:txBody>
        </p:sp>
      </p:grpSp>
      <p:sp>
        <p:nvSpPr>
          <p:cNvPr id="11" name="object 11" descr=""/>
          <p:cNvSpPr txBox="1"/>
          <p:nvPr/>
        </p:nvSpPr>
        <p:spPr>
          <a:xfrm>
            <a:off x="9036124" y="4997825"/>
            <a:ext cx="107950" cy="210820"/>
          </a:xfrm>
          <a:prstGeom prst="rect">
            <a:avLst/>
          </a:prstGeom>
        </p:spPr>
        <p:txBody>
          <a:bodyPr wrap="square" lIns="0" tIns="14604" rIns="0" bIns="0" rtlCol="0" vert="horz">
            <a:spAutoFit/>
          </a:bodyPr>
          <a:lstStyle/>
          <a:p>
            <a:pPr>
              <a:lnSpc>
                <a:spcPct val="100000"/>
              </a:lnSpc>
              <a:spcBef>
                <a:spcPts val="114"/>
              </a:spcBef>
            </a:pPr>
            <a:r>
              <a:rPr dirty="0" sz="1200" spc="155" i="1">
                <a:latin typeface="Times New Roman"/>
                <a:cs typeface="Times New Roman"/>
              </a:rPr>
              <a:t>k</a:t>
            </a:r>
            <a:endParaRPr sz="1200">
              <a:latin typeface="Times New Roman"/>
              <a:cs typeface="Times New Roman"/>
            </a:endParaRPr>
          </a:p>
        </p:txBody>
      </p:sp>
      <p:sp>
        <p:nvSpPr>
          <p:cNvPr id="12" name="object 12" descr=""/>
          <p:cNvSpPr txBox="1"/>
          <p:nvPr/>
        </p:nvSpPr>
        <p:spPr>
          <a:xfrm>
            <a:off x="7391292" y="6066908"/>
            <a:ext cx="4347210" cy="210820"/>
          </a:xfrm>
          <a:prstGeom prst="rect">
            <a:avLst/>
          </a:prstGeom>
        </p:spPr>
        <p:txBody>
          <a:bodyPr wrap="square" lIns="0" tIns="14604" rIns="0" bIns="0" rtlCol="0" vert="horz">
            <a:spAutoFit/>
          </a:bodyPr>
          <a:lstStyle/>
          <a:p>
            <a:pPr>
              <a:lnSpc>
                <a:spcPct val="100000"/>
              </a:lnSpc>
              <a:spcBef>
                <a:spcPts val="114"/>
              </a:spcBef>
              <a:tabLst>
                <a:tab pos="2551430" algn="l"/>
                <a:tab pos="3145790" algn="l"/>
                <a:tab pos="4238625" algn="l"/>
              </a:tabLst>
            </a:pPr>
            <a:r>
              <a:rPr dirty="0" sz="1200" spc="75" i="1">
                <a:latin typeface="Times New Roman"/>
                <a:cs typeface="Times New Roman"/>
              </a:rPr>
              <a:t>i</a:t>
            </a:r>
            <a:r>
              <a:rPr dirty="0" sz="1200" i="1">
                <a:latin typeface="Times New Roman"/>
                <a:cs typeface="Times New Roman"/>
              </a:rPr>
              <a:t>	</a:t>
            </a:r>
            <a:r>
              <a:rPr dirty="0" sz="1200" spc="190">
                <a:latin typeface="Times New Roman"/>
                <a:cs typeface="Times New Roman"/>
              </a:rPr>
              <a:t>1</a:t>
            </a:r>
            <a:r>
              <a:rPr dirty="0" sz="1200">
                <a:latin typeface="Times New Roman"/>
                <a:cs typeface="Times New Roman"/>
              </a:rPr>
              <a:t>	</a:t>
            </a:r>
            <a:r>
              <a:rPr dirty="0" sz="1200" spc="190">
                <a:latin typeface="Times New Roman"/>
                <a:cs typeface="Times New Roman"/>
              </a:rPr>
              <a:t>2</a:t>
            </a:r>
            <a:r>
              <a:rPr dirty="0" sz="1200">
                <a:latin typeface="Times New Roman"/>
                <a:cs typeface="Times New Roman"/>
              </a:rPr>
              <a:t>	</a:t>
            </a:r>
            <a:r>
              <a:rPr dirty="0" sz="1200" spc="155" i="1">
                <a:latin typeface="Times New Roman"/>
                <a:cs typeface="Times New Roman"/>
              </a:rPr>
              <a:t>k</a:t>
            </a:r>
            <a:endParaRPr sz="1200">
              <a:latin typeface="Times New Roman"/>
              <a:cs typeface="Times New Roman"/>
            </a:endParaRPr>
          </a:p>
        </p:txBody>
      </p:sp>
      <p:sp>
        <p:nvSpPr>
          <p:cNvPr id="13" name="object 13" descr=""/>
          <p:cNvSpPr txBox="1"/>
          <p:nvPr/>
        </p:nvSpPr>
        <p:spPr>
          <a:xfrm>
            <a:off x="6682664" y="6250615"/>
            <a:ext cx="301625" cy="210820"/>
          </a:xfrm>
          <a:prstGeom prst="rect">
            <a:avLst/>
          </a:prstGeom>
        </p:spPr>
        <p:txBody>
          <a:bodyPr wrap="square" lIns="0" tIns="14604" rIns="0" bIns="0" rtlCol="0" vert="horz">
            <a:spAutoFit/>
          </a:bodyPr>
          <a:lstStyle/>
          <a:p>
            <a:pPr>
              <a:lnSpc>
                <a:spcPct val="100000"/>
              </a:lnSpc>
              <a:spcBef>
                <a:spcPts val="114"/>
              </a:spcBef>
            </a:pPr>
            <a:r>
              <a:rPr dirty="0" sz="1200" spc="125" i="1">
                <a:latin typeface="Times New Roman"/>
                <a:cs typeface="Times New Roman"/>
              </a:rPr>
              <a:t>i</a:t>
            </a:r>
            <a:r>
              <a:rPr dirty="0" sz="1200" spc="-175" i="1">
                <a:latin typeface="Times New Roman"/>
                <a:cs typeface="Times New Roman"/>
              </a:rPr>
              <a:t> </a:t>
            </a:r>
            <a:r>
              <a:rPr dirty="0" sz="1200" spc="175">
                <a:latin typeface="Symbol"/>
                <a:cs typeface="Symbol"/>
              </a:rPr>
              <a:t></a:t>
            </a:r>
            <a:r>
              <a:rPr dirty="0" sz="1200" spc="175">
                <a:latin typeface="Times New Roman"/>
                <a:cs typeface="Times New Roman"/>
              </a:rPr>
              <a:t>1</a:t>
            </a:r>
            <a:endParaRPr sz="1200">
              <a:latin typeface="Times New Roman"/>
              <a:cs typeface="Times New Roman"/>
            </a:endParaRPr>
          </a:p>
        </p:txBody>
      </p:sp>
      <p:sp>
        <p:nvSpPr>
          <p:cNvPr id="14" name="object 14" descr=""/>
          <p:cNvSpPr txBox="1"/>
          <p:nvPr/>
        </p:nvSpPr>
        <p:spPr>
          <a:xfrm>
            <a:off x="5557650" y="5408297"/>
            <a:ext cx="6569075" cy="346710"/>
          </a:xfrm>
          <a:prstGeom prst="rect">
            <a:avLst/>
          </a:prstGeom>
        </p:spPr>
        <p:txBody>
          <a:bodyPr wrap="square" lIns="0" tIns="13335" rIns="0" bIns="0" rtlCol="0" vert="horz">
            <a:spAutoFit/>
          </a:bodyPr>
          <a:lstStyle/>
          <a:p>
            <a:pPr marL="25400">
              <a:lnSpc>
                <a:spcPct val="100000"/>
              </a:lnSpc>
              <a:spcBef>
                <a:spcPts val="105"/>
              </a:spcBef>
              <a:tabLst>
                <a:tab pos="3396615" algn="l"/>
                <a:tab pos="6530340" algn="l"/>
              </a:tabLst>
            </a:pPr>
            <a:r>
              <a:rPr dirty="0" baseline="-21164" sz="3150" spc="727" i="1">
                <a:latin typeface="Times New Roman"/>
                <a:cs typeface="Times New Roman"/>
              </a:rPr>
              <a:t>E</a:t>
            </a:r>
            <a:r>
              <a:rPr dirty="0" baseline="-21164" sz="3150" spc="727" i="1">
                <a:latin typeface="Times New Roman"/>
                <a:cs typeface="Times New Roman"/>
              </a:rPr>
              <a:t> </a:t>
            </a:r>
            <a:r>
              <a:rPr dirty="0" baseline="-21164" sz="3150" spc="667">
                <a:latin typeface="Symbol"/>
                <a:cs typeface="Symbol"/>
              </a:rPr>
              <a:t></a:t>
            </a:r>
            <a:r>
              <a:rPr dirty="0" baseline="-21164" sz="3150" spc="600">
                <a:latin typeface="Times New Roman"/>
                <a:cs typeface="Times New Roman"/>
              </a:rPr>
              <a:t> </a:t>
            </a:r>
            <a:r>
              <a:rPr dirty="0" u="heavy" sz="1200">
                <a:uFill>
                  <a:solidFill>
                    <a:srgbClr val="000000"/>
                  </a:solidFill>
                </a:uFill>
                <a:latin typeface="Times New Roman"/>
                <a:cs typeface="Times New Roman"/>
              </a:rPr>
              <a:t>	</a:t>
            </a:r>
            <a:r>
              <a:rPr dirty="0" u="heavy" sz="1200" spc="190" i="1">
                <a:uFill>
                  <a:solidFill>
                    <a:srgbClr val="000000"/>
                  </a:solidFill>
                </a:uFill>
                <a:latin typeface="Times New Roman"/>
                <a:cs typeface="Times New Roman"/>
              </a:rPr>
              <a:t>i</a:t>
            </a:r>
            <a:r>
              <a:rPr dirty="0" u="heavy" sz="1200" spc="190">
                <a:uFill>
                  <a:solidFill>
                    <a:srgbClr val="000000"/>
                  </a:solidFill>
                </a:uFill>
                <a:latin typeface="Symbol"/>
                <a:cs typeface="Symbol"/>
              </a:rPr>
              <a:t></a:t>
            </a:r>
            <a:r>
              <a:rPr dirty="0" u="heavy" sz="1200" spc="190">
                <a:uFill>
                  <a:solidFill>
                    <a:srgbClr val="000000"/>
                  </a:solidFill>
                </a:uFill>
                <a:latin typeface="Times New Roman"/>
                <a:cs typeface="Times New Roman"/>
              </a:rPr>
              <a:t>1</a:t>
            </a:r>
            <a:r>
              <a:rPr dirty="0" u="heavy" sz="1200">
                <a:uFill>
                  <a:solidFill>
                    <a:srgbClr val="000000"/>
                  </a:solidFill>
                </a:uFill>
                <a:latin typeface="Times New Roman"/>
                <a:cs typeface="Times New Roman"/>
              </a:rPr>
              <a:t>	</a:t>
            </a:r>
            <a:endParaRPr sz="1200">
              <a:latin typeface="Times New Roman"/>
              <a:cs typeface="Times New Roman"/>
            </a:endParaRPr>
          </a:p>
        </p:txBody>
      </p:sp>
      <p:sp>
        <p:nvSpPr>
          <p:cNvPr id="15" name="object 15" descr=""/>
          <p:cNvSpPr txBox="1"/>
          <p:nvPr/>
        </p:nvSpPr>
        <p:spPr>
          <a:xfrm>
            <a:off x="7039941" y="5885475"/>
            <a:ext cx="5076190" cy="346710"/>
          </a:xfrm>
          <a:prstGeom prst="rect">
            <a:avLst/>
          </a:prstGeom>
        </p:spPr>
        <p:txBody>
          <a:bodyPr wrap="square" lIns="0" tIns="13335" rIns="0" bIns="0" rtlCol="0" vert="horz">
            <a:spAutoFit/>
          </a:bodyPr>
          <a:lstStyle/>
          <a:p>
            <a:pPr marL="25400">
              <a:lnSpc>
                <a:spcPct val="100000"/>
              </a:lnSpc>
              <a:spcBef>
                <a:spcPts val="105"/>
              </a:spcBef>
              <a:tabLst>
                <a:tab pos="513715" algn="l"/>
                <a:tab pos="3636010" algn="l"/>
                <a:tab pos="4116704" algn="l"/>
                <a:tab pos="4739640" algn="l"/>
              </a:tabLst>
            </a:pPr>
            <a:r>
              <a:rPr dirty="0" sz="2100" spc="310">
                <a:latin typeface="Symbol"/>
                <a:cs typeface="Symbol"/>
              </a:rPr>
              <a:t></a:t>
            </a:r>
            <a:r>
              <a:rPr dirty="0" sz="2100" spc="310" i="1">
                <a:latin typeface="Times New Roman"/>
                <a:cs typeface="Times New Roman"/>
              </a:rPr>
              <a:t>t</a:t>
            </a:r>
            <a:r>
              <a:rPr dirty="0" sz="2100" i="1">
                <a:latin typeface="Times New Roman"/>
                <a:cs typeface="Times New Roman"/>
              </a:rPr>
              <a:t>	</a:t>
            </a:r>
            <a:r>
              <a:rPr dirty="0" sz="2100" spc="445">
                <a:latin typeface="Symbol"/>
                <a:cs typeface="Symbol"/>
              </a:rPr>
              <a:t></a:t>
            </a:r>
            <a:r>
              <a:rPr dirty="0" sz="2100" spc="-40">
                <a:latin typeface="Times New Roman"/>
                <a:cs typeface="Times New Roman"/>
              </a:rPr>
              <a:t> </a:t>
            </a:r>
            <a:r>
              <a:rPr dirty="0" sz="2100" spc="360">
                <a:latin typeface="Times New Roman"/>
                <a:cs typeface="Times New Roman"/>
              </a:rPr>
              <a:t>(</a:t>
            </a:r>
            <a:r>
              <a:rPr dirty="0" sz="2100" spc="360" i="1">
                <a:latin typeface="Times New Roman"/>
                <a:cs typeface="Times New Roman"/>
              </a:rPr>
              <a:t>n</a:t>
            </a:r>
            <a:r>
              <a:rPr dirty="0" sz="2100" spc="-45" i="1">
                <a:latin typeface="Times New Roman"/>
                <a:cs typeface="Times New Roman"/>
              </a:rPr>
              <a:t> </a:t>
            </a:r>
            <a:r>
              <a:rPr dirty="0" sz="2100" spc="340">
                <a:latin typeface="Symbol"/>
                <a:cs typeface="Symbol"/>
              </a:rPr>
              <a:t></a:t>
            </a:r>
            <a:r>
              <a:rPr dirty="0" sz="2100" spc="340">
                <a:latin typeface="Times New Roman"/>
                <a:cs typeface="Times New Roman"/>
              </a:rPr>
              <a:t>1)</a:t>
            </a:r>
            <a:r>
              <a:rPr dirty="0" sz="2100" spc="-195">
                <a:latin typeface="Times New Roman"/>
                <a:cs typeface="Times New Roman"/>
              </a:rPr>
              <a:t> </a:t>
            </a:r>
            <a:r>
              <a:rPr dirty="0" sz="2100" spc="195">
                <a:latin typeface="Symbol"/>
                <a:cs typeface="Symbol"/>
              </a:rPr>
              <a:t></a:t>
            </a:r>
            <a:r>
              <a:rPr dirty="0" sz="2100" spc="-165">
                <a:latin typeface="Times New Roman"/>
                <a:cs typeface="Times New Roman"/>
              </a:rPr>
              <a:t> </a:t>
            </a:r>
            <a:r>
              <a:rPr dirty="0" sz="2100" spc="375">
                <a:latin typeface="Times New Roman"/>
                <a:cs typeface="Times New Roman"/>
              </a:rPr>
              <a:t>max(</a:t>
            </a:r>
            <a:r>
              <a:rPr dirty="0" sz="2100" spc="375">
                <a:latin typeface="Symbol"/>
                <a:cs typeface="Symbol"/>
              </a:rPr>
              <a:t></a:t>
            </a:r>
            <a:r>
              <a:rPr dirty="0" sz="2100" spc="375" i="1">
                <a:latin typeface="Times New Roman"/>
                <a:cs typeface="Times New Roman"/>
              </a:rPr>
              <a:t>t</a:t>
            </a:r>
            <a:r>
              <a:rPr dirty="0" sz="2100" spc="320" i="1">
                <a:latin typeface="Times New Roman"/>
                <a:cs typeface="Times New Roman"/>
              </a:rPr>
              <a:t> </a:t>
            </a:r>
            <a:r>
              <a:rPr dirty="0" sz="2100" spc="195">
                <a:latin typeface="Times New Roman"/>
                <a:cs typeface="Times New Roman"/>
              </a:rPr>
              <a:t>,</a:t>
            </a:r>
            <a:r>
              <a:rPr dirty="0" sz="2100" spc="-175">
                <a:latin typeface="Times New Roman"/>
                <a:cs typeface="Times New Roman"/>
              </a:rPr>
              <a:t> </a:t>
            </a:r>
            <a:r>
              <a:rPr dirty="0" sz="2100" spc="310">
                <a:latin typeface="Symbol"/>
                <a:cs typeface="Symbol"/>
              </a:rPr>
              <a:t></a:t>
            </a:r>
            <a:r>
              <a:rPr dirty="0" sz="2100" spc="310" i="1">
                <a:latin typeface="Times New Roman"/>
                <a:cs typeface="Times New Roman"/>
              </a:rPr>
              <a:t>t</a:t>
            </a:r>
            <a:r>
              <a:rPr dirty="0" sz="2100" i="1">
                <a:latin typeface="Times New Roman"/>
                <a:cs typeface="Times New Roman"/>
              </a:rPr>
              <a:t>	</a:t>
            </a:r>
            <a:r>
              <a:rPr dirty="0" sz="2100" spc="145">
                <a:latin typeface="Times New Roman"/>
                <a:cs typeface="Times New Roman"/>
              </a:rPr>
              <a:t>,</a:t>
            </a:r>
            <a:r>
              <a:rPr dirty="0" sz="2100">
                <a:latin typeface="Times New Roman"/>
                <a:cs typeface="Times New Roman"/>
              </a:rPr>
              <a:t>	</a:t>
            </a:r>
            <a:r>
              <a:rPr dirty="0" sz="2100" spc="195">
                <a:latin typeface="Times New Roman"/>
                <a:cs typeface="Times New Roman"/>
              </a:rPr>
              <a:t>,</a:t>
            </a:r>
            <a:r>
              <a:rPr dirty="0" sz="2100" spc="-175">
                <a:latin typeface="Times New Roman"/>
                <a:cs typeface="Times New Roman"/>
              </a:rPr>
              <a:t> </a:t>
            </a:r>
            <a:r>
              <a:rPr dirty="0" sz="2100" spc="320">
                <a:latin typeface="Symbol"/>
                <a:cs typeface="Symbol"/>
              </a:rPr>
              <a:t></a:t>
            </a:r>
            <a:r>
              <a:rPr dirty="0" sz="2100" spc="320" i="1">
                <a:latin typeface="Times New Roman"/>
                <a:cs typeface="Times New Roman"/>
              </a:rPr>
              <a:t>t</a:t>
            </a:r>
            <a:r>
              <a:rPr dirty="0" sz="2100" i="1">
                <a:latin typeface="Times New Roman"/>
                <a:cs typeface="Times New Roman"/>
              </a:rPr>
              <a:t>	</a:t>
            </a:r>
            <a:r>
              <a:rPr dirty="0" sz="2100" spc="335">
                <a:latin typeface="Times New Roman"/>
                <a:cs typeface="Times New Roman"/>
              </a:rPr>
              <a:t>)</a:t>
            </a:r>
            <a:r>
              <a:rPr dirty="0" baseline="34391" sz="3150" spc="502">
                <a:latin typeface="Symbol"/>
                <a:cs typeface="Symbol"/>
              </a:rPr>
              <a:t></a:t>
            </a:r>
            <a:endParaRPr baseline="34391" sz="3150">
              <a:latin typeface="Symbol"/>
              <a:cs typeface="Symbol"/>
            </a:endParaRPr>
          </a:p>
        </p:txBody>
      </p:sp>
      <p:sp>
        <p:nvSpPr>
          <p:cNvPr id="16" name="object 16" descr=""/>
          <p:cNvSpPr txBox="1"/>
          <p:nvPr/>
        </p:nvSpPr>
        <p:spPr>
          <a:xfrm>
            <a:off x="6445501" y="5977337"/>
            <a:ext cx="205740" cy="346710"/>
          </a:xfrm>
          <a:prstGeom prst="rect">
            <a:avLst/>
          </a:prstGeom>
        </p:spPr>
        <p:txBody>
          <a:bodyPr wrap="square" lIns="0" tIns="13335" rIns="0" bIns="0" rtlCol="0" vert="horz">
            <a:spAutoFit/>
          </a:bodyPr>
          <a:lstStyle/>
          <a:p>
            <a:pPr marL="25400">
              <a:lnSpc>
                <a:spcPct val="100000"/>
              </a:lnSpc>
              <a:spcBef>
                <a:spcPts val="105"/>
              </a:spcBef>
            </a:pPr>
            <a:r>
              <a:rPr dirty="0" sz="2100" spc="-114">
                <a:latin typeface="Symbol"/>
                <a:cs typeface="Symbol"/>
              </a:rPr>
              <a:t></a:t>
            </a:r>
            <a:r>
              <a:rPr dirty="0" baseline="-34391" sz="3150" spc="-172">
                <a:latin typeface="Symbol"/>
                <a:cs typeface="Symbol"/>
              </a:rPr>
              <a:t></a:t>
            </a:r>
            <a:endParaRPr baseline="-34391" sz="3150">
              <a:latin typeface="Symbol"/>
              <a:cs typeface="Symbol"/>
            </a:endParaRPr>
          </a:p>
        </p:txBody>
      </p:sp>
      <p:sp>
        <p:nvSpPr>
          <p:cNvPr id="17" name="object 17" descr=""/>
          <p:cNvSpPr txBox="1"/>
          <p:nvPr/>
        </p:nvSpPr>
        <p:spPr>
          <a:xfrm>
            <a:off x="11897459" y="5977337"/>
            <a:ext cx="205740" cy="346710"/>
          </a:xfrm>
          <a:prstGeom prst="rect">
            <a:avLst/>
          </a:prstGeom>
        </p:spPr>
        <p:txBody>
          <a:bodyPr wrap="square" lIns="0" tIns="13335" rIns="0" bIns="0" rtlCol="0" vert="horz">
            <a:spAutoFit/>
          </a:bodyPr>
          <a:lstStyle/>
          <a:p>
            <a:pPr marL="25400">
              <a:lnSpc>
                <a:spcPct val="100000"/>
              </a:lnSpc>
              <a:spcBef>
                <a:spcPts val="105"/>
              </a:spcBef>
            </a:pPr>
            <a:r>
              <a:rPr dirty="0" sz="2100" spc="-114">
                <a:latin typeface="Symbol"/>
                <a:cs typeface="Symbol"/>
              </a:rPr>
              <a:t></a:t>
            </a:r>
            <a:r>
              <a:rPr dirty="0" baseline="-34391" sz="3150" spc="-172">
                <a:latin typeface="Symbol"/>
                <a:cs typeface="Symbol"/>
              </a:rPr>
              <a:t></a:t>
            </a:r>
            <a:endParaRPr baseline="-34391" sz="3150">
              <a:latin typeface="Symbol"/>
              <a:cs typeface="Symbol"/>
            </a:endParaRPr>
          </a:p>
        </p:txBody>
      </p:sp>
      <p:sp>
        <p:nvSpPr>
          <p:cNvPr id="18" name="object 18" descr=""/>
          <p:cNvSpPr txBox="1"/>
          <p:nvPr/>
        </p:nvSpPr>
        <p:spPr>
          <a:xfrm>
            <a:off x="8507083" y="5021859"/>
            <a:ext cx="1252855" cy="506730"/>
          </a:xfrm>
          <a:prstGeom prst="rect">
            <a:avLst/>
          </a:prstGeom>
        </p:spPr>
        <p:txBody>
          <a:bodyPr wrap="square" lIns="0" tIns="13335" rIns="0" bIns="0" rtlCol="0" vert="horz">
            <a:spAutoFit/>
          </a:bodyPr>
          <a:lstStyle/>
          <a:p>
            <a:pPr marL="25400">
              <a:lnSpc>
                <a:spcPct val="100000"/>
              </a:lnSpc>
              <a:spcBef>
                <a:spcPts val="105"/>
              </a:spcBef>
            </a:pPr>
            <a:r>
              <a:rPr dirty="0" sz="2100" spc="395" i="1">
                <a:latin typeface="Times New Roman"/>
                <a:cs typeface="Times New Roman"/>
              </a:rPr>
              <a:t>n</a:t>
            </a:r>
            <a:r>
              <a:rPr dirty="0" sz="2100" spc="-180" i="1">
                <a:latin typeface="Times New Roman"/>
                <a:cs typeface="Times New Roman"/>
              </a:rPr>
              <a:t> </a:t>
            </a:r>
            <a:r>
              <a:rPr dirty="0" sz="2100" spc="195">
                <a:latin typeface="Symbol"/>
                <a:cs typeface="Symbol"/>
              </a:rPr>
              <a:t></a:t>
            </a:r>
            <a:r>
              <a:rPr dirty="0" sz="2100" spc="-190">
                <a:latin typeface="Times New Roman"/>
                <a:cs typeface="Times New Roman"/>
              </a:rPr>
              <a:t> </a:t>
            </a:r>
            <a:r>
              <a:rPr dirty="0" baseline="-8818" sz="4725" spc="712">
                <a:latin typeface="Symbol"/>
                <a:cs typeface="Symbol"/>
              </a:rPr>
              <a:t></a:t>
            </a:r>
            <a:r>
              <a:rPr dirty="0" sz="2100" spc="475">
                <a:latin typeface="Symbol"/>
                <a:cs typeface="Symbol"/>
              </a:rPr>
              <a:t></a:t>
            </a:r>
            <a:r>
              <a:rPr dirty="0" sz="2100" spc="475" i="1">
                <a:latin typeface="Times New Roman"/>
                <a:cs typeface="Times New Roman"/>
              </a:rPr>
              <a:t>t</a:t>
            </a:r>
            <a:r>
              <a:rPr dirty="0" baseline="-25462" sz="1800" spc="712" i="1">
                <a:latin typeface="Times New Roman"/>
                <a:cs typeface="Times New Roman"/>
              </a:rPr>
              <a:t>i</a:t>
            </a:r>
            <a:endParaRPr baseline="-25462" sz="1800">
              <a:latin typeface="Times New Roman"/>
              <a:cs typeface="Times New Roman"/>
            </a:endParaRPr>
          </a:p>
        </p:txBody>
      </p:sp>
      <p:sp>
        <p:nvSpPr>
          <p:cNvPr id="19" name="object 19" descr=""/>
          <p:cNvSpPr txBox="1"/>
          <p:nvPr/>
        </p:nvSpPr>
        <p:spPr>
          <a:xfrm>
            <a:off x="6198962" y="5481126"/>
            <a:ext cx="699770" cy="506730"/>
          </a:xfrm>
          <a:prstGeom prst="rect">
            <a:avLst/>
          </a:prstGeom>
        </p:spPr>
        <p:txBody>
          <a:bodyPr wrap="square" lIns="0" tIns="13335" rIns="0" bIns="0" rtlCol="0" vert="horz">
            <a:spAutoFit/>
          </a:bodyPr>
          <a:lstStyle/>
          <a:p>
            <a:pPr marL="25400">
              <a:lnSpc>
                <a:spcPct val="100000"/>
              </a:lnSpc>
              <a:spcBef>
                <a:spcPts val="105"/>
              </a:spcBef>
            </a:pPr>
            <a:r>
              <a:rPr dirty="0" baseline="-56878" sz="3150" spc="532" i="1">
                <a:latin typeface="Times New Roman"/>
                <a:cs typeface="Times New Roman"/>
              </a:rPr>
              <a:t>k</a:t>
            </a:r>
            <a:r>
              <a:rPr dirty="0" baseline="-56878" sz="3150" spc="179" i="1">
                <a:latin typeface="Times New Roman"/>
                <a:cs typeface="Times New Roman"/>
              </a:rPr>
              <a:t> </a:t>
            </a:r>
            <a:r>
              <a:rPr dirty="0" baseline="-22486" sz="3150" spc="-142">
                <a:latin typeface="Symbol"/>
                <a:cs typeface="Symbol"/>
              </a:rPr>
              <a:t></a:t>
            </a:r>
            <a:r>
              <a:rPr dirty="0" baseline="-45855" sz="4725" spc="-142">
                <a:latin typeface="Symbol"/>
                <a:cs typeface="Symbol"/>
              </a:rPr>
              <a:t></a:t>
            </a:r>
            <a:r>
              <a:rPr dirty="0" sz="1200" spc="-95" i="1">
                <a:latin typeface="Times New Roman"/>
                <a:cs typeface="Times New Roman"/>
              </a:rPr>
              <a:t>k</a:t>
            </a:r>
            <a:endParaRPr sz="1200">
              <a:latin typeface="Times New Roman"/>
              <a:cs typeface="Times New Roman"/>
            </a:endParaRPr>
          </a:p>
        </p:txBody>
      </p:sp>
      <p:pic>
        <p:nvPicPr>
          <p:cNvPr id="20" name="object 20" descr=""/>
          <p:cNvPicPr/>
          <p:nvPr/>
        </p:nvPicPr>
        <p:blipFill>
          <a:blip r:embed="rId2" cstate="print"/>
          <a:stretch>
            <a:fillRect/>
          </a:stretch>
        </p:blipFill>
        <p:spPr>
          <a:xfrm>
            <a:off x="10776397" y="5858473"/>
            <a:ext cx="1401251" cy="461096"/>
          </a:xfrm>
          <a:prstGeom prst="rect">
            <a:avLst/>
          </a:prstGeom>
        </p:spPr>
      </p:pic>
      <p:sp>
        <p:nvSpPr>
          <p:cNvPr id="21" name="object 21" descr=""/>
          <p:cNvSpPr txBox="1"/>
          <p:nvPr/>
        </p:nvSpPr>
        <p:spPr>
          <a:xfrm>
            <a:off x="234492" y="1065987"/>
            <a:ext cx="11403330" cy="452120"/>
          </a:xfrm>
          <a:prstGeom prst="rect">
            <a:avLst/>
          </a:prstGeom>
        </p:spPr>
        <p:txBody>
          <a:bodyPr wrap="square" lIns="0" tIns="12065" rIns="0" bIns="0" rtlCol="0" vert="horz">
            <a:spAutoFit/>
          </a:bodyPr>
          <a:lstStyle/>
          <a:p>
            <a:pPr marL="12700">
              <a:lnSpc>
                <a:spcPct val="100000"/>
              </a:lnSpc>
              <a:spcBef>
                <a:spcPts val="95"/>
              </a:spcBef>
            </a:pPr>
            <a:r>
              <a:rPr dirty="0" sz="2800" spc="-20">
                <a:solidFill>
                  <a:srgbClr val="FF0000"/>
                </a:solidFill>
                <a:latin typeface="黑体"/>
                <a:cs typeface="黑体"/>
              </a:rPr>
              <a:t>2</a:t>
            </a:r>
            <a:r>
              <a:rPr dirty="0" sz="2800" spc="-35">
                <a:solidFill>
                  <a:srgbClr val="FF0000"/>
                </a:solidFill>
                <a:latin typeface="黑体"/>
                <a:cs typeface="黑体"/>
              </a:rPr>
              <a:t>、当各段时间不相等时，</a:t>
            </a:r>
            <a:r>
              <a:rPr dirty="0" sz="2800" spc="-40">
                <a:solidFill>
                  <a:srgbClr val="006FC0"/>
                </a:solidFill>
                <a:latin typeface="黑体"/>
                <a:cs typeface="黑体"/>
              </a:rPr>
              <a:t>连续执行</a:t>
            </a:r>
            <a:r>
              <a:rPr dirty="0" sz="2800" spc="-20">
                <a:solidFill>
                  <a:srgbClr val="006FC0"/>
                </a:solidFill>
                <a:latin typeface="黑体"/>
                <a:cs typeface="黑体"/>
              </a:rPr>
              <a:t>n</a:t>
            </a:r>
            <a:r>
              <a:rPr dirty="0" sz="2800" spc="-40">
                <a:solidFill>
                  <a:srgbClr val="006FC0"/>
                </a:solidFill>
                <a:latin typeface="黑体"/>
                <a:cs typeface="黑体"/>
              </a:rPr>
              <a:t>个任务时流水线的效率：各个段效率</a:t>
            </a:r>
            <a:endParaRPr sz="2800">
              <a:latin typeface="黑体"/>
              <a:cs typeface="黑体"/>
            </a:endParaRPr>
          </a:p>
        </p:txBody>
      </p:sp>
      <p:sp>
        <p:nvSpPr>
          <p:cNvPr id="22" name="object 22" descr=""/>
          <p:cNvSpPr txBox="1"/>
          <p:nvPr/>
        </p:nvSpPr>
        <p:spPr>
          <a:xfrm>
            <a:off x="234492" y="1706625"/>
            <a:ext cx="3223895"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006FC0"/>
                </a:solidFill>
                <a:latin typeface="黑体"/>
                <a:cs typeface="黑体"/>
              </a:rPr>
              <a:t>之和除以段的个数。</a:t>
            </a:r>
            <a:endParaRPr sz="2800">
              <a:latin typeface="黑体"/>
              <a:cs typeface="黑体"/>
            </a:endParaRPr>
          </a:p>
        </p:txBody>
      </p:sp>
      <p:sp>
        <p:nvSpPr>
          <p:cNvPr id="23" name="object 23"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
        <p:nvSpPr>
          <p:cNvPr id="24" name="object 24"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
        <p:nvSpPr>
          <p:cNvPr id="25" name="object 25" descr=""/>
          <p:cNvSpPr txBox="1"/>
          <p:nvPr/>
        </p:nvSpPr>
        <p:spPr>
          <a:xfrm>
            <a:off x="78739" y="2371166"/>
            <a:ext cx="2692400" cy="452120"/>
          </a:xfrm>
          <a:prstGeom prst="rect">
            <a:avLst/>
          </a:prstGeom>
        </p:spPr>
        <p:txBody>
          <a:bodyPr wrap="square" lIns="0" tIns="12065" rIns="0" bIns="0" rtlCol="0" vert="horz">
            <a:spAutoFit/>
          </a:bodyPr>
          <a:lstStyle/>
          <a:p>
            <a:pPr marL="12700">
              <a:lnSpc>
                <a:spcPct val="100000"/>
              </a:lnSpc>
              <a:spcBef>
                <a:spcPts val="95"/>
              </a:spcBef>
            </a:pPr>
            <a:r>
              <a:rPr dirty="0" sz="2800" spc="-30">
                <a:solidFill>
                  <a:srgbClr val="FF0000"/>
                </a:solidFill>
                <a:latin typeface="黑体"/>
                <a:cs typeface="黑体"/>
              </a:rPr>
              <a:t>（1）</a:t>
            </a:r>
            <a:r>
              <a:rPr dirty="0" sz="2800" spc="-40">
                <a:solidFill>
                  <a:srgbClr val="FF0000"/>
                </a:solidFill>
                <a:latin typeface="黑体"/>
                <a:cs typeface="黑体"/>
              </a:rPr>
              <a:t>各段效率：</a:t>
            </a:r>
            <a:endParaRPr sz="2800">
              <a:latin typeface="黑体"/>
              <a:cs typeface="黑体"/>
            </a:endParaRPr>
          </a:p>
        </p:txBody>
      </p:sp>
      <p:grpSp>
        <p:nvGrpSpPr>
          <p:cNvPr id="26" name="object 26" descr=""/>
          <p:cNvGrpSpPr/>
          <p:nvPr/>
        </p:nvGrpSpPr>
        <p:grpSpPr>
          <a:xfrm>
            <a:off x="3287776" y="2020887"/>
            <a:ext cx="6661150" cy="1192530"/>
            <a:chOff x="3287776" y="2020887"/>
            <a:chExt cx="6661150" cy="1192530"/>
          </a:xfrm>
        </p:grpSpPr>
        <p:sp>
          <p:nvSpPr>
            <p:cNvPr id="27" name="object 27" descr=""/>
            <p:cNvSpPr/>
            <p:nvPr/>
          </p:nvSpPr>
          <p:spPr>
            <a:xfrm>
              <a:off x="3287776" y="2020887"/>
              <a:ext cx="6661150" cy="1192530"/>
            </a:xfrm>
            <a:custGeom>
              <a:avLst/>
              <a:gdLst/>
              <a:ahLst/>
              <a:cxnLst/>
              <a:rect l="l" t="t" r="r" b="b"/>
              <a:pathLst>
                <a:path w="6661150" h="1192530">
                  <a:moveTo>
                    <a:pt x="6661150" y="0"/>
                  </a:moveTo>
                  <a:lnTo>
                    <a:pt x="0" y="0"/>
                  </a:lnTo>
                  <a:lnTo>
                    <a:pt x="0" y="1192212"/>
                  </a:lnTo>
                  <a:lnTo>
                    <a:pt x="6661150" y="1192212"/>
                  </a:lnTo>
                  <a:lnTo>
                    <a:pt x="6661150" y="0"/>
                  </a:lnTo>
                  <a:close/>
                </a:path>
              </a:pathLst>
            </a:custGeom>
            <a:solidFill>
              <a:srgbClr val="FAC995"/>
            </a:solidFill>
          </p:spPr>
          <p:txBody>
            <a:bodyPr wrap="square" lIns="0" tIns="0" rIns="0" bIns="0" rtlCol="0"/>
            <a:lstStyle/>
            <a:p/>
          </p:txBody>
        </p:sp>
        <p:sp>
          <p:nvSpPr>
            <p:cNvPr id="28" name="object 28" descr=""/>
            <p:cNvSpPr/>
            <p:nvPr/>
          </p:nvSpPr>
          <p:spPr>
            <a:xfrm>
              <a:off x="3923539" y="2409340"/>
              <a:ext cx="5967095" cy="0"/>
            </a:xfrm>
            <a:custGeom>
              <a:avLst/>
              <a:gdLst/>
              <a:ahLst/>
              <a:cxnLst/>
              <a:rect l="l" t="t" r="r" b="b"/>
              <a:pathLst>
                <a:path w="5967095" h="0">
                  <a:moveTo>
                    <a:pt x="0" y="0"/>
                  </a:moveTo>
                  <a:lnTo>
                    <a:pt x="760589" y="0"/>
                  </a:lnTo>
                </a:path>
                <a:path w="5967095" h="0">
                  <a:moveTo>
                    <a:pt x="1115718" y="0"/>
                  </a:moveTo>
                  <a:lnTo>
                    <a:pt x="5966846" y="0"/>
                  </a:lnTo>
                </a:path>
              </a:pathLst>
            </a:custGeom>
            <a:ln w="15485">
              <a:solidFill>
                <a:srgbClr val="000000"/>
              </a:solidFill>
            </a:ln>
          </p:spPr>
          <p:txBody>
            <a:bodyPr wrap="square" lIns="0" tIns="0" rIns="0" bIns="0" rtlCol="0"/>
            <a:lstStyle/>
            <a:p/>
          </p:txBody>
        </p:sp>
      </p:grpSp>
      <p:sp>
        <p:nvSpPr>
          <p:cNvPr id="29" name="object 29" descr=""/>
          <p:cNvSpPr txBox="1"/>
          <p:nvPr/>
        </p:nvSpPr>
        <p:spPr>
          <a:xfrm>
            <a:off x="4324183" y="2603038"/>
            <a:ext cx="109855" cy="228600"/>
          </a:xfrm>
          <a:prstGeom prst="rect">
            <a:avLst/>
          </a:prstGeom>
        </p:spPr>
        <p:txBody>
          <a:bodyPr wrap="square" lIns="0" tIns="16510" rIns="0" bIns="0" rtlCol="0" vert="horz">
            <a:spAutoFit/>
          </a:bodyPr>
          <a:lstStyle/>
          <a:p>
            <a:pPr>
              <a:lnSpc>
                <a:spcPct val="100000"/>
              </a:lnSpc>
              <a:spcBef>
                <a:spcPts val="130"/>
              </a:spcBef>
            </a:pPr>
            <a:r>
              <a:rPr dirty="0" sz="1300" spc="60">
                <a:latin typeface="Times New Roman"/>
                <a:cs typeface="Times New Roman"/>
              </a:rPr>
              <a:t>k</a:t>
            </a:r>
            <a:endParaRPr sz="1300">
              <a:latin typeface="Times New Roman"/>
              <a:cs typeface="Times New Roman"/>
            </a:endParaRPr>
          </a:p>
        </p:txBody>
      </p:sp>
      <p:sp>
        <p:nvSpPr>
          <p:cNvPr id="30" name="object 30" descr=""/>
          <p:cNvSpPr txBox="1"/>
          <p:nvPr/>
        </p:nvSpPr>
        <p:spPr>
          <a:xfrm>
            <a:off x="4144210" y="2403845"/>
            <a:ext cx="218440" cy="376555"/>
          </a:xfrm>
          <a:prstGeom prst="rect">
            <a:avLst/>
          </a:prstGeom>
        </p:spPr>
        <p:txBody>
          <a:bodyPr wrap="square" lIns="0" tIns="13335" rIns="0" bIns="0" rtlCol="0" vert="horz">
            <a:spAutoFit/>
          </a:bodyPr>
          <a:lstStyle/>
          <a:p>
            <a:pPr>
              <a:lnSpc>
                <a:spcPct val="100000"/>
              </a:lnSpc>
              <a:spcBef>
                <a:spcPts val="105"/>
              </a:spcBef>
            </a:pPr>
            <a:r>
              <a:rPr dirty="0" sz="2300" spc="160">
                <a:latin typeface="Times New Roman"/>
                <a:cs typeface="Times New Roman"/>
              </a:rPr>
              <a:t>T</a:t>
            </a:r>
            <a:endParaRPr sz="2300">
              <a:latin typeface="Times New Roman"/>
              <a:cs typeface="Times New Roman"/>
            </a:endParaRPr>
          </a:p>
        </p:txBody>
      </p:sp>
      <p:sp>
        <p:nvSpPr>
          <p:cNvPr id="31" name="object 31" descr=""/>
          <p:cNvSpPr txBox="1"/>
          <p:nvPr/>
        </p:nvSpPr>
        <p:spPr>
          <a:xfrm>
            <a:off x="3486368" y="2375620"/>
            <a:ext cx="66675" cy="228600"/>
          </a:xfrm>
          <a:prstGeom prst="rect">
            <a:avLst/>
          </a:prstGeom>
        </p:spPr>
        <p:txBody>
          <a:bodyPr wrap="square" lIns="0" tIns="16510" rIns="0" bIns="0" rtlCol="0" vert="horz">
            <a:spAutoFit/>
          </a:bodyPr>
          <a:lstStyle/>
          <a:p>
            <a:pPr>
              <a:lnSpc>
                <a:spcPct val="100000"/>
              </a:lnSpc>
              <a:spcBef>
                <a:spcPts val="130"/>
              </a:spcBef>
            </a:pPr>
            <a:r>
              <a:rPr dirty="0" sz="1300" spc="5" i="1">
                <a:latin typeface="Times New Roman"/>
                <a:cs typeface="Times New Roman"/>
              </a:rPr>
              <a:t>i</a:t>
            </a:r>
            <a:endParaRPr sz="1300">
              <a:latin typeface="Times New Roman"/>
              <a:cs typeface="Times New Roman"/>
            </a:endParaRPr>
          </a:p>
        </p:txBody>
      </p:sp>
      <p:sp>
        <p:nvSpPr>
          <p:cNvPr id="32" name="object 32" descr=""/>
          <p:cNvSpPr txBox="1"/>
          <p:nvPr/>
        </p:nvSpPr>
        <p:spPr>
          <a:xfrm>
            <a:off x="3295185" y="1990297"/>
            <a:ext cx="4547235" cy="376555"/>
          </a:xfrm>
          <a:prstGeom prst="rect">
            <a:avLst/>
          </a:prstGeom>
        </p:spPr>
        <p:txBody>
          <a:bodyPr wrap="square" lIns="0" tIns="13335" rIns="0" bIns="0" rtlCol="0" vert="horz">
            <a:spAutoFit/>
          </a:bodyPr>
          <a:lstStyle/>
          <a:p>
            <a:pPr marL="38100">
              <a:lnSpc>
                <a:spcPct val="100000"/>
              </a:lnSpc>
              <a:spcBef>
                <a:spcPts val="105"/>
              </a:spcBef>
              <a:tabLst>
                <a:tab pos="361950" algn="l"/>
                <a:tab pos="3809365" algn="l"/>
              </a:tabLst>
            </a:pPr>
            <a:r>
              <a:rPr dirty="0" baseline="-35024" sz="3450" spc="135">
                <a:latin typeface="Times New Roman"/>
                <a:cs typeface="Times New Roman"/>
              </a:rPr>
              <a:t>e</a:t>
            </a:r>
            <a:r>
              <a:rPr dirty="0" baseline="-35024" sz="3450">
                <a:latin typeface="Times New Roman"/>
                <a:cs typeface="Times New Roman"/>
              </a:rPr>
              <a:t>	</a:t>
            </a:r>
            <a:r>
              <a:rPr dirty="0" baseline="-35024" sz="3450" spc="262">
                <a:latin typeface="Symbol"/>
                <a:cs typeface="Symbol"/>
              </a:rPr>
              <a:t></a:t>
            </a:r>
            <a:r>
              <a:rPr dirty="0" baseline="-35024" sz="3450" spc="345">
                <a:latin typeface="Times New Roman"/>
                <a:cs typeface="Times New Roman"/>
              </a:rPr>
              <a:t> </a:t>
            </a:r>
            <a:r>
              <a:rPr dirty="0" sz="2300" spc="160" i="1">
                <a:latin typeface="Times New Roman"/>
                <a:cs typeface="Times New Roman"/>
              </a:rPr>
              <a:t>n</a:t>
            </a:r>
            <a:r>
              <a:rPr dirty="0" sz="2300" spc="-250" i="1">
                <a:latin typeface="Times New Roman"/>
                <a:cs typeface="Times New Roman"/>
              </a:rPr>
              <a:t> </a:t>
            </a:r>
            <a:r>
              <a:rPr dirty="0" sz="2300" spc="160">
                <a:latin typeface="Symbol"/>
                <a:cs typeface="Symbol"/>
              </a:rPr>
              <a:t></a:t>
            </a:r>
            <a:r>
              <a:rPr dirty="0" sz="2300" spc="160" i="1">
                <a:latin typeface="Times New Roman"/>
                <a:cs typeface="Times New Roman"/>
              </a:rPr>
              <a:t>t</a:t>
            </a:r>
            <a:r>
              <a:rPr dirty="0" baseline="-25641" sz="1950" spc="240" i="1">
                <a:latin typeface="Times New Roman"/>
                <a:cs typeface="Times New Roman"/>
              </a:rPr>
              <a:t>i</a:t>
            </a:r>
            <a:r>
              <a:rPr dirty="0" baseline="-25641" sz="1950" i="1">
                <a:latin typeface="Times New Roman"/>
                <a:cs typeface="Times New Roman"/>
              </a:rPr>
              <a:t>	</a:t>
            </a:r>
            <a:r>
              <a:rPr dirty="0" sz="2300" spc="160" i="1">
                <a:latin typeface="Times New Roman"/>
                <a:cs typeface="Times New Roman"/>
              </a:rPr>
              <a:t>n</a:t>
            </a:r>
            <a:r>
              <a:rPr dirty="0" sz="2300" spc="-250" i="1">
                <a:latin typeface="Times New Roman"/>
                <a:cs typeface="Times New Roman"/>
              </a:rPr>
              <a:t> </a:t>
            </a:r>
            <a:r>
              <a:rPr dirty="0" sz="2300" spc="165">
                <a:latin typeface="Symbol"/>
                <a:cs typeface="Symbol"/>
              </a:rPr>
              <a:t></a:t>
            </a:r>
            <a:r>
              <a:rPr dirty="0" sz="2300" spc="165" i="1">
                <a:latin typeface="Times New Roman"/>
                <a:cs typeface="Times New Roman"/>
              </a:rPr>
              <a:t>t</a:t>
            </a:r>
            <a:r>
              <a:rPr dirty="0" baseline="-25641" sz="1950" spc="247" i="1">
                <a:latin typeface="Times New Roman"/>
                <a:cs typeface="Times New Roman"/>
              </a:rPr>
              <a:t>i</a:t>
            </a:r>
            <a:endParaRPr baseline="-25641" sz="1950">
              <a:latin typeface="Times New Roman"/>
              <a:cs typeface="Times New Roman"/>
            </a:endParaRPr>
          </a:p>
        </p:txBody>
      </p:sp>
      <p:sp>
        <p:nvSpPr>
          <p:cNvPr id="33" name="object 33" descr=""/>
          <p:cNvSpPr txBox="1"/>
          <p:nvPr/>
        </p:nvSpPr>
        <p:spPr>
          <a:xfrm>
            <a:off x="4773198" y="2176427"/>
            <a:ext cx="197485" cy="376555"/>
          </a:xfrm>
          <a:prstGeom prst="rect">
            <a:avLst/>
          </a:prstGeom>
        </p:spPr>
        <p:txBody>
          <a:bodyPr wrap="square" lIns="0" tIns="13335" rIns="0" bIns="0" rtlCol="0" vert="horz">
            <a:spAutoFit/>
          </a:bodyPr>
          <a:lstStyle/>
          <a:p>
            <a:pPr>
              <a:lnSpc>
                <a:spcPct val="100000"/>
              </a:lnSpc>
              <a:spcBef>
                <a:spcPts val="105"/>
              </a:spcBef>
            </a:pPr>
            <a:r>
              <a:rPr dirty="0" sz="2300" spc="125">
                <a:latin typeface="Symbol"/>
                <a:cs typeface="Symbol"/>
              </a:rPr>
              <a:t></a:t>
            </a:r>
            <a:endParaRPr sz="2300">
              <a:latin typeface="Symbol"/>
              <a:cs typeface="Symbol"/>
            </a:endParaRPr>
          </a:p>
        </p:txBody>
      </p:sp>
      <p:sp>
        <p:nvSpPr>
          <p:cNvPr id="34" name="object 34" descr=""/>
          <p:cNvSpPr txBox="1"/>
          <p:nvPr/>
        </p:nvSpPr>
        <p:spPr>
          <a:xfrm>
            <a:off x="5421789" y="2564238"/>
            <a:ext cx="2437765" cy="376555"/>
          </a:xfrm>
          <a:prstGeom prst="rect">
            <a:avLst/>
          </a:prstGeom>
        </p:spPr>
        <p:txBody>
          <a:bodyPr wrap="square" lIns="0" tIns="13335" rIns="0" bIns="0" rtlCol="0" vert="horz">
            <a:spAutoFit/>
          </a:bodyPr>
          <a:lstStyle/>
          <a:p>
            <a:pPr marL="38100">
              <a:lnSpc>
                <a:spcPct val="100000"/>
              </a:lnSpc>
              <a:spcBef>
                <a:spcPts val="105"/>
              </a:spcBef>
            </a:pPr>
            <a:r>
              <a:rPr dirty="0" sz="2300" spc="110">
                <a:latin typeface="Symbol"/>
                <a:cs typeface="Symbol"/>
              </a:rPr>
              <a:t></a:t>
            </a:r>
            <a:r>
              <a:rPr dirty="0" sz="2300" spc="110" i="1">
                <a:latin typeface="Times New Roman"/>
                <a:cs typeface="Times New Roman"/>
              </a:rPr>
              <a:t>t</a:t>
            </a:r>
            <a:r>
              <a:rPr dirty="0" baseline="-25641" sz="1950" spc="165" i="1">
                <a:latin typeface="Times New Roman"/>
                <a:cs typeface="Times New Roman"/>
              </a:rPr>
              <a:t>i</a:t>
            </a:r>
            <a:r>
              <a:rPr dirty="0" baseline="-25641" sz="1950" spc="644" i="1">
                <a:latin typeface="Times New Roman"/>
                <a:cs typeface="Times New Roman"/>
              </a:rPr>
              <a:t> </a:t>
            </a:r>
            <a:r>
              <a:rPr dirty="0" sz="2300" spc="175">
                <a:latin typeface="Symbol"/>
                <a:cs typeface="Symbol"/>
              </a:rPr>
              <a:t></a:t>
            </a:r>
            <a:r>
              <a:rPr dirty="0" sz="2300" spc="-135">
                <a:latin typeface="Times New Roman"/>
                <a:cs typeface="Times New Roman"/>
              </a:rPr>
              <a:t> </a:t>
            </a:r>
            <a:r>
              <a:rPr dirty="0" sz="2300" spc="165">
                <a:latin typeface="Times New Roman"/>
                <a:cs typeface="Times New Roman"/>
              </a:rPr>
              <a:t>(</a:t>
            </a:r>
            <a:r>
              <a:rPr dirty="0" sz="2300" spc="165" i="1">
                <a:latin typeface="Times New Roman"/>
                <a:cs typeface="Times New Roman"/>
              </a:rPr>
              <a:t>n</a:t>
            </a:r>
            <a:r>
              <a:rPr dirty="0" sz="2300" spc="-130" i="1">
                <a:latin typeface="Times New Roman"/>
                <a:cs typeface="Times New Roman"/>
              </a:rPr>
              <a:t> </a:t>
            </a:r>
            <a:r>
              <a:rPr dirty="0" sz="2300" spc="130">
                <a:latin typeface="Symbol"/>
                <a:cs typeface="Symbol"/>
              </a:rPr>
              <a:t></a:t>
            </a:r>
            <a:r>
              <a:rPr dirty="0" sz="2300" spc="130">
                <a:latin typeface="Times New Roman"/>
                <a:cs typeface="Times New Roman"/>
              </a:rPr>
              <a:t>1)</a:t>
            </a:r>
            <a:r>
              <a:rPr dirty="0" sz="2300" spc="-275">
                <a:latin typeface="Times New Roman"/>
                <a:cs typeface="Times New Roman"/>
              </a:rPr>
              <a:t> </a:t>
            </a:r>
            <a:r>
              <a:rPr dirty="0" sz="2300" spc="80">
                <a:latin typeface="Symbol"/>
                <a:cs typeface="Symbol"/>
              </a:rPr>
              <a:t></a:t>
            </a:r>
            <a:r>
              <a:rPr dirty="0" sz="2300" spc="-240">
                <a:latin typeface="Times New Roman"/>
                <a:cs typeface="Times New Roman"/>
              </a:rPr>
              <a:t> </a:t>
            </a:r>
            <a:r>
              <a:rPr dirty="0" sz="2300" spc="135">
                <a:latin typeface="Times New Roman"/>
                <a:cs typeface="Times New Roman"/>
              </a:rPr>
              <a:t>max(</a:t>
            </a:r>
            <a:endParaRPr sz="2300">
              <a:latin typeface="Times New Roman"/>
              <a:cs typeface="Times New Roman"/>
            </a:endParaRPr>
          </a:p>
        </p:txBody>
      </p:sp>
      <p:sp>
        <p:nvSpPr>
          <p:cNvPr id="35" name="object 35" descr=""/>
          <p:cNvSpPr txBox="1"/>
          <p:nvPr/>
        </p:nvSpPr>
        <p:spPr>
          <a:xfrm>
            <a:off x="7776760" y="2564238"/>
            <a:ext cx="1101725" cy="376555"/>
          </a:xfrm>
          <a:prstGeom prst="rect">
            <a:avLst/>
          </a:prstGeom>
        </p:spPr>
        <p:txBody>
          <a:bodyPr wrap="square" lIns="0" tIns="13335" rIns="0" bIns="0" rtlCol="0" vert="horz">
            <a:spAutoFit/>
          </a:bodyPr>
          <a:lstStyle/>
          <a:p>
            <a:pPr marL="25400">
              <a:lnSpc>
                <a:spcPct val="100000"/>
              </a:lnSpc>
              <a:spcBef>
                <a:spcPts val="105"/>
              </a:spcBef>
            </a:pPr>
            <a:r>
              <a:rPr dirty="0" sz="2300" spc="120">
                <a:latin typeface="Symbol"/>
                <a:cs typeface="Symbol"/>
              </a:rPr>
              <a:t></a:t>
            </a:r>
            <a:r>
              <a:rPr dirty="0" sz="2300" spc="120" i="1">
                <a:latin typeface="Times New Roman"/>
                <a:cs typeface="Times New Roman"/>
              </a:rPr>
              <a:t>t</a:t>
            </a:r>
            <a:r>
              <a:rPr dirty="0" baseline="-25641" sz="1950" spc="179">
                <a:latin typeface="Times New Roman"/>
                <a:cs typeface="Times New Roman"/>
              </a:rPr>
              <a:t>1</a:t>
            </a:r>
            <a:r>
              <a:rPr dirty="0" sz="2300" spc="120">
                <a:latin typeface="Times New Roman"/>
                <a:cs typeface="Times New Roman"/>
              </a:rPr>
              <a:t>,</a:t>
            </a:r>
            <a:r>
              <a:rPr dirty="0" sz="2300" spc="-250">
                <a:latin typeface="Times New Roman"/>
                <a:cs typeface="Times New Roman"/>
              </a:rPr>
              <a:t> </a:t>
            </a:r>
            <a:r>
              <a:rPr dirty="0" sz="2300" spc="145">
                <a:latin typeface="Symbol"/>
                <a:cs typeface="Symbol"/>
              </a:rPr>
              <a:t></a:t>
            </a:r>
            <a:r>
              <a:rPr dirty="0" sz="2300" spc="145" i="1">
                <a:latin typeface="Times New Roman"/>
                <a:cs typeface="Times New Roman"/>
              </a:rPr>
              <a:t>t</a:t>
            </a:r>
            <a:r>
              <a:rPr dirty="0" baseline="-25641" sz="1950" spc="217">
                <a:latin typeface="Times New Roman"/>
                <a:cs typeface="Times New Roman"/>
              </a:rPr>
              <a:t>2</a:t>
            </a:r>
            <a:r>
              <a:rPr dirty="0" baseline="-25641" sz="1950" spc="-120">
                <a:latin typeface="Times New Roman"/>
                <a:cs typeface="Times New Roman"/>
              </a:rPr>
              <a:t> </a:t>
            </a:r>
            <a:r>
              <a:rPr dirty="0" sz="2300" spc="30">
                <a:latin typeface="Times New Roman"/>
                <a:cs typeface="Times New Roman"/>
              </a:rPr>
              <a:t>,</a:t>
            </a:r>
            <a:endParaRPr sz="2300">
              <a:latin typeface="Times New Roman"/>
              <a:cs typeface="Times New Roman"/>
            </a:endParaRPr>
          </a:p>
        </p:txBody>
      </p:sp>
      <p:sp>
        <p:nvSpPr>
          <p:cNvPr id="36" name="object 36" descr=""/>
          <p:cNvSpPr txBox="1"/>
          <p:nvPr/>
        </p:nvSpPr>
        <p:spPr>
          <a:xfrm>
            <a:off x="9169696" y="2564238"/>
            <a:ext cx="744220" cy="376555"/>
          </a:xfrm>
          <a:prstGeom prst="rect">
            <a:avLst/>
          </a:prstGeom>
        </p:spPr>
        <p:txBody>
          <a:bodyPr wrap="square" lIns="0" tIns="13335" rIns="0" bIns="0" rtlCol="0" vert="horz">
            <a:spAutoFit/>
          </a:bodyPr>
          <a:lstStyle/>
          <a:p>
            <a:pPr marL="25400">
              <a:lnSpc>
                <a:spcPct val="100000"/>
              </a:lnSpc>
              <a:spcBef>
                <a:spcPts val="105"/>
              </a:spcBef>
            </a:pPr>
            <a:r>
              <a:rPr dirty="0" sz="2300" spc="80">
                <a:latin typeface="Times New Roman"/>
                <a:cs typeface="Times New Roman"/>
              </a:rPr>
              <a:t>,</a:t>
            </a:r>
            <a:r>
              <a:rPr dirty="0" sz="2300" spc="-254">
                <a:latin typeface="Times New Roman"/>
                <a:cs typeface="Times New Roman"/>
              </a:rPr>
              <a:t> </a:t>
            </a:r>
            <a:r>
              <a:rPr dirty="0" sz="2300" spc="145">
                <a:latin typeface="Symbol"/>
                <a:cs typeface="Symbol"/>
              </a:rPr>
              <a:t></a:t>
            </a:r>
            <a:r>
              <a:rPr dirty="0" sz="2300" spc="145" i="1">
                <a:latin typeface="Times New Roman"/>
                <a:cs typeface="Times New Roman"/>
              </a:rPr>
              <a:t>t</a:t>
            </a:r>
            <a:r>
              <a:rPr dirty="0" baseline="-25641" sz="1950" spc="217" i="1">
                <a:latin typeface="Times New Roman"/>
                <a:cs typeface="Times New Roman"/>
              </a:rPr>
              <a:t>k</a:t>
            </a:r>
            <a:r>
              <a:rPr dirty="0" baseline="-25641" sz="1950" spc="135" i="1">
                <a:latin typeface="Times New Roman"/>
                <a:cs typeface="Times New Roman"/>
              </a:rPr>
              <a:t> </a:t>
            </a:r>
            <a:r>
              <a:rPr dirty="0" sz="2300" spc="60">
                <a:latin typeface="Times New Roman"/>
                <a:cs typeface="Times New Roman"/>
              </a:rPr>
              <a:t>)</a:t>
            </a:r>
            <a:endParaRPr sz="2300">
              <a:latin typeface="Times New Roman"/>
              <a:cs typeface="Times New Roman"/>
            </a:endParaRPr>
          </a:p>
        </p:txBody>
      </p:sp>
      <p:sp>
        <p:nvSpPr>
          <p:cNvPr id="37" name="object 37" descr=""/>
          <p:cNvSpPr txBox="1"/>
          <p:nvPr/>
        </p:nvSpPr>
        <p:spPr>
          <a:xfrm>
            <a:off x="5057853" y="2392358"/>
            <a:ext cx="359410" cy="800100"/>
          </a:xfrm>
          <a:prstGeom prst="rect">
            <a:avLst/>
          </a:prstGeom>
        </p:spPr>
        <p:txBody>
          <a:bodyPr wrap="square" lIns="0" tIns="16510" rIns="0" bIns="0" rtlCol="0" vert="horz">
            <a:spAutoFit/>
          </a:bodyPr>
          <a:lstStyle/>
          <a:p>
            <a:pPr algn="ctr" marR="9525">
              <a:lnSpc>
                <a:spcPts val="1130"/>
              </a:lnSpc>
              <a:spcBef>
                <a:spcPts val="130"/>
              </a:spcBef>
            </a:pPr>
            <a:r>
              <a:rPr dirty="0" sz="1300" spc="45" i="1">
                <a:latin typeface="Times New Roman"/>
                <a:cs typeface="Times New Roman"/>
              </a:rPr>
              <a:t>k</a:t>
            </a:r>
            <a:endParaRPr sz="1300">
              <a:latin typeface="Times New Roman"/>
              <a:cs typeface="Times New Roman"/>
            </a:endParaRPr>
          </a:p>
          <a:p>
            <a:pPr>
              <a:lnSpc>
                <a:spcPts val="3540"/>
              </a:lnSpc>
            </a:pPr>
            <a:r>
              <a:rPr dirty="0" sz="3450" spc="-1535">
                <a:latin typeface="Symbol"/>
                <a:cs typeface="Symbol"/>
              </a:rPr>
              <a:t></a:t>
            </a:r>
            <a:endParaRPr sz="3450">
              <a:latin typeface="Symbol"/>
              <a:cs typeface="Symbol"/>
            </a:endParaRPr>
          </a:p>
          <a:p>
            <a:pPr marL="52705">
              <a:lnSpc>
                <a:spcPts val="1390"/>
              </a:lnSpc>
            </a:pPr>
            <a:r>
              <a:rPr dirty="0" sz="1300" spc="80" i="1">
                <a:latin typeface="Times New Roman"/>
                <a:cs typeface="Times New Roman"/>
              </a:rPr>
              <a:t>i</a:t>
            </a:r>
            <a:r>
              <a:rPr dirty="0" sz="1300" spc="80">
                <a:latin typeface="Symbol"/>
                <a:cs typeface="Symbol"/>
              </a:rPr>
              <a:t></a:t>
            </a:r>
            <a:r>
              <a:rPr dirty="0" sz="1300" spc="80">
                <a:latin typeface="Times New Roman"/>
                <a:cs typeface="Times New Roman"/>
              </a:rPr>
              <a:t>1</a:t>
            </a:r>
            <a:endParaRPr sz="1300">
              <a:latin typeface="Times New Roman"/>
              <a:cs typeface="Times New Roman"/>
            </a:endParaRPr>
          </a:p>
        </p:txBody>
      </p:sp>
      <p:pic>
        <p:nvPicPr>
          <p:cNvPr id="38" name="object 38" descr=""/>
          <p:cNvPicPr/>
          <p:nvPr/>
        </p:nvPicPr>
        <p:blipFill>
          <a:blip r:embed="rId3" cstate="print"/>
          <a:stretch>
            <a:fillRect/>
          </a:stretch>
        </p:blipFill>
        <p:spPr>
          <a:xfrm>
            <a:off x="8846184" y="2533805"/>
            <a:ext cx="1102742" cy="503544"/>
          </a:xfrm>
          <a:prstGeom prst="rect">
            <a:avLst/>
          </a:prstGeom>
        </p:spPr>
      </p:pic>
      <p:sp>
        <p:nvSpPr>
          <p:cNvPr id="39" name="object 39" descr=""/>
          <p:cNvSpPr txBox="1"/>
          <p:nvPr/>
        </p:nvSpPr>
        <p:spPr>
          <a:xfrm>
            <a:off x="77215" y="3803345"/>
            <a:ext cx="3403600" cy="452120"/>
          </a:xfrm>
          <a:prstGeom prst="rect">
            <a:avLst/>
          </a:prstGeom>
        </p:spPr>
        <p:txBody>
          <a:bodyPr wrap="square" lIns="0" tIns="12065" rIns="0" bIns="0" rtlCol="0" vert="horz">
            <a:spAutoFit/>
          </a:bodyPr>
          <a:lstStyle/>
          <a:p>
            <a:pPr marL="12700">
              <a:lnSpc>
                <a:spcPct val="100000"/>
              </a:lnSpc>
              <a:spcBef>
                <a:spcPts val="95"/>
              </a:spcBef>
            </a:pPr>
            <a:r>
              <a:rPr dirty="0" sz="2800" spc="-30">
                <a:solidFill>
                  <a:srgbClr val="FF0000"/>
                </a:solidFill>
                <a:latin typeface="黑体"/>
                <a:cs typeface="黑体"/>
              </a:rPr>
              <a:t>（2）</a:t>
            </a:r>
            <a:r>
              <a:rPr dirty="0" sz="2800" spc="-40">
                <a:solidFill>
                  <a:srgbClr val="FF0000"/>
                </a:solidFill>
                <a:latin typeface="黑体"/>
                <a:cs typeface="黑体"/>
              </a:rPr>
              <a:t>各段效率之和：</a:t>
            </a:r>
            <a:endParaRPr sz="2800">
              <a:latin typeface="黑体"/>
              <a:cs typeface="黑体"/>
            </a:endParaRPr>
          </a:p>
        </p:txBody>
      </p:sp>
      <p:sp>
        <p:nvSpPr>
          <p:cNvPr id="40" name="object 40" descr=""/>
          <p:cNvSpPr/>
          <p:nvPr/>
        </p:nvSpPr>
        <p:spPr>
          <a:xfrm>
            <a:off x="4727575" y="3397250"/>
            <a:ext cx="6327775" cy="1241425"/>
          </a:xfrm>
          <a:custGeom>
            <a:avLst/>
            <a:gdLst/>
            <a:ahLst/>
            <a:cxnLst/>
            <a:rect l="l" t="t" r="r" b="b"/>
            <a:pathLst>
              <a:path w="6327775" h="1241425">
                <a:moveTo>
                  <a:pt x="6327775" y="0"/>
                </a:moveTo>
                <a:lnTo>
                  <a:pt x="0" y="0"/>
                </a:lnTo>
                <a:lnTo>
                  <a:pt x="0" y="1241425"/>
                </a:lnTo>
                <a:lnTo>
                  <a:pt x="6327775" y="1241425"/>
                </a:lnTo>
                <a:lnTo>
                  <a:pt x="6327775" y="0"/>
                </a:lnTo>
                <a:close/>
              </a:path>
            </a:pathLst>
          </a:custGeom>
          <a:solidFill>
            <a:srgbClr val="B4F4F1"/>
          </a:solidFill>
        </p:spPr>
        <p:txBody>
          <a:bodyPr wrap="square" lIns="0" tIns="0" rIns="0" bIns="0" rtlCol="0"/>
          <a:lstStyle/>
          <a:p/>
        </p:txBody>
      </p:sp>
      <p:sp>
        <p:nvSpPr>
          <p:cNvPr id="41" name="object 41" descr=""/>
          <p:cNvSpPr txBox="1"/>
          <p:nvPr/>
        </p:nvSpPr>
        <p:spPr>
          <a:xfrm>
            <a:off x="8811554" y="3980700"/>
            <a:ext cx="110489" cy="228600"/>
          </a:xfrm>
          <a:prstGeom prst="rect">
            <a:avLst/>
          </a:prstGeom>
        </p:spPr>
        <p:txBody>
          <a:bodyPr wrap="square" lIns="0" tIns="16510" rIns="0" bIns="0" rtlCol="0" vert="horz">
            <a:spAutoFit/>
          </a:bodyPr>
          <a:lstStyle/>
          <a:p>
            <a:pPr>
              <a:lnSpc>
                <a:spcPct val="100000"/>
              </a:lnSpc>
              <a:spcBef>
                <a:spcPts val="130"/>
              </a:spcBef>
            </a:pPr>
            <a:r>
              <a:rPr dirty="0" sz="1300" spc="60">
                <a:latin typeface="Times New Roman"/>
                <a:cs typeface="Times New Roman"/>
              </a:rPr>
              <a:t>2</a:t>
            </a:r>
            <a:endParaRPr sz="1300">
              <a:latin typeface="Times New Roman"/>
              <a:cs typeface="Times New Roman"/>
            </a:endParaRPr>
          </a:p>
        </p:txBody>
      </p:sp>
      <p:sp>
        <p:nvSpPr>
          <p:cNvPr id="42" name="object 42" descr=""/>
          <p:cNvSpPr txBox="1"/>
          <p:nvPr/>
        </p:nvSpPr>
        <p:spPr>
          <a:xfrm>
            <a:off x="7264244" y="4194278"/>
            <a:ext cx="341630" cy="377190"/>
          </a:xfrm>
          <a:prstGeom prst="rect">
            <a:avLst/>
          </a:prstGeom>
        </p:spPr>
        <p:txBody>
          <a:bodyPr wrap="square" lIns="0" tIns="13335" rIns="0" bIns="0" rtlCol="0" vert="horz">
            <a:spAutoFit/>
          </a:bodyPr>
          <a:lstStyle/>
          <a:p>
            <a:pPr marL="25400">
              <a:lnSpc>
                <a:spcPct val="100000"/>
              </a:lnSpc>
              <a:spcBef>
                <a:spcPts val="105"/>
              </a:spcBef>
            </a:pPr>
            <a:r>
              <a:rPr dirty="0" sz="2300" spc="35">
                <a:latin typeface="Times New Roman"/>
                <a:cs typeface="Times New Roman"/>
              </a:rPr>
              <a:t>T</a:t>
            </a:r>
            <a:r>
              <a:rPr dirty="0" baseline="-25641" sz="1950" spc="52">
                <a:latin typeface="Times New Roman"/>
                <a:cs typeface="Times New Roman"/>
              </a:rPr>
              <a:t>k</a:t>
            </a:r>
            <a:endParaRPr baseline="-25641" sz="1950">
              <a:latin typeface="Times New Roman"/>
              <a:cs typeface="Times New Roman"/>
            </a:endParaRPr>
          </a:p>
        </p:txBody>
      </p:sp>
      <p:sp>
        <p:nvSpPr>
          <p:cNvPr id="43" name="object 43" descr=""/>
          <p:cNvSpPr txBox="1"/>
          <p:nvPr/>
        </p:nvSpPr>
        <p:spPr>
          <a:xfrm>
            <a:off x="8368897" y="4194278"/>
            <a:ext cx="341630" cy="377190"/>
          </a:xfrm>
          <a:prstGeom prst="rect">
            <a:avLst/>
          </a:prstGeom>
        </p:spPr>
        <p:txBody>
          <a:bodyPr wrap="square" lIns="0" tIns="13335" rIns="0" bIns="0" rtlCol="0" vert="horz">
            <a:spAutoFit/>
          </a:bodyPr>
          <a:lstStyle/>
          <a:p>
            <a:pPr marL="25400">
              <a:lnSpc>
                <a:spcPct val="100000"/>
              </a:lnSpc>
              <a:spcBef>
                <a:spcPts val="105"/>
              </a:spcBef>
            </a:pPr>
            <a:r>
              <a:rPr dirty="0" sz="2300" spc="35">
                <a:latin typeface="Times New Roman"/>
                <a:cs typeface="Times New Roman"/>
              </a:rPr>
              <a:t>T</a:t>
            </a:r>
            <a:r>
              <a:rPr dirty="0" baseline="-25641" sz="1950" spc="52">
                <a:latin typeface="Times New Roman"/>
                <a:cs typeface="Times New Roman"/>
              </a:rPr>
              <a:t>k</a:t>
            </a:r>
            <a:endParaRPr baseline="-25641" sz="1950">
              <a:latin typeface="Times New Roman"/>
              <a:cs typeface="Times New Roman"/>
            </a:endParaRPr>
          </a:p>
        </p:txBody>
      </p:sp>
      <p:sp>
        <p:nvSpPr>
          <p:cNvPr id="44" name="object 44" descr=""/>
          <p:cNvSpPr txBox="1"/>
          <p:nvPr/>
        </p:nvSpPr>
        <p:spPr>
          <a:xfrm>
            <a:off x="10305241" y="3406054"/>
            <a:ext cx="99060" cy="228600"/>
          </a:xfrm>
          <a:prstGeom prst="rect">
            <a:avLst/>
          </a:prstGeom>
        </p:spPr>
        <p:txBody>
          <a:bodyPr wrap="square" lIns="0" tIns="16510" rIns="0" bIns="0" rtlCol="0" vert="horz">
            <a:spAutoFit/>
          </a:bodyPr>
          <a:lstStyle/>
          <a:p>
            <a:pPr>
              <a:lnSpc>
                <a:spcPct val="100000"/>
              </a:lnSpc>
              <a:spcBef>
                <a:spcPts val="130"/>
              </a:spcBef>
            </a:pPr>
            <a:r>
              <a:rPr dirty="0" sz="1300" spc="50" i="1">
                <a:latin typeface="Times New Roman"/>
                <a:cs typeface="Times New Roman"/>
              </a:rPr>
              <a:t>k</a:t>
            </a:r>
            <a:endParaRPr sz="1300">
              <a:latin typeface="Times New Roman"/>
              <a:cs typeface="Times New Roman"/>
            </a:endParaRPr>
          </a:p>
        </p:txBody>
      </p:sp>
      <p:sp>
        <p:nvSpPr>
          <p:cNvPr id="45" name="object 45" descr=""/>
          <p:cNvSpPr txBox="1"/>
          <p:nvPr/>
        </p:nvSpPr>
        <p:spPr>
          <a:xfrm>
            <a:off x="7065636" y="3782281"/>
            <a:ext cx="781050" cy="377190"/>
          </a:xfrm>
          <a:prstGeom prst="rect">
            <a:avLst/>
          </a:prstGeom>
        </p:spPr>
        <p:txBody>
          <a:bodyPr wrap="square" lIns="0" tIns="13335" rIns="0" bIns="0" rtlCol="0" vert="horz">
            <a:spAutoFit/>
          </a:bodyPr>
          <a:lstStyle/>
          <a:p>
            <a:pPr>
              <a:lnSpc>
                <a:spcPct val="100000"/>
              </a:lnSpc>
              <a:spcBef>
                <a:spcPts val="105"/>
              </a:spcBef>
            </a:pPr>
            <a:r>
              <a:rPr dirty="0" u="sng" sz="2300" spc="-415" i="1">
                <a:uFill>
                  <a:solidFill>
                    <a:srgbClr val="000000"/>
                  </a:solidFill>
                </a:uFill>
                <a:latin typeface="Times New Roman"/>
                <a:cs typeface="Times New Roman"/>
              </a:rPr>
              <a:t> </a:t>
            </a:r>
            <a:r>
              <a:rPr dirty="0" u="sng" sz="2300" spc="170" i="1">
                <a:uFill>
                  <a:solidFill>
                    <a:srgbClr val="000000"/>
                  </a:solidFill>
                </a:uFill>
                <a:latin typeface="Times New Roman"/>
                <a:cs typeface="Times New Roman"/>
              </a:rPr>
              <a:t>n</a:t>
            </a:r>
            <a:r>
              <a:rPr dirty="0" u="sng" sz="2300" spc="-250" i="1">
                <a:uFill>
                  <a:solidFill>
                    <a:srgbClr val="000000"/>
                  </a:solidFill>
                </a:uFill>
                <a:latin typeface="Times New Roman"/>
                <a:cs typeface="Times New Roman"/>
              </a:rPr>
              <a:t> </a:t>
            </a:r>
            <a:r>
              <a:rPr dirty="0" u="sng" sz="2300" spc="195">
                <a:uFill>
                  <a:solidFill>
                    <a:srgbClr val="000000"/>
                  </a:solidFill>
                </a:uFill>
                <a:latin typeface="Symbol"/>
                <a:cs typeface="Symbol"/>
              </a:rPr>
              <a:t></a:t>
            </a:r>
            <a:r>
              <a:rPr dirty="0" u="sng" sz="2300" spc="195" i="1">
                <a:uFill>
                  <a:solidFill>
                    <a:srgbClr val="000000"/>
                  </a:solidFill>
                </a:uFill>
                <a:latin typeface="Times New Roman"/>
                <a:cs typeface="Times New Roman"/>
              </a:rPr>
              <a:t>t </a:t>
            </a:r>
            <a:endParaRPr sz="2300">
              <a:latin typeface="Times New Roman"/>
              <a:cs typeface="Times New Roman"/>
            </a:endParaRPr>
          </a:p>
        </p:txBody>
      </p:sp>
      <p:sp>
        <p:nvSpPr>
          <p:cNvPr id="46" name="object 46" descr=""/>
          <p:cNvSpPr txBox="1"/>
          <p:nvPr/>
        </p:nvSpPr>
        <p:spPr>
          <a:xfrm>
            <a:off x="8171791" y="3782281"/>
            <a:ext cx="796925" cy="377190"/>
          </a:xfrm>
          <a:prstGeom prst="rect">
            <a:avLst/>
          </a:prstGeom>
        </p:spPr>
        <p:txBody>
          <a:bodyPr wrap="square" lIns="0" tIns="13335" rIns="0" bIns="0" rtlCol="0" vert="horz">
            <a:spAutoFit/>
          </a:bodyPr>
          <a:lstStyle/>
          <a:p>
            <a:pPr>
              <a:lnSpc>
                <a:spcPct val="100000"/>
              </a:lnSpc>
              <a:spcBef>
                <a:spcPts val="105"/>
              </a:spcBef>
              <a:tabLst>
                <a:tab pos="783590" algn="l"/>
              </a:tabLst>
            </a:pPr>
            <a:r>
              <a:rPr dirty="0" u="sng" sz="2300" spc="170" i="1">
                <a:uFill>
                  <a:solidFill>
                    <a:srgbClr val="000000"/>
                  </a:solidFill>
                </a:uFill>
                <a:latin typeface="Times New Roman"/>
                <a:cs typeface="Times New Roman"/>
              </a:rPr>
              <a:t>n</a:t>
            </a:r>
            <a:r>
              <a:rPr dirty="0" u="sng" sz="2300" spc="-245" i="1">
                <a:uFill>
                  <a:solidFill>
                    <a:srgbClr val="000000"/>
                  </a:solidFill>
                </a:uFill>
                <a:latin typeface="Times New Roman"/>
                <a:cs typeface="Times New Roman"/>
              </a:rPr>
              <a:t> </a:t>
            </a:r>
            <a:r>
              <a:rPr dirty="0" u="sng" sz="2300" spc="195">
                <a:uFill>
                  <a:solidFill>
                    <a:srgbClr val="000000"/>
                  </a:solidFill>
                </a:uFill>
                <a:latin typeface="Symbol"/>
                <a:cs typeface="Symbol"/>
              </a:rPr>
              <a:t></a:t>
            </a:r>
            <a:r>
              <a:rPr dirty="0" u="sng" sz="2300" spc="195" i="1">
                <a:uFill>
                  <a:solidFill>
                    <a:srgbClr val="000000"/>
                  </a:solidFill>
                </a:uFill>
                <a:latin typeface="Times New Roman"/>
                <a:cs typeface="Times New Roman"/>
              </a:rPr>
              <a:t>t</a:t>
            </a:r>
            <a:r>
              <a:rPr dirty="0" u="sng" sz="2300" i="1">
                <a:uFill>
                  <a:solidFill>
                    <a:srgbClr val="000000"/>
                  </a:solidFill>
                </a:uFill>
                <a:latin typeface="Times New Roman"/>
                <a:cs typeface="Times New Roman"/>
              </a:rPr>
              <a:t>	</a:t>
            </a:r>
            <a:endParaRPr sz="2300">
              <a:latin typeface="Times New Roman"/>
              <a:cs typeface="Times New Roman"/>
            </a:endParaRPr>
          </a:p>
        </p:txBody>
      </p:sp>
      <p:sp>
        <p:nvSpPr>
          <p:cNvPr id="47" name="object 47" descr=""/>
          <p:cNvSpPr txBox="1"/>
          <p:nvPr/>
        </p:nvSpPr>
        <p:spPr>
          <a:xfrm>
            <a:off x="4747666" y="3966454"/>
            <a:ext cx="2273300" cy="377190"/>
          </a:xfrm>
          <a:prstGeom prst="rect">
            <a:avLst/>
          </a:prstGeom>
        </p:spPr>
        <p:txBody>
          <a:bodyPr wrap="square" lIns="0" tIns="13335" rIns="0" bIns="0" rtlCol="0" vert="horz">
            <a:spAutoFit/>
          </a:bodyPr>
          <a:lstStyle/>
          <a:p>
            <a:pPr marL="25400">
              <a:lnSpc>
                <a:spcPct val="100000"/>
              </a:lnSpc>
              <a:spcBef>
                <a:spcPts val="105"/>
              </a:spcBef>
            </a:pPr>
            <a:r>
              <a:rPr dirty="0" sz="2300" spc="80">
                <a:latin typeface="Times New Roman"/>
                <a:cs typeface="Times New Roman"/>
              </a:rPr>
              <a:t>e</a:t>
            </a:r>
            <a:r>
              <a:rPr dirty="0" baseline="-25641" sz="1950" spc="120">
                <a:latin typeface="Times New Roman"/>
                <a:cs typeface="Times New Roman"/>
              </a:rPr>
              <a:t>1</a:t>
            </a:r>
            <a:r>
              <a:rPr dirty="0" baseline="-25641" sz="1950" spc="397">
                <a:latin typeface="Times New Roman"/>
                <a:cs typeface="Times New Roman"/>
              </a:rPr>
              <a:t> </a:t>
            </a:r>
            <a:r>
              <a:rPr dirty="0" sz="2300" spc="185">
                <a:latin typeface="Symbol"/>
                <a:cs typeface="Symbol"/>
              </a:rPr>
              <a:t></a:t>
            </a:r>
            <a:r>
              <a:rPr dirty="0" sz="2300" spc="-135">
                <a:latin typeface="Times New Roman"/>
                <a:cs typeface="Times New Roman"/>
              </a:rPr>
              <a:t> </a:t>
            </a:r>
            <a:r>
              <a:rPr dirty="0" sz="2300" spc="165">
                <a:latin typeface="Times New Roman"/>
                <a:cs typeface="Times New Roman"/>
              </a:rPr>
              <a:t>e</a:t>
            </a:r>
            <a:r>
              <a:rPr dirty="0" baseline="-25641" sz="1950" spc="247">
                <a:latin typeface="Times New Roman"/>
                <a:cs typeface="Times New Roman"/>
              </a:rPr>
              <a:t>2</a:t>
            </a:r>
            <a:r>
              <a:rPr dirty="0" baseline="-25641" sz="1950" spc="569">
                <a:latin typeface="Times New Roman"/>
                <a:cs typeface="Times New Roman"/>
              </a:rPr>
              <a:t> </a:t>
            </a:r>
            <a:r>
              <a:rPr dirty="0" sz="2300" spc="185">
                <a:latin typeface="Symbol"/>
                <a:cs typeface="Symbol"/>
              </a:rPr>
              <a:t></a:t>
            </a:r>
            <a:r>
              <a:rPr dirty="0" sz="2300" spc="-260">
                <a:latin typeface="Times New Roman"/>
                <a:cs typeface="Times New Roman"/>
              </a:rPr>
              <a:t> </a:t>
            </a:r>
            <a:r>
              <a:rPr dirty="0" sz="2300" spc="80">
                <a:latin typeface="Times New Roman"/>
                <a:cs typeface="Times New Roman"/>
              </a:rPr>
              <a:t>...</a:t>
            </a:r>
            <a:r>
              <a:rPr dirty="0" sz="2300" spc="-290">
                <a:latin typeface="Times New Roman"/>
                <a:cs typeface="Times New Roman"/>
              </a:rPr>
              <a:t> </a:t>
            </a:r>
            <a:r>
              <a:rPr dirty="0" sz="2300" spc="185">
                <a:latin typeface="Symbol"/>
                <a:cs typeface="Symbol"/>
              </a:rPr>
              <a:t></a:t>
            </a:r>
            <a:r>
              <a:rPr dirty="0" sz="2300" spc="-140">
                <a:latin typeface="Times New Roman"/>
                <a:cs typeface="Times New Roman"/>
              </a:rPr>
              <a:t> </a:t>
            </a:r>
            <a:r>
              <a:rPr dirty="0" sz="2300" spc="165">
                <a:latin typeface="Times New Roman"/>
                <a:cs typeface="Times New Roman"/>
              </a:rPr>
              <a:t>e</a:t>
            </a:r>
            <a:r>
              <a:rPr dirty="0" baseline="-25641" sz="1950" spc="247">
                <a:latin typeface="Times New Roman"/>
                <a:cs typeface="Times New Roman"/>
              </a:rPr>
              <a:t>k</a:t>
            </a:r>
            <a:r>
              <a:rPr dirty="0" baseline="-25641" sz="1950" spc="225">
                <a:latin typeface="Times New Roman"/>
                <a:cs typeface="Times New Roman"/>
              </a:rPr>
              <a:t>  </a:t>
            </a:r>
            <a:r>
              <a:rPr dirty="0" sz="2300" spc="135">
                <a:latin typeface="Symbol"/>
                <a:cs typeface="Symbol"/>
              </a:rPr>
              <a:t></a:t>
            </a:r>
            <a:endParaRPr sz="2300">
              <a:latin typeface="Symbol"/>
              <a:cs typeface="Symbol"/>
            </a:endParaRPr>
          </a:p>
        </p:txBody>
      </p:sp>
      <p:sp>
        <p:nvSpPr>
          <p:cNvPr id="48" name="object 48" descr=""/>
          <p:cNvSpPr txBox="1"/>
          <p:nvPr/>
        </p:nvSpPr>
        <p:spPr>
          <a:xfrm>
            <a:off x="7678563" y="3857026"/>
            <a:ext cx="444500" cy="377190"/>
          </a:xfrm>
          <a:prstGeom prst="rect">
            <a:avLst/>
          </a:prstGeom>
        </p:spPr>
        <p:txBody>
          <a:bodyPr wrap="square" lIns="0" tIns="13335" rIns="0" bIns="0" rtlCol="0" vert="horz">
            <a:spAutoFit/>
          </a:bodyPr>
          <a:lstStyle/>
          <a:p>
            <a:pPr marL="25400">
              <a:lnSpc>
                <a:spcPct val="100000"/>
              </a:lnSpc>
              <a:spcBef>
                <a:spcPts val="105"/>
              </a:spcBef>
            </a:pPr>
            <a:r>
              <a:rPr dirty="0" sz="1300" spc="110">
                <a:latin typeface="Times New Roman"/>
                <a:cs typeface="Times New Roman"/>
              </a:rPr>
              <a:t>1</a:t>
            </a:r>
            <a:r>
              <a:rPr dirty="0" sz="1300" spc="450">
                <a:latin typeface="Times New Roman"/>
                <a:cs typeface="Times New Roman"/>
              </a:rPr>
              <a:t> </a:t>
            </a:r>
            <a:r>
              <a:rPr dirty="0" baseline="-20531" sz="3450" spc="202">
                <a:latin typeface="Symbol"/>
                <a:cs typeface="Symbol"/>
              </a:rPr>
              <a:t></a:t>
            </a:r>
            <a:endParaRPr baseline="-20531" sz="3450">
              <a:latin typeface="Symbol"/>
              <a:cs typeface="Symbol"/>
            </a:endParaRPr>
          </a:p>
        </p:txBody>
      </p:sp>
      <p:sp>
        <p:nvSpPr>
          <p:cNvPr id="49" name="object 49" descr=""/>
          <p:cNvSpPr txBox="1"/>
          <p:nvPr/>
        </p:nvSpPr>
        <p:spPr>
          <a:xfrm>
            <a:off x="8996438" y="3431895"/>
            <a:ext cx="2026920" cy="1139825"/>
          </a:xfrm>
          <a:prstGeom prst="rect">
            <a:avLst/>
          </a:prstGeom>
        </p:spPr>
        <p:txBody>
          <a:bodyPr wrap="square" lIns="0" tIns="13970" rIns="0" bIns="0" rtlCol="0" vert="horz">
            <a:spAutoFit/>
          </a:bodyPr>
          <a:lstStyle/>
          <a:p>
            <a:pPr algn="ctr" marL="755650">
              <a:lnSpc>
                <a:spcPct val="100000"/>
              </a:lnSpc>
              <a:spcBef>
                <a:spcPts val="110"/>
              </a:spcBef>
            </a:pPr>
            <a:r>
              <a:rPr dirty="0" sz="2300" spc="170" i="1">
                <a:latin typeface="Times New Roman"/>
                <a:cs typeface="Times New Roman"/>
              </a:rPr>
              <a:t>n</a:t>
            </a:r>
            <a:r>
              <a:rPr dirty="0" sz="2300" spc="-260" i="1">
                <a:latin typeface="Times New Roman"/>
                <a:cs typeface="Times New Roman"/>
              </a:rPr>
              <a:t> </a:t>
            </a:r>
            <a:r>
              <a:rPr dirty="0" sz="2300" spc="275">
                <a:latin typeface="Symbol"/>
                <a:cs typeface="Symbol"/>
              </a:rPr>
              <a:t></a:t>
            </a:r>
            <a:r>
              <a:rPr dirty="0" baseline="-8856" sz="5175" spc="412">
                <a:latin typeface="Symbol"/>
                <a:cs typeface="Symbol"/>
              </a:rPr>
              <a:t></a:t>
            </a:r>
            <a:r>
              <a:rPr dirty="0" sz="2300" spc="275">
                <a:latin typeface="Symbol"/>
                <a:cs typeface="Symbol"/>
              </a:rPr>
              <a:t></a:t>
            </a:r>
            <a:r>
              <a:rPr dirty="0" sz="2300" spc="275" i="1">
                <a:latin typeface="Times New Roman"/>
                <a:cs typeface="Times New Roman"/>
              </a:rPr>
              <a:t>t</a:t>
            </a:r>
            <a:r>
              <a:rPr dirty="0" baseline="-25641" sz="1950" spc="412" i="1">
                <a:latin typeface="Times New Roman"/>
                <a:cs typeface="Times New Roman"/>
              </a:rPr>
              <a:t>i</a:t>
            </a:r>
            <a:endParaRPr baseline="-25641" sz="1950">
              <a:latin typeface="Times New Roman"/>
              <a:cs typeface="Times New Roman"/>
            </a:endParaRPr>
          </a:p>
          <a:p>
            <a:pPr marL="25400">
              <a:lnSpc>
                <a:spcPts val="2275"/>
              </a:lnSpc>
              <a:spcBef>
                <a:spcPts val="65"/>
              </a:spcBef>
              <a:tabLst>
                <a:tab pos="1233170" algn="l"/>
                <a:tab pos="1988185" algn="l"/>
              </a:tabLst>
            </a:pPr>
            <a:r>
              <a:rPr dirty="0" sz="2300" spc="185">
                <a:latin typeface="Symbol"/>
                <a:cs typeface="Symbol"/>
              </a:rPr>
              <a:t></a:t>
            </a:r>
            <a:r>
              <a:rPr dirty="0" sz="2300" spc="-160">
                <a:latin typeface="Times New Roman"/>
                <a:cs typeface="Times New Roman"/>
              </a:rPr>
              <a:t> </a:t>
            </a:r>
            <a:r>
              <a:rPr dirty="0" sz="2300" spc="80">
                <a:latin typeface="Times New Roman"/>
                <a:cs typeface="Times New Roman"/>
              </a:rPr>
              <a:t>...</a:t>
            </a:r>
            <a:r>
              <a:rPr dirty="0" sz="2300" spc="20">
                <a:latin typeface="Times New Roman"/>
                <a:cs typeface="Times New Roman"/>
              </a:rPr>
              <a:t> </a:t>
            </a:r>
            <a:r>
              <a:rPr dirty="0" sz="2300" spc="185">
                <a:latin typeface="Symbol"/>
                <a:cs typeface="Symbol"/>
              </a:rPr>
              <a:t></a:t>
            </a:r>
            <a:r>
              <a:rPr dirty="0" sz="2300" spc="185">
                <a:latin typeface="Times New Roman"/>
                <a:cs typeface="Times New Roman"/>
              </a:rPr>
              <a:t> </a:t>
            </a:r>
            <a:r>
              <a:rPr dirty="0" u="heavy" baseline="38461" sz="1950" i="1">
                <a:uFill>
                  <a:solidFill>
                    <a:srgbClr val="000000"/>
                  </a:solidFill>
                </a:uFill>
                <a:latin typeface="Times New Roman"/>
                <a:cs typeface="Times New Roman"/>
              </a:rPr>
              <a:t>	</a:t>
            </a:r>
            <a:r>
              <a:rPr dirty="0" u="heavy" baseline="38461" sz="1950" spc="120" i="1">
                <a:uFill>
                  <a:solidFill>
                    <a:srgbClr val="000000"/>
                  </a:solidFill>
                </a:uFill>
                <a:latin typeface="Times New Roman"/>
                <a:cs typeface="Times New Roman"/>
              </a:rPr>
              <a:t>i</a:t>
            </a:r>
            <a:r>
              <a:rPr dirty="0" u="heavy" baseline="38461" sz="1950" spc="120">
                <a:uFill>
                  <a:solidFill>
                    <a:srgbClr val="000000"/>
                  </a:solidFill>
                </a:uFill>
                <a:latin typeface="Symbol"/>
                <a:cs typeface="Symbol"/>
              </a:rPr>
              <a:t></a:t>
            </a:r>
            <a:r>
              <a:rPr dirty="0" u="heavy" baseline="38461" sz="1950" spc="120">
                <a:uFill>
                  <a:solidFill>
                    <a:srgbClr val="000000"/>
                  </a:solidFill>
                </a:uFill>
                <a:latin typeface="Times New Roman"/>
                <a:cs typeface="Times New Roman"/>
              </a:rPr>
              <a:t>1</a:t>
            </a:r>
            <a:r>
              <a:rPr dirty="0" u="heavy" baseline="38461" sz="1950">
                <a:uFill>
                  <a:solidFill>
                    <a:srgbClr val="000000"/>
                  </a:solidFill>
                </a:uFill>
                <a:latin typeface="Times New Roman"/>
                <a:cs typeface="Times New Roman"/>
              </a:rPr>
              <a:t>	</a:t>
            </a:r>
            <a:endParaRPr baseline="38461" sz="1950">
              <a:latin typeface="Times New Roman"/>
              <a:cs typeface="Times New Roman"/>
            </a:endParaRPr>
          </a:p>
          <a:p>
            <a:pPr algn="ctr" marL="746125">
              <a:lnSpc>
                <a:spcPts val="2275"/>
              </a:lnSpc>
            </a:pPr>
            <a:r>
              <a:rPr dirty="0" sz="2300" spc="35">
                <a:latin typeface="Times New Roman"/>
                <a:cs typeface="Times New Roman"/>
              </a:rPr>
              <a:t>T</a:t>
            </a:r>
            <a:r>
              <a:rPr dirty="0" baseline="-25641" sz="1950" spc="52">
                <a:latin typeface="Times New Roman"/>
                <a:cs typeface="Times New Roman"/>
              </a:rPr>
              <a:t>k</a:t>
            </a:r>
            <a:endParaRPr baseline="-25641" sz="1950">
              <a:latin typeface="Times New Roman"/>
              <a:cs typeface="Times New Roman"/>
            </a:endParaRPr>
          </a:p>
        </p:txBody>
      </p:sp>
      <p:sp>
        <p:nvSpPr>
          <p:cNvPr id="50" name="object 50" descr=""/>
          <p:cNvSpPr txBox="1"/>
          <p:nvPr/>
        </p:nvSpPr>
        <p:spPr>
          <a:xfrm>
            <a:off x="154330" y="5048077"/>
            <a:ext cx="5181600" cy="1305560"/>
          </a:xfrm>
          <a:prstGeom prst="rect">
            <a:avLst/>
          </a:prstGeom>
        </p:spPr>
        <p:txBody>
          <a:bodyPr wrap="square" lIns="0" tIns="225425" rIns="0" bIns="0" rtlCol="0" vert="horz">
            <a:spAutoFit/>
          </a:bodyPr>
          <a:lstStyle/>
          <a:p>
            <a:pPr algn="r" marR="8255">
              <a:lnSpc>
                <a:spcPct val="100000"/>
              </a:lnSpc>
              <a:spcBef>
                <a:spcPts val="1775"/>
              </a:spcBef>
            </a:pPr>
            <a:r>
              <a:rPr dirty="0" sz="2800" spc="-30">
                <a:solidFill>
                  <a:srgbClr val="FF0000"/>
                </a:solidFill>
                <a:latin typeface="黑体"/>
                <a:cs typeface="黑体"/>
              </a:rPr>
              <a:t>3）</a:t>
            </a:r>
            <a:r>
              <a:rPr dirty="0" sz="2800" spc="-40">
                <a:solidFill>
                  <a:srgbClr val="FF0000"/>
                </a:solidFill>
                <a:latin typeface="黑体"/>
                <a:cs typeface="黑体"/>
              </a:rPr>
              <a:t>总效率：求所有段的效率均值</a:t>
            </a:r>
            <a:endParaRPr sz="2800">
              <a:latin typeface="黑体"/>
              <a:cs typeface="黑体"/>
            </a:endParaRPr>
          </a:p>
          <a:p>
            <a:pPr algn="r" marR="5080">
              <a:lnSpc>
                <a:spcPct val="100000"/>
              </a:lnSpc>
              <a:spcBef>
                <a:spcPts val="1680"/>
              </a:spcBef>
            </a:pPr>
            <a:r>
              <a:rPr dirty="0" sz="2800" spc="-35">
                <a:solidFill>
                  <a:srgbClr val="FF0000"/>
                </a:solidFill>
                <a:latin typeface="黑体"/>
                <a:cs typeface="黑体"/>
              </a:rPr>
              <a:t>各段效率之和除以</a:t>
            </a:r>
            <a:r>
              <a:rPr dirty="0" sz="2800" spc="-50">
                <a:solidFill>
                  <a:srgbClr val="FF0000"/>
                </a:solidFill>
                <a:latin typeface="黑体"/>
                <a:cs typeface="黑体"/>
              </a:rPr>
              <a:t>k</a:t>
            </a:r>
            <a:endParaRPr sz="2800">
              <a:latin typeface="黑体"/>
              <a:cs typeface="黑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8389" y="1054086"/>
            <a:ext cx="12036425" cy="963930"/>
          </a:xfrm>
          <a:prstGeom prst="rect">
            <a:avLst/>
          </a:prstGeom>
        </p:spPr>
        <p:txBody>
          <a:bodyPr wrap="square" lIns="0" tIns="12065" rIns="0" bIns="0" rtlCol="0" vert="horz">
            <a:spAutoFit/>
          </a:bodyPr>
          <a:lstStyle/>
          <a:p>
            <a:pPr marL="469900" marR="5080" indent="-457200">
              <a:lnSpc>
                <a:spcPct val="110000"/>
              </a:lnSpc>
              <a:spcBef>
                <a:spcPts val="95"/>
              </a:spcBef>
            </a:pPr>
            <a:r>
              <a:rPr dirty="0" sz="2800" spc="-20">
                <a:solidFill>
                  <a:srgbClr val="40458B"/>
                </a:solidFill>
                <a:latin typeface="黑体"/>
                <a:cs typeface="黑体"/>
              </a:rPr>
              <a:t>3</a:t>
            </a:r>
            <a:r>
              <a:rPr dirty="0" sz="2800" spc="-280">
                <a:solidFill>
                  <a:srgbClr val="40458B"/>
                </a:solidFill>
                <a:latin typeface="黑体"/>
                <a:cs typeface="黑体"/>
              </a:rPr>
              <a:t>. </a:t>
            </a:r>
            <a:r>
              <a:rPr dirty="0" sz="2800" spc="-35">
                <a:solidFill>
                  <a:srgbClr val="E14B04"/>
                </a:solidFill>
                <a:latin typeface="黑体"/>
                <a:cs typeface="黑体"/>
              </a:rPr>
              <a:t>从时空图上看，效率就是</a:t>
            </a:r>
            <a:r>
              <a:rPr dirty="0" sz="2800" spc="-30">
                <a:solidFill>
                  <a:srgbClr val="9933FF"/>
                </a:solidFill>
                <a:latin typeface="黑体"/>
                <a:cs typeface="黑体"/>
              </a:rPr>
              <a:t>n</a:t>
            </a:r>
            <a:r>
              <a:rPr dirty="0" sz="2800" spc="-20">
                <a:solidFill>
                  <a:srgbClr val="E14B04"/>
                </a:solidFill>
                <a:latin typeface="黑体"/>
                <a:cs typeface="黑体"/>
              </a:rPr>
              <a:t>个任务占用的时空面积和 </a:t>
            </a:r>
            <a:r>
              <a:rPr dirty="0" sz="2800" spc="-30">
                <a:solidFill>
                  <a:srgbClr val="9933FF"/>
                </a:solidFill>
                <a:latin typeface="黑体"/>
                <a:cs typeface="黑体"/>
              </a:rPr>
              <a:t>k</a:t>
            </a:r>
            <a:r>
              <a:rPr dirty="0" sz="2800" spc="-40">
                <a:solidFill>
                  <a:srgbClr val="E14B04"/>
                </a:solidFill>
                <a:latin typeface="黑体"/>
                <a:cs typeface="黑体"/>
              </a:rPr>
              <a:t>个段总的时空面积之</a:t>
            </a:r>
            <a:r>
              <a:rPr dirty="0" sz="2800" spc="-35">
                <a:solidFill>
                  <a:srgbClr val="E14B04"/>
                </a:solidFill>
                <a:latin typeface="黑体"/>
                <a:cs typeface="黑体"/>
              </a:rPr>
              <a:t>比。（从方便记忆角度，</a:t>
            </a:r>
            <a:r>
              <a:rPr dirty="0" sz="2800" spc="-30" b="1">
                <a:solidFill>
                  <a:srgbClr val="001F5F"/>
                </a:solidFill>
                <a:latin typeface="黑体"/>
                <a:cs typeface="黑体"/>
              </a:rPr>
              <a:t>效率计算的通用公式</a:t>
            </a:r>
            <a:r>
              <a:rPr dirty="0" sz="2800" spc="-50">
                <a:solidFill>
                  <a:srgbClr val="E14B04"/>
                </a:solidFill>
                <a:latin typeface="黑体"/>
                <a:cs typeface="黑体"/>
              </a:rPr>
              <a:t>）</a:t>
            </a:r>
            <a:endParaRPr sz="2800">
              <a:latin typeface="黑体"/>
              <a:cs typeface="黑体"/>
            </a:endParaRPr>
          </a:p>
        </p:txBody>
      </p:sp>
      <p:grpSp>
        <p:nvGrpSpPr>
          <p:cNvPr id="10" name="object 10" descr=""/>
          <p:cNvGrpSpPr/>
          <p:nvPr/>
        </p:nvGrpSpPr>
        <p:grpSpPr>
          <a:xfrm>
            <a:off x="3392551" y="2344801"/>
            <a:ext cx="7064375" cy="1430655"/>
            <a:chOff x="3392551" y="2344801"/>
            <a:chExt cx="7064375" cy="1430655"/>
          </a:xfrm>
        </p:grpSpPr>
        <p:sp>
          <p:nvSpPr>
            <p:cNvPr id="11" name="object 11" descr=""/>
            <p:cNvSpPr/>
            <p:nvPr/>
          </p:nvSpPr>
          <p:spPr>
            <a:xfrm>
              <a:off x="3392551" y="2344801"/>
              <a:ext cx="7064375" cy="1430655"/>
            </a:xfrm>
            <a:custGeom>
              <a:avLst/>
              <a:gdLst/>
              <a:ahLst/>
              <a:cxnLst/>
              <a:rect l="l" t="t" r="r" b="b"/>
              <a:pathLst>
                <a:path w="7064375" h="1430654">
                  <a:moveTo>
                    <a:pt x="7064375" y="0"/>
                  </a:moveTo>
                  <a:lnTo>
                    <a:pt x="0" y="0"/>
                  </a:lnTo>
                  <a:lnTo>
                    <a:pt x="0" y="1430274"/>
                  </a:lnTo>
                  <a:lnTo>
                    <a:pt x="7064375" y="1430274"/>
                  </a:lnTo>
                  <a:lnTo>
                    <a:pt x="7064375" y="0"/>
                  </a:lnTo>
                  <a:close/>
                </a:path>
              </a:pathLst>
            </a:custGeom>
            <a:solidFill>
              <a:srgbClr val="B7C1EB"/>
            </a:solidFill>
          </p:spPr>
          <p:txBody>
            <a:bodyPr wrap="square" lIns="0" tIns="0" rIns="0" bIns="0" rtlCol="0"/>
            <a:lstStyle/>
            <a:p/>
          </p:txBody>
        </p:sp>
        <p:sp>
          <p:nvSpPr>
            <p:cNvPr id="12" name="object 12" descr=""/>
            <p:cNvSpPr/>
            <p:nvPr/>
          </p:nvSpPr>
          <p:spPr>
            <a:xfrm>
              <a:off x="4364063" y="3079082"/>
              <a:ext cx="5994400" cy="0"/>
            </a:xfrm>
            <a:custGeom>
              <a:avLst/>
              <a:gdLst/>
              <a:ahLst/>
              <a:cxnLst/>
              <a:rect l="l" t="t" r="r" b="b"/>
              <a:pathLst>
                <a:path w="5994400" h="0">
                  <a:moveTo>
                    <a:pt x="0" y="0"/>
                  </a:moveTo>
                  <a:lnTo>
                    <a:pt x="5994270" y="0"/>
                  </a:lnTo>
                </a:path>
              </a:pathLst>
            </a:custGeom>
            <a:ln w="25643">
              <a:solidFill>
                <a:srgbClr val="000000"/>
              </a:solidFill>
            </a:ln>
          </p:spPr>
          <p:txBody>
            <a:bodyPr wrap="square" lIns="0" tIns="0" rIns="0" bIns="0" rtlCol="0"/>
            <a:lstStyle/>
            <a:p/>
          </p:txBody>
        </p:sp>
      </p:grpSp>
      <p:sp>
        <p:nvSpPr>
          <p:cNvPr id="13" name="object 13" descr=""/>
          <p:cNvSpPr txBox="1"/>
          <p:nvPr/>
        </p:nvSpPr>
        <p:spPr>
          <a:xfrm>
            <a:off x="3392551" y="2344801"/>
            <a:ext cx="7064375" cy="1430655"/>
          </a:xfrm>
          <a:prstGeom prst="rect">
            <a:avLst/>
          </a:prstGeom>
        </p:spPr>
        <p:txBody>
          <a:bodyPr wrap="square" lIns="0" tIns="16510" rIns="0" bIns="0" rtlCol="0" vert="horz">
            <a:spAutoFit/>
          </a:bodyPr>
          <a:lstStyle/>
          <a:p>
            <a:pPr marL="93980">
              <a:lnSpc>
                <a:spcPct val="100000"/>
              </a:lnSpc>
              <a:spcBef>
                <a:spcPts val="130"/>
              </a:spcBef>
            </a:pPr>
            <a:r>
              <a:rPr dirty="0" baseline="-34552" sz="6150" i="1">
                <a:latin typeface="Times New Roman"/>
                <a:cs typeface="Times New Roman"/>
              </a:rPr>
              <a:t>E</a:t>
            </a:r>
            <a:r>
              <a:rPr dirty="0" baseline="-34552" sz="6150" spc="165" i="1">
                <a:latin typeface="Times New Roman"/>
                <a:cs typeface="Times New Roman"/>
              </a:rPr>
              <a:t> </a:t>
            </a:r>
            <a:r>
              <a:rPr dirty="0" baseline="-34552" sz="6150">
                <a:latin typeface="Symbol"/>
                <a:cs typeface="Symbol"/>
              </a:rPr>
              <a:t></a:t>
            </a:r>
            <a:r>
              <a:rPr dirty="0" baseline="-34552" sz="6150" spc="352">
                <a:latin typeface="Times New Roman"/>
                <a:cs typeface="Times New Roman"/>
              </a:rPr>
              <a:t> </a:t>
            </a:r>
            <a:r>
              <a:rPr dirty="0" sz="4100" spc="-85" i="1">
                <a:latin typeface="Times New Roman"/>
                <a:cs typeface="Times New Roman"/>
              </a:rPr>
              <a:t>n</a:t>
            </a:r>
            <a:r>
              <a:rPr dirty="0" sz="4100" spc="-30">
                <a:latin typeface="宋体"/>
                <a:cs typeface="宋体"/>
              </a:rPr>
              <a:t>个任务实际占用的时空区</a:t>
            </a:r>
            <a:endParaRPr sz="4100">
              <a:latin typeface="宋体"/>
              <a:cs typeface="宋体"/>
            </a:endParaRPr>
          </a:p>
          <a:p>
            <a:pPr algn="ctr" marL="915035">
              <a:lnSpc>
                <a:spcPct val="100000"/>
              </a:lnSpc>
              <a:spcBef>
                <a:spcPts val="835"/>
              </a:spcBef>
            </a:pPr>
            <a:r>
              <a:rPr dirty="0" sz="4100" spc="225" i="1">
                <a:latin typeface="Times New Roman"/>
                <a:cs typeface="Times New Roman"/>
              </a:rPr>
              <a:t>k</a:t>
            </a:r>
            <a:r>
              <a:rPr dirty="0" sz="4100" spc="-30">
                <a:latin typeface="宋体"/>
                <a:cs typeface="宋体"/>
              </a:rPr>
              <a:t>个段总的时空区</a:t>
            </a:r>
            <a:endParaRPr sz="4100">
              <a:latin typeface="宋体"/>
              <a:cs typeface="宋体"/>
            </a:endParaRPr>
          </a:p>
        </p:txBody>
      </p:sp>
      <p:sp>
        <p:nvSpPr>
          <p:cNvPr id="14" name="object 14" descr=""/>
          <p:cNvSpPr/>
          <p:nvPr/>
        </p:nvSpPr>
        <p:spPr>
          <a:xfrm>
            <a:off x="4641850" y="3965511"/>
            <a:ext cx="6661150" cy="2303780"/>
          </a:xfrm>
          <a:custGeom>
            <a:avLst/>
            <a:gdLst/>
            <a:ahLst/>
            <a:cxnLst/>
            <a:rect l="l" t="t" r="r" b="b"/>
            <a:pathLst>
              <a:path w="6661150" h="2303779">
                <a:moveTo>
                  <a:pt x="6661150" y="0"/>
                </a:moveTo>
                <a:lnTo>
                  <a:pt x="0" y="0"/>
                </a:lnTo>
                <a:lnTo>
                  <a:pt x="0" y="2303526"/>
                </a:lnTo>
                <a:lnTo>
                  <a:pt x="6661150" y="2303526"/>
                </a:lnTo>
                <a:lnTo>
                  <a:pt x="6661150" y="0"/>
                </a:lnTo>
                <a:close/>
              </a:path>
            </a:pathLst>
          </a:custGeom>
          <a:solidFill>
            <a:srgbClr val="FFACFF"/>
          </a:solidFill>
        </p:spPr>
        <p:txBody>
          <a:bodyPr wrap="square" lIns="0" tIns="0" rIns="0" bIns="0" rtlCol="0"/>
          <a:lstStyle/>
          <a:p/>
        </p:txBody>
      </p:sp>
      <p:sp>
        <p:nvSpPr>
          <p:cNvPr id="15" name="object 15" descr=""/>
          <p:cNvSpPr txBox="1"/>
          <p:nvPr/>
        </p:nvSpPr>
        <p:spPr>
          <a:xfrm>
            <a:off x="11052326" y="5480241"/>
            <a:ext cx="155575" cy="516255"/>
          </a:xfrm>
          <a:prstGeom prst="rect">
            <a:avLst/>
          </a:prstGeom>
        </p:spPr>
        <p:txBody>
          <a:bodyPr wrap="square" lIns="0" tIns="14604" rIns="0" bIns="0" rtlCol="0" vert="horz">
            <a:spAutoFit/>
          </a:bodyPr>
          <a:lstStyle/>
          <a:p>
            <a:pPr>
              <a:lnSpc>
                <a:spcPct val="100000"/>
              </a:lnSpc>
              <a:spcBef>
                <a:spcPts val="114"/>
              </a:spcBef>
            </a:pPr>
            <a:r>
              <a:rPr dirty="0" sz="3200" spc="-50">
                <a:latin typeface="Symbol"/>
                <a:cs typeface="Symbol"/>
              </a:rPr>
              <a:t></a:t>
            </a:r>
            <a:endParaRPr sz="3200">
              <a:latin typeface="Symbol"/>
              <a:cs typeface="Symbol"/>
            </a:endParaRPr>
          </a:p>
        </p:txBody>
      </p:sp>
      <p:sp>
        <p:nvSpPr>
          <p:cNvPr id="16" name="object 16" descr=""/>
          <p:cNvSpPr txBox="1"/>
          <p:nvPr/>
        </p:nvSpPr>
        <p:spPr>
          <a:xfrm>
            <a:off x="11052326" y="5739510"/>
            <a:ext cx="155575" cy="516255"/>
          </a:xfrm>
          <a:prstGeom prst="rect">
            <a:avLst/>
          </a:prstGeom>
        </p:spPr>
        <p:txBody>
          <a:bodyPr wrap="square" lIns="0" tIns="14604" rIns="0" bIns="0" rtlCol="0" vert="horz">
            <a:spAutoFit/>
          </a:bodyPr>
          <a:lstStyle/>
          <a:p>
            <a:pPr>
              <a:lnSpc>
                <a:spcPct val="100000"/>
              </a:lnSpc>
              <a:spcBef>
                <a:spcPts val="114"/>
              </a:spcBef>
            </a:pPr>
            <a:r>
              <a:rPr dirty="0" sz="3200" spc="-50">
                <a:latin typeface="Symbol"/>
                <a:cs typeface="Symbol"/>
              </a:rPr>
              <a:t></a:t>
            </a:r>
            <a:endParaRPr sz="3200">
              <a:latin typeface="Symbol"/>
              <a:cs typeface="Symbol"/>
            </a:endParaRPr>
          </a:p>
        </p:txBody>
      </p:sp>
      <p:sp>
        <p:nvSpPr>
          <p:cNvPr id="17" name="object 17" descr=""/>
          <p:cNvSpPr txBox="1"/>
          <p:nvPr/>
        </p:nvSpPr>
        <p:spPr>
          <a:xfrm>
            <a:off x="5562939" y="5480241"/>
            <a:ext cx="155575" cy="516255"/>
          </a:xfrm>
          <a:prstGeom prst="rect">
            <a:avLst/>
          </a:prstGeom>
        </p:spPr>
        <p:txBody>
          <a:bodyPr wrap="square" lIns="0" tIns="14604" rIns="0" bIns="0" rtlCol="0" vert="horz">
            <a:spAutoFit/>
          </a:bodyPr>
          <a:lstStyle/>
          <a:p>
            <a:pPr>
              <a:lnSpc>
                <a:spcPct val="100000"/>
              </a:lnSpc>
              <a:spcBef>
                <a:spcPts val="114"/>
              </a:spcBef>
            </a:pPr>
            <a:r>
              <a:rPr dirty="0" sz="3200" spc="-50">
                <a:latin typeface="Symbol"/>
                <a:cs typeface="Symbol"/>
              </a:rPr>
              <a:t></a:t>
            </a:r>
            <a:endParaRPr sz="3200">
              <a:latin typeface="Symbol"/>
              <a:cs typeface="Symbol"/>
            </a:endParaRPr>
          </a:p>
        </p:txBody>
      </p:sp>
      <p:sp>
        <p:nvSpPr>
          <p:cNvPr id="18" name="object 18" descr=""/>
          <p:cNvSpPr txBox="1"/>
          <p:nvPr/>
        </p:nvSpPr>
        <p:spPr>
          <a:xfrm>
            <a:off x="5709506" y="5234263"/>
            <a:ext cx="398145" cy="761365"/>
          </a:xfrm>
          <a:prstGeom prst="rect">
            <a:avLst/>
          </a:prstGeom>
        </p:spPr>
        <p:txBody>
          <a:bodyPr wrap="square" lIns="0" tIns="15875" rIns="0" bIns="0" rtlCol="0" vert="horz">
            <a:spAutoFit/>
          </a:bodyPr>
          <a:lstStyle/>
          <a:p>
            <a:pPr>
              <a:lnSpc>
                <a:spcPct val="100000"/>
              </a:lnSpc>
              <a:spcBef>
                <a:spcPts val="125"/>
              </a:spcBef>
            </a:pPr>
            <a:r>
              <a:rPr dirty="0" sz="4800" spc="-2385">
                <a:latin typeface="Symbol"/>
                <a:cs typeface="Symbol"/>
              </a:rPr>
              <a:t></a:t>
            </a:r>
            <a:endParaRPr sz="4800">
              <a:latin typeface="Symbol"/>
              <a:cs typeface="Symbol"/>
            </a:endParaRPr>
          </a:p>
        </p:txBody>
      </p:sp>
      <p:sp>
        <p:nvSpPr>
          <p:cNvPr id="19" name="object 19" descr=""/>
          <p:cNvSpPr txBox="1"/>
          <p:nvPr/>
        </p:nvSpPr>
        <p:spPr>
          <a:xfrm>
            <a:off x="5850738" y="5101143"/>
            <a:ext cx="109220" cy="311785"/>
          </a:xfrm>
          <a:prstGeom prst="rect">
            <a:avLst/>
          </a:prstGeom>
        </p:spPr>
        <p:txBody>
          <a:bodyPr wrap="square" lIns="0" tIns="15875" rIns="0" bIns="0" rtlCol="0" vert="horz">
            <a:spAutoFit/>
          </a:bodyPr>
          <a:lstStyle/>
          <a:p>
            <a:pPr>
              <a:lnSpc>
                <a:spcPct val="100000"/>
              </a:lnSpc>
              <a:spcBef>
                <a:spcPts val="125"/>
              </a:spcBef>
            </a:pPr>
            <a:r>
              <a:rPr dirty="0" sz="1850" spc="-50" i="1">
                <a:latin typeface="Times New Roman"/>
                <a:cs typeface="Times New Roman"/>
              </a:rPr>
              <a:t>k</a:t>
            </a:r>
            <a:endParaRPr sz="1850">
              <a:latin typeface="Times New Roman"/>
              <a:cs typeface="Times New Roman"/>
            </a:endParaRPr>
          </a:p>
        </p:txBody>
      </p:sp>
      <p:sp>
        <p:nvSpPr>
          <p:cNvPr id="20" name="object 20" descr=""/>
          <p:cNvSpPr txBox="1"/>
          <p:nvPr/>
        </p:nvSpPr>
        <p:spPr>
          <a:xfrm>
            <a:off x="5562939" y="3977620"/>
            <a:ext cx="2709545" cy="1629410"/>
          </a:xfrm>
          <a:prstGeom prst="rect">
            <a:avLst/>
          </a:prstGeom>
        </p:spPr>
        <p:txBody>
          <a:bodyPr wrap="square" lIns="0" tIns="15875" rIns="0" bIns="0" rtlCol="0" vert="horz">
            <a:spAutoFit/>
          </a:bodyPr>
          <a:lstStyle/>
          <a:p>
            <a:pPr algn="r" marR="5080">
              <a:lnSpc>
                <a:spcPct val="100000"/>
              </a:lnSpc>
              <a:spcBef>
                <a:spcPts val="125"/>
              </a:spcBef>
            </a:pPr>
            <a:r>
              <a:rPr dirty="0" sz="1850" spc="-50" i="1">
                <a:latin typeface="Times New Roman"/>
                <a:cs typeface="Times New Roman"/>
              </a:rPr>
              <a:t>k</a:t>
            </a:r>
            <a:endParaRPr sz="1850">
              <a:latin typeface="Times New Roman"/>
              <a:cs typeface="Times New Roman"/>
            </a:endParaRPr>
          </a:p>
          <a:p>
            <a:pPr>
              <a:lnSpc>
                <a:spcPct val="100000"/>
              </a:lnSpc>
            </a:pPr>
            <a:endParaRPr sz="1850">
              <a:latin typeface="Times New Roman"/>
              <a:cs typeface="Times New Roman"/>
            </a:endParaRPr>
          </a:p>
          <a:p>
            <a:pPr>
              <a:lnSpc>
                <a:spcPct val="100000"/>
              </a:lnSpc>
            </a:pPr>
            <a:endParaRPr sz="1850">
              <a:latin typeface="Times New Roman"/>
              <a:cs typeface="Times New Roman"/>
            </a:endParaRPr>
          </a:p>
          <a:p>
            <a:pPr>
              <a:lnSpc>
                <a:spcPct val="100000"/>
              </a:lnSpc>
              <a:spcBef>
                <a:spcPts val="150"/>
              </a:spcBef>
            </a:pPr>
            <a:endParaRPr sz="1850">
              <a:latin typeface="Times New Roman"/>
              <a:cs typeface="Times New Roman"/>
            </a:endParaRPr>
          </a:p>
          <a:p>
            <a:pPr>
              <a:lnSpc>
                <a:spcPct val="100000"/>
              </a:lnSpc>
              <a:spcBef>
                <a:spcPts val="5"/>
              </a:spcBef>
            </a:pPr>
            <a:r>
              <a:rPr dirty="0" sz="3200" spc="-50">
                <a:latin typeface="Symbol"/>
                <a:cs typeface="Symbol"/>
              </a:rPr>
              <a:t></a:t>
            </a:r>
            <a:endParaRPr sz="3200">
              <a:latin typeface="Symbol"/>
              <a:cs typeface="Symbol"/>
            </a:endParaRPr>
          </a:p>
        </p:txBody>
      </p:sp>
      <p:sp>
        <p:nvSpPr>
          <p:cNvPr id="21" name="object 21" descr=""/>
          <p:cNvSpPr txBox="1"/>
          <p:nvPr/>
        </p:nvSpPr>
        <p:spPr>
          <a:xfrm>
            <a:off x="5355644" y="5344773"/>
            <a:ext cx="178435" cy="516255"/>
          </a:xfrm>
          <a:prstGeom prst="rect">
            <a:avLst/>
          </a:prstGeom>
        </p:spPr>
        <p:txBody>
          <a:bodyPr wrap="square" lIns="0" tIns="14604" rIns="0" bIns="0" rtlCol="0" vert="horz">
            <a:spAutoFit/>
          </a:bodyPr>
          <a:lstStyle/>
          <a:p>
            <a:pPr>
              <a:lnSpc>
                <a:spcPct val="100000"/>
              </a:lnSpc>
              <a:spcBef>
                <a:spcPts val="114"/>
              </a:spcBef>
            </a:pPr>
            <a:r>
              <a:rPr dirty="0" sz="3200" spc="-70" i="1">
                <a:latin typeface="Times New Roman"/>
                <a:cs typeface="Times New Roman"/>
              </a:rPr>
              <a:t>k</a:t>
            </a:r>
            <a:endParaRPr sz="3200">
              <a:latin typeface="Times New Roman"/>
              <a:cs typeface="Times New Roman"/>
            </a:endParaRPr>
          </a:p>
        </p:txBody>
      </p:sp>
      <p:sp>
        <p:nvSpPr>
          <p:cNvPr id="22" name="object 22" descr=""/>
          <p:cNvSpPr txBox="1"/>
          <p:nvPr/>
        </p:nvSpPr>
        <p:spPr>
          <a:xfrm>
            <a:off x="7631099" y="4016027"/>
            <a:ext cx="1266190" cy="761365"/>
          </a:xfrm>
          <a:prstGeom prst="rect">
            <a:avLst/>
          </a:prstGeom>
        </p:spPr>
        <p:txBody>
          <a:bodyPr wrap="square" lIns="0" tIns="15875" rIns="0" bIns="0" rtlCol="0" vert="horz">
            <a:spAutoFit/>
          </a:bodyPr>
          <a:lstStyle/>
          <a:p>
            <a:pPr marL="25400">
              <a:lnSpc>
                <a:spcPct val="100000"/>
              </a:lnSpc>
              <a:spcBef>
                <a:spcPts val="125"/>
              </a:spcBef>
            </a:pPr>
            <a:r>
              <a:rPr dirty="0" sz="3200" spc="-150" i="1">
                <a:latin typeface="Times New Roman"/>
                <a:cs typeface="Times New Roman"/>
              </a:rPr>
              <a:t>n</a:t>
            </a:r>
            <a:r>
              <a:rPr dirty="0" sz="3200" spc="-445" i="1">
                <a:latin typeface="Times New Roman"/>
                <a:cs typeface="Times New Roman"/>
              </a:rPr>
              <a:t> </a:t>
            </a:r>
            <a:r>
              <a:rPr dirty="0" sz="3200" spc="-10">
                <a:latin typeface="Symbol"/>
                <a:cs typeface="Symbol"/>
              </a:rPr>
              <a:t></a:t>
            </a:r>
            <a:r>
              <a:rPr dirty="0" baseline="-8680" sz="7200" spc="-15">
                <a:latin typeface="Symbol"/>
                <a:cs typeface="Symbol"/>
              </a:rPr>
              <a:t></a:t>
            </a:r>
            <a:r>
              <a:rPr dirty="0" sz="3200" spc="-10">
                <a:latin typeface="Symbol"/>
                <a:cs typeface="Symbol"/>
              </a:rPr>
              <a:t></a:t>
            </a:r>
            <a:r>
              <a:rPr dirty="0" sz="3200" spc="-10" i="1">
                <a:latin typeface="Times New Roman"/>
                <a:cs typeface="Times New Roman"/>
              </a:rPr>
              <a:t>t</a:t>
            </a:r>
            <a:r>
              <a:rPr dirty="0" baseline="-24024" sz="2775" spc="-15" i="1">
                <a:latin typeface="Times New Roman"/>
                <a:cs typeface="Times New Roman"/>
              </a:rPr>
              <a:t>i</a:t>
            </a:r>
            <a:endParaRPr baseline="-24024" sz="2775">
              <a:latin typeface="Times New Roman"/>
              <a:cs typeface="Times New Roman"/>
            </a:endParaRPr>
          </a:p>
        </p:txBody>
      </p:sp>
      <p:sp>
        <p:nvSpPr>
          <p:cNvPr id="23" name="object 23" descr=""/>
          <p:cNvSpPr txBox="1"/>
          <p:nvPr/>
        </p:nvSpPr>
        <p:spPr>
          <a:xfrm>
            <a:off x="5562940" y="5739510"/>
            <a:ext cx="508634" cy="516255"/>
          </a:xfrm>
          <a:prstGeom prst="rect">
            <a:avLst/>
          </a:prstGeom>
        </p:spPr>
        <p:txBody>
          <a:bodyPr wrap="square" lIns="0" tIns="14604" rIns="0" bIns="0" rtlCol="0" vert="horz">
            <a:spAutoFit/>
          </a:bodyPr>
          <a:lstStyle/>
          <a:p>
            <a:pPr>
              <a:lnSpc>
                <a:spcPct val="100000"/>
              </a:lnSpc>
              <a:spcBef>
                <a:spcPts val="114"/>
              </a:spcBef>
            </a:pPr>
            <a:r>
              <a:rPr dirty="0" sz="3200" spc="-120">
                <a:latin typeface="Symbol"/>
                <a:cs typeface="Symbol"/>
              </a:rPr>
              <a:t></a:t>
            </a:r>
            <a:r>
              <a:rPr dirty="0" sz="3200" spc="-315">
                <a:latin typeface="Times New Roman"/>
                <a:cs typeface="Times New Roman"/>
              </a:rPr>
              <a:t> </a:t>
            </a:r>
            <a:r>
              <a:rPr dirty="0" baseline="1501" sz="2775" spc="-52" i="1">
                <a:latin typeface="Times New Roman"/>
                <a:cs typeface="Times New Roman"/>
              </a:rPr>
              <a:t>i</a:t>
            </a:r>
            <a:r>
              <a:rPr dirty="0" baseline="1501" sz="2775" spc="-52">
                <a:latin typeface="Symbol"/>
                <a:cs typeface="Symbol"/>
              </a:rPr>
              <a:t></a:t>
            </a:r>
            <a:r>
              <a:rPr dirty="0" baseline="1501" sz="2775" spc="-52">
                <a:latin typeface="Times New Roman"/>
                <a:cs typeface="Times New Roman"/>
              </a:rPr>
              <a:t>1</a:t>
            </a:r>
            <a:endParaRPr baseline="1501" sz="2775">
              <a:latin typeface="Times New Roman"/>
              <a:cs typeface="Times New Roman"/>
            </a:endParaRPr>
          </a:p>
        </p:txBody>
      </p:sp>
      <p:sp>
        <p:nvSpPr>
          <p:cNvPr id="24" name="object 24" descr=""/>
          <p:cNvSpPr txBox="1"/>
          <p:nvPr/>
        </p:nvSpPr>
        <p:spPr>
          <a:xfrm>
            <a:off x="6485563" y="5616339"/>
            <a:ext cx="4388485" cy="311785"/>
          </a:xfrm>
          <a:prstGeom prst="rect">
            <a:avLst/>
          </a:prstGeom>
        </p:spPr>
        <p:txBody>
          <a:bodyPr wrap="square" lIns="0" tIns="15875" rIns="0" bIns="0" rtlCol="0" vert="horz">
            <a:spAutoFit/>
          </a:bodyPr>
          <a:lstStyle/>
          <a:p>
            <a:pPr>
              <a:lnSpc>
                <a:spcPct val="100000"/>
              </a:lnSpc>
              <a:spcBef>
                <a:spcPts val="125"/>
              </a:spcBef>
              <a:tabLst>
                <a:tab pos="2569845" algn="l"/>
                <a:tab pos="3174365" algn="l"/>
                <a:tab pos="4278630" algn="l"/>
              </a:tabLst>
            </a:pPr>
            <a:r>
              <a:rPr dirty="0" sz="1850" spc="-50" i="1">
                <a:latin typeface="Times New Roman"/>
                <a:cs typeface="Times New Roman"/>
              </a:rPr>
              <a:t>i</a:t>
            </a:r>
            <a:r>
              <a:rPr dirty="0" sz="1850" i="1">
                <a:latin typeface="Times New Roman"/>
                <a:cs typeface="Times New Roman"/>
              </a:rPr>
              <a:t>	</a:t>
            </a:r>
            <a:r>
              <a:rPr dirty="0" sz="1850" spc="-50">
                <a:latin typeface="Times New Roman"/>
                <a:cs typeface="Times New Roman"/>
              </a:rPr>
              <a:t>1</a:t>
            </a:r>
            <a:r>
              <a:rPr dirty="0" sz="1850">
                <a:latin typeface="Times New Roman"/>
                <a:cs typeface="Times New Roman"/>
              </a:rPr>
              <a:t>	</a:t>
            </a:r>
            <a:r>
              <a:rPr dirty="0" sz="1850" spc="-50">
                <a:latin typeface="Times New Roman"/>
                <a:cs typeface="Times New Roman"/>
              </a:rPr>
              <a:t>2</a:t>
            </a:r>
            <a:r>
              <a:rPr dirty="0" sz="1850">
                <a:latin typeface="Times New Roman"/>
                <a:cs typeface="Times New Roman"/>
              </a:rPr>
              <a:t>	</a:t>
            </a:r>
            <a:r>
              <a:rPr dirty="0" sz="1850" spc="-50" i="1">
                <a:latin typeface="Times New Roman"/>
                <a:cs typeface="Times New Roman"/>
              </a:rPr>
              <a:t>k</a:t>
            </a:r>
            <a:endParaRPr sz="1850">
              <a:latin typeface="Times New Roman"/>
              <a:cs typeface="Times New Roman"/>
            </a:endParaRPr>
          </a:p>
        </p:txBody>
      </p:sp>
      <p:sp>
        <p:nvSpPr>
          <p:cNvPr id="25" name="object 25" descr=""/>
          <p:cNvSpPr txBox="1"/>
          <p:nvPr/>
        </p:nvSpPr>
        <p:spPr>
          <a:xfrm>
            <a:off x="4683273" y="4610208"/>
            <a:ext cx="6576059" cy="516255"/>
          </a:xfrm>
          <a:prstGeom prst="rect">
            <a:avLst/>
          </a:prstGeom>
        </p:spPr>
        <p:txBody>
          <a:bodyPr wrap="square" lIns="0" tIns="14604" rIns="0" bIns="0" rtlCol="0" vert="horz">
            <a:spAutoFit/>
          </a:bodyPr>
          <a:lstStyle/>
          <a:p>
            <a:pPr marL="25400">
              <a:lnSpc>
                <a:spcPct val="100000"/>
              </a:lnSpc>
              <a:spcBef>
                <a:spcPts val="114"/>
              </a:spcBef>
              <a:tabLst>
                <a:tab pos="3395979" algn="l"/>
                <a:tab pos="6537325" algn="l"/>
              </a:tabLst>
            </a:pPr>
            <a:r>
              <a:rPr dirty="0" baseline="-20833" sz="4800" i="1">
                <a:latin typeface="Times New Roman"/>
                <a:cs typeface="Times New Roman"/>
              </a:rPr>
              <a:t>E </a:t>
            </a:r>
            <a:r>
              <a:rPr dirty="0" baseline="-20833" sz="4800">
                <a:latin typeface="Symbol"/>
                <a:cs typeface="Symbol"/>
              </a:rPr>
              <a:t></a:t>
            </a:r>
            <a:r>
              <a:rPr dirty="0" baseline="-20833" sz="4800">
                <a:latin typeface="Times New Roman"/>
                <a:cs typeface="Times New Roman"/>
              </a:rPr>
              <a:t> </a:t>
            </a:r>
            <a:r>
              <a:rPr dirty="0" u="heavy" sz="1850">
                <a:uFill>
                  <a:solidFill>
                    <a:srgbClr val="000000"/>
                  </a:solidFill>
                </a:uFill>
                <a:latin typeface="Times New Roman"/>
                <a:cs typeface="Times New Roman"/>
              </a:rPr>
              <a:t>	</a:t>
            </a:r>
            <a:r>
              <a:rPr dirty="0" u="heavy" sz="1850" spc="-25" i="1">
                <a:uFill>
                  <a:solidFill>
                    <a:srgbClr val="000000"/>
                  </a:solidFill>
                </a:uFill>
                <a:latin typeface="Times New Roman"/>
                <a:cs typeface="Times New Roman"/>
              </a:rPr>
              <a:t>i</a:t>
            </a:r>
            <a:r>
              <a:rPr dirty="0" u="heavy" sz="1850" spc="-25">
                <a:uFill>
                  <a:solidFill>
                    <a:srgbClr val="000000"/>
                  </a:solidFill>
                </a:uFill>
                <a:latin typeface="Symbol"/>
                <a:cs typeface="Symbol"/>
              </a:rPr>
              <a:t></a:t>
            </a:r>
            <a:r>
              <a:rPr dirty="0" u="heavy" sz="1850" spc="-25">
                <a:uFill>
                  <a:solidFill>
                    <a:srgbClr val="000000"/>
                  </a:solidFill>
                </a:uFill>
                <a:latin typeface="Times New Roman"/>
                <a:cs typeface="Times New Roman"/>
              </a:rPr>
              <a:t>1</a:t>
            </a:r>
            <a:r>
              <a:rPr dirty="0" u="heavy" sz="1850">
                <a:uFill>
                  <a:solidFill>
                    <a:srgbClr val="000000"/>
                  </a:solidFill>
                </a:uFill>
                <a:latin typeface="Times New Roman"/>
                <a:cs typeface="Times New Roman"/>
              </a:rPr>
              <a:t>	</a:t>
            </a:r>
            <a:endParaRPr sz="1850">
              <a:latin typeface="Times New Roman"/>
              <a:cs typeface="Times New Roman"/>
            </a:endParaRPr>
          </a:p>
        </p:txBody>
      </p:sp>
      <p:sp>
        <p:nvSpPr>
          <p:cNvPr id="26" name="object 26" descr=""/>
          <p:cNvSpPr txBox="1"/>
          <p:nvPr/>
        </p:nvSpPr>
        <p:spPr>
          <a:xfrm>
            <a:off x="6127575" y="5344773"/>
            <a:ext cx="5106035" cy="516255"/>
          </a:xfrm>
          <a:prstGeom prst="rect">
            <a:avLst/>
          </a:prstGeom>
        </p:spPr>
        <p:txBody>
          <a:bodyPr wrap="square" lIns="0" tIns="14604" rIns="0" bIns="0" rtlCol="0" vert="horz">
            <a:spAutoFit/>
          </a:bodyPr>
          <a:lstStyle/>
          <a:p>
            <a:pPr marL="25400">
              <a:lnSpc>
                <a:spcPct val="100000"/>
              </a:lnSpc>
              <a:spcBef>
                <a:spcPts val="114"/>
              </a:spcBef>
              <a:tabLst>
                <a:tab pos="523240" algn="l"/>
                <a:tab pos="3675379" algn="l"/>
                <a:tab pos="4792345" algn="l"/>
              </a:tabLst>
            </a:pPr>
            <a:r>
              <a:rPr dirty="0" sz="3200" spc="-25">
                <a:latin typeface="Symbol"/>
                <a:cs typeface="Symbol"/>
              </a:rPr>
              <a:t></a:t>
            </a:r>
            <a:r>
              <a:rPr dirty="0" sz="3200" spc="-25" i="1">
                <a:latin typeface="Times New Roman"/>
                <a:cs typeface="Times New Roman"/>
              </a:rPr>
              <a:t>t</a:t>
            </a:r>
            <a:r>
              <a:rPr dirty="0" sz="3200" i="1">
                <a:latin typeface="Times New Roman"/>
                <a:cs typeface="Times New Roman"/>
              </a:rPr>
              <a:t>	</a:t>
            </a:r>
            <a:r>
              <a:rPr dirty="0" sz="3200" spc="-165">
                <a:latin typeface="Symbol"/>
                <a:cs typeface="Symbol"/>
              </a:rPr>
              <a:t></a:t>
            </a:r>
            <a:r>
              <a:rPr dirty="0" sz="3200" spc="-325">
                <a:latin typeface="Times New Roman"/>
                <a:cs typeface="Times New Roman"/>
              </a:rPr>
              <a:t> </a:t>
            </a:r>
            <a:r>
              <a:rPr dirty="0" sz="3200" spc="-95">
                <a:latin typeface="Times New Roman"/>
                <a:cs typeface="Times New Roman"/>
              </a:rPr>
              <a:t>(</a:t>
            </a:r>
            <a:r>
              <a:rPr dirty="0" sz="3200" spc="-95" i="1">
                <a:latin typeface="Times New Roman"/>
                <a:cs typeface="Times New Roman"/>
              </a:rPr>
              <a:t>n</a:t>
            </a:r>
            <a:r>
              <a:rPr dirty="0" sz="3200" spc="-320" i="1">
                <a:latin typeface="Times New Roman"/>
                <a:cs typeface="Times New Roman"/>
              </a:rPr>
              <a:t> </a:t>
            </a:r>
            <a:r>
              <a:rPr dirty="0" sz="3200" spc="-165">
                <a:latin typeface="Symbol"/>
                <a:cs typeface="Symbol"/>
              </a:rPr>
              <a:t></a:t>
            </a:r>
            <a:r>
              <a:rPr dirty="0" sz="3200" spc="-165">
                <a:latin typeface="Times New Roman"/>
                <a:cs typeface="Times New Roman"/>
              </a:rPr>
              <a:t>1)</a:t>
            </a:r>
            <a:r>
              <a:rPr dirty="0" sz="3200" spc="-470">
                <a:latin typeface="Times New Roman"/>
                <a:cs typeface="Times New Roman"/>
              </a:rPr>
              <a:t> </a:t>
            </a:r>
            <a:r>
              <a:rPr dirty="0" sz="3200" spc="-65">
                <a:latin typeface="Symbol"/>
                <a:cs typeface="Symbol"/>
              </a:rPr>
              <a:t></a:t>
            </a:r>
            <a:r>
              <a:rPr dirty="0" sz="3200" spc="-65">
                <a:latin typeface="Times New Roman"/>
                <a:cs typeface="Times New Roman"/>
              </a:rPr>
              <a:t>max(</a:t>
            </a:r>
            <a:r>
              <a:rPr dirty="0" sz="3200" spc="-65">
                <a:latin typeface="Symbol"/>
                <a:cs typeface="Symbol"/>
              </a:rPr>
              <a:t></a:t>
            </a:r>
            <a:r>
              <a:rPr dirty="0" sz="3200" spc="-65" i="1">
                <a:latin typeface="Times New Roman"/>
                <a:cs typeface="Times New Roman"/>
              </a:rPr>
              <a:t>t</a:t>
            </a:r>
            <a:r>
              <a:rPr dirty="0" sz="3200" spc="-40" i="1">
                <a:latin typeface="Times New Roman"/>
                <a:cs typeface="Times New Roman"/>
              </a:rPr>
              <a:t> </a:t>
            </a:r>
            <a:r>
              <a:rPr dirty="0" sz="3200" spc="-80">
                <a:latin typeface="Times New Roman"/>
                <a:cs typeface="Times New Roman"/>
              </a:rPr>
              <a:t>,</a:t>
            </a:r>
            <a:r>
              <a:rPr dirty="0" sz="3200" spc="-450">
                <a:latin typeface="Times New Roman"/>
                <a:cs typeface="Times New Roman"/>
              </a:rPr>
              <a:t> </a:t>
            </a:r>
            <a:r>
              <a:rPr dirty="0" sz="3200" spc="-25">
                <a:latin typeface="Symbol"/>
                <a:cs typeface="Symbol"/>
              </a:rPr>
              <a:t></a:t>
            </a:r>
            <a:r>
              <a:rPr dirty="0" sz="3200" spc="-25" i="1">
                <a:latin typeface="Times New Roman"/>
                <a:cs typeface="Times New Roman"/>
              </a:rPr>
              <a:t>t</a:t>
            </a:r>
            <a:r>
              <a:rPr dirty="0" sz="3200" i="1">
                <a:latin typeface="Times New Roman"/>
                <a:cs typeface="Times New Roman"/>
              </a:rPr>
              <a:t>	</a:t>
            </a:r>
            <a:r>
              <a:rPr dirty="0" sz="3200" spc="-105">
                <a:latin typeface="Times New Roman"/>
                <a:cs typeface="Times New Roman"/>
              </a:rPr>
              <a:t>,</a:t>
            </a:r>
            <a:r>
              <a:rPr dirty="0" sz="3200" spc="-105">
                <a:latin typeface="MT Extra"/>
                <a:cs typeface="MT Extra"/>
              </a:rPr>
              <a:t></a:t>
            </a:r>
            <a:r>
              <a:rPr dirty="0" sz="3200" spc="-105">
                <a:latin typeface="Times New Roman"/>
                <a:cs typeface="Times New Roman"/>
              </a:rPr>
              <a:t>,</a:t>
            </a:r>
            <a:r>
              <a:rPr dirty="0" sz="3200" spc="-425">
                <a:latin typeface="Times New Roman"/>
                <a:cs typeface="Times New Roman"/>
              </a:rPr>
              <a:t> </a:t>
            </a:r>
            <a:r>
              <a:rPr dirty="0" sz="3200" spc="-25">
                <a:latin typeface="Symbol"/>
                <a:cs typeface="Symbol"/>
              </a:rPr>
              <a:t></a:t>
            </a:r>
            <a:r>
              <a:rPr dirty="0" sz="3200" spc="-25" i="1">
                <a:latin typeface="Times New Roman"/>
                <a:cs typeface="Times New Roman"/>
              </a:rPr>
              <a:t>t</a:t>
            </a:r>
            <a:r>
              <a:rPr dirty="0" sz="3200" i="1">
                <a:latin typeface="Times New Roman"/>
                <a:cs typeface="Times New Roman"/>
              </a:rPr>
              <a:t>	</a:t>
            </a:r>
            <a:r>
              <a:rPr dirty="0" sz="3200" spc="-25">
                <a:latin typeface="Times New Roman"/>
                <a:cs typeface="Times New Roman"/>
              </a:rPr>
              <a:t>)</a:t>
            </a:r>
            <a:r>
              <a:rPr dirty="0" baseline="34722" sz="4800" spc="-37">
                <a:latin typeface="Symbol"/>
                <a:cs typeface="Symbol"/>
              </a:rPr>
              <a:t></a:t>
            </a:r>
            <a:endParaRPr baseline="34722" sz="4800">
              <a:latin typeface="Symbol"/>
              <a:cs typeface="Symbol"/>
            </a:endParaRPr>
          </a:p>
        </p:txBody>
      </p:sp>
      <p:sp>
        <p:nvSpPr>
          <p:cNvPr id="27" name="object 27" descr=""/>
          <p:cNvSpPr txBox="1"/>
          <p:nvPr/>
        </p:nvSpPr>
        <p:spPr>
          <a:xfrm>
            <a:off x="558190" y="4408373"/>
            <a:ext cx="3073400" cy="1123950"/>
          </a:xfrm>
          <a:prstGeom prst="rect">
            <a:avLst/>
          </a:prstGeom>
        </p:spPr>
        <p:txBody>
          <a:bodyPr wrap="square" lIns="0" tIns="12700" rIns="0" bIns="0" rtlCol="0" vert="horz">
            <a:spAutoFit/>
          </a:bodyPr>
          <a:lstStyle/>
          <a:p>
            <a:pPr marL="12700" marR="5080">
              <a:lnSpc>
                <a:spcPct val="100000"/>
              </a:lnSpc>
              <a:spcBef>
                <a:spcPts val="100"/>
              </a:spcBef>
            </a:pPr>
            <a:r>
              <a:rPr dirty="0" sz="2400" spc="-15">
                <a:solidFill>
                  <a:srgbClr val="40458B"/>
                </a:solidFill>
                <a:latin typeface="黑体"/>
                <a:cs typeface="黑体"/>
              </a:rPr>
              <a:t>当各段时间不相等时，</a:t>
            </a:r>
            <a:r>
              <a:rPr dirty="0" sz="2400">
                <a:solidFill>
                  <a:srgbClr val="40458B"/>
                </a:solidFill>
                <a:latin typeface="黑体"/>
                <a:cs typeface="黑体"/>
              </a:rPr>
              <a:t>连续执行n</a:t>
            </a:r>
            <a:r>
              <a:rPr dirty="0" sz="2400" spc="-15">
                <a:solidFill>
                  <a:srgbClr val="40458B"/>
                </a:solidFill>
                <a:latin typeface="黑体"/>
                <a:cs typeface="黑体"/>
              </a:rPr>
              <a:t>个任务时</a:t>
            </a:r>
            <a:r>
              <a:rPr dirty="0" sz="2400" spc="600">
                <a:solidFill>
                  <a:srgbClr val="40458B"/>
                </a:solidFill>
                <a:latin typeface="黑体"/>
                <a:cs typeface="黑体"/>
              </a:rPr>
              <a:t> </a:t>
            </a:r>
            <a:r>
              <a:rPr dirty="0" sz="2400" spc="-10">
                <a:solidFill>
                  <a:srgbClr val="40458B"/>
                </a:solidFill>
                <a:latin typeface="黑体"/>
                <a:cs typeface="黑体"/>
              </a:rPr>
              <a:t>流水线的效率：</a:t>
            </a:r>
            <a:endParaRPr sz="2400">
              <a:latin typeface="黑体"/>
              <a:cs typeface="黑体"/>
            </a:endParaRPr>
          </a:p>
        </p:txBody>
      </p:sp>
      <p:sp>
        <p:nvSpPr>
          <p:cNvPr id="28" name="object 28"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
        <p:nvSpPr>
          <p:cNvPr id="29" name="object 29" descr=""/>
          <p:cNvSpPr txBox="1"/>
          <p:nvPr/>
        </p:nvSpPr>
        <p:spPr>
          <a:xfrm>
            <a:off x="10856214" y="2696082"/>
            <a:ext cx="1092200"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E14B04"/>
                </a:solidFill>
                <a:latin typeface="黑体"/>
                <a:cs typeface="黑体"/>
              </a:rPr>
              <a:t>面积比</a:t>
            </a:r>
            <a:endParaRPr sz="2800">
              <a:latin typeface="黑体"/>
              <a:cs typeface="黑体"/>
            </a:endParaRPr>
          </a:p>
        </p:txBody>
      </p:sp>
      <p:sp>
        <p:nvSpPr>
          <p:cNvPr id="30" name="object 30" descr=""/>
          <p:cNvSpPr txBox="1"/>
          <p:nvPr/>
        </p:nvSpPr>
        <p:spPr>
          <a:xfrm>
            <a:off x="8052307" y="230835"/>
            <a:ext cx="29991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3.2.3</a:t>
            </a:r>
            <a:r>
              <a:rPr dirty="0" sz="2600" spc="-25">
                <a:solidFill>
                  <a:srgbClr val="0000CC"/>
                </a:solidFill>
                <a:latin typeface="黑体"/>
                <a:cs typeface="黑体"/>
              </a:rPr>
              <a:t> 流水线的效率</a:t>
            </a:r>
            <a:endParaRPr sz="2600">
              <a:latin typeface="黑体"/>
              <a:cs typeface="黑体"/>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007105" y="295973"/>
            <a:ext cx="4079875" cy="407670"/>
          </a:xfrm>
          <a:prstGeom prst="rect">
            <a:avLst/>
          </a:prstGeom>
        </p:spPr>
        <p:txBody>
          <a:bodyPr wrap="square" lIns="0" tIns="0" rIns="0" bIns="0" rtlCol="0" vert="horz">
            <a:spAutoFit/>
          </a:bodyPr>
          <a:lstStyle/>
          <a:p>
            <a:pPr>
              <a:lnSpc>
                <a:spcPts val="3204"/>
              </a:lnSpc>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0" name="object 10" descr=""/>
          <p:cNvGrpSpPr/>
          <p:nvPr/>
        </p:nvGrpSpPr>
        <p:grpSpPr>
          <a:xfrm>
            <a:off x="2422080" y="4637074"/>
            <a:ext cx="7143115" cy="753110"/>
            <a:chOff x="2422080" y="4637074"/>
            <a:chExt cx="7143115" cy="753110"/>
          </a:xfrm>
        </p:grpSpPr>
        <p:pic>
          <p:nvPicPr>
            <p:cNvPr id="11" name="object 11" descr=""/>
            <p:cNvPicPr/>
            <p:nvPr/>
          </p:nvPicPr>
          <p:blipFill>
            <a:blip r:embed="rId2" cstate="print"/>
            <a:stretch>
              <a:fillRect/>
            </a:stretch>
          </p:blipFill>
          <p:spPr>
            <a:xfrm>
              <a:off x="2430017" y="4637074"/>
              <a:ext cx="7126732" cy="350850"/>
            </a:xfrm>
            <a:prstGeom prst="rect">
              <a:avLst/>
            </a:prstGeom>
          </p:spPr>
        </p:pic>
        <p:sp>
          <p:nvSpPr>
            <p:cNvPr id="12" name="object 12" descr=""/>
            <p:cNvSpPr/>
            <p:nvPr/>
          </p:nvSpPr>
          <p:spPr>
            <a:xfrm>
              <a:off x="2430017" y="4708905"/>
              <a:ext cx="7127240" cy="673100"/>
            </a:xfrm>
            <a:custGeom>
              <a:avLst/>
              <a:gdLst/>
              <a:ahLst/>
              <a:cxnLst/>
              <a:rect l="l" t="t" r="r" b="b"/>
              <a:pathLst>
                <a:path w="7127240" h="673100">
                  <a:moveTo>
                    <a:pt x="8000" y="26924"/>
                  </a:moveTo>
                  <a:lnTo>
                    <a:pt x="0" y="672719"/>
                  </a:lnTo>
                </a:path>
                <a:path w="7127240" h="673100">
                  <a:moveTo>
                    <a:pt x="7126732" y="0"/>
                  </a:moveTo>
                  <a:lnTo>
                    <a:pt x="7118731" y="645795"/>
                  </a:lnTo>
                </a:path>
              </a:pathLst>
            </a:custGeom>
            <a:ln w="15875">
              <a:solidFill>
                <a:srgbClr val="FF0000"/>
              </a:solidFill>
              <a:prstDash val="sysDash"/>
            </a:ln>
          </p:spPr>
          <p:txBody>
            <a:bodyPr wrap="square" lIns="0" tIns="0" rIns="0" bIns="0" rtlCol="0"/>
            <a:lstStyle/>
            <a:p/>
          </p:txBody>
        </p:sp>
        <p:sp>
          <p:nvSpPr>
            <p:cNvPr id="13" name="object 13" descr=""/>
            <p:cNvSpPr/>
            <p:nvPr/>
          </p:nvSpPr>
          <p:spPr>
            <a:xfrm>
              <a:off x="2424175" y="5249036"/>
              <a:ext cx="7096125" cy="76200"/>
            </a:xfrm>
            <a:custGeom>
              <a:avLst/>
              <a:gdLst/>
              <a:ahLst/>
              <a:cxnLst/>
              <a:rect l="l" t="t" r="r" b="b"/>
              <a:pathLst>
                <a:path w="7096125" h="76200">
                  <a:moveTo>
                    <a:pt x="76200" y="0"/>
                  </a:moveTo>
                  <a:lnTo>
                    <a:pt x="0" y="38100"/>
                  </a:lnTo>
                  <a:lnTo>
                    <a:pt x="76200" y="76200"/>
                  </a:lnTo>
                  <a:lnTo>
                    <a:pt x="76200" y="46100"/>
                  </a:lnTo>
                  <a:lnTo>
                    <a:pt x="63500" y="46100"/>
                  </a:lnTo>
                  <a:lnTo>
                    <a:pt x="63500" y="30225"/>
                  </a:lnTo>
                  <a:lnTo>
                    <a:pt x="76200" y="30225"/>
                  </a:lnTo>
                  <a:lnTo>
                    <a:pt x="76200" y="0"/>
                  </a:lnTo>
                  <a:close/>
                </a:path>
                <a:path w="7096125" h="76200">
                  <a:moveTo>
                    <a:pt x="7019798" y="0"/>
                  </a:moveTo>
                  <a:lnTo>
                    <a:pt x="7019798" y="76200"/>
                  </a:lnTo>
                  <a:lnTo>
                    <a:pt x="7079996" y="46100"/>
                  </a:lnTo>
                  <a:lnTo>
                    <a:pt x="7032498" y="46100"/>
                  </a:lnTo>
                  <a:lnTo>
                    <a:pt x="7032498" y="30225"/>
                  </a:lnTo>
                  <a:lnTo>
                    <a:pt x="7080250" y="30225"/>
                  </a:lnTo>
                  <a:lnTo>
                    <a:pt x="7019798" y="0"/>
                  </a:lnTo>
                  <a:close/>
                </a:path>
                <a:path w="7096125" h="76200">
                  <a:moveTo>
                    <a:pt x="76200" y="30225"/>
                  </a:moveTo>
                  <a:lnTo>
                    <a:pt x="63500" y="30225"/>
                  </a:lnTo>
                  <a:lnTo>
                    <a:pt x="63500" y="46100"/>
                  </a:lnTo>
                  <a:lnTo>
                    <a:pt x="76200" y="46100"/>
                  </a:lnTo>
                  <a:lnTo>
                    <a:pt x="76200" y="30225"/>
                  </a:lnTo>
                  <a:close/>
                </a:path>
                <a:path w="7096125" h="76200">
                  <a:moveTo>
                    <a:pt x="7019798" y="30225"/>
                  </a:moveTo>
                  <a:lnTo>
                    <a:pt x="76200" y="30225"/>
                  </a:lnTo>
                  <a:lnTo>
                    <a:pt x="76200" y="46100"/>
                  </a:lnTo>
                  <a:lnTo>
                    <a:pt x="7019798" y="46100"/>
                  </a:lnTo>
                  <a:lnTo>
                    <a:pt x="7019798" y="30225"/>
                  </a:lnTo>
                  <a:close/>
                </a:path>
                <a:path w="7096125" h="76200">
                  <a:moveTo>
                    <a:pt x="7080250" y="30225"/>
                  </a:moveTo>
                  <a:lnTo>
                    <a:pt x="7032498" y="30225"/>
                  </a:lnTo>
                  <a:lnTo>
                    <a:pt x="7032498" y="46100"/>
                  </a:lnTo>
                  <a:lnTo>
                    <a:pt x="7079996" y="46100"/>
                  </a:lnTo>
                  <a:lnTo>
                    <a:pt x="7095998" y="38100"/>
                  </a:lnTo>
                  <a:lnTo>
                    <a:pt x="7080250" y="30225"/>
                  </a:lnTo>
                  <a:close/>
                </a:path>
              </a:pathLst>
            </a:custGeom>
            <a:solidFill>
              <a:srgbClr val="FF0000"/>
            </a:solidFill>
          </p:spPr>
          <p:txBody>
            <a:bodyPr wrap="square" lIns="0" tIns="0" rIns="0" bIns="0" rtlCol="0"/>
            <a:lstStyle/>
            <a:p/>
          </p:txBody>
        </p:sp>
      </p:grpSp>
      <p:sp>
        <p:nvSpPr>
          <p:cNvPr id="14" name="object 14" descr=""/>
          <p:cNvSpPr txBox="1"/>
          <p:nvPr/>
        </p:nvSpPr>
        <p:spPr>
          <a:xfrm>
            <a:off x="1474216" y="3515690"/>
            <a:ext cx="10106025" cy="1759585"/>
          </a:xfrm>
          <a:prstGeom prst="rect">
            <a:avLst/>
          </a:prstGeom>
        </p:spPr>
        <p:txBody>
          <a:bodyPr wrap="square" lIns="0" tIns="12700" rIns="0" bIns="0" rtlCol="0" vert="horz">
            <a:spAutoFit/>
          </a:bodyPr>
          <a:lstStyle/>
          <a:p>
            <a:pPr marL="464820">
              <a:lnSpc>
                <a:spcPct val="100000"/>
              </a:lnSpc>
              <a:spcBef>
                <a:spcPts val="100"/>
              </a:spcBef>
            </a:pPr>
            <a:r>
              <a:rPr dirty="0" sz="2400" spc="-10">
                <a:solidFill>
                  <a:srgbClr val="9933FF"/>
                </a:solidFill>
                <a:latin typeface="黑体"/>
                <a:cs typeface="黑体"/>
              </a:rPr>
              <a:t>整个流水线</a:t>
            </a:r>
            <a:r>
              <a:rPr dirty="0" sz="2400" spc="-10">
                <a:solidFill>
                  <a:srgbClr val="FF0000"/>
                </a:solidFill>
                <a:latin typeface="黑体"/>
                <a:cs typeface="黑体"/>
              </a:rPr>
              <a:t>通用效率</a:t>
            </a:r>
            <a:r>
              <a:rPr dirty="0" sz="2400" spc="-5">
                <a:solidFill>
                  <a:srgbClr val="9933FF"/>
                </a:solidFill>
                <a:latin typeface="黑体"/>
                <a:cs typeface="黑体"/>
              </a:rPr>
              <a:t>计算方法</a:t>
            </a:r>
            <a:r>
              <a:rPr dirty="0" sz="2400" spc="-10">
                <a:solidFill>
                  <a:srgbClr val="E14B04"/>
                </a:solidFill>
                <a:latin typeface="黑体"/>
                <a:cs typeface="黑体"/>
              </a:rPr>
              <a:t>：先求出每个段的效率，然后求出4</a:t>
            </a:r>
            <a:r>
              <a:rPr dirty="0" sz="2400" spc="-25">
                <a:solidFill>
                  <a:srgbClr val="E14B04"/>
                </a:solidFill>
                <a:latin typeface="黑体"/>
                <a:cs typeface="黑体"/>
              </a:rPr>
              <a:t>个段的</a:t>
            </a:r>
            <a:endParaRPr sz="2400">
              <a:latin typeface="黑体"/>
              <a:cs typeface="黑体"/>
            </a:endParaRPr>
          </a:p>
          <a:p>
            <a:pPr marL="464820">
              <a:lnSpc>
                <a:spcPct val="100000"/>
              </a:lnSpc>
              <a:spcBef>
                <a:spcPts val="125"/>
              </a:spcBef>
            </a:pPr>
            <a:r>
              <a:rPr dirty="0" sz="2400" spc="-5">
                <a:solidFill>
                  <a:srgbClr val="E14B04"/>
                </a:solidFill>
                <a:latin typeface="黑体"/>
                <a:cs typeface="黑体"/>
              </a:rPr>
              <a:t>效率和与整个段数之比即为所求</a:t>
            </a:r>
            <a:endParaRPr sz="2400">
              <a:latin typeface="黑体"/>
              <a:cs typeface="黑体"/>
            </a:endParaRPr>
          </a:p>
          <a:p>
            <a:pPr marL="63500">
              <a:lnSpc>
                <a:spcPct val="100000"/>
              </a:lnSpc>
              <a:spcBef>
                <a:spcPts val="355"/>
              </a:spcBef>
            </a:pPr>
            <a:r>
              <a:rPr dirty="0" sz="2400" spc="-10">
                <a:solidFill>
                  <a:srgbClr val="9933FF"/>
                </a:solidFill>
                <a:latin typeface="黑体"/>
                <a:cs typeface="黑体"/>
              </a:rPr>
              <a:t>S1</a:t>
            </a:r>
            <a:r>
              <a:rPr dirty="0" sz="2400">
                <a:solidFill>
                  <a:srgbClr val="9933FF"/>
                </a:solidFill>
                <a:latin typeface="黑体"/>
                <a:cs typeface="黑体"/>
              </a:rPr>
              <a:t>的</a:t>
            </a:r>
            <a:r>
              <a:rPr dirty="0" sz="2400" spc="-25">
                <a:solidFill>
                  <a:srgbClr val="9933FF"/>
                </a:solidFill>
                <a:latin typeface="黑体"/>
                <a:cs typeface="黑体"/>
              </a:rPr>
              <a:t>e</a:t>
            </a:r>
            <a:r>
              <a:rPr dirty="0" baseline="-20833" sz="2400" spc="-37">
                <a:solidFill>
                  <a:srgbClr val="9933FF"/>
                </a:solidFill>
                <a:latin typeface="黑体"/>
                <a:cs typeface="黑体"/>
              </a:rPr>
              <a:t>1</a:t>
            </a:r>
            <a:endParaRPr baseline="-20833" sz="2400">
              <a:latin typeface="黑体"/>
              <a:cs typeface="黑体"/>
            </a:endParaRPr>
          </a:p>
          <a:p>
            <a:pPr algn="ctr" marR="1276350">
              <a:lnSpc>
                <a:spcPct val="100000"/>
              </a:lnSpc>
              <a:spcBef>
                <a:spcPts val="2130"/>
              </a:spcBef>
            </a:pPr>
            <a:r>
              <a:rPr dirty="0" sz="2000">
                <a:solidFill>
                  <a:srgbClr val="40458B"/>
                </a:solidFill>
                <a:latin typeface="黑体"/>
                <a:cs typeface="黑体"/>
              </a:rPr>
              <a:t>总时间为</a:t>
            </a:r>
            <a:r>
              <a:rPr dirty="0" sz="2000" spc="-25">
                <a:solidFill>
                  <a:srgbClr val="40458B"/>
                </a:solidFill>
                <a:latin typeface="Tahoma"/>
                <a:cs typeface="Tahoma"/>
              </a:rPr>
              <a:t>S</a:t>
            </a:r>
            <a:r>
              <a:rPr dirty="0" sz="2000" spc="-25">
                <a:solidFill>
                  <a:srgbClr val="40458B"/>
                </a:solidFill>
                <a:latin typeface="黑体"/>
                <a:cs typeface="黑体"/>
              </a:rPr>
              <a:t>△</a:t>
            </a:r>
            <a:r>
              <a:rPr dirty="0" sz="2000" spc="-25">
                <a:solidFill>
                  <a:srgbClr val="40458B"/>
                </a:solidFill>
                <a:latin typeface="Tahoma"/>
                <a:cs typeface="Tahoma"/>
              </a:rPr>
              <a:t>t</a:t>
            </a:r>
            <a:endParaRPr sz="2000">
              <a:latin typeface="Tahoma"/>
              <a:cs typeface="Tahoma"/>
            </a:endParaRPr>
          </a:p>
        </p:txBody>
      </p:sp>
      <p:sp>
        <p:nvSpPr>
          <p:cNvPr id="15" name="object 15" descr=""/>
          <p:cNvSpPr/>
          <p:nvPr/>
        </p:nvSpPr>
        <p:spPr>
          <a:xfrm>
            <a:off x="2697988" y="4891151"/>
            <a:ext cx="4618355" cy="1025525"/>
          </a:xfrm>
          <a:custGeom>
            <a:avLst/>
            <a:gdLst/>
            <a:ahLst/>
            <a:cxnLst/>
            <a:rect l="l" t="t" r="r" b="b"/>
            <a:pathLst>
              <a:path w="4618355" h="1025525">
                <a:moveTo>
                  <a:pt x="1015873" y="1025169"/>
                </a:moveTo>
                <a:lnTo>
                  <a:pt x="1006602" y="996911"/>
                </a:lnTo>
                <a:lnTo>
                  <a:pt x="989330" y="944232"/>
                </a:lnTo>
                <a:lnTo>
                  <a:pt x="982840" y="976020"/>
                </a:lnTo>
                <a:lnTo>
                  <a:pt x="15748" y="0"/>
                </a:lnTo>
                <a:lnTo>
                  <a:pt x="0" y="15748"/>
                </a:lnTo>
                <a:lnTo>
                  <a:pt x="967079" y="991654"/>
                </a:lnTo>
                <a:lnTo>
                  <a:pt x="980135" y="989101"/>
                </a:lnTo>
                <a:lnTo>
                  <a:pt x="981570" y="982218"/>
                </a:lnTo>
                <a:lnTo>
                  <a:pt x="980173" y="989101"/>
                </a:lnTo>
                <a:lnTo>
                  <a:pt x="967079" y="991654"/>
                </a:lnTo>
                <a:lnTo>
                  <a:pt x="935228" y="997864"/>
                </a:lnTo>
                <a:lnTo>
                  <a:pt x="1015873" y="1025169"/>
                </a:lnTo>
                <a:close/>
              </a:path>
              <a:path w="4618355" h="1025525">
                <a:moveTo>
                  <a:pt x="1495425" y="856462"/>
                </a:moveTo>
                <a:lnTo>
                  <a:pt x="1476641" y="882853"/>
                </a:lnTo>
                <a:lnTo>
                  <a:pt x="1176528" y="94615"/>
                </a:lnTo>
                <a:lnTo>
                  <a:pt x="1155827" y="102616"/>
                </a:lnTo>
                <a:lnTo>
                  <a:pt x="1455813" y="890778"/>
                </a:lnTo>
                <a:lnTo>
                  <a:pt x="1424305" y="883564"/>
                </a:lnTo>
                <a:lnTo>
                  <a:pt x="1486916" y="941222"/>
                </a:lnTo>
                <a:lnTo>
                  <a:pt x="1491272" y="897712"/>
                </a:lnTo>
                <a:lnTo>
                  <a:pt x="1495425" y="856462"/>
                </a:lnTo>
                <a:close/>
              </a:path>
              <a:path w="4618355" h="1025525">
                <a:moveTo>
                  <a:pt x="2398903" y="97790"/>
                </a:moveTo>
                <a:lnTo>
                  <a:pt x="2381250" y="84455"/>
                </a:lnTo>
                <a:lnTo>
                  <a:pt x="1786534" y="875487"/>
                </a:lnTo>
                <a:lnTo>
                  <a:pt x="1775841" y="844918"/>
                </a:lnTo>
                <a:lnTo>
                  <a:pt x="1760474" y="928712"/>
                </a:lnTo>
                <a:lnTo>
                  <a:pt x="1828469" y="894791"/>
                </a:lnTo>
                <a:lnTo>
                  <a:pt x="1836674" y="890701"/>
                </a:lnTo>
                <a:lnTo>
                  <a:pt x="1804289" y="888873"/>
                </a:lnTo>
                <a:lnTo>
                  <a:pt x="2398903" y="97790"/>
                </a:lnTo>
                <a:close/>
              </a:path>
              <a:path w="4618355" h="1025525">
                <a:moveTo>
                  <a:pt x="4617847" y="90424"/>
                </a:moveTo>
                <a:lnTo>
                  <a:pt x="4610227" y="69596"/>
                </a:lnTo>
                <a:lnTo>
                  <a:pt x="2089670" y="981303"/>
                </a:lnTo>
                <a:lnTo>
                  <a:pt x="2097405" y="949807"/>
                </a:lnTo>
                <a:lnTo>
                  <a:pt x="2038731" y="1011555"/>
                </a:lnTo>
                <a:lnTo>
                  <a:pt x="2123313" y="1021473"/>
                </a:lnTo>
                <a:lnTo>
                  <a:pt x="2100630" y="1004735"/>
                </a:lnTo>
                <a:lnTo>
                  <a:pt x="2097227" y="1002233"/>
                </a:lnTo>
                <a:lnTo>
                  <a:pt x="4617847" y="90424"/>
                </a:lnTo>
                <a:close/>
              </a:path>
            </a:pathLst>
          </a:custGeom>
          <a:solidFill>
            <a:srgbClr val="006FC0"/>
          </a:solidFill>
        </p:spPr>
        <p:txBody>
          <a:bodyPr wrap="square" lIns="0" tIns="0" rIns="0" bIns="0" rtlCol="0"/>
          <a:lstStyle/>
          <a:p/>
        </p:txBody>
      </p:sp>
      <p:sp>
        <p:nvSpPr>
          <p:cNvPr id="16" name="object 16" descr=""/>
          <p:cNvSpPr txBox="1"/>
          <p:nvPr/>
        </p:nvSpPr>
        <p:spPr>
          <a:xfrm>
            <a:off x="2607945" y="5897067"/>
            <a:ext cx="307721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S1</a:t>
            </a:r>
            <a:r>
              <a:rPr dirty="0" sz="2000" spc="-10">
                <a:solidFill>
                  <a:srgbClr val="40458B"/>
                </a:solidFill>
                <a:latin typeface="黑体"/>
                <a:cs typeface="黑体"/>
              </a:rPr>
              <a:t>实际工作的总时间为</a:t>
            </a:r>
            <a:r>
              <a:rPr dirty="0" sz="2000" spc="-25">
                <a:solidFill>
                  <a:srgbClr val="40458B"/>
                </a:solidFill>
                <a:latin typeface="Tahoma"/>
                <a:cs typeface="Tahoma"/>
              </a:rPr>
              <a:t>n</a:t>
            </a:r>
            <a:r>
              <a:rPr dirty="0" sz="2000" spc="-25">
                <a:solidFill>
                  <a:srgbClr val="40458B"/>
                </a:solidFill>
                <a:latin typeface="黑体"/>
                <a:cs typeface="黑体"/>
              </a:rPr>
              <a:t>△</a:t>
            </a:r>
            <a:r>
              <a:rPr dirty="0" sz="2000" spc="-25">
                <a:solidFill>
                  <a:srgbClr val="40458B"/>
                </a:solidFill>
                <a:latin typeface="Tahoma"/>
                <a:cs typeface="Tahoma"/>
              </a:rPr>
              <a:t>t</a:t>
            </a:r>
            <a:endParaRPr sz="2000">
              <a:latin typeface="Tahoma"/>
              <a:cs typeface="Tahoma"/>
            </a:endParaRPr>
          </a:p>
        </p:txBody>
      </p:sp>
      <p:pic>
        <p:nvPicPr>
          <p:cNvPr id="17" name="object 17" descr=""/>
          <p:cNvPicPr/>
          <p:nvPr/>
        </p:nvPicPr>
        <p:blipFill>
          <a:blip r:embed="rId3" cstate="print"/>
          <a:stretch>
            <a:fillRect/>
          </a:stretch>
        </p:blipFill>
        <p:spPr>
          <a:xfrm>
            <a:off x="1524000" y="9525"/>
            <a:ext cx="9144000" cy="3514725"/>
          </a:xfrm>
          <a:prstGeom prst="rect">
            <a:avLst/>
          </a:prstGeom>
        </p:spPr>
      </p:pic>
      <p:grpSp>
        <p:nvGrpSpPr>
          <p:cNvPr id="18" name="object 18" descr=""/>
          <p:cNvGrpSpPr/>
          <p:nvPr/>
        </p:nvGrpSpPr>
        <p:grpSpPr>
          <a:xfrm>
            <a:off x="5969000" y="5509107"/>
            <a:ext cx="2584450" cy="968375"/>
            <a:chOff x="5969000" y="5509107"/>
            <a:chExt cx="2584450" cy="968375"/>
          </a:xfrm>
        </p:grpSpPr>
        <p:sp>
          <p:nvSpPr>
            <p:cNvPr id="19" name="object 19" descr=""/>
            <p:cNvSpPr/>
            <p:nvPr/>
          </p:nvSpPr>
          <p:spPr>
            <a:xfrm>
              <a:off x="5969000" y="5509107"/>
              <a:ext cx="2584450" cy="968375"/>
            </a:xfrm>
            <a:custGeom>
              <a:avLst/>
              <a:gdLst/>
              <a:ahLst/>
              <a:cxnLst/>
              <a:rect l="l" t="t" r="r" b="b"/>
              <a:pathLst>
                <a:path w="2584450" h="968375">
                  <a:moveTo>
                    <a:pt x="2584069" y="0"/>
                  </a:moveTo>
                  <a:lnTo>
                    <a:pt x="0" y="0"/>
                  </a:lnTo>
                  <a:lnTo>
                    <a:pt x="0" y="967892"/>
                  </a:lnTo>
                  <a:lnTo>
                    <a:pt x="2584069" y="967892"/>
                  </a:lnTo>
                  <a:lnTo>
                    <a:pt x="2584069" y="0"/>
                  </a:lnTo>
                  <a:close/>
                </a:path>
              </a:pathLst>
            </a:custGeom>
            <a:solidFill>
              <a:srgbClr val="F3AF9C"/>
            </a:solidFill>
          </p:spPr>
          <p:txBody>
            <a:bodyPr wrap="square" lIns="0" tIns="0" rIns="0" bIns="0" rtlCol="0"/>
            <a:lstStyle/>
            <a:p/>
          </p:txBody>
        </p:sp>
        <p:sp>
          <p:nvSpPr>
            <p:cNvPr id="20" name="object 20" descr=""/>
            <p:cNvSpPr/>
            <p:nvPr/>
          </p:nvSpPr>
          <p:spPr>
            <a:xfrm>
              <a:off x="6887133" y="6010543"/>
              <a:ext cx="1553845" cy="0"/>
            </a:xfrm>
            <a:custGeom>
              <a:avLst/>
              <a:gdLst/>
              <a:ahLst/>
              <a:cxnLst/>
              <a:rect l="l" t="t" r="r" b="b"/>
              <a:pathLst>
                <a:path w="1553845" h="0">
                  <a:moveTo>
                    <a:pt x="0" y="0"/>
                  </a:moveTo>
                  <a:lnTo>
                    <a:pt x="738972" y="0"/>
                  </a:lnTo>
                </a:path>
                <a:path w="1553845" h="0">
                  <a:moveTo>
                    <a:pt x="1246978" y="0"/>
                  </a:moveTo>
                  <a:lnTo>
                    <a:pt x="1553338" y="0"/>
                  </a:lnTo>
                </a:path>
              </a:pathLst>
            </a:custGeom>
            <a:ln w="20913">
              <a:solidFill>
                <a:srgbClr val="000000"/>
              </a:solidFill>
            </a:ln>
          </p:spPr>
          <p:txBody>
            <a:bodyPr wrap="square" lIns="0" tIns="0" rIns="0" bIns="0" rtlCol="0"/>
            <a:lstStyle/>
            <a:p/>
          </p:txBody>
        </p:sp>
      </p:grpSp>
      <p:sp>
        <p:nvSpPr>
          <p:cNvPr id="21" name="object 21" descr=""/>
          <p:cNvSpPr txBox="1"/>
          <p:nvPr/>
        </p:nvSpPr>
        <p:spPr>
          <a:xfrm>
            <a:off x="6904741" y="5477381"/>
            <a:ext cx="1514475" cy="478790"/>
          </a:xfrm>
          <a:prstGeom prst="rect">
            <a:avLst/>
          </a:prstGeom>
        </p:spPr>
        <p:txBody>
          <a:bodyPr wrap="square" lIns="0" tIns="15240" rIns="0" bIns="0" rtlCol="0" vert="horz">
            <a:spAutoFit/>
          </a:bodyPr>
          <a:lstStyle/>
          <a:p>
            <a:pPr marL="12700">
              <a:lnSpc>
                <a:spcPct val="100000"/>
              </a:lnSpc>
              <a:spcBef>
                <a:spcPts val="120"/>
              </a:spcBef>
              <a:tabLst>
                <a:tab pos="1259205" algn="l"/>
              </a:tabLst>
            </a:pPr>
            <a:r>
              <a:rPr dirty="0" sz="2950" spc="345">
                <a:latin typeface="Times New Roman"/>
                <a:cs typeface="Times New Roman"/>
              </a:rPr>
              <a:t>n</a:t>
            </a:r>
            <a:r>
              <a:rPr dirty="0" sz="2950" spc="345">
                <a:latin typeface="Symbol"/>
                <a:cs typeface="Symbol"/>
              </a:rPr>
              <a:t></a:t>
            </a:r>
            <a:r>
              <a:rPr dirty="0" sz="2950" spc="345" i="1">
                <a:latin typeface="Times New Roman"/>
                <a:cs typeface="Times New Roman"/>
              </a:rPr>
              <a:t>t</a:t>
            </a:r>
            <a:r>
              <a:rPr dirty="0" sz="2950" i="1">
                <a:latin typeface="Times New Roman"/>
                <a:cs typeface="Times New Roman"/>
              </a:rPr>
              <a:t>	</a:t>
            </a:r>
            <a:r>
              <a:rPr dirty="0" sz="2950" spc="375">
                <a:latin typeface="Times New Roman"/>
                <a:cs typeface="Times New Roman"/>
              </a:rPr>
              <a:t>n</a:t>
            </a:r>
            <a:endParaRPr sz="2950">
              <a:latin typeface="Times New Roman"/>
              <a:cs typeface="Times New Roman"/>
            </a:endParaRPr>
          </a:p>
        </p:txBody>
      </p:sp>
      <p:sp>
        <p:nvSpPr>
          <p:cNvPr id="22" name="object 22" descr=""/>
          <p:cNvSpPr txBox="1"/>
          <p:nvPr/>
        </p:nvSpPr>
        <p:spPr>
          <a:xfrm>
            <a:off x="5995498" y="5714033"/>
            <a:ext cx="814705" cy="478790"/>
          </a:xfrm>
          <a:prstGeom prst="rect">
            <a:avLst/>
          </a:prstGeom>
        </p:spPr>
        <p:txBody>
          <a:bodyPr wrap="square" lIns="0" tIns="15240" rIns="0" bIns="0" rtlCol="0" vert="horz">
            <a:spAutoFit/>
          </a:bodyPr>
          <a:lstStyle/>
          <a:p>
            <a:pPr marL="38100">
              <a:lnSpc>
                <a:spcPct val="100000"/>
              </a:lnSpc>
              <a:spcBef>
                <a:spcPts val="120"/>
              </a:spcBef>
              <a:tabLst>
                <a:tab pos="510540" algn="l"/>
              </a:tabLst>
            </a:pPr>
            <a:r>
              <a:rPr dirty="0" sz="2950" spc="210">
                <a:latin typeface="Times New Roman"/>
                <a:cs typeface="Times New Roman"/>
              </a:rPr>
              <a:t>e</a:t>
            </a:r>
            <a:r>
              <a:rPr dirty="0" baseline="-24509" sz="2550" spc="315">
                <a:latin typeface="Times New Roman"/>
                <a:cs typeface="Times New Roman"/>
              </a:rPr>
              <a:t>1</a:t>
            </a:r>
            <a:r>
              <a:rPr dirty="0" baseline="-24509" sz="2550">
                <a:latin typeface="Times New Roman"/>
                <a:cs typeface="Times New Roman"/>
              </a:rPr>
              <a:t>	</a:t>
            </a:r>
            <a:r>
              <a:rPr dirty="0" sz="2950" spc="405">
                <a:latin typeface="Symbol"/>
                <a:cs typeface="Symbol"/>
              </a:rPr>
              <a:t></a:t>
            </a:r>
            <a:endParaRPr sz="2950">
              <a:latin typeface="Symbol"/>
              <a:cs typeface="Symbol"/>
            </a:endParaRPr>
          </a:p>
        </p:txBody>
      </p:sp>
      <p:sp>
        <p:nvSpPr>
          <p:cNvPr id="23" name="object 23" descr=""/>
          <p:cNvSpPr txBox="1"/>
          <p:nvPr/>
        </p:nvSpPr>
        <p:spPr>
          <a:xfrm>
            <a:off x="7740687" y="5714033"/>
            <a:ext cx="290830" cy="478790"/>
          </a:xfrm>
          <a:prstGeom prst="rect">
            <a:avLst/>
          </a:prstGeom>
        </p:spPr>
        <p:txBody>
          <a:bodyPr wrap="square" lIns="0" tIns="15240" rIns="0" bIns="0" rtlCol="0" vert="horz">
            <a:spAutoFit/>
          </a:bodyPr>
          <a:lstStyle/>
          <a:p>
            <a:pPr marL="12700">
              <a:lnSpc>
                <a:spcPct val="100000"/>
              </a:lnSpc>
              <a:spcBef>
                <a:spcPts val="120"/>
              </a:spcBef>
            </a:pPr>
            <a:r>
              <a:rPr dirty="0" sz="2950" spc="405">
                <a:latin typeface="Symbol"/>
                <a:cs typeface="Symbol"/>
              </a:rPr>
              <a:t></a:t>
            </a:r>
            <a:endParaRPr sz="2950">
              <a:latin typeface="Symbol"/>
              <a:cs typeface="Symbol"/>
            </a:endParaRPr>
          </a:p>
        </p:txBody>
      </p:sp>
      <p:sp>
        <p:nvSpPr>
          <p:cNvPr id="24" name="object 24" descr=""/>
          <p:cNvSpPr txBox="1"/>
          <p:nvPr/>
        </p:nvSpPr>
        <p:spPr>
          <a:xfrm>
            <a:off x="6923352" y="6007746"/>
            <a:ext cx="1467485" cy="478790"/>
          </a:xfrm>
          <a:prstGeom prst="rect">
            <a:avLst/>
          </a:prstGeom>
        </p:spPr>
        <p:txBody>
          <a:bodyPr wrap="square" lIns="0" tIns="15240" rIns="0" bIns="0" rtlCol="0" vert="horz">
            <a:spAutoFit/>
          </a:bodyPr>
          <a:lstStyle/>
          <a:p>
            <a:pPr marL="12700">
              <a:lnSpc>
                <a:spcPct val="100000"/>
              </a:lnSpc>
              <a:spcBef>
                <a:spcPts val="120"/>
              </a:spcBef>
              <a:tabLst>
                <a:tab pos="1266190" algn="l"/>
              </a:tabLst>
            </a:pPr>
            <a:r>
              <a:rPr dirty="0" sz="2950" spc="315">
                <a:latin typeface="Times New Roman"/>
                <a:cs typeface="Times New Roman"/>
              </a:rPr>
              <a:t>s</a:t>
            </a:r>
            <a:r>
              <a:rPr dirty="0" sz="2950" spc="315">
                <a:latin typeface="Symbol"/>
                <a:cs typeface="Symbol"/>
              </a:rPr>
              <a:t></a:t>
            </a:r>
            <a:r>
              <a:rPr dirty="0" sz="2950" spc="315" i="1">
                <a:latin typeface="Times New Roman"/>
                <a:cs typeface="Times New Roman"/>
              </a:rPr>
              <a:t>t</a:t>
            </a:r>
            <a:r>
              <a:rPr dirty="0" sz="2950" i="1">
                <a:latin typeface="Times New Roman"/>
                <a:cs typeface="Times New Roman"/>
              </a:rPr>
              <a:t>	</a:t>
            </a:r>
            <a:r>
              <a:rPr dirty="0" sz="2950" spc="270">
                <a:latin typeface="Times New Roman"/>
                <a:cs typeface="Times New Roman"/>
              </a:rPr>
              <a:t>s</a:t>
            </a:r>
            <a:endParaRPr sz="2950">
              <a:latin typeface="Times New Roman"/>
              <a:cs typeface="Times New Roman"/>
            </a:endParaRPr>
          </a:p>
        </p:txBody>
      </p:sp>
      <p:sp>
        <p:nvSpPr>
          <p:cNvPr id="25" name="object 25" descr=""/>
          <p:cNvSpPr/>
          <p:nvPr/>
        </p:nvSpPr>
        <p:spPr>
          <a:xfrm>
            <a:off x="8591550" y="5456237"/>
            <a:ext cx="2141855" cy="1014730"/>
          </a:xfrm>
          <a:custGeom>
            <a:avLst/>
            <a:gdLst/>
            <a:ahLst/>
            <a:cxnLst/>
            <a:rect l="l" t="t" r="r" b="b"/>
            <a:pathLst>
              <a:path w="2141854" h="1014729">
                <a:moveTo>
                  <a:pt x="2141601" y="0"/>
                </a:moveTo>
                <a:lnTo>
                  <a:pt x="0" y="0"/>
                </a:lnTo>
                <a:lnTo>
                  <a:pt x="0" y="1014412"/>
                </a:lnTo>
                <a:lnTo>
                  <a:pt x="2141601" y="1014412"/>
                </a:lnTo>
                <a:lnTo>
                  <a:pt x="2141601" y="0"/>
                </a:lnTo>
                <a:close/>
              </a:path>
            </a:pathLst>
          </a:custGeom>
          <a:solidFill>
            <a:srgbClr val="FFFF00"/>
          </a:solidFill>
        </p:spPr>
        <p:txBody>
          <a:bodyPr wrap="square" lIns="0" tIns="0" rIns="0" bIns="0" rtlCol="0"/>
          <a:lstStyle/>
          <a:p/>
        </p:txBody>
      </p:sp>
      <p:sp>
        <p:nvSpPr>
          <p:cNvPr id="26" name="object 26" descr=""/>
          <p:cNvSpPr txBox="1"/>
          <p:nvPr/>
        </p:nvSpPr>
        <p:spPr>
          <a:xfrm>
            <a:off x="8671306" y="5490159"/>
            <a:ext cx="1951989" cy="941069"/>
          </a:xfrm>
          <a:prstGeom prst="rect">
            <a:avLst/>
          </a:prstGeom>
        </p:spPr>
        <p:txBody>
          <a:bodyPr wrap="square" lIns="0" tIns="13335" rIns="0" bIns="0" rtlCol="0" vert="horz">
            <a:spAutoFit/>
          </a:bodyPr>
          <a:lstStyle/>
          <a:p>
            <a:pPr algn="just" marL="12700" marR="5080">
              <a:lnSpc>
                <a:spcPct val="100000"/>
              </a:lnSpc>
              <a:spcBef>
                <a:spcPts val="105"/>
              </a:spcBef>
            </a:pPr>
            <a:r>
              <a:rPr dirty="0" sz="2000" spc="-10">
                <a:solidFill>
                  <a:srgbClr val="40458B"/>
                </a:solidFill>
                <a:latin typeface="Tahoma"/>
                <a:cs typeface="Tahoma"/>
              </a:rPr>
              <a:t>n</a:t>
            </a:r>
            <a:r>
              <a:rPr dirty="0" sz="2000">
                <a:solidFill>
                  <a:srgbClr val="40458B"/>
                </a:solidFill>
                <a:latin typeface="黑体"/>
                <a:cs typeface="黑体"/>
              </a:rPr>
              <a:t>为</a:t>
            </a:r>
            <a:r>
              <a:rPr dirty="0" sz="2000" spc="-5">
                <a:solidFill>
                  <a:srgbClr val="FF5CFF"/>
                </a:solidFill>
                <a:latin typeface="黑体"/>
                <a:cs typeface="黑体"/>
              </a:rPr>
              <a:t>白色</a:t>
            </a:r>
            <a:r>
              <a:rPr dirty="0" sz="2000" spc="-20">
                <a:solidFill>
                  <a:srgbClr val="40458B"/>
                </a:solidFill>
                <a:latin typeface="黑体"/>
                <a:cs typeface="黑体"/>
              </a:rPr>
              <a:t>方格的个</a:t>
            </a:r>
            <a:r>
              <a:rPr dirty="0" sz="2000">
                <a:solidFill>
                  <a:srgbClr val="40458B"/>
                </a:solidFill>
                <a:latin typeface="黑体"/>
                <a:cs typeface="黑体"/>
              </a:rPr>
              <a:t>数；</a:t>
            </a:r>
            <a:r>
              <a:rPr dirty="0" sz="2000">
                <a:solidFill>
                  <a:srgbClr val="40458B"/>
                </a:solidFill>
                <a:latin typeface="Tahoma"/>
                <a:cs typeface="Tahoma"/>
              </a:rPr>
              <a:t>s</a:t>
            </a:r>
            <a:r>
              <a:rPr dirty="0" sz="2000">
                <a:solidFill>
                  <a:srgbClr val="40458B"/>
                </a:solidFill>
                <a:latin typeface="黑体"/>
                <a:cs typeface="黑体"/>
              </a:rPr>
              <a:t>为</a:t>
            </a:r>
            <a:r>
              <a:rPr dirty="0" sz="2000" spc="-5">
                <a:solidFill>
                  <a:srgbClr val="FF5CFF"/>
                </a:solidFill>
                <a:latin typeface="黑体"/>
                <a:cs typeface="黑体"/>
              </a:rPr>
              <a:t>整个</a:t>
            </a:r>
            <a:r>
              <a:rPr dirty="0" sz="2000" spc="-25">
                <a:solidFill>
                  <a:srgbClr val="40458B"/>
                </a:solidFill>
                <a:latin typeface="黑体"/>
                <a:cs typeface="黑体"/>
              </a:rPr>
              <a:t>流水</a:t>
            </a:r>
            <a:r>
              <a:rPr dirty="0" sz="2000" spc="-15">
                <a:solidFill>
                  <a:srgbClr val="40458B"/>
                </a:solidFill>
                <a:latin typeface="黑体"/>
                <a:cs typeface="黑体"/>
              </a:rPr>
              <a:t>线方格的个数</a:t>
            </a:r>
            <a:endParaRPr sz="2000">
              <a:latin typeface="黑体"/>
              <a:cs typeface="黑体"/>
            </a:endParaRPr>
          </a:p>
        </p:txBody>
      </p:sp>
      <p:pic>
        <p:nvPicPr>
          <p:cNvPr id="27" name="object 27" descr=""/>
          <p:cNvPicPr/>
          <p:nvPr/>
        </p:nvPicPr>
        <p:blipFill>
          <a:blip r:embed="rId4" cstate="print"/>
          <a:stretch>
            <a:fillRect/>
          </a:stretch>
        </p:blipFill>
        <p:spPr>
          <a:xfrm>
            <a:off x="9840468" y="3196183"/>
            <a:ext cx="296265" cy="46167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84340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
        <p:nvSpPr>
          <p:cNvPr id="9" name="object 9" descr=""/>
          <p:cNvSpPr txBox="1"/>
          <p:nvPr/>
        </p:nvSpPr>
        <p:spPr>
          <a:xfrm>
            <a:off x="1577594" y="3954271"/>
            <a:ext cx="939800" cy="391160"/>
          </a:xfrm>
          <a:prstGeom prst="rect">
            <a:avLst/>
          </a:prstGeom>
        </p:spPr>
        <p:txBody>
          <a:bodyPr wrap="square" lIns="0" tIns="12700" rIns="0" bIns="0" rtlCol="0" vert="horz">
            <a:spAutoFit/>
          </a:bodyPr>
          <a:lstStyle/>
          <a:p>
            <a:pPr marL="38100">
              <a:lnSpc>
                <a:spcPct val="100000"/>
              </a:lnSpc>
              <a:spcBef>
                <a:spcPts val="100"/>
              </a:spcBef>
            </a:pPr>
            <a:r>
              <a:rPr dirty="0" sz="2400">
                <a:solidFill>
                  <a:srgbClr val="9933FF"/>
                </a:solidFill>
                <a:latin typeface="黑体"/>
                <a:cs typeface="黑体"/>
              </a:rPr>
              <a:t>S2的</a:t>
            </a:r>
            <a:r>
              <a:rPr dirty="0" sz="2400" spc="-25">
                <a:solidFill>
                  <a:srgbClr val="9933FF"/>
                </a:solidFill>
                <a:latin typeface="黑体"/>
                <a:cs typeface="黑体"/>
              </a:rPr>
              <a:t>e</a:t>
            </a:r>
            <a:r>
              <a:rPr dirty="0" baseline="-20833" sz="2400" spc="-37">
                <a:solidFill>
                  <a:srgbClr val="9933FF"/>
                </a:solidFill>
                <a:latin typeface="黑体"/>
                <a:cs typeface="黑体"/>
              </a:rPr>
              <a:t>2</a:t>
            </a:r>
            <a:endParaRPr baseline="-20833" sz="2400">
              <a:latin typeface="黑体"/>
              <a:cs typeface="黑体"/>
            </a:endParaRPr>
          </a:p>
        </p:txBody>
      </p:sp>
      <p:grpSp>
        <p:nvGrpSpPr>
          <p:cNvPr id="10" name="object 10" descr=""/>
          <p:cNvGrpSpPr/>
          <p:nvPr/>
        </p:nvGrpSpPr>
        <p:grpSpPr>
          <a:xfrm>
            <a:off x="2421826" y="4701222"/>
            <a:ext cx="7143115" cy="688340"/>
            <a:chOff x="2421826" y="4701222"/>
            <a:chExt cx="7143115" cy="688340"/>
          </a:xfrm>
        </p:grpSpPr>
        <p:sp>
          <p:nvSpPr>
            <p:cNvPr id="11" name="object 11" descr=""/>
            <p:cNvSpPr/>
            <p:nvPr/>
          </p:nvSpPr>
          <p:spPr>
            <a:xfrm>
              <a:off x="2429764" y="4709159"/>
              <a:ext cx="7127240" cy="672465"/>
            </a:xfrm>
            <a:custGeom>
              <a:avLst/>
              <a:gdLst/>
              <a:ahLst/>
              <a:cxnLst/>
              <a:rect l="l" t="t" r="r" b="b"/>
              <a:pathLst>
                <a:path w="7127240" h="672464">
                  <a:moveTo>
                    <a:pt x="8000" y="26923"/>
                  </a:moveTo>
                  <a:lnTo>
                    <a:pt x="0" y="672464"/>
                  </a:lnTo>
                </a:path>
                <a:path w="7127240" h="672464">
                  <a:moveTo>
                    <a:pt x="7126986" y="0"/>
                  </a:moveTo>
                  <a:lnTo>
                    <a:pt x="7118984" y="645540"/>
                  </a:lnTo>
                </a:path>
              </a:pathLst>
            </a:custGeom>
            <a:ln w="15875">
              <a:solidFill>
                <a:srgbClr val="FF0000"/>
              </a:solidFill>
              <a:prstDash val="sysDash"/>
            </a:ln>
          </p:spPr>
          <p:txBody>
            <a:bodyPr wrap="square" lIns="0" tIns="0" rIns="0" bIns="0" rtlCol="0"/>
            <a:lstStyle/>
            <a:p/>
          </p:txBody>
        </p:sp>
        <p:sp>
          <p:nvSpPr>
            <p:cNvPr id="12" name="object 12" descr=""/>
            <p:cNvSpPr/>
            <p:nvPr/>
          </p:nvSpPr>
          <p:spPr>
            <a:xfrm>
              <a:off x="2424176" y="5248274"/>
              <a:ext cx="7096125" cy="76200"/>
            </a:xfrm>
            <a:custGeom>
              <a:avLst/>
              <a:gdLst/>
              <a:ahLst/>
              <a:cxnLst/>
              <a:rect l="l" t="t" r="r" b="b"/>
              <a:pathLst>
                <a:path w="7096125" h="76200">
                  <a:moveTo>
                    <a:pt x="76200" y="0"/>
                  </a:moveTo>
                  <a:lnTo>
                    <a:pt x="0" y="38100"/>
                  </a:lnTo>
                  <a:lnTo>
                    <a:pt x="76200" y="76200"/>
                  </a:lnTo>
                  <a:lnTo>
                    <a:pt x="76200" y="45974"/>
                  </a:lnTo>
                  <a:lnTo>
                    <a:pt x="63500" y="45974"/>
                  </a:lnTo>
                  <a:lnTo>
                    <a:pt x="63500" y="30099"/>
                  </a:lnTo>
                  <a:lnTo>
                    <a:pt x="76200" y="30099"/>
                  </a:lnTo>
                  <a:lnTo>
                    <a:pt x="76200" y="0"/>
                  </a:lnTo>
                  <a:close/>
                </a:path>
                <a:path w="7096125" h="76200">
                  <a:moveTo>
                    <a:pt x="7019798" y="0"/>
                  </a:moveTo>
                  <a:lnTo>
                    <a:pt x="7019798" y="76200"/>
                  </a:lnTo>
                  <a:lnTo>
                    <a:pt x="7080250" y="45974"/>
                  </a:lnTo>
                  <a:lnTo>
                    <a:pt x="7032498" y="45974"/>
                  </a:lnTo>
                  <a:lnTo>
                    <a:pt x="7032498" y="30099"/>
                  </a:lnTo>
                  <a:lnTo>
                    <a:pt x="7079996" y="30099"/>
                  </a:lnTo>
                  <a:lnTo>
                    <a:pt x="7019798" y="0"/>
                  </a:lnTo>
                  <a:close/>
                </a:path>
                <a:path w="7096125" h="76200">
                  <a:moveTo>
                    <a:pt x="76200" y="30099"/>
                  </a:moveTo>
                  <a:lnTo>
                    <a:pt x="63500" y="30099"/>
                  </a:lnTo>
                  <a:lnTo>
                    <a:pt x="63500" y="45974"/>
                  </a:lnTo>
                  <a:lnTo>
                    <a:pt x="76200" y="45974"/>
                  </a:lnTo>
                  <a:lnTo>
                    <a:pt x="76200" y="30099"/>
                  </a:lnTo>
                  <a:close/>
                </a:path>
                <a:path w="7096125" h="76200">
                  <a:moveTo>
                    <a:pt x="7019798" y="30099"/>
                  </a:moveTo>
                  <a:lnTo>
                    <a:pt x="76200" y="30099"/>
                  </a:lnTo>
                  <a:lnTo>
                    <a:pt x="76200" y="45974"/>
                  </a:lnTo>
                  <a:lnTo>
                    <a:pt x="7019798" y="45974"/>
                  </a:lnTo>
                  <a:lnTo>
                    <a:pt x="7019798" y="30099"/>
                  </a:lnTo>
                  <a:close/>
                </a:path>
                <a:path w="7096125" h="76200">
                  <a:moveTo>
                    <a:pt x="7079996" y="30099"/>
                  </a:moveTo>
                  <a:lnTo>
                    <a:pt x="7032498" y="30099"/>
                  </a:lnTo>
                  <a:lnTo>
                    <a:pt x="7032498" y="45974"/>
                  </a:lnTo>
                  <a:lnTo>
                    <a:pt x="7080250" y="45974"/>
                  </a:lnTo>
                  <a:lnTo>
                    <a:pt x="7095998" y="38100"/>
                  </a:lnTo>
                  <a:lnTo>
                    <a:pt x="7079996" y="30099"/>
                  </a:lnTo>
                  <a:close/>
                </a:path>
              </a:pathLst>
            </a:custGeom>
            <a:solidFill>
              <a:srgbClr val="FF0000"/>
            </a:solidFill>
          </p:spPr>
          <p:txBody>
            <a:bodyPr wrap="square" lIns="0" tIns="0" rIns="0" bIns="0" rtlCol="0"/>
            <a:lstStyle/>
            <a:p/>
          </p:txBody>
        </p:sp>
      </p:grpSp>
      <p:sp>
        <p:nvSpPr>
          <p:cNvPr id="13" name="object 13" descr=""/>
          <p:cNvSpPr txBox="1"/>
          <p:nvPr/>
        </p:nvSpPr>
        <p:spPr>
          <a:xfrm>
            <a:off x="5271642" y="4845811"/>
            <a:ext cx="152654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0458B"/>
                </a:solidFill>
                <a:latin typeface="黑体"/>
                <a:cs typeface="黑体"/>
              </a:rPr>
              <a:t>总时间为</a:t>
            </a:r>
            <a:r>
              <a:rPr dirty="0" sz="2000" spc="-25">
                <a:solidFill>
                  <a:srgbClr val="40458B"/>
                </a:solidFill>
                <a:latin typeface="Tahoma"/>
                <a:cs typeface="Tahoma"/>
              </a:rPr>
              <a:t>S</a:t>
            </a:r>
            <a:r>
              <a:rPr dirty="0" sz="2000" spc="-25">
                <a:solidFill>
                  <a:srgbClr val="40458B"/>
                </a:solidFill>
                <a:latin typeface="黑体"/>
                <a:cs typeface="黑体"/>
              </a:rPr>
              <a:t>△</a:t>
            </a:r>
            <a:r>
              <a:rPr dirty="0" sz="2000" spc="-25">
                <a:solidFill>
                  <a:srgbClr val="40458B"/>
                </a:solidFill>
                <a:latin typeface="Tahoma"/>
                <a:cs typeface="Tahoma"/>
              </a:rPr>
              <a:t>t</a:t>
            </a:r>
            <a:endParaRPr sz="2000">
              <a:latin typeface="Tahoma"/>
              <a:cs typeface="Tahoma"/>
            </a:endParaRPr>
          </a:p>
        </p:txBody>
      </p:sp>
      <p:sp>
        <p:nvSpPr>
          <p:cNvPr id="14" name="object 14" descr=""/>
          <p:cNvSpPr/>
          <p:nvPr/>
        </p:nvSpPr>
        <p:spPr>
          <a:xfrm>
            <a:off x="2955925" y="4617338"/>
            <a:ext cx="4924425" cy="1065530"/>
          </a:xfrm>
          <a:custGeom>
            <a:avLst/>
            <a:gdLst/>
            <a:ahLst/>
            <a:cxnLst/>
            <a:rect l="l" t="t" r="r" b="b"/>
            <a:pathLst>
              <a:path w="4924425" h="1065529">
                <a:moveTo>
                  <a:pt x="1015873" y="1027341"/>
                </a:moveTo>
                <a:lnTo>
                  <a:pt x="1006551" y="999083"/>
                </a:lnTo>
                <a:lnTo>
                  <a:pt x="989203" y="946404"/>
                </a:lnTo>
                <a:lnTo>
                  <a:pt x="982713" y="978192"/>
                </a:lnTo>
                <a:lnTo>
                  <a:pt x="15875" y="2413"/>
                </a:lnTo>
                <a:lnTo>
                  <a:pt x="0" y="18034"/>
                </a:lnTo>
                <a:lnTo>
                  <a:pt x="966952" y="993825"/>
                </a:lnTo>
                <a:lnTo>
                  <a:pt x="935101" y="1000036"/>
                </a:lnTo>
                <a:lnTo>
                  <a:pt x="1015873" y="1027341"/>
                </a:lnTo>
                <a:close/>
              </a:path>
              <a:path w="4924425" h="1065529">
                <a:moveTo>
                  <a:pt x="1564386" y="24638"/>
                </a:moveTo>
                <a:lnTo>
                  <a:pt x="1542161" y="23114"/>
                </a:lnTo>
                <a:lnTo>
                  <a:pt x="1477137" y="961072"/>
                </a:lnTo>
                <a:lnTo>
                  <a:pt x="1451483" y="941324"/>
                </a:lnTo>
                <a:lnTo>
                  <a:pt x="1484249" y="1019975"/>
                </a:lnTo>
                <a:lnTo>
                  <a:pt x="1513700" y="970026"/>
                </a:lnTo>
                <a:lnTo>
                  <a:pt x="1527556" y="946531"/>
                </a:lnTo>
                <a:lnTo>
                  <a:pt x="1499362" y="962660"/>
                </a:lnTo>
                <a:lnTo>
                  <a:pt x="1564386" y="24638"/>
                </a:lnTo>
                <a:close/>
              </a:path>
              <a:path w="4924425" h="1065529">
                <a:moveTo>
                  <a:pt x="2492375" y="30353"/>
                </a:moveTo>
                <a:lnTo>
                  <a:pt x="2474214" y="17526"/>
                </a:lnTo>
                <a:lnTo>
                  <a:pt x="1792909" y="978852"/>
                </a:lnTo>
                <a:lnTo>
                  <a:pt x="1781302" y="948563"/>
                </a:lnTo>
                <a:lnTo>
                  <a:pt x="1768348" y="1032713"/>
                </a:lnTo>
                <a:lnTo>
                  <a:pt x="1833943" y="997699"/>
                </a:lnTo>
                <a:lnTo>
                  <a:pt x="1843532" y="992581"/>
                </a:lnTo>
                <a:lnTo>
                  <a:pt x="1811108" y="991666"/>
                </a:lnTo>
                <a:lnTo>
                  <a:pt x="2492375" y="30353"/>
                </a:lnTo>
                <a:close/>
              </a:path>
              <a:path w="4924425" h="1065529">
                <a:moveTo>
                  <a:pt x="4923917" y="20447"/>
                </a:moveTo>
                <a:lnTo>
                  <a:pt x="4915408" y="0"/>
                </a:lnTo>
                <a:lnTo>
                  <a:pt x="2457043" y="1026490"/>
                </a:lnTo>
                <a:lnTo>
                  <a:pt x="2463165" y="994638"/>
                </a:lnTo>
                <a:lnTo>
                  <a:pt x="2407539" y="1059154"/>
                </a:lnTo>
                <a:lnTo>
                  <a:pt x="2492629" y="1064958"/>
                </a:lnTo>
                <a:lnTo>
                  <a:pt x="2469934" y="1049845"/>
                </a:lnTo>
                <a:lnTo>
                  <a:pt x="2465603" y="1046975"/>
                </a:lnTo>
                <a:lnTo>
                  <a:pt x="2483027" y="1039698"/>
                </a:lnTo>
                <a:lnTo>
                  <a:pt x="4923917" y="20447"/>
                </a:lnTo>
                <a:close/>
              </a:path>
            </a:pathLst>
          </a:custGeom>
          <a:solidFill>
            <a:srgbClr val="006FC0"/>
          </a:solidFill>
        </p:spPr>
        <p:txBody>
          <a:bodyPr wrap="square" lIns="0" tIns="0" rIns="0" bIns="0" rtlCol="0"/>
          <a:lstStyle/>
          <a:p/>
        </p:txBody>
      </p:sp>
      <p:sp>
        <p:nvSpPr>
          <p:cNvPr id="15" name="object 15" descr=""/>
          <p:cNvSpPr txBox="1"/>
          <p:nvPr/>
        </p:nvSpPr>
        <p:spPr>
          <a:xfrm>
            <a:off x="3579367" y="5671820"/>
            <a:ext cx="321437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40458B"/>
                </a:solidFill>
                <a:latin typeface="Tahoma"/>
                <a:cs typeface="Tahoma"/>
              </a:rPr>
              <a:t>S1</a:t>
            </a:r>
            <a:r>
              <a:rPr dirty="0" sz="2000" spc="-10">
                <a:solidFill>
                  <a:srgbClr val="40458B"/>
                </a:solidFill>
                <a:latin typeface="黑体"/>
                <a:cs typeface="黑体"/>
              </a:rPr>
              <a:t>实际工作的总时间为</a:t>
            </a:r>
            <a:r>
              <a:rPr dirty="0" sz="2000" spc="-20">
                <a:solidFill>
                  <a:srgbClr val="40458B"/>
                </a:solidFill>
                <a:latin typeface="Tahoma"/>
                <a:cs typeface="Tahoma"/>
              </a:rPr>
              <a:t>3n</a:t>
            </a:r>
            <a:r>
              <a:rPr dirty="0" sz="2000" spc="-20">
                <a:solidFill>
                  <a:srgbClr val="40458B"/>
                </a:solidFill>
                <a:latin typeface="黑体"/>
                <a:cs typeface="黑体"/>
              </a:rPr>
              <a:t>△</a:t>
            </a:r>
            <a:r>
              <a:rPr dirty="0" sz="2000" spc="-20">
                <a:solidFill>
                  <a:srgbClr val="40458B"/>
                </a:solidFill>
                <a:latin typeface="Tahoma"/>
                <a:cs typeface="Tahoma"/>
              </a:rPr>
              <a:t>t</a:t>
            </a:r>
            <a:endParaRPr sz="2000">
              <a:latin typeface="Tahoma"/>
              <a:cs typeface="Tahoma"/>
            </a:endParaRPr>
          </a:p>
        </p:txBody>
      </p:sp>
      <p:grpSp>
        <p:nvGrpSpPr>
          <p:cNvPr id="16" name="object 16" descr=""/>
          <p:cNvGrpSpPr/>
          <p:nvPr/>
        </p:nvGrpSpPr>
        <p:grpSpPr>
          <a:xfrm>
            <a:off x="6897751" y="5389562"/>
            <a:ext cx="3573779" cy="1130300"/>
            <a:chOff x="6897751" y="5389562"/>
            <a:chExt cx="3573779" cy="1130300"/>
          </a:xfrm>
        </p:grpSpPr>
        <p:sp>
          <p:nvSpPr>
            <p:cNvPr id="17" name="object 17" descr=""/>
            <p:cNvSpPr/>
            <p:nvPr/>
          </p:nvSpPr>
          <p:spPr>
            <a:xfrm>
              <a:off x="6897751" y="5389562"/>
              <a:ext cx="3573779" cy="1130300"/>
            </a:xfrm>
            <a:custGeom>
              <a:avLst/>
              <a:gdLst/>
              <a:ahLst/>
              <a:cxnLst/>
              <a:rect l="l" t="t" r="r" b="b"/>
              <a:pathLst>
                <a:path w="3573779" h="1130300">
                  <a:moveTo>
                    <a:pt x="3573399" y="0"/>
                  </a:moveTo>
                  <a:lnTo>
                    <a:pt x="0" y="0"/>
                  </a:lnTo>
                  <a:lnTo>
                    <a:pt x="0" y="1130300"/>
                  </a:lnTo>
                  <a:lnTo>
                    <a:pt x="3573399" y="1130300"/>
                  </a:lnTo>
                  <a:lnTo>
                    <a:pt x="3573399" y="0"/>
                  </a:lnTo>
                  <a:close/>
                </a:path>
              </a:pathLst>
            </a:custGeom>
            <a:solidFill>
              <a:srgbClr val="F3AF9C"/>
            </a:solidFill>
          </p:spPr>
          <p:txBody>
            <a:bodyPr wrap="square" lIns="0" tIns="0" rIns="0" bIns="0" rtlCol="0"/>
            <a:lstStyle/>
            <a:p/>
          </p:txBody>
        </p:sp>
        <p:sp>
          <p:nvSpPr>
            <p:cNvPr id="18" name="object 18" descr=""/>
            <p:cNvSpPr/>
            <p:nvPr/>
          </p:nvSpPr>
          <p:spPr>
            <a:xfrm>
              <a:off x="8028069" y="5975141"/>
              <a:ext cx="2333625" cy="0"/>
            </a:xfrm>
            <a:custGeom>
              <a:avLst/>
              <a:gdLst/>
              <a:ahLst/>
              <a:cxnLst/>
              <a:rect l="l" t="t" r="r" b="b"/>
              <a:pathLst>
                <a:path w="2333625" h="0">
                  <a:moveTo>
                    <a:pt x="0" y="0"/>
                  </a:moveTo>
                  <a:lnTo>
                    <a:pt x="1122446" y="0"/>
                  </a:lnTo>
                </a:path>
                <a:path w="2333625" h="0">
                  <a:moveTo>
                    <a:pt x="1714626" y="0"/>
                  </a:moveTo>
                  <a:lnTo>
                    <a:pt x="2333116" y="0"/>
                  </a:lnTo>
                </a:path>
              </a:pathLst>
            </a:custGeom>
            <a:ln w="24450">
              <a:solidFill>
                <a:srgbClr val="000000"/>
              </a:solidFill>
            </a:ln>
          </p:spPr>
          <p:txBody>
            <a:bodyPr wrap="square" lIns="0" tIns="0" rIns="0" bIns="0" rtlCol="0"/>
            <a:lstStyle/>
            <a:p/>
          </p:txBody>
        </p:sp>
      </p:grpSp>
      <p:sp>
        <p:nvSpPr>
          <p:cNvPr id="19" name="object 19" descr=""/>
          <p:cNvSpPr txBox="1"/>
          <p:nvPr/>
        </p:nvSpPr>
        <p:spPr>
          <a:xfrm>
            <a:off x="7238940" y="5930332"/>
            <a:ext cx="176530" cy="332105"/>
          </a:xfrm>
          <a:prstGeom prst="rect">
            <a:avLst/>
          </a:prstGeom>
        </p:spPr>
        <p:txBody>
          <a:bodyPr wrap="square" lIns="0" tIns="13970" rIns="0" bIns="0" rtlCol="0" vert="horz">
            <a:spAutoFit/>
          </a:bodyPr>
          <a:lstStyle/>
          <a:p>
            <a:pPr>
              <a:lnSpc>
                <a:spcPct val="100000"/>
              </a:lnSpc>
              <a:spcBef>
                <a:spcPts val="110"/>
              </a:spcBef>
            </a:pPr>
            <a:r>
              <a:rPr dirty="0" sz="2000" spc="229">
                <a:latin typeface="Times New Roman"/>
                <a:cs typeface="Times New Roman"/>
              </a:rPr>
              <a:t>2</a:t>
            </a:r>
            <a:endParaRPr sz="2000">
              <a:latin typeface="Times New Roman"/>
              <a:cs typeface="Times New Roman"/>
            </a:endParaRPr>
          </a:p>
        </p:txBody>
      </p:sp>
      <p:sp>
        <p:nvSpPr>
          <p:cNvPr id="20" name="object 20" descr=""/>
          <p:cNvSpPr txBox="1"/>
          <p:nvPr/>
        </p:nvSpPr>
        <p:spPr>
          <a:xfrm>
            <a:off x="6973215" y="5631012"/>
            <a:ext cx="264160" cy="554355"/>
          </a:xfrm>
          <a:prstGeom prst="rect">
            <a:avLst/>
          </a:prstGeom>
        </p:spPr>
        <p:txBody>
          <a:bodyPr wrap="square" lIns="0" tIns="15240" rIns="0" bIns="0" rtlCol="0" vert="horz">
            <a:spAutoFit/>
          </a:bodyPr>
          <a:lstStyle/>
          <a:p>
            <a:pPr>
              <a:lnSpc>
                <a:spcPct val="100000"/>
              </a:lnSpc>
              <a:spcBef>
                <a:spcPts val="120"/>
              </a:spcBef>
            </a:pPr>
            <a:r>
              <a:rPr dirty="0" sz="3450" spc="380">
                <a:latin typeface="Times New Roman"/>
                <a:cs typeface="Times New Roman"/>
              </a:rPr>
              <a:t>e</a:t>
            </a:r>
            <a:endParaRPr sz="3450">
              <a:latin typeface="Times New Roman"/>
              <a:cs typeface="Times New Roman"/>
            </a:endParaRPr>
          </a:p>
        </p:txBody>
      </p:sp>
      <p:sp>
        <p:nvSpPr>
          <p:cNvPr id="21" name="object 21" descr=""/>
          <p:cNvSpPr txBox="1"/>
          <p:nvPr/>
        </p:nvSpPr>
        <p:spPr>
          <a:xfrm>
            <a:off x="7545568" y="5264190"/>
            <a:ext cx="2825750" cy="1264285"/>
          </a:xfrm>
          <a:prstGeom prst="rect">
            <a:avLst/>
          </a:prstGeom>
        </p:spPr>
        <p:txBody>
          <a:bodyPr wrap="square" lIns="0" tIns="12065" rIns="0" bIns="0" rtlCol="0" vert="horz">
            <a:spAutoFit/>
          </a:bodyPr>
          <a:lstStyle/>
          <a:p>
            <a:pPr marL="668655" marR="43180" indent="-631190">
              <a:lnSpc>
                <a:spcPct val="117800"/>
              </a:lnSpc>
              <a:spcBef>
                <a:spcPts val="95"/>
              </a:spcBef>
              <a:tabLst>
                <a:tab pos="1751964" algn="l"/>
                <a:tab pos="2392680" algn="l"/>
              </a:tabLst>
            </a:pPr>
            <a:r>
              <a:rPr dirty="0" baseline="-35426" sz="5175" spc="817">
                <a:latin typeface="Symbol"/>
                <a:cs typeface="Symbol"/>
              </a:rPr>
              <a:t></a:t>
            </a:r>
            <a:r>
              <a:rPr dirty="0" baseline="-35426" sz="5175" spc="487">
                <a:latin typeface="Times New Roman"/>
                <a:cs typeface="Times New Roman"/>
              </a:rPr>
              <a:t> </a:t>
            </a:r>
            <a:r>
              <a:rPr dirty="0" sz="3450" spc="415">
                <a:latin typeface="Times New Roman"/>
                <a:cs typeface="Times New Roman"/>
              </a:rPr>
              <a:t>3n</a:t>
            </a:r>
            <a:r>
              <a:rPr dirty="0" sz="3450" spc="415">
                <a:latin typeface="Symbol"/>
                <a:cs typeface="Symbol"/>
              </a:rPr>
              <a:t></a:t>
            </a:r>
            <a:r>
              <a:rPr dirty="0" sz="3450" spc="415" i="1">
                <a:latin typeface="Times New Roman"/>
                <a:cs typeface="Times New Roman"/>
              </a:rPr>
              <a:t>t</a:t>
            </a:r>
            <a:r>
              <a:rPr dirty="0" sz="3450" i="1">
                <a:latin typeface="Times New Roman"/>
                <a:cs typeface="Times New Roman"/>
              </a:rPr>
              <a:t>	</a:t>
            </a:r>
            <a:r>
              <a:rPr dirty="0" baseline="-35426" sz="5175" spc="817">
                <a:latin typeface="Symbol"/>
                <a:cs typeface="Symbol"/>
              </a:rPr>
              <a:t></a:t>
            </a:r>
            <a:r>
              <a:rPr dirty="0" baseline="-35426" sz="5175" spc="480">
                <a:latin typeface="Times New Roman"/>
                <a:cs typeface="Times New Roman"/>
              </a:rPr>
              <a:t> </a:t>
            </a:r>
            <a:r>
              <a:rPr dirty="0" sz="3450" spc="455">
                <a:latin typeface="Times New Roman"/>
                <a:cs typeface="Times New Roman"/>
              </a:rPr>
              <a:t>3n </a:t>
            </a:r>
            <a:r>
              <a:rPr dirty="0" sz="3450" spc="370">
                <a:latin typeface="Times New Roman"/>
                <a:cs typeface="Times New Roman"/>
              </a:rPr>
              <a:t>s</a:t>
            </a:r>
            <a:r>
              <a:rPr dirty="0" sz="3450" spc="370">
                <a:latin typeface="Symbol"/>
                <a:cs typeface="Symbol"/>
              </a:rPr>
              <a:t></a:t>
            </a:r>
            <a:r>
              <a:rPr dirty="0" sz="3450" spc="370" i="1">
                <a:latin typeface="Times New Roman"/>
                <a:cs typeface="Times New Roman"/>
              </a:rPr>
              <a:t>t</a:t>
            </a:r>
            <a:r>
              <a:rPr dirty="0" sz="3450" i="1">
                <a:latin typeface="Times New Roman"/>
                <a:cs typeface="Times New Roman"/>
              </a:rPr>
              <a:t>		</a:t>
            </a:r>
            <a:r>
              <a:rPr dirty="0" sz="3450" spc="335">
                <a:latin typeface="Times New Roman"/>
                <a:cs typeface="Times New Roman"/>
              </a:rPr>
              <a:t>s</a:t>
            </a:r>
            <a:endParaRPr sz="3450">
              <a:latin typeface="Times New Roman"/>
              <a:cs typeface="Times New Roman"/>
            </a:endParaRPr>
          </a:p>
        </p:txBody>
      </p:sp>
      <p:grpSp>
        <p:nvGrpSpPr>
          <p:cNvPr id="22" name="object 22" descr=""/>
          <p:cNvGrpSpPr/>
          <p:nvPr/>
        </p:nvGrpSpPr>
        <p:grpSpPr>
          <a:xfrm>
            <a:off x="1524000" y="9525"/>
            <a:ext cx="9144000" cy="3780154"/>
            <a:chOff x="1524000" y="9525"/>
            <a:chExt cx="9144000" cy="3780154"/>
          </a:xfrm>
        </p:grpSpPr>
        <p:pic>
          <p:nvPicPr>
            <p:cNvPr id="23" name="object 23" descr=""/>
            <p:cNvPicPr/>
            <p:nvPr/>
          </p:nvPicPr>
          <p:blipFill>
            <a:blip r:embed="rId2" cstate="print"/>
            <a:stretch>
              <a:fillRect/>
            </a:stretch>
          </p:blipFill>
          <p:spPr>
            <a:xfrm>
              <a:off x="1524000" y="9525"/>
              <a:ext cx="9144000" cy="3779774"/>
            </a:xfrm>
            <a:prstGeom prst="rect">
              <a:avLst/>
            </a:prstGeom>
          </p:spPr>
        </p:pic>
        <p:pic>
          <p:nvPicPr>
            <p:cNvPr id="24" name="object 24" descr=""/>
            <p:cNvPicPr/>
            <p:nvPr/>
          </p:nvPicPr>
          <p:blipFill>
            <a:blip r:embed="rId3" cstate="print"/>
            <a:stretch>
              <a:fillRect/>
            </a:stretch>
          </p:blipFill>
          <p:spPr>
            <a:xfrm>
              <a:off x="9840468" y="3196183"/>
              <a:ext cx="296265" cy="461670"/>
            </a:xfrm>
            <a:prstGeom prst="rect">
              <a:avLst/>
            </a:prstGeom>
          </p:spPr>
        </p:pic>
      </p:grpSp>
      <p:pic>
        <p:nvPicPr>
          <p:cNvPr id="25" name="object 25" descr=""/>
          <p:cNvPicPr/>
          <p:nvPr/>
        </p:nvPicPr>
        <p:blipFill>
          <a:blip r:embed="rId4" cstate="print"/>
          <a:stretch>
            <a:fillRect/>
          </a:stretch>
        </p:blipFill>
        <p:spPr>
          <a:xfrm>
            <a:off x="2208276" y="4322762"/>
            <a:ext cx="7472172" cy="31908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5503862"/>
            <a:ext cx="12184380" cy="1354455"/>
            <a:chOff x="0" y="5503862"/>
            <a:chExt cx="12184380" cy="1354455"/>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p:nvPr/>
          </p:nvSpPr>
          <p:spPr>
            <a:xfrm>
              <a:off x="3340100" y="5503862"/>
              <a:ext cx="5086350" cy="1130300"/>
            </a:xfrm>
            <a:custGeom>
              <a:avLst/>
              <a:gdLst/>
              <a:ahLst/>
              <a:cxnLst/>
              <a:rect l="l" t="t" r="r" b="b"/>
              <a:pathLst>
                <a:path w="5086350" h="1130300">
                  <a:moveTo>
                    <a:pt x="5086350" y="0"/>
                  </a:moveTo>
                  <a:lnTo>
                    <a:pt x="0" y="0"/>
                  </a:lnTo>
                  <a:lnTo>
                    <a:pt x="0" y="1130300"/>
                  </a:lnTo>
                  <a:lnTo>
                    <a:pt x="5086350" y="1130300"/>
                  </a:lnTo>
                  <a:lnTo>
                    <a:pt x="5086350" y="0"/>
                  </a:lnTo>
                  <a:close/>
                </a:path>
              </a:pathLst>
            </a:custGeom>
            <a:solidFill>
              <a:srgbClr val="C3FFF1"/>
            </a:solidFill>
          </p:spPr>
          <p:txBody>
            <a:bodyPr wrap="square" lIns="0" tIns="0" rIns="0" bIns="0" rtlCol="0"/>
            <a:lstStyle/>
            <a:p/>
          </p:txBody>
        </p:sp>
        <p:sp>
          <p:nvSpPr>
            <p:cNvPr id="11" name="object 11" descr=""/>
            <p:cNvSpPr/>
            <p:nvPr/>
          </p:nvSpPr>
          <p:spPr>
            <a:xfrm>
              <a:off x="4053366" y="6089441"/>
              <a:ext cx="4305300" cy="0"/>
            </a:xfrm>
            <a:custGeom>
              <a:avLst/>
              <a:gdLst/>
              <a:ahLst/>
              <a:cxnLst/>
              <a:rect l="l" t="t" r="r" b="b"/>
              <a:pathLst>
                <a:path w="4305300" h="0">
                  <a:moveTo>
                    <a:pt x="0" y="0"/>
                  </a:moveTo>
                  <a:lnTo>
                    <a:pt x="1974618" y="0"/>
                  </a:lnTo>
                </a:path>
                <a:path w="4305300" h="0">
                  <a:moveTo>
                    <a:pt x="2379619" y="0"/>
                  </a:moveTo>
                  <a:lnTo>
                    <a:pt x="4304711" y="0"/>
                  </a:lnTo>
                </a:path>
              </a:pathLst>
            </a:custGeom>
            <a:ln w="20142">
              <a:solidFill>
                <a:srgbClr val="000000"/>
              </a:solidFill>
            </a:ln>
          </p:spPr>
          <p:txBody>
            <a:bodyPr wrap="square" lIns="0" tIns="0" rIns="0" bIns="0" rtlCol="0"/>
            <a:lstStyle/>
            <a:p/>
          </p:txBody>
        </p:sp>
      </p:grpSp>
      <p:sp>
        <p:nvSpPr>
          <p:cNvPr id="12" name="object 12" descr=""/>
          <p:cNvSpPr txBox="1"/>
          <p:nvPr/>
        </p:nvSpPr>
        <p:spPr>
          <a:xfrm>
            <a:off x="3007105" y="295973"/>
            <a:ext cx="4079875" cy="407670"/>
          </a:xfrm>
          <a:prstGeom prst="rect">
            <a:avLst/>
          </a:prstGeom>
        </p:spPr>
        <p:txBody>
          <a:bodyPr wrap="square" lIns="0" tIns="0" rIns="0" bIns="0" rtlCol="0" vert="horz">
            <a:spAutoFit/>
          </a:bodyPr>
          <a:lstStyle/>
          <a:p>
            <a:pPr>
              <a:lnSpc>
                <a:spcPts val="3204"/>
              </a:lnSpc>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
        <p:nvSpPr>
          <p:cNvPr id="13" name="object 13" descr=""/>
          <p:cNvSpPr txBox="1"/>
          <p:nvPr/>
        </p:nvSpPr>
        <p:spPr>
          <a:xfrm>
            <a:off x="197916" y="3820490"/>
            <a:ext cx="246443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9933FF"/>
                </a:solidFill>
                <a:latin typeface="黑体"/>
                <a:cs typeface="黑体"/>
              </a:rPr>
              <a:t>效率：S3，S4</a:t>
            </a:r>
            <a:r>
              <a:rPr dirty="0" sz="2400">
                <a:solidFill>
                  <a:srgbClr val="9933FF"/>
                </a:solidFill>
                <a:latin typeface="黑体"/>
                <a:cs typeface="黑体"/>
              </a:rPr>
              <a:t>同</a:t>
            </a:r>
            <a:r>
              <a:rPr dirty="0" sz="2400" spc="-25">
                <a:solidFill>
                  <a:srgbClr val="9933FF"/>
                </a:solidFill>
                <a:latin typeface="黑体"/>
                <a:cs typeface="黑体"/>
              </a:rPr>
              <a:t>S1</a:t>
            </a:r>
            <a:endParaRPr sz="2400">
              <a:latin typeface="黑体"/>
              <a:cs typeface="黑体"/>
            </a:endParaRPr>
          </a:p>
        </p:txBody>
      </p:sp>
      <p:grpSp>
        <p:nvGrpSpPr>
          <p:cNvPr id="14" name="object 14" descr=""/>
          <p:cNvGrpSpPr/>
          <p:nvPr/>
        </p:nvGrpSpPr>
        <p:grpSpPr>
          <a:xfrm>
            <a:off x="6888226" y="3860800"/>
            <a:ext cx="2447925" cy="1130300"/>
            <a:chOff x="6888226" y="3860800"/>
            <a:chExt cx="2447925" cy="1130300"/>
          </a:xfrm>
        </p:grpSpPr>
        <p:sp>
          <p:nvSpPr>
            <p:cNvPr id="15" name="object 15" descr=""/>
            <p:cNvSpPr/>
            <p:nvPr/>
          </p:nvSpPr>
          <p:spPr>
            <a:xfrm>
              <a:off x="6888226" y="3860800"/>
              <a:ext cx="2447925" cy="1130300"/>
            </a:xfrm>
            <a:custGeom>
              <a:avLst/>
              <a:gdLst/>
              <a:ahLst/>
              <a:cxnLst/>
              <a:rect l="l" t="t" r="r" b="b"/>
              <a:pathLst>
                <a:path w="2447925" h="1130300">
                  <a:moveTo>
                    <a:pt x="2447925" y="0"/>
                  </a:moveTo>
                  <a:lnTo>
                    <a:pt x="0" y="0"/>
                  </a:lnTo>
                  <a:lnTo>
                    <a:pt x="0" y="1130300"/>
                  </a:lnTo>
                  <a:lnTo>
                    <a:pt x="2447925" y="1130300"/>
                  </a:lnTo>
                  <a:lnTo>
                    <a:pt x="2447925" y="0"/>
                  </a:lnTo>
                  <a:close/>
                </a:path>
              </a:pathLst>
            </a:custGeom>
            <a:solidFill>
              <a:srgbClr val="FFC000"/>
            </a:solidFill>
          </p:spPr>
          <p:txBody>
            <a:bodyPr wrap="square" lIns="0" tIns="0" rIns="0" bIns="0" rtlCol="0"/>
            <a:lstStyle/>
            <a:p/>
          </p:txBody>
        </p:sp>
        <p:sp>
          <p:nvSpPr>
            <p:cNvPr id="16" name="object 16" descr=""/>
            <p:cNvSpPr/>
            <p:nvPr/>
          </p:nvSpPr>
          <p:spPr>
            <a:xfrm>
              <a:off x="7662489" y="4446378"/>
              <a:ext cx="1598295" cy="0"/>
            </a:xfrm>
            <a:custGeom>
              <a:avLst/>
              <a:gdLst/>
              <a:ahLst/>
              <a:cxnLst/>
              <a:rect l="l" t="t" r="r" b="b"/>
              <a:pathLst>
                <a:path w="1598295" h="0">
                  <a:moveTo>
                    <a:pt x="0" y="0"/>
                  </a:moveTo>
                  <a:lnTo>
                    <a:pt x="768910" y="0"/>
                  </a:lnTo>
                </a:path>
                <a:path w="1598295" h="0">
                  <a:moveTo>
                    <a:pt x="1174571" y="0"/>
                  </a:moveTo>
                  <a:lnTo>
                    <a:pt x="1598256" y="0"/>
                  </a:lnTo>
                </a:path>
              </a:pathLst>
            </a:custGeom>
            <a:ln w="20121">
              <a:solidFill>
                <a:srgbClr val="000000"/>
              </a:solidFill>
            </a:ln>
          </p:spPr>
          <p:txBody>
            <a:bodyPr wrap="square" lIns="0" tIns="0" rIns="0" bIns="0" rtlCol="0"/>
            <a:lstStyle/>
            <a:p/>
          </p:txBody>
        </p:sp>
      </p:grpSp>
      <p:sp>
        <p:nvSpPr>
          <p:cNvPr id="17" name="object 17" descr=""/>
          <p:cNvSpPr txBox="1"/>
          <p:nvPr/>
        </p:nvSpPr>
        <p:spPr>
          <a:xfrm>
            <a:off x="7121911" y="4401569"/>
            <a:ext cx="125095" cy="332105"/>
          </a:xfrm>
          <a:prstGeom prst="rect">
            <a:avLst/>
          </a:prstGeom>
        </p:spPr>
        <p:txBody>
          <a:bodyPr wrap="square" lIns="0" tIns="13970" rIns="0" bIns="0" rtlCol="0" vert="horz">
            <a:spAutoFit/>
          </a:bodyPr>
          <a:lstStyle/>
          <a:p>
            <a:pPr>
              <a:lnSpc>
                <a:spcPct val="100000"/>
              </a:lnSpc>
              <a:spcBef>
                <a:spcPts val="110"/>
              </a:spcBef>
            </a:pPr>
            <a:r>
              <a:rPr dirty="0" sz="2000" spc="-65">
                <a:latin typeface="Times New Roman"/>
                <a:cs typeface="Times New Roman"/>
              </a:rPr>
              <a:t>2</a:t>
            </a:r>
            <a:endParaRPr sz="2000">
              <a:latin typeface="Times New Roman"/>
              <a:cs typeface="Times New Roman"/>
            </a:endParaRPr>
          </a:p>
        </p:txBody>
      </p:sp>
      <p:sp>
        <p:nvSpPr>
          <p:cNvPr id="18" name="object 18" descr=""/>
          <p:cNvSpPr txBox="1"/>
          <p:nvPr/>
        </p:nvSpPr>
        <p:spPr>
          <a:xfrm>
            <a:off x="6914481" y="3825892"/>
            <a:ext cx="2356485" cy="554355"/>
          </a:xfrm>
          <a:prstGeom prst="rect">
            <a:avLst/>
          </a:prstGeom>
        </p:spPr>
        <p:txBody>
          <a:bodyPr wrap="square" lIns="0" tIns="15240" rIns="0" bIns="0" rtlCol="0" vert="horz">
            <a:spAutoFit/>
          </a:bodyPr>
          <a:lstStyle/>
          <a:p>
            <a:pPr marL="25400">
              <a:lnSpc>
                <a:spcPct val="100000"/>
              </a:lnSpc>
              <a:spcBef>
                <a:spcPts val="120"/>
              </a:spcBef>
              <a:tabLst>
                <a:tab pos="443230" algn="l"/>
              </a:tabLst>
            </a:pPr>
            <a:r>
              <a:rPr dirty="0" baseline="-35426" sz="5175" spc="-75">
                <a:latin typeface="Times New Roman"/>
                <a:cs typeface="Times New Roman"/>
              </a:rPr>
              <a:t>e</a:t>
            </a:r>
            <a:r>
              <a:rPr dirty="0" baseline="-35426" sz="5175">
                <a:latin typeface="Times New Roman"/>
                <a:cs typeface="Times New Roman"/>
              </a:rPr>
              <a:t>	</a:t>
            </a:r>
            <a:r>
              <a:rPr dirty="0" baseline="-35426" sz="5175" spc="-352">
                <a:latin typeface="Symbol"/>
                <a:cs typeface="Symbol"/>
              </a:rPr>
              <a:t></a:t>
            </a:r>
            <a:r>
              <a:rPr dirty="0" baseline="-35426" sz="5175" spc="-89">
                <a:latin typeface="Times New Roman"/>
                <a:cs typeface="Times New Roman"/>
              </a:rPr>
              <a:t> </a:t>
            </a:r>
            <a:r>
              <a:rPr dirty="0" sz="3450" spc="-150">
                <a:latin typeface="Times New Roman"/>
                <a:cs typeface="Times New Roman"/>
              </a:rPr>
              <a:t>3n</a:t>
            </a:r>
            <a:r>
              <a:rPr dirty="0" sz="3450" spc="-150">
                <a:latin typeface="Symbol"/>
                <a:cs typeface="Symbol"/>
              </a:rPr>
              <a:t></a:t>
            </a:r>
            <a:r>
              <a:rPr dirty="0" sz="3450" spc="-150" i="1">
                <a:latin typeface="Times New Roman"/>
                <a:cs typeface="Times New Roman"/>
              </a:rPr>
              <a:t>t</a:t>
            </a:r>
            <a:r>
              <a:rPr dirty="0" sz="3450" spc="-45" i="1">
                <a:latin typeface="Times New Roman"/>
                <a:cs typeface="Times New Roman"/>
              </a:rPr>
              <a:t> </a:t>
            </a:r>
            <a:r>
              <a:rPr dirty="0" baseline="-35426" sz="5175" spc="-352">
                <a:latin typeface="Symbol"/>
                <a:cs typeface="Symbol"/>
              </a:rPr>
              <a:t></a:t>
            </a:r>
            <a:r>
              <a:rPr dirty="0" baseline="-35426" sz="5175" spc="-82">
                <a:latin typeface="Times New Roman"/>
                <a:cs typeface="Times New Roman"/>
              </a:rPr>
              <a:t> </a:t>
            </a:r>
            <a:r>
              <a:rPr dirty="0" sz="3450" spc="-60">
                <a:latin typeface="Times New Roman"/>
                <a:cs typeface="Times New Roman"/>
              </a:rPr>
              <a:t>3n</a:t>
            </a:r>
            <a:endParaRPr sz="3450">
              <a:latin typeface="Times New Roman"/>
              <a:cs typeface="Times New Roman"/>
            </a:endParaRPr>
          </a:p>
        </p:txBody>
      </p:sp>
      <p:sp>
        <p:nvSpPr>
          <p:cNvPr id="19" name="object 19" descr=""/>
          <p:cNvSpPr txBox="1"/>
          <p:nvPr/>
        </p:nvSpPr>
        <p:spPr>
          <a:xfrm>
            <a:off x="7790392" y="4445244"/>
            <a:ext cx="1344930" cy="554355"/>
          </a:xfrm>
          <a:prstGeom prst="rect">
            <a:avLst/>
          </a:prstGeom>
        </p:spPr>
        <p:txBody>
          <a:bodyPr wrap="square" lIns="0" tIns="15240" rIns="0" bIns="0" rtlCol="0" vert="horz">
            <a:spAutoFit/>
          </a:bodyPr>
          <a:lstStyle/>
          <a:p>
            <a:pPr>
              <a:lnSpc>
                <a:spcPct val="100000"/>
              </a:lnSpc>
              <a:spcBef>
                <a:spcPts val="120"/>
              </a:spcBef>
              <a:tabLst>
                <a:tab pos="1180465" algn="l"/>
              </a:tabLst>
            </a:pPr>
            <a:r>
              <a:rPr dirty="0" sz="3450" spc="-25">
                <a:latin typeface="Times New Roman"/>
                <a:cs typeface="Times New Roman"/>
              </a:rPr>
              <a:t>s</a:t>
            </a:r>
            <a:r>
              <a:rPr dirty="0" sz="3450" spc="-25">
                <a:latin typeface="Symbol"/>
                <a:cs typeface="Symbol"/>
              </a:rPr>
              <a:t></a:t>
            </a:r>
            <a:r>
              <a:rPr dirty="0" sz="3450" spc="-25" i="1">
                <a:latin typeface="Times New Roman"/>
                <a:cs typeface="Times New Roman"/>
              </a:rPr>
              <a:t>t</a:t>
            </a:r>
            <a:r>
              <a:rPr dirty="0" sz="3450" i="1">
                <a:latin typeface="Times New Roman"/>
                <a:cs typeface="Times New Roman"/>
              </a:rPr>
              <a:t>	</a:t>
            </a:r>
            <a:r>
              <a:rPr dirty="0" sz="3450" spc="-100">
                <a:latin typeface="Times New Roman"/>
                <a:cs typeface="Times New Roman"/>
              </a:rPr>
              <a:t>s</a:t>
            </a:r>
            <a:endParaRPr sz="3450">
              <a:latin typeface="Times New Roman"/>
              <a:cs typeface="Times New Roman"/>
            </a:endParaRPr>
          </a:p>
        </p:txBody>
      </p:sp>
      <p:grpSp>
        <p:nvGrpSpPr>
          <p:cNvPr id="20" name="object 20" descr=""/>
          <p:cNvGrpSpPr/>
          <p:nvPr/>
        </p:nvGrpSpPr>
        <p:grpSpPr>
          <a:xfrm>
            <a:off x="1524000" y="9525"/>
            <a:ext cx="9144000" cy="3780154"/>
            <a:chOff x="1524000" y="9525"/>
            <a:chExt cx="9144000" cy="3780154"/>
          </a:xfrm>
        </p:grpSpPr>
        <p:pic>
          <p:nvPicPr>
            <p:cNvPr id="21" name="object 21" descr=""/>
            <p:cNvPicPr/>
            <p:nvPr/>
          </p:nvPicPr>
          <p:blipFill>
            <a:blip r:embed="rId2" cstate="print"/>
            <a:stretch>
              <a:fillRect/>
            </a:stretch>
          </p:blipFill>
          <p:spPr>
            <a:xfrm>
              <a:off x="1524000" y="9525"/>
              <a:ext cx="9144000" cy="3779774"/>
            </a:xfrm>
            <a:prstGeom prst="rect">
              <a:avLst/>
            </a:prstGeom>
          </p:spPr>
        </p:pic>
        <p:pic>
          <p:nvPicPr>
            <p:cNvPr id="22" name="object 22" descr=""/>
            <p:cNvPicPr/>
            <p:nvPr/>
          </p:nvPicPr>
          <p:blipFill>
            <a:blip r:embed="rId3" cstate="print"/>
            <a:stretch>
              <a:fillRect/>
            </a:stretch>
          </p:blipFill>
          <p:spPr>
            <a:xfrm>
              <a:off x="9840468" y="3196183"/>
              <a:ext cx="296265" cy="461670"/>
            </a:xfrm>
            <a:prstGeom prst="rect">
              <a:avLst/>
            </a:prstGeom>
          </p:spPr>
        </p:pic>
      </p:grpSp>
      <p:sp>
        <p:nvSpPr>
          <p:cNvPr id="23" name="object 23" descr=""/>
          <p:cNvSpPr/>
          <p:nvPr/>
        </p:nvSpPr>
        <p:spPr>
          <a:xfrm>
            <a:off x="2855976" y="3860800"/>
            <a:ext cx="3889375" cy="968375"/>
          </a:xfrm>
          <a:custGeom>
            <a:avLst/>
            <a:gdLst/>
            <a:ahLst/>
            <a:cxnLst/>
            <a:rect l="l" t="t" r="r" b="b"/>
            <a:pathLst>
              <a:path w="3889375" h="968375">
                <a:moveTo>
                  <a:pt x="3889375" y="0"/>
                </a:moveTo>
                <a:lnTo>
                  <a:pt x="0" y="0"/>
                </a:lnTo>
                <a:lnTo>
                  <a:pt x="0" y="968375"/>
                </a:lnTo>
                <a:lnTo>
                  <a:pt x="3889375" y="968375"/>
                </a:lnTo>
                <a:lnTo>
                  <a:pt x="3889375" y="0"/>
                </a:lnTo>
                <a:close/>
              </a:path>
            </a:pathLst>
          </a:custGeom>
          <a:solidFill>
            <a:srgbClr val="F3AF9C"/>
          </a:solidFill>
        </p:spPr>
        <p:txBody>
          <a:bodyPr wrap="square" lIns="0" tIns="0" rIns="0" bIns="0" rtlCol="0"/>
          <a:lstStyle/>
          <a:p/>
        </p:txBody>
      </p:sp>
      <p:sp>
        <p:nvSpPr>
          <p:cNvPr id="24" name="object 24" descr=""/>
          <p:cNvSpPr txBox="1"/>
          <p:nvPr/>
        </p:nvSpPr>
        <p:spPr>
          <a:xfrm>
            <a:off x="2875876" y="4065854"/>
            <a:ext cx="3785235" cy="772795"/>
          </a:xfrm>
          <a:prstGeom prst="rect">
            <a:avLst/>
          </a:prstGeom>
        </p:spPr>
        <p:txBody>
          <a:bodyPr wrap="square" lIns="0" tIns="15240" rIns="0" bIns="0" rtlCol="0" vert="horz">
            <a:spAutoFit/>
          </a:bodyPr>
          <a:lstStyle/>
          <a:p>
            <a:pPr marL="38100">
              <a:lnSpc>
                <a:spcPts val="2925"/>
              </a:lnSpc>
              <a:spcBef>
                <a:spcPts val="120"/>
              </a:spcBef>
              <a:tabLst>
                <a:tab pos="461645" algn="l"/>
                <a:tab pos="1243330" algn="l"/>
                <a:tab pos="2040889" algn="l"/>
                <a:tab pos="3159125" algn="l"/>
              </a:tabLst>
            </a:pPr>
            <a:r>
              <a:rPr dirty="0" sz="2950" spc="145">
                <a:latin typeface="Times New Roman"/>
                <a:cs typeface="Times New Roman"/>
              </a:rPr>
              <a:t>e</a:t>
            </a:r>
            <a:r>
              <a:rPr dirty="0" sz="2950">
                <a:latin typeface="Times New Roman"/>
                <a:cs typeface="Times New Roman"/>
              </a:rPr>
              <a:t>	</a:t>
            </a:r>
            <a:r>
              <a:rPr dirty="0" sz="2950" spc="240">
                <a:latin typeface="Symbol"/>
                <a:cs typeface="Symbol"/>
              </a:rPr>
              <a:t></a:t>
            </a:r>
            <a:r>
              <a:rPr dirty="0" sz="2950" spc="-35">
                <a:latin typeface="Times New Roman"/>
                <a:cs typeface="Times New Roman"/>
              </a:rPr>
              <a:t> </a:t>
            </a:r>
            <a:r>
              <a:rPr dirty="0" sz="2950" spc="145">
                <a:latin typeface="Times New Roman"/>
                <a:cs typeface="Times New Roman"/>
              </a:rPr>
              <a:t>e</a:t>
            </a:r>
            <a:r>
              <a:rPr dirty="0" sz="2950">
                <a:latin typeface="Times New Roman"/>
                <a:cs typeface="Times New Roman"/>
              </a:rPr>
              <a:t>	</a:t>
            </a:r>
            <a:r>
              <a:rPr dirty="0" sz="2950" spc="240">
                <a:latin typeface="Symbol"/>
                <a:cs typeface="Symbol"/>
              </a:rPr>
              <a:t></a:t>
            </a:r>
            <a:r>
              <a:rPr dirty="0" sz="2950" spc="-35">
                <a:latin typeface="Times New Roman"/>
                <a:cs typeface="Times New Roman"/>
              </a:rPr>
              <a:t> </a:t>
            </a:r>
            <a:r>
              <a:rPr dirty="0" sz="2950" spc="145">
                <a:latin typeface="Times New Roman"/>
                <a:cs typeface="Times New Roman"/>
              </a:rPr>
              <a:t>e</a:t>
            </a:r>
            <a:r>
              <a:rPr dirty="0" sz="2950">
                <a:latin typeface="Times New Roman"/>
                <a:cs typeface="Times New Roman"/>
              </a:rPr>
              <a:t>	</a:t>
            </a:r>
            <a:r>
              <a:rPr dirty="0" sz="2950" spc="240">
                <a:latin typeface="Symbol"/>
                <a:cs typeface="Symbol"/>
              </a:rPr>
              <a:t></a:t>
            </a:r>
            <a:r>
              <a:rPr dirty="0" sz="2950" spc="90">
                <a:latin typeface="Times New Roman"/>
                <a:cs typeface="Times New Roman"/>
              </a:rPr>
              <a:t> </a:t>
            </a:r>
            <a:r>
              <a:rPr dirty="0" u="sng" baseline="34839" sz="4425" spc="-802">
                <a:uFill>
                  <a:solidFill>
                    <a:srgbClr val="000000"/>
                  </a:solidFill>
                </a:uFill>
                <a:latin typeface="Times New Roman"/>
                <a:cs typeface="Times New Roman"/>
              </a:rPr>
              <a:t> </a:t>
            </a:r>
            <a:r>
              <a:rPr dirty="0" u="sng" baseline="34839" sz="4425" spc="247">
                <a:uFill>
                  <a:solidFill>
                    <a:srgbClr val="000000"/>
                  </a:solidFill>
                </a:uFill>
                <a:latin typeface="Times New Roman"/>
                <a:cs typeface="Times New Roman"/>
              </a:rPr>
              <a:t>n</a:t>
            </a:r>
            <a:r>
              <a:rPr dirty="0" u="sng" baseline="34839" sz="4425" spc="247">
                <a:uFill>
                  <a:solidFill>
                    <a:srgbClr val="000000"/>
                  </a:solidFill>
                </a:uFill>
                <a:latin typeface="Symbol"/>
                <a:cs typeface="Symbol"/>
              </a:rPr>
              <a:t></a:t>
            </a:r>
            <a:r>
              <a:rPr dirty="0" u="sng" baseline="34839" sz="4425" spc="247" i="1">
                <a:uFill>
                  <a:solidFill>
                    <a:srgbClr val="000000"/>
                  </a:solidFill>
                </a:uFill>
                <a:latin typeface="Times New Roman"/>
                <a:cs typeface="Times New Roman"/>
              </a:rPr>
              <a:t>t</a:t>
            </a:r>
            <a:r>
              <a:rPr dirty="0" u="none" baseline="34839" sz="4425" i="1">
                <a:latin typeface="Times New Roman"/>
                <a:cs typeface="Times New Roman"/>
              </a:rPr>
              <a:t>	</a:t>
            </a:r>
            <a:r>
              <a:rPr dirty="0" u="none" sz="2950" spc="240">
                <a:latin typeface="Symbol"/>
                <a:cs typeface="Symbol"/>
              </a:rPr>
              <a:t></a:t>
            </a:r>
            <a:r>
              <a:rPr dirty="0" u="none" sz="2950" spc="85">
                <a:latin typeface="Times New Roman"/>
                <a:cs typeface="Times New Roman"/>
              </a:rPr>
              <a:t> </a:t>
            </a:r>
            <a:r>
              <a:rPr dirty="0" u="sng" baseline="34839" sz="4425" spc="-794">
                <a:uFill>
                  <a:solidFill>
                    <a:srgbClr val="000000"/>
                  </a:solidFill>
                </a:uFill>
                <a:latin typeface="Times New Roman"/>
                <a:cs typeface="Times New Roman"/>
              </a:rPr>
              <a:t> </a:t>
            </a:r>
            <a:r>
              <a:rPr dirty="0" u="sng" baseline="34839" sz="4425" spc="277">
                <a:uFill>
                  <a:solidFill>
                    <a:srgbClr val="000000"/>
                  </a:solidFill>
                </a:uFill>
                <a:latin typeface="Times New Roman"/>
                <a:cs typeface="Times New Roman"/>
              </a:rPr>
              <a:t>n</a:t>
            </a:r>
            <a:endParaRPr baseline="34839" sz="4425">
              <a:latin typeface="Times New Roman"/>
              <a:cs typeface="Times New Roman"/>
            </a:endParaRPr>
          </a:p>
          <a:p>
            <a:pPr marL="214629">
              <a:lnSpc>
                <a:spcPts val="2925"/>
              </a:lnSpc>
              <a:tabLst>
                <a:tab pos="986155" algn="l"/>
                <a:tab pos="1775460" algn="l"/>
                <a:tab pos="2426970" algn="l"/>
                <a:tab pos="3552190" algn="l"/>
              </a:tabLst>
            </a:pPr>
            <a:r>
              <a:rPr dirty="0" baseline="50653" sz="2550" spc="127">
                <a:latin typeface="Times New Roman"/>
                <a:cs typeface="Times New Roman"/>
              </a:rPr>
              <a:t>1</a:t>
            </a:r>
            <a:r>
              <a:rPr dirty="0" baseline="50653" sz="2550">
                <a:latin typeface="Times New Roman"/>
                <a:cs typeface="Times New Roman"/>
              </a:rPr>
              <a:t>	</a:t>
            </a:r>
            <a:r>
              <a:rPr dirty="0" baseline="50653" sz="2550" spc="127">
                <a:latin typeface="Times New Roman"/>
                <a:cs typeface="Times New Roman"/>
              </a:rPr>
              <a:t>3</a:t>
            </a:r>
            <a:r>
              <a:rPr dirty="0" baseline="50653" sz="2550">
                <a:latin typeface="Times New Roman"/>
                <a:cs typeface="Times New Roman"/>
              </a:rPr>
              <a:t>	</a:t>
            </a:r>
            <a:r>
              <a:rPr dirty="0" baseline="50653" sz="2550" spc="127">
                <a:latin typeface="Times New Roman"/>
                <a:cs typeface="Times New Roman"/>
              </a:rPr>
              <a:t>4</a:t>
            </a:r>
            <a:r>
              <a:rPr dirty="0" baseline="50653" sz="2550">
                <a:latin typeface="Times New Roman"/>
                <a:cs typeface="Times New Roman"/>
              </a:rPr>
              <a:t>	</a:t>
            </a:r>
            <a:r>
              <a:rPr dirty="0" sz="2950" spc="145">
                <a:latin typeface="Times New Roman"/>
                <a:cs typeface="Times New Roman"/>
              </a:rPr>
              <a:t>s</a:t>
            </a:r>
            <a:r>
              <a:rPr dirty="0" sz="2950" spc="145">
                <a:latin typeface="Symbol"/>
                <a:cs typeface="Symbol"/>
              </a:rPr>
              <a:t></a:t>
            </a:r>
            <a:r>
              <a:rPr dirty="0" sz="2950" spc="145" i="1">
                <a:latin typeface="Times New Roman"/>
                <a:cs typeface="Times New Roman"/>
              </a:rPr>
              <a:t>t</a:t>
            </a:r>
            <a:r>
              <a:rPr dirty="0" sz="2950" i="1">
                <a:latin typeface="Times New Roman"/>
                <a:cs typeface="Times New Roman"/>
              </a:rPr>
              <a:t>	</a:t>
            </a:r>
            <a:r>
              <a:rPr dirty="0" sz="2950" spc="120">
                <a:latin typeface="Times New Roman"/>
                <a:cs typeface="Times New Roman"/>
              </a:rPr>
              <a:t>s</a:t>
            </a:r>
            <a:endParaRPr sz="2950">
              <a:latin typeface="Times New Roman"/>
              <a:cs typeface="Times New Roman"/>
            </a:endParaRPr>
          </a:p>
        </p:txBody>
      </p:sp>
      <p:sp>
        <p:nvSpPr>
          <p:cNvPr id="25" name="object 25" descr=""/>
          <p:cNvSpPr txBox="1"/>
          <p:nvPr/>
        </p:nvSpPr>
        <p:spPr>
          <a:xfrm>
            <a:off x="78739" y="5902553"/>
            <a:ext cx="27686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9933FF"/>
                </a:solidFill>
                <a:latin typeface="黑体"/>
                <a:cs typeface="黑体"/>
              </a:rPr>
              <a:t>整个流水线的效率：</a:t>
            </a:r>
            <a:endParaRPr sz="2400">
              <a:latin typeface="黑体"/>
              <a:cs typeface="黑体"/>
            </a:endParaRPr>
          </a:p>
        </p:txBody>
      </p:sp>
      <p:sp>
        <p:nvSpPr>
          <p:cNvPr id="26" name="object 26" descr=""/>
          <p:cNvSpPr txBox="1"/>
          <p:nvPr/>
        </p:nvSpPr>
        <p:spPr>
          <a:xfrm>
            <a:off x="4937940" y="6088306"/>
            <a:ext cx="2644775" cy="554355"/>
          </a:xfrm>
          <a:prstGeom prst="rect">
            <a:avLst/>
          </a:prstGeom>
        </p:spPr>
        <p:txBody>
          <a:bodyPr wrap="square" lIns="0" tIns="15240" rIns="0" bIns="0" rtlCol="0" vert="horz">
            <a:spAutoFit/>
          </a:bodyPr>
          <a:lstStyle/>
          <a:p>
            <a:pPr marL="12700">
              <a:lnSpc>
                <a:spcPct val="100000"/>
              </a:lnSpc>
              <a:spcBef>
                <a:spcPts val="120"/>
              </a:spcBef>
              <a:tabLst>
                <a:tab pos="2289810" algn="l"/>
              </a:tabLst>
            </a:pPr>
            <a:r>
              <a:rPr dirty="0" sz="3450" spc="-50">
                <a:latin typeface="Times New Roman"/>
                <a:cs typeface="Times New Roman"/>
              </a:rPr>
              <a:t>4</a:t>
            </a:r>
            <a:r>
              <a:rPr dirty="0" sz="3450">
                <a:latin typeface="Times New Roman"/>
                <a:cs typeface="Times New Roman"/>
              </a:rPr>
              <a:t>	</a:t>
            </a:r>
            <a:r>
              <a:rPr dirty="0" sz="3450" spc="-165">
                <a:latin typeface="Times New Roman"/>
                <a:cs typeface="Times New Roman"/>
              </a:rPr>
              <a:t>4s</a:t>
            </a:r>
            <a:endParaRPr sz="3450">
              <a:latin typeface="Times New Roman"/>
              <a:cs typeface="Times New Roman"/>
            </a:endParaRPr>
          </a:p>
        </p:txBody>
      </p:sp>
      <p:sp>
        <p:nvSpPr>
          <p:cNvPr id="27" name="object 27" descr=""/>
          <p:cNvSpPr txBox="1"/>
          <p:nvPr/>
        </p:nvSpPr>
        <p:spPr>
          <a:xfrm>
            <a:off x="4057968" y="5468954"/>
            <a:ext cx="4286250" cy="554355"/>
          </a:xfrm>
          <a:prstGeom prst="rect">
            <a:avLst/>
          </a:prstGeom>
        </p:spPr>
        <p:txBody>
          <a:bodyPr wrap="square" lIns="0" tIns="15240" rIns="0" bIns="0" rtlCol="0" vert="horz">
            <a:spAutoFit/>
          </a:bodyPr>
          <a:lstStyle/>
          <a:p>
            <a:pPr marL="12700">
              <a:lnSpc>
                <a:spcPct val="100000"/>
              </a:lnSpc>
              <a:spcBef>
                <a:spcPts val="120"/>
              </a:spcBef>
              <a:tabLst>
                <a:tab pos="866775" algn="l"/>
                <a:tab pos="2399030" algn="l"/>
              </a:tabLst>
            </a:pPr>
            <a:r>
              <a:rPr dirty="0" sz="3450">
                <a:latin typeface="Times New Roman"/>
                <a:cs typeface="Times New Roman"/>
              </a:rPr>
              <a:t>e</a:t>
            </a:r>
            <a:r>
              <a:rPr dirty="0" sz="3450" spc="-50">
                <a:latin typeface="Times New Roman"/>
                <a:cs typeface="Times New Roman"/>
              </a:rPr>
              <a:t> </a:t>
            </a:r>
            <a:r>
              <a:rPr dirty="0" sz="3450" spc="-25">
                <a:latin typeface="Times New Roman"/>
                <a:cs typeface="Times New Roman"/>
              </a:rPr>
              <a:t>+e</a:t>
            </a:r>
            <a:r>
              <a:rPr dirty="0" sz="3450">
                <a:latin typeface="Times New Roman"/>
                <a:cs typeface="Times New Roman"/>
              </a:rPr>
              <a:t>	</a:t>
            </a:r>
            <a:r>
              <a:rPr dirty="0" sz="3450" spc="-25">
                <a:latin typeface="Times New Roman"/>
                <a:cs typeface="Times New Roman"/>
              </a:rPr>
              <a:t>+e</a:t>
            </a:r>
            <a:r>
              <a:rPr dirty="0" sz="3450" spc="-60">
                <a:latin typeface="Times New Roman"/>
                <a:cs typeface="Times New Roman"/>
              </a:rPr>
              <a:t> </a:t>
            </a:r>
            <a:r>
              <a:rPr dirty="0" sz="3450" spc="-25">
                <a:latin typeface="Times New Roman"/>
                <a:cs typeface="Times New Roman"/>
              </a:rPr>
              <a:t>+e</a:t>
            </a:r>
            <a:r>
              <a:rPr dirty="0" sz="3450">
                <a:latin typeface="Times New Roman"/>
                <a:cs typeface="Times New Roman"/>
              </a:rPr>
              <a:t>	</a:t>
            </a:r>
            <a:r>
              <a:rPr dirty="0" sz="3450" spc="-215">
                <a:latin typeface="Times New Roman"/>
                <a:cs typeface="Times New Roman"/>
              </a:rPr>
              <a:t>n</a:t>
            </a:r>
            <a:r>
              <a:rPr dirty="0" sz="3450" spc="-275">
                <a:latin typeface="Times New Roman"/>
                <a:cs typeface="Times New Roman"/>
              </a:rPr>
              <a:t> </a:t>
            </a:r>
            <a:r>
              <a:rPr dirty="0" sz="3450" spc="-235">
                <a:latin typeface="Symbol"/>
                <a:cs typeface="Symbol"/>
              </a:rPr>
              <a:t></a:t>
            </a:r>
            <a:r>
              <a:rPr dirty="0" sz="3450" spc="-430">
                <a:latin typeface="Times New Roman"/>
                <a:cs typeface="Times New Roman"/>
              </a:rPr>
              <a:t> </a:t>
            </a:r>
            <a:r>
              <a:rPr dirty="0" sz="3450" spc="-240">
                <a:latin typeface="Times New Roman"/>
                <a:cs typeface="Times New Roman"/>
              </a:rPr>
              <a:t>3n+n</a:t>
            </a:r>
            <a:r>
              <a:rPr dirty="0" sz="3450" spc="-270">
                <a:latin typeface="Times New Roman"/>
                <a:cs typeface="Times New Roman"/>
              </a:rPr>
              <a:t> </a:t>
            </a:r>
            <a:r>
              <a:rPr dirty="0" sz="3450" spc="-235">
                <a:latin typeface="Symbol"/>
                <a:cs typeface="Symbol"/>
              </a:rPr>
              <a:t></a:t>
            </a:r>
            <a:r>
              <a:rPr dirty="0" sz="3450" spc="-340">
                <a:latin typeface="Times New Roman"/>
                <a:cs typeface="Times New Roman"/>
              </a:rPr>
              <a:t> </a:t>
            </a:r>
            <a:r>
              <a:rPr dirty="0" sz="3450" spc="-50">
                <a:latin typeface="Times New Roman"/>
                <a:cs typeface="Times New Roman"/>
              </a:rPr>
              <a:t>n</a:t>
            </a:r>
            <a:endParaRPr sz="3450">
              <a:latin typeface="Times New Roman"/>
              <a:cs typeface="Times New Roman"/>
            </a:endParaRPr>
          </a:p>
        </p:txBody>
      </p:sp>
      <p:sp>
        <p:nvSpPr>
          <p:cNvPr id="28" name="object 28" descr=""/>
          <p:cNvSpPr txBox="1"/>
          <p:nvPr/>
        </p:nvSpPr>
        <p:spPr>
          <a:xfrm>
            <a:off x="3396602" y="5745312"/>
            <a:ext cx="578485" cy="554355"/>
          </a:xfrm>
          <a:prstGeom prst="rect">
            <a:avLst/>
          </a:prstGeom>
        </p:spPr>
        <p:txBody>
          <a:bodyPr wrap="square" lIns="0" tIns="15240" rIns="0" bIns="0" rtlCol="0" vert="horz">
            <a:spAutoFit/>
          </a:bodyPr>
          <a:lstStyle/>
          <a:p>
            <a:pPr marL="12700">
              <a:lnSpc>
                <a:spcPct val="100000"/>
              </a:lnSpc>
              <a:spcBef>
                <a:spcPts val="120"/>
              </a:spcBef>
            </a:pPr>
            <a:r>
              <a:rPr dirty="0" sz="3450" spc="-254" i="1">
                <a:latin typeface="Times New Roman"/>
                <a:cs typeface="Times New Roman"/>
              </a:rPr>
              <a:t>E</a:t>
            </a:r>
            <a:r>
              <a:rPr dirty="0" sz="3450" spc="-60" i="1">
                <a:latin typeface="Times New Roman"/>
                <a:cs typeface="Times New Roman"/>
              </a:rPr>
              <a:t> </a:t>
            </a:r>
            <a:r>
              <a:rPr dirty="0" sz="3450" spc="-150">
                <a:latin typeface="Symbol"/>
                <a:cs typeface="Symbol"/>
              </a:rPr>
              <a:t></a:t>
            </a:r>
            <a:endParaRPr sz="3450">
              <a:latin typeface="Symbol"/>
              <a:cs typeface="Symbol"/>
            </a:endParaRPr>
          </a:p>
        </p:txBody>
      </p:sp>
      <p:sp>
        <p:nvSpPr>
          <p:cNvPr id="29" name="object 29" descr=""/>
          <p:cNvSpPr txBox="1"/>
          <p:nvPr/>
        </p:nvSpPr>
        <p:spPr>
          <a:xfrm>
            <a:off x="4190606" y="5577365"/>
            <a:ext cx="2202815" cy="554355"/>
          </a:xfrm>
          <a:prstGeom prst="rect">
            <a:avLst/>
          </a:prstGeom>
        </p:spPr>
        <p:txBody>
          <a:bodyPr wrap="square" lIns="0" tIns="15240" rIns="0" bIns="0" rtlCol="0" vert="horz">
            <a:spAutoFit/>
          </a:bodyPr>
          <a:lstStyle/>
          <a:p>
            <a:pPr marL="38100">
              <a:lnSpc>
                <a:spcPct val="100000"/>
              </a:lnSpc>
              <a:spcBef>
                <a:spcPts val="120"/>
              </a:spcBef>
              <a:tabLst>
                <a:tab pos="575310" algn="l"/>
                <a:tab pos="1123315" algn="l"/>
                <a:tab pos="1671320" algn="l"/>
                <a:tab pos="1938655" algn="l"/>
              </a:tabLst>
            </a:pPr>
            <a:r>
              <a:rPr dirty="0" sz="2000" spc="-50">
                <a:latin typeface="Times New Roman"/>
                <a:cs typeface="Times New Roman"/>
              </a:rPr>
              <a:t>1</a:t>
            </a:r>
            <a:r>
              <a:rPr dirty="0" sz="2000">
                <a:latin typeface="Times New Roman"/>
                <a:cs typeface="Times New Roman"/>
              </a:rPr>
              <a:t>	</a:t>
            </a:r>
            <a:r>
              <a:rPr dirty="0" sz="2000" spc="-50">
                <a:latin typeface="Times New Roman"/>
                <a:cs typeface="Times New Roman"/>
              </a:rPr>
              <a:t>2</a:t>
            </a:r>
            <a:r>
              <a:rPr dirty="0" sz="2000">
                <a:latin typeface="Times New Roman"/>
                <a:cs typeface="Times New Roman"/>
              </a:rPr>
              <a:t>	</a:t>
            </a:r>
            <a:r>
              <a:rPr dirty="0" sz="2000" spc="-50">
                <a:latin typeface="Times New Roman"/>
                <a:cs typeface="Times New Roman"/>
              </a:rPr>
              <a:t>3</a:t>
            </a:r>
            <a:r>
              <a:rPr dirty="0" sz="2000">
                <a:latin typeface="Times New Roman"/>
                <a:cs typeface="Times New Roman"/>
              </a:rPr>
              <a:t>	</a:t>
            </a:r>
            <a:r>
              <a:rPr dirty="0" sz="2000" spc="-50">
                <a:latin typeface="Times New Roman"/>
                <a:cs typeface="Times New Roman"/>
              </a:rPr>
              <a:t>4</a:t>
            </a:r>
            <a:r>
              <a:rPr dirty="0" sz="2000">
                <a:latin typeface="Times New Roman"/>
                <a:cs typeface="Times New Roman"/>
              </a:rPr>
              <a:t>	</a:t>
            </a:r>
            <a:r>
              <a:rPr dirty="0" baseline="-20933" sz="5175" spc="-75">
                <a:latin typeface="Symbol"/>
                <a:cs typeface="Symbol"/>
              </a:rPr>
              <a:t></a:t>
            </a:r>
            <a:endParaRPr baseline="-20933" sz="5175">
              <a:latin typeface="Symbol"/>
              <a:cs typeface="Symbol"/>
            </a:endParaRPr>
          </a:p>
        </p:txBody>
      </p:sp>
      <p:grpSp>
        <p:nvGrpSpPr>
          <p:cNvPr id="30" name="object 30" descr=""/>
          <p:cNvGrpSpPr/>
          <p:nvPr/>
        </p:nvGrpSpPr>
        <p:grpSpPr>
          <a:xfrm>
            <a:off x="5940488" y="5205221"/>
            <a:ext cx="4085590" cy="1388110"/>
            <a:chOff x="5940488" y="5205221"/>
            <a:chExt cx="4085590" cy="1388110"/>
          </a:xfrm>
        </p:grpSpPr>
        <p:sp>
          <p:nvSpPr>
            <p:cNvPr id="31" name="object 31" descr=""/>
            <p:cNvSpPr/>
            <p:nvPr/>
          </p:nvSpPr>
          <p:spPr>
            <a:xfrm>
              <a:off x="5951601" y="5451728"/>
              <a:ext cx="2188210" cy="1130300"/>
            </a:xfrm>
            <a:custGeom>
              <a:avLst/>
              <a:gdLst/>
              <a:ahLst/>
              <a:cxnLst/>
              <a:rect l="l" t="t" r="r" b="b"/>
              <a:pathLst>
                <a:path w="2188209" h="1130300">
                  <a:moveTo>
                    <a:pt x="0" y="565048"/>
                  </a:moveTo>
                  <a:lnTo>
                    <a:pt x="6864" y="501394"/>
                  </a:lnTo>
                  <a:lnTo>
                    <a:pt x="26965" y="439806"/>
                  </a:lnTo>
                  <a:lnTo>
                    <a:pt x="59564" y="380667"/>
                  </a:lnTo>
                  <a:lnTo>
                    <a:pt x="103922" y="324357"/>
                  </a:lnTo>
                  <a:lnTo>
                    <a:pt x="159301" y="271259"/>
                  </a:lnTo>
                  <a:lnTo>
                    <a:pt x="190893" y="246034"/>
                  </a:lnTo>
                  <a:lnTo>
                    <a:pt x="224962" y="221755"/>
                  </a:lnTo>
                  <a:lnTo>
                    <a:pt x="261418" y="198469"/>
                  </a:lnTo>
                  <a:lnTo>
                    <a:pt x="300167" y="176226"/>
                  </a:lnTo>
                  <a:lnTo>
                    <a:pt x="341117" y="155071"/>
                  </a:lnTo>
                  <a:lnTo>
                    <a:pt x="384177" y="135053"/>
                  </a:lnTo>
                  <a:lnTo>
                    <a:pt x="429253" y="116220"/>
                  </a:lnTo>
                  <a:lnTo>
                    <a:pt x="476253" y="98619"/>
                  </a:lnTo>
                  <a:lnTo>
                    <a:pt x="525085" y="82299"/>
                  </a:lnTo>
                  <a:lnTo>
                    <a:pt x="575656" y="67306"/>
                  </a:lnTo>
                  <a:lnTo>
                    <a:pt x="627875" y="53689"/>
                  </a:lnTo>
                  <a:lnTo>
                    <a:pt x="681649" y="41495"/>
                  </a:lnTo>
                  <a:lnTo>
                    <a:pt x="736886" y="30773"/>
                  </a:lnTo>
                  <a:lnTo>
                    <a:pt x="793493" y="21569"/>
                  </a:lnTo>
                  <a:lnTo>
                    <a:pt x="851378" y="13931"/>
                  </a:lnTo>
                  <a:lnTo>
                    <a:pt x="910448" y="7908"/>
                  </a:lnTo>
                  <a:lnTo>
                    <a:pt x="970612" y="3546"/>
                  </a:lnTo>
                  <a:lnTo>
                    <a:pt x="1031777" y="894"/>
                  </a:lnTo>
                  <a:lnTo>
                    <a:pt x="1093851" y="0"/>
                  </a:lnTo>
                  <a:lnTo>
                    <a:pt x="1155925" y="894"/>
                  </a:lnTo>
                  <a:lnTo>
                    <a:pt x="1217091" y="3546"/>
                  </a:lnTo>
                  <a:lnTo>
                    <a:pt x="1277257" y="7908"/>
                  </a:lnTo>
                  <a:lnTo>
                    <a:pt x="1336330" y="13931"/>
                  </a:lnTo>
                  <a:lnTo>
                    <a:pt x="1394218" y="21569"/>
                  </a:lnTo>
                  <a:lnTo>
                    <a:pt x="1450829" y="30773"/>
                  </a:lnTo>
                  <a:lnTo>
                    <a:pt x="1506070" y="41495"/>
                  </a:lnTo>
                  <a:lnTo>
                    <a:pt x="1559849" y="53689"/>
                  </a:lnTo>
                  <a:lnTo>
                    <a:pt x="1612074" y="67306"/>
                  </a:lnTo>
                  <a:lnTo>
                    <a:pt x="1662651" y="82299"/>
                  </a:lnTo>
                  <a:lnTo>
                    <a:pt x="1711489" y="98619"/>
                  </a:lnTo>
                  <a:lnTo>
                    <a:pt x="1758496" y="116220"/>
                  </a:lnTo>
                  <a:lnTo>
                    <a:pt x="1803578" y="135053"/>
                  </a:lnTo>
                  <a:lnTo>
                    <a:pt x="1846644" y="155071"/>
                  </a:lnTo>
                  <a:lnTo>
                    <a:pt x="1887601" y="176226"/>
                  </a:lnTo>
                  <a:lnTo>
                    <a:pt x="1926356" y="198469"/>
                  </a:lnTo>
                  <a:lnTo>
                    <a:pt x="1962818" y="221755"/>
                  </a:lnTo>
                  <a:lnTo>
                    <a:pt x="1996894" y="246034"/>
                  </a:lnTo>
                  <a:lnTo>
                    <a:pt x="2028492" y="271259"/>
                  </a:lnTo>
                  <a:lnTo>
                    <a:pt x="2057519" y="297383"/>
                  </a:lnTo>
                  <a:lnTo>
                    <a:pt x="2107490" y="352135"/>
                  </a:lnTo>
                  <a:lnTo>
                    <a:pt x="2146070" y="409907"/>
                  </a:lnTo>
                  <a:lnTo>
                    <a:pt x="2172518" y="470318"/>
                  </a:lnTo>
                  <a:lnTo>
                    <a:pt x="2186097" y="532987"/>
                  </a:lnTo>
                  <a:lnTo>
                    <a:pt x="2187829" y="565048"/>
                  </a:lnTo>
                  <a:lnTo>
                    <a:pt x="2186097" y="597109"/>
                  </a:lnTo>
                  <a:lnTo>
                    <a:pt x="2172518" y="659776"/>
                  </a:lnTo>
                  <a:lnTo>
                    <a:pt x="2146070" y="720185"/>
                  </a:lnTo>
                  <a:lnTo>
                    <a:pt x="2107490" y="777954"/>
                  </a:lnTo>
                  <a:lnTo>
                    <a:pt x="2057519" y="832701"/>
                  </a:lnTo>
                  <a:lnTo>
                    <a:pt x="2028492" y="858822"/>
                  </a:lnTo>
                  <a:lnTo>
                    <a:pt x="1996894" y="884045"/>
                  </a:lnTo>
                  <a:lnTo>
                    <a:pt x="1962818" y="908322"/>
                  </a:lnTo>
                  <a:lnTo>
                    <a:pt x="1926356" y="931605"/>
                  </a:lnTo>
                  <a:lnTo>
                    <a:pt x="1887601" y="953846"/>
                  </a:lnTo>
                  <a:lnTo>
                    <a:pt x="1846644" y="974998"/>
                  </a:lnTo>
                  <a:lnTo>
                    <a:pt x="1803578" y="995013"/>
                  </a:lnTo>
                  <a:lnTo>
                    <a:pt x="1758496" y="1013844"/>
                  </a:lnTo>
                  <a:lnTo>
                    <a:pt x="1711489" y="1031442"/>
                  </a:lnTo>
                  <a:lnTo>
                    <a:pt x="1662651" y="1047760"/>
                  </a:lnTo>
                  <a:lnTo>
                    <a:pt x="1612074" y="1062750"/>
                  </a:lnTo>
                  <a:lnTo>
                    <a:pt x="1559849" y="1076365"/>
                  </a:lnTo>
                  <a:lnTo>
                    <a:pt x="1506070" y="1088557"/>
                  </a:lnTo>
                  <a:lnTo>
                    <a:pt x="1450829" y="1099278"/>
                  </a:lnTo>
                  <a:lnTo>
                    <a:pt x="1394218" y="1108480"/>
                  </a:lnTo>
                  <a:lnTo>
                    <a:pt x="1336330" y="1116117"/>
                  </a:lnTo>
                  <a:lnTo>
                    <a:pt x="1277257" y="1122139"/>
                  </a:lnTo>
                  <a:lnTo>
                    <a:pt x="1217091" y="1126500"/>
                  </a:lnTo>
                  <a:lnTo>
                    <a:pt x="1155925" y="1129151"/>
                  </a:lnTo>
                  <a:lnTo>
                    <a:pt x="1093851" y="1130046"/>
                  </a:lnTo>
                  <a:lnTo>
                    <a:pt x="1031777" y="1129151"/>
                  </a:lnTo>
                  <a:lnTo>
                    <a:pt x="970612" y="1126500"/>
                  </a:lnTo>
                  <a:lnTo>
                    <a:pt x="910448" y="1122139"/>
                  </a:lnTo>
                  <a:lnTo>
                    <a:pt x="851378" y="1116117"/>
                  </a:lnTo>
                  <a:lnTo>
                    <a:pt x="793493" y="1108480"/>
                  </a:lnTo>
                  <a:lnTo>
                    <a:pt x="736886" y="1099278"/>
                  </a:lnTo>
                  <a:lnTo>
                    <a:pt x="681649" y="1088557"/>
                  </a:lnTo>
                  <a:lnTo>
                    <a:pt x="627875" y="1076365"/>
                  </a:lnTo>
                  <a:lnTo>
                    <a:pt x="575656" y="1062750"/>
                  </a:lnTo>
                  <a:lnTo>
                    <a:pt x="525085" y="1047760"/>
                  </a:lnTo>
                  <a:lnTo>
                    <a:pt x="476253" y="1031442"/>
                  </a:lnTo>
                  <a:lnTo>
                    <a:pt x="429253" y="1013844"/>
                  </a:lnTo>
                  <a:lnTo>
                    <a:pt x="384177" y="995013"/>
                  </a:lnTo>
                  <a:lnTo>
                    <a:pt x="341117" y="974998"/>
                  </a:lnTo>
                  <a:lnTo>
                    <a:pt x="300167" y="953846"/>
                  </a:lnTo>
                  <a:lnTo>
                    <a:pt x="261418" y="931605"/>
                  </a:lnTo>
                  <a:lnTo>
                    <a:pt x="224962" y="908322"/>
                  </a:lnTo>
                  <a:lnTo>
                    <a:pt x="190893" y="884045"/>
                  </a:lnTo>
                  <a:lnTo>
                    <a:pt x="159301" y="858822"/>
                  </a:lnTo>
                  <a:lnTo>
                    <a:pt x="130280" y="832701"/>
                  </a:lnTo>
                  <a:lnTo>
                    <a:pt x="80319" y="777954"/>
                  </a:lnTo>
                  <a:lnTo>
                    <a:pt x="41748" y="720185"/>
                  </a:lnTo>
                  <a:lnTo>
                    <a:pt x="15306" y="659776"/>
                  </a:lnTo>
                  <a:lnTo>
                    <a:pt x="1731" y="597109"/>
                  </a:lnTo>
                  <a:lnTo>
                    <a:pt x="0" y="565048"/>
                  </a:lnTo>
                  <a:close/>
                </a:path>
              </a:pathLst>
            </a:custGeom>
            <a:ln w="22224">
              <a:solidFill>
                <a:srgbClr val="C00000"/>
              </a:solidFill>
            </a:ln>
          </p:spPr>
          <p:txBody>
            <a:bodyPr wrap="square" lIns="0" tIns="0" rIns="0" bIns="0" rtlCol="0"/>
            <a:lstStyle/>
            <a:p/>
          </p:txBody>
        </p:sp>
        <p:sp>
          <p:nvSpPr>
            <p:cNvPr id="32" name="object 32" descr=""/>
            <p:cNvSpPr/>
            <p:nvPr/>
          </p:nvSpPr>
          <p:spPr>
            <a:xfrm>
              <a:off x="7817104" y="5205221"/>
              <a:ext cx="2208530" cy="423545"/>
            </a:xfrm>
            <a:custGeom>
              <a:avLst/>
              <a:gdLst/>
              <a:ahLst/>
              <a:cxnLst/>
              <a:rect l="l" t="t" r="r" b="b"/>
              <a:pathLst>
                <a:path w="2208529" h="423545">
                  <a:moveTo>
                    <a:pt x="2131422" y="26596"/>
                  </a:moveTo>
                  <a:lnTo>
                    <a:pt x="0" y="401091"/>
                  </a:lnTo>
                  <a:lnTo>
                    <a:pt x="3810" y="422986"/>
                  </a:lnTo>
                  <a:lnTo>
                    <a:pt x="2135265" y="48434"/>
                  </a:lnTo>
                  <a:lnTo>
                    <a:pt x="2131422" y="26596"/>
                  </a:lnTo>
                  <a:close/>
                </a:path>
                <a:path w="2208529" h="423545">
                  <a:moveTo>
                    <a:pt x="2208403" y="24383"/>
                  </a:moveTo>
                  <a:lnTo>
                    <a:pt x="2144014" y="24383"/>
                  </a:lnTo>
                  <a:lnTo>
                    <a:pt x="2147824" y="46227"/>
                  </a:lnTo>
                  <a:lnTo>
                    <a:pt x="2135265" y="48434"/>
                  </a:lnTo>
                  <a:lnTo>
                    <a:pt x="2139950" y="75056"/>
                  </a:lnTo>
                  <a:lnTo>
                    <a:pt x="2208403" y="24383"/>
                  </a:lnTo>
                  <a:close/>
                </a:path>
                <a:path w="2208529" h="423545">
                  <a:moveTo>
                    <a:pt x="2144014" y="24383"/>
                  </a:moveTo>
                  <a:lnTo>
                    <a:pt x="2131422" y="26596"/>
                  </a:lnTo>
                  <a:lnTo>
                    <a:pt x="2135265" y="48434"/>
                  </a:lnTo>
                  <a:lnTo>
                    <a:pt x="2147824" y="46227"/>
                  </a:lnTo>
                  <a:lnTo>
                    <a:pt x="2144014" y="24383"/>
                  </a:lnTo>
                  <a:close/>
                </a:path>
                <a:path w="2208529" h="423545">
                  <a:moveTo>
                    <a:pt x="2126742" y="0"/>
                  </a:moveTo>
                  <a:lnTo>
                    <a:pt x="2131422" y="26596"/>
                  </a:lnTo>
                  <a:lnTo>
                    <a:pt x="2144014" y="24383"/>
                  </a:lnTo>
                  <a:lnTo>
                    <a:pt x="2208403" y="24383"/>
                  </a:lnTo>
                  <a:lnTo>
                    <a:pt x="2126742" y="0"/>
                  </a:lnTo>
                  <a:close/>
                </a:path>
              </a:pathLst>
            </a:custGeom>
            <a:solidFill>
              <a:srgbClr val="FF0000">
                <a:alpha val="98037"/>
              </a:srgbClr>
            </a:solidFill>
          </p:spPr>
          <p:txBody>
            <a:bodyPr wrap="square" lIns="0" tIns="0" rIns="0" bIns="0" rtlCol="0"/>
            <a:lstStyle/>
            <a:p/>
          </p:txBody>
        </p:sp>
      </p:grpSp>
      <p:sp>
        <p:nvSpPr>
          <p:cNvPr id="33" name="object 33" descr=""/>
          <p:cNvSpPr txBox="1"/>
          <p:nvPr/>
        </p:nvSpPr>
        <p:spPr>
          <a:xfrm>
            <a:off x="10030206" y="4183760"/>
            <a:ext cx="2058670" cy="1855470"/>
          </a:xfrm>
          <a:prstGeom prst="rect">
            <a:avLst/>
          </a:prstGeom>
        </p:spPr>
        <p:txBody>
          <a:bodyPr wrap="square" lIns="0" tIns="12700" rIns="0" bIns="0" rtlCol="0" vert="horz">
            <a:spAutoFit/>
          </a:bodyPr>
          <a:lstStyle/>
          <a:p>
            <a:pPr marL="12700" marR="5080">
              <a:lnSpc>
                <a:spcPct val="100000"/>
              </a:lnSpc>
              <a:spcBef>
                <a:spcPts val="100"/>
              </a:spcBef>
            </a:pPr>
            <a:r>
              <a:rPr dirty="0" sz="2000" spc="-5">
                <a:solidFill>
                  <a:srgbClr val="FF0000"/>
                </a:solidFill>
                <a:latin typeface="黑体"/>
                <a:cs typeface="黑体"/>
              </a:rPr>
              <a:t>分子：</a:t>
            </a:r>
            <a:r>
              <a:rPr dirty="0" sz="2000" spc="-10">
                <a:solidFill>
                  <a:srgbClr val="40458B"/>
                </a:solidFill>
                <a:latin typeface="Tahoma"/>
                <a:cs typeface="Tahoma"/>
              </a:rPr>
              <a:t>n</a:t>
            </a:r>
            <a:r>
              <a:rPr dirty="0" sz="2000" spc="-15">
                <a:solidFill>
                  <a:srgbClr val="40458B"/>
                </a:solidFill>
                <a:latin typeface="黑体"/>
                <a:cs typeface="黑体"/>
              </a:rPr>
              <a:t>个任务的时空区，即白色方</a:t>
            </a:r>
            <a:r>
              <a:rPr dirty="0" sz="2000" spc="-20">
                <a:solidFill>
                  <a:srgbClr val="40458B"/>
                </a:solidFill>
                <a:latin typeface="黑体"/>
                <a:cs typeface="黑体"/>
              </a:rPr>
              <a:t>格的总数；</a:t>
            </a:r>
            <a:endParaRPr sz="2000">
              <a:latin typeface="黑体"/>
              <a:cs typeface="黑体"/>
            </a:endParaRPr>
          </a:p>
          <a:p>
            <a:pPr marL="12700" marR="5080">
              <a:lnSpc>
                <a:spcPct val="100000"/>
              </a:lnSpc>
              <a:spcBef>
                <a:spcPts val="5"/>
              </a:spcBef>
            </a:pPr>
            <a:r>
              <a:rPr dirty="0" sz="2000" spc="-5">
                <a:solidFill>
                  <a:srgbClr val="FF0000"/>
                </a:solidFill>
                <a:latin typeface="黑体"/>
                <a:cs typeface="黑体"/>
              </a:rPr>
              <a:t>分母：</a:t>
            </a:r>
            <a:r>
              <a:rPr dirty="0" sz="2000" spc="-10">
                <a:solidFill>
                  <a:srgbClr val="40458B"/>
                </a:solidFill>
                <a:latin typeface="Tahoma"/>
                <a:cs typeface="Tahoma"/>
              </a:rPr>
              <a:t>4</a:t>
            </a:r>
            <a:r>
              <a:rPr dirty="0" sz="2000" spc="-15">
                <a:solidFill>
                  <a:srgbClr val="40458B"/>
                </a:solidFill>
                <a:latin typeface="黑体"/>
                <a:cs typeface="黑体"/>
              </a:rPr>
              <a:t>个段总的时空区，即方格总</a:t>
            </a:r>
            <a:r>
              <a:rPr dirty="0" sz="2000" spc="-20">
                <a:solidFill>
                  <a:srgbClr val="40458B"/>
                </a:solidFill>
                <a:latin typeface="黑体"/>
                <a:cs typeface="黑体"/>
              </a:rPr>
              <a:t>的树木</a:t>
            </a:r>
            <a:endParaRPr sz="2000">
              <a:latin typeface="黑体"/>
              <a:cs typeface="黑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007105" y="295973"/>
            <a:ext cx="4079875" cy="407670"/>
          </a:xfrm>
          <a:prstGeom prst="rect">
            <a:avLst/>
          </a:prstGeom>
        </p:spPr>
        <p:txBody>
          <a:bodyPr wrap="square" lIns="0" tIns="0" rIns="0" bIns="0" rtlCol="0" vert="horz">
            <a:spAutoFit/>
          </a:bodyPr>
          <a:lstStyle/>
          <a:p>
            <a:pPr>
              <a:lnSpc>
                <a:spcPts val="3204"/>
              </a:lnSpc>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0" name="object 10" descr=""/>
          <p:cNvGrpSpPr/>
          <p:nvPr/>
        </p:nvGrpSpPr>
        <p:grpSpPr>
          <a:xfrm>
            <a:off x="1524000" y="9525"/>
            <a:ext cx="9144000" cy="5798185"/>
            <a:chOff x="1524000" y="9525"/>
            <a:chExt cx="9144000" cy="5798185"/>
          </a:xfrm>
        </p:grpSpPr>
        <p:pic>
          <p:nvPicPr>
            <p:cNvPr id="11" name="object 11" descr=""/>
            <p:cNvPicPr/>
            <p:nvPr/>
          </p:nvPicPr>
          <p:blipFill>
            <a:blip r:embed="rId2" cstate="print"/>
            <a:stretch>
              <a:fillRect/>
            </a:stretch>
          </p:blipFill>
          <p:spPr>
            <a:xfrm>
              <a:off x="1524000" y="9525"/>
              <a:ext cx="9144000" cy="3779774"/>
            </a:xfrm>
            <a:prstGeom prst="rect">
              <a:avLst/>
            </a:prstGeom>
          </p:spPr>
        </p:pic>
        <p:sp>
          <p:nvSpPr>
            <p:cNvPr id="12" name="object 12" descr=""/>
            <p:cNvSpPr/>
            <p:nvPr/>
          </p:nvSpPr>
          <p:spPr>
            <a:xfrm>
              <a:off x="3863975" y="4677359"/>
              <a:ext cx="5911215" cy="1130300"/>
            </a:xfrm>
            <a:custGeom>
              <a:avLst/>
              <a:gdLst/>
              <a:ahLst/>
              <a:cxnLst/>
              <a:rect l="l" t="t" r="r" b="b"/>
              <a:pathLst>
                <a:path w="5911215" h="1130300">
                  <a:moveTo>
                    <a:pt x="5911215" y="0"/>
                  </a:moveTo>
                  <a:lnTo>
                    <a:pt x="0" y="0"/>
                  </a:lnTo>
                  <a:lnTo>
                    <a:pt x="0" y="1130020"/>
                  </a:lnTo>
                  <a:lnTo>
                    <a:pt x="5911215" y="1130020"/>
                  </a:lnTo>
                  <a:lnTo>
                    <a:pt x="5911215" y="0"/>
                  </a:lnTo>
                  <a:close/>
                </a:path>
              </a:pathLst>
            </a:custGeom>
            <a:solidFill>
              <a:srgbClr val="FFACFF"/>
            </a:solidFill>
          </p:spPr>
          <p:txBody>
            <a:bodyPr wrap="square" lIns="0" tIns="0" rIns="0" bIns="0" rtlCol="0"/>
            <a:lstStyle/>
            <a:p/>
          </p:txBody>
        </p:sp>
        <p:sp>
          <p:nvSpPr>
            <p:cNvPr id="13" name="object 13" descr=""/>
            <p:cNvSpPr/>
            <p:nvPr/>
          </p:nvSpPr>
          <p:spPr>
            <a:xfrm>
              <a:off x="4577311" y="5262790"/>
              <a:ext cx="5136515" cy="0"/>
            </a:xfrm>
            <a:custGeom>
              <a:avLst/>
              <a:gdLst/>
              <a:ahLst/>
              <a:cxnLst/>
              <a:rect l="l" t="t" r="r" b="b"/>
              <a:pathLst>
                <a:path w="5136515" h="0">
                  <a:moveTo>
                    <a:pt x="0" y="0"/>
                  </a:moveTo>
                  <a:lnTo>
                    <a:pt x="1976670" y="0"/>
                  </a:lnTo>
                </a:path>
                <a:path w="5136515" h="0">
                  <a:moveTo>
                    <a:pt x="2382039" y="0"/>
                  </a:moveTo>
                  <a:lnTo>
                    <a:pt x="4307709" y="0"/>
                  </a:lnTo>
                </a:path>
                <a:path w="5136515" h="0">
                  <a:moveTo>
                    <a:pt x="4713046" y="0"/>
                  </a:moveTo>
                  <a:lnTo>
                    <a:pt x="5136462" y="0"/>
                  </a:lnTo>
                </a:path>
              </a:pathLst>
            </a:custGeom>
            <a:ln w="20130">
              <a:solidFill>
                <a:srgbClr val="000000"/>
              </a:solidFill>
            </a:ln>
          </p:spPr>
          <p:txBody>
            <a:bodyPr wrap="square" lIns="0" tIns="0" rIns="0" bIns="0" rtlCol="0"/>
            <a:lstStyle/>
            <a:p/>
          </p:txBody>
        </p:sp>
      </p:grpSp>
      <p:sp>
        <p:nvSpPr>
          <p:cNvPr id="14" name="object 14" descr=""/>
          <p:cNvSpPr txBox="1"/>
          <p:nvPr/>
        </p:nvSpPr>
        <p:spPr>
          <a:xfrm>
            <a:off x="1494789" y="4021073"/>
            <a:ext cx="277177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9933FF"/>
                </a:solidFill>
                <a:latin typeface="黑体"/>
                <a:cs typeface="黑体"/>
              </a:rPr>
              <a:t>整个流水线的效率：</a:t>
            </a:r>
            <a:endParaRPr sz="2400">
              <a:latin typeface="黑体"/>
              <a:cs typeface="黑体"/>
            </a:endParaRPr>
          </a:p>
        </p:txBody>
      </p:sp>
      <p:sp>
        <p:nvSpPr>
          <p:cNvPr id="15" name="object 15" descr=""/>
          <p:cNvSpPr txBox="1"/>
          <p:nvPr/>
        </p:nvSpPr>
        <p:spPr>
          <a:xfrm>
            <a:off x="9320856" y="5261653"/>
            <a:ext cx="367665" cy="554355"/>
          </a:xfrm>
          <a:prstGeom prst="rect">
            <a:avLst/>
          </a:prstGeom>
        </p:spPr>
        <p:txBody>
          <a:bodyPr wrap="square" lIns="0" tIns="15240" rIns="0" bIns="0" rtlCol="0" vert="horz">
            <a:spAutoFit/>
          </a:bodyPr>
          <a:lstStyle/>
          <a:p>
            <a:pPr marL="12700">
              <a:lnSpc>
                <a:spcPct val="100000"/>
              </a:lnSpc>
              <a:spcBef>
                <a:spcPts val="120"/>
              </a:spcBef>
            </a:pPr>
            <a:r>
              <a:rPr dirty="0" sz="3450" spc="-165">
                <a:latin typeface="Times New Roman"/>
                <a:cs typeface="Times New Roman"/>
              </a:rPr>
              <a:t>2s</a:t>
            </a:r>
            <a:endParaRPr sz="3450">
              <a:latin typeface="Times New Roman"/>
              <a:cs typeface="Times New Roman"/>
            </a:endParaRPr>
          </a:p>
        </p:txBody>
      </p:sp>
      <p:sp>
        <p:nvSpPr>
          <p:cNvPr id="16" name="object 16" descr=""/>
          <p:cNvSpPr txBox="1"/>
          <p:nvPr/>
        </p:nvSpPr>
        <p:spPr>
          <a:xfrm>
            <a:off x="3895797" y="4642451"/>
            <a:ext cx="5829300" cy="554355"/>
          </a:xfrm>
          <a:prstGeom prst="rect">
            <a:avLst/>
          </a:prstGeom>
        </p:spPr>
        <p:txBody>
          <a:bodyPr wrap="square" lIns="0" tIns="15240" rIns="0" bIns="0" rtlCol="0" vert="horz">
            <a:spAutoFit/>
          </a:bodyPr>
          <a:lstStyle/>
          <a:p>
            <a:pPr marL="38100">
              <a:lnSpc>
                <a:spcPct val="100000"/>
              </a:lnSpc>
              <a:spcBef>
                <a:spcPts val="120"/>
              </a:spcBef>
              <a:tabLst>
                <a:tab pos="2759075" algn="l"/>
              </a:tabLst>
            </a:pPr>
            <a:r>
              <a:rPr dirty="0" baseline="-35426" sz="5175" spc="-382" i="1">
                <a:latin typeface="Times New Roman"/>
                <a:cs typeface="Times New Roman"/>
              </a:rPr>
              <a:t>E</a:t>
            </a:r>
            <a:r>
              <a:rPr dirty="0" baseline="-35426" sz="5175" spc="-67" i="1">
                <a:latin typeface="Times New Roman"/>
                <a:cs typeface="Times New Roman"/>
              </a:rPr>
              <a:t> </a:t>
            </a:r>
            <a:r>
              <a:rPr dirty="0" baseline="-35426" sz="5175" spc="-352">
                <a:latin typeface="Symbol"/>
                <a:cs typeface="Symbol"/>
              </a:rPr>
              <a:t></a:t>
            </a:r>
            <a:r>
              <a:rPr dirty="0" baseline="-35426" sz="5175" spc="22">
                <a:latin typeface="Times New Roman"/>
                <a:cs typeface="Times New Roman"/>
              </a:rPr>
              <a:t> </a:t>
            </a:r>
            <a:r>
              <a:rPr dirty="0" sz="3450" spc="-215">
                <a:latin typeface="Times New Roman"/>
                <a:cs typeface="Times New Roman"/>
              </a:rPr>
              <a:t>e</a:t>
            </a:r>
            <a:r>
              <a:rPr dirty="0" baseline="-23611" sz="3000" spc="-322">
                <a:latin typeface="Times New Roman"/>
                <a:cs typeface="Times New Roman"/>
              </a:rPr>
              <a:t>1</a:t>
            </a:r>
            <a:r>
              <a:rPr dirty="0" baseline="-23611" sz="3000" spc="-405">
                <a:latin typeface="Times New Roman"/>
                <a:cs typeface="Times New Roman"/>
              </a:rPr>
              <a:t> </a:t>
            </a:r>
            <a:r>
              <a:rPr dirty="0" sz="3450" spc="-170">
                <a:latin typeface="Times New Roman"/>
                <a:cs typeface="Times New Roman"/>
              </a:rPr>
              <a:t>+e</a:t>
            </a:r>
            <a:r>
              <a:rPr dirty="0" baseline="-23611" sz="3000" spc="-254">
                <a:latin typeface="Times New Roman"/>
                <a:cs typeface="Times New Roman"/>
              </a:rPr>
              <a:t>2</a:t>
            </a:r>
            <a:r>
              <a:rPr dirty="0" baseline="-23611" sz="3000" spc="-195">
                <a:latin typeface="Times New Roman"/>
                <a:cs typeface="Times New Roman"/>
              </a:rPr>
              <a:t> </a:t>
            </a:r>
            <a:r>
              <a:rPr dirty="0" sz="3450" spc="-190">
                <a:latin typeface="Times New Roman"/>
                <a:cs typeface="Times New Roman"/>
              </a:rPr>
              <a:t>+e</a:t>
            </a:r>
            <a:r>
              <a:rPr dirty="0" baseline="-23611" sz="3000" spc="-284">
                <a:latin typeface="Times New Roman"/>
                <a:cs typeface="Times New Roman"/>
              </a:rPr>
              <a:t>3 </a:t>
            </a:r>
            <a:r>
              <a:rPr dirty="0" sz="3450" spc="-25">
                <a:latin typeface="Times New Roman"/>
                <a:cs typeface="Times New Roman"/>
              </a:rPr>
              <a:t>+e</a:t>
            </a:r>
            <a:r>
              <a:rPr dirty="0" baseline="-23611" sz="3000" spc="-37">
                <a:latin typeface="Times New Roman"/>
                <a:cs typeface="Times New Roman"/>
              </a:rPr>
              <a:t>4</a:t>
            </a:r>
            <a:r>
              <a:rPr dirty="0" baseline="-23611" sz="3000">
                <a:latin typeface="Times New Roman"/>
                <a:cs typeface="Times New Roman"/>
              </a:rPr>
              <a:t>	</a:t>
            </a:r>
            <a:r>
              <a:rPr dirty="0" baseline="-35426" sz="5175">
                <a:latin typeface="Symbol"/>
                <a:cs typeface="Symbol"/>
              </a:rPr>
              <a:t></a:t>
            </a:r>
            <a:r>
              <a:rPr dirty="0" baseline="-35426" sz="5175" spc="-330">
                <a:latin typeface="Times New Roman"/>
                <a:cs typeface="Times New Roman"/>
              </a:rPr>
              <a:t> </a:t>
            </a:r>
            <a:r>
              <a:rPr dirty="0" sz="3450" spc="-215">
                <a:latin typeface="Times New Roman"/>
                <a:cs typeface="Times New Roman"/>
              </a:rPr>
              <a:t>n</a:t>
            </a:r>
            <a:r>
              <a:rPr dirty="0" sz="3450" spc="-275">
                <a:latin typeface="Times New Roman"/>
                <a:cs typeface="Times New Roman"/>
              </a:rPr>
              <a:t> </a:t>
            </a:r>
            <a:r>
              <a:rPr dirty="0" sz="3450" spc="-235">
                <a:latin typeface="Symbol"/>
                <a:cs typeface="Symbol"/>
              </a:rPr>
              <a:t></a:t>
            </a:r>
            <a:r>
              <a:rPr dirty="0" sz="3450" spc="-434">
                <a:latin typeface="Times New Roman"/>
                <a:cs typeface="Times New Roman"/>
              </a:rPr>
              <a:t> </a:t>
            </a:r>
            <a:r>
              <a:rPr dirty="0" sz="3450" spc="-235">
                <a:latin typeface="Times New Roman"/>
                <a:cs typeface="Times New Roman"/>
              </a:rPr>
              <a:t>3n+n</a:t>
            </a:r>
            <a:r>
              <a:rPr dirty="0" sz="3450" spc="-280">
                <a:latin typeface="Times New Roman"/>
                <a:cs typeface="Times New Roman"/>
              </a:rPr>
              <a:t> </a:t>
            </a:r>
            <a:r>
              <a:rPr dirty="0" sz="3450" spc="-235">
                <a:latin typeface="Symbol"/>
                <a:cs typeface="Symbol"/>
              </a:rPr>
              <a:t></a:t>
            </a:r>
            <a:r>
              <a:rPr dirty="0" sz="3450" spc="-340">
                <a:latin typeface="Times New Roman"/>
                <a:cs typeface="Times New Roman"/>
              </a:rPr>
              <a:t> </a:t>
            </a:r>
            <a:r>
              <a:rPr dirty="0" sz="3450">
                <a:latin typeface="Times New Roman"/>
                <a:cs typeface="Times New Roman"/>
              </a:rPr>
              <a:t>n </a:t>
            </a:r>
            <a:r>
              <a:rPr dirty="0" baseline="-35426" sz="5175" spc="-352">
                <a:latin typeface="Symbol"/>
                <a:cs typeface="Symbol"/>
              </a:rPr>
              <a:t></a:t>
            </a:r>
            <a:r>
              <a:rPr dirty="0" baseline="-35426" sz="5175" spc="-82">
                <a:latin typeface="Times New Roman"/>
                <a:cs typeface="Times New Roman"/>
              </a:rPr>
              <a:t> </a:t>
            </a:r>
            <a:r>
              <a:rPr dirty="0" sz="3450" spc="-25">
                <a:latin typeface="Times New Roman"/>
                <a:cs typeface="Times New Roman"/>
              </a:rPr>
              <a:t>3n</a:t>
            </a:r>
            <a:endParaRPr sz="3450">
              <a:latin typeface="Times New Roman"/>
              <a:cs typeface="Times New Roman"/>
            </a:endParaRPr>
          </a:p>
        </p:txBody>
      </p:sp>
      <p:grpSp>
        <p:nvGrpSpPr>
          <p:cNvPr id="17" name="object 17" descr=""/>
          <p:cNvGrpSpPr/>
          <p:nvPr/>
        </p:nvGrpSpPr>
        <p:grpSpPr>
          <a:xfrm>
            <a:off x="5175948" y="5666676"/>
            <a:ext cx="2815590" cy="998219"/>
            <a:chOff x="5175948" y="5666676"/>
            <a:chExt cx="2815590" cy="998219"/>
          </a:xfrm>
        </p:grpSpPr>
        <p:sp>
          <p:nvSpPr>
            <p:cNvPr id="18" name="object 18" descr=""/>
            <p:cNvSpPr/>
            <p:nvPr/>
          </p:nvSpPr>
          <p:spPr>
            <a:xfrm>
              <a:off x="5180710" y="5671439"/>
              <a:ext cx="2806065" cy="988694"/>
            </a:xfrm>
            <a:custGeom>
              <a:avLst/>
              <a:gdLst/>
              <a:ahLst/>
              <a:cxnLst/>
              <a:rect l="l" t="t" r="r" b="b"/>
              <a:pathLst>
                <a:path w="2806065" h="988695">
                  <a:moveTo>
                    <a:pt x="2256028" y="268224"/>
                  </a:moveTo>
                  <a:lnTo>
                    <a:pt x="120014" y="268224"/>
                  </a:lnTo>
                  <a:lnTo>
                    <a:pt x="73294" y="277653"/>
                  </a:lnTo>
                  <a:lnTo>
                    <a:pt x="35147" y="303368"/>
                  </a:lnTo>
                  <a:lnTo>
                    <a:pt x="9429" y="341508"/>
                  </a:lnTo>
                  <a:lnTo>
                    <a:pt x="0" y="388213"/>
                  </a:lnTo>
                  <a:lnTo>
                    <a:pt x="0" y="868133"/>
                  </a:lnTo>
                  <a:lnTo>
                    <a:pt x="9429" y="914839"/>
                  </a:lnTo>
                  <a:lnTo>
                    <a:pt x="35147" y="952979"/>
                  </a:lnTo>
                  <a:lnTo>
                    <a:pt x="73294" y="978694"/>
                  </a:lnTo>
                  <a:lnTo>
                    <a:pt x="120014" y="988123"/>
                  </a:lnTo>
                  <a:lnTo>
                    <a:pt x="2256028" y="988123"/>
                  </a:lnTo>
                  <a:lnTo>
                    <a:pt x="2302748" y="978694"/>
                  </a:lnTo>
                  <a:lnTo>
                    <a:pt x="2340895" y="952979"/>
                  </a:lnTo>
                  <a:lnTo>
                    <a:pt x="2366613" y="914839"/>
                  </a:lnTo>
                  <a:lnTo>
                    <a:pt x="2376042" y="868133"/>
                  </a:lnTo>
                  <a:lnTo>
                    <a:pt x="2376042" y="388213"/>
                  </a:lnTo>
                  <a:lnTo>
                    <a:pt x="2366613" y="341508"/>
                  </a:lnTo>
                  <a:lnTo>
                    <a:pt x="2340895" y="303368"/>
                  </a:lnTo>
                  <a:lnTo>
                    <a:pt x="2302748" y="277653"/>
                  </a:lnTo>
                  <a:lnTo>
                    <a:pt x="2256028" y="268224"/>
                  </a:lnTo>
                  <a:close/>
                </a:path>
                <a:path w="2806065" h="988695">
                  <a:moveTo>
                    <a:pt x="2805938" y="0"/>
                  </a:moveTo>
                  <a:lnTo>
                    <a:pt x="1386078" y="268224"/>
                  </a:lnTo>
                  <a:lnTo>
                    <a:pt x="1980057" y="268224"/>
                  </a:lnTo>
                  <a:lnTo>
                    <a:pt x="2805938" y="0"/>
                  </a:lnTo>
                  <a:close/>
                </a:path>
              </a:pathLst>
            </a:custGeom>
            <a:solidFill>
              <a:srgbClr val="FAC995"/>
            </a:solidFill>
          </p:spPr>
          <p:txBody>
            <a:bodyPr wrap="square" lIns="0" tIns="0" rIns="0" bIns="0" rtlCol="0"/>
            <a:lstStyle/>
            <a:p/>
          </p:txBody>
        </p:sp>
        <p:sp>
          <p:nvSpPr>
            <p:cNvPr id="19" name="object 19" descr=""/>
            <p:cNvSpPr/>
            <p:nvPr/>
          </p:nvSpPr>
          <p:spPr>
            <a:xfrm>
              <a:off x="5180710" y="5671439"/>
              <a:ext cx="2806065" cy="988694"/>
            </a:xfrm>
            <a:custGeom>
              <a:avLst/>
              <a:gdLst/>
              <a:ahLst/>
              <a:cxnLst/>
              <a:rect l="l" t="t" r="r" b="b"/>
              <a:pathLst>
                <a:path w="2806065" h="988695">
                  <a:moveTo>
                    <a:pt x="0" y="388213"/>
                  </a:moveTo>
                  <a:lnTo>
                    <a:pt x="9429" y="341508"/>
                  </a:lnTo>
                  <a:lnTo>
                    <a:pt x="35147" y="303368"/>
                  </a:lnTo>
                  <a:lnTo>
                    <a:pt x="73294" y="277653"/>
                  </a:lnTo>
                  <a:lnTo>
                    <a:pt x="120014" y="268224"/>
                  </a:lnTo>
                  <a:lnTo>
                    <a:pt x="1386078" y="268224"/>
                  </a:lnTo>
                  <a:lnTo>
                    <a:pt x="2805938" y="0"/>
                  </a:lnTo>
                  <a:lnTo>
                    <a:pt x="1980057" y="268224"/>
                  </a:lnTo>
                  <a:lnTo>
                    <a:pt x="2256028" y="268224"/>
                  </a:lnTo>
                  <a:lnTo>
                    <a:pt x="2302748" y="277653"/>
                  </a:lnTo>
                  <a:lnTo>
                    <a:pt x="2340895" y="303368"/>
                  </a:lnTo>
                  <a:lnTo>
                    <a:pt x="2366613" y="341508"/>
                  </a:lnTo>
                  <a:lnTo>
                    <a:pt x="2376042" y="388213"/>
                  </a:lnTo>
                  <a:lnTo>
                    <a:pt x="2376042" y="568185"/>
                  </a:lnTo>
                  <a:lnTo>
                    <a:pt x="2376042" y="868133"/>
                  </a:lnTo>
                  <a:lnTo>
                    <a:pt x="2366613" y="914839"/>
                  </a:lnTo>
                  <a:lnTo>
                    <a:pt x="2340895" y="952979"/>
                  </a:lnTo>
                  <a:lnTo>
                    <a:pt x="2302748" y="978694"/>
                  </a:lnTo>
                  <a:lnTo>
                    <a:pt x="2256028" y="988123"/>
                  </a:lnTo>
                  <a:lnTo>
                    <a:pt x="1980057" y="988123"/>
                  </a:lnTo>
                  <a:lnTo>
                    <a:pt x="1386078" y="988123"/>
                  </a:lnTo>
                  <a:lnTo>
                    <a:pt x="120014" y="988123"/>
                  </a:lnTo>
                  <a:lnTo>
                    <a:pt x="73294" y="978694"/>
                  </a:lnTo>
                  <a:lnTo>
                    <a:pt x="35147" y="952979"/>
                  </a:lnTo>
                  <a:lnTo>
                    <a:pt x="9429" y="914839"/>
                  </a:lnTo>
                  <a:lnTo>
                    <a:pt x="0" y="868133"/>
                  </a:lnTo>
                  <a:lnTo>
                    <a:pt x="0" y="568185"/>
                  </a:lnTo>
                  <a:lnTo>
                    <a:pt x="0" y="388213"/>
                  </a:lnTo>
                  <a:close/>
                </a:path>
              </a:pathLst>
            </a:custGeom>
            <a:ln w="9524">
              <a:solidFill>
                <a:srgbClr val="40458B"/>
              </a:solidFill>
            </a:ln>
          </p:spPr>
          <p:txBody>
            <a:bodyPr wrap="square" lIns="0" tIns="0" rIns="0" bIns="0" rtlCol="0"/>
            <a:lstStyle/>
            <a:p/>
          </p:txBody>
        </p:sp>
      </p:grpSp>
      <p:sp>
        <p:nvSpPr>
          <p:cNvPr id="20" name="object 20" descr=""/>
          <p:cNvSpPr txBox="1"/>
          <p:nvPr/>
        </p:nvSpPr>
        <p:spPr>
          <a:xfrm>
            <a:off x="5295391" y="5261653"/>
            <a:ext cx="2813685" cy="1383665"/>
          </a:xfrm>
          <a:prstGeom prst="rect">
            <a:avLst/>
          </a:prstGeom>
        </p:spPr>
        <p:txBody>
          <a:bodyPr wrap="square" lIns="0" tIns="15240" rIns="0" bIns="0" rtlCol="0" vert="horz">
            <a:spAutoFit/>
          </a:bodyPr>
          <a:lstStyle/>
          <a:p>
            <a:pPr marL="179705">
              <a:lnSpc>
                <a:spcPct val="100000"/>
              </a:lnSpc>
              <a:spcBef>
                <a:spcPts val="120"/>
              </a:spcBef>
              <a:tabLst>
                <a:tab pos="2458085" algn="l"/>
              </a:tabLst>
            </a:pPr>
            <a:r>
              <a:rPr dirty="0" sz="3450" spc="-50">
                <a:latin typeface="Times New Roman"/>
                <a:cs typeface="Times New Roman"/>
              </a:rPr>
              <a:t>4</a:t>
            </a:r>
            <a:r>
              <a:rPr dirty="0" sz="3450">
                <a:latin typeface="Times New Roman"/>
                <a:cs typeface="Times New Roman"/>
              </a:rPr>
              <a:t>	</a:t>
            </a:r>
            <a:r>
              <a:rPr dirty="0" sz="3450" spc="-165">
                <a:latin typeface="Times New Roman"/>
                <a:cs typeface="Times New Roman"/>
              </a:rPr>
              <a:t>4s</a:t>
            </a:r>
            <a:endParaRPr sz="3450">
              <a:latin typeface="Times New Roman"/>
              <a:cs typeface="Times New Roman"/>
            </a:endParaRPr>
          </a:p>
          <a:p>
            <a:pPr marL="12700">
              <a:lnSpc>
                <a:spcPct val="100000"/>
              </a:lnSpc>
              <a:spcBef>
                <a:spcPts val="1730"/>
              </a:spcBef>
            </a:pPr>
            <a:r>
              <a:rPr dirty="0" sz="2000" spc="-10">
                <a:solidFill>
                  <a:srgbClr val="40458B"/>
                </a:solidFill>
                <a:latin typeface="Tahoma"/>
                <a:cs typeface="Tahoma"/>
              </a:rPr>
              <a:t>4</a:t>
            </a:r>
            <a:r>
              <a:rPr dirty="0" sz="2000" spc="-15">
                <a:solidFill>
                  <a:srgbClr val="40458B"/>
                </a:solidFill>
                <a:latin typeface="黑体"/>
                <a:cs typeface="黑体"/>
              </a:rPr>
              <a:t>个段总的时空区，</a:t>
            </a:r>
            <a:endParaRPr sz="2000">
              <a:latin typeface="黑体"/>
              <a:cs typeface="黑体"/>
            </a:endParaRPr>
          </a:p>
          <a:p>
            <a:pPr marL="12700">
              <a:lnSpc>
                <a:spcPct val="100000"/>
              </a:lnSpc>
            </a:pPr>
            <a:r>
              <a:rPr dirty="0" sz="2000" spc="-20">
                <a:solidFill>
                  <a:srgbClr val="40458B"/>
                </a:solidFill>
                <a:latin typeface="黑体"/>
                <a:cs typeface="黑体"/>
              </a:rPr>
              <a:t>即方格总数目</a:t>
            </a:r>
            <a:endParaRPr sz="2000">
              <a:latin typeface="黑体"/>
              <a:cs typeface="黑体"/>
            </a:endParaRPr>
          </a:p>
        </p:txBody>
      </p:sp>
      <p:grpSp>
        <p:nvGrpSpPr>
          <p:cNvPr id="21" name="object 21" descr=""/>
          <p:cNvGrpSpPr/>
          <p:nvPr/>
        </p:nvGrpSpPr>
        <p:grpSpPr>
          <a:xfrm>
            <a:off x="7483538" y="3784663"/>
            <a:ext cx="3124200" cy="867410"/>
            <a:chOff x="7483538" y="3784663"/>
            <a:chExt cx="3124200" cy="867410"/>
          </a:xfrm>
        </p:grpSpPr>
        <p:sp>
          <p:nvSpPr>
            <p:cNvPr id="22" name="object 22" descr=""/>
            <p:cNvSpPr/>
            <p:nvPr/>
          </p:nvSpPr>
          <p:spPr>
            <a:xfrm>
              <a:off x="7488301" y="3789426"/>
              <a:ext cx="3114675" cy="857885"/>
            </a:xfrm>
            <a:custGeom>
              <a:avLst/>
              <a:gdLst/>
              <a:ahLst/>
              <a:cxnLst/>
              <a:rect l="l" t="t" r="r" b="b"/>
              <a:pathLst>
                <a:path w="3114675" h="857885">
                  <a:moveTo>
                    <a:pt x="2994659" y="0"/>
                  </a:moveTo>
                  <a:lnTo>
                    <a:pt x="858647" y="0"/>
                  </a:lnTo>
                  <a:lnTo>
                    <a:pt x="811926" y="9409"/>
                  </a:lnTo>
                  <a:lnTo>
                    <a:pt x="773779" y="35083"/>
                  </a:lnTo>
                  <a:lnTo>
                    <a:pt x="748061" y="73187"/>
                  </a:lnTo>
                  <a:lnTo>
                    <a:pt x="738631" y="119887"/>
                  </a:lnTo>
                  <a:lnTo>
                    <a:pt x="738631" y="419862"/>
                  </a:lnTo>
                  <a:lnTo>
                    <a:pt x="0" y="857885"/>
                  </a:lnTo>
                  <a:lnTo>
                    <a:pt x="738631" y="599821"/>
                  </a:lnTo>
                  <a:lnTo>
                    <a:pt x="3114675" y="599821"/>
                  </a:lnTo>
                  <a:lnTo>
                    <a:pt x="3114675" y="119887"/>
                  </a:lnTo>
                  <a:lnTo>
                    <a:pt x="3105245" y="73187"/>
                  </a:lnTo>
                  <a:lnTo>
                    <a:pt x="3079527" y="35083"/>
                  </a:lnTo>
                  <a:lnTo>
                    <a:pt x="3041380" y="9409"/>
                  </a:lnTo>
                  <a:lnTo>
                    <a:pt x="2994659" y="0"/>
                  </a:lnTo>
                  <a:close/>
                </a:path>
                <a:path w="3114675" h="857885">
                  <a:moveTo>
                    <a:pt x="3114675" y="599821"/>
                  </a:moveTo>
                  <a:lnTo>
                    <a:pt x="738631" y="599821"/>
                  </a:lnTo>
                  <a:lnTo>
                    <a:pt x="748061" y="646541"/>
                  </a:lnTo>
                  <a:lnTo>
                    <a:pt x="773779" y="684688"/>
                  </a:lnTo>
                  <a:lnTo>
                    <a:pt x="811926" y="710406"/>
                  </a:lnTo>
                  <a:lnTo>
                    <a:pt x="858647" y="719836"/>
                  </a:lnTo>
                  <a:lnTo>
                    <a:pt x="2994659" y="719836"/>
                  </a:lnTo>
                  <a:lnTo>
                    <a:pt x="3041380" y="710406"/>
                  </a:lnTo>
                  <a:lnTo>
                    <a:pt x="3079527" y="684688"/>
                  </a:lnTo>
                  <a:lnTo>
                    <a:pt x="3105245" y="646541"/>
                  </a:lnTo>
                  <a:lnTo>
                    <a:pt x="3114675" y="599821"/>
                  </a:lnTo>
                  <a:close/>
                </a:path>
              </a:pathLst>
            </a:custGeom>
            <a:solidFill>
              <a:srgbClr val="FAC995"/>
            </a:solidFill>
          </p:spPr>
          <p:txBody>
            <a:bodyPr wrap="square" lIns="0" tIns="0" rIns="0" bIns="0" rtlCol="0"/>
            <a:lstStyle/>
            <a:p/>
          </p:txBody>
        </p:sp>
        <p:sp>
          <p:nvSpPr>
            <p:cNvPr id="23" name="object 23" descr=""/>
            <p:cNvSpPr/>
            <p:nvPr/>
          </p:nvSpPr>
          <p:spPr>
            <a:xfrm>
              <a:off x="7488301" y="3789426"/>
              <a:ext cx="3114675" cy="857885"/>
            </a:xfrm>
            <a:custGeom>
              <a:avLst/>
              <a:gdLst/>
              <a:ahLst/>
              <a:cxnLst/>
              <a:rect l="l" t="t" r="r" b="b"/>
              <a:pathLst>
                <a:path w="3114675" h="857885">
                  <a:moveTo>
                    <a:pt x="738631" y="119887"/>
                  </a:moveTo>
                  <a:lnTo>
                    <a:pt x="748061" y="73187"/>
                  </a:lnTo>
                  <a:lnTo>
                    <a:pt x="773779" y="35083"/>
                  </a:lnTo>
                  <a:lnTo>
                    <a:pt x="811926" y="9409"/>
                  </a:lnTo>
                  <a:lnTo>
                    <a:pt x="858647" y="0"/>
                  </a:lnTo>
                  <a:lnTo>
                    <a:pt x="1134618" y="0"/>
                  </a:lnTo>
                  <a:lnTo>
                    <a:pt x="1728597" y="0"/>
                  </a:lnTo>
                  <a:lnTo>
                    <a:pt x="2994659" y="0"/>
                  </a:lnTo>
                  <a:lnTo>
                    <a:pt x="3041380" y="9409"/>
                  </a:lnTo>
                  <a:lnTo>
                    <a:pt x="3079527" y="35083"/>
                  </a:lnTo>
                  <a:lnTo>
                    <a:pt x="3105245" y="73187"/>
                  </a:lnTo>
                  <a:lnTo>
                    <a:pt x="3114675" y="119887"/>
                  </a:lnTo>
                  <a:lnTo>
                    <a:pt x="3114675" y="419862"/>
                  </a:lnTo>
                  <a:lnTo>
                    <a:pt x="3114675" y="599821"/>
                  </a:lnTo>
                  <a:lnTo>
                    <a:pt x="3105245" y="646541"/>
                  </a:lnTo>
                  <a:lnTo>
                    <a:pt x="3079527" y="684688"/>
                  </a:lnTo>
                  <a:lnTo>
                    <a:pt x="3041380" y="710406"/>
                  </a:lnTo>
                  <a:lnTo>
                    <a:pt x="2994659" y="719836"/>
                  </a:lnTo>
                  <a:lnTo>
                    <a:pt x="1728597" y="719836"/>
                  </a:lnTo>
                  <a:lnTo>
                    <a:pt x="1134618" y="719836"/>
                  </a:lnTo>
                  <a:lnTo>
                    <a:pt x="858647" y="719836"/>
                  </a:lnTo>
                  <a:lnTo>
                    <a:pt x="811926" y="710406"/>
                  </a:lnTo>
                  <a:lnTo>
                    <a:pt x="773779" y="684688"/>
                  </a:lnTo>
                  <a:lnTo>
                    <a:pt x="748061" y="646541"/>
                  </a:lnTo>
                  <a:lnTo>
                    <a:pt x="738631" y="599821"/>
                  </a:lnTo>
                  <a:lnTo>
                    <a:pt x="0" y="857885"/>
                  </a:lnTo>
                  <a:lnTo>
                    <a:pt x="738631" y="419862"/>
                  </a:lnTo>
                  <a:lnTo>
                    <a:pt x="738631" y="119887"/>
                  </a:lnTo>
                  <a:close/>
                </a:path>
              </a:pathLst>
            </a:custGeom>
            <a:ln w="9525">
              <a:solidFill>
                <a:srgbClr val="40458B"/>
              </a:solidFill>
            </a:ln>
          </p:spPr>
          <p:txBody>
            <a:bodyPr wrap="square" lIns="0" tIns="0" rIns="0" bIns="0" rtlCol="0"/>
            <a:lstStyle/>
            <a:p/>
          </p:txBody>
        </p:sp>
      </p:grpSp>
      <p:sp>
        <p:nvSpPr>
          <p:cNvPr id="24" name="object 24" descr=""/>
          <p:cNvSpPr txBox="1"/>
          <p:nvPr/>
        </p:nvSpPr>
        <p:spPr>
          <a:xfrm>
            <a:off x="8341868" y="3858514"/>
            <a:ext cx="2232025" cy="635635"/>
          </a:xfrm>
          <a:prstGeom prst="rect">
            <a:avLst/>
          </a:prstGeom>
        </p:spPr>
        <p:txBody>
          <a:bodyPr wrap="square" lIns="0" tIns="12700" rIns="0" bIns="0" rtlCol="0" vert="horz">
            <a:spAutoFit/>
          </a:bodyPr>
          <a:lstStyle/>
          <a:p>
            <a:pPr marL="12700" marR="5080">
              <a:lnSpc>
                <a:spcPct val="100000"/>
              </a:lnSpc>
              <a:spcBef>
                <a:spcPts val="100"/>
              </a:spcBef>
            </a:pPr>
            <a:r>
              <a:rPr dirty="0" sz="2000" spc="-10">
                <a:solidFill>
                  <a:srgbClr val="40458B"/>
                </a:solidFill>
                <a:latin typeface="Tahoma"/>
                <a:cs typeface="Tahoma"/>
              </a:rPr>
              <a:t>N</a:t>
            </a:r>
            <a:r>
              <a:rPr dirty="0" sz="2000" spc="-15">
                <a:solidFill>
                  <a:srgbClr val="40458B"/>
                </a:solidFill>
                <a:latin typeface="黑体"/>
                <a:cs typeface="黑体"/>
              </a:rPr>
              <a:t>个任务的时空区，即白色方格总数目</a:t>
            </a:r>
            <a:endParaRPr sz="2000">
              <a:latin typeface="黑体"/>
              <a:cs typeface="黑体"/>
            </a:endParaRPr>
          </a:p>
        </p:txBody>
      </p:sp>
      <p:sp>
        <p:nvSpPr>
          <p:cNvPr id="25" name="object 25" descr=""/>
          <p:cNvSpPr/>
          <p:nvPr/>
        </p:nvSpPr>
        <p:spPr>
          <a:xfrm>
            <a:off x="1631950" y="4676775"/>
            <a:ext cx="2016125" cy="1200150"/>
          </a:xfrm>
          <a:custGeom>
            <a:avLst/>
            <a:gdLst/>
            <a:ahLst/>
            <a:cxnLst/>
            <a:rect l="l" t="t" r="r" b="b"/>
            <a:pathLst>
              <a:path w="2016125" h="1200150">
                <a:moveTo>
                  <a:pt x="0" y="200025"/>
                </a:moveTo>
                <a:lnTo>
                  <a:pt x="5281" y="154155"/>
                </a:lnTo>
                <a:lnTo>
                  <a:pt x="20327" y="112050"/>
                </a:lnTo>
                <a:lnTo>
                  <a:pt x="43937" y="74911"/>
                </a:lnTo>
                <a:lnTo>
                  <a:pt x="74911" y="43937"/>
                </a:lnTo>
                <a:lnTo>
                  <a:pt x="112050" y="20327"/>
                </a:lnTo>
                <a:lnTo>
                  <a:pt x="154155" y="5281"/>
                </a:lnTo>
                <a:lnTo>
                  <a:pt x="200025" y="0"/>
                </a:lnTo>
                <a:lnTo>
                  <a:pt x="1816100" y="0"/>
                </a:lnTo>
                <a:lnTo>
                  <a:pt x="1861969" y="5281"/>
                </a:lnTo>
                <a:lnTo>
                  <a:pt x="1904074" y="20327"/>
                </a:lnTo>
                <a:lnTo>
                  <a:pt x="1941213" y="43937"/>
                </a:lnTo>
                <a:lnTo>
                  <a:pt x="1972187" y="74911"/>
                </a:lnTo>
                <a:lnTo>
                  <a:pt x="1995797" y="112050"/>
                </a:lnTo>
                <a:lnTo>
                  <a:pt x="2010843" y="154155"/>
                </a:lnTo>
                <a:lnTo>
                  <a:pt x="2016125" y="200025"/>
                </a:lnTo>
                <a:lnTo>
                  <a:pt x="2016125" y="1000125"/>
                </a:lnTo>
                <a:lnTo>
                  <a:pt x="2010843" y="1045986"/>
                </a:lnTo>
                <a:lnTo>
                  <a:pt x="1995797" y="1088088"/>
                </a:lnTo>
                <a:lnTo>
                  <a:pt x="1972187" y="1125227"/>
                </a:lnTo>
                <a:lnTo>
                  <a:pt x="1941213" y="1156204"/>
                </a:lnTo>
                <a:lnTo>
                  <a:pt x="1904074" y="1179818"/>
                </a:lnTo>
                <a:lnTo>
                  <a:pt x="1861969" y="1194866"/>
                </a:lnTo>
                <a:lnTo>
                  <a:pt x="1816100" y="1200150"/>
                </a:lnTo>
                <a:lnTo>
                  <a:pt x="200025" y="1200150"/>
                </a:lnTo>
                <a:lnTo>
                  <a:pt x="154155" y="1194866"/>
                </a:lnTo>
                <a:lnTo>
                  <a:pt x="112050" y="1179818"/>
                </a:lnTo>
                <a:lnTo>
                  <a:pt x="74911" y="1156204"/>
                </a:lnTo>
                <a:lnTo>
                  <a:pt x="43937" y="1125227"/>
                </a:lnTo>
                <a:lnTo>
                  <a:pt x="20327" y="1088088"/>
                </a:lnTo>
                <a:lnTo>
                  <a:pt x="5281" y="1045986"/>
                </a:lnTo>
                <a:lnTo>
                  <a:pt x="0" y="1000125"/>
                </a:lnTo>
                <a:lnTo>
                  <a:pt x="0" y="200025"/>
                </a:lnTo>
                <a:close/>
              </a:path>
            </a:pathLst>
          </a:custGeom>
          <a:ln w="9525">
            <a:solidFill>
              <a:srgbClr val="40458B"/>
            </a:solidFill>
          </a:ln>
        </p:spPr>
        <p:txBody>
          <a:bodyPr wrap="square" lIns="0" tIns="0" rIns="0" bIns="0" rtlCol="0"/>
          <a:lstStyle/>
          <a:p/>
        </p:txBody>
      </p:sp>
      <p:sp>
        <p:nvSpPr>
          <p:cNvPr id="26" name="object 26" descr=""/>
          <p:cNvSpPr txBox="1"/>
          <p:nvPr/>
        </p:nvSpPr>
        <p:spPr>
          <a:xfrm>
            <a:off x="1769491" y="4769611"/>
            <a:ext cx="1854200" cy="1123315"/>
          </a:xfrm>
          <a:prstGeom prst="rect">
            <a:avLst/>
          </a:prstGeom>
        </p:spPr>
        <p:txBody>
          <a:bodyPr wrap="square" lIns="0" tIns="12700" rIns="0" bIns="0" rtlCol="0" vert="horz">
            <a:spAutoFit/>
          </a:bodyPr>
          <a:lstStyle/>
          <a:p>
            <a:pPr algn="just" marL="12700" marR="5080">
              <a:lnSpc>
                <a:spcPct val="100000"/>
              </a:lnSpc>
              <a:spcBef>
                <a:spcPts val="100"/>
              </a:spcBef>
            </a:pPr>
            <a:r>
              <a:rPr dirty="0" sz="2400" spc="-10">
                <a:solidFill>
                  <a:srgbClr val="FF0000"/>
                </a:solidFill>
                <a:latin typeface="黑体"/>
                <a:cs typeface="黑体"/>
              </a:rPr>
              <a:t>适合任何类型的流水线的效</a:t>
            </a:r>
            <a:r>
              <a:rPr dirty="0" sz="2400" spc="-25">
                <a:solidFill>
                  <a:srgbClr val="FF0000"/>
                </a:solidFill>
                <a:latin typeface="黑体"/>
                <a:cs typeface="黑体"/>
              </a:rPr>
              <a:t>率计算</a:t>
            </a:r>
            <a:endParaRPr sz="2400">
              <a:latin typeface="黑体"/>
              <a:cs typeface="黑体"/>
            </a:endParaRPr>
          </a:p>
        </p:txBody>
      </p:sp>
      <p:grpSp>
        <p:nvGrpSpPr>
          <p:cNvPr id="27" name="object 27" descr=""/>
          <p:cNvGrpSpPr/>
          <p:nvPr/>
        </p:nvGrpSpPr>
        <p:grpSpPr>
          <a:xfrm>
            <a:off x="5988558" y="2133473"/>
            <a:ext cx="3057525" cy="3113405"/>
            <a:chOff x="5988558" y="2133473"/>
            <a:chExt cx="3057525" cy="3113405"/>
          </a:xfrm>
        </p:grpSpPr>
        <p:sp>
          <p:nvSpPr>
            <p:cNvPr id="28" name="object 28" descr=""/>
            <p:cNvSpPr/>
            <p:nvPr/>
          </p:nvSpPr>
          <p:spPr>
            <a:xfrm>
              <a:off x="6778625" y="4668393"/>
              <a:ext cx="2262505" cy="574040"/>
            </a:xfrm>
            <a:custGeom>
              <a:avLst/>
              <a:gdLst/>
              <a:ahLst/>
              <a:cxnLst/>
              <a:rect l="l" t="t" r="r" b="b"/>
              <a:pathLst>
                <a:path w="2262504" h="574039">
                  <a:moveTo>
                    <a:pt x="0" y="286765"/>
                  </a:moveTo>
                  <a:lnTo>
                    <a:pt x="19627" y="233294"/>
                  </a:lnTo>
                  <a:lnTo>
                    <a:pt x="53418" y="199424"/>
                  </a:lnTo>
                  <a:lnTo>
                    <a:pt x="102536" y="167290"/>
                  </a:lnTo>
                  <a:lnTo>
                    <a:pt x="165923" y="137162"/>
                  </a:lnTo>
                  <a:lnTo>
                    <a:pt x="202636" y="122933"/>
                  </a:lnTo>
                  <a:lnTo>
                    <a:pt x="242518" y="109307"/>
                  </a:lnTo>
                  <a:lnTo>
                    <a:pt x="285438" y="96316"/>
                  </a:lnTo>
                  <a:lnTo>
                    <a:pt x="331263" y="83994"/>
                  </a:lnTo>
                  <a:lnTo>
                    <a:pt x="379860" y="72375"/>
                  </a:lnTo>
                  <a:lnTo>
                    <a:pt x="431097" y="61493"/>
                  </a:lnTo>
                  <a:lnTo>
                    <a:pt x="484842" y="51380"/>
                  </a:lnTo>
                  <a:lnTo>
                    <a:pt x="540962" y="42072"/>
                  </a:lnTo>
                  <a:lnTo>
                    <a:pt x="599324" y="33600"/>
                  </a:lnTo>
                  <a:lnTo>
                    <a:pt x="659796" y="25999"/>
                  </a:lnTo>
                  <a:lnTo>
                    <a:pt x="722246" y="19303"/>
                  </a:lnTo>
                  <a:lnTo>
                    <a:pt x="786542" y="13545"/>
                  </a:lnTo>
                  <a:lnTo>
                    <a:pt x="852550" y="8758"/>
                  </a:lnTo>
                  <a:lnTo>
                    <a:pt x="920138" y="4977"/>
                  </a:lnTo>
                  <a:lnTo>
                    <a:pt x="989175" y="2234"/>
                  </a:lnTo>
                  <a:lnTo>
                    <a:pt x="1059527" y="564"/>
                  </a:lnTo>
                  <a:lnTo>
                    <a:pt x="1131061" y="0"/>
                  </a:lnTo>
                  <a:lnTo>
                    <a:pt x="1202597" y="564"/>
                  </a:lnTo>
                  <a:lnTo>
                    <a:pt x="1272950" y="2234"/>
                  </a:lnTo>
                  <a:lnTo>
                    <a:pt x="1341989" y="4977"/>
                  </a:lnTo>
                  <a:lnTo>
                    <a:pt x="1409581" y="8758"/>
                  </a:lnTo>
                  <a:lnTo>
                    <a:pt x="1475594" y="13545"/>
                  </a:lnTo>
                  <a:lnTo>
                    <a:pt x="1539894" y="19303"/>
                  </a:lnTo>
                  <a:lnTo>
                    <a:pt x="1602350" y="25999"/>
                  </a:lnTo>
                  <a:lnTo>
                    <a:pt x="1662828" y="33600"/>
                  </a:lnTo>
                  <a:lnTo>
                    <a:pt x="1721197" y="42072"/>
                  </a:lnTo>
                  <a:lnTo>
                    <a:pt x="1777323" y="51380"/>
                  </a:lnTo>
                  <a:lnTo>
                    <a:pt x="1831075" y="61493"/>
                  </a:lnTo>
                  <a:lnTo>
                    <a:pt x="1882319" y="72375"/>
                  </a:lnTo>
                  <a:lnTo>
                    <a:pt x="1930923" y="83994"/>
                  </a:lnTo>
                  <a:lnTo>
                    <a:pt x="1976755" y="96316"/>
                  </a:lnTo>
                  <a:lnTo>
                    <a:pt x="2019683" y="109307"/>
                  </a:lnTo>
                  <a:lnTo>
                    <a:pt x="2059572" y="122933"/>
                  </a:lnTo>
                  <a:lnTo>
                    <a:pt x="2096292" y="137162"/>
                  </a:lnTo>
                  <a:lnTo>
                    <a:pt x="2159691" y="167290"/>
                  </a:lnTo>
                  <a:lnTo>
                    <a:pt x="2208820" y="199424"/>
                  </a:lnTo>
                  <a:lnTo>
                    <a:pt x="2242618" y="233294"/>
                  </a:lnTo>
                  <a:lnTo>
                    <a:pt x="2260025" y="268631"/>
                  </a:lnTo>
                  <a:lnTo>
                    <a:pt x="2262251" y="286765"/>
                  </a:lnTo>
                  <a:lnTo>
                    <a:pt x="2260025" y="304900"/>
                  </a:lnTo>
                  <a:lnTo>
                    <a:pt x="2242618" y="340237"/>
                  </a:lnTo>
                  <a:lnTo>
                    <a:pt x="2208820" y="374107"/>
                  </a:lnTo>
                  <a:lnTo>
                    <a:pt x="2159691" y="406241"/>
                  </a:lnTo>
                  <a:lnTo>
                    <a:pt x="2096292" y="436369"/>
                  </a:lnTo>
                  <a:lnTo>
                    <a:pt x="2059572" y="450598"/>
                  </a:lnTo>
                  <a:lnTo>
                    <a:pt x="2019683" y="464224"/>
                  </a:lnTo>
                  <a:lnTo>
                    <a:pt x="1976755" y="477215"/>
                  </a:lnTo>
                  <a:lnTo>
                    <a:pt x="1930923" y="489537"/>
                  </a:lnTo>
                  <a:lnTo>
                    <a:pt x="1882319" y="501156"/>
                  </a:lnTo>
                  <a:lnTo>
                    <a:pt x="1831075" y="512038"/>
                  </a:lnTo>
                  <a:lnTo>
                    <a:pt x="1777323" y="522151"/>
                  </a:lnTo>
                  <a:lnTo>
                    <a:pt x="1721197" y="531459"/>
                  </a:lnTo>
                  <a:lnTo>
                    <a:pt x="1662828" y="539931"/>
                  </a:lnTo>
                  <a:lnTo>
                    <a:pt x="1602350" y="547532"/>
                  </a:lnTo>
                  <a:lnTo>
                    <a:pt x="1539894" y="554228"/>
                  </a:lnTo>
                  <a:lnTo>
                    <a:pt x="1475594" y="559986"/>
                  </a:lnTo>
                  <a:lnTo>
                    <a:pt x="1409581" y="564773"/>
                  </a:lnTo>
                  <a:lnTo>
                    <a:pt x="1341989" y="568554"/>
                  </a:lnTo>
                  <a:lnTo>
                    <a:pt x="1272950" y="571297"/>
                  </a:lnTo>
                  <a:lnTo>
                    <a:pt x="1202597" y="572967"/>
                  </a:lnTo>
                  <a:lnTo>
                    <a:pt x="1131061" y="573531"/>
                  </a:lnTo>
                  <a:lnTo>
                    <a:pt x="1059527" y="572967"/>
                  </a:lnTo>
                  <a:lnTo>
                    <a:pt x="989175" y="571297"/>
                  </a:lnTo>
                  <a:lnTo>
                    <a:pt x="920138" y="568554"/>
                  </a:lnTo>
                  <a:lnTo>
                    <a:pt x="852550" y="564773"/>
                  </a:lnTo>
                  <a:lnTo>
                    <a:pt x="786542" y="559986"/>
                  </a:lnTo>
                  <a:lnTo>
                    <a:pt x="722246" y="554228"/>
                  </a:lnTo>
                  <a:lnTo>
                    <a:pt x="659796" y="547532"/>
                  </a:lnTo>
                  <a:lnTo>
                    <a:pt x="599324" y="539931"/>
                  </a:lnTo>
                  <a:lnTo>
                    <a:pt x="540962" y="531459"/>
                  </a:lnTo>
                  <a:lnTo>
                    <a:pt x="484842" y="522151"/>
                  </a:lnTo>
                  <a:lnTo>
                    <a:pt x="431097" y="512038"/>
                  </a:lnTo>
                  <a:lnTo>
                    <a:pt x="379860" y="501156"/>
                  </a:lnTo>
                  <a:lnTo>
                    <a:pt x="331263" y="489537"/>
                  </a:lnTo>
                  <a:lnTo>
                    <a:pt x="285438" y="477215"/>
                  </a:lnTo>
                  <a:lnTo>
                    <a:pt x="242518" y="464224"/>
                  </a:lnTo>
                  <a:lnTo>
                    <a:pt x="202636" y="450598"/>
                  </a:lnTo>
                  <a:lnTo>
                    <a:pt x="165923" y="436369"/>
                  </a:lnTo>
                  <a:lnTo>
                    <a:pt x="102536" y="406241"/>
                  </a:lnTo>
                  <a:lnTo>
                    <a:pt x="53418" y="374107"/>
                  </a:lnTo>
                  <a:lnTo>
                    <a:pt x="19627" y="340237"/>
                  </a:lnTo>
                  <a:lnTo>
                    <a:pt x="2225" y="304900"/>
                  </a:lnTo>
                  <a:lnTo>
                    <a:pt x="0" y="286765"/>
                  </a:lnTo>
                  <a:close/>
                </a:path>
              </a:pathLst>
            </a:custGeom>
            <a:ln w="9525">
              <a:solidFill>
                <a:srgbClr val="E14B04"/>
              </a:solidFill>
            </a:ln>
          </p:spPr>
          <p:txBody>
            <a:bodyPr wrap="square" lIns="0" tIns="0" rIns="0" bIns="0" rtlCol="0"/>
            <a:lstStyle/>
            <a:p/>
          </p:txBody>
        </p:sp>
        <p:sp>
          <p:nvSpPr>
            <p:cNvPr id="29" name="object 29" descr=""/>
            <p:cNvSpPr/>
            <p:nvPr/>
          </p:nvSpPr>
          <p:spPr>
            <a:xfrm>
              <a:off x="5988558" y="2133473"/>
              <a:ext cx="1929130" cy="2535555"/>
            </a:xfrm>
            <a:custGeom>
              <a:avLst/>
              <a:gdLst/>
              <a:ahLst/>
              <a:cxnLst/>
              <a:rect l="l" t="t" r="r" b="b"/>
              <a:pathLst>
                <a:path w="1929129" h="2535554">
                  <a:moveTo>
                    <a:pt x="46173" y="75955"/>
                  </a:moveTo>
                  <a:lnTo>
                    <a:pt x="30271" y="76433"/>
                  </a:lnTo>
                  <a:lnTo>
                    <a:pt x="30799" y="88391"/>
                  </a:lnTo>
                  <a:lnTo>
                    <a:pt x="30861" y="89788"/>
                  </a:lnTo>
                  <a:lnTo>
                    <a:pt x="36194" y="149225"/>
                  </a:lnTo>
                  <a:lnTo>
                    <a:pt x="44195" y="208534"/>
                  </a:lnTo>
                  <a:lnTo>
                    <a:pt x="54609" y="267335"/>
                  </a:lnTo>
                  <a:lnTo>
                    <a:pt x="67437" y="325500"/>
                  </a:lnTo>
                  <a:lnTo>
                    <a:pt x="91058" y="411734"/>
                  </a:lnTo>
                  <a:lnTo>
                    <a:pt x="109474" y="468249"/>
                  </a:lnTo>
                  <a:lnTo>
                    <a:pt x="129920" y="523748"/>
                  </a:lnTo>
                  <a:lnTo>
                    <a:pt x="152272" y="578230"/>
                  </a:lnTo>
                  <a:lnTo>
                    <a:pt x="176783" y="631443"/>
                  </a:lnTo>
                  <a:lnTo>
                    <a:pt x="202945" y="683513"/>
                  </a:lnTo>
                  <a:lnTo>
                    <a:pt x="230886" y="734060"/>
                  </a:lnTo>
                  <a:lnTo>
                    <a:pt x="260476" y="783209"/>
                  </a:lnTo>
                  <a:lnTo>
                    <a:pt x="291591" y="830706"/>
                  </a:lnTo>
                  <a:lnTo>
                    <a:pt x="324230" y="876426"/>
                  </a:lnTo>
                  <a:lnTo>
                    <a:pt x="358266" y="920241"/>
                  </a:lnTo>
                  <a:lnTo>
                    <a:pt x="393572" y="962151"/>
                  </a:lnTo>
                  <a:lnTo>
                    <a:pt x="430149" y="1001902"/>
                  </a:lnTo>
                  <a:lnTo>
                    <a:pt x="467740" y="1039494"/>
                  </a:lnTo>
                  <a:lnTo>
                    <a:pt x="506602" y="1074801"/>
                  </a:lnTo>
                  <a:lnTo>
                    <a:pt x="546353" y="1107566"/>
                  </a:lnTo>
                  <a:lnTo>
                    <a:pt x="586866" y="1137919"/>
                  </a:lnTo>
                  <a:lnTo>
                    <a:pt x="628395" y="1165478"/>
                  </a:lnTo>
                  <a:lnTo>
                    <a:pt x="670560" y="1190371"/>
                  </a:lnTo>
                  <a:lnTo>
                    <a:pt x="713232" y="1212214"/>
                  </a:lnTo>
                  <a:lnTo>
                    <a:pt x="756665" y="1231011"/>
                  </a:lnTo>
                  <a:lnTo>
                    <a:pt x="800481" y="1246759"/>
                  </a:lnTo>
                  <a:lnTo>
                    <a:pt x="844676" y="1259204"/>
                  </a:lnTo>
                  <a:lnTo>
                    <a:pt x="889126" y="1268222"/>
                  </a:lnTo>
                  <a:lnTo>
                    <a:pt x="933958" y="1273682"/>
                  </a:lnTo>
                  <a:lnTo>
                    <a:pt x="978026" y="1275334"/>
                  </a:lnTo>
                  <a:lnTo>
                    <a:pt x="1005332" y="1275968"/>
                  </a:lnTo>
                  <a:lnTo>
                    <a:pt x="1002042" y="1275968"/>
                  </a:lnTo>
                  <a:lnTo>
                    <a:pt x="1021588" y="1277112"/>
                  </a:lnTo>
                  <a:lnTo>
                    <a:pt x="1043432" y="1279398"/>
                  </a:lnTo>
                  <a:lnTo>
                    <a:pt x="1086865" y="1286510"/>
                  </a:lnTo>
                  <a:lnTo>
                    <a:pt x="1130045" y="1296924"/>
                  </a:lnTo>
                  <a:lnTo>
                    <a:pt x="1173098" y="1310766"/>
                  </a:lnTo>
                  <a:lnTo>
                    <a:pt x="1215770" y="1327657"/>
                  </a:lnTo>
                  <a:lnTo>
                    <a:pt x="1257935" y="1347724"/>
                  </a:lnTo>
                  <a:lnTo>
                    <a:pt x="1299590" y="1370584"/>
                  </a:lnTo>
                  <a:lnTo>
                    <a:pt x="1340739" y="1396364"/>
                  </a:lnTo>
                  <a:lnTo>
                    <a:pt x="1380997" y="1424813"/>
                  </a:lnTo>
                  <a:lnTo>
                    <a:pt x="1420621" y="1455927"/>
                  </a:lnTo>
                  <a:lnTo>
                    <a:pt x="1459357" y="1489456"/>
                  </a:lnTo>
                  <a:lnTo>
                    <a:pt x="1497075" y="1525396"/>
                  </a:lnTo>
                  <a:lnTo>
                    <a:pt x="1551559" y="1583563"/>
                  </a:lnTo>
                  <a:lnTo>
                    <a:pt x="1586484" y="1624964"/>
                  </a:lnTo>
                  <a:lnTo>
                    <a:pt x="1620139" y="1668271"/>
                  </a:lnTo>
                  <a:lnTo>
                    <a:pt x="1652396" y="1713483"/>
                  </a:lnTo>
                  <a:lnTo>
                    <a:pt x="1683258" y="1760474"/>
                  </a:lnTo>
                  <a:lnTo>
                    <a:pt x="1712467" y="1808988"/>
                  </a:lnTo>
                  <a:lnTo>
                    <a:pt x="1740026" y="1859026"/>
                  </a:lnTo>
                  <a:lnTo>
                    <a:pt x="1766062" y="1910460"/>
                  </a:lnTo>
                  <a:lnTo>
                    <a:pt x="1790191" y="1963293"/>
                  </a:lnTo>
                  <a:lnTo>
                    <a:pt x="1812416" y="2017140"/>
                  </a:lnTo>
                  <a:lnTo>
                    <a:pt x="1832737" y="2072004"/>
                  </a:lnTo>
                  <a:lnTo>
                    <a:pt x="1850770" y="2128012"/>
                  </a:lnTo>
                  <a:lnTo>
                    <a:pt x="1866899" y="2184781"/>
                  </a:lnTo>
                  <a:lnTo>
                    <a:pt x="1880615" y="2242058"/>
                  </a:lnTo>
                  <a:lnTo>
                    <a:pt x="1892172" y="2299843"/>
                  </a:lnTo>
                  <a:lnTo>
                    <a:pt x="1901316" y="2358263"/>
                  </a:lnTo>
                  <a:lnTo>
                    <a:pt x="1907667" y="2415666"/>
                  </a:lnTo>
                  <a:lnTo>
                    <a:pt x="1911954" y="2475357"/>
                  </a:lnTo>
                  <a:lnTo>
                    <a:pt x="1913251" y="2534920"/>
                  </a:lnTo>
                  <a:lnTo>
                    <a:pt x="1913255" y="2535174"/>
                  </a:lnTo>
                  <a:lnTo>
                    <a:pt x="1929130" y="2534920"/>
                  </a:lnTo>
                  <a:lnTo>
                    <a:pt x="1927750" y="2475865"/>
                  </a:lnTo>
                  <a:lnTo>
                    <a:pt x="1923771" y="2416937"/>
                  </a:lnTo>
                  <a:lnTo>
                    <a:pt x="1923668" y="2415666"/>
                  </a:lnTo>
                  <a:lnTo>
                    <a:pt x="1917064" y="2356358"/>
                  </a:lnTo>
                  <a:lnTo>
                    <a:pt x="1907920" y="2297303"/>
                  </a:lnTo>
                  <a:lnTo>
                    <a:pt x="1896237" y="2238756"/>
                  </a:lnTo>
                  <a:lnTo>
                    <a:pt x="1882266" y="2180844"/>
                  </a:lnTo>
                  <a:lnTo>
                    <a:pt x="1866011" y="2123694"/>
                  </a:lnTo>
                  <a:lnTo>
                    <a:pt x="1847722" y="2067178"/>
                  </a:lnTo>
                  <a:lnTo>
                    <a:pt x="1827275" y="2011679"/>
                  </a:lnTo>
                  <a:lnTo>
                    <a:pt x="1804796" y="1957196"/>
                  </a:lnTo>
                  <a:lnTo>
                    <a:pt x="1780539" y="1903983"/>
                  </a:lnTo>
                  <a:lnTo>
                    <a:pt x="1754250" y="1851914"/>
                  </a:lnTo>
                  <a:lnTo>
                    <a:pt x="1726438" y="1801368"/>
                  </a:lnTo>
                  <a:lnTo>
                    <a:pt x="1696846" y="1752219"/>
                  </a:lnTo>
                  <a:lnTo>
                    <a:pt x="1665732" y="1704720"/>
                  </a:lnTo>
                  <a:lnTo>
                    <a:pt x="1633092" y="1659001"/>
                  </a:lnTo>
                  <a:lnTo>
                    <a:pt x="1599057" y="1615185"/>
                  </a:lnTo>
                  <a:lnTo>
                    <a:pt x="1563750" y="1573276"/>
                  </a:lnTo>
                  <a:lnTo>
                    <a:pt x="1527174" y="1533397"/>
                  </a:lnTo>
                  <a:lnTo>
                    <a:pt x="1489456" y="1495806"/>
                  </a:lnTo>
                  <a:lnTo>
                    <a:pt x="1450720" y="1460500"/>
                  </a:lnTo>
                  <a:lnTo>
                    <a:pt x="1410842" y="1427606"/>
                  </a:lnTo>
                  <a:lnTo>
                    <a:pt x="1370202" y="1397380"/>
                  </a:lnTo>
                  <a:lnTo>
                    <a:pt x="1328800" y="1369822"/>
                  </a:lnTo>
                  <a:lnTo>
                    <a:pt x="1286637" y="1344929"/>
                  </a:lnTo>
                  <a:lnTo>
                    <a:pt x="1243964" y="1323086"/>
                  </a:lnTo>
                  <a:lnTo>
                    <a:pt x="1200531" y="1304163"/>
                  </a:lnTo>
                  <a:lnTo>
                    <a:pt x="1156715" y="1288414"/>
                  </a:lnTo>
                  <a:lnTo>
                    <a:pt x="1112519" y="1275968"/>
                  </a:lnTo>
                  <a:lnTo>
                    <a:pt x="1067942" y="1266825"/>
                  </a:lnTo>
                  <a:lnTo>
                    <a:pt x="1023238" y="1261364"/>
                  </a:lnTo>
                  <a:lnTo>
                    <a:pt x="978408" y="1259459"/>
                  </a:lnTo>
                  <a:lnTo>
                    <a:pt x="956563" y="1259204"/>
                  </a:lnTo>
                  <a:lnTo>
                    <a:pt x="934846" y="1257935"/>
                  </a:lnTo>
                  <a:lnTo>
                    <a:pt x="891413" y="1252474"/>
                  </a:lnTo>
                  <a:lnTo>
                    <a:pt x="848106" y="1243711"/>
                  </a:lnTo>
                  <a:lnTo>
                    <a:pt x="805052" y="1231518"/>
                  </a:lnTo>
                  <a:lnTo>
                    <a:pt x="762253" y="1216152"/>
                  </a:lnTo>
                  <a:lnTo>
                    <a:pt x="719836" y="1197737"/>
                  </a:lnTo>
                  <a:lnTo>
                    <a:pt x="677925" y="1176274"/>
                  </a:lnTo>
                  <a:lnTo>
                    <a:pt x="636733" y="1152016"/>
                  </a:lnTo>
                  <a:lnTo>
                    <a:pt x="595884" y="1124712"/>
                  </a:lnTo>
                  <a:lnTo>
                    <a:pt x="555878" y="1094993"/>
                  </a:lnTo>
                  <a:lnTo>
                    <a:pt x="516763" y="1062609"/>
                  </a:lnTo>
                  <a:lnTo>
                    <a:pt x="478663" y="1027811"/>
                  </a:lnTo>
                  <a:lnTo>
                    <a:pt x="441451" y="990853"/>
                  </a:lnTo>
                  <a:lnTo>
                    <a:pt x="405383" y="951484"/>
                  </a:lnTo>
                  <a:lnTo>
                    <a:pt x="370458" y="909954"/>
                  </a:lnTo>
                  <a:lnTo>
                    <a:pt x="336803" y="866648"/>
                  </a:lnTo>
                  <a:lnTo>
                    <a:pt x="304545" y="821436"/>
                  </a:lnTo>
                  <a:lnTo>
                    <a:pt x="273684" y="774573"/>
                  </a:lnTo>
                  <a:lnTo>
                    <a:pt x="244475" y="725931"/>
                  </a:lnTo>
                  <a:lnTo>
                    <a:pt x="216915" y="675766"/>
                  </a:lnTo>
                  <a:lnTo>
                    <a:pt x="190880" y="624331"/>
                  </a:lnTo>
                  <a:lnTo>
                    <a:pt x="166750" y="571500"/>
                  </a:lnTo>
                  <a:lnTo>
                    <a:pt x="144652" y="517778"/>
                  </a:lnTo>
                  <a:lnTo>
                    <a:pt x="124332" y="462788"/>
                  </a:lnTo>
                  <a:lnTo>
                    <a:pt x="106171" y="406907"/>
                  </a:lnTo>
                  <a:lnTo>
                    <a:pt x="90042" y="350138"/>
                  </a:lnTo>
                  <a:lnTo>
                    <a:pt x="76200" y="292988"/>
                  </a:lnTo>
                  <a:lnTo>
                    <a:pt x="64769" y="234950"/>
                  </a:lnTo>
                  <a:lnTo>
                    <a:pt x="55625" y="176656"/>
                  </a:lnTo>
                  <a:lnTo>
                    <a:pt x="49021" y="117982"/>
                  </a:lnTo>
                  <a:lnTo>
                    <a:pt x="46236" y="77342"/>
                  </a:lnTo>
                  <a:lnTo>
                    <a:pt x="46173" y="75955"/>
                  </a:lnTo>
                  <a:close/>
                </a:path>
                <a:path w="1929129" h="2535554">
                  <a:moveTo>
                    <a:pt x="35687" y="0"/>
                  </a:moveTo>
                  <a:lnTo>
                    <a:pt x="0" y="77342"/>
                  </a:lnTo>
                  <a:lnTo>
                    <a:pt x="30271" y="76433"/>
                  </a:lnTo>
                  <a:lnTo>
                    <a:pt x="29717" y="63880"/>
                  </a:lnTo>
                  <a:lnTo>
                    <a:pt x="45592" y="63118"/>
                  </a:lnTo>
                  <a:lnTo>
                    <a:pt x="69649" y="63118"/>
                  </a:lnTo>
                  <a:lnTo>
                    <a:pt x="35687" y="0"/>
                  </a:lnTo>
                  <a:close/>
                </a:path>
                <a:path w="1929129" h="2535554">
                  <a:moveTo>
                    <a:pt x="45592" y="63118"/>
                  </a:moveTo>
                  <a:lnTo>
                    <a:pt x="29717" y="63880"/>
                  </a:lnTo>
                  <a:lnTo>
                    <a:pt x="30211" y="75056"/>
                  </a:lnTo>
                  <a:lnTo>
                    <a:pt x="30271" y="76433"/>
                  </a:lnTo>
                  <a:lnTo>
                    <a:pt x="46173" y="75955"/>
                  </a:lnTo>
                  <a:lnTo>
                    <a:pt x="45627" y="63880"/>
                  </a:lnTo>
                  <a:lnTo>
                    <a:pt x="45592" y="63118"/>
                  </a:lnTo>
                  <a:close/>
                </a:path>
                <a:path w="1929129" h="2535554">
                  <a:moveTo>
                    <a:pt x="69649" y="63118"/>
                  </a:moveTo>
                  <a:lnTo>
                    <a:pt x="45592" y="63118"/>
                  </a:lnTo>
                  <a:lnTo>
                    <a:pt x="46132" y="75056"/>
                  </a:lnTo>
                  <a:lnTo>
                    <a:pt x="46173" y="75955"/>
                  </a:lnTo>
                  <a:lnTo>
                    <a:pt x="76072" y="75056"/>
                  </a:lnTo>
                  <a:lnTo>
                    <a:pt x="69649" y="63118"/>
                  </a:lnTo>
                  <a:close/>
                </a:path>
              </a:pathLst>
            </a:custGeom>
            <a:solidFill>
              <a:srgbClr val="C00000"/>
            </a:solidFill>
          </p:spPr>
          <p:txBody>
            <a:bodyPr wrap="square" lIns="0" tIns="0" rIns="0" bIns="0" rtlCol="0"/>
            <a:lstStyle/>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5" name="object 5" descr=""/>
          <p:cNvSpPr txBox="1"/>
          <p:nvPr/>
        </p:nvSpPr>
        <p:spPr>
          <a:xfrm>
            <a:off x="1926717" y="1418970"/>
            <a:ext cx="8346440" cy="422275"/>
          </a:xfrm>
          <a:prstGeom prst="rect">
            <a:avLst/>
          </a:prstGeom>
        </p:spPr>
        <p:txBody>
          <a:bodyPr wrap="square" lIns="0" tIns="13335" rIns="0" bIns="0" rtlCol="0" vert="horz">
            <a:spAutoFit/>
          </a:bodyPr>
          <a:lstStyle/>
          <a:p>
            <a:pPr marL="12700">
              <a:lnSpc>
                <a:spcPct val="100000"/>
              </a:lnSpc>
              <a:spcBef>
                <a:spcPts val="105"/>
              </a:spcBef>
              <a:tabLst>
                <a:tab pos="8002270" algn="l"/>
              </a:tabLst>
            </a:pPr>
            <a:r>
              <a:rPr dirty="0" sz="2600">
                <a:latin typeface="微软雅黑"/>
                <a:cs typeface="微软雅黑"/>
              </a:rPr>
              <a:t>以下哪个原因不会导致</a:t>
            </a:r>
            <a:r>
              <a:rPr dirty="0" sz="2600" spc="-15">
                <a:latin typeface="微软雅黑"/>
                <a:cs typeface="微软雅黑"/>
              </a:rPr>
              <a:t>静</a:t>
            </a:r>
            <a:r>
              <a:rPr dirty="0" sz="2600">
                <a:latin typeface="微软雅黑"/>
                <a:cs typeface="微软雅黑"/>
              </a:rPr>
              <a:t>态多</a:t>
            </a:r>
            <a:r>
              <a:rPr dirty="0" sz="2600" spc="-15">
                <a:latin typeface="微软雅黑"/>
                <a:cs typeface="微软雅黑"/>
              </a:rPr>
              <a:t>功</a:t>
            </a:r>
            <a:r>
              <a:rPr dirty="0" sz="2600">
                <a:latin typeface="微软雅黑"/>
                <a:cs typeface="微软雅黑"/>
              </a:rPr>
              <a:t>能流</a:t>
            </a:r>
            <a:r>
              <a:rPr dirty="0" sz="2600" spc="-15">
                <a:latin typeface="微软雅黑"/>
                <a:cs typeface="微软雅黑"/>
              </a:rPr>
              <a:t>水</a:t>
            </a:r>
            <a:r>
              <a:rPr dirty="0" sz="2600">
                <a:latin typeface="微软雅黑"/>
                <a:cs typeface="微软雅黑"/>
              </a:rPr>
              <a:t>线性</a:t>
            </a:r>
            <a:r>
              <a:rPr dirty="0" sz="2600" spc="-15">
                <a:latin typeface="微软雅黑"/>
                <a:cs typeface="微软雅黑"/>
              </a:rPr>
              <a:t>能</a:t>
            </a:r>
            <a:r>
              <a:rPr dirty="0" sz="2600">
                <a:latin typeface="微软雅黑"/>
                <a:cs typeface="微软雅黑"/>
              </a:rPr>
              <a:t>下降</a:t>
            </a:r>
            <a:r>
              <a:rPr dirty="0" sz="2600" spc="-50">
                <a:latin typeface="微软雅黑"/>
                <a:cs typeface="微软雅黑"/>
              </a:rPr>
              <a:t>（</a:t>
            </a:r>
            <a:r>
              <a:rPr dirty="0" sz="2600">
                <a:latin typeface="微软雅黑"/>
                <a:cs typeface="微软雅黑"/>
              </a:rPr>
              <a:t>	</a:t>
            </a:r>
            <a:r>
              <a:rPr dirty="0" sz="2600" spc="-50">
                <a:latin typeface="微软雅黑"/>
                <a:cs typeface="微软雅黑"/>
              </a:rPr>
              <a:t>）</a:t>
            </a:r>
            <a:endParaRPr sz="2600">
              <a:latin typeface="微软雅黑"/>
              <a:cs typeface="微软雅黑"/>
            </a:endParaRPr>
          </a:p>
        </p:txBody>
      </p:sp>
      <p:sp>
        <p:nvSpPr>
          <p:cNvPr id="6" name="object 6" descr=""/>
          <p:cNvSpPr txBox="1"/>
          <p:nvPr/>
        </p:nvSpPr>
        <p:spPr>
          <a:xfrm>
            <a:off x="3431794" y="2883788"/>
            <a:ext cx="2011680"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功能切换开销</a:t>
            </a:r>
            <a:endParaRPr sz="2600">
              <a:latin typeface="微软雅黑"/>
              <a:cs typeface="微软雅黑"/>
            </a:endParaRPr>
          </a:p>
        </p:txBody>
      </p:sp>
      <p:sp>
        <p:nvSpPr>
          <p:cNvPr id="7" name="object 7" descr=""/>
          <p:cNvSpPr txBox="1"/>
          <p:nvPr/>
        </p:nvSpPr>
        <p:spPr>
          <a:xfrm>
            <a:off x="3431794" y="3741165"/>
            <a:ext cx="3004820"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建立时间与排空时间</a:t>
            </a:r>
            <a:endParaRPr sz="2600">
              <a:latin typeface="微软雅黑"/>
              <a:cs typeface="微软雅黑"/>
            </a:endParaRPr>
          </a:p>
        </p:txBody>
      </p:sp>
      <p:sp>
        <p:nvSpPr>
          <p:cNvPr id="8" name="object 8" descr=""/>
          <p:cNvSpPr txBox="1"/>
          <p:nvPr/>
        </p:nvSpPr>
        <p:spPr>
          <a:xfrm>
            <a:off x="3431794" y="4598670"/>
            <a:ext cx="164909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Cache</a:t>
            </a:r>
            <a:r>
              <a:rPr dirty="0" sz="2600" spc="-25">
                <a:latin typeface="微软雅黑"/>
                <a:cs typeface="微软雅黑"/>
              </a:rPr>
              <a:t>命中</a:t>
            </a:r>
            <a:endParaRPr sz="2600">
              <a:latin typeface="微软雅黑"/>
              <a:cs typeface="微软雅黑"/>
            </a:endParaRPr>
          </a:p>
        </p:txBody>
      </p:sp>
      <p:sp>
        <p:nvSpPr>
          <p:cNvPr id="9" name="object 9" descr=""/>
          <p:cNvSpPr txBox="1"/>
          <p:nvPr/>
        </p:nvSpPr>
        <p:spPr>
          <a:xfrm>
            <a:off x="3431794" y="5456021"/>
            <a:ext cx="135001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指令冲突</a:t>
            </a:r>
            <a:endParaRPr sz="2600">
              <a:latin typeface="微软雅黑"/>
              <a:cs typeface="微软雅黑"/>
            </a:endParaRPr>
          </a:p>
        </p:txBody>
      </p:sp>
      <p:grpSp>
        <p:nvGrpSpPr>
          <p:cNvPr id="10" name="object 10" descr=""/>
          <p:cNvGrpSpPr/>
          <p:nvPr/>
        </p:nvGrpSpPr>
        <p:grpSpPr>
          <a:xfrm>
            <a:off x="2632075" y="2843276"/>
            <a:ext cx="527050" cy="527050"/>
            <a:chOff x="2632075" y="2843276"/>
            <a:chExt cx="527050" cy="527050"/>
          </a:xfrm>
        </p:grpSpPr>
        <p:sp>
          <p:nvSpPr>
            <p:cNvPr id="11" name="object 11" descr=""/>
            <p:cNvSpPr/>
            <p:nvPr/>
          </p:nvSpPr>
          <p:spPr>
            <a:xfrm>
              <a:off x="26384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2" name="object 12" descr=""/>
            <p:cNvSpPr/>
            <p:nvPr/>
          </p:nvSpPr>
          <p:spPr>
            <a:xfrm>
              <a:off x="26384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3" name="object 13" descr=""/>
          <p:cNvSpPr txBox="1"/>
          <p:nvPr/>
        </p:nvSpPr>
        <p:spPr>
          <a:xfrm>
            <a:off x="2811907"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4" name="object 14" descr=""/>
          <p:cNvGrpSpPr/>
          <p:nvPr/>
        </p:nvGrpSpPr>
        <p:grpSpPr>
          <a:xfrm>
            <a:off x="2632075" y="3700526"/>
            <a:ext cx="527050" cy="527050"/>
            <a:chOff x="2632075" y="3700526"/>
            <a:chExt cx="527050" cy="527050"/>
          </a:xfrm>
        </p:grpSpPr>
        <p:sp>
          <p:nvSpPr>
            <p:cNvPr id="15" name="object 15" descr=""/>
            <p:cNvSpPr/>
            <p:nvPr/>
          </p:nvSpPr>
          <p:spPr>
            <a:xfrm>
              <a:off x="26384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6" name="object 16" descr=""/>
            <p:cNvSpPr/>
            <p:nvPr/>
          </p:nvSpPr>
          <p:spPr>
            <a:xfrm>
              <a:off x="26384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7" name="object 17" descr=""/>
          <p:cNvSpPr txBox="1"/>
          <p:nvPr/>
        </p:nvSpPr>
        <p:spPr>
          <a:xfrm>
            <a:off x="2819780"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8" name="object 18" descr=""/>
          <p:cNvGrpSpPr/>
          <p:nvPr/>
        </p:nvGrpSpPr>
        <p:grpSpPr>
          <a:xfrm>
            <a:off x="2625725" y="4551426"/>
            <a:ext cx="539750" cy="539750"/>
            <a:chOff x="2625725" y="4551426"/>
            <a:chExt cx="539750" cy="539750"/>
          </a:xfrm>
        </p:grpSpPr>
        <p:sp>
          <p:nvSpPr>
            <p:cNvPr id="19" name="object 19" descr=""/>
            <p:cNvSpPr/>
            <p:nvPr/>
          </p:nvSpPr>
          <p:spPr>
            <a:xfrm>
              <a:off x="26384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20" name="object 20" descr=""/>
            <p:cNvSpPr/>
            <p:nvPr/>
          </p:nvSpPr>
          <p:spPr>
            <a:xfrm>
              <a:off x="26384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21" name="object 21" descr=""/>
          <p:cNvSpPr txBox="1"/>
          <p:nvPr/>
        </p:nvSpPr>
        <p:spPr>
          <a:xfrm>
            <a:off x="28149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2" name="object 22" descr=""/>
          <p:cNvGrpSpPr/>
          <p:nvPr/>
        </p:nvGrpSpPr>
        <p:grpSpPr>
          <a:xfrm>
            <a:off x="2632075" y="5415026"/>
            <a:ext cx="527050" cy="527050"/>
            <a:chOff x="2632075" y="5415026"/>
            <a:chExt cx="527050" cy="527050"/>
          </a:xfrm>
        </p:grpSpPr>
        <p:sp>
          <p:nvSpPr>
            <p:cNvPr id="23" name="object 23" descr=""/>
            <p:cNvSpPr/>
            <p:nvPr/>
          </p:nvSpPr>
          <p:spPr>
            <a:xfrm>
              <a:off x="26384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4" name="object 24" descr=""/>
            <p:cNvSpPr/>
            <p:nvPr/>
          </p:nvSpPr>
          <p:spPr>
            <a:xfrm>
              <a:off x="26384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12699">
              <a:solidFill>
                <a:srgbClr val="000000"/>
              </a:solidFill>
            </a:ln>
          </p:spPr>
          <p:txBody>
            <a:bodyPr wrap="square" lIns="0" tIns="0" rIns="0" bIns="0" rtlCol="0"/>
            <a:lstStyle/>
            <a:p/>
          </p:txBody>
        </p:sp>
      </p:grpSp>
      <p:sp>
        <p:nvSpPr>
          <p:cNvPr id="25" name="object 25" descr=""/>
          <p:cNvSpPr txBox="1"/>
          <p:nvPr/>
        </p:nvSpPr>
        <p:spPr>
          <a:xfrm>
            <a:off x="28054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6" name="object 26" descr=""/>
          <p:cNvGrpSpPr/>
          <p:nvPr/>
        </p:nvGrpSpPr>
        <p:grpSpPr>
          <a:xfrm>
            <a:off x="8021701" y="5916612"/>
            <a:ext cx="1581150" cy="449580"/>
            <a:chOff x="8021701" y="5916612"/>
            <a:chExt cx="1581150" cy="449580"/>
          </a:xfrm>
        </p:grpSpPr>
        <p:sp>
          <p:nvSpPr>
            <p:cNvPr id="27" name="object 27" descr=""/>
            <p:cNvSpPr/>
            <p:nvPr/>
          </p:nvSpPr>
          <p:spPr>
            <a:xfrm>
              <a:off x="8040751" y="5935662"/>
              <a:ext cx="1543050" cy="411480"/>
            </a:xfrm>
            <a:custGeom>
              <a:avLst/>
              <a:gdLst/>
              <a:ahLst/>
              <a:cxnLst/>
              <a:rect l="l" t="t" r="r" b="b"/>
              <a:pathLst>
                <a:path w="1543050" h="411479">
                  <a:moveTo>
                    <a:pt x="1474470" y="0"/>
                  </a:moveTo>
                  <a:lnTo>
                    <a:pt x="68452" y="0"/>
                  </a:lnTo>
                  <a:lnTo>
                    <a:pt x="41790" y="5385"/>
                  </a:lnTo>
                  <a:lnTo>
                    <a:pt x="20034" y="20072"/>
                  </a:lnTo>
                  <a:lnTo>
                    <a:pt x="5373" y="41855"/>
                  </a:lnTo>
                  <a:lnTo>
                    <a:pt x="0" y="68529"/>
                  </a:lnTo>
                  <a:lnTo>
                    <a:pt x="0" y="342633"/>
                  </a:lnTo>
                  <a:lnTo>
                    <a:pt x="5373" y="369307"/>
                  </a:lnTo>
                  <a:lnTo>
                    <a:pt x="20034" y="391090"/>
                  </a:lnTo>
                  <a:lnTo>
                    <a:pt x="41790" y="405776"/>
                  </a:lnTo>
                  <a:lnTo>
                    <a:pt x="68452"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28" name="object 28" descr=""/>
            <p:cNvSpPr/>
            <p:nvPr/>
          </p:nvSpPr>
          <p:spPr>
            <a:xfrm>
              <a:off x="8040751" y="5935662"/>
              <a:ext cx="1543050" cy="411480"/>
            </a:xfrm>
            <a:custGeom>
              <a:avLst/>
              <a:gdLst/>
              <a:ahLst/>
              <a:cxnLst/>
              <a:rect l="l" t="t" r="r" b="b"/>
              <a:pathLst>
                <a:path w="1543050" h="411479">
                  <a:moveTo>
                    <a:pt x="0" y="68529"/>
                  </a:moveTo>
                  <a:lnTo>
                    <a:pt x="5373" y="41855"/>
                  </a:lnTo>
                  <a:lnTo>
                    <a:pt x="20034" y="20072"/>
                  </a:lnTo>
                  <a:lnTo>
                    <a:pt x="41790" y="5385"/>
                  </a:lnTo>
                  <a:lnTo>
                    <a:pt x="68452"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452" y="411162"/>
                  </a:lnTo>
                  <a:lnTo>
                    <a:pt x="41790" y="405776"/>
                  </a:lnTo>
                  <a:lnTo>
                    <a:pt x="20034" y="391090"/>
                  </a:lnTo>
                  <a:lnTo>
                    <a:pt x="5373" y="369307"/>
                  </a:lnTo>
                  <a:lnTo>
                    <a:pt x="0" y="342633"/>
                  </a:lnTo>
                  <a:lnTo>
                    <a:pt x="0" y="68529"/>
                  </a:lnTo>
                  <a:close/>
                </a:path>
              </a:pathLst>
            </a:custGeom>
            <a:ln w="38100">
              <a:solidFill>
                <a:srgbClr val="000000"/>
              </a:solidFill>
            </a:ln>
          </p:spPr>
          <p:txBody>
            <a:bodyPr wrap="square" lIns="0" tIns="0" rIns="0" bIns="0" rtlCol="0"/>
            <a:lstStyle/>
            <a:p/>
          </p:txBody>
        </p:sp>
      </p:grpSp>
      <p:sp>
        <p:nvSpPr>
          <p:cNvPr id="29" name="object 29" descr=""/>
          <p:cNvSpPr txBox="1"/>
          <p:nvPr/>
        </p:nvSpPr>
        <p:spPr>
          <a:xfrm>
            <a:off x="8597265" y="6000394"/>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30" name="object 3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1" name="object 3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a:solidFill>
                  <a:srgbClr val="000000"/>
                </a:solidFill>
                <a:latin typeface="微软雅黑"/>
                <a:cs typeface="微软雅黑"/>
              </a:rPr>
              <a:t>单选</a:t>
            </a:r>
            <a:r>
              <a:rPr dirty="0" u="none" sz="2600" spc="-50">
                <a:solidFill>
                  <a:srgbClr val="000000"/>
                </a:solidFill>
                <a:latin typeface="微软雅黑"/>
                <a:cs typeface="微软雅黑"/>
              </a:rPr>
              <a:t>题</a:t>
            </a:r>
            <a:r>
              <a:rPr dirty="0" u="none" sz="2600">
                <a:solidFill>
                  <a:srgbClr val="000000"/>
                </a:solidFill>
                <a:latin typeface="微软雅黑"/>
                <a:cs typeface="微软雅黑"/>
              </a:rPr>
              <a:t>	</a:t>
            </a:r>
            <a:r>
              <a:rPr dirty="0" u="none" baseline="-4166" sz="3000">
                <a:solidFill>
                  <a:srgbClr val="808080"/>
                </a:solidFill>
                <a:latin typeface="微软雅黑"/>
                <a:cs typeface="微软雅黑"/>
              </a:rPr>
              <a:t>1</a:t>
            </a:r>
            <a:r>
              <a:rPr dirty="0" u="none" baseline="-4166" sz="3000" spc="-75">
                <a:solidFill>
                  <a:srgbClr val="808080"/>
                </a:solidFill>
                <a:latin typeface="微软雅黑"/>
                <a:cs typeface="微软雅黑"/>
              </a:rPr>
              <a:t>分</a:t>
            </a:r>
            <a:endParaRPr baseline="-4166" sz="3000">
              <a:latin typeface="微软雅黑"/>
              <a:cs typeface="微软雅黑"/>
            </a:endParaRPr>
          </a:p>
        </p:txBody>
      </p:sp>
      <p:pic>
        <p:nvPicPr>
          <p:cNvPr id="32" name="object 3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39090" y="1006602"/>
            <a:ext cx="6811645" cy="452120"/>
          </a:xfrm>
          <a:prstGeom prst="rect">
            <a:avLst/>
          </a:prstGeom>
        </p:spPr>
        <p:txBody>
          <a:bodyPr wrap="square" lIns="0" tIns="12065" rIns="0" bIns="0" rtlCol="0" vert="horz">
            <a:spAutoFit/>
          </a:bodyPr>
          <a:lstStyle/>
          <a:p>
            <a:pPr marL="12700">
              <a:lnSpc>
                <a:spcPct val="100000"/>
              </a:lnSpc>
              <a:spcBef>
                <a:spcPts val="95"/>
              </a:spcBef>
            </a:pPr>
            <a:r>
              <a:rPr dirty="0" sz="2800" spc="-10" b="1">
                <a:solidFill>
                  <a:srgbClr val="006FC0"/>
                </a:solidFill>
                <a:latin typeface="黑体"/>
                <a:cs typeface="黑体"/>
              </a:rPr>
              <a:t>例</a:t>
            </a:r>
            <a:r>
              <a:rPr dirty="0" sz="2800" b="1">
                <a:solidFill>
                  <a:srgbClr val="006FC0"/>
                </a:solidFill>
                <a:latin typeface="黑体"/>
                <a:cs typeface="黑体"/>
              </a:rPr>
              <a:t>3.1</a:t>
            </a:r>
            <a:r>
              <a:rPr dirty="0" sz="2800" spc="-20" b="1">
                <a:solidFill>
                  <a:srgbClr val="006FC0"/>
                </a:solidFill>
                <a:latin typeface="黑体"/>
                <a:cs typeface="黑体"/>
              </a:rPr>
              <a:t> 设在下图所示的</a:t>
            </a:r>
            <a:r>
              <a:rPr dirty="0" sz="2800" spc="-25" b="1">
                <a:solidFill>
                  <a:srgbClr val="FF0000"/>
                </a:solidFill>
                <a:latin typeface="黑体"/>
                <a:cs typeface="黑体"/>
              </a:rPr>
              <a:t>静态流水线</a:t>
            </a:r>
            <a:r>
              <a:rPr dirty="0" sz="2800" spc="-35" b="1">
                <a:solidFill>
                  <a:srgbClr val="006FC0"/>
                </a:solidFill>
                <a:latin typeface="黑体"/>
                <a:cs typeface="黑体"/>
              </a:rPr>
              <a:t>上计算：</a:t>
            </a:r>
            <a:endParaRPr sz="2800">
              <a:latin typeface="黑体"/>
              <a:cs typeface="黑体"/>
            </a:endParaRPr>
          </a:p>
        </p:txBody>
      </p:sp>
      <p:pic>
        <p:nvPicPr>
          <p:cNvPr id="10" name="object 10" descr=""/>
          <p:cNvPicPr/>
          <p:nvPr/>
        </p:nvPicPr>
        <p:blipFill>
          <a:blip r:embed="rId2" cstate="print"/>
          <a:stretch>
            <a:fillRect/>
          </a:stretch>
        </p:blipFill>
        <p:spPr>
          <a:xfrm>
            <a:off x="4652694" y="1659508"/>
            <a:ext cx="276225" cy="292100"/>
          </a:xfrm>
          <a:prstGeom prst="rect">
            <a:avLst/>
          </a:prstGeom>
        </p:spPr>
      </p:pic>
      <p:sp>
        <p:nvSpPr>
          <p:cNvPr id="11" name="object 11" descr=""/>
          <p:cNvSpPr txBox="1"/>
          <p:nvPr/>
        </p:nvSpPr>
        <p:spPr>
          <a:xfrm>
            <a:off x="7526528" y="237490"/>
            <a:ext cx="4645660"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00CC"/>
                </a:solidFill>
                <a:latin typeface="黑体"/>
                <a:cs typeface="黑体"/>
              </a:rPr>
              <a:t>3.2.4</a:t>
            </a:r>
            <a:r>
              <a:rPr dirty="0" sz="2800" spc="-40">
                <a:solidFill>
                  <a:srgbClr val="0000CC"/>
                </a:solidFill>
                <a:latin typeface="黑体"/>
                <a:cs typeface="黑体"/>
              </a:rPr>
              <a:t> 流水线的性能分析举例</a:t>
            </a:r>
            <a:endParaRPr sz="2800">
              <a:latin typeface="黑体"/>
              <a:cs typeface="黑体"/>
            </a:endParaRPr>
          </a:p>
        </p:txBody>
      </p:sp>
      <p:sp>
        <p:nvSpPr>
          <p:cNvPr id="12" name="object 12" descr=""/>
          <p:cNvSpPr txBox="1"/>
          <p:nvPr/>
        </p:nvSpPr>
        <p:spPr>
          <a:xfrm>
            <a:off x="9952010" y="893869"/>
            <a:ext cx="125730" cy="263525"/>
          </a:xfrm>
          <a:prstGeom prst="rect">
            <a:avLst/>
          </a:prstGeom>
        </p:spPr>
        <p:txBody>
          <a:bodyPr wrap="square" lIns="0" tIns="13970" rIns="0" bIns="0" rtlCol="0" vert="horz">
            <a:spAutoFit/>
          </a:bodyPr>
          <a:lstStyle/>
          <a:p>
            <a:pPr marL="12700">
              <a:lnSpc>
                <a:spcPct val="100000"/>
              </a:lnSpc>
              <a:spcBef>
                <a:spcPts val="110"/>
              </a:spcBef>
            </a:pPr>
            <a:r>
              <a:rPr dirty="0" sz="1550" spc="-50">
                <a:latin typeface="Times New Roman"/>
                <a:cs typeface="Times New Roman"/>
              </a:rPr>
              <a:t>4</a:t>
            </a:r>
            <a:endParaRPr sz="1550">
              <a:latin typeface="Times New Roman"/>
              <a:cs typeface="Times New Roman"/>
            </a:endParaRPr>
          </a:p>
        </p:txBody>
      </p:sp>
      <p:sp>
        <p:nvSpPr>
          <p:cNvPr id="13" name="object 13" descr=""/>
          <p:cNvSpPr txBox="1"/>
          <p:nvPr/>
        </p:nvSpPr>
        <p:spPr>
          <a:xfrm>
            <a:off x="430682" y="1518310"/>
            <a:ext cx="11376660" cy="964565"/>
          </a:xfrm>
          <a:prstGeom prst="rect">
            <a:avLst/>
          </a:prstGeom>
        </p:spPr>
        <p:txBody>
          <a:bodyPr wrap="square" lIns="0" tIns="12700" rIns="0" bIns="0" rtlCol="0" vert="horz">
            <a:spAutoFit/>
          </a:bodyPr>
          <a:lstStyle/>
          <a:p>
            <a:pPr marL="38100" marR="55880" indent="220979">
              <a:lnSpc>
                <a:spcPct val="110000"/>
              </a:lnSpc>
              <a:spcBef>
                <a:spcPts val="100"/>
              </a:spcBef>
              <a:tabLst>
                <a:tab pos="4539615" algn="l"/>
                <a:tab pos="9888855" algn="l"/>
              </a:tabLst>
            </a:pPr>
            <a:r>
              <a:rPr dirty="0" sz="2800" spc="-10" b="1">
                <a:solidFill>
                  <a:srgbClr val="006FC0"/>
                </a:solidFill>
                <a:latin typeface="黑体"/>
                <a:cs typeface="黑体"/>
              </a:rPr>
              <a:t>流</a:t>
            </a:r>
            <a:r>
              <a:rPr dirty="0" sz="2800" spc="-30" b="1">
                <a:solidFill>
                  <a:srgbClr val="006FC0"/>
                </a:solidFill>
                <a:latin typeface="黑体"/>
                <a:cs typeface="黑体"/>
              </a:rPr>
              <a:t>水</a:t>
            </a:r>
            <a:r>
              <a:rPr dirty="0" sz="2800" spc="-10" b="1">
                <a:solidFill>
                  <a:srgbClr val="006FC0"/>
                </a:solidFill>
                <a:latin typeface="黑体"/>
                <a:cs typeface="黑体"/>
              </a:rPr>
              <a:t>线</a:t>
            </a:r>
            <a:r>
              <a:rPr dirty="0" sz="2800" spc="-30" b="1">
                <a:solidFill>
                  <a:srgbClr val="006FC0"/>
                </a:solidFill>
                <a:latin typeface="黑体"/>
                <a:cs typeface="黑体"/>
              </a:rPr>
              <a:t>的输出</a:t>
            </a:r>
            <a:r>
              <a:rPr dirty="0" sz="2800" spc="-10" b="1">
                <a:solidFill>
                  <a:srgbClr val="006FC0"/>
                </a:solidFill>
                <a:latin typeface="黑体"/>
                <a:cs typeface="黑体"/>
              </a:rPr>
              <a:t>可</a:t>
            </a:r>
            <a:r>
              <a:rPr dirty="0" sz="2800" spc="-30" b="1">
                <a:solidFill>
                  <a:srgbClr val="006FC0"/>
                </a:solidFill>
                <a:latin typeface="黑体"/>
                <a:cs typeface="黑体"/>
              </a:rPr>
              <a:t>以直接</a:t>
            </a:r>
            <a:r>
              <a:rPr dirty="0" sz="2800" spc="-50" b="1">
                <a:solidFill>
                  <a:srgbClr val="006FC0"/>
                </a:solidFill>
                <a:latin typeface="黑体"/>
                <a:cs typeface="黑体"/>
              </a:rPr>
              <a:t>返</a:t>
            </a:r>
            <a:r>
              <a:rPr dirty="0" sz="2800" b="1">
                <a:solidFill>
                  <a:srgbClr val="006FC0"/>
                </a:solidFill>
                <a:latin typeface="黑体"/>
                <a:cs typeface="黑体"/>
              </a:rPr>
              <a:t>	</a:t>
            </a:r>
            <a:r>
              <a:rPr dirty="0" sz="2800" spc="-30" b="1">
                <a:solidFill>
                  <a:srgbClr val="006FC0"/>
                </a:solidFill>
                <a:latin typeface="黑体"/>
                <a:cs typeface="黑体"/>
              </a:rPr>
              <a:t>输入</a:t>
            </a:r>
            <a:r>
              <a:rPr dirty="0" sz="2800" spc="-10" b="1">
                <a:solidFill>
                  <a:srgbClr val="006FC0"/>
                </a:solidFill>
                <a:latin typeface="黑体"/>
                <a:cs typeface="黑体"/>
              </a:rPr>
              <a:t>端</a:t>
            </a:r>
            <a:r>
              <a:rPr dirty="0" sz="2800" spc="-30" b="1">
                <a:solidFill>
                  <a:srgbClr val="006FC0"/>
                </a:solidFill>
                <a:latin typeface="黑体"/>
                <a:cs typeface="黑体"/>
              </a:rPr>
              <a:t>或暂存</a:t>
            </a:r>
            <a:r>
              <a:rPr dirty="0" sz="2800" spc="-10" b="1">
                <a:solidFill>
                  <a:srgbClr val="006FC0"/>
                </a:solidFill>
                <a:latin typeface="黑体"/>
                <a:cs typeface="黑体"/>
              </a:rPr>
              <a:t>于</a:t>
            </a:r>
            <a:r>
              <a:rPr dirty="0" sz="2800" spc="-30" b="1">
                <a:solidFill>
                  <a:srgbClr val="006FC0"/>
                </a:solidFill>
                <a:latin typeface="黑体"/>
                <a:cs typeface="黑体"/>
              </a:rPr>
              <a:t>相应的</a:t>
            </a:r>
            <a:r>
              <a:rPr dirty="0" sz="2800" spc="-10" b="1">
                <a:solidFill>
                  <a:srgbClr val="006FC0"/>
                </a:solidFill>
                <a:latin typeface="黑体"/>
                <a:cs typeface="黑体"/>
              </a:rPr>
              <a:t>流</a:t>
            </a:r>
            <a:r>
              <a:rPr dirty="0" sz="2800" spc="-30" b="1">
                <a:solidFill>
                  <a:srgbClr val="006FC0"/>
                </a:solidFill>
                <a:latin typeface="黑体"/>
                <a:cs typeface="黑体"/>
              </a:rPr>
              <a:t>水寄</a:t>
            </a:r>
            <a:r>
              <a:rPr dirty="0" sz="2800" spc="-635" b="1">
                <a:solidFill>
                  <a:srgbClr val="006FC0"/>
                </a:solidFill>
                <a:latin typeface="黑体"/>
                <a:cs typeface="黑体"/>
              </a:rPr>
              <a:t>存</a:t>
            </a:r>
            <a:r>
              <a:rPr dirty="0" baseline="41218" sz="2325" spc="-509" i="1">
                <a:latin typeface="Times New Roman"/>
                <a:cs typeface="Times New Roman"/>
              </a:rPr>
              <a:t>i</a:t>
            </a:r>
            <a:r>
              <a:rPr dirty="0" baseline="41218" sz="2325" spc="-509">
                <a:latin typeface="Symbol"/>
                <a:cs typeface="Symbol"/>
              </a:rPr>
              <a:t></a:t>
            </a:r>
            <a:r>
              <a:rPr dirty="0" sz="2800" spc="-2105" b="1">
                <a:solidFill>
                  <a:srgbClr val="006FC0"/>
                </a:solidFill>
                <a:latin typeface="黑体"/>
                <a:cs typeface="黑体"/>
              </a:rPr>
              <a:t>器</a:t>
            </a:r>
            <a:r>
              <a:rPr dirty="0" baseline="41218" sz="2325" spc="-75">
                <a:latin typeface="Times New Roman"/>
                <a:cs typeface="Times New Roman"/>
              </a:rPr>
              <a:t>1</a:t>
            </a:r>
            <a:r>
              <a:rPr dirty="0" baseline="41218" sz="2325">
                <a:latin typeface="Times New Roman"/>
                <a:cs typeface="Times New Roman"/>
              </a:rPr>
              <a:t>	</a:t>
            </a:r>
            <a:r>
              <a:rPr dirty="0" sz="2800" spc="-30" b="1">
                <a:solidFill>
                  <a:srgbClr val="006FC0"/>
                </a:solidFill>
                <a:latin typeface="黑体"/>
                <a:cs typeface="黑体"/>
              </a:rPr>
              <a:t>中，试</a:t>
            </a:r>
            <a:r>
              <a:rPr dirty="0" sz="2800" spc="-50" b="1">
                <a:solidFill>
                  <a:srgbClr val="006FC0"/>
                </a:solidFill>
                <a:latin typeface="黑体"/>
                <a:cs typeface="黑体"/>
              </a:rPr>
              <a:t>计</a:t>
            </a:r>
            <a:r>
              <a:rPr dirty="0" sz="2800" spc="-10" b="1">
                <a:solidFill>
                  <a:srgbClr val="006FC0"/>
                </a:solidFill>
                <a:latin typeface="黑体"/>
                <a:cs typeface="黑体"/>
              </a:rPr>
              <a:t>算</a:t>
            </a:r>
            <a:r>
              <a:rPr dirty="0" sz="2800" spc="-30" b="1">
                <a:solidFill>
                  <a:srgbClr val="006FC0"/>
                </a:solidFill>
                <a:latin typeface="黑体"/>
                <a:cs typeface="黑体"/>
              </a:rPr>
              <a:t>其吞吐</a:t>
            </a:r>
            <a:r>
              <a:rPr dirty="0" sz="2800" spc="-10" b="1">
                <a:solidFill>
                  <a:srgbClr val="006FC0"/>
                </a:solidFill>
                <a:latin typeface="黑体"/>
                <a:cs typeface="黑体"/>
              </a:rPr>
              <a:t>率</a:t>
            </a:r>
            <a:r>
              <a:rPr dirty="0" sz="2800" spc="-30" b="1">
                <a:solidFill>
                  <a:srgbClr val="006FC0"/>
                </a:solidFill>
                <a:latin typeface="黑体"/>
                <a:cs typeface="黑体"/>
              </a:rPr>
              <a:t>、加速</a:t>
            </a:r>
            <a:r>
              <a:rPr dirty="0" sz="2800" spc="-10" b="1">
                <a:solidFill>
                  <a:srgbClr val="006FC0"/>
                </a:solidFill>
                <a:latin typeface="黑体"/>
                <a:cs typeface="黑体"/>
              </a:rPr>
              <a:t>比</a:t>
            </a:r>
            <a:r>
              <a:rPr dirty="0" sz="2800" spc="-30" b="1">
                <a:solidFill>
                  <a:srgbClr val="006FC0"/>
                </a:solidFill>
                <a:latin typeface="黑体"/>
                <a:cs typeface="黑体"/>
              </a:rPr>
              <a:t>和效率</a:t>
            </a:r>
            <a:r>
              <a:rPr dirty="0" sz="2800" spc="-50" b="1">
                <a:solidFill>
                  <a:srgbClr val="006FC0"/>
                </a:solidFill>
                <a:latin typeface="黑体"/>
                <a:cs typeface="黑体"/>
              </a:rPr>
              <a:t>。</a:t>
            </a:r>
            <a:endParaRPr sz="2800">
              <a:latin typeface="黑体"/>
              <a:cs typeface="黑体"/>
            </a:endParaRPr>
          </a:p>
        </p:txBody>
      </p:sp>
      <p:sp>
        <p:nvSpPr>
          <p:cNvPr id="14" name="object 14" descr=""/>
          <p:cNvSpPr txBox="1"/>
          <p:nvPr/>
        </p:nvSpPr>
        <p:spPr>
          <a:xfrm>
            <a:off x="9759419" y="927917"/>
            <a:ext cx="1689100" cy="641985"/>
          </a:xfrm>
          <a:prstGeom prst="rect">
            <a:avLst/>
          </a:prstGeom>
        </p:spPr>
        <p:txBody>
          <a:bodyPr wrap="square" lIns="0" tIns="12065" rIns="0" bIns="0" rtlCol="0" vert="horz">
            <a:spAutoFit/>
          </a:bodyPr>
          <a:lstStyle/>
          <a:p>
            <a:pPr marL="38100">
              <a:lnSpc>
                <a:spcPct val="100000"/>
              </a:lnSpc>
              <a:spcBef>
                <a:spcPts val="95"/>
              </a:spcBef>
            </a:pPr>
            <a:r>
              <a:rPr dirty="0" baseline="-8916" sz="6075" spc="209">
                <a:latin typeface="Symbol"/>
                <a:cs typeface="Symbol"/>
              </a:rPr>
              <a:t></a:t>
            </a:r>
            <a:r>
              <a:rPr dirty="0" sz="2700" spc="140">
                <a:latin typeface="Times New Roman"/>
                <a:cs typeface="Times New Roman"/>
              </a:rPr>
              <a:t>(</a:t>
            </a:r>
            <a:r>
              <a:rPr dirty="0" sz="2700" spc="-405">
                <a:latin typeface="Times New Roman"/>
                <a:cs typeface="Times New Roman"/>
              </a:rPr>
              <a:t> </a:t>
            </a:r>
            <a:r>
              <a:rPr dirty="0" sz="2700" spc="-10" i="1">
                <a:latin typeface="Times New Roman"/>
                <a:cs typeface="Times New Roman"/>
              </a:rPr>
              <a:t>A</a:t>
            </a:r>
            <a:r>
              <a:rPr dirty="0" baseline="-25089" sz="2325" spc="-15" i="1">
                <a:latin typeface="Times New Roman"/>
                <a:cs typeface="Times New Roman"/>
              </a:rPr>
              <a:t>i</a:t>
            </a:r>
            <a:r>
              <a:rPr dirty="0" baseline="-25089" sz="2325" spc="307" i="1">
                <a:latin typeface="Times New Roman"/>
                <a:cs typeface="Times New Roman"/>
              </a:rPr>
              <a:t> </a:t>
            </a:r>
            <a:r>
              <a:rPr dirty="0" sz="2700">
                <a:latin typeface="Symbol"/>
                <a:cs typeface="Symbol"/>
              </a:rPr>
              <a:t></a:t>
            </a:r>
            <a:r>
              <a:rPr dirty="0" sz="2700" spc="-165">
                <a:latin typeface="Times New Roman"/>
                <a:cs typeface="Times New Roman"/>
              </a:rPr>
              <a:t> </a:t>
            </a:r>
            <a:r>
              <a:rPr dirty="0" sz="2700" spc="-80" i="1">
                <a:latin typeface="Times New Roman"/>
                <a:cs typeface="Times New Roman"/>
              </a:rPr>
              <a:t>B</a:t>
            </a:r>
            <a:r>
              <a:rPr dirty="0" baseline="-25089" sz="2325" spc="-120" i="1">
                <a:latin typeface="Times New Roman"/>
                <a:cs typeface="Times New Roman"/>
              </a:rPr>
              <a:t>i</a:t>
            </a:r>
            <a:r>
              <a:rPr dirty="0" baseline="-25089" sz="2325" spc="-60" i="1">
                <a:latin typeface="Times New Roman"/>
                <a:cs typeface="Times New Roman"/>
              </a:rPr>
              <a:t> </a:t>
            </a:r>
            <a:r>
              <a:rPr dirty="0" sz="2700" spc="-50">
                <a:latin typeface="Times New Roman"/>
                <a:cs typeface="Times New Roman"/>
              </a:rPr>
              <a:t>)</a:t>
            </a:r>
            <a:endParaRPr sz="2700">
              <a:latin typeface="Times New Roman"/>
              <a:cs typeface="Times New Roman"/>
            </a:endParaRPr>
          </a:p>
        </p:txBody>
      </p:sp>
      <p:grpSp>
        <p:nvGrpSpPr>
          <p:cNvPr id="15" name="object 15" descr=""/>
          <p:cNvGrpSpPr/>
          <p:nvPr/>
        </p:nvGrpSpPr>
        <p:grpSpPr>
          <a:xfrm>
            <a:off x="2675302" y="3083491"/>
            <a:ext cx="4598035" cy="614045"/>
            <a:chOff x="2675302" y="3083491"/>
            <a:chExt cx="4598035" cy="614045"/>
          </a:xfrm>
        </p:grpSpPr>
        <p:sp>
          <p:nvSpPr>
            <p:cNvPr id="16" name="object 16" descr=""/>
            <p:cNvSpPr/>
            <p:nvPr/>
          </p:nvSpPr>
          <p:spPr>
            <a:xfrm>
              <a:off x="3093580" y="3091428"/>
              <a:ext cx="363855" cy="598170"/>
            </a:xfrm>
            <a:custGeom>
              <a:avLst/>
              <a:gdLst/>
              <a:ahLst/>
              <a:cxnLst/>
              <a:rect l="l" t="t" r="r" b="b"/>
              <a:pathLst>
                <a:path w="363854" h="598170">
                  <a:moveTo>
                    <a:pt x="0" y="597941"/>
                  </a:moveTo>
                  <a:lnTo>
                    <a:pt x="363342" y="597941"/>
                  </a:lnTo>
                  <a:lnTo>
                    <a:pt x="363342" y="0"/>
                  </a:lnTo>
                  <a:lnTo>
                    <a:pt x="0" y="0"/>
                  </a:lnTo>
                  <a:lnTo>
                    <a:pt x="0" y="597941"/>
                  </a:lnTo>
                  <a:close/>
                </a:path>
              </a:pathLst>
            </a:custGeom>
            <a:ln w="15454">
              <a:solidFill>
                <a:srgbClr val="000000"/>
              </a:solidFill>
            </a:ln>
          </p:spPr>
          <p:txBody>
            <a:bodyPr wrap="square" lIns="0" tIns="0" rIns="0" bIns="0" rtlCol="0"/>
            <a:lstStyle/>
            <a:p/>
          </p:txBody>
        </p:sp>
        <p:sp>
          <p:nvSpPr>
            <p:cNvPr id="17" name="object 17" descr=""/>
            <p:cNvSpPr/>
            <p:nvPr/>
          </p:nvSpPr>
          <p:spPr>
            <a:xfrm>
              <a:off x="2676890" y="3185069"/>
              <a:ext cx="420370" cy="85090"/>
            </a:xfrm>
            <a:custGeom>
              <a:avLst/>
              <a:gdLst/>
              <a:ahLst/>
              <a:cxnLst/>
              <a:rect l="l" t="t" r="r" b="b"/>
              <a:pathLst>
                <a:path w="420369" h="85089">
                  <a:moveTo>
                    <a:pt x="290234" y="0"/>
                  </a:moveTo>
                  <a:lnTo>
                    <a:pt x="331847" y="40750"/>
                  </a:lnTo>
                  <a:lnTo>
                    <a:pt x="290234" y="84675"/>
                  </a:lnTo>
                  <a:lnTo>
                    <a:pt x="380820" y="53983"/>
                  </a:lnTo>
                  <a:lnTo>
                    <a:pt x="331847" y="53983"/>
                  </a:lnTo>
                  <a:lnTo>
                    <a:pt x="337189" y="51324"/>
                  </a:lnTo>
                  <a:lnTo>
                    <a:pt x="342531" y="46048"/>
                  </a:lnTo>
                  <a:lnTo>
                    <a:pt x="342531" y="38627"/>
                  </a:lnTo>
                  <a:lnTo>
                    <a:pt x="339860" y="33351"/>
                  </a:lnTo>
                  <a:lnTo>
                    <a:pt x="337189" y="33351"/>
                  </a:lnTo>
                  <a:lnTo>
                    <a:pt x="331847" y="30691"/>
                  </a:lnTo>
                  <a:lnTo>
                    <a:pt x="387876" y="30691"/>
                  </a:lnTo>
                  <a:lnTo>
                    <a:pt x="290234" y="0"/>
                  </a:lnTo>
                  <a:close/>
                </a:path>
                <a:path w="420369" h="85089">
                  <a:moveTo>
                    <a:pt x="321575" y="30691"/>
                  </a:moveTo>
                  <a:lnTo>
                    <a:pt x="10670" y="30691"/>
                  </a:lnTo>
                  <a:lnTo>
                    <a:pt x="5335" y="33351"/>
                  </a:lnTo>
                  <a:lnTo>
                    <a:pt x="2666" y="33351"/>
                  </a:lnTo>
                  <a:lnTo>
                    <a:pt x="0" y="38627"/>
                  </a:lnTo>
                  <a:lnTo>
                    <a:pt x="0" y="46048"/>
                  </a:lnTo>
                  <a:lnTo>
                    <a:pt x="5335" y="51324"/>
                  </a:lnTo>
                  <a:lnTo>
                    <a:pt x="10670" y="53983"/>
                  </a:lnTo>
                  <a:lnTo>
                    <a:pt x="319311" y="53983"/>
                  </a:lnTo>
                  <a:lnTo>
                    <a:pt x="331847" y="40750"/>
                  </a:lnTo>
                  <a:lnTo>
                    <a:pt x="321575" y="30691"/>
                  </a:lnTo>
                  <a:close/>
                </a:path>
                <a:path w="420369" h="85089">
                  <a:moveTo>
                    <a:pt x="387876" y="30691"/>
                  </a:moveTo>
                  <a:lnTo>
                    <a:pt x="331847" y="30691"/>
                  </a:lnTo>
                  <a:lnTo>
                    <a:pt x="337189" y="33351"/>
                  </a:lnTo>
                  <a:lnTo>
                    <a:pt x="339860" y="33351"/>
                  </a:lnTo>
                  <a:lnTo>
                    <a:pt x="342531" y="38627"/>
                  </a:lnTo>
                  <a:lnTo>
                    <a:pt x="342531" y="46048"/>
                  </a:lnTo>
                  <a:lnTo>
                    <a:pt x="337189" y="51324"/>
                  </a:lnTo>
                  <a:lnTo>
                    <a:pt x="331847" y="53983"/>
                  </a:lnTo>
                  <a:lnTo>
                    <a:pt x="380820" y="53983"/>
                  </a:lnTo>
                  <a:lnTo>
                    <a:pt x="419878" y="40750"/>
                  </a:lnTo>
                  <a:lnTo>
                    <a:pt x="387876" y="30691"/>
                  </a:lnTo>
                  <a:close/>
                </a:path>
              </a:pathLst>
            </a:custGeom>
            <a:solidFill>
              <a:srgbClr val="993366"/>
            </a:solidFill>
          </p:spPr>
          <p:txBody>
            <a:bodyPr wrap="square" lIns="0" tIns="0" rIns="0" bIns="0" rtlCol="0"/>
            <a:lstStyle/>
            <a:p/>
          </p:txBody>
        </p:sp>
        <p:sp>
          <p:nvSpPr>
            <p:cNvPr id="18" name="object 18" descr=""/>
            <p:cNvSpPr/>
            <p:nvPr/>
          </p:nvSpPr>
          <p:spPr>
            <a:xfrm>
              <a:off x="2676890" y="3185069"/>
              <a:ext cx="420370" cy="85090"/>
            </a:xfrm>
            <a:custGeom>
              <a:avLst/>
              <a:gdLst/>
              <a:ahLst/>
              <a:cxnLst/>
              <a:rect l="l" t="t" r="r" b="b"/>
              <a:pathLst>
                <a:path w="420369" h="85089">
                  <a:moveTo>
                    <a:pt x="10670" y="30691"/>
                  </a:moveTo>
                  <a:lnTo>
                    <a:pt x="331847" y="30691"/>
                  </a:lnTo>
                  <a:lnTo>
                    <a:pt x="337189" y="33351"/>
                  </a:lnTo>
                  <a:lnTo>
                    <a:pt x="339860" y="33351"/>
                  </a:lnTo>
                  <a:lnTo>
                    <a:pt x="342531" y="38627"/>
                  </a:lnTo>
                  <a:lnTo>
                    <a:pt x="342531" y="40750"/>
                  </a:lnTo>
                  <a:lnTo>
                    <a:pt x="342531" y="46048"/>
                  </a:lnTo>
                  <a:lnTo>
                    <a:pt x="339860" y="48686"/>
                  </a:lnTo>
                  <a:lnTo>
                    <a:pt x="337189" y="51324"/>
                  </a:lnTo>
                  <a:lnTo>
                    <a:pt x="331847" y="53983"/>
                  </a:lnTo>
                  <a:lnTo>
                    <a:pt x="10670" y="53983"/>
                  </a:lnTo>
                  <a:lnTo>
                    <a:pt x="0" y="38627"/>
                  </a:lnTo>
                  <a:lnTo>
                    <a:pt x="2666" y="33351"/>
                  </a:lnTo>
                  <a:lnTo>
                    <a:pt x="5335" y="33351"/>
                  </a:lnTo>
                  <a:lnTo>
                    <a:pt x="10670" y="30691"/>
                  </a:lnTo>
                  <a:close/>
                </a:path>
                <a:path w="420369" h="85089">
                  <a:moveTo>
                    <a:pt x="331847" y="40750"/>
                  </a:moveTo>
                  <a:lnTo>
                    <a:pt x="290234" y="0"/>
                  </a:lnTo>
                  <a:lnTo>
                    <a:pt x="419878" y="40750"/>
                  </a:lnTo>
                  <a:lnTo>
                    <a:pt x="290234" y="84675"/>
                  </a:lnTo>
                  <a:lnTo>
                    <a:pt x="331847" y="40750"/>
                  </a:lnTo>
                  <a:close/>
                </a:path>
              </a:pathLst>
            </a:custGeom>
            <a:ln w="3175">
              <a:solidFill>
                <a:srgbClr val="993366"/>
              </a:solidFill>
            </a:ln>
          </p:spPr>
          <p:txBody>
            <a:bodyPr wrap="square" lIns="0" tIns="0" rIns="0" bIns="0" rtlCol="0"/>
            <a:lstStyle/>
            <a:p/>
          </p:txBody>
        </p:sp>
        <p:sp>
          <p:nvSpPr>
            <p:cNvPr id="19" name="object 19" descr=""/>
            <p:cNvSpPr/>
            <p:nvPr/>
          </p:nvSpPr>
          <p:spPr>
            <a:xfrm>
              <a:off x="2676890" y="3520040"/>
              <a:ext cx="420370" cy="85725"/>
            </a:xfrm>
            <a:custGeom>
              <a:avLst/>
              <a:gdLst/>
              <a:ahLst/>
              <a:cxnLst/>
              <a:rect l="l" t="t" r="r" b="b"/>
              <a:pathLst>
                <a:path w="420369" h="85725">
                  <a:moveTo>
                    <a:pt x="290234" y="0"/>
                  </a:moveTo>
                  <a:lnTo>
                    <a:pt x="331847" y="41265"/>
                  </a:lnTo>
                  <a:lnTo>
                    <a:pt x="290234" y="85190"/>
                  </a:lnTo>
                  <a:lnTo>
                    <a:pt x="382402" y="53962"/>
                  </a:lnTo>
                  <a:lnTo>
                    <a:pt x="331847" y="53962"/>
                  </a:lnTo>
                  <a:lnTo>
                    <a:pt x="337189" y="51324"/>
                  </a:lnTo>
                  <a:lnTo>
                    <a:pt x="339860" y="48664"/>
                  </a:lnTo>
                  <a:lnTo>
                    <a:pt x="342531" y="46563"/>
                  </a:lnTo>
                  <a:lnTo>
                    <a:pt x="342531" y="38627"/>
                  </a:lnTo>
                  <a:lnTo>
                    <a:pt x="339860" y="33329"/>
                  </a:lnTo>
                  <a:lnTo>
                    <a:pt x="337189" y="33329"/>
                  </a:lnTo>
                  <a:lnTo>
                    <a:pt x="331847" y="30670"/>
                  </a:lnTo>
                  <a:lnTo>
                    <a:pt x="386591" y="30670"/>
                  </a:lnTo>
                  <a:lnTo>
                    <a:pt x="290234" y="0"/>
                  </a:lnTo>
                  <a:close/>
                </a:path>
                <a:path w="420369" h="85725">
                  <a:moveTo>
                    <a:pt x="321163" y="30670"/>
                  </a:moveTo>
                  <a:lnTo>
                    <a:pt x="10670" y="30670"/>
                  </a:lnTo>
                  <a:lnTo>
                    <a:pt x="5335" y="33329"/>
                  </a:lnTo>
                  <a:lnTo>
                    <a:pt x="2666" y="33329"/>
                  </a:lnTo>
                  <a:lnTo>
                    <a:pt x="0" y="38627"/>
                  </a:lnTo>
                  <a:lnTo>
                    <a:pt x="0" y="46563"/>
                  </a:lnTo>
                  <a:lnTo>
                    <a:pt x="2666" y="48664"/>
                  </a:lnTo>
                  <a:lnTo>
                    <a:pt x="5335" y="51324"/>
                  </a:lnTo>
                  <a:lnTo>
                    <a:pt x="10670" y="53962"/>
                  </a:lnTo>
                  <a:lnTo>
                    <a:pt x="319819" y="53962"/>
                  </a:lnTo>
                  <a:lnTo>
                    <a:pt x="331847" y="41265"/>
                  </a:lnTo>
                  <a:lnTo>
                    <a:pt x="321163" y="30670"/>
                  </a:lnTo>
                  <a:close/>
                </a:path>
                <a:path w="420369" h="85725">
                  <a:moveTo>
                    <a:pt x="386591" y="30670"/>
                  </a:moveTo>
                  <a:lnTo>
                    <a:pt x="331847" y="30670"/>
                  </a:lnTo>
                  <a:lnTo>
                    <a:pt x="337189" y="33329"/>
                  </a:lnTo>
                  <a:lnTo>
                    <a:pt x="339860" y="33329"/>
                  </a:lnTo>
                  <a:lnTo>
                    <a:pt x="342531" y="38627"/>
                  </a:lnTo>
                  <a:lnTo>
                    <a:pt x="342531" y="46563"/>
                  </a:lnTo>
                  <a:lnTo>
                    <a:pt x="339860" y="48664"/>
                  </a:lnTo>
                  <a:lnTo>
                    <a:pt x="337189" y="51324"/>
                  </a:lnTo>
                  <a:lnTo>
                    <a:pt x="331847" y="53962"/>
                  </a:lnTo>
                  <a:lnTo>
                    <a:pt x="382402" y="53962"/>
                  </a:lnTo>
                  <a:lnTo>
                    <a:pt x="419878" y="41265"/>
                  </a:lnTo>
                  <a:lnTo>
                    <a:pt x="386591" y="30670"/>
                  </a:lnTo>
                  <a:close/>
                </a:path>
              </a:pathLst>
            </a:custGeom>
            <a:solidFill>
              <a:srgbClr val="0000FF"/>
            </a:solidFill>
          </p:spPr>
          <p:txBody>
            <a:bodyPr wrap="square" lIns="0" tIns="0" rIns="0" bIns="0" rtlCol="0"/>
            <a:lstStyle/>
            <a:p/>
          </p:txBody>
        </p:sp>
        <p:sp>
          <p:nvSpPr>
            <p:cNvPr id="20" name="object 20" descr=""/>
            <p:cNvSpPr/>
            <p:nvPr/>
          </p:nvSpPr>
          <p:spPr>
            <a:xfrm>
              <a:off x="2676890" y="3520040"/>
              <a:ext cx="420370" cy="85725"/>
            </a:xfrm>
            <a:custGeom>
              <a:avLst/>
              <a:gdLst/>
              <a:ahLst/>
              <a:cxnLst/>
              <a:rect l="l" t="t" r="r" b="b"/>
              <a:pathLst>
                <a:path w="420369" h="85725">
                  <a:moveTo>
                    <a:pt x="10670" y="30670"/>
                  </a:moveTo>
                  <a:lnTo>
                    <a:pt x="331847" y="30670"/>
                  </a:lnTo>
                  <a:lnTo>
                    <a:pt x="337189" y="33329"/>
                  </a:lnTo>
                  <a:lnTo>
                    <a:pt x="339860" y="33329"/>
                  </a:lnTo>
                  <a:lnTo>
                    <a:pt x="342531" y="38627"/>
                  </a:lnTo>
                  <a:lnTo>
                    <a:pt x="342531" y="41265"/>
                  </a:lnTo>
                  <a:lnTo>
                    <a:pt x="342531" y="46563"/>
                  </a:lnTo>
                  <a:lnTo>
                    <a:pt x="339860" y="48664"/>
                  </a:lnTo>
                  <a:lnTo>
                    <a:pt x="337189" y="51324"/>
                  </a:lnTo>
                  <a:lnTo>
                    <a:pt x="331847" y="53962"/>
                  </a:lnTo>
                  <a:lnTo>
                    <a:pt x="10670" y="53962"/>
                  </a:lnTo>
                  <a:lnTo>
                    <a:pt x="5335" y="51324"/>
                  </a:lnTo>
                  <a:lnTo>
                    <a:pt x="2666" y="48664"/>
                  </a:lnTo>
                  <a:lnTo>
                    <a:pt x="0" y="46563"/>
                  </a:lnTo>
                  <a:lnTo>
                    <a:pt x="0" y="41265"/>
                  </a:lnTo>
                  <a:lnTo>
                    <a:pt x="0" y="38627"/>
                  </a:lnTo>
                  <a:lnTo>
                    <a:pt x="2666" y="33329"/>
                  </a:lnTo>
                  <a:lnTo>
                    <a:pt x="5335" y="33329"/>
                  </a:lnTo>
                  <a:lnTo>
                    <a:pt x="10670" y="30670"/>
                  </a:lnTo>
                  <a:close/>
                </a:path>
                <a:path w="420369" h="85725">
                  <a:moveTo>
                    <a:pt x="331847" y="41265"/>
                  </a:moveTo>
                  <a:lnTo>
                    <a:pt x="290234" y="0"/>
                  </a:lnTo>
                  <a:lnTo>
                    <a:pt x="419878" y="41265"/>
                  </a:lnTo>
                  <a:lnTo>
                    <a:pt x="290234" y="85190"/>
                  </a:lnTo>
                  <a:lnTo>
                    <a:pt x="331847" y="41265"/>
                  </a:lnTo>
                  <a:close/>
                </a:path>
              </a:pathLst>
            </a:custGeom>
            <a:ln w="3175">
              <a:solidFill>
                <a:srgbClr val="0000FF"/>
              </a:solidFill>
            </a:ln>
          </p:spPr>
          <p:txBody>
            <a:bodyPr wrap="square" lIns="0" tIns="0" rIns="0" bIns="0" rtlCol="0"/>
            <a:lstStyle/>
            <a:p/>
          </p:txBody>
        </p:sp>
        <p:sp>
          <p:nvSpPr>
            <p:cNvPr id="21" name="object 21" descr=""/>
            <p:cNvSpPr/>
            <p:nvPr/>
          </p:nvSpPr>
          <p:spPr>
            <a:xfrm>
              <a:off x="6941425" y="3522678"/>
              <a:ext cx="330200" cy="87630"/>
            </a:xfrm>
            <a:custGeom>
              <a:avLst/>
              <a:gdLst/>
              <a:ahLst/>
              <a:cxnLst/>
              <a:rect l="l" t="t" r="r" b="b"/>
              <a:pathLst>
                <a:path w="330200" h="87629">
                  <a:moveTo>
                    <a:pt x="200097" y="0"/>
                  </a:moveTo>
                  <a:lnTo>
                    <a:pt x="241022" y="43924"/>
                  </a:lnTo>
                  <a:lnTo>
                    <a:pt x="200097" y="87313"/>
                  </a:lnTo>
                  <a:lnTo>
                    <a:pt x="299766" y="53962"/>
                  </a:lnTo>
                  <a:lnTo>
                    <a:pt x="246406" y="53962"/>
                  </a:lnTo>
                  <a:lnTo>
                    <a:pt x="249206" y="51324"/>
                  </a:lnTo>
                  <a:lnTo>
                    <a:pt x="251791" y="48686"/>
                  </a:lnTo>
                  <a:lnTo>
                    <a:pt x="251791" y="38627"/>
                  </a:lnTo>
                  <a:lnTo>
                    <a:pt x="249206" y="35989"/>
                  </a:lnTo>
                  <a:lnTo>
                    <a:pt x="246406" y="33329"/>
                  </a:lnTo>
                  <a:lnTo>
                    <a:pt x="298486" y="33329"/>
                  </a:lnTo>
                  <a:lnTo>
                    <a:pt x="200097" y="0"/>
                  </a:lnTo>
                  <a:close/>
                </a:path>
                <a:path w="330200" h="87629">
                  <a:moveTo>
                    <a:pt x="231150" y="33329"/>
                  </a:moveTo>
                  <a:lnTo>
                    <a:pt x="5384" y="33329"/>
                  </a:lnTo>
                  <a:lnTo>
                    <a:pt x="2584" y="35989"/>
                  </a:lnTo>
                  <a:lnTo>
                    <a:pt x="0" y="38627"/>
                  </a:lnTo>
                  <a:lnTo>
                    <a:pt x="0" y="48686"/>
                  </a:lnTo>
                  <a:lnTo>
                    <a:pt x="2584" y="51324"/>
                  </a:lnTo>
                  <a:lnTo>
                    <a:pt x="5384" y="53962"/>
                  </a:lnTo>
                  <a:lnTo>
                    <a:pt x="231554" y="53962"/>
                  </a:lnTo>
                  <a:lnTo>
                    <a:pt x="241022" y="43924"/>
                  </a:lnTo>
                  <a:lnTo>
                    <a:pt x="231150" y="33329"/>
                  </a:lnTo>
                  <a:close/>
                </a:path>
                <a:path w="330200" h="87629">
                  <a:moveTo>
                    <a:pt x="298486" y="33329"/>
                  </a:moveTo>
                  <a:lnTo>
                    <a:pt x="246406" y="33329"/>
                  </a:lnTo>
                  <a:lnTo>
                    <a:pt x="249206" y="35989"/>
                  </a:lnTo>
                  <a:lnTo>
                    <a:pt x="251791" y="38627"/>
                  </a:lnTo>
                  <a:lnTo>
                    <a:pt x="251791" y="48686"/>
                  </a:lnTo>
                  <a:lnTo>
                    <a:pt x="249206" y="51324"/>
                  </a:lnTo>
                  <a:lnTo>
                    <a:pt x="246406" y="53962"/>
                  </a:lnTo>
                  <a:lnTo>
                    <a:pt x="299766" y="53962"/>
                  </a:lnTo>
                  <a:lnTo>
                    <a:pt x="329762" y="43924"/>
                  </a:lnTo>
                  <a:lnTo>
                    <a:pt x="298486" y="33329"/>
                  </a:lnTo>
                  <a:close/>
                </a:path>
              </a:pathLst>
            </a:custGeom>
            <a:solidFill>
              <a:srgbClr val="0000FF"/>
            </a:solidFill>
          </p:spPr>
          <p:txBody>
            <a:bodyPr wrap="square" lIns="0" tIns="0" rIns="0" bIns="0" rtlCol="0"/>
            <a:lstStyle/>
            <a:p/>
          </p:txBody>
        </p:sp>
        <p:sp>
          <p:nvSpPr>
            <p:cNvPr id="22" name="object 22" descr=""/>
            <p:cNvSpPr/>
            <p:nvPr/>
          </p:nvSpPr>
          <p:spPr>
            <a:xfrm>
              <a:off x="6941425" y="3522678"/>
              <a:ext cx="330200" cy="87630"/>
            </a:xfrm>
            <a:custGeom>
              <a:avLst/>
              <a:gdLst/>
              <a:ahLst/>
              <a:cxnLst/>
              <a:rect l="l" t="t" r="r" b="b"/>
              <a:pathLst>
                <a:path w="330200" h="87629">
                  <a:moveTo>
                    <a:pt x="10554" y="33329"/>
                  </a:moveTo>
                  <a:lnTo>
                    <a:pt x="241022" y="33329"/>
                  </a:lnTo>
                  <a:lnTo>
                    <a:pt x="246406" y="33329"/>
                  </a:lnTo>
                  <a:lnTo>
                    <a:pt x="249206" y="35989"/>
                  </a:lnTo>
                  <a:lnTo>
                    <a:pt x="251791" y="38627"/>
                  </a:lnTo>
                  <a:lnTo>
                    <a:pt x="251791" y="43924"/>
                  </a:lnTo>
                  <a:lnTo>
                    <a:pt x="251791" y="48686"/>
                  </a:lnTo>
                  <a:lnTo>
                    <a:pt x="249206" y="51324"/>
                  </a:lnTo>
                  <a:lnTo>
                    <a:pt x="246406" y="53962"/>
                  </a:lnTo>
                  <a:lnTo>
                    <a:pt x="241022" y="53962"/>
                  </a:lnTo>
                  <a:lnTo>
                    <a:pt x="10554" y="53962"/>
                  </a:lnTo>
                  <a:lnTo>
                    <a:pt x="5384" y="53962"/>
                  </a:lnTo>
                  <a:lnTo>
                    <a:pt x="2584" y="51324"/>
                  </a:lnTo>
                  <a:lnTo>
                    <a:pt x="0" y="48686"/>
                  </a:lnTo>
                  <a:lnTo>
                    <a:pt x="0" y="43924"/>
                  </a:lnTo>
                  <a:lnTo>
                    <a:pt x="0" y="38627"/>
                  </a:lnTo>
                  <a:lnTo>
                    <a:pt x="2584" y="35989"/>
                  </a:lnTo>
                  <a:lnTo>
                    <a:pt x="5384" y="33329"/>
                  </a:lnTo>
                  <a:lnTo>
                    <a:pt x="10554" y="33329"/>
                  </a:lnTo>
                  <a:close/>
                </a:path>
                <a:path w="330200" h="87629">
                  <a:moveTo>
                    <a:pt x="241022" y="43924"/>
                  </a:moveTo>
                  <a:lnTo>
                    <a:pt x="200097" y="0"/>
                  </a:lnTo>
                  <a:lnTo>
                    <a:pt x="329762" y="43924"/>
                  </a:lnTo>
                  <a:lnTo>
                    <a:pt x="200097" y="87313"/>
                  </a:lnTo>
                  <a:lnTo>
                    <a:pt x="241022" y="43924"/>
                  </a:lnTo>
                  <a:close/>
                </a:path>
              </a:pathLst>
            </a:custGeom>
            <a:ln w="3175">
              <a:solidFill>
                <a:srgbClr val="0000FF"/>
              </a:solidFill>
            </a:ln>
          </p:spPr>
          <p:txBody>
            <a:bodyPr wrap="square" lIns="0" tIns="0" rIns="0" bIns="0" rtlCol="0"/>
            <a:lstStyle/>
            <a:p/>
          </p:txBody>
        </p:sp>
      </p:grpSp>
      <p:sp>
        <p:nvSpPr>
          <p:cNvPr id="23" name="object 23" descr=""/>
          <p:cNvSpPr txBox="1"/>
          <p:nvPr/>
        </p:nvSpPr>
        <p:spPr>
          <a:xfrm>
            <a:off x="3093580" y="3091428"/>
            <a:ext cx="363855" cy="598170"/>
          </a:xfrm>
          <a:prstGeom prst="rect">
            <a:avLst/>
          </a:prstGeom>
          <a:solidFill>
            <a:srgbClr val="FFFF99"/>
          </a:solidFill>
        </p:spPr>
        <p:txBody>
          <a:bodyPr wrap="square" lIns="0" tIns="155575" rIns="0" bIns="0" rtlCol="0" vert="horz">
            <a:spAutoFit/>
          </a:bodyPr>
          <a:lstStyle/>
          <a:p>
            <a:pPr algn="ctr" marL="4445">
              <a:lnSpc>
                <a:spcPct val="100000"/>
              </a:lnSpc>
              <a:spcBef>
                <a:spcPts val="1225"/>
              </a:spcBef>
            </a:pPr>
            <a:r>
              <a:rPr dirty="0" sz="1800" spc="-50" b="1">
                <a:latin typeface="Times New Roman"/>
                <a:cs typeface="Times New Roman"/>
              </a:rPr>
              <a:t>1</a:t>
            </a:r>
            <a:endParaRPr sz="1800">
              <a:latin typeface="Times New Roman"/>
              <a:cs typeface="Times New Roman"/>
            </a:endParaRPr>
          </a:p>
        </p:txBody>
      </p:sp>
      <p:sp>
        <p:nvSpPr>
          <p:cNvPr id="24" name="object 24" descr=""/>
          <p:cNvSpPr txBox="1"/>
          <p:nvPr/>
        </p:nvSpPr>
        <p:spPr>
          <a:xfrm>
            <a:off x="4001107" y="3091428"/>
            <a:ext cx="363220" cy="598170"/>
          </a:xfrm>
          <a:prstGeom prst="rect">
            <a:avLst/>
          </a:prstGeom>
          <a:solidFill>
            <a:srgbClr val="FFFF99"/>
          </a:solidFill>
          <a:ln w="15454">
            <a:solidFill>
              <a:srgbClr val="000000"/>
            </a:solidFill>
          </a:ln>
        </p:spPr>
        <p:txBody>
          <a:bodyPr wrap="square" lIns="0" tIns="163195" rIns="0" bIns="0" rtlCol="0" vert="horz">
            <a:spAutoFit/>
          </a:bodyPr>
          <a:lstStyle/>
          <a:p>
            <a:pPr algn="ctr">
              <a:lnSpc>
                <a:spcPct val="100000"/>
              </a:lnSpc>
              <a:spcBef>
                <a:spcPts val="1285"/>
              </a:spcBef>
            </a:pPr>
            <a:r>
              <a:rPr dirty="0" sz="1800" spc="-50" b="1">
                <a:latin typeface="Times New Roman"/>
                <a:cs typeface="Times New Roman"/>
              </a:rPr>
              <a:t>2</a:t>
            </a:r>
            <a:endParaRPr sz="1800">
              <a:latin typeface="Times New Roman"/>
              <a:cs typeface="Times New Roman"/>
            </a:endParaRPr>
          </a:p>
        </p:txBody>
      </p:sp>
      <p:sp>
        <p:nvSpPr>
          <p:cNvPr id="25" name="object 25" descr=""/>
          <p:cNvSpPr txBox="1"/>
          <p:nvPr/>
        </p:nvSpPr>
        <p:spPr>
          <a:xfrm>
            <a:off x="4784332" y="3091428"/>
            <a:ext cx="363220" cy="598170"/>
          </a:xfrm>
          <a:prstGeom prst="rect">
            <a:avLst/>
          </a:prstGeom>
          <a:solidFill>
            <a:srgbClr val="FFFF99"/>
          </a:solidFill>
          <a:ln w="15454">
            <a:solidFill>
              <a:srgbClr val="000000"/>
            </a:solidFill>
          </a:ln>
        </p:spPr>
        <p:txBody>
          <a:bodyPr wrap="square" lIns="0" tIns="163195" rIns="0" bIns="0" rtlCol="0" vert="horz">
            <a:spAutoFit/>
          </a:bodyPr>
          <a:lstStyle/>
          <a:p>
            <a:pPr algn="ctr">
              <a:lnSpc>
                <a:spcPct val="100000"/>
              </a:lnSpc>
              <a:spcBef>
                <a:spcPts val="1285"/>
              </a:spcBef>
            </a:pPr>
            <a:r>
              <a:rPr dirty="0" sz="1800" spc="-50" b="1">
                <a:latin typeface="Times New Roman"/>
                <a:cs typeface="Times New Roman"/>
              </a:rPr>
              <a:t>3</a:t>
            </a:r>
            <a:endParaRPr sz="1800">
              <a:latin typeface="Times New Roman"/>
              <a:cs typeface="Times New Roman"/>
            </a:endParaRPr>
          </a:p>
        </p:txBody>
      </p:sp>
      <p:sp>
        <p:nvSpPr>
          <p:cNvPr id="26" name="object 26" descr=""/>
          <p:cNvSpPr txBox="1"/>
          <p:nvPr/>
        </p:nvSpPr>
        <p:spPr>
          <a:xfrm>
            <a:off x="5577141" y="3091428"/>
            <a:ext cx="363855" cy="598170"/>
          </a:xfrm>
          <a:prstGeom prst="rect">
            <a:avLst/>
          </a:prstGeom>
          <a:solidFill>
            <a:srgbClr val="FFFF99"/>
          </a:solidFill>
          <a:ln w="15454">
            <a:solidFill>
              <a:srgbClr val="000000"/>
            </a:solidFill>
          </a:ln>
        </p:spPr>
        <p:txBody>
          <a:bodyPr wrap="square" lIns="0" tIns="163195" rIns="0" bIns="0" rtlCol="0" vert="horz">
            <a:spAutoFit/>
          </a:bodyPr>
          <a:lstStyle/>
          <a:p>
            <a:pPr marL="132080">
              <a:lnSpc>
                <a:spcPct val="100000"/>
              </a:lnSpc>
              <a:spcBef>
                <a:spcPts val="1285"/>
              </a:spcBef>
            </a:pPr>
            <a:r>
              <a:rPr dirty="0" sz="1800" spc="-50" b="1">
                <a:latin typeface="Times New Roman"/>
                <a:cs typeface="Times New Roman"/>
              </a:rPr>
              <a:t>4</a:t>
            </a:r>
            <a:endParaRPr sz="1800">
              <a:latin typeface="Times New Roman"/>
              <a:cs typeface="Times New Roman"/>
            </a:endParaRPr>
          </a:p>
        </p:txBody>
      </p:sp>
      <p:sp>
        <p:nvSpPr>
          <p:cNvPr id="27" name="object 27" descr=""/>
          <p:cNvSpPr txBox="1"/>
          <p:nvPr/>
        </p:nvSpPr>
        <p:spPr>
          <a:xfrm>
            <a:off x="4960486" y="3936762"/>
            <a:ext cx="419734" cy="258445"/>
          </a:xfrm>
          <a:prstGeom prst="rect">
            <a:avLst/>
          </a:prstGeom>
        </p:spPr>
        <p:txBody>
          <a:bodyPr wrap="square" lIns="0" tIns="15875" rIns="0" bIns="0" rtlCol="0" vert="horz">
            <a:spAutoFit/>
          </a:bodyPr>
          <a:lstStyle/>
          <a:p>
            <a:pPr marL="12700">
              <a:lnSpc>
                <a:spcPct val="100000"/>
              </a:lnSpc>
              <a:spcBef>
                <a:spcPts val="125"/>
              </a:spcBef>
            </a:pPr>
            <a:r>
              <a:rPr dirty="0" sz="1500" spc="-25">
                <a:solidFill>
                  <a:srgbClr val="0000FF"/>
                </a:solidFill>
                <a:latin typeface="宋体"/>
                <a:cs typeface="宋体"/>
              </a:rPr>
              <a:t>乘法</a:t>
            </a:r>
            <a:endParaRPr sz="1500">
              <a:latin typeface="宋体"/>
              <a:cs typeface="宋体"/>
            </a:endParaRPr>
          </a:p>
        </p:txBody>
      </p:sp>
      <p:sp>
        <p:nvSpPr>
          <p:cNvPr id="28" name="object 28" descr=""/>
          <p:cNvSpPr txBox="1"/>
          <p:nvPr/>
        </p:nvSpPr>
        <p:spPr>
          <a:xfrm>
            <a:off x="7319874" y="2536611"/>
            <a:ext cx="612140" cy="258445"/>
          </a:xfrm>
          <a:prstGeom prst="rect">
            <a:avLst/>
          </a:prstGeom>
        </p:spPr>
        <p:txBody>
          <a:bodyPr wrap="square" lIns="0" tIns="15875" rIns="0" bIns="0" rtlCol="0" vert="horz">
            <a:spAutoFit/>
          </a:bodyPr>
          <a:lstStyle/>
          <a:p>
            <a:pPr marL="12700">
              <a:lnSpc>
                <a:spcPct val="100000"/>
              </a:lnSpc>
              <a:spcBef>
                <a:spcPts val="125"/>
              </a:spcBef>
            </a:pPr>
            <a:r>
              <a:rPr dirty="0" sz="1500" spc="-20">
                <a:solidFill>
                  <a:srgbClr val="993366"/>
                </a:solidFill>
                <a:latin typeface="宋体"/>
                <a:cs typeface="宋体"/>
              </a:rPr>
              <a:t>加减法</a:t>
            </a:r>
            <a:endParaRPr sz="1500">
              <a:latin typeface="宋体"/>
              <a:cs typeface="宋体"/>
            </a:endParaRPr>
          </a:p>
        </p:txBody>
      </p:sp>
      <p:grpSp>
        <p:nvGrpSpPr>
          <p:cNvPr id="29" name="object 29" descr=""/>
          <p:cNvGrpSpPr/>
          <p:nvPr/>
        </p:nvGrpSpPr>
        <p:grpSpPr>
          <a:xfrm>
            <a:off x="7611511" y="3507941"/>
            <a:ext cx="423545" cy="91440"/>
            <a:chOff x="7611511" y="3507941"/>
            <a:chExt cx="423545" cy="91440"/>
          </a:xfrm>
        </p:grpSpPr>
        <p:sp>
          <p:nvSpPr>
            <p:cNvPr id="30" name="object 30" descr=""/>
            <p:cNvSpPr/>
            <p:nvPr/>
          </p:nvSpPr>
          <p:spPr>
            <a:xfrm>
              <a:off x="7613012" y="3509445"/>
              <a:ext cx="420370" cy="88265"/>
            </a:xfrm>
            <a:custGeom>
              <a:avLst/>
              <a:gdLst/>
              <a:ahLst/>
              <a:cxnLst/>
              <a:rect l="l" t="t" r="r" b="b"/>
              <a:pathLst>
                <a:path w="420370" h="88264">
                  <a:moveTo>
                    <a:pt x="290346" y="0"/>
                  </a:moveTo>
                  <a:lnTo>
                    <a:pt x="331916" y="43924"/>
                  </a:lnTo>
                  <a:lnTo>
                    <a:pt x="290346" y="87849"/>
                  </a:lnTo>
                  <a:lnTo>
                    <a:pt x="388798" y="54498"/>
                  </a:lnTo>
                  <a:lnTo>
                    <a:pt x="337301" y="54498"/>
                  </a:lnTo>
                  <a:lnTo>
                    <a:pt x="339455" y="51860"/>
                  </a:lnTo>
                  <a:lnTo>
                    <a:pt x="342040" y="49222"/>
                  </a:lnTo>
                  <a:lnTo>
                    <a:pt x="344840" y="43924"/>
                  </a:lnTo>
                  <a:lnTo>
                    <a:pt x="342040" y="39163"/>
                  </a:lnTo>
                  <a:lnTo>
                    <a:pt x="339455" y="36504"/>
                  </a:lnTo>
                  <a:lnTo>
                    <a:pt x="337301" y="33865"/>
                  </a:lnTo>
                  <a:lnTo>
                    <a:pt x="390317" y="33866"/>
                  </a:lnTo>
                  <a:lnTo>
                    <a:pt x="290346" y="0"/>
                  </a:lnTo>
                  <a:close/>
                </a:path>
                <a:path w="420370" h="88264">
                  <a:moveTo>
                    <a:pt x="322397" y="33865"/>
                  </a:moveTo>
                  <a:lnTo>
                    <a:pt x="8184" y="33865"/>
                  </a:lnTo>
                  <a:lnTo>
                    <a:pt x="2800" y="36504"/>
                  </a:lnTo>
                  <a:lnTo>
                    <a:pt x="0" y="39163"/>
                  </a:lnTo>
                  <a:lnTo>
                    <a:pt x="0" y="49222"/>
                  </a:lnTo>
                  <a:lnTo>
                    <a:pt x="2800" y="51860"/>
                  </a:lnTo>
                  <a:lnTo>
                    <a:pt x="8184" y="54498"/>
                  </a:lnTo>
                  <a:lnTo>
                    <a:pt x="321909" y="54498"/>
                  </a:lnTo>
                  <a:lnTo>
                    <a:pt x="331916" y="43924"/>
                  </a:lnTo>
                  <a:lnTo>
                    <a:pt x="322397" y="33865"/>
                  </a:lnTo>
                  <a:close/>
                </a:path>
                <a:path w="420370" h="88264">
                  <a:moveTo>
                    <a:pt x="390317" y="33866"/>
                  </a:moveTo>
                  <a:lnTo>
                    <a:pt x="337301" y="33865"/>
                  </a:lnTo>
                  <a:lnTo>
                    <a:pt x="339455" y="36504"/>
                  </a:lnTo>
                  <a:lnTo>
                    <a:pt x="342040" y="39163"/>
                  </a:lnTo>
                  <a:lnTo>
                    <a:pt x="344840" y="43924"/>
                  </a:lnTo>
                  <a:lnTo>
                    <a:pt x="342040" y="49222"/>
                  </a:lnTo>
                  <a:lnTo>
                    <a:pt x="339455" y="51860"/>
                  </a:lnTo>
                  <a:lnTo>
                    <a:pt x="337301" y="54498"/>
                  </a:lnTo>
                  <a:lnTo>
                    <a:pt x="388798" y="54498"/>
                  </a:lnTo>
                  <a:lnTo>
                    <a:pt x="420011" y="43924"/>
                  </a:lnTo>
                  <a:lnTo>
                    <a:pt x="390317" y="33866"/>
                  </a:lnTo>
                  <a:close/>
                </a:path>
              </a:pathLst>
            </a:custGeom>
            <a:solidFill>
              <a:srgbClr val="0000FF"/>
            </a:solidFill>
          </p:spPr>
          <p:txBody>
            <a:bodyPr wrap="square" lIns="0" tIns="0" rIns="0" bIns="0" rtlCol="0"/>
            <a:lstStyle/>
            <a:p/>
          </p:txBody>
        </p:sp>
        <p:sp>
          <p:nvSpPr>
            <p:cNvPr id="31" name="object 31" descr=""/>
            <p:cNvSpPr/>
            <p:nvPr/>
          </p:nvSpPr>
          <p:spPr>
            <a:xfrm>
              <a:off x="7613012" y="3509445"/>
              <a:ext cx="420370" cy="88265"/>
            </a:xfrm>
            <a:custGeom>
              <a:avLst/>
              <a:gdLst/>
              <a:ahLst/>
              <a:cxnLst/>
              <a:rect l="l" t="t" r="r" b="b"/>
              <a:pathLst>
                <a:path w="420370" h="88264">
                  <a:moveTo>
                    <a:pt x="10338" y="33865"/>
                  </a:moveTo>
                  <a:lnTo>
                    <a:pt x="331916" y="33865"/>
                  </a:lnTo>
                  <a:lnTo>
                    <a:pt x="337301" y="33865"/>
                  </a:lnTo>
                  <a:lnTo>
                    <a:pt x="339455" y="36504"/>
                  </a:lnTo>
                  <a:lnTo>
                    <a:pt x="342040" y="39163"/>
                  </a:lnTo>
                  <a:lnTo>
                    <a:pt x="344840" y="43924"/>
                  </a:lnTo>
                  <a:lnTo>
                    <a:pt x="342040" y="49222"/>
                  </a:lnTo>
                  <a:lnTo>
                    <a:pt x="339455" y="51860"/>
                  </a:lnTo>
                  <a:lnTo>
                    <a:pt x="337301" y="54498"/>
                  </a:lnTo>
                  <a:lnTo>
                    <a:pt x="10338" y="54498"/>
                  </a:lnTo>
                  <a:lnTo>
                    <a:pt x="0" y="43924"/>
                  </a:lnTo>
                  <a:lnTo>
                    <a:pt x="0" y="39163"/>
                  </a:lnTo>
                  <a:lnTo>
                    <a:pt x="2800" y="36504"/>
                  </a:lnTo>
                  <a:lnTo>
                    <a:pt x="8184" y="33865"/>
                  </a:lnTo>
                  <a:lnTo>
                    <a:pt x="10338" y="33865"/>
                  </a:lnTo>
                  <a:close/>
                </a:path>
                <a:path w="420370" h="88264">
                  <a:moveTo>
                    <a:pt x="331916" y="43924"/>
                  </a:moveTo>
                  <a:lnTo>
                    <a:pt x="290346" y="0"/>
                  </a:lnTo>
                  <a:lnTo>
                    <a:pt x="420011" y="43924"/>
                  </a:lnTo>
                  <a:lnTo>
                    <a:pt x="290346" y="87849"/>
                  </a:lnTo>
                  <a:lnTo>
                    <a:pt x="331916" y="43924"/>
                  </a:lnTo>
                  <a:close/>
                </a:path>
              </a:pathLst>
            </a:custGeom>
            <a:ln w="3175">
              <a:solidFill>
                <a:srgbClr val="0000FF"/>
              </a:solidFill>
            </a:ln>
          </p:spPr>
          <p:txBody>
            <a:bodyPr wrap="square" lIns="0" tIns="0" rIns="0" bIns="0" rtlCol="0"/>
            <a:lstStyle/>
            <a:p/>
          </p:txBody>
        </p:sp>
      </p:grpSp>
      <p:graphicFrame>
        <p:nvGraphicFramePr>
          <p:cNvPr id="32" name="object 32" descr=""/>
          <p:cNvGraphicFramePr>
            <a:graphicFrameLocks noGrp="1"/>
          </p:cNvGraphicFramePr>
          <p:nvPr/>
        </p:nvGraphicFramePr>
        <p:xfrm>
          <a:off x="6349897" y="2887910"/>
          <a:ext cx="2228215" cy="789940"/>
        </p:xfrm>
        <a:graphic>
          <a:graphicData uri="http://schemas.openxmlformats.org/drawingml/2006/table">
            <a:tbl>
              <a:tblPr firstRow="1" bandRow="1">
                <a:tableStyleId>{2D5ABB26-0587-4C30-8999-92F81FD0307C}</a:tableStyleId>
              </a:tblPr>
              <a:tblGrid>
                <a:gridCol w="362585"/>
                <a:gridCol w="134619"/>
                <a:gridCol w="398780"/>
                <a:gridCol w="362584"/>
                <a:gridCol w="409575"/>
                <a:gridCol w="362585"/>
                <a:gridCol w="98425"/>
              </a:tblGrid>
              <a:tr h="184785">
                <a:tc gridSpan="2">
                  <a:txBody>
                    <a:bodyPr/>
                    <a:lstStyle/>
                    <a:p>
                      <a:pPr>
                        <a:lnSpc>
                          <a:spcPct val="100000"/>
                        </a:lnSpc>
                      </a:pPr>
                      <a:endParaRPr sz="1000">
                        <a:latin typeface="Times New Roman"/>
                        <a:cs typeface="Times New Roman"/>
                      </a:endParaRPr>
                    </a:p>
                  </a:txBody>
                  <a:tcPr marL="0" marR="0" marB="0" marT="0">
                    <a:lnR w="28575">
                      <a:solidFill>
                        <a:srgbClr val="993366"/>
                      </a:solidFill>
                      <a:prstDash val="solid"/>
                    </a:lnR>
                  </a:tcPr>
                </a:tc>
                <a:tc hMerge="1">
                  <a:txBody>
                    <a:bodyPr/>
                    <a:lstStyle/>
                    <a:p>
                      <a:pPr/>
                    </a:p>
                  </a:txBody>
                  <a:tcPr marL="0" marR="0" marB="0" marT="0"/>
                </a:tc>
                <a:tc gridSpan="5">
                  <a:txBody>
                    <a:bodyPr/>
                    <a:lstStyle/>
                    <a:p>
                      <a:pPr>
                        <a:lnSpc>
                          <a:spcPct val="100000"/>
                        </a:lnSpc>
                      </a:pPr>
                      <a:endParaRPr sz="1000">
                        <a:latin typeface="Times New Roman"/>
                        <a:cs typeface="Times New Roman"/>
                      </a:endParaRPr>
                    </a:p>
                  </a:txBody>
                  <a:tcPr marL="0" marR="0" marB="0" marT="0">
                    <a:lnL w="28575">
                      <a:solidFill>
                        <a:srgbClr val="993366"/>
                      </a:solidFill>
                      <a:prstDash val="solid"/>
                    </a:lnL>
                    <a:lnR w="28575">
                      <a:solidFill>
                        <a:srgbClr val="993366"/>
                      </a:solidFill>
                      <a:prstDash val="solid"/>
                    </a:lnR>
                    <a:lnT w="28575">
                      <a:solidFill>
                        <a:srgbClr val="993366"/>
                      </a:solidFill>
                      <a:prstDash val="solid"/>
                    </a:lnT>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46685">
                <a:tc rowSpan="2">
                  <a:txBody>
                    <a:bodyPr/>
                    <a:lstStyle/>
                    <a:p>
                      <a:pPr marL="129539">
                        <a:lnSpc>
                          <a:spcPct val="100000"/>
                        </a:lnSpc>
                        <a:spcBef>
                          <a:spcPts val="1350"/>
                        </a:spcBef>
                      </a:pPr>
                      <a:r>
                        <a:rPr dirty="0" sz="1800" spc="-50" b="1">
                          <a:latin typeface="Times New Roman"/>
                          <a:cs typeface="Times New Roman"/>
                        </a:rPr>
                        <a:t>5</a:t>
                      </a:r>
                      <a:endParaRPr sz="1800">
                        <a:latin typeface="Times New Roman"/>
                        <a:cs typeface="Times New Roman"/>
                      </a:endParaRPr>
                    </a:p>
                  </a:txBody>
                  <a:tcPr marL="0" marR="0" marB="0" marT="1714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28575">
                      <a:solidFill>
                        <a:srgbClr val="993366"/>
                      </a:solidFill>
                      <a:prstDash val="solid"/>
                    </a:lnR>
                    <a:lnB w="28575">
                      <a:solidFill>
                        <a:srgbClr val="993366"/>
                      </a:solidFill>
                      <a:prstDash val="solid"/>
                    </a:lnB>
                  </a:tcPr>
                </a:tc>
                <a:tc>
                  <a:txBody>
                    <a:bodyPr/>
                    <a:lstStyle/>
                    <a:p>
                      <a:pPr>
                        <a:lnSpc>
                          <a:spcPct val="100000"/>
                        </a:lnSpc>
                      </a:pPr>
                      <a:endParaRPr sz="800">
                        <a:latin typeface="Times New Roman"/>
                        <a:cs typeface="Times New Roman"/>
                      </a:endParaRPr>
                    </a:p>
                  </a:txBody>
                  <a:tcPr marL="0" marR="0" marB="0" marT="0">
                    <a:lnL w="28575">
                      <a:solidFill>
                        <a:srgbClr val="993366"/>
                      </a:solidFill>
                      <a:prstDash val="solid"/>
                    </a:lnL>
                    <a:lnR w="19050">
                      <a:solidFill>
                        <a:srgbClr val="000000"/>
                      </a:solidFill>
                      <a:prstDash val="solid"/>
                    </a:lnR>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28575">
                      <a:solidFill>
                        <a:srgbClr val="993366"/>
                      </a:solidFill>
                      <a:prstDash val="solid"/>
                    </a:lnR>
                  </a:tcPr>
                </a:tc>
              </a:tr>
              <a:tr h="458470">
                <a:tc vMerge="1">
                  <a:txBody>
                    <a:bodyPr/>
                    <a:lstStyle/>
                    <a:p>
                      <a:pPr/>
                    </a:p>
                  </a:txBody>
                  <a:tcPr marL="0" marR="0" marB="0" marT="1714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gridSpan="2">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hMerge="1">
                  <a:txBody>
                    <a:bodyPr/>
                    <a:lstStyle/>
                    <a:p>
                      <a:pPr/>
                    </a:p>
                  </a:txBody>
                  <a:tcPr marL="0" marR="0" marB="0" marT="0"/>
                </a:tc>
                <a:tc>
                  <a:txBody>
                    <a:bodyPr/>
                    <a:lstStyle/>
                    <a:p>
                      <a:pPr marL="129539">
                        <a:lnSpc>
                          <a:spcPct val="100000"/>
                        </a:lnSpc>
                        <a:spcBef>
                          <a:spcPts val="130"/>
                        </a:spcBef>
                      </a:pPr>
                      <a:r>
                        <a:rPr dirty="0" sz="1800" spc="-50" b="1">
                          <a:latin typeface="Times New Roman"/>
                          <a:cs typeface="Times New Roman"/>
                        </a:rPr>
                        <a:t>6</a:t>
                      </a:r>
                      <a:endParaRPr sz="1800">
                        <a:latin typeface="Times New Roman"/>
                        <a:cs typeface="Times New Roman"/>
                      </a:endParaRPr>
                    </a:p>
                  </a:txBody>
                  <a:tcPr marL="0" marR="0" marB="0" marT="16510">
                    <a:lnL w="19050">
                      <a:solidFill>
                        <a:srgbClr val="000000"/>
                      </a:solidFill>
                      <a:prstDash val="solid"/>
                    </a:lnL>
                    <a:lnR w="19050">
                      <a:solidFill>
                        <a:srgbClr val="000000"/>
                      </a:solidFill>
                      <a:prstDash val="solid"/>
                    </a:lnR>
                    <a:lnB w="19050">
                      <a:solidFill>
                        <a:srgbClr val="000000"/>
                      </a:solidFill>
                      <a:prstDash val="solid"/>
                    </a:lnB>
                    <a:solidFill>
                      <a:srgbClr val="FFFF99"/>
                    </a:solidFill>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a:txBody>
                    <a:bodyPr/>
                    <a:lstStyle/>
                    <a:p>
                      <a:pPr algn="ctr" marL="5715">
                        <a:lnSpc>
                          <a:spcPct val="100000"/>
                        </a:lnSpc>
                        <a:spcBef>
                          <a:spcPts val="130"/>
                        </a:spcBef>
                      </a:pPr>
                      <a:r>
                        <a:rPr dirty="0" sz="1800" spc="-50" b="1">
                          <a:latin typeface="Times New Roman"/>
                          <a:cs typeface="Times New Roman"/>
                        </a:rPr>
                        <a:t>7</a:t>
                      </a:r>
                      <a:endParaRPr sz="1800">
                        <a:latin typeface="Times New Roman"/>
                        <a:cs typeface="Times New Roman"/>
                      </a:endParaRPr>
                    </a:p>
                  </a:txBody>
                  <a:tcPr marL="0" marR="0" marB="0" marT="16510">
                    <a:lnL w="19050">
                      <a:solidFill>
                        <a:srgbClr val="000000"/>
                      </a:solidFill>
                      <a:prstDash val="solid"/>
                    </a:lnL>
                    <a:lnR w="19050">
                      <a:solidFill>
                        <a:srgbClr val="000000"/>
                      </a:solidFill>
                      <a:prstDash val="solid"/>
                    </a:lnR>
                    <a:lnB w="19050">
                      <a:solidFill>
                        <a:srgbClr val="000000"/>
                      </a:solidFill>
                      <a:prstDash val="solid"/>
                    </a:lnB>
                    <a:solidFill>
                      <a:srgbClr val="FFFF99"/>
                    </a:solidFill>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tcPr>
                </a:tc>
              </a:tr>
            </a:tbl>
          </a:graphicData>
        </a:graphic>
      </p:graphicFrame>
      <p:grpSp>
        <p:nvGrpSpPr>
          <p:cNvPr id="33" name="object 33" descr=""/>
          <p:cNvGrpSpPr/>
          <p:nvPr/>
        </p:nvGrpSpPr>
        <p:grpSpPr>
          <a:xfrm>
            <a:off x="3445190" y="3188243"/>
            <a:ext cx="561340" cy="91440"/>
            <a:chOff x="3445190" y="3188243"/>
            <a:chExt cx="561340" cy="91440"/>
          </a:xfrm>
        </p:grpSpPr>
        <p:sp>
          <p:nvSpPr>
            <p:cNvPr id="34" name="object 34" descr=""/>
            <p:cNvSpPr/>
            <p:nvPr/>
          </p:nvSpPr>
          <p:spPr>
            <a:xfrm>
              <a:off x="3446777" y="3189830"/>
              <a:ext cx="558165" cy="88265"/>
            </a:xfrm>
            <a:custGeom>
              <a:avLst/>
              <a:gdLst/>
              <a:ahLst/>
              <a:cxnLst/>
              <a:rect l="l" t="t" r="r" b="b"/>
              <a:pathLst>
                <a:path w="558164" h="88264">
                  <a:moveTo>
                    <a:pt x="427894" y="0"/>
                  </a:moveTo>
                  <a:lnTo>
                    <a:pt x="469508" y="43924"/>
                  </a:lnTo>
                  <a:lnTo>
                    <a:pt x="427894" y="87849"/>
                  </a:lnTo>
                  <a:lnTo>
                    <a:pt x="526330" y="54498"/>
                  </a:lnTo>
                  <a:lnTo>
                    <a:pt x="474828" y="54498"/>
                  </a:lnTo>
                  <a:lnTo>
                    <a:pt x="476960" y="51860"/>
                  </a:lnTo>
                  <a:lnTo>
                    <a:pt x="479631" y="49222"/>
                  </a:lnTo>
                  <a:lnTo>
                    <a:pt x="479631" y="38627"/>
                  </a:lnTo>
                  <a:lnTo>
                    <a:pt x="474828" y="33865"/>
                  </a:lnTo>
                  <a:lnTo>
                    <a:pt x="527849" y="33866"/>
                  </a:lnTo>
                  <a:lnTo>
                    <a:pt x="427894" y="0"/>
                  </a:lnTo>
                  <a:close/>
                </a:path>
                <a:path w="558164" h="88264">
                  <a:moveTo>
                    <a:pt x="459978" y="33865"/>
                  </a:moveTo>
                  <a:lnTo>
                    <a:pt x="7990" y="33865"/>
                  </a:lnTo>
                  <a:lnTo>
                    <a:pt x="5320" y="35989"/>
                  </a:lnTo>
                  <a:lnTo>
                    <a:pt x="2670" y="38627"/>
                  </a:lnTo>
                  <a:lnTo>
                    <a:pt x="0" y="43924"/>
                  </a:lnTo>
                  <a:lnTo>
                    <a:pt x="2670" y="49222"/>
                  </a:lnTo>
                  <a:lnTo>
                    <a:pt x="7990" y="54498"/>
                  </a:lnTo>
                  <a:lnTo>
                    <a:pt x="459490" y="54498"/>
                  </a:lnTo>
                  <a:lnTo>
                    <a:pt x="469508" y="43924"/>
                  </a:lnTo>
                  <a:lnTo>
                    <a:pt x="459978" y="33865"/>
                  </a:lnTo>
                  <a:close/>
                </a:path>
                <a:path w="558164" h="88264">
                  <a:moveTo>
                    <a:pt x="527849" y="33866"/>
                  </a:moveTo>
                  <a:lnTo>
                    <a:pt x="474828" y="33865"/>
                  </a:lnTo>
                  <a:lnTo>
                    <a:pt x="479631" y="38627"/>
                  </a:lnTo>
                  <a:lnTo>
                    <a:pt x="479631" y="49222"/>
                  </a:lnTo>
                  <a:lnTo>
                    <a:pt x="476960" y="51860"/>
                  </a:lnTo>
                  <a:lnTo>
                    <a:pt x="474828" y="54498"/>
                  </a:lnTo>
                  <a:lnTo>
                    <a:pt x="526330" y="54498"/>
                  </a:lnTo>
                  <a:lnTo>
                    <a:pt x="557538" y="43924"/>
                  </a:lnTo>
                  <a:lnTo>
                    <a:pt x="527849" y="33866"/>
                  </a:lnTo>
                  <a:close/>
                </a:path>
              </a:pathLst>
            </a:custGeom>
            <a:solidFill>
              <a:srgbClr val="993366"/>
            </a:solidFill>
          </p:spPr>
          <p:txBody>
            <a:bodyPr wrap="square" lIns="0" tIns="0" rIns="0" bIns="0" rtlCol="0"/>
            <a:lstStyle/>
            <a:p/>
          </p:txBody>
        </p:sp>
        <p:sp>
          <p:nvSpPr>
            <p:cNvPr id="35" name="object 35" descr=""/>
            <p:cNvSpPr/>
            <p:nvPr/>
          </p:nvSpPr>
          <p:spPr>
            <a:xfrm>
              <a:off x="3446777" y="3189830"/>
              <a:ext cx="558165" cy="88265"/>
            </a:xfrm>
            <a:custGeom>
              <a:avLst/>
              <a:gdLst/>
              <a:ahLst/>
              <a:cxnLst/>
              <a:rect l="l" t="t" r="r" b="b"/>
              <a:pathLst>
                <a:path w="558164" h="88264">
                  <a:moveTo>
                    <a:pt x="13332" y="33865"/>
                  </a:moveTo>
                  <a:lnTo>
                    <a:pt x="469508" y="33865"/>
                  </a:lnTo>
                  <a:lnTo>
                    <a:pt x="474828" y="33865"/>
                  </a:lnTo>
                  <a:lnTo>
                    <a:pt x="476960" y="35989"/>
                  </a:lnTo>
                  <a:lnTo>
                    <a:pt x="479631" y="38627"/>
                  </a:lnTo>
                  <a:lnTo>
                    <a:pt x="479631" y="43924"/>
                  </a:lnTo>
                  <a:lnTo>
                    <a:pt x="479631" y="49222"/>
                  </a:lnTo>
                  <a:lnTo>
                    <a:pt x="476960" y="51860"/>
                  </a:lnTo>
                  <a:lnTo>
                    <a:pt x="474828" y="54498"/>
                  </a:lnTo>
                  <a:lnTo>
                    <a:pt x="469508" y="54498"/>
                  </a:lnTo>
                  <a:lnTo>
                    <a:pt x="13332" y="54498"/>
                  </a:lnTo>
                  <a:lnTo>
                    <a:pt x="0" y="43924"/>
                  </a:lnTo>
                  <a:lnTo>
                    <a:pt x="2670" y="38627"/>
                  </a:lnTo>
                  <a:lnTo>
                    <a:pt x="5320" y="35989"/>
                  </a:lnTo>
                  <a:lnTo>
                    <a:pt x="7990" y="33865"/>
                  </a:lnTo>
                  <a:lnTo>
                    <a:pt x="13332" y="33865"/>
                  </a:lnTo>
                  <a:close/>
                </a:path>
                <a:path w="558164" h="88264">
                  <a:moveTo>
                    <a:pt x="469508" y="43924"/>
                  </a:moveTo>
                  <a:lnTo>
                    <a:pt x="427894" y="0"/>
                  </a:lnTo>
                  <a:lnTo>
                    <a:pt x="557538" y="43924"/>
                  </a:lnTo>
                  <a:lnTo>
                    <a:pt x="427894" y="87849"/>
                  </a:lnTo>
                  <a:lnTo>
                    <a:pt x="469508" y="43924"/>
                  </a:lnTo>
                  <a:close/>
                </a:path>
              </a:pathLst>
            </a:custGeom>
            <a:ln w="3175">
              <a:solidFill>
                <a:srgbClr val="993366"/>
              </a:solidFill>
            </a:ln>
          </p:spPr>
          <p:txBody>
            <a:bodyPr wrap="square" lIns="0" tIns="0" rIns="0" bIns="0" rtlCol="0"/>
            <a:lstStyle/>
            <a:p/>
          </p:txBody>
        </p:sp>
      </p:grpSp>
      <p:grpSp>
        <p:nvGrpSpPr>
          <p:cNvPr id="36" name="object 36" descr=""/>
          <p:cNvGrpSpPr/>
          <p:nvPr/>
        </p:nvGrpSpPr>
        <p:grpSpPr>
          <a:xfrm>
            <a:off x="8384117" y="3507942"/>
            <a:ext cx="420370" cy="91440"/>
            <a:chOff x="8384117" y="3507942"/>
            <a:chExt cx="420370" cy="91440"/>
          </a:xfrm>
        </p:grpSpPr>
        <p:sp>
          <p:nvSpPr>
            <p:cNvPr id="37" name="object 37" descr=""/>
            <p:cNvSpPr/>
            <p:nvPr/>
          </p:nvSpPr>
          <p:spPr>
            <a:xfrm>
              <a:off x="8385618" y="3509445"/>
              <a:ext cx="417830" cy="88265"/>
            </a:xfrm>
            <a:custGeom>
              <a:avLst/>
              <a:gdLst/>
              <a:ahLst/>
              <a:cxnLst/>
              <a:rect l="l" t="t" r="r" b="b"/>
              <a:pathLst>
                <a:path w="417829" h="88264">
                  <a:moveTo>
                    <a:pt x="287546" y="0"/>
                  </a:moveTo>
                  <a:lnTo>
                    <a:pt x="331916" y="43924"/>
                  </a:lnTo>
                  <a:lnTo>
                    <a:pt x="287546" y="87849"/>
                  </a:lnTo>
                  <a:lnTo>
                    <a:pt x="385998" y="54498"/>
                  </a:lnTo>
                  <a:lnTo>
                    <a:pt x="337301" y="54498"/>
                  </a:lnTo>
                  <a:lnTo>
                    <a:pt x="339455" y="51860"/>
                  </a:lnTo>
                  <a:lnTo>
                    <a:pt x="342040" y="49222"/>
                  </a:lnTo>
                  <a:lnTo>
                    <a:pt x="342040" y="39163"/>
                  </a:lnTo>
                  <a:lnTo>
                    <a:pt x="339455" y="36504"/>
                  </a:lnTo>
                  <a:lnTo>
                    <a:pt x="337301" y="33865"/>
                  </a:lnTo>
                  <a:lnTo>
                    <a:pt x="387517" y="33866"/>
                  </a:lnTo>
                  <a:lnTo>
                    <a:pt x="287546" y="0"/>
                  </a:lnTo>
                  <a:close/>
                </a:path>
                <a:path w="417829" h="88264">
                  <a:moveTo>
                    <a:pt x="321755" y="33865"/>
                  </a:moveTo>
                  <a:lnTo>
                    <a:pt x="5384" y="33865"/>
                  </a:lnTo>
                  <a:lnTo>
                    <a:pt x="2800" y="36504"/>
                  </a:lnTo>
                  <a:lnTo>
                    <a:pt x="0" y="39163"/>
                  </a:lnTo>
                  <a:lnTo>
                    <a:pt x="0" y="49222"/>
                  </a:lnTo>
                  <a:lnTo>
                    <a:pt x="2800" y="51860"/>
                  </a:lnTo>
                  <a:lnTo>
                    <a:pt x="5384" y="54498"/>
                  </a:lnTo>
                  <a:lnTo>
                    <a:pt x="321235" y="54498"/>
                  </a:lnTo>
                  <a:lnTo>
                    <a:pt x="331916" y="43924"/>
                  </a:lnTo>
                  <a:lnTo>
                    <a:pt x="321755" y="33865"/>
                  </a:lnTo>
                  <a:close/>
                </a:path>
                <a:path w="417829" h="88264">
                  <a:moveTo>
                    <a:pt x="387517" y="33866"/>
                  </a:moveTo>
                  <a:lnTo>
                    <a:pt x="337301" y="33865"/>
                  </a:lnTo>
                  <a:lnTo>
                    <a:pt x="339455" y="36504"/>
                  </a:lnTo>
                  <a:lnTo>
                    <a:pt x="342040" y="39163"/>
                  </a:lnTo>
                  <a:lnTo>
                    <a:pt x="342040" y="49222"/>
                  </a:lnTo>
                  <a:lnTo>
                    <a:pt x="339455" y="51860"/>
                  </a:lnTo>
                  <a:lnTo>
                    <a:pt x="337301" y="54498"/>
                  </a:lnTo>
                  <a:lnTo>
                    <a:pt x="385998" y="54498"/>
                  </a:lnTo>
                  <a:lnTo>
                    <a:pt x="417211" y="43924"/>
                  </a:lnTo>
                  <a:lnTo>
                    <a:pt x="387517" y="33866"/>
                  </a:lnTo>
                  <a:close/>
                </a:path>
              </a:pathLst>
            </a:custGeom>
            <a:solidFill>
              <a:srgbClr val="0000FF"/>
            </a:solidFill>
          </p:spPr>
          <p:txBody>
            <a:bodyPr wrap="square" lIns="0" tIns="0" rIns="0" bIns="0" rtlCol="0"/>
            <a:lstStyle/>
            <a:p/>
          </p:txBody>
        </p:sp>
        <p:sp>
          <p:nvSpPr>
            <p:cNvPr id="38" name="object 38" descr=""/>
            <p:cNvSpPr/>
            <p:nvPr/>
          </p:nvSpPr>
          <p:spPr>
            <a:xfrm>
              <a:off x="8385619" y="3509445"/>
              <a:ext cx="417830" cy="88265"/>
            </a:xfrm>
            <a:custGeom>
              <a:avLst/>
              <a:gdLst/>
              <a:ahLst/>
              <a:cxnLst/>
              <a:rect l="l" t="t" r="r" b="b"/>
              <a:pathLst>
                <a:path w="417829" h="88264">
                  <a:moveTo>
                    <a:pt x="10123" y="33865"/>
                  </a:moveTo>
                  <a:lnTo>
                    <a:pt x="331916" y="33865"/>
                  </a:lnTo>
                  <a:lnTo>
                    <a:pt x="337301" y="33865"/>
                  </a:lnTo>
                  <a:lnTo>
                    <a:pt x="339455" y="36504"/>
                  </a:lnTo>
                  <a:lnTo>
                    <a:pt x="342040" y="39163"/>
                  </a:lnTo>
                  <a:lnTo>
                    <a:pt x="342040" y="43924"/>
                  </a:lnTo>
                  <a:lnTo>
                    <a:pt x="342040" y="49222"/>
                  </a:lnTo>
                  <a:lnTo>
                    <a:pt x="339455" y="51860"/>
                  </a:lnTo>
                  <a:lnTo>
                    <a:pt x="337301" y="54498"/>
                  </a:lnTo>
                  <a:lnTo>
                    <a:pt x="331916" y="54498"/>
                  </a:lnTo>
                  <a:lnTo>
                    <a:pt x="10123" y="54498"/>
                  </a:lnTo>
                  <a:lnTo>
                    <a:pt x="5384" y="54498"/>
                  </a:lnTo>
                  <a:lnTo>
                    <a:pt x="2800" y="51860"/>
                  </a:lnTo>
                  <a:lnTo>
                    <a:pt x="0" y="49222"/>
                  </a:lnTo>
                  <a:lnTo>
                    <a:pt x="0" y="43924"/>
                  </a:lnTo>
                  <a:lnTo>
                    <a:pt x="0" y="39163"/>
                  </a:lnTo>
                  <a:lnTo>
                    <a:pt x="2800" y="36504"/>
                  </a:lnTo>
                  <a:lnTo>
                    <a:pt x="5384" y="33865"/>
                  </a:lnTo>
                  <a:lnTo>
                    <a:pt x="10123" y="33865"/>
                  </a:lnTo>
                  <a:close/>
                </a:path>
                <a:path w="417829" h="88264">
                  <a:moveTo>
                    <a:pt x="331916" y="43924"/>
                  </a:moveTo>
                  <a:lnTo>
                    <a:pt x="287546" y="0"/>
                  </a:lnTo>
                  <a:lnTo>
                    <a:pt x="417211" y="43924"/>
                  </a:lnTo>
                  <a:lnTo>
                    <a:pt x="287546" y="87849"/>
                  </a:lnTo>
                  <a:lnTo>
                    <a:pt x="331916" y="43924"/>
                  </a:lnTo>
                  <a:close/>
                </a:path>
              </a:pathLst>
            </a:custGeom>
            <a:ln w="3175">
              <a:solidFill>
                <a:srgbClr val="0000FF"/>
              </a:solidFill>
            </a:ln>
          </p:spPr>
          <p:txBody>
            <a:bodyPr wrap="square" lIns="0" tIns="0" rIns="0" bIns="0" rtlCol="0"/>
            <a:lstStyle/>
            <a:p/>
          </p:txBody>
        </p:sp>
      </p:grpSp>
      <p:grpSp>
        <p:nvGrpSpPr>
          <p:cNvPr id="39" name="object 39" descr=""/>
          <p:cNvGrpSpPr/>
          <p:nvPr/>
        </p:nvGrpSpPr>
        <p:grpSpPr>
          <a:xfrm>
            <a:off x="9162108" y="3183566"/>
            <a:ext cx="422909" cy="88265"/>
            <a:chOff x="9162108" y="3183566"/>
            <a:chExt cx="422909" cy="88265"/>
          </a:xfrm>
        </p:grpSpPr>
        <p:sp>
          <p:nvSpPr>
            <p:cNvPr id="40" name="object 40" descr=""/>
            <p:cNvSpPr/>
            <p:nvPr/>
          </p:nvSpPr>
          <p:spPr>
            <a:xfrm>
              <a:off x="9163609" y="3185069"/>
              <a:ext cx="420370" cy="85090"/>
            </a:xfrm>
            <a:custGeom>
              <a:avLst/>
              <a:gdLst/>
              <a:ahLst/>
              <a:cxnLst/>
              <a:rect l="l" t="t" r="r" b="b"/>
              <a:pathLst>
                <a:path w="420370" h="85089">
                  <a:moveTo>
                    <a:pt x="290131" y="0"/>
                  </a:moveTo>
                  <a:lnTo>
                    <a:pt x="333855" y="40750"/>
                  </a:lnTo>
                  <a:lnTo>
                    <a:pt x="290131" y="84675"/>
                  </a:lnTo>
                  <a:lnTo>
                    <a:pt x="380732" y="53983"/>
                  </a:lnTo>
                  <a:lnTo>
                    <a:pt x="333855" y="53983"/>
                  </a:lnTo>
                  <a:lnTo>
                    <a:pt x="336655" y="51324"/>
                  </a:lnTo>
                  <a:lnTo>
                    <a:pt x="341824" y="48686"/>
                  </a:lnTo>
                  <a:lnTo>
                    <a:pt x="344624" y="46048"/>
                  </a:lnTo>
                  <a:lnTo>
                    <a:pt x="344624" y="38627"/>
                  </a:lnTo>
                  <a:lnTo>
                    <a:pt x="341824" y="33351"/>
                  </a:lnTo>
                  <a:lnTo>
                    <a:pt x="336655" y="33351"/>
                  </a:lnTo>
                  <a:lnTo>
                    <a:pt x="333855" y="30691"/>
                  </a:lnTo>
                  <a:lnTo>
                    <a:pt x="387789" y="30691"/>
                  </a:lnTo>
                  <a:lnTo>
                    <a:pt x="290131" y="0"/>
                  </a:lnTo>
                  <a:close/>
                </a:path>
                <a:path w="420370" h="85089">
                  <a:moveTo>
                    <a:pt x="323062" y="30691"/>
                  </a:moveTo>
                  <a:lnTo>
                    <a:pt x="12708" y="30691"/>
                  </a:lnTo>
                  <a:lnTo>
                    <a:pt x="7323" y="33351"/>
                  </a:lnTo>
                  <a:lnTo>
                    <a:pt x="4738" y="33351"/>
                  </a:lnTo>
                  <a:lnTo>
                    <a:pt x="2584" y="38627"/>
                  </a:lnTo>
                  <a:lnTo>
                    <a:pt x="0" y="40750"/>
                  </a:lnTo>
                  <a:lnTo>
                    <a:pt x="2584" y="46048"/>
                  </a:lnTo>
                  <a:lnTo>
                    <a:pt x="4738" y="48686"/>
                  </a:lnTo>
                  <a:lnTo>
                    <a:pt x="7323" y="51324"/>
                  </a:lnTo>
                  <a:lnTo>
                    <a:pt x="12708" y="53983"/>
                  </a:lnTo>
                  <a:lnTo>
                    <a:pt x="320682" y="53983"/>
                  </a:lnTo>
                  <a:lnTo>
                    <a:pt x="333855" y="40750"/>
                  </a:lnTo>
                  <a:lnTo>
                    <a:pt x="323062" y="30691"/>
                  </a:lnTo>
                  <a:close/>
                </a:path>
                <a:path w="420370" h="85089">
                  <a:moveTo>
                    <a:pt x="387789" y="30691"/>
                  </a:moveTo>
                  <a:lnTo>
                    <a:pt x="333855" y="30691"/>
                  </a:lnTo>
                  <a:lnTo>
                    <a:pt x="336655" y="33351"/>
                  </a:lnTo>
                  <a:lnTo>
                    <a:pt x="341824" y="33351"/>
                  </a:lnTo>
                  <a:lnTo>
                    <a:pt x="344624" y="38627"/>
                  </a:lnTo>
                  <a:lnTo>
                    <a:pt x="344624" y="46048"/>
                  </a:lnTo>
                  <a:lnTo>
                    <a:pt x="341824" y="48686"/>
                  </a:lnTo>
                  <a:lnTo>
                    <a:pt x="336655" y="51324"/>
                  </a:lnTo>
                  <a:lnTo>
                    <a:pt x="333855" y="53983"/>
                  </a:lnTo>
                  <a:lnTo>
                    <a:pt x="380732" y="53983"/>
                  </a:lnTo>
                  <a:lnTo>
                    <a:pt x="419796" y="40750"/>
                  </a:lnTo>
                  <a:lnTo>
                    <a:pt x="387789" y="30691"/>
                  </a:lnTo>
                  <a:close/>
                </a:path>
              </a:pathLst>
            </a:custGeom>
            <a:solidFill>
              <a:srgbClr val="993366"/>
            </a:solidFill>
          </p:spPr>
          <p:txBody>
            <a:bodyPr wrap="square" lIns="0" tIns="0" rIns="0" bIns="0" rtlCol="0"/>
            <a:lstStyle/>
            <a:p/>
          </p:txBody>
        </p:sp>
        <p:sp>
          <p:nvSpPr>
            <p:cNvPr id="41" name="object 41" descr=""/>
            <p:cNvSpPr/>
            <p:nvPr/>
          </p:nvSpPr>
          <p:spPr>
            <a:xfrm>
              <a:off x="9163609" y="3185069"/>
              <a:ext cx="420370" cy="85090"/>
            </a:xfrm>
            <a:custGeom>
              <a:avLst/>
              <a:gdLst/>
              <a:ahLst/>
              <a:cxnLst/>
              <a:rect l="l" t="t" r="r" b="b"/>
              <a:pathLst>
                <a:path w="420370" h="85089">
                  <a:moveTo>
                    <a:pt x="12708" y="30691"/>
                  </a:moveTo>
                  <a:lnTo>
                    <a:pt x="333855" y="30691"/>
                  </a:lnTo>
                  <a:lnTo>
                    <a:pt x="336655" y="33351"/>
                  </a:lnTo>
                  <a:lnTo>
                    <a:pt x="341824" y="33351"/>
                  </a:lnTo>
                  <a:lnTo>
                    <a:pt x="344624" y="38627"/>
                  </a:lnTo>
                  <a:lnTo>
                    <a:pt x="344624" y="40750"/>
                  </a:lnTo>
                  <a:lnTo>
                    <a:pt x="344624" y="46048"/>
                  </a:lnTo>
                  <a:lnTo>
                    <a:pt x="341824" y="48686"/>
                  </a:lnTo>
                  <a:lnTo>
                    <a:pt x="336655" y="51324"/>
                  </a:lnTo>
                  <a:lnTo>
                    <a:pt x="333855" y="53983"/>
                  </a:lnTo>
                  <a:lnTo>
                    <a:pt x="12708" y="53983"/>
                  </a:lnTo>
                  <a:lnTo>
                    <a:pt x="0" y="40750"/>
                  </a:lnTo>
                  <a:lnTo>
                    <a:pt x="2584" y="38627"/>
                  </a:lnTo>
                  <a:lnTo>
                    <a:pt x="4738" y="33351"/>
                  </a:lnTo>
                  <a:lnTo>
                    <a:pt x="7323" y="33351"/>
                  </a:lnTo>
                  <a:lnTo>
                    <a:pt x="12708" y="30691"/>
                  </a:lnTo>
                  <a:close/>
                </a:path>
                <a:path w="420370" h="85089">
                  <a:moveTo>
                    <a:pt x="333855" y="40750"/>
                  </a:moveTo>
                  <a:lnTo>
                    <a:pt x="290131" y="0"/>
                  </a:lnTo>
                  <a:lnTo>
                    <a:pt x="419796" y="40750"/>
                  </a:lnTo>
                  <a:lnTo>
                    <a:pt x="290131" y="84675"/>
                  </a:lnTo>
                  <a:lnTo>
                    <a:pt x="333855" y="40750"/>
                  </a:lnTo>
                  <a:close/>
                </a:path>
              </a:pathLst>
            </a:custGeom>
            <a:ln w="3175">
              <a:solidFill>
                <a:srgbClr val="993366"/>
              </a:solidFill>
            </a:ln>
          </p:spPr>
          <p:txBody>
            <a:bodyPr wrap="square" lIns="0" tIns="0" rIns="0" bIns="0" rtlCol="0"/>
            <a:lstStyle/>
            <a:p/>
          </p:txBody>
        </p:sp>
      </p:grpSp>
      <p:grpSp>
        <p:nvGrpSpPr>
          <p:cNvPr id="42" name="object 42" descr=""/>
          <p:cNvGrpSpPr/>
          <p:nvPr/>
        </p:nvGrpSpPr>
        <p:grpSpPr>
          <a:xfrm>
            <a:off x="9162108" y="3515877"/>
            <a:ext cx="422909" cy="88265"/>
            <a:chOff x="9162108" y="3515877"/>
            <a:chExt cx="422909" cy="88265"/>
          </a:xfrm>
        </p:grpSpPr>
        <p:sp>
          <p:nvSpPr>
            <p:cNvPr id="43" name="object 43" descr=""/>
            <p:cNvSpPr/>
            <p:nvPr/>
          </p:nvSpPr>
          <p:spPr>
            <a:xfrm>
              <a:off x="9163609" y="3517380"/>
              <a:ext cx="420370" cy="85725"/>
            </a:xfrm>
            <a:custGeom>
              <a:avLst/>
              <a:gdLst/>
              <a:ahLst/>
              <a:cxnLst/>
              <a:rect l="l" t="t" r="r" b="b"/>
              <a:pathLst>
                <a:path w="420370" h="85725">
                  <a:moveTo>
                    <a:pt x="290131" y="0"/>
                  </a:moveTo>
                  <a:lnTo>
                    <a:pt x="333855" y="43924"/>
                  </a:lnTo>
                  <a:lnTo>
                    <a:pt x="290131" y="85190"/>
                  </a:lnTo>
                  <a:lnTo>
                    <a:pt x="388188" y="53983"/>
                  </a:lnTo>
                  <a:lnTo>
                    <a:pt x="333855" y="53983"/>
                  </a:lnTo>
                  <a:lnTo>
                    <a:pt x="336655" y="51324"/>
                  </a:lnTo>
                  <a:lnTo>
                    <a:pt x="341824" y="51324"/>
                  </a:lnTo>
                  <a:lnTo>
                    <a:pt x="344624" y="46563"/>
                  </a:lnTo>
                  <a:lnTo>
                    <a:pt x="344624" y="38627"/>
                  </a:lnTo>
                  <a:lnTo>
                    <a:pt x="341824" y="35989"/>
                  </a:lnTo>
                  <a:lnTo>
                    <a:pt x="336655" y="33329"/>
                  </a:lnTo>
                  <a:lnTo>
                    <a:pt x="333855" y="31227"/>
                  </a:lnTo>
                  <a:lnTo>
                    <a:pt x="382314" y="31227"/>
                  </a:lnTo>
                  <a:lnTo>
                    <a:pt x="290131" y="0"/>
                  </a:lnTo>
                  <a:close/>
                </a:path>
                <a:path w="420370" h="85725">
                  <a:moveTo>
                    <a:pt x="321216" y="31227"/>
                  </a:moveTo>
                  <a:lnTo>
                    <a:pt x="12708" y="31227"/>
                  </a:lnTo>
                  <a:lnTo>
                    <a:pt x="0" y="43924"/>
                  </a:lnTo>
                  <a:lnTo>
                    <a:pt x="2584" y="46563"/>
                  </a:lnTo>
                  <a:lnTo>
                    <a:pt x="4738" y="51324"/>
                  </a:lnTo>
                  <a:lnTo>
                    <a:pt x="7323" y="51324"/>
                  </a:lnTo>
                  <a:lnTo>
                    <a:pt x="12708" y="53983"/>
                  </a:lnTo>
                  <a:lnTo>
                    <a:pt x="323196" y="53983"/>
                  </a:lnTo>
                  <a:lnTo>
                    <a:pt x="333855" y="43924"/>
                  </a:lnTo>
                  <a:lnTo>
                    <a:pt x="321216" y="31227"/>
                  </a:lnTo>
                  <a:close/>
                </a:path>
                <a:path w="420370" h="85725">
                  <a:moveTo>
                    <a:pt x="382314" y="31227"/>
                  </a:moveTo>
                  <a:lnTo>
                    <a:pt x="333855" y="31227"/>
                  </a:lnTo>
                  <a:lnTo>
                    <a:pt x="336655" y="33329"/>
                  </a:lnTo>
                  <a:lnTo>
                    <a:pt x="341824" y="35989"/>
                  </a:lnTo>
                  <a:lnTo>
                    <a:pt x="344624" y="38627"/>
                  </a:lnTo>
                  <a:lnTo>
                    <a:pt x="344624" y="46563"/>
                  </a:lnTo>
                  <a:lnTo>
                    <a:pt x="341824" y="51324"/>
                  </a:lnTo>
                  <a:lnTo>
                    <a:pt x="336655" y="51324"/>
                  </a:lnTo>
                  <a:lnTo>
                    <a:pt x="333855" y="53983"/>
                  </a:lnTo>
                  <a:lnTo>
                    <a:pt x="388188" y="53983"/>
                  </a:lnTo>
                  <a:lnTo>
                    <a:pt x="419796" y="43924"/>
                  </a:lnTo>
                  <a:lnTo>
                    <a:pt x="382314" y="31227"/>
                  </a:lnTo>
                  <a:close/>
                </a:path>
              </a:pathLst>
            </a:custGeom>
            <a:solidFill>
              <a:srgbClr val="0000FF"/>
            </a:solidFill>
          </p:spPr>
          <p:txBody>
            <a:bodyPr wrap="square" lIns="0" tIns="0" rIns="0" bIns="0" rtlCol="0"/>
            <a:lstStyle/>
            <a:p/>
          </p:txBody>
        </p:sp>
        <p:sp>
          <p:nvSpPr>
            <p:cNvPr id="44" name="object 44" descr=""/>
            <p:cNvSpPr/>
            <p:nvPr/>
          </p:nvSpPr>
          <p:spPr>
            <a:xfrm>
              <a:off x="9163609" y="3517380"/>
              <a:ext cx="420370" cy="85725"/>
            </a:xfrm>
            <a:custGeom>
              <a:avLst/>
              <a:gdLst/>
              <a:ahLst/>
              <a:cxnLst/>
              <a:rect l="l" t="t" r="r" b="b"/>
              <a:pathLst>
                <a:path w="420370" h="85725">
                  <a:moveTo>
                    <a:pt x="12708" y="31227"/>
                  </a:moveTo>
                  <a:lnTo>
                    <a:pt x="333855" y="31227"/>
                  </a:lnTo>
                  <a:lnTo>
                    <a:pt x="336655" y="33329"/>
                  </a:lnTo>
                  <a:lnTo>
                    <a:pt x="341824" y="35989"/>
                  </a:lnTo>
                  <a:lnTo>
                    <a:pt x="344624" y="38627"/>
                  </a:lnTo>
                  <a:lnTo>
                    <a:pt x="344624" y="43924"/>
                  </a:lnTo>
                  <a:lnTo>
                    <a:pt x="344624" y="46563"/>
                  </a:lnTo>
                  <a:lnTo>
                    <a:pt x="341824" y="51324"/>
                  </a:lnTo>
                  <a:lnTo>
                    <a:pt x="336655" y="51324"/>
                  </a:lnTo>
                  <a:lnTo>
                    <a:pt x="333855" y="53983"/>
                  </a:lnTo>
                  <a:lnTo>
                    <a:pt x="12708" y="53983"/>
                  </a:lnTo>
                  <a:lnTo>
                    <a:pt x="7323" y="51324"/>
                  </a:lnTo>
                  <a:lnTo>
                    <a:pt x="4738" y="51324"/>
                  </a:lnTo>
                  <a:lnTo>
                    <a:pt x="2584" y="46563"/>
                  </a:lnTo>
                  <a:lnTo>
                    <a:pt x="0" y="43924"/>
                  </a:lnTo>
                  <a:lnTo>
                    <a:pt x="2584" y="38627"/>
                  </a:lnTo>
                  <a:lnTo>
                    <a:pt x="4738" y="35989"/>
                  </a:lnTo>
                  <a:lnTo>
                    <a:pt x="7323" y="33329"/>
                  </a:lnTo>
                  <a:lnTo>
                    <a:pt x="12708" y="31227"/>
                  </a:lnTo>
                  <a:close/>
                </a:path>
                <a:path w="420370" h="85725">
                  <a:moveTo>
                    <a:pt x="333855" y="43924"/>
                  </a:moveTo>
                  <a:lnTo>
                    <a:pt x="290131" y="0"/>
                  </a:lnTo>
                  <a:lnTo>
                    <a:pt x="419796" y="43924"/>
                  </a:lnTo>
                  <a:lnTo>
                    <a:pt x="290131" y="85190"/>
                  </a:lnTo>
                  <a:lnTo>
                    <a:pt x="333855" y="43924"/>
                  </a:lnTo>
                  <a:close/>
                </a:path>
              </a:pathLst>
            </a:custGeom>
            <a:ln w="3175">
              <a:solidFill>
                <a:srgbClr val="0000FF"/>
              </a:solidFill>
            </a:ln>
          </p:spPr>
          <p:txBody>
            <a:bodyPr wrap="square" lIns="0" tIns="0" rIns="0" bIns="0" rtlCol="0"/>
            <a:lstStyle/>
            <a:p/>
          </p:txBody>
        </p:sp>
      </p:grpSp>
      <p:sp>
        <p:nvSpPr>
          <p:cNvPr id="45" name="object 45" descr=""/>
          <p:cNvSpPr txBox="1"/>
          <p:nvPr/>
        </p:nvSpPr>
        <p:spPr>
          <a:xfrm>
            <a:off x="8810369" y="3091428"/>
            <a:ext cx="363220" cy="598170"/>
          </a:xfrm>
          <a:prstGeom prst="rect">
            <a:avLst/>
          </a:prstGeom>
          <a:solidFill>
            <a:srgbClr val="FFFF99"/>
          </a:solidFill>
          <a:ln w="15454">
            <a:solidFill>
              <a:srgbClr val="000000"/>
            </a:solidFill>
          </a:ln>
        </p:spPr>
        <p:txBody>
          <a:bodyPr wrap="square" lIns="0" tIns="163195" rIns="0" bIns="0" rtlCol="0" vert="horz">
            <a:spAutoFit/>
          </a:bodyPr>
          <a:lstStyle/>
          <a:p>
            <a:pPr algn="ctr" marL="5080">
              <a:lnSpc>
                <a:spcPct val="100000"/>
              </a:lnSpc>
              <a:spcBef>
                <a:spcPts val="1285"/>
              </a:spcBef>
            </a:pPr>
            <a:r>
              <a:rPr dirty="0" sz="1800" spc="-50" b="1">
                <a:latin typeface="Times New Roman"/>
                <a:cs typeface="Times New Roman"/>
              </a:rPr>
              <a:t>8</a:t>
            </a:r>
            <a:endParaRPr sz="1800">
              <a:latin typeface="Times New Roman"/>
              <a:cs typeface="Times New Roman"/>
            </a:endParaRPr>
          </a:p>
        </p:txBody>
      </p:sp>
      <p:grpSp>
        <p:nvGrpSpPr>
          <p:cNvPr id="46" name="object 46" descr=""/>
          <p:cNvGrpSpPr/>
          <p:nvPr/>
        </p:nvGrpSpPr>
        <p:grpSpPr>
          <a:xfrm>
            <a:off x="4362948" y="3188327"/>
            <a:ext cx="421005" cy="91440"/>
            <a:chOff x="4362948" y="3188327"/>
            <a:chExt cx="421005" cy="91440"/>
          </a:xfrm>
        </p:grpSpPr>
        <p:sp>
          <p:nvSpPr>
            <p:cNvPr id="47" name="object 47" descr=""/>
            <p:cNvSpPr/>
            <p:nvPr/>
          </p:nvSpPr>
          <p:spPr>
            <a:xfrm>
              <a:off x="4364449" y="3189830"/>
              <a:ext cx="417830" cy="88265"/>
            </a:xfrm>
            <a:custGeom>
              <a:avLst/>
              <a:gdLst/>
              <a:ahLst/>
              <a:cxnLst/>
              <a:rect l="l" t="t" r="r" b="b"/>
              <a:pathLst>
                <a:path w="417829" h="88264">
                  <a:moveTo>
                    <a:pt x="288106" y="0"/>
                  </a:moveTo>
                  <a:lnTo>
                    <a:pt x="331852" y="43924"/>
                  </a:lnTo>
                  <a:lnTo>
                    <a:pt x="288106" y="87849"/>
                  </a:lnTo>
                  <a:lnTo>
                    <a:pt x="386541" y="54498"/>
                  </a:lnTo>
                  <a:lnTo>
                    <a:pt x="337193" y="54498"/>
                  </a:lnTo>
                  <a:lnTo>
                    <a:pt x="342514" y="49222"/>
                  </a:lnTo>
                  <a:lnTo>
                    <a:pt x="342514" y="38627"/>
                  </a:lnTo>
                  <a:lnTo>
                    <a:pt x="339843" y="35989"/>
                  </a:lnTo>
                  <a:lnTo>
                    <a:pt x="337193" y="33865"/>
                  </a:lnTo>
                  <a:lnTo>
                    <a:pt x="388061" y="33866"/>
                  </a:lnTo>
                  <a:lnTo>
                    <a:pt x="288106" y="0"/>
                  </a:lnTo>
                  <a:close/>
                </a:path>
                <a:path w="417829" h="88264">
                  <a:moveTo>
                    <a:pt x="321834" y="33865"/>
                  </a:moveTo>
                  <a:lnTo>
                    <a:pt x="5320" y="33865"/>
                  </a:lnTo>
                  <a:lnTo>
                    <a:pt x="2670" y="35989"/>
                  </a:lnTo>
                  <a:lnTo>
                    <a:pt x="0" y="38627"/>
                  </a:lnTo>
                  <a:lnTo>
                    <a:pt x="0" y="49222"/>
                  </a:lnTo>
                  <a:lnTo>
                    <a:pt x="5320" y="54498"/>
                  </a:lnTo>
                  <a:lnTo>
                    <a:pt x="321321" y="54498"/>
                  </a:lnTo>
                  <a:lnTo>
                    <a:pt x="331852" y="43924"/>
                  </a:lnTo>
                  <a:lnTo>
                    <a:pt x="321834" y="33865"/>
                  </a:lnTo>
                  <a:close/>
                </a:path>
                <a:path w="417829" h="88264">
                  <a:moveTo>
                    <a:pt x="388061" y="33866"/>
                  </a:moveTo>
                  <a:lnTo>
                    <a:pt x="337193" y="33865"/>
                  </a:lnTo>
                  <a:lnTo>
                    <a:pt x="339843" y="35989"/>
                  </a:lnTo>
                  <a:lnTo>
                    <a:pt x="342514" y="38627"/>
                  </a:lnTo>
                  <a:lnTo>
                    <a:pt x="342514" y="49222"/>
                  </a:lnTo>
                  <a:lnTo>
                    <a:pt x="337193" y="54498"/>
                  </a:lnTo>
                  <a:lnTo>
                    <a:pt x="386541" y="54498"/>
                  </a:lnTo>
                  <a:lnTo>
                    <a:pt x="417749" y="43924"/>
                  </a:lnTo>
                  <a:lnTo>
                    <a:pt x="388061" y="33866"/>
                  </a:lnTo>
                  <a:close/>
                </a:path>
              </a:pathLst>
            </a:custGeom>
            <a:solidFill>
              <a:srgbClr val="993366"/>
            </a:solidFill>
          </p:spPr>
          <p:txBody>
            <a:bodyPr wrap="square" lIns="0" tIns="0" rIns="0" bIns="0" rtlCol="0"/>
            <a:lstStyle/>
            <a:p/>
          </p:txBody>
        </p:sp>
        <p:sp>
          <p:nvSpPr>
            <p:cNvPr id="48" name="object 48" descr=""/>
            <p:cNvSpPr/>
            <p:nvPr/>
          </p:nvSpPr>
          <p:spPr>
            <a:xfrm>
              <a:off x="4364449" y="3189830"/>
              <a:ext cx="417830" cy="88265"/>
            </a:xfrm>
            <a:custGeom>
              <a:avLst/>
              <a:gdLst/>
              <a:ahLst/>
              <a:cxnLst/>
              <a:rect l="l" t="t" r="r" b="b"/>
              <a:pathLst>
                <a:path w="417829" h="88264">
                  <a:moveTo>
                    <a:pt x="10661" y="33865"/>
                  </a:moveTo>
                  <a:lnTo>
                    <a:pt x="331852" y="33865"/>
                  </a:lnTo>
                  <a:lnTo>
                    <a:pt x="337193" y="33865"/>
                  </a:lnTo>
                  <a:lnTo>
                    <a:pt x="339843" y="35989"/>
                  </a:lnTo>
                  <a:lnTo>
                    <a:pt x="342514" y="38627"/>
                  </a:lnTo>
                  <a:lnTo>
                    <a:pt x="342514" y="43924"/>
                  </a:lnTo>
                  <a:lnTo>
                    <a:pt x="342514" y="49222"/>
                  </a:lnTo>
                  <a:lnTo>
                    <a:pt x="339843" y="51860"/>
                  </a:lnTo>
                  <a:lnTo>
                    <a:pt x="337193" y="54498"/>
                  </a:lnTo>
                  <a:lnTo>
                    <a:pt x="331852" y="54498"/>
                  </a:lnTo>
                  <a:lnTo>
                    <a:pt x="10661" y="54498"/>
                  </a:lnTo>
                  <a:lnTo>
                    <a:pt x="5320" y="54498"/>
                  </a:lnTo>
                  <a:lnTo>
                    <a:pt x="2670" y="51860"/>
                  </a:lnTo>
                  <a:lnTo>
                    <a:pt x="0" y="49222"/>
                  </a:lnTo>
                  <a:lnTo>
                    <a:pt x="0" y="43924"/>
                  </a:lnTo>
                  <a:lnTo>
                    <a:pt x="0" y="38627"/>
                  </a:lnTo>
                  <a:lnTo>
                    <a:pt x="2670" y="35989"/>
                  </a:lnTo>
                  <a:lnTo>
                    <a:pt x="5320" y="33865"/>
                  </a:lnTo>
                  <a:lnTo>
                    <a:pt x="10661" y="33865"/>
                  </a:lnTo>
                  <a:close/>
                </a:path>
                <a:path w="417829" h="88264">
                  <a:moveTo>
                    <a:pt x="331852" y="43924"/>
                  </a:moveTo>
                  <a:lnTo>
                    <a:pt x="288106" y="0"/>
                  </a:lnTo>
                  <a:lnTo>
                    <a:pt x="417749" y="43924"/>
                  </a:lnTo>
                  <a:lnTo>
                    <a:pt x="288106" y="87849"/>
                  </a:lnTo>
                  <a:lnTo>
                    <a:pt x="331852" y="43924"/>
                  </a:lnTo>
                  <a:close/>
                </a:path>
              </a:pathLst>
            </a:custGeom>
            <a:ln w="3175">
              <a:solidFill>
                <a:srgbClr val="993366"/>
              </a:solidFill>
            </a:ln>
          </p:spPr>
          <p:txBody>
            <a:bodyPr wrap="square" lIns="0" tIns="0" rIns="0" bIns="0" rtlCol="0"/>
            <a:lstStyle/>
            <a:p/>
          </p:txBody>
        </p:sp>
      </p:grpSp>
      <p:grpSp>
        <p:nvGrpSpPr>
          <p:cNvPr id="49" name="object 49" descr=""/>
          <p:cNvGrpSpPr/>
          <p:nvPr/>
        </p:nvGrpSpPr>
        <p:grpSpPr>
          <a:xfrm>
            <a:off x="5934265" y="3188327"/>
            <a:ext cx="422909" cy="91440"/>
            <a:chOff x="5934265" y="3188327"/>
            <a:chExt cx="422909" cy="91440"/>
          </a:xfrm>
        </p:grpSpPr>
        <p:sp>
          <p:nvSpPr>
            <p:cNvPr id="50" name="object 50" descr=""/>
            <p:cNvSpPr/>
            <p:nvPr/>
          </p:nvSpPr>
          <p:spPr>
            <a:xfrm>
              <a:off x="5935766" y="3189830"/>
              <a:ext cx="420370" cy="88265"/>
            </a:xfrm>
            <a:custGeom>
              <a:avLst/>
              <a:gdLst/>
              <a:ahLst/>
              <a:cxnLst/>
              <a:rect l="l" t="t" r="r" b="b"/>
              <a:pathLst>
                <a:path w="420370" h="88264">
                  <a:moveTo>
                    <a:pt x="290131" y="0"/>
                  </a:moveTo>
                  <a:lnTo>
                    <a:pt x="334501" y="43924"/>
                  </a:lnTo>
                  <a:lnTo>
                    <a:pt x="290131" y="87849"/>
                  </a:lnTo>
                  <a:lnTo>
                    <a:pt x="388582" y="54498"/>
                  </a:lnTo>
                  <a:lnTo>
                    <a:pt x="337086" y="54498"/>
                  </a:lnTo>
                  <a:lnTo>
                    <a:pt x="341824" y="51860"/>
                  </a:lnTo>
                  <a:lnTo>
                    <a:pt x="344624" y="49222"/>
                  </a:lnTo>
                  <a:lnTo>
                    <a:pt x="344624" y="38627"/>
                  </a:lnTo>
                  <a:lnTo>
                    <a:pt x="341824" y="35989"/>
                  </a:lnTo>
                  <a:lnTo>
                    <a:pt x="337086" y="33865"/>
                  </a:lnTo>
                  <a:lnTo>
                    <a:pt x="390102" y="33866"/>
                  </a:lnTo>
                  <a:lnTo>
                    <a:pt x="290131" y="0"/>
                  </a:lnTo>
                  <a:close/>
                </a:path>
                <a:path w="420370" h="88264">
                  <a:moveTo>
                    <a:pt x="324340" y="33865"/>
                  </a:moveTo>
                  <a:lnTo>
                    <a:pt x="7969" y="33865"/>
                  </a:lnTo>
                  <a:lnTo>
                    <a:pt x="5169" y="35989"/>
                  </a:lnTo>
                  <a:lnTo>
                    <a:pt x="2584" y="38627"/>
                  </a:lnTo>
                  <a:lnTo>
                    <a:pt x="0" y="43924"/>
                  </a:lnTo>
                  <a:lnTo>
                    <a:pt x="2584" y="49222"/>
                  </a:lnTo>
                  <a:lnTo>
                    <a:pt x="5169" y="51860"/>
                  </a:lnTo>
                  <a:lnTo>
                    <a:pt x="7969" y="54498"/>
                  </a:lnTo>
                  <a:lnTo>
                    <a:pt x="323820" y="54498"/>
                  </a:lnTo>
                  <a:lnTo>
                    <a:pt x="334501" y="43924"/>
                  </a:lnTo>
                  <a:lnTo>
                    <a:pt x="324340" y="33865"/>
                  </a:lnTo>
                  <a:close/>
                </a:path>
                <a:path w="420370" h="88264">
                  <a:moveTo>
                    <a:pt x="390102" y="33866"/>
                  </a:moveTo>
                  <a:lnTo>
                    <a:pt x="337086" y="33865"/>
                  </a:lnTo>
                  <a:lnTo>
                    <a:pt x="341824" y="35989"/>
                  </a:lnTo>
                  <a:lnTo>
                    <a:pt x="344624" y="38627"/>
                  </a:lnTo>
                  <a:lnTo>
                    <a:pt x="344624" y="49222"/>
                  </a:lnTo>
                  <a:lnTo>
                    <a:pt x="341824" y="51860"/>
                  </a:lnTo>
                  <a:lnTo>
                    <a:pt x="337086" y="54498"/>
                  </a:lnTo>
                  <a:lnTo>
                    <a:pt x="388582" y="54498"/>
                  </a:lnTo>
                  <a:lnTo>
                    <a:pt x="419796" y="43924"/>
                  </a:lnTo>
                  <a:lnTo>
                    <a:pt x="390102" y="33866"/>
                  </a:lnTo>
                  <a:close/>
                </a:path>
              </a:pathLst>
            </a:custGeom>
            <a:solidFill>
              <a:srgbClr val="993366"/>
            </a:solidFill>
          </p:spPr>
          <p:txBody>
            <a:bodyPr wrap="square" lIns="0" tIns="0" rIns="0" bIns="0" rtlCol="0"/>
            <a:lstStyle/>
            <a:p/>
          </p:txBody>
        </p:sp>
        <p:sp>
          <p:nvSpPr>
            <p:cNvPr id="51" name="object 51" descr=""/>
            <p:cNvSpPr/>
            <p:nvPr/>
          </p:nvSpPr>
          <p:spPr>
            <a:xfrm>
              <a:off x="5935766" y="3189830"/>
              <a:ext cx="420370" cy="88265"/>
            </a:xfrm>
            <a:custGeom>
              <a:avLst/>
              <a:gdLst/>
              <a:ahLst/>
              <a:cxnLst/>
              <a:rect l="l" t="t" r="r" b="b"/>
              <a:pathLst>
                <a:path w="420370" h="88264">
                  <a:moveTo>
                    <a:pt x="12708" y="33865"/>
                  </a:moveTo>
                  <a:lnTo>
                    <a:pt x="334501" y="33865"/>
                  </a:lnTo>
                  <a:lnTo>
                    <a:pt x="344624" y="43924"/>
                  </a:lnTo>
                  <a:lnTo>
                    <a:pt x="344624" y="49222"/>
                  </a:lnTo>
                  <a:lnTo>
                    <a:pt x="341824" y="51860"/>
                  </a:lnTo>
                  <a:lnTo>
                    <a:pt x="337086" y="54498"/>
                  </a:lnTo>
                  <a:lnTo>
                    <a:pt x="334501" y="54498"/>
                  </a:lnTo>
                  <a:lnTo>
                    <a:pt x="12708" y="54498"/>
                  </a:lnTo>
                  <a:lnTo>
                    <a:pt x="7969" y="54498"/>
                  </a:lnTo>
                  <a:lnTo>
                    <a:pt x="5169" y="51860"/>
                  </a:lnTo>
                  <a:lnTo>
                    <a:pt x="2584" y="49222"/>
                  </a:lnTo>
                  <a:lnTo>
                    <a:pt x="0" y="43924"/>
                  </a:lnTo>
                  <a:lnTo>
                    <a:pt x="2584" y="38627"/>
                  </a:lnTo>
                  <a:lnTo>
                    <a:pt x="5169" y="35989"/>
                  </a:lnTo>
                  <a:lnTo>
                    <a:pt x="7969" y="33865"/>
                  </a:lnTo>
                  <a:lnTo>
                    <a:pt x="12708" y="33865"/>
                  </a:lnTo>
                  <a:close/>
                </a:path>
                <a:path w="420370" h="88264">
                  <a:moveTo>
                    <a:pt x="334501" y="43924"/>
                  </a:moveTo>
                  <a:lnTo>
                    <a:pt x="290131" y="0"/>
                  </a:lnTo>
                  <a:lnTo>
                    <a:pt x="419796" y="43924"/>
                  </a:lnTo>
                  <a:lnTo>
                    <a:pt x="290131" y="87849"/>
                  </a:lnTo>
                  <a:lnTo>
                    <a:pt x="334501" y="43924"/>
                  </a:lnTo>
                  <a:close/>
                </a:path>
              </a:pathLst>
            </a:custGeom>
            <a:ln w="3175">
              <a:solidFill>
                <a:srgbClr val="993366"/>
              </a:solidFill>
            </a:ln>
          </p:spPr>
          <p:txBody>
            <a:bodyPr wrap="square" lIns="0" tIns="0" rIns="0" bIns="0" rtlCol="0"/>
            <a:lstStyle/>
            <a:p/>
          </p:txBody>
        </p:sp>
      </p:grpSp>
      <p:grpSp>
        <p:nvGrpSpPr>
          <p:cNvPr id="52" name="object 52" descr=""/>
          <p:cNvGrpSpPr/>
          <p:nvPr/>
        </p:nvGrpSpPr>
        <p:grpSpPr>
          <a:xfrm>
            <a:off x="5154120" y="3188327"/>
            <a:ext cx="420370" cy="91440"/>
            <a:chOff x="5154120" y="3188327"/>
            <a:chExt cx="420370" cy="91440"/>
          </a:xfrm>
        </p:grpSpPr>
        <p:sp>
          <p:nvSpPr>
            <p:cNvPr id="53" name="object 53" descr=""/>
            <p:cNvSpPr/>
            <p:nvPr/>
          </p:nvSpPr>
          <p:spPr>
            <a:xfrm>
              <a:off x="5155621" y="3189830"/>
              <a:ext cx="417830" cy="88265"/>
            </a:xfrm>
            <a:custGeom>
              <a:avLst/>
              <a:gdLst/>
              <a:ahLst/>
              <a:cxnLst/>
              <a:rect l="l" t="t" r="r" b="b"/>
              <a:pathLst>
                <a:path w="417829" h="88264">
                  <a:moveTo>
                    <a:pt x="287546" y="0"/>
                  </a:moveTo>
                  <a:lnTo>
                    <a:pt x="331270" y="43924"/>
                  </a:lnTo>
                  <a:lnTo>
                    <a:pt x="287546" y="87849"/>
                  </a:lnTo>
                  <a:lnTo>
                    <a:pt x="385998" y="54498"/>
                  </a:lnTo>
                  <a:lnTo>
                    <a:pt x="336655" y="54498"/>
                  </a:lnTo>
                  <a:lnTo>
                    <a:pt x="339455" y="51860"/>
                  </a:lnTo>
                  <a:lnTo>
                    <a:pt x="342040" y="49222"/>
                  </a:lnTo>
                  <a:lnTo>
                    <a:pt x="342040" y="38627"/>
                  </a:lnTo>
                  <a:lnTo>
                    <a:pt x="339455" y="35989"/>
                  </a:lnTo>
                  <a:lnTo>
                    <a:pt x="336655" y="33865"/>
                  </a:lnTo>
                  <a:lnTo>
                    <a:pt x="387517" y="33866"/>
                  </a:lnTo>
                  <a:lnTo>
                    <a:pt x="287546" y="0"/>
                  </a:lnTo>
                  <a:close/>
                </a:path>
                <a:path w="417829" h="88264">
                  <a:moveTo>
                    <a:pt x="321257" y="33865"/>
                  </a:moveTo>
                  <a:lnTo>
                    <a:pt x="4953" y="33865"/>
                  </a:lnTo>
                  <a:lnTo>
                    <a:pt x="2153" y="35989"/>
                  </a:lnTo>
                  <a:lnTo>
                    <a:pt x="0" y="38627"/>
                  </a:lnTo>
                  <a:lnTo>
                    <a:pt x="0" y="49222"/>
                  </a:lnTo>
                  <a:lnTo>
                    <a:pt x="2153" y="51860"/>
                  </a:lnTo>
                  <a:lnTo>
                    <a:pt x="4953" y="54498"/>
                  </a:lnTo>
                  <a:lnTo>
                    <a:pt x="320745" y="54498"/>
                  </a:lnTo>
                  <a:lnTo>
                    <a:pt x="331270" y="43924"/>
                  </a:lnTo>
                  <a:lnTo>
                    <a:pt x="321257" y="33865"/>
                  </a:lnTo>
                  <a:close/>
                </a:path>
                <a:path w="417829" h="88264">
                  <a:moveTo>
                    <a:pt x="387517" y="33866"/>
                  </a:moveTo>
                  <a:lnTo>
                    <a:pt x="336655" y="33865"/>
                  </a:lnTo>
                  <a:lnTo>
                    <a:pt x="339455" y="35989"/>
                  </a:lnTo>
                  <a:lnTo>
                    <a:pt x="342040" y="38627"/>
                  </a:lnTo>
                  <a:lnTo>
                    <a:pt x="342040" y="49222"/>
                  </a:lnTo>
                  <a:lnTo>
                    <a:pt x="339455" y="51860"/>
                  </a:lnTo>
                  <a:lnTo>
                    <a:pt x="336655" y="54498"/>
                  </a:lnTo>
                  <a:lnTo>
                    <a:pt x="385998" y="54498"/>
                  </a:lnTo>
                  <a:lnTo>
                    <a:pt x="417211" y="43924"/>
                  </a:lnTo>
                  <a:lnTo>
                    <a:pt x="387517" y="33866"/>
                  </a:lnTo>
                  <a:close/>
                </a:path>
              </a:pathLst>
            </a:custGeom>
            <a:solidFill>
              <a:srgbClr val="993366"/>
            </a:solidFill>
          </p:spPr>
          <p:txBody>
            <a:bodyPr wrap="square" lIns="0" tIns="0" rIns="0" bIns="0" rtlCol="0"/>
            <a:lstStyle/>
            <a:p/>
          </p:txBody>
        </p:sp>
        <p:sp>
          <p:nvSpPr>
            <p:cNvPr id="54" name="object 54" descr=""/>
            <p:cNvSpPr/>
            <p:nvPr/>
          </p:nvSpPr>
          <p:spPr>
            <a:xfrm>
              <a:off x="5155622" y="3189830"/>
              <a:ext cx="417830" cy="88265"/>
            </a:xfrm>
            <a:custGeom>
              <a:avLst/>
              <a:gdLst/>
              <a:ahLst/>
              <a:cxnLst/>
              <a:rect l="l" t="t" r="r" b="b"/>
              <a:pathLst>
                <a:path w="417829" h="88264">
                  <a:moveTo>
                    <a:pt x="10123" y="33865"/>
                  </a:moveTo>
                  <a:lnTo>
                    <a:pt x="331270" y="33865"/>
                  </a:lnTo>
                  <a:lnTo>
                    <a:pt x="336655" y="33865"/>
                  </a:lnTo>
                  <a:lnTo>
                    <a:pt x="339455" y="35989"/>
                  </a:lnTo>
                  <a:lnTo>
                    <a:pt x="342040" y="38627"/>
                  </a:lnTo>
                  <a:lnTo>
                    <a:pt x="342040" y="43924"/>
                  </a:lnTo>
                  <a:lnTo>
                    <a:pt x="342040" y="49222"/>
                  </a:lnTo>
                  <a:lnTo>
                    <a:pt x="339455" y="51860"/>
                  </a:lnTo>
                  <a:lnTo>
                    <a:pt x="336655" y="54498"/>
                  </a:lnTo>
                  <a:lnTo>
                    <a:pt x="331270" y="54498"/>
                  </a:lnTo>
                  <a:lnTo>
                    <a:pt x="10123" y="54498"/>
                  </a:lnTo>
                  <a:lnTo>
                    <a:pt x="0" y="38627"/>
                  </a:lnTo>
                  <a:lnTo>
                    <a:pt x="2153" y="35989"/>
                  </a:lnTo>
                  <a:lnTo>
                    <a:pt x="4953" y="33865"/>
                  </a:lnTo>
                  <a:lnTo>
                    <a:pt x="10123" y="33865"/>
                  </a:lnTo>
                  <a:close/>
                </a:path>
                <a:path w="417829" h="88264">
                  <a:moveTo>
                    <a:pt x="331270" y="43924"/>
                  </a:moveTo>
                  <a:lnTo>
                    <a:pt x="287546" y="0"/>
                  </a:lnTo>
                  <a:lnTo>
                    <a:pt x="417211" y="43924"/>
                  </a:lnTo>
                  <a:lnTo>
                    <a:pt x="287546" y="87849"/>
                  </a:lnTo>
                  <a:lnTo>
                    <a:pt x="331270" y="43924"/>
                  </a:lnTo>
                  <a:close/>
                </a:path>
              </a:pathLst>
            </a:custGeom>
            <a:ln w="3175">
              <a:solidFill>
                <a:srgbClr val="993366"/>
              </a:solidFill>
            </a:ln>
          </p:spPr>
          <p:txBody>
            <a:bodyPr wrap="square" lIns="0" tIns="0" rIns="0" bIns="0" rtlCol="0"/>
            <a:lstStyle/>
            <a:p/>
          </p:txBody>
        </p:sp>
      </p:grpSp>
      <p:sp>
        <p:nvSpPr>
          <p:cNvPr id="55" name="object 55" descr=""/>
          <p:cNvSpPr/>
          <p:nvPr/>
        </p:nvSpPr>
        <p:spPr>
          <a:xfrm>
            <a:off x="3456901" y="3563429"/>
            <a:ext cx="3492500" cy="332740"/>
          </a:xfrm>
          <a:custGeom>
            <a:avLst/>
            <a:gdLst/>
            <a:ahLst/>
            <a:cxnLst/>
            <a:rect l="l" t="t" r="r" b="b"/>
            <a:pathLst>
              <a:path w="3492500" h="332739">
                <a:moveTo>
                  <a:pt x="0" y="0"/>
                </a:moveTo>
                <a:lnTo>
                  <a:pt x="181401" y="0"/>
                </a:lnTo>
              </a:path>
              <a:path w="3492500" h="332739">
                <a:moveTo>
                  <a:pt x="181401" y="0"/>
                </a:moveTo>
                <a:lnTo>
                  <a:pt x="181401" y="332311"/>
                </a:lnTo>
              </a:path>
              <a:path w="3492500" h="332739">
                <a:moveTo>
                  <a:pt x="181401" y="332311"/>
                </a:moveTo>
                <a:lnTo>
                  <a:pt x="3492062" y="332311"/>
                </a:lnTo>
              </a:path>
              <a:path w="3492500" h="332739">
                <a:moveTo>
                  <a:pt x="3492062" y="0"/>
                </a:moveTo>
                <a:lnTo>
                  <a:pt x="3492062" y="332311"/>
                </a:lnTo>
              </a:path>
            </a:pathLst>
          </a:custGeom>
          <a:ln w="20763">
            <a:solidFill>
              <a:srgbClr val="0000FF"/>
            </a:solidFill>
          </a:ln>
        </p:spPr>
        <p:txBody>
          <a:bodyPr wrap="square" lIns="0" tIns="0" rIns="0" bIns="0" rtlCol="0"/>
          <a:lstStyle/>
          <a:p/>
        </p:txBody>
      </p:sp>
      <p:grpSp>
        <p:nvGrpSpPr>
          <p:cNvPr id="56" name="object 56" descr=""/>
          <p:cNvGrpSpPr/>
          <p:nvPr/>
        </p:nvGrpSpPr>
        <p:grpSpPr>
          <a:xfrm>
            <a:off x="8484920" y="3188327"/>
            <a:ext cx="333375" cy="91440"/>
            <a:chOff x="8484920" y="3188327"/>
            <a:chExt cx="333375" cy="91440"/>
          </a:xfrm>
        </p:grpSpPr>
        <p:sp>
          <p:nvSpPr>
            <p:cNvPr id="57" name="object 57" descr=""/>
            <p:cNvSpPr/>
            <p:nvPr/>
          </p:nvSpPr>
          <p:spPr>
            <a:xfrm>
              <a:off x="8486421" y="3189830"/>
              <a:ext cx="330200" cy="88265"/>
            </a:xfrm>
            <a:custGeom>
              <a:avLst/>
              <a:gdLst/>
              <a:ahLst/>
              <a:cxnLst/>
              <a:rect l="l" t="t" r="r" b="b"/>
              <a:pathLst>
                <a:path w="330200" h="88264">
                  <a:moveTo>
                    <a:pt x="200097" y="0"/>
                  </a:moveTo>
                  <a:lnTo>
                    <a:pt x="243822" y="43924"/>
                  </a:lnTo>
                  <a:lnTo>
                    <a:pt x="200097" y="87849"/>
                  </a:lnTo>
                  <a:lnTo>
                    <a:pt x="298549" y="54498"/>
                  </a:lnTo>
                  <a:lnTo>
                    <a:pt x="246622" y="54498"/>
                  </a:lnTo>
                  <a:lnTo>
                    <a:pt x="249206" y="51860"/>
                  </a:lnTo>
                  <a:lnTo>
                    <a:pt x="252006" y="49222"/>
                  </a:lnTo>
                  <a:lnTo>
                    <a:pt x="254591" y="43924"/>
                  </a:lnTo>
                  <a:lnTo>
                    <a:pt x="252006" y="38627"/>
                  </a:lnTo>
                  <a:lnTo>
                    <a:pt x="249206" y="35989"/>
                  </a:lnTo>
                  <a:lnTo>
                    <a:pt x="246622" y="33865"/>
                  </a:lnTo>
                  <a:lnTo>
                    <a:pt x="300069" y="33866"/>
                  </a:lnTo>
                  <a:lnTo>
                    <a:pt x="200097" y="0"/>
                  </a:lnTo>
                  <a:close/>
                </a:path>
                <a:path w="330200" h="88264">
                  <a:moveTo>
                    <a:pt x="233809" y="33865"/>
                  </a:moveTo>
                  <a:lnTo>
                    <a:pt x="7969" y="33865"/>
                  </a:lnTo>
                  <a:lnTo>
                    <a:pt x="2800" y="35989"/>
                  </a:lnTo>
                  <a:lnTo>
                    <a:pt x="0" y="38627"/>
                  </a:lnTo>
                  <a:lnTo>
                    <a:pt x="0" y="49222"/>
                  </a:lnTo>
                  <a:lnTo>
                    <a:pt x="2800" y="51860"/>
                  </a:lnTo>
                  <a:lnTo>
                    <a:pt x="7969" y="54498"/>
                  </a:lnTo>
                  <a:lnTo>
                    <a:pt x="233296" y="54498"/>
                  </a:lnTo>
                  <a:lnTo>
                    <a:pt x="243822" y="43924"/>
                  </a:lnTo>
                  <a:lnTo>
                    <a:pt x="233809" y="33865"/>
                  </a:lnTo>
                  <a:close/>
                </a:path>
                <a:path w="330200" h="88264">
                  <a:moveTo>
                    <a:pt x="300069" y="33866"/>
                  </a:moveTo>
                  <a:lnTo>
                    <a:pt x="246622" y="33865"/>
                  </a:lnTo>
                  <a:lnTo>
                    <a:pt x="249206" y="35989"/>
                  </a:lnTo>
                  <a:lnTo>
                    <a:pt x="252006" y="38627"/>
                  </a:lnTo>
                  <a:lnTo>
                    <a:pt x="254591" y="43924"/>
                  </a:lnTo>
                  <a:lnTo>
                    <a:pt x="252006" y="49222"/>
                  </a:lnTo>
                  <a:lnTo>
                    <a:pt x="249206" y="51860"/>
                  </a:lnTo>
                  <a:lnTo>
                    <a:pt x="246622" y="54498"/>
                  </a:lnTo>
                  <a:lnTo>
                    <a:pt x="298549" y="54498"/>
                  </a:lnTo>
                  <a:lnTo>
                    <a:pt x="329762" y="43924"/>
                  </a:lnTo>
                  <a:lnTo>
                    <a:pt x="300069" y="33866"/>
                  </a:lnTo>
                  <a:close/>
                </a:path>
              </a:pathLst>
            </a:custGeom>
            <a:solidFill>
              <a:srgbClr val="993366"/>
            </a:solidFill>
          </p:spPr>
          <p:txBody>
            <a:bodyPr wrap="square" lIns="0" tIns="0" rIns="0" bIns="0" rtlCol="0"/>
            <a:lstStyle/>
            <a:p/>
          </p:txBody>
        </p:sp>
        <p:sp>
          <p:nvSpPr>
            <p:cNvPr id="58" name="object 58" descr=""/>
            <p:cNvSpPr/>
            <p:nvPr/>
          </p:nvSpPr>
          <p:spPr>
            <a:xfrm>
              <a:off x="8486421" y="3189830"/>
              <a:ext cx="330200" cy="88265"/>
            </a:xfrm>
            <a:custGeom>
              <a:avLst/>
              <a:gdLst/>
              <a:ahLst/>
              <a:cxnLst/>
              <a:rect l="l" t="t" r="r" b="b"/>
              <a:pathLst>
                <a:path w="330200" h="88264">
                  <a:moveTo>
                    <a:pt x="10769" y="33865"/>
                  </a:moveTo>
                  <a:lnTo>
                    <a:pt x="243822" y="33865"/>
                  </a:lnTo>
                  <a:lnTo>
                    <a:pt x="254591" y="43924"/>
                  </a:lnTo>
                  <a:lnTo>
                    <a:pt x="252006" y="49222"/>
                  </a:lnTo>
                  <a:lnTo>
                    <a:pt x="249206" y="51860"/>
                  </a:lnTo>
                  <a:lnTo>
                    <a:pt x="246622" y="54498"/>
                  </a:lnTo>
                  <a:lnTo>
                    <a:pt x="243822" y="54498"/>
                  </a:lnTo>
                  <a:lnTo>
                    <a:pt x="10769" y="54498"/>
                  </a:lnTo>
                  <a:lnTo>
                    <a:pt x="7969" y="54498"/>
                  </a:lnTo>
                  <a:lnTo>
                    <a:pt x="2800" y="51860"/>
                  </a:lnTo>
                  <a:lnTo>
                    <a:pt x="0" y="49222"/>
                  </a:lnTo>
                  <a:lnTo>
                    <a:pt x="0" y="43924"/>
                  </a:lnTo>
                  <a:lnTo>
                    <a:pt x="0" y="38627"/>
                  </a:lnTo>
                  <a:lnTo>
                    <a:pt x="2800" y="35989"/>
                  </a:lnTo>
                  <a:lnTo>
                    <a:pt x="7969" y="33865"/>
                  </a:lnTo>
                  <a:lnTo>
                    <a:pt x="10769" y="33865"/>
                  </a:lnTo>
                  <a:close/>
                </a:path>
                <a:path w="330200" h="88264">
                  <a:moveTo>
                    <a:pt x="243822" y="43924"/>
                  </a:moveTo>
                  <a:lnTo>
                    <a:pt x="200097" y="0"/>
                  </a:lnTo>
                  <a:lnTo>
                    <a:pt x="329762" y="43924"/>
                  </a:lnTo>
                  <a:lnTo>
                    <a:pt x="200097" y="87849"/>
                  </a:lnTo>
                  <a:lnTo>
                    <a:pt x="243822" y="43924"/>
                  </a:lnTo>
                  <a:close/>
                </a:path>
              </a:pathLst>
            </a:custGeom>
            <a:ln w="3175">
              <a:solidFill>
                <a:srgbClr val="993366"/>
              </a:solidFill>
            </a:ln>
          </p:spPr>
          <p:txBody>
            <a:bodyPr wrap="square" lIns="0" tIns="0" rIns="0" bIns="0" rtlCol="0"/>
            <a:lstStyle/>
            <a:p/>
          </p:txBody>
        </p:sp>
      </p:grpSp>
      <p:sp>
        <p:nvSpPr>
          <p:cNvPr id="59" name="object 59" descr=""/>
          <p:cNvSpPr txBox="1"/>
          <p:nvPr/>
        </p:nvSpPr>
        <p:spPr>
          <a:xfrm>
            <a:off x="6718300" y="4241800"/>
            <a:ext cx="5175250" cy="1784350"/>
          </a:xfrm>
          <a:prstGeom prst="rect">
            <a:avLst/>
          </a:prstGeom>
          <a:ln w="9525">
            <a:solidFill>
              <a:srgbClr val="FF5CFF"/>
            </a:solidFill>
          </a:ln>
        </p:spPr>
        <p:txBody>
          <a:bodyPr wrap="square" lIns="0" tIns="54610" rIns="0" bIns="0" rtlCol="0" vert="horz">
            <a:spAutoFit/>
          </a:bodyPr>
          <a:lstStyle/>
          <a:p>
            <a:pPr marL="434975" indent="-342900">
              <a:lnSpc>
                <a:spcPct val="100000"/>
              </a:lnSpc>
              <a:spcBef>
                <a:spcPts val="430"/>
              </a:spcBef>
              <a:buClr>
                <a:srgbClr val="006FC0"/>
              </a:buClr>
              <a:buFont typeface="Wingdings"/>
              <a:buChar char=""/>
              <a:tabLst>
                <a:tab pos="434975" algn="l"/>
              </a:tabLst>
            </a:pPr>
            <a:r>
              <a:rPr dirty="0" sz="2000" spc="-10" b="1">
                <a:solidFill>
                  <a:srgbClr val="FF5CFF"/>
                </a:solidFill>
                <a:latin typeface="宋体"/>
                <a:cs typeface="宋体"/>
              </a:rPr>
              <a:t>多功能、静态</a:t>
            </a:r>
            <a:r>
              <a:rPr dirty="0" sz="2000" spc="-25" b="1">
                <a:latin typeface="宋体"/>
                <a:cs typeface="宋体"/>
              </a:rPr>
              <a:t>线性流水线，不是一批任务</a:t>
            </a:r>
            <a:endParaRPr sz="2000">
              <a:latin typeface="宋体"/>
              <a:cs typeface="宋体"/>
            </a:endParaRPr>
          </a:p>
          <a:p>
            <a:pPr marL="434340" indent="-342265">
              <a:lnSpc>
                <a:spcPct val="100000"/>
              </a:lnSpc>
              <a:spcBef>
                <a:spcPts val="1200"/>
              </a:spcBef>
              <a:buClr>
                <a:srgbClr val="006FC0"/>
              </a:buClr>
              <a:buFont typeface="Wingdings"/>
              <a:buChar char=""/>
              <a:tabLst>
                <a:tab pos="434340" algn="l"/>
              </a:tabLst>
            </a:pPr>
            <a:r>
              <a:rPr dirty="0" sz="2000" spc="-15" b="1">
                <a:latin typeface="宋体"/>
                <a:cs typeface="宋体"/>
              </a:rPr>
              <a:t>确定流水线顺序（</a:t>
            </a:r>
            <a:r>
              <a:rPr dirty="0" sz="2000" spc="-25" b="1">
                <a:latin typeface="宋体"/>
                <a:cs typeface="宋体"/>
              </a:rPr>
              <a:t>一批加法、一批乘法</a:t>
            </a:r>
            <a:r>
              <a:rPr dirty="0" sz="2000" spc="-50" b="1">
                <a:latin typeface="宋体"/>
                <a:cs typeface="宋体"/>
              </a:rPr>
              <a:t>）</a:t>
            </a:r>
            <a:endParaRPr sz="2000">
              <a:latin typeface="宋体"/>
              <a:cs typeface="宋体"/>
            </a:endParaRPr>
          </a:p>
          <a:p>
            <a:pPr marL="434975" indent="-342900">
              <a:lnSpc>
                <a:spcPct val="100000"/>
              </a:lnSpc>
              <a:spcBef>
                <a:spcPts val="1200"/>
              </a:spcBef>
              <a:buClr>
                <a:srgbClr val="006FC0"/>
              </a:buClr>
              <a:buFont typeface="Wingdings"/>
              <a:buChar char=""/>
              <a:tabLst>
                <a:tab pos="434975" algn="l"/>
              </a:tabLst>
            </a:pPr>
            <a:r>
              <a:rPr dirty="0" sz="2000" spc="-10" b="1">
                <a:latin typeface="宋体"/>
                <a:cs typeface="宋体"/>
              </a:rPr>
              <a:t>(每段的时间都为</a:t>
            </a:r>
            <a:r>
              <a:rPr dirty="0" sz="2000" spc="-25" b="1">
                <a:solidFill>
                  <a:srgbClr val="9933FF"/>
                </a:solidFill>
                <a:latin typeface="宋体"/>
                <a:cs typeface="宋体"/>
              </a:rPr>
              <a:t>△t</a:t>
            </a:r>
            <a:r>
              <a:rPr dirty="0" sz="2000" spc="-25" b="1">
                <a:latin typeface="宋体"/>
                <a:cs typeface="宋体"/>
              </a:rPr>
              <a:t>)</a:t>
            </a:r>
            <a:endParaRPr sz="2000">
              <a:latin typeface="宋体"/>
              <a:cs typeface="宋体"/>
            </a:endParaRPr>
          </a:p>
          <a:p>
            <a:pPr marL="434975" indent="-342900">
              <a:lnSpc>
                <a:spcPct val="100000"/>
              </a:lnSpc>
              <a:spcBef>
                <a:spcPts val="1205"/>
              </a:spcBef>
              <a:buClr>
                <a:srgbClr val="006FC0"/>
              </a:buClr>
              <a:buFont typeface="Wingdings"/>
              <a:buChar char=""/>
              <a:tabLst>
                <a:tab pos="434975" algn="l"/>
              </a:tabLst>
            </a:pPr>
            <a:r>
              <a:rPr dirty="0" sz="2000" spc="-20" b="1">
                <a:latin typeface="宋体"/>
                <a:cs typeface="宋体"/>
              </a:rPr>
              <a:t>画时空图</a:t>
            </a:r>
            <a:endParaRPr sz="2000">
              <a:latin typeface="宋体"/>
              <a:cs typeface="宋体"/>
            </a:endParaRPr>
          </a:p>
        </p:txBody>
      </p:sp>
      <p:sp>
        <p:nvSpPr>
          <p:cNvPr id="60" name="object 60"/>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61" name="object 61" descr=""/>
          <p:cNvSpPr txBox="1"/>
          <p:nvPr/>
        </p:nvSpPr>
        <p:spPr>
          <a:xfrm>
            <a:off x="911225" y="4411662"/>
            <a:ext cx="5400675" cy="1784350"/>
          </a:xfrm>
          <a:prstGeom prst="rect">
            <a:avLst/>
          </a:prstGeom>
          <a:ln w="9525">
            <a:solidFill>
              <a:srgbClr val="647AD3"/>
            </a:solidFill>
          </a:ln>
        </p:spPr>
        <p:txBody>
          <a:bodyPr wrap="square" lIns="0" tIns="54610" rIns="0" bIns="0" rtlCol="0" vert="horz">
            <a:spAutoFit/>
          </a:bodyPr>
          <a:lstStyle/>
          <a:p>
            <a:pPr marL="91440">
              <a:lnSpc>
                <a:spcPct val="100000"/>
              </a:lnSpc>
              <a:spcBef>
                <a:spcPts val="430"/>
              </a:spcBef>
            </a:pPr>
            <a:r>
              <a:rPr dirty="0" sz="2000" spc="-25" b="1">
                <a:solidFill>
                  <a:srgbClr val="FF0000"/>
                </a:solidFill>
                <a:latin typeface="宋体"/>
                <a:cs typeface="宋体"/>
              </a:rPr>
              <a:t>分析：</a:t>
            </a:r>
            <a:endParaRPr sz="2000">
              <a:latin typeface="宋体"/>
              <a:cs typeface="宋体"/>
            </a:endParaRPr>
          </a:p>
          <a:p>
            <a:pPr marL="433705" indent="-342265">
              <a:lnSpc>
                <a:spcPct val="100000"/>
              </a:lnSpc>
              <a:spcBef>
                <a:spcPts val="1200"/>
              </a:spcBef>
              <a:buClr>
                <a:srgbClr val="006FC0"/>
              </a:buClr>
              <a:buFont typeface="Wingdings"/>
              <a:buChar char=""/>
              <a:tabLst>
                <a:tab pos="433705" algn="l"/>
              </a:tabLst>
            </a:pPr>
            <a:r>
              <a:rPr dirty="0" sz="2000" spc="-10" b="1">
                <a:latin typeface="宋体"/>
                <a:cs typeface="宋体"/>
              </a:rPr>
              <a:t>流水线分为</a:t>
            </a:r>
            <a:r>
              <a:rPr dirty="0" sz="2000" spc="-10" b="1">
                <a:solidFill>
                  <a:srgbClr val="9933FF"/>
                </a:solidFill>
                <a:latin typeface="宋体"/>
                <a:cs typeface="宋体"/>
              </a:rPr>
              <a:t>8</a:t>
            </a:r>
            <a:r>
              <a:rPr dirty="0" sz="2000" spc="-60" b="1">
                <a:latin typeface="宋体"/>
                <a:cs typeface="宋体"/>
              </a:rPr>
              <a:t>段</a:t>
            </a:r>
            <a:endParaRPr sz="2000">
              <a:latin typeface="宋体"/>
              <a:cs typeface="宋体"/>
            </a:endParaRPr>
          </a:p>
          <a:p>
            <a:pPr marL="433705" indent="-342265">
              <a:lnSpc>
                <a:spcPct val="100000"/>
              </a:lnSpc>
              <a:spcBef>
                <a:spcPts val="1200"/>
              </a:spcBef>
              <a:buClr>
                <a:srgbClr val="006FC0"/>
              </a:buClr>
              <a:buFont typeface="Wingdings"/>
              <a:buChar char=""/>
              <a:tabLst>
                <a:tab pos="433705" algn="l"/>
              </a:tabLst>
            </a:pPr>
            <a:r>
              <a:rPr dirty="0" sz="2000" spc="-10" b="1">
                <a:solidFill>
                  <a:srgbClr val="9933FF"/>
                </a:solidFill>
                <a:latin typeface="宋体"/>
                <a:cs typeface="宋体"/>
              </a:rPr>
              <a:t>1,6,7,8</a:t>
            </a:r>
            <a:r>
              <a:rPr dirty="0" sz="2000" spc="-20" b="1">
                <a:solidFill>
                  <a:srgbClr val="9933FF"/>
                </a:solidFill>
                <a:latin typeface="宋体"/>
                <a:cs typeface="宋体"/>
              </a:rPr>
              <a:t>段</a:t>
            </a:r>
            <a:r>
              <a:rPr dirty="0" sz="2000" spc="-25" b="1">
                <a:latin typeface="宋体"/>
                <a:cs typeface="宋体"/>
              </a:rPr>
              <a:t>是一个组合，完成乘法；</a:t>
            </a:r>
            <a:endParaRPr sz="2000">
              <a:latin typeface="宋体"/>
              <a:cs typeface="宋体"/>
            </a:endParaRPr>
          </a:p>
          <a:p>
            <a:pPr marL="433705" indent="-342265">
              <a:lnSpc>
                <a:spcPct val="100000"/>
              </a:lnSpc>
              <a:spcBef>
                <a:spcPts val="1205"/>
              </a:spcBef>
              <a:buClr>
                <a:srgbClr val="006FC0"/>
              </a:buClr>
              <a:buFont typeface="Wingdings"/>
              <a:buChar char=""/>
              <a:tabLst>
                <a:tab pos="433705" algn="l"/>
              </a:tabLst>
            </a:pPr>
            <a:r>
              <a:rPr dirty="0" sz="2000" spc="-10" b="1">
                <a:solidFill>
                  <a:srgbClr val="9933FF"/>
                </a:solidFill>
                <a:latin typeface="宋体"/>
                <a:cs typeface="宋体"/>
              </a:rPr>
              <a:t>1,2，3,4,5,8段</a:t>
            </a:r>
            <a:r>
              <a:rPr dirty="0" sz="2000" spc="-25" b="1">
                <a:latin typeface="宋体"/>
                <a:cs typeface="宋体"/>
              </a:rPr>
              <a:t>是一个组合，完成加减法。</a:t>
            </a:r>
            <a:endParaRPr sz="2000">
              <a:latin typeface="宋体"/>
              <a:cs typeface="宋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2302824" y="3188775"/>
            <a:ext cx="127000" cy="264795"/>
          </a:xfrm>
          <a:prstGeom prst="rect">
            <a:avLst/>
          </a:prstGeom>
        </p:spPr>
        <p:txBody>
          <a:bodyPr wrap="square" lIns="0" tIns="15240" rIns="0" bIns="0" rtlCol="0" vert="horz">
            <a:spAutoFit/>
          </a:bodyPr>
          <a:lstStyle/>
          <a:p>
            <a:pPr marL="12700">
              <a:lnSpc>
                <a:spcPct val="100000"/>
              </a:lnSpc>
              <a:spcBef>
                <a:spcPts val="120"/>
              </a:spcBef>
            </a:pPr>
            <a:r>
              <a:rPr dirty="0" sz="1550" spc="-50">
                <a:solidFill>
                  <a:srgbClr val="0000FF"/>
                </a:solidFill>
                <a:latin typeface="Times New Roman"/>
                <a:cs typeface="Times New Roman"/>
              </a:rPr>
              <a:t>4</a:t>
            </a:r>
            <a:endParaRPr sz="1550">
              <a:latin typeface="Times New Roman"/>
              <a:cs typeface="Times New Roman"/>
            </a:endParaRPr>
          </a:p>
        </p:txBody>
      </p:sp>
      <p:sp>
        <p:nvSpPr>
          <p:cNvPr id="9" name="object 9" descr=""/>
          <p:cNvSpPr txBox="1"/>
          <p:nvPr/>
        </p:nvSpPr>
        <p:spPr>
          <a:xfrm>
            <a:off x="2097077" y="3153994"/>
            <a:ext cx="8158480" cy="981075"/>
          </a:xfrm>
          <a:prstGeom prst="rect">
            <a:avLst/>
          </a:prstGeom>
        </p:spPr>
        <p:txBody>
          <a:bodyPr wrap="square" lIns="0" tIns="84455" rIns="0" bIns="0" rtlCol="0" vert="horz">
            <a:spAutoFit/>
          </a:bodyPr>
          <a:lstStyle/>
          <a:p>
            <a:pPr marL="50800">
              <a:lnSpc>
                <a:spcPct val="100000"/>
              </a:lnSpc>
              <a:spcBef>
                <a:spcPts val="665"/>
              </a:spcBef>
            </a:pPr>
            <a:r>
              <a:rPr dirty="0" baseline="-8916" sz="6075" spc="225">
                <a:solidFill>
                  <a:srgbClr val="0000FF"/>
                </a:solidFill>
                <a:latin typeface="Symbol"/>
                <a:cs typeface="Symbol"/>
              </a:rPr>
              <a:t></a:t>
            </a:r>
            <a:r>
              <a:rPr dirty="0" sz="2700" spc="150">
                <a:solidFill>
                  <a:srgbClr val="0000FF"/>
                </a:solidFill>
                <a:latin typeface="Times New Roman"/>
                <a:cs typeface="Times New Roman"/>
              </a:rPr>
              <a:t>(</a:t>
            </a:r>
            <a:r>
              <a:rPr dirty="0" sz="2700" spc="-409">
                <a:solidFill>
                  <a:srgbClr val="0000FF"/>
                </a:solidFill>
                <a:latin typeface="Times New Roman"/>
                <a:cs typeface="Times New Roman"/>
              </a:rPr>
              <a:t> </a:t>
            </a:r>
            <a:r>
              <a:rPr dirty="0" sz="2700" i="1">
                <a:solidFill>
                  <a:srgbClr val="0000FF"/>
                </a:solidFill>
                <a:latin typeface="Times New Roman"/>
                <a:cs typeface="Times New Roman"/>
              </a:rPr>
              <a:t>A</a:t>
            </a:r>
            <a:r>
              <a:rPr dirty="0" baseline="-25089" sz="2325" i="1">
                <a:solidFill>
                  <a:srgbClr val="0000FF"/>
                </a:solidFill>
                <a:latin typeface="Times New Roman"/>
                <a:cs typeface="Times New Roman"/>
              </a:rPr>
              <a:t>i</a:t>
            </a:r>
            <a:r>
              <a:rPr dirty="0" baseline="-25089" sz="2325" spc="217" i="1">
                <a:solidFill>
                  <a:srgbClr val="0000FF"/>
                </a:solidFill>
                <a:latin typeface="Times New Roman"/>
                <a:cs typeface="Times New Roman"/>
              </a:rPr>
              <a:t> </a:t>
            </a:r>
            <a:r>
              <a:rPr dirty="0" sz="2700">
                <a:solidFill>
                  <a:srgbClr val="0000FF"/>
                </a:solidFill>
                <a:latin typeface="Symbol"/>
                <a:cs typeface="Symbol"/>
              </a:rPr>
              <a:t></a:t>
            </a:r>
            <a:r>
              <a:rPr dirty="0" sz="2700" spc="-170">
                <a:solidFill>
                  <a:srgbClr val="0000FF"/>
                </a:solidFill>
                <a:latin typeface="Times New Roman"/>
                <a:cs typeface="Times New Roman"/>
              </a:rPr>
              <a:t> </a:t>
            </a:r>
            <a:r>
              <a:rPr dirty="0" sz="2700" spc="-70" i="1">
                <a:solidFill>
                  <a:srgbClr val="0000FF"/>
                </a:solidFill>
                <a:latin typeface="Times New Roman"/>
                <a:cs typeface="Times New Roman"/>
              </a:rPr>
              <a:t>B</a:t>
            </a:r>
            <a:r>
              <a:rPr dirty="0" baseline="-25089" sz="2325" spc="-104" i="1">
                <a:solidFill>
                  <a:srgbClr val="0000FF"/>
                </a:solidFill>
                <a:latin typeface="Times New Roman"/>
                <a:cs typeface="Times New Roman"/>
              </a:rPr>
              <a:t>i</a:t>
            </a:r>
            <a:r>
              <a:rPr dirty="0" baseline="-25089" sz="2325" spc="-67" i="1">
                <a:solidFill>
                  <a:srgbClr val="0000FF"/>
                </a:solidFill>
                <a:latin typeface="Times New Roman"/>
                <a:cs typeface="Times New Roman"/>
              </a:rPr>
              <a:t> </a:t>
            </a:r>
            <a:r>
              <a:rPr dirty="0" sz="2700">
                <a:solidFill>
                  <a:srgbClr val="0000FF"/>
                </a:solidFill>
                <a:latin typeface="Times New Roman"/>
                <a:cs typeface="Times New Roman"/>
              </a:rPr>
              <a:t>)</a:t>
            </a:r>
            <a:r>
              <a:rPr dirty="0" sz="2700" spc="-130">
                <a:solidFill>
                  <a:srgbClr val="0000FF"/>
                </a:solidFill>
                <a:latin typeface="Times New Roman"/>
                <a:cs typeface="Times New Roman"/>
              </a:rPr>
              <a:t> </a:t>
            </a:r>
            <a:r>
              <a:rPr dirty="0" sz="2700" spc="-325">
                <a:solidFill>
                  <a:srgbClr val="0000FF"/>
                </a:solidFill>
                <a:latin typeface="Symbol"/>
                <a:cs typeface="Symbol"/>
              </a:rPr>
              <a:t></a:t>
            </a:r>
            <a:r>
              <a:rPr dirty="0" sz="2700" spc="-325">
                <a:solidFill>
                  <a:srgbClr val="0000FF"/>
                </a:solidFill>
                <a:latin typeface="宋体"/>
                <a:cs typeface="宋体"/>
              </a:rPr>
              <a:t>（</a:t>
            </a:r>
            <a:r>
              <a:rPr dirty="0" sz="2700" spc="-325" i="1">
                <a:solidFill>
                  <a:srgbClr val="0000FF"/>
                </a:solidFill>
                <a:latin typeface="Times New Roman"/>
                <a:cs typeface="Times New Roman"/>
              </a:rPr>
              <a:t>A</a:t>
            </a:r>
            <a:r>
              <a:rPr dirty="0" baseline="-25089" sz="2325" spc="-487">
                <a:solidFill>
                  <a:srgbClr val="0000FF"/>
                </a:solidFill>
                <a:latin typeface="Times New Roman"/>
                <a:cs typeface="Times New Roman"/>
              </a:rPr>
              <a:t>1</a:t>
            </a:r>
            <a:r>
              <a:rPr dirty="0" baseline="-25089" sz="2325" spc="300">
                <a:solidFill>
                  <a:srgbClr val="0000FF"/>
                </a:solidFill>
                <a:latin typeface="Times New Roman"/>
                <a:cs typeface="Times New Roman"/>
              </a:rPr>
              <a:t> </a:t>
            </a:r>
            <a:r>
              <a:rPr dirty="0" sz="2700">
                <a:solidFill>
                  <a:srgbClr val="0000FF"/>
                </a:solidFill>
                <a:latin typeface="Symbol"/>
                <a:cs typeface="Symbol"/>
              </a:rPr>
              <a:t></a:t>
            </a:r>
            <a:r>
              <a:rPr dirty="0" sz="2700" spc="-170">
                <a:solidFill>
                  <a:srgbClr val="0000FF"/>
                </a:solidFill>
                <a:latin typeface="Times New Roman"/>
                <a:cs typeface="Times New Roman"/>
              </a:rPr>
              <a:t> </a:t>
            </a:r>
            <a:r>
              <a:rPr dirty="0" sz="2700" spc="-110" i="1">
                <a:solidFill>
                  <a:srgbClr val="0000FF"/>
                </a:solidFill>
                <a:latin typeface="Times New Roman"/>
                <a:cs typeface="Times New Roman"/>
              </a:rPr>
              <a:t>B</a:t>
            </a:r>
            <a:r>
              <a:rPr dirty="0" baseline="-25089" sz="2325" spc="-165">
                <a:solidFill>
                  <a:srgbClr val="0000FF"/>
                </a:solidFill>
                <a:latin typeface="Times New Roman"/>
                <a:cs typeface="Times New Roman"/>
              </a:rPr>
              <a:t>1</a:t>
            </a:r>
            <a:r>
              <a:rPr dirty="0" sz="2700" spc="-110">
                <a:solidFill>
                  <a:srgbClr val="0000FF"/>
                </a:solidFill>
                <a:latin typeface="宋体"/>
                <a:cs typeface="宋体"/>
              </a:rPr>
              <a:t>）（</a:t>
            </a:r>
            <a:r>
              <a:rPr dirty="0" sz="2700" spc="-110" i="1">
                <a:solidFill>
                  <a:srgbClr val="0000FF"/>
                </a:solidFill>
                <a:latin typeface="Times New Roman"/>
                <a:cs typeface="Times New Roman"/>
              </a:rPr>
              <a:t>A</a:t>
            </a:r>
            <a:r>
              <a:rPr dirty="0" baseline="-25089" sz="2325" spc="-165">
                <a:solidFill>
                  <a:srgbClr val="0000FF"/>
                </a:solidFill>
                <a:latin typeface="Times New Roman"/>
                <a:cs typeface="Times New Roman"/>
              </a:rPr>
              <a:t>2</a:t>
            </a:r>
            <a:r>
              <a:rPr dirty="0" baseline="-25089" sz="2325" spc="375">
                <a:solidFill>
                  <a:srgbClr val="0000FF"/>
                </a:solidFill>
                <a:latin typeface="Times New Roman"/>
                <a:cs typeface="Times New Roman"/>
              </a:rPr>
              <a:t> </a:t>
            </a:r>
            <a:r>
              <a:rPr dirty="0" sz="2700">
                <a:solidFill>
                  <a:srgbClr val="0000FF"/>
                </a:solidFill>
                <a:latin typeface="Symbol"/>
                <a:cs typeface="Symbol"/>
              </a:rPr>
              <a:t></a:t>
            </a:r>
            <a:r>
              <a:rPr dirty="0" sz="2700" spc="-170">
                <a:solidFill>
                  <a:srgbClr val="0000FF"/>
                </a:solidFill>
                <a:latin typeface="Times New Roman"/>
                <a:cs typeface="Times New Roman"/>
              </a:rPr>
              <a:t> </a:t>
            </a:r>
            <a:r>
              <a:rPr dirty="0" sz="2700" spc="-75" i="1">
                <a:solidFill>
                  <a:srgbClr val="0000FF"/>
                </a:solidFill>
                <a:latin typeface="Times New Roman"/>
                <a:cs typeface="Times New Roman"/>
              </a:rPr>
              <a:t>B</a:t>
            </a:r>
            <a:r>
              <a:rPr dirty="0" baseline="-25089" sz="2325" spc="-112">
                <a:solidFill>
                  <a:srgbClr val="0000FF"/>
                </a:solidFill>
                <a:latin typeface="Times New Roman"/>
                <a:cs typeface="Times New Roman"/>
              </a:rPr>
              <a:t>2</a:t>
            </a:r>
            <a:r>
              <a:rPr dirty="0" sz="2700" spc="-75">
                <a:solidFill>
                  <a:srgbClr val="0000FF"/>
                </a:solidFill>
                <a:latin typeface="宋体"/>
                <a:cs typeface="宋体"/>
              </a:rPr>
              <a:t>）（</a:t>
            </a:r>
            <a:r>
              <a:rPr dirty="0" sz="2700" spc="-75" i="1">
                <a:solidFill>
                  <a:srgbClr val="0000FF"/>
                </a:solidFill>
                <a:latin typeface="Times New Roman"/>
                <a:cs typeface="Times New Roman"/>
              </a:rPr>
              <a:t>A</a:t>
            </a:r>
            <a:r>
              <a:rPr dirty="0" baseline="-25089" sz="2325" spc="-112">
                <a:solidFill>
                  <a:srgbClr val="0000FF"/>
                </a:solidFill>
                <a:latin typeface="Times New Roman"/>
                <a:cs typeface="Times New Roman"/>
              </a:rPr>
              <a:t>3</a:t>
            </a:r>
            <a:r>
              <a:rPr dirty="0" baseline="-25089" sz="2325" spc="315">
                <a:solidFill>
                  <a:srgbClr val="0000FF"/>
                </a:solidFill>
                <a:latin typeface="Times New Roman"/>
                <a:cs typeface="Times New Roman"/>
              </a:rPr>
              <a:t> </a:t>
            </a:r>
            <a:r>
              <a:rPr dirty="0" sz="2700">
                <a:solidFill>
                  <a:srgbClr val="0000FF"/>
                </a:solidFill>
                <a:latin typeface="Symbol"/>
                <a:cs typeface="Symbol"/>
              </a:rPr>
              <a:t></a:t>
            </a:r>
            <a:r>
              <a:rPr dirty="0" sz="2700" spc="-170">
                <a:solidFill>
                  <a:srgbClr val="0000FF"/>
                </a:solidFill>
                <a:latin typeface="Times New Roman"/>
                <a:cs typeface="Times New Roman"/>
              </a:rPr>
              <a:t> </a:t>
            </a:r>
            <a:r>
              <a:rPr dirty="0" sz="2700" spc="-80" i="1">
                <a:solidFill>
                  <a:srgbClr val="0000FF"/>
                </a:solidFill>
                <a:latin typeface="Times New Roman"/>
                <a:cs typeface="Times New Roman"/>
              </a:rPr>
              <a:t>B</a:t>
            </a:r>
            <a:r>
              <a:rPr dirty="0" baseline="-25089" sz="2325" spc="-120">
                <a:solidFill>
                  <a:srgbClr val="0000FF"/>
                </a:solidFill>
                <a:latin typeface="Times New Roman"/>
                <a:cs typeface="Times New Roman"/>
              </a:rPr>
              <a:t>3</a:t>
            </a:r>
            <a:r>
              <a:rPr dirty="0" sz="2700" spc="-80">
                <a:solidFill>
                  <a:srgbClr val="0000FF"/>
                </a:solidFill>
                <a:latin typeface="宋体"/>
                <a:cs typeface="宋体"/>
              </a:rPr>
              <a:t>）（</a:t>
            </a:r>
            <a:r>
              <a:rPr dirty="0" sz="2700" spc="-80" i="1">
                <a:solidFill>
                  <a:srgbClr val="0000FF"/>
                </a:solidFill>
                <a:latin typeface="Times New Roman"/>
                <a:cs typeface="Times New Roman"/>
              </a:rPr>
              <a:t>A</a:t>
            </a:r>
            <a:r>
              <a:rPr dirty="0" baseline="-25089" sz="2325" spc="-120">
                <a:solidFill>
                  <a:srgbClr val="0000FF"/>
                </a:solidFill>
                <a:latin typeface="Times New Roman"/>
                <a:cs typeface="Times New Roman"/>
              </a:rPr>
              <a:t>4</a:t>
            </a:r>
            <a:r>
              <a:rPr dirty="0" baseline="-25089" sz="2325" spc="375">
                <a:solidFill>
                  <a:srgbClr val="0000FF"/>
                </a:solidFill>
                <a:latin typeface="Times New Roman"/>
                <a:cs typeface="Times New Roman"/>
              </a:rPr>
              <a:t> </a:t>
            </a:r>
            <a:r>
              <a:rPr dirty="0" sz="2700">
                <a:solidFill>
                  <a:srgbClr val="0000FF"/>
                </a:solidFill>
                <a:latin typeface="Symbol"/>
                <a:cs typeface="Symbol"/>
              </a:rPr>
              <a:t></a:t>
            </a:r>
            <a:r>
              <a:rPr dirty="0" sz="2700" spc="-165">
                <a:solidFill>
                  <a:srgbClr val="0000FF"/>
                </a:solidFill>
                <a:latin typeface="Times New Roman"/>
                <a:cs typeface="Times New Roman"/>
              </a:rPr>
              <a:t> </a:t>
            </a:r>
            <a:r>
              <a:rPr dirty="0" sz="2700" spc="-25" i="1">
                <a:solidFill>
                  <a:srgbClr val="0000FF"/>
                </a:solidFill>
                <a:latin typeface="Times New Roman"/>
                <a:cs typeface="Times New Roman"/>
              </a:rPr>
              <a:t>B</a:t>
            </a:r>
            <a:r>
              <a:rPr dirty="0" baseline="-25089" sz="2325" spc="-37">
                <a:solidFill>
                  <a:srgbClr val="0000FF"/>
                </a:solidFill>
                <a:latin typeface="Times New Roman"/>
                <a:cs typeface="Times New Roman"/>
              </a:rPr>
              <a:t>4</a:t>
            </a:r>
            <a:r>
              <a:rPr dirty="0" sz="2700" spc="-25">
                <a:solidFill>
                  <a:srgbClr val="0000FF"/>
                </a:solidFill>
                <a:latin typeface="宋体"/>
                <a:cs typeface="宋体"/>
              </a:rPr>
              <a:t>）</a:t>
            </a:r>
            <a:endParaRPr sz="2700">
              <a:latin typeface="宋体"/>
              <a:cs typeface="宋体"/>
            </a:endParaRPr>
          </a:p>
          <a:p>
            <a:pPr marL="137795">
              <a:lnSpc>
                <a:spcPct val="100000"/>
              </a:lnSpc>
              <a:spcBef>
                <a:spcPts val="235"/>
              </a:spcBef>
            </a:pPr>
            <a:r>
              <a:rPr dirty="0" sz="1550" spc="-25" i="1">
                <a:solidFill>
                  <a:srgbClr val="0000FF"/>
                </a:solidFill>
                <a:latin typeface="Times New Roman"/>
                <a:cs typeface="Times New Roman"/>
              </a:rPr>
              <a:t>i</a:t>
            </a:r>
            <a:r>
              <a:rPr dirty="0" sz="1550" spc="-25">
                <a:solidFill>
                  <a:srgbClr val="0000FF"/>
                </a:solidFill>
                <a:latin typeface="Symbol"/>
                <a:cs typeface="Symbol"/>
              </a:rPr>
              <a:t></a:t>
            </a:r>
            <a:r>
              <a:rPr dirty="0" sz="1550" spc="-25">
                <a:solidFill>
                  <a:srgbClr val="0000FF"/>
                </a:solidFill>
                <a:latin typeface="Times New Roman"/>
                <a:cs typeface="Times New Roman"/>
              </a:rPr>
              <a:t>1</a:t>
            </a:r>
            <a:endParaRPr sz="1550">
              <a:latin typeface="Times New Roman"/>
              <a:cs typeface="Times New Roman"/>
            </a:endParaRPr>
          </a:p>
        </p:txBody>
      </p:sp>
      <p:grpSp>
        <p:nvGrpSpPr>
          <p:cNvPr id="10" name="object 10" descr=""/>
          <p:cNvGrpSpPr/>
          <p:nvPr/>
        </p:nvGrpSpPr>
        <p:grpSpPr>
          <a:xfrm>
            <a:off x="2121595" y="1217289"/>
            <a:ext cx="5439410" cy="615950"/>
            <a:chOff x="2121595" y="1217289"/>
            <a:chExt cx="5439410" cy="615950"/>
          </a:xfrm>
        </p:grpSpPr>
        <p:sp>
          <p:nvSpPr>
            <p:cNvPr id="11" name="object 11" descr=""/>
            <p:cNvSpPr/>
            <p:nvPr/>
          </p:nvSpPr>
          <p:spPr>
            <a:xfrm>
              <a:off x="2616203" y="1226179"/>
              <a:ext cx="429895" cy="598170"/>
            </a:xfrm>
            <a:custGeom>
              <a:avLst/>
              <a:gdLst/>
              <a:ahLst/>
              <a:cxnLst/>
              <a:rect l="l" t="t" r="r" b="b"/>
              <a:pathLst>
                <a:path w="429894" h="598169">
                  <a:moveTo>
                    <a:pt x="0" y="597941"/>
                  </a:moveTo>
                  <a:lnTo>
                    <a:pt x="429899" y="597941"/>
                  </a:lnTo>
                  <a:lnTo>
                    <a:pt x="429899" y="0"/>
                  </a:lnTo>
                  <a:lnTo>
                    <a:pt x="0" y="0"/>
                  </a:lnTo>
                  <a:lnTo>
                    <a:pt x="0" y="597941"/>
                  </a:lnTo>
                  <a:close/>
                </a:path>
              </a:pathLst>
            </a:custGeom>
            <a:ln w="17318">
              <a:solidFill>
                <a:srgbClr val="000000"/>
              </a:solidFill>
            </a:ln>
          </p:spPr>
          <p:txBody>
            <a:bodyPr wrap="square" lIns="0" tIns="0" rIns="0" bIns="0" rtlCol="0"/>
            <a:lstStyle/>
            <a:p/>
          </p:txBody>
        </p:sp>
        <p:sp>
          <p:nvSpPr>
            <p:cNvPr id="12" name="object 12" descr=""/>
            <p:cNvSpPr/>
            <p:nvPr/>
          </p:nvSpPr>
          <p:spPr>
            <a:xfrm>
              <a:off x="2123183" y="1319820"/>
              <a:ext cx="497205" cy="85090"/>
            </a:xfrm>
            <a:custGeom>
              <a:avLst/>
              <a:gdLst/>
              <a:ahLst/>
              <a:cxnLst/>
              <a:rect l="l" t="t" r="r" b="b"/>
              <a:pathLst>
                <a:path w="497205" h="85090">
                  <a:moveTo>
                    <a:pt x="343399" y="0"/>
                  </a:moveTo>
                  <a:lnTo>
                    <a:pt x="392636" y="40750"/>
                  </a:lnTo>
                  <a:lnTo>
                    <a:pt x="343399" y="84675"/>
                  </a:lnTo>
                  <a:lnTo>
                    <a:pt x="450579" y="53983"/>
                  </a:lnTo>
                  <a:lnTo>
                    <a:pt x="392636" y="53983"/>
                  </a:lnTo>
                  <a:lnTo>
                    <a:pt x="398956" y="51324"/>
                  </a:lnTo>
                  <a:lnTo>
                    <a:pt x="405276" y="46048"/>
                  </a:lnTo>
                  <a:lnTo>
                    <a:pt x="405276" y="38627"/>
                  </a:lnTo>
                  <a:lnTo>
                    <a:pt x="402116" y="33351"/>
                  </a:lnTo>
                  <a:lnTo>
                    <a:pt x="398956" y="33351"/>
                  </a:lnTo>
                  <a:lnTo>
                    <a:pt x="392636" y="30691"/>
                  </a:lnTo>
                  <a:lnTo>
                    <a:pt x="458928" y="30691"/>
                  </a:lnTo>
                  <a:lnTo>
                    <a:pt x="343399" y="0"/>
                  </a:lnTo>
                  <a:close/>
                </a:path>
                <a:path w="497205" h="85090">
                  <a:moveTo>
                    <a:pt x="380482" y="30691"/>
                  </a:moveTo>
                  <a:lnTo>
                    <a:pt x="12625" y="30691"/>
                  </a:lnTo>
                  <a:lnTo>
                    <a:pt x="6312" y="33351"/>
                  </a:lnTo>
                  <a:lnTo>
                    <a:pt x="3154" y="33351"/>
                  </a:lnTo>
                  <a:lnTo>
                    <a:pt x="0" y="38627"/>
                  </a:lnTo>
                  <a:lnTo>
                    <a:pt x="0" y="46048"/>
                  </a:lnTo>
                  <a:lnTo>
                    <a:pt x="6312" y="51324"/>
                  </a:lnTo>
                  <a:lnTo>
                    <a:pt x="12625" y="53983"/>
                  </a:lnTo>
                  <a:lnTo>
                    <a:pt x="377802" y="53983"/>
                  </a:lnTo>
                  <a:lnTo>
                    <a:pt x="392636" y="40750"/>
                  </a:lnTo>
                  <a:lnTo>
                    <a:pt x="380482" y="30691"/>
                  </a:lnTo>
                  <a:close/>
                </a:path>
                <a:path w="497205" h="85090">
                  <a:moveTo>
                    <a:pt x="458928" y="30691"/>
                  </a:moveTo>
                  <a:lnTo>
                    <a:pt x="392636" y="30691"/>
                  </a:lnTo>
                  <a:lnTo>
                    <a:pt x="398956" y="33351"/>
                  </a:lnTo>
                  <a:lnTo>
                    <a:pt x="402116" y="33351"/>
                  </a:lnTo>
                  <a:lnTo>
                    <a:pt x="405276" y="38627"/>
                  </a:lnTo>
                  <a:lnTo>
                    <a:pt x="405276" y="46048"/>
                  </a:lnTo>
                  <a:lnTo>
                    <a:pt x="398956" y="51324"/>
                  </a:lnTo>
                  <a:lnTo>
                    <a:pt x="392636" y="53983"/>
                  </a:lnTo>
                  <a:lnTo>
                    <a:pt x="450579" y="53983"/>
                  </a:lnTo>
                  <a:lnTo>
                    <a:pt x="496791" y="40750"/>
                  </a:lnTo>
                  <a:lnTo>
                    <a:pt x="458928" y="30691"/>
                  </a:lnTo>
                  <a:close/>
                </a:path>
              </a:pathLst>
            </a:custGeom>
            <a:solidFill>
              <a:srgbClr val="993366"/>
            </a:solidFill>
          </p:spPr>
          <p:txBody>
            <a:bodyPr wrap="square" lIns="0" tIns="0" rIns="0" bIns="0" rtlCol="0"/>
            <a:lstStyle/>
            <a:p/>
          </p:txBody>
        </p:sp>
        <p:sp>
          <p:nvSpPr>
            <p:cNvPr id="13" name="object 13" descr=""/>
            <p:cNvSpPr/>
            <p:nvPr/>
          </p:nvSpPr>
          <p:spPr>
            <a:xfrm>
              <a:off x="2123183" y="1319820"/>
              <a:ext cx="497205" cy="85090"/>
            </a:xfrm>
            <a:custGeom>
              <a:avLst/>
              <a:gdLst/>
              <a:ahLst/>
              <a:cxnLst/>
              <a:rect l="l" t="t" r="r" b="b"/>
              <a:pathLst>
                <a:path w="497205" h="85090">
                  <a:moveTo>
                    <a:pt x="12625" y="30691"/>
                  </a:moveTo>
                  <a:lnTo>
                    <a:pt x="392636" y="30691"/>
                  </a:lnTo>
                  <a:lnTo>
                    <a:pt x="398956" y="33351"/>
                  </a:lnTo>
                  <a:lnTo>
                    <a:pt x="402116" y="33351"/>
                  </a:lnTo>
                  <a:lnTo>
                    <a:pt x="405276" y="38627"/>
                  </a:lnTo>
                  <a:lnTo>
                    <a:pt x="405276" y="40750"/>
                  </a:lnTo>
                  <a:lnTo>
                    <a:pt x="405276" y="46048"/>
                  </a:lnTo>
                  <a:lnTo>
                    <a:pt x="402116" y="48686"/>
                  </a:lnTo>
                  <a:lnTo>
                    <a:pt x="398956" y="51324"/>
                  </a:lnTo>
                  <a:lnTo>
                    <a:pt x="392636" y="53983"/>
                  </a:lnTo>
                  <a:lnTo>
                    <a:pt x="12625" y="53983"/>
                  </a:lnTo>
                  <a:lnTo>
                    <a:pt x="6312" y="51324"/>
                  </a:lnTo>
                  <a:lnTo>
                    <a:pt x="3154" y="48686"/>
                  </a:lnTo>
                  <a:lnTo>
                    <a:pt x="0" y="46048"/>
                  </a:lnTo>
                  <a:lnTo>
                    <a:pt x="0" y="40750"/>
                  </a:lnTo>
                  <a:lnTo>
                    <a:pt x="0" y="38627"/>
                  </a:lnTo>
                  <a:lnTo>
                    <a:pt x="3154" y="33351"/>
                  </a:lnTo>
                  <a:lnTo>
                    <a:pt x="6312" y="33351"/>
                  </a:lnTo>
                  <a:lnTo>
                    <a:pt x="12625" y="30691"/>
                  </a:lnTo>
                  <a:close/>
                </a:path>
                <a:path w="497205" h="85090">
                  <a:moveTo>
                    <a:pt x="392636" y="40750"/>
                  </a:moveTo>
                  <a:lnTo>
                    <a:pt x="343399" y="0"/>
                  </a:lnTo>
                  <a:lnTo>
                    <a:pt x="496791" y="40750"/>
                  </a:lnTo>
                  <a:lnTo>
                    <a:pt x="343399" y="84675"/>
                  </a:lnTo>
                  <a:lnTo>
                    <a:pt x="392636" y="40750"/>
                  </a:lnTo>
                  <a:close/>
                </a:path>
              </a:pathLst>
            </a:custGeom>
            <a:ln w="3285">
              <a:solidFill>
                <a:srgbClr val="993366"/>
              </a:solidFill>
            </a:ln>
          </p:spPr>
          <p:txBody>
            <a:bodyPr wrap="square" lIns="0" tIns="0" rIns="0" bIns="0" rtlCol="0"/>
            <a:lstStyle/>
            <a:p/>
          </p:txBody>
        </p:sp>
        <p:sp>
          <p:nvSpPr>
            <p:cNvPr id="14" name="object 14" descr=""/>
            <p:cNvSpPr/>
            <p:nvPr/>
          </p:nvSpPr>
          <p:spPr>
            <a:xfrm>
              <a:off x="2123183" y="1654791"/>
              <a:ext cx="497205" cy="85725"/>
            </a:xfrm>
            <a:custGeom>
              <a:avLst/>
              <a:gdLst/>
              <a:ahLst/>
              <a:cxnLst/>
              <a:rect l="l" t="t" r="r" b="b"/>
              <a:pathLst>
                <a:path w="497205" h="85725">
                  <a:moveTo>
                    <a:pt x="343399" y="0"/>
                  </a:moveTo>
                  <a:lnTo>
                    <a:pt x="392636" y="41265"/>
                  </a:lnTo>
                  <a:lnTo>
                    <a:pt x="343399" y="85190"/>
                  </a:lnTo>
                  <a:lnTo>
                    <a:pt x="452451" y="53962"/>
                  </a:lnTo>
                  <a:lnTo>
                    <a:pt x="392636" y="53962"/>
                  </a:lnTo>
                  <a:lnTo>
                    <a:pt x="398956" y="51324"/>
                  </a:lnTo>
                  <a:lnTo>
                    <a:pt x="402116" y="48664"/>
                  </a:lnTo>
                  <a:lnTo>
                    <a:pt x="405276" y="46563"/>
                  </a:lnTo>
                  <a:lnTo>
                    <a:pt x="405276" y="38627"/>
                  </a:lnTo>
                  <a:lnTo>
                    <a:pt x="402116" y="33329"/>
                  </a:lnTo>
                  <a:lnTo>
                    <a:pt x="398956" y="33329"/>
                  </a:lnTo>
                  <a:lnTo>
                    <a:pt x="392636" y="30670"/>
                  </a:lnTo>
                  <a:lnTo>
                    <a:pt x="457407" y="30670"/>
                  </a:lnTo>
                  <a:lnTo>
                    <a:pt x="343399" y="0"/>
                  </a:lnTo>
                  <a:close/>
                </a:path>
                <a:path w="497205" h="85725">
                  <a:moveTo>
                    <a:pt x="379994" y="30670"/>
                  </a:moveTo>
                  <a:lnTo>
                    <a:pt x="12625" y="30670"/>
                  </a:lnTo>
                  <a:lnTo>
                    <a:pt x="6312" y="33329"/>
                  </a:lnTo>
                  <a:lnTo>
                    <a:pt x="3154" y="33329"/>
                  </a:lnTo>
                  <a:lnTo>
                    <a:pt x="0" y="38627"/>
                  </a:lnTo>
                  <a:lnTo>
                    <a:pt x="0" y="46563"/>
                  </a:lnTo>
                  <a:lnTo>
                    <a:pt x="3154" y="48664"/>
                  </a:lnTo>
                  <a:lnTo>
                    <a:pt x="6312" y="51324"/>
                  </a:lnTo>
                  <a:lnTo>
                    <a:pt x="12625" y="53962"/>
                  </a:lnTo>
                  <a:lnTo>
                    <a:pt x="378403" y="53962"/>
                  </a:lnTo>
                  <a:lnTo>
                    <a:pt x="392636" y="41265"/>
                  </a:lnTo>
                  <a:lnTo>
                    <a:pt x="379994" y="30670"/>
                  </a:lnTo>
                  <a:close/>
                </a:path>
                <a:path w="497205" h="85725">
                  <a:moveTo>
                    <a:pt x="457407" y="30670"/>
                  </a:moveTo>
                  <a:lnTo>
                    <a:pt x="392636" y="30670"/>
                  </a:lnTo>
                  <a:lnTo>
                    <a:pt x="398956" y="33329"/>
                  </a:lnTo>
                  <a:lnTo>
                    <a:pt x="402116" y="33329"/>
                  </a:lnTo>
                  <a:lnTo>
                    <a:pt x="405276" y="38627"/>
                  </a:lnTo>
                  <a:lnTo>
                    <a:pt x="405276" y="46563"/>
                  </a:lnTo>
                  <a:lnTo>
                    <a:pt x="402116" y="48664"/>
                  </a:lnTo>
                  <a:lnTo>
                    <a:pt x="398956" y="51324"/>
                  </a:lnTo>
                  <a:lnTo>
                    <a:pt x="392636" y="53962"/>
                  </a:lnTo>
                  <a:lnTo>
                    <a:pt x="452451" y="53962"/>
                  </a:lnTo>
                  <a:lnTo>
                    <a:pt x="496791" y="41265"/>
                  </a:lnTo>
                  <a:lnTo>
                    <a:pt x="457407" y="30670"/>
                  </a:lnTo>
                  <a:close/>
                </a:path>
              </a:pathLst>
            </a:custGeom>
            <a:solidFill>
              <a:srgbClr val="0000FF"/>
            </a:solidFill>
          </p:spPr>
          <p:txBody>
            <a:bodyPr wrap="square" lIns="0" tIns="0" rIns="0" bIns="0" rtlCol="0"/>
            <a:lstStyle/>
            <a:p/>
          </p:txBody>
        </p:sp>
        <p:sp>
          <p:nvSpPr>
            <p:cNvPr id="15" name="object 15" descr=""/>
            <p:cNvSpPr/>
            <p:nvPr/>
          </p:nvSpPr>
          <p:spPr>
            <a:xfrm>
              <a:off x="2123183" y="1654791"/>
              <a:ext cx="497205" cy="85725"/>
            </a:xfrm>
            <a:custGeom>
              <a:avLst/>
              <a:gdLst/>
              <a:ahLst/>
              <a:cxnLst/>
              <a:rect l="l" t="t" r="r" b="b"/>
              <a:pathLst>
                <a:path w="497205" h="85725">
                  <a:moveTo>
                    <a:pt x="12625" y="30670"/>
                  </a:moveTo>
                  <a:lnTo>
                    <a:pt x="392636" y="30670"/>
                  </a:lnTo>
                  <a:lnTo>
                    <a:pt x="398956" y="33329"/>
                  </a:lnTo>
                  <a:lnTo>
                    <a:pt x="402116" y="33329"/>
                  </a:lnTo>
                  <a:lnTo>
                    <a:pt x="405276" y="38627"/>
                  </a:lnTo>
                  <a:lnTo>
                    <a:pt x="405276" y="41265"/>
                  </a:lnTo>
                  <a:lnTo>
                    <a:pt x="405276" y="46563"/>
                  </a:lnTo>
                  <a:lnTo>
                    <a:pt x="402116" y="48664"/>
                  </a:lnTo>
                  <a:lnTo>
                    <a:pt x="398956" y="51324"/>
                  </a:lnTo>
                  <a:lnTo>
                    <a:pt x="392636" y="53962"/>
                  </a:lnTo>
                  <a:lnTo>
                    <a:pt x="12625" y="53962"/>
                  </a:lnTo>
                  <a:lnTo>
                    <a:pt x="6312" y="51324"/>
                  </a:lnTo>
                  <a:lnTo>
                    <a:pt x="3154" y="48664"/>
                  </a:lnTo>
                  <a:lnTo>
                    <a:pt x="0" y="46563"/>
                  </a:lnTo>
                  <a:lnTo>
                    <a:pt x="0" y="41265"/>
                  </a:lnTo>
                  <a:lnTo>
                    <a:pt x="0" y="38627"/>
                  </a:lnTo>
                  <a:lnTo>
                    <a:pt x="3154" y="33329"/>
                  </a:lnTo>
                  <a:lnTo>
                    <a:pt x="6312" y="33329"/>
                  </a:lnTo>
                  <a:lnTo>
                    <a:pt x="12625" y="30670"/>
                  </a:lnTo>
                  <a:close/>
                </a:path>
                <a:path w="497205" h="85725">
                  <a:moveTo>
                    <a:pt x="392636" y="41265"/>
                  </a:moveTo>
                  <a:lnTo>
                    <a:pt x="343399" y="0"/>
                  </a:lnTo>
                  <a:lnTo>
                    <a:pt x="496791" y="41265"/>
                  </a:lnTo>
                  <a:lnTo>
                    <a:pt x="343399" y="85190"/>
                  </a:lnTo>
                  <a:lnTo>
                    <a:pt x="392636" y="41265"/>
                  </a:lnTo>
                  <a:close/>
                </a:path>
              </a:pathLst>
            </a:custGeom>
            <a:ln w="3285">
              <a:solidFill>
                <a:srgbClr val="0000FF"/>
              </a:solidFill>
            </a:ln>
          </p:spPr>
          <p:txBody>
            <a:bodyPr wrap="square" lIns="0" tIns="0" rIns="0" bIns="0" rtlCol="0"/>
            <a:lstStyle/>
            <a:p/>
          </p:txBody>
        </p:sp>
        <p:sp>
          <p:nvSpPr>
            <p:cNvPr id="16" name="object 16" descr=""/>
            <p:cNvSpPr/>
            <p:nvPr/>
          </p:nvSpPr>
          <p:spPr>
            <a:xfrm>
              <a:off x="7168898" y="1657429"/>
              <a:ext cx="390525" cy="87630"/>
            </a:xfrm>
            <a:custGeom>
              <a:avLst/>
              <a:gdLst/>
              <a:ahLst/>
              <a:cxnLst/>
              <a:rect l="l" t="t" r="r" b="b"/>
              <a:pathLst>
                <a:path w="390525" h="87630">
                  <a:moveTo>
                    <a:pt x="236751" y="0"/>
                  </a:moveTo>
                  <a:lnTo>
                    <a:pt x="285172" y="43924"/>
                  </a:lnTo>
                  <a:lnTo>
                    <a:pt x="236751" y="87313"/>
                  </a:lnTo>
                  <a:lnTo>
                    <a:pt x="354677" y="53962"/>
                  </a:lnTo>
                  <a:lnTo>
                    <a:pt x="291543" y="53962"/>
                  </a:lnTo>
                  <a:lnTo>
                    <a:pt x="294856" y="51324"/>
                  </a:lnTo>
                  <a:lnTo>
                    <a:pt x="297914" y="48686"/>
                  </a:lnTo>
                  <a:lnTo>
                    <a:pt x="297914" y="38627"/>
                  </a:lnTo>
                  <a:lnTo>
                    <a:pt x="294856" y="35989"/>
                  </a:lnTo>
                  <a:lnTo>
                    <a:pt x="291543" y="33329"/>
                  </a:lnTo>
                  <a:lnTo>
                    <a:pt x="353163" y="33329"/>
                  </a:lnTo>
                  <a:lnTo>
                    <a:pt x="236751" y="0"/>
                  </a:lnTo>
                  <a:close/>
                </a:path>
                <a:path w="390525" h="87630">
                  <a:moveTo>
                    <a:pt x="273493" y="33329"/>
                  </a:moveTo>
                  <a:lnTo>
                    <a:pt x="6371" y="33329"/>
                  </a:lnTo>
                  <a:lnTo>
                    <a:pt x="3058" y="35989"/>
                  </a:lnTo>
                  <a:lnTo>
                    <a:pt x="0" y="38627"/>
                  </a:lnTo>
                  <a:lnTo>
                    <a:pt x="0" y="48686"/>
                  </a:lnTo>
                  <a:lnTo>
                    <a:pt x="3058" y="51324"/>
                  </a:lnTo>
                  <a:lnTo>
                    <a:pt x="6371" y="53962"/>
                  </a:lnTo>
                  <a:lnTo>
                    <a:pt x="273971" y="53962"/>
                  </a:lnTo>
                  <a:lnTo>
                    <a:pt x="285172" y="43924"/>
                  </a:lnTo>
                  <a:lnTo>
                    <a:pt x="273493" y="33329"/>
                  </a:lnTo>
                  <a:close/>
                </a:path>
                <a:path w="390525" h="87630">
                  <a:moveTo>
                    <a:pt x="353163" y="33329"/>
                  </a:moveTo>
                  <a:lnTo>
                    <a:pt x="291543" y="33329"/>
                  </a:lnTo>
                  <a:lnTo>
                    <a:pt x="294856" y="35989"/>
                  </a:lnTo>
                  <a:lnTo>
                    <a:pt x="297914" y="38627"/>
                  </a:lnTo>
                  <a:lnTo>
                    <a:pt x="297914" y="48686"/>
                  </a:lnTo>
                  <a:lnTo>
                    <a:pt x="294856" y="51324"/>
                  </a:lnTo>
                  <a:lnTo>
                    <a:pt x="291543" y="53962"/>
                  </a:lnTo>
                  <a:lnTo>
                    <a:pt x="354677" y="53962"/>
                  </a:lnTo>
                  <a:lnTo>
                    <a:pt x="390169" y="43924"/>
                  </a:lnTo>
                  <a:lnTo>
                    <a:pt x="353163" y="33329"/>
                  </a:lnTo>
                  <a:close/>
                </a:path>
              </a:pathLst>
            </a:custGeom>
            <a:solidFill>
              <a:srgbClr val="0000FF"/>
            </a:solidFill>
          </p:spPr>
          <p:txBody>
            <a:bodyPr wrap="square" lIns="0" tIns="0" rIns="0" bIns="0" rtlCol="0"/>
            <a:lstStyle/>
            <a:p/>
          </p:txBody>
        </p:sp>
        <p:sp>
          <p:nvSpPr>
            <p:cNvPr id="17" name="object 17" descr=""/>
            <p:cNvSpPr/>
            <p:nvPr/>
          </p:nvSpPr>
          <p:spPr>
            <a:xfrm>
              <a:off x="7168898" y="1657429"/>
              <a:ext cx="390525" cy="87630"/>
            </a:xfrm>
            <a:custGeom>
              <a:avLst/>
              <a:gdLst/>
              <a:ahLst/>
              <a:cxnLst/>
              <a:rect l="l" t="t" r="r" b="b"/>
              <a:pathLst>
                <a:path w="390525" h="87630">
                  <a:moveTo>
                    <a:pt x="12487" y="33329"/>
                  </a:moveTo>
                  <a:lnTo>
                    <a:pt x="285172" y="33329"/>
                  </a:lnTo>
                  <a:lnTo>
                    <a:pt x="291543" y="33329"/>
                  </a:lnTo>
                  <a:lnTo>
                    <a:pt x="294856" y="35989"/>
                  </a:lnTo>
                  <a:lnTo>
                    <a:pt x="297914" y="38627"/>
                  </a:lnTo>
                  <a:lnTo>
                    <a:pt x="297914" y="43924"/>
                  </a:lnTo>
                  <a:lnTo>
                    <a:pt x="297914" y="48686"/>
                  </a:lnTo>
                  <a:lnTo>
                    <a:pt x="294856" y="51324"/>
                  </a:lnTo>
                  <a:lnTo>
                    <a:pt x="291543" y="53962"/>
                  </a:lnTo>
                  <a:lnTo>
                    <a:pt x="285172" y="53962"/>
                  </a:lnTo>
                  <a:lnTo>
                    <a:pt x="12487" y="53962"/>
                  </a:lnTo>
                  <a:lnTo>
                    <a:pt x="6371" y="53962"/>
                  </a:lnTo>
                  <a:lnTo>
                    <a:pt x="3058" y="51324"/>
                  </a:lnTo>
                  <a:lnTo>
                    <a:pt x="0" y="48686"/>
                  </a:lnTo>
                  <a:lnTo>
                    <a:pt x="0" y="43924"/>
                  </a:lnTo>
                  <a:lnTo>
                    <a:pt x="0" y="38627"/>
                  </a:lnTo>
                  <a:lnTo>
                    <a:pt x="3058" y="35989"/>
                  </a:lnTo>
                  <a:lnTo>
                    <a:pt x="6371" y="33329"/>
                  </a:lnTo>
                  <a:lnTo>
                    <a:pt x="12487" y="33329"/>
                  </a:lnTo>
                  <a:close/>
                </a:path>
                <a:path w="390525" h="87630">
                  <a:moveTo>
                    <a:pt x="285172" y="43924"/>
                  </a:moveTo>
                  <a:lnTo>
                    <a:pt x="236751" y="0"/>
                  </a:lnTo>
                  <a:lnTo>
                    <a:pt x="390169" y="43924"/>
                  </a:lnTo>
                  <a:lnTo>
                    <a:pt x="236751" y="87313"/>
                  </a:lnTo>
                  <a:lnTo>
                    <a:pt x="285172" y="43924"/>
                  </a:lnTo>
                  <a:close/>
                </a:path>
              </a:pathLst>
            </a:custGeom>
            <a:ln w="3285">
              <a:solidFill>
                <a:srgbClr val="0000FF"/>
              </a:solidFill>
            </a:ln>
          </p:spPr>
          <p:txBody>
            <a:bodyPr wrap="square" lIns="0" tIns="0" rIns="0" bIns="0" rtlCol="0"/>
            <a:lstStyle/>
            <a:p/>
          </p:txBody>
        </p:sp>
      </p:grpSp>
      <p:sp>
        <p:nvSpPr>
          <p:cNvPr id="18" name="object 18" descr=""/>
          <p:cNvSpPr txBox="1"/>
          <p:nvPr/>
        </p:nvSpPr>
        <p:spPr>
          <a:xfrm>
            <a:off x="2616203" y="1226179"/>
            <a:ext cx="429895" cy="598170"/>
          </a:xfrm>
          <a:prstGeom prst="rect">
            <a:avLst/>
          </a:prstGeom>
          <a:solidFill>
            <a:srgbClr val="FFFF99"/>
          </a:solidFill>
        </p:spPr>
        <p:txBody>
          <a:bodyPr wrap="square" lIns="0" tIns="155575" rIns="0" bIns="0" rtlCol="0" vert="horz">
            <a:spAutoFit/>
          </a:bodyPr>
          <a:lstStyle/>
          <a:p>
            <a:pPr algn="ctr" marL="5715">
              <a:lnSpc>
                <a:spcPct val="100000"/>
              </a:lnSpc>
              <a:spcBef>
                <a:spcPts val="1225"/>
              </a:spcBef>
            </a:pPr>
            <a:r>
              <a:rPr dirty="0" sz="1800" spc="110" b="1">
                <a:latin typeface="Times New Roman"/>
                <a:cs typeface="Times New Roman"/>
              </a:rPr>
              <a:t>1</a:t>
            </a:r>
            <a:endParaRPr sz="1800">
              <a:latin typeface="Times New Roman"/>
              <a:cs typeface="Times New Roman"/>
            </a:endParaRPr>
          </a:p>
        </p:txBody>
      </p:sp>
      <p:sp>
        <p:nvSpPr>
          <p:cNvPr id="19" name="object 19" descr=""/>
          <p:cNvSpPr txBox="1"/>
          <p:nvPr/>
        </p:nvSpPr>
        <p:spPr>
          <a:xfrm>
            <a:off x="3689971" y="1226179"/>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2</a:t>
            </a:r>
            <a:endParaRPr sz="1800">
              <a:latin typeface="Times New Roman"/>
              <a:cs typeface="Times New Roman"/>
            </a:endParaRPr>
          </a:p>
        </p:txBody>
      </p:sp>
      <p:sp>
        <p:nvSpPr>
          <p:cNvPr id="20" name="object 20" descr=""/>
          <p:cNvSpPr txBox="1"/>
          <p:nvPr/>
        </p:nvSpPr>
        <p:spPr>
          <a:xfrm>
            <a:off x="4616667" y="1226179"/>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3</a:t>
            </a:r>
            <a:endParaRPr sz="1800">
              <a:latin typeface="Times New Roman"/>
              <a:cs typeface="Times New Roman"/>
            </a:endParaRPr>
          </a:p>
        </p:txBody>
      </p:sp>
      <p:sp>
        <p:nvSpPr>
          <p:cNvPr id="21" name="object 21" descr=""/>
          <p:cNvSpPr txBox="1"/>
          <p:nvPr/>
        </p:nvSpPr>
        <p:spPr>
          <a:xfrm>
            <a:off x="5554704" y="1226179"/>
            <a:ext cx="429895" cy="598170"/>
          </a:xfrm>
          <a:prstGeom prst="rect">
            <a:avLst/>
          </a:prstGeom>
          <a:solidFill>
            <a:srgbClr val="FFFF99"/>
          </a:solidFill>
          <a:ln w="17529">
            <a:solidFill>
              <a:srgbClr val="000000"/>
            </a:solidFill>
          </a:ln>
        </p:spPr>
        <p:txBody>
          <a:bodyPr wrap="square" lIns="0" tIns="163195" rIns="0" bIns="0" rtlCol="0" vert="horz">
            <a:spAutoFit/>
          </a:bodyPr>
          <a:lstStyle/>
          <a:p>
            <a:pPr marL="156210">
              <a:lnSpc>
                <a:spcPct val="100000"/>
              </a:lnSpc>
              <a:spcBef>
                <a:spcPts val="1285"/>
              </a:spcBef>
            </a:pPr>
            <a:r>
              <a:rPr dirty="0" sz="1800" spc="110" b="1">
                <a:latin typeface="Times New Roman"/>
                <a:cs typeface="Times New Roman"/>
              </a:rPr>
              <a:t>4</a:t>
            </a:r>
            <a:endParaRPr sz="1800">
              <a:latin typeface="Times New Roman"/>
              <a:cs typeface="Times New Roman"/>
            </a:endParaRPr>
          </a:p>
        </p:txBody>
      </p:sp>
      <p:sp>
        <p:nvSpPr>
          <p:cNvPr id="22" name="object 22" descr=""/>
          <p:cNvSpPr txBox="1"/>
          <p:nvPr/>
        </p:nvSpPr>
        <p:spPr>
          <a:xfrm>
            <a:off x="4827416" y="2071513"/>
            <a:ext cx="491490" cy="258445"/>
          </a:xfrm>
          <a:prstGeom prst="rect">
            <a:avLst/>
          </a:prstGeom>
        </p:spPr>
        <p:txBody>
          <a:bodyPr wrap="square" lIns="0" tIns="15875" rIns="0" bIns="0" rtlCol="0" vert="horz">
            <a:spAutoFit/>
          </a:bodyPr>
          <a:lstStyle/>
          <a:p>
            <a:pPr marL="12700">
              <a:lnSpc>
                <a:spcPct val="100000"/>
              </a:lnSpc>
              <a:spcBef>
                <a:spcPts val="125"/>
              </a:spcBef>
            </a:pPr>
            <a:r>
              <a:rPr dirty="0" sz="1500" spc="290">
                <a:solidFill>
                  <a:srgbClr val="0000FF"/>
                </a:solidFill>
                <a:latin typeface="宋体"/>
                <a:cs typeface="宋体"/>
              </a:rPr>
              <a:t>乘法</a:t>
            </a:r>
            <a:endParaRPr sz="1500">
              <a:latin typeface="宋体"/>
              <a:cs typeface="宋体"/>
            </a:endParaRPr>
          </a:p>
        </p:txBody>
      </p:sp>
      <p:sp>
        <p:nvSpPr>
          <p:cNvPr id="23" name="object 23"/>
          <p:cNvSpPr txBox="1">
            <a:spLocks noGrp="1"/>
          </p:cNvSpPr>
          <p:nvPr>
            <p:ph type="title"/>
          </p:nvPr>
        </p:nvSpPr>
        <p:spPr>
          <a:xfrm>
            <a:off x="1163637" y="233883"/>
            <a:ext cx="11041380" cy="695960"/>
          </a:xfrm>
          <a:prstGeom prst="rect"/>
        </p:spPr>
        <p:txBody>
          <a:bodyPr wrap="square" lIns="0" tIns="13335" rIns="0" bIns="0" rtlCol="0" vert="horz">
            <a:spAutoFit/>
          </a:bodyPr>
          <a:lstStyle/>
          <a:p>
            <a:pPr marL="12700">
              <a:lnSpc>
                <a:spcPts val="3654"/>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a:p>
            <a:pPr algn="ctr" marL="2588260">
              <a:lnSpc>
                <a:spcPts val="1614"/>
              </a:lnSpc>
            </a:pPr>
            <a:r>
              <a:rPr dirty="0" u="none" sz="1500" spc="285">
                <a:solidFill>
                  <a:srgbClr val="993366"/>
                </a:solidFill>
                <a:latin typeface="宋体"/>
                <a:cs typeface="宋体"/>
              </a:rPr>
              <a:t>加减法</a:t>
            </a:r>
            <a:endParaRPr sz="1500">
              <a:latin typeface="宋体"/>
              <a:cs typeface="宋体"/>
            </a:endParaRPr>
          </a:p>
        </p:txBody>
      </p:sp>
      <p:grpSp>
        <p:nvGrpSpPr>
          <p:cNvPr id="24" name="object 24" descr=""/>
          <p:cNvGrpSpPr/>
          <p:nvPr/>
        </p:nvGrpSpPr>
        <p:grpSpPr>
          <a:xfrm>
            <a:off x="7962006" y="1642605"/>
            <a:ext cx="500380" cy="91440"/>
            <a:chOff x="7962006" y="1642605"/>
            <a:chExt cx="500380" cy="91440"/>
          </a:xfrm>
        </p:grpSpPr>
        <p:sp>
          <p:nvSpPr>
            <p:cNvPr id="25" name="object 25" descr=""/>
            <p:cNvSpPr/>
            <p:nvPr/>
          </p:nvSpPr>
          <p:spPr>
            <a:xfrm>
              <a:off x="7963508" y="1644196"/>
              <a:ext cx="497205" cy="88265"/>
            </a:xfrm>
            <a:custGeom>
              <a:avLst/>
              <a:gdLst/>
              <a:ahLst/>
              <a:cxnLst/>
              <a:rect l="l" t="t" r="r" b="b"/>
              <a:pathLst>
                <a:path w="497204" h="88264">
                  <a:moveTo>
                    <a:pt x="343532" y="0"/>
                  </a:moveTo>
                  <a:lnTo>
                    <a:pt x="392717" y="43924"/>
                  </a:lnTo>
                  <a:lnTo>
                    <a:pt x="343532" y="87849"/>
                  </a:lnTo>
                  <a:lnTo>
                    <a:pt x="460018" y="54498"/>
                  </a:lnTo>
                  <a:lnTo>
                    <a:pt x="399088" y="54498"/>
                  </a:lnTo>
                  <a:lnTo>
                    <a:pt x="401637" y="51860"/>
                  </a:lnTo>
                  <a:lnTo>
                    <a:pt x="404695" y="49222"/>
                  </a:lnTo>
                  <a:lnTo>
                    <a:pt x="408008" y="43924"/>
                  </a:lnTo>
                  <a:lnTo>
                    <a:pt x="404695" y="39163"/>
                  </a:lnTo>
                  <a:lnTo>
                    <a:pt x="401637" y="36504"/>
                  </a:lnTo>
                  <a:lnTo>
                    <a:pt x="399088" y="33865"/>
                  </a:lnTo>
                  <a:lnTo>
                    <a:pt x="461816" y="33865"/>
                  </a:lnTo>
                  <a:lnTo>
                    <a:pt x="343532" y="0"/>
                  </a:lnTo>
                  <a:close/>
                </a:path>
                <a:path w="497204" h="88264">
                  <a:moveTo>
                    <a:pt x="381454" y="33865"/>
                  </a:moveTo>
                  <a:lnTo>
                    <a:pt x="9684" y="33865"/>
                  </a:lnTo>
                  <a:lnTo>
                    <a:pt x="3312" y="36504"/>
                  </a:lnTo>
                  <a:lnTo>
                    <a:pt x="0" y="39163"/>
                  </a:lnTo>
                  <a:lnTo>
                    <a:pt x="0" y="49222"/>
                  </a:lnTo>
                  <a:lnTo>
                    <a:pt x="3312" y="51860"/>
                  </a:lnTo>
                  <a:lnTo>
                    <a:pt x="9684" y="54498"/>
                  </a:lnTo>
                  <a:lnTo>
                    <a:pt x="380877" y="54498"/>
                  </a:lnTo>
                  <a:lnTo>
                    <a:pt x="392717" y="43924"/>
                  </a:lnTo>
                  <a:lnTo>
                    <a:pt x="381454" y="33865"/>
                  </a:lnTo>
                  <a:close/>
                </a:path>
                <a:path w="497204" h="88264">
                  <a:moveTo>
                    <a:pt x="461816" y="33865"/>
                  </a:moveTo>
                  <a:lnTo>
                    <a:pt x="399088" y="33865"/>
                  </a:lnTo>
                  <a:lnTo>
                    <a:pt x="401637" y="36504"/>
                  </a:lnTo>
                  <a:lnTo>
                    <a:pt x="404695" y="39163"/>
                  </a:lnTo>
                  <a:lnTo>
                    <a:pt x="408008" y="43924"/>
                  </a:lnTo>
                  <a:lnTo>
                    <a:pt x="404695" y="49222"/>
                  </a:lnTo>
                  <a:lnTo>
                    <a:pt x="401637" y="51860"/>
                  </a:lnTo>
                  <a:lnTo>
                    <a:pt x="399088" y="54498"/>
                  </a:lnTo>
                  <a:lnTo>
                    <a:pt x="460018" y="54498"/>
                  </a:lnTo>
                  <a:lnTo>
                    <a:pt x="496949" y="43924"/>
                  </a:lnTo>
                  <a:lnTo>
                    <a:pt x="461816" y="33865"/>
                  </a:lnTo>
                  <a:close/>
                </a:path>
              </a:pathLst>
            </a:custGeom>
            <a:solidFill>
              <a:srgbClr val="0000FF"/>
            </a:solidFill>
          </p:spPr>
          <p:txBody>
            <a:bodyPr wrap="square" lIns="0" tIns="0" rIns="0" bIns="0" rtlCol="0"/>
            <a:lstStyle/>
            <a:p/>
          </p:txBody>
        </p:sp>
        <p:sp>
          <p:nvSpPr>
            <p:cNvPr id="26" name="object 26" descr=""/>
            <p:cNvSpPr/>
            <p:nvPr/>
          </p:nvSpPr>
          <p:spPr>
            <a:xfrm>
              <a:off x="7963508" y="1644196"/>
              <a:ext cx="497205" cy="88265"/>
            </a:xfrm>
            <a:custGeom>
              <a:avLst/>
              <a:gdLst/>
              <a:ahLst/>
              <a:cxnLst/>
              <a:rect l="l" t="t" r="r" b="b"/>
              <a:pathLst>
                <a:path w="497204" h="88264">
                  <a:moveTo>
                    <a:pt x="12232" y="33865"/>
                  </a:moveTo>
                  <a:lnTo>
                    <a:pt x="392717" y="33865"/>
                  </a:lnTo>
                  <a:lnTo>
                    <a:pt x="399088" y="33865"/>
                  </a:lnTo>
                  <a:lnTo>
                    <a:pt x="401637" y="36504"/>
                  </a:lnTo>
                  <a:lnTo>
                    <a:pt x="404695" y="39163"/>
                  </a:lnTo>
                  <a:lnTo>
                    <a:pt x="408008" y="43924"/>
                  </a:lnTo>
                  <a:lnTo>
                    <a:pt x="404695" y="49222"/>
                  </a:lnTo>
                  <a:lnTo>
                    <a:pt x="401637" y="51860"/>
                  </a:lnTo>
                  <a:lnTo>
                    <a:pt x="399088" y="54498"/>
                  </a:lnTo>
                  <a:lnTo>
                    <a:pt x="392717" y="54498"/>
                  </a:lnTo>
                  <a:lnTo>
                    <a:pt x="12232" y="54498"/>
                  </a:lnTo>
                  <a:lnTo>
                    <a:pt x="9684" y="54498"/>
                  </a:lnTo>
                  <a:lnTo>
                    <a:pt x="3312" y="51860"/>
                  </a:lnTo>
                  <a:lnTo>
                    <a:pt x="0" y="49222"/>
                  </a:lnTo>
                  <a:lnTo>
                    <a:pt x="0" y="43924"/>
                  </a:lnTo>
                  <a:lnTo>
                    <a:pt x="0" y="39163"/>
                  </a:lnTo>
                  <a:lnTo>
                    <a:pt x="3312" y="36504"/>
                  </a:lnTo>
                  <a:lnTo>
                    <a:pt x="9684" y="33865"/>
                  </a:lnTo>
                  <a:lnTo>
                    <a:pt x="12232" y="33865"/>
                  </a:lnTo>
                  <a:close/>
                </a:path>
                <a:path w="497204" h="88264">
                  <a:moveTo>
                    <a:pt x="392717" y="43924"/>
                  </a:moveTo>
                  <a:lnTo>
                    <a:pt x="343532" y="0"/>
                  </a:lnTo>
                  <a:lnTo>
                    <a:pt x="496949" y="43924"/>
                  </a:lnTo>
                  <a:lnTo>
                    <a:pt x="343532" y="87849"/>
                  </a:lnTo>
                  <a:lnTo>
                    <a:pt x="392717" y="43924"/>
                  </a:lnTo>
                  <a:close/>
                </a:path>
              </a:pathLst>
            </a:custGeom>
            <a:ln w="3285">
              <a:solidFill>
                <a:srgbClr val="0000FF"/>
              </a:solidFill>
            </a:ln>
          </p:spPr>
          <p:txBody>
            <a:bodyPr wrap="square" lIns="0" tIns="0" rIns="0" bIns="0" rtlCol="0"/>
            <a:lstStyle/>
            <a:p/>
          </p:txBody>
        </p:sp>
      </p:grpSp>
      <p:graphicFrame>
        <p:nvGraphicFramePr>
          <p:cNvPr id="27" name="object 27" descr=""/>
          <p:cNvGraphicFramePr>
            <a:graphicFrameLocks noGrp="1"/>
          </p:cNvGraphicFramePr>
          <p:nvPr/>
        </p:nvGraphicFramePr>
        <p:xfrm>
          <a:off x="6469014" y="1022661"/>
          <a:ext cx="2622550" cy="789940"/>
        </p:xfrm>
        <a:graphic>
          <a:graphicData uri="http://schemas.openxmlformats.org/drawingml/2006/table">
            <a:tbl>
              <a:tblPr firstRow="1" bandRow="1">
                <a:tableStyleId>{2D5ABB26-0587-4C30-8999-92F81FD0307C}</a:tableStyleId>
              </a:tblPr>
              <a:tblGrid>
                <a:gridCol w="429259"/>
                <a:gridCol w="159384"/>
                <a:gridCol w="471805"/>
                <a:gridCol w="428625"/>
                <a:gridCol w="484505"/>
                <a:gridCol w="428625"/>
                <a:gridCol w="116205"/>
              </a:tblGrid>
              <a:tr h="184785">
                <a:tc gridSpan="2">
                  <a:txBody>
                    <a:bodyPr/>
                    <a:lstStyle/>
                    <a:p>
                      <a:pPr>
                        <a:lnSpc>
                          <a:spcPct val="100000"/>
                        </a:lnSpc>
                      </a:pPr>
                      <a:endParaRPr sz="1000">
                        <a:latin typeface="Times New Roman"/>
                        <a:cs typeface="Times New Roman"/>
                      </a:endParaRPr>
                    </a:p>
                  </a:txBody>
                  <a:tcPr marL="0" marR="0" marB="0" marT="0">
                    <a:lnR w="28575">
                      <a:solidFill>
                        <a:srgbClr val="993366"/>
                      </a:solidFill>
                      <a:prstDash val="solid"/>
                    </a:lnR>
                  </a:tcPr>
                </a:tc>
                <a:tc hMerge="1">
                  <a:txBody>
                    <a:bodyPr/>
                    <a:lstStyle/>
                    <a:p>
                      <a:pPr/>
                    </a:p>
                  </a:txBody>
                  <a:tcPr marL="0" marR="0" marB="0" marT="0"/>
                </a:tc>
                <a:tc gridSpan="5">
                  <a:txBody>
                    <a:bodyPr/>
                    <a:lstStyle/>
                    <a:p>
                      <a:pPr>
                        <a:lnSpc>
                          <a:spcPct val="100000"/>
                        </a:lnSpc>
                      </a:pPr>
                      <a:endParaRPr sz="1000">
                        <a:latin typeface="Times New Roman"/>
                        <a:cs typeface="Times New Roman"/>
                      </a:endParaRPr>
                    </a:p>
                  </a:txBody>
                  <a:tcPr marL="0" marR="0" marB="0" marT="0">
                    <a:lnL w="28575">
                      <a:solidFill>
                        <a:srgbClr val="993366"/>
                      </a:solidFill>
                      <a:prstDash val="solid"/>
                    </a:lnL>
                    <a:lnR w="28575">
                      <a:solidFill>
                        <a:srgbClr val="993366"/>
                      </a:solidFill>
                      <a:prstDash val="solid"/>
                    </a:lnR>
                    <a:lnT w="28575">
                      <a:solidFill>
                        <a:srgbClr val="993366"/>
                      </a:solidFill>
                      <a:prstDash val="solid"/>
                    </a:lnT>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46685">
                <a:tc rowSpan="2">
                  <a:txBody>
                    <a:bodyPr/>
                    <a:lstStyle/>
                    <a:p>
                      <a:pPr marL="153035">
                        <a:lnSpc>
                          <a:spcPct val="100000"/>
                        </a:lnSpc>
                        <a:spcBef>
                          <a:spcPts val="1350"/>
                        </a:spcBef>
                      </a:pPr>
                      <a:r>
                        <a:rPr dirty="0" sz="1800" spc="110" b="1">
                          <a:latin typeface="Times New Roman"/>
                          <a:cs typeface="Times New Roman"/>
                        </a:rPr>
                        <a:t>5</a:t>
                      </a:r>
                      <a:endParaRPr sz="1800">
                        <a:latin typeface="Times New Roman"/>
                        <a:cs typeface="Times New Roman"/>
                      </a:endParaRPr>
                    </a:p>
                  </a:txBody>
                  <a:tcPr marL="0" marR="0" marB="0" marT="1714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28575">
                      <a:solidFill>
                        <a:srgbClr val="993366"/>
                      </a:solidFill>
                      <a:prstDash val="solid"/>
                    </a:lnR>
                    <a:lnB w="28575">
                      <a:solidFill>
                        <a:srgbClr val="993366"/>
                      </a:solidFill>
                      <a:prstDash val="solid"/>
                    </a:lnB>
                  </a:tcPr>
                </a:tc>
                <a:tc>
                  <a:txBody>
                    <a:bodyPr/>
                    <a:lstStyle/>
                    <a:p>
                      <a:pPr>
                        <a:lnSpc>
                          <a:spcPct val="100000"/>
                        </a:lnSpc>
                      </a:pPr>
                      <a:endParaRPr sz="800">
                        <a:latin typeface="Times New Roman"/>
                        <a:cs typeface="Times New Roman"/>
                      </a:endParaRPr>
                    </a:p>
                  </a:txBody>
                  <a:tcPr marL="0" marR="0" marB="0" marT="0">
                    <a:lnL w="28575">
                      <a:solidFill>
                        <a:srgbClr val="993366"/>
                      </a:solidFill>
                      <a:prstDash val="solid"/>
                    </a:lnL>
                    <a:lnR w="19050">
                      <a:solidFill>
                        <a:srgbClr val="000000"/>
                      </a:solidFill>
                      <a:prstDash val="solid"/>
                    </a:lnR>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solidFill>
                      <a:srgbClr val="FFFF99"/>
                    </a:solidFill>
                  </a:tcPr>
                </a:tc>
                <a:tc>
                  <a:txBody>
                    <a:bodyPr/>
                    <a:lstStyle/>
                    <a:p>
                      <a:pPr>
                        <a:lnSpc>
                          <a:spcPct val="100000"/>
                        </a:lnSpc>
                      </a:pPr>
                      <a:endParaRPr sz="800">
                        <a:latin typeface="Times New Roman"/>
                        <a:cs typeface="Times New Roman"/>
                      </a:endParaRPr>
                    </a:p>
                  </a:txBody>
                  <a:tcPr marL="0" marR="0" marB="0" marT="0">
                    <a:lnL w="19050">
                      <a:solidFill>
                        <a:srgbClr val="000000"/>
                      </a:solidFill>
                      <a:prstDash val="solid"/>
                    </a:lnL>
                    <a:lnR w="28575">
                      <a:solidFill>
                        <a:srgbClr val="993366"/>
                      </a:solidFill>
                      <a:prstDash val="solid"/>
                    </a:lnR>
                  </a:tcPr>
                </a:tc>
              </a:tr>
              <a:tr h="458470">
                <a:tc vMerge="1">
                  <a:txBody>
                    <a:bodyPr/>
                    <a:lstStyle/>
                    <a:p>
                      <a:pPr/>
                    </a:p>
                  </a:txBody>
                  <a:tcPr marL="0" marR="0" marB="0" marT="1714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gridSpan="2">
                  <a:txBody>
                    <a:bodyPr/>
                    <a:lstStyle/>
                    <a:p>
                      <a:pPr>
                        <a:lnSpc>
                          <a:spcPct val="100000"/>
                        </a:lnSpc>
                      </a:pPr>
                      <a:endParaRPr sz="22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hMerge="1">
                  <a:txBody>
                    <a:bodyPr/>
                    <a:lstStyle/>
                    <a:p>
                      <a:pPr/>
                    </a:p>
                  </a:txBody>
                  <a:tcPr marL="0" marR="0" marB="0" marT="0"/>
                </a:tc>
                <a:tc>
                  <a:txBody>
                    <a:bodyPr/>
                    <a:lstStyle/>
                    <a:p>
                      <a:pPr marL="153035">
                        <a:lnSpc>
                          <a:spcPct val="100000"/>
                        </a:lnSpc>
                        <a:spcBef>
                          <a:spcPts val="130"/>
                        </a:spcBef>
                      </a:pPr>
                      <a:r>
                        <a:rPr dirty="0" sz="1800" spc="110" b="1">
                          <a:latin typeface="Times New Roman"/>
                          <a:cs typeface="Times New Roman"/>
                        </a:rPr>
                        <a:t>6</a:t>
                      </a:r>
                      <a:endParaRPr sz="1800">
                        <a:latin typeface="Times New Roman"/>
                        <a:cs typeface="Times New Roman"/>
                      </a:endParaRPr>
                    </a:p>
                  </a:txBody>
                  <a:tcPr marL="0" marR="0" marB="0" marT="16510">
                    <a:lnL w="19050">
                      <a:solidFill>
                        <a:srgbClr val="000000"/>
                      </a:solidFill>
                      <a:prstDash val="solid"/>
                    </a:lnL>
                    <a:lnR w="19050">
                      <a:solidFill>
                        <a:srgbClr val="000000"/>
                      </a:solidFill>
                      <a:prstDash val="solid"/>
                    </a:lnR>
                    <a:lnB w="19050">
                      <a:solidFill>
                        <a:srgbClr val="000000"/>
                      </a:solidFill>
                      <a:prstDash val="solid"/>
                    </a:lnB>
                    <a:solidFill>
                      <a:srgbClr val="FFFF99"/>
                    </a:solidFill>
                  </a:tcPr>
                </a:tc>
                <a:tc>
                  <a:txBody>
                    <a:bodyPr/>
                    <a:lstStyle/>
                    <a:p>
                      <a:pPr>
                        <a:lnSpc>
                          <a:spcPct val="100000"/>
                        </a:lnSpc>
                      </a:pPr>
                      <a:endParaRPr sz="2200">
                        <a:latin typeface="Times New Roman"/>
                        <a:cs typeface="Times New Roman"/>
                      </a:endParaRPr>
                    </a:p>
                  </a:txBody>
                  <a:tcPr marL="0" marR="0" marB="0" marT="0">
                    <a:lnL w="19050">
                      <a:solidFill>
                        <a:srgbClr val="000000"/>
                      </a:solidFill>
                      <a:prstDash val="solid"/>
                    </a:lnL>
                    <a:lnR w="19050">
                      <a:solidFill>
                        <a:srgbClr val="000000"/>
                      </a:solidFill>
                      <a:prstDash val="solid"/>
                    </a:lnR>
                  </a:tcPr>
                </a:tc>
                <a:tc>
                  <a:txBody>
                    <a:bodyPr/>
                    <a:lstStyle/>
                    <a:p>
                      <a:pPr algn="ctr" marL="6350">
                        <a:lnSpc>
                          <a:spcPct val="100000"/>
                        </a:lnSpc>
                        <a:spcBef>
                          <a:spcPts val="130"/>
                        </a:spcBef>
                      </a:pPr>
                      <a:r>
                        <a:rPr dirty="0" sz="1800" spc="110" b="1">
                          <a:latin typeface="Times New Roman"/>
                          <a:cs typeface="Times New Roman"/>
                        </a:rPr>
                        <a:t>7</a:t>
                      </a:r>
                      <a:endParaRPr sz="1800">
                        <a:latin typeface="Times New Roman"/>
                        <a:cs typeface="Times New Roman"/>
                      </a:endParaRPr>
                    </a:p>
                  </a:txBody>
                  <a:tcPr marL="0" marR="0" marB="0" marT="16510">
                    <a:lnL w="19050">
                      <a:solidFill>
                        <a:srgbClr val="000000"/>
                      </a:solidFill>
                      <a:prstDash val="solid"/>
                    </a:lnL>
                    <a:lnR w="19050">
                      <a:solidFill>
                        <a:srgbClr val="000000"/>
                      </a:solidFill>
                      <a:prstDash val="solid"/>
                    </a:lnR>
                    <a:lnB w="19050">
                      <a:solidFill>
                        <a:srgbClr val="000000"/>
                      </a:solidFill>
                      <a:prstDash val="solid"/>
                    </a:lnB>
                    <a:solidFill>
                      <a:srgbClr val="FFFF99"/>
                    </a:solidFill>
                  </a:tcPr>
                </a:tc>
                <a:tc>
                  <a:txBody>
                    <a:bodyPr/>
                    <a:lstStyle/>
                    <a:p>
                      <a:pPr>
                        <a:lnSpc>
                          <a:spcPct val="100000"/>
                        </a:lnSpc>
                      </a:pPr>
                      <a:endParaRPr sz="2200">
                        <a:latin typeface="Times New Roman"/>
                        <a:cs typeface="Times New Roman"/>
                      </a:endParaRPr>
                    </a:p>
                  </a:txBody>
                  <a:tcPr marL="0" marR="0" marB="0" marT="0">
                    <a:lnL w="19050">
                      <a:solidFill>
                        <a:srgbClr val="000000"/>
                      </a:solidFill>
                      <a:prstDash val="solid"/>
                    </a:lnL>
                  </a:tcPr>
                </a:tc>
              </a:tr>
            </a:tbl>
          </a:graphicData>
        </a:graphic>
      </p:graphicFrame>
      <p:grpSp>
        <p:nvGrpSpPr>
          <p:cNvPr id="28" name="object 28" descr=""/>
          <p:cNvGrpSpPr/>
          <p:nvPr/>
        </p:nvGrpSpPr>
        <p:grpSpPr>
          <a:xfrm>
            <a:off x="3032511" y="1322676"/>
            <a:ext cx="663575" cy="92075"/>
            <a:chOff x="3032511" y="1322676"/>
            <a:chExt cx="663575" cy="92075"/>
          </a:xfrm>
        </p:grpSpPr>
        <p:sp>
          <p:nvSpPr>
            <p:cNvPr id="29" name="object 29" descr=""/>
            <p:cNvSpPr/>
            <p:nvPr/>
          </p:nvSpPr>
          <p:spPr>
            <a:xfrm>
              <a:off x="3034099" y="1324581"/>
              <a:ext cx="659765" cy="88265"/>
            </a:xfrm>
            <a:custGeom>
              <a:avLst/>
              <a:gdLst/>
              <a:ahLst/>
              <a:cxnLst/>
              <a:rect l="l" t="t" r="r" b="b"/>
              <a:pathLst>
                <a:path w="659764" h="88265">
                  <a:moveTo>
                    <a:pt x="506276" y="0"/>
                  </a:moveTo>
                  <a:lnTo>
                    <a:pt x="555513" y="43924"/>
                  </a:lnTo>
                  <a:lnTo>
                    <a:pt x="506276" y="87849"/>
                  </a:lnTo>
                  <a:lnTo>
                    <a:pt x="622743" y="54498"/>
                  </a:lnTo>
                  <a:lnTo>
                    <a:pt x="561807" y="54498"/>
                  </a:lnTo>
                  <a:lnTo>
                    <a:pt x="564330" y="51860"/>
                  </a:lnTo>
                  <a:lnTo>
                    <a:pt x="567490" y="49222"/>
                  </a:lnTo>
                  <a:lnTo>
                    <a:pt x="567490" y="38627"/>
                  </a:lnTo>
                  <a:lnTo>
                    <a:pt x="561807" y="33865"/>
                  </a:lnTo>
                  <a:lnTo>
                    <a:pt x="624541" y="33865"/>
                  </a:lnTo>
                  <a:lnTo>
                    <a:pt x="506276" y="0"/>
                  </a:lnTo>
                  <a:close/>
                </a:path>
                <a:path w="659764" h="88265">
                  <a:moveTo>
                    <a:pt x="544237" y="33865"/>
                  </a:moveTo>
                  <a:lnTo>
                    <a:pt x="9454" y="33865"/>
                  </a:lnTo>
                  <a:lnTo>
                    <a:pt x="6294" y="35989"/>
                  </a:lnTo>
                  <a:lnTo>
                    <a:pt x="3160" y="38627"/>
                  </a:lnTo>
                  <a:lnTo>
                    <a:pt x="0" y="43924"/>
                  </a:lnTo>
                  <a:lnTo>
                    <a:pt x="3160" y="49222"/>
                  </a:lnTo>
                  <a:lnTo>
                    <a:pt x="9454" y="54498"/>
                  </a:lnTo>
                  <a:lnTo>
                    <a:pt x="543660" y="54498"/>
                  </a:lnTo>
                  <a:lnTo>
                    <a:pt x="555513" y="43924"/>
                  </a:lnTo>
                  <a:lnTo>
                    <a:pt x="544237" y="33865"/>
                  </a:lnTo>
                  <a:close/>
                </a:path>
                <a:path w="659764" h="88265">
                  <a:moveTo>
                    <a:pt x="624541" y="33865"/>
                  </a:moveTo>
                  <a:lnTo>
                    <a:pt x="561807" y="33865"/>
                  </a:lnTo>
                  <a:lnTo>
                    <a:pt x="567490" y="38627"/>
                  </a:lnTo>
                  <a:lnTo>
                    <a:pt x="567490" y="49222"/>
                  </a:lnTo>
                  <a:lnTo>
                    <a:pt x="564330" y="51860"/>
                  </a:lnTo>
                  <a:lnTo>
                    <a:pt x="561807" y="54498"/>
                  </a:lnTo>
                  <a:lnTo>
                    <a:pt x="622743" y="54498"/>
                  </a:lnTo>
                  <a:lnTo>
                    <a:pt x="659668" y="43924"/>
                  </a:lnTo>
                  <a:lnTo>
                    <a:pt x="624541" y="33865"/>
                  </a:lnTo>
                  <a:close/>
                </a:path>
              </a:pathLst>
            </a:custGeom>
            <a:solidFill>
              <a:srgbClr val="993366"/>
            </a:solidFill>
          </p:spPr>
          <p:txBody>
            <a:bodyPr wrap="square" lIns="0" tIns="0" rIns="0" bIns="0" rtlCol="0"/>
            <a:lstStyle/>
            <a:p/>
          </p:txBody>
        </p:sp>
        <p:sp>
          <p:nvSpPr>
            <p:cNvPr id="30" name="object 30" descr=""/>
            <p:cNvSpPr/>
            <p:nvPr/>
          </p:nvSpPr>
          <p:spPr>
            <a:xfrm>
              <a:off x="3034099" y="1324581"/>
              <a:ext cx="659765" cy="88265"/>
            </a:xfrm>
            <a:custGeom>
              <a:avLst/>
              <a:gdLst/>
              <a:ahLst/>
              <a:cxnLst/>
              <a:rect l="l" t="t" r="r" b="b"/>
              <a:pathLst>
                <a:path w="659764" h="88265">
                  <a:moveTo>
                    <a:pt x="15774" y="33865"/>
                  </a:moveTo>
                  <a:lnTo>
                    <a:pt x="555513" y="33865"/>
                  </a:lnTo>
                  <a:lnTo>
                    <a:pt x="561807" y="33865"/>
                  </a:lnTo>
                  <a:lnTo>
                    <a:pt x="564330" y="35989"/>
                  </a:lnTo>
                  <a:lnTo>
                    <a:pt x="567491" y="38627"/>
                  </a:lnTo>
                  <a:lnTo>
                    <a:pt x="567491" y="43924"/>
                  </a:lnTo>
                  <a:lnTo>
                    <a:pt x="567491" y="49222"/>
                  </a:lnTo>
                  <a:lnTo>
                    <a:pt x="564330" y="51860"/>
                  </a:lnTo>
                  <a:lnTo>
                    <a:pt x="561807" y="54498"/>
                  </a:lnTo>
                  <a:lnTo>
                    <a:pt x="555513" y="54498"/>
                  </a:lnTo>
                  <a:lnTo>
                    <a:pt x="15774" y="54498"/>
                  </a:lnTo>
                  <a:lnTo>
                    <a:pt x="9454" y="54498"/>
                  </a:lnTo>
                  <a:lnTo>
                    <a:pt x="6294" y="51860"/>
                  </a:lnTo>
                  <a:lnTo>
                    <a:pt x="3160" y="49222"/>
                  </a:lnTo>
                  <a:lnTo>
                    <a:pt x="0" y="43924"/>
                  </a:lnTo>
                  <a:lnTo>
                    <a:pt x="3160" y="38627"/>
                  </a:lnTo>
                  <a:lnTo>
                    <a:pt x="6294" y="35989"/>
                  </a:lnTo>
                  <a:lnTo>
                    <a:pt x="9454" y="33865"/>
                  </a:lnTo>
                  <a:lnTo>
                    <a:pt x="15774" y="33865"/>
                  </a:lnTo>
                  <a:close/>
                </a:path>
                <a:path w="659764" h="88265">
                  <a:moveTo>
                    <a:pt x="555513" y="43924"/>
                  </a:moveTo>
                  <a:lnTo>
                    <a:pt x="506276" y="0"/>
                  </a:lnTo>
                  <a:lnTo>
                    <a:pt x="659668" y="43924"/>
                  </a:lnTo>
                  <a:lnTo>
                    <a:pt x="506277" y="87849"/>
                  </a:lnTo>
                  <a:lnTo>
                    <a:pt x="555513" y="43924"/>
                  </a:lnTo>
                  <a:close/>
                </a:path>
              </a:pathLst>
            </a:custGeom>
            <a:ln w="3285">
              <a:solidFill>
                <a:srgbClr val="993366"/>
              </a:solidFill>
            </a:ln>
          </p:spPr>
          <p:txBody>
            <a:bodyPr wrap="square" lIns="0" tIns="0" rIns="0" bIns="0" rtlCol="0"/>
            <a:lstStyle/>
            <a:p/>
          </p:txBody>
        </p:sp>
      </p:grpSp>
      <p:grpSp>
        <p:nvGrpSpPr>
          <p:cNvPr id="31" name="object 31" descr=""/>
          <p:cNvGrpSpPr/>
          <p:nvPr/>
        </p:nvGrpSpPr>
        <p:grpSpPr>
          <a:xfrm>
            <a:off x="8876138" y="1642605"/>
            <a:ext cx="497205" cy="91440"/>
            <a:chOff x="8876138" y="1642605"/>
            <a:chExt cx="497205" cy="91440"/>
          </a:xfrm>
        </p:grpSpPr>
        <p:sp>
          <p:nvSpPr>
            <p:cNvPr id="32" name="object 32" descr=""/>
            <p:cNvSpPr/>
            <p:nvPr/>
          </p:nvSpPr>
          <p:spPr>
            <a:xfrm>
              <a:off x="8877641" y="1644196"/>
              <a:ext cx="494030" cy="88265"/>
            </a:xfrm>
            <a:custGeom>
              <a:avLst/>
              <a:gdLst/>
              <a:ahLst/>
              <a:cxnLst/>
              <a:rect l="l" t="t" r="r" b="b"/>
              <a:pathLst>
                <a:path w="494029" h="88264">
                  <a:moveTo>
                    <a:pt x="340219" y="0"/>
                  </a:moveTo>
                  <a:lnTo>
                    <a:pt x="392717" y="43924"/>
                  </a:lnTo>
                  <a:lnTo>
                    <a:pt x="340219" y="87849"/>
                  </a:lnTo>
                  <a:lnTo>
                    <a:pt x="456705" y="54498"/>
                  </a:lnTo>
                  <a:lnTo>
                    <a:pt x="399088" y="54498"/>
                  </a:lnTo>
                  <a:lnTo>
                    <a:pt x="401637" y="51860"/>
                  </a:lnTo>
                  <a:lnTo>
                    <a:pt x="404695" y="49222"/>
                  </a:lnTo>
                  <a:lnTo>
                    <a:pt x="404695" y="39163"/>
                  </a:lnTo>
                  <a:lnTo>
                    <a:pt x="401637" y="36504"/>
                  </a:lnTo>
                  <a:lnTo>
                    <a:pt x="399088" y="33865"/>
                  </a:lnTo>
                  <a:lnTo>
                    <a:pt x="458503" y="33865"/>
                  </a:lnTo>
                  <a:lnTo>
                    <a:pt x="340219" y="0"/>
                  </a:lnTo>
                  <a:close/>
                </a:path>
                <a:path w="494029" h="88264">
                  <a:moveTo>
                    <a:pt x="380695" y="33865"/>
                  </a:moveTo>
                  <a:lnTo>
                    <a:pt x="6371" y="33865"/>
                  </a:lnTo>
                  <a:lnTo>
                    <a:pt x="3312" y="36504"/>
                  </a:lnTo>
                  <a:lnTo>
                    <a:pt x="0" y="39163"/>
                  </a:lnTo>
                  <a:lnTo>
                    <a:pt x="0" y="49222"/>
                  </a:lnTo>
                  <a:lnTo>
                    <a:pt x="3312" y="51860"/>
                  </a:lnTo>
                  <a:lnTo>
                    <a:pt x="6371" y="54498"/>
                  </a:lnTo>
                  <a:lnTo>
                    <a:pt x="380080" y="54498"/>
                  </a:lnTo>
                  <a:lnTo>
                    <a:pt x="392717" y="43924"/>
                  </a:lnTo>
                  <a:lnTo>
                    <a:pt x="380695" y="33865"/>
                  </a:lnTo>
                  <a:close/>
                </a:path>
                <a:path w="494029" h="88264">
                  <a:moveTo>
                    <a:pt x="458503" y="33865"/>
                  </a:moveTo>
                  <a:lnTo>
                    <a:pt x="399088" y="33865"/>
                  </a:lnTo>
                  <a:lnTo>
                    <a:pt x="401637" y="36504"/>
                  </a:lnTo>
                  <a:lnTo>
                    <a:pt x="404695" y="39163"/>
                  </a:lnTo>
                  <a:lnTo>
                    <a:pt x="404695" y="49222"/>
                  </a:lnTo>
                  <a:lnTo>
                    <a:pt x="401637" y="51860"/>
                  </a:lnTo>
                  <a:lnTo>
                    <a:pt x="399088" y="54498"/>
                  </a:lnTo>
                  <a:lnTo>
                    <a:pt x="456705" y="54498"/>
                  </a:lnTo>
                  <a:lnTo>
                    <a:pt x="493636" y="43924"/>
                  </a:lnTo>
                  <a:lnTo>
                    <a:pt x="458503" y="33865"/>
                  </a:lnTo>
                  <a:close/>
                </a:path>
              </a:pathLst>
            </a:custGeom>
            <a:solidFill>
              <a:srgbClr val="0000FF"/>
            </a:solidFill>
          </p:spPr>
          <p:txBody>
            <a:bodyPr wrap="square" lIns="0" tIns="0" rIns="0" bIns="0" rtlCol="0"/>
            <a:lstStyle/>
            <a:p/>
          </p:txBody>
        </p:sp>
        <p:sp>
          <p:nvSpPr>
            <p:cNvPr id="33" name="object 33" descr=""/>
            <p:cNvSpPr/>
            <p:nvPr/>
          </p:nvSpPr>
          <p:spPr>
            <a:xfrm>
              <a:off x="8877641" y="1644196"/>
              <a:ext cx="494030" cy="88265"/>
            </a:xfrm>
            <a:custGeom>
              <a:avLst/>
              <a:gdLst/>
              <a:ahLst/>
              <a:cxnLst/>
              <a:rect l="l" t="t" r="r" b="b"/>
              <a:pathLst>
                <a:path w="494029" h="88264">
                  <a:moveTo>
                    <a:pt x="11977" y="33865"/>
                  </a:moveTo>
                  <a:lnTo>
                    <a:pt x="392717" y="33865"/>
                  </a:lnTo>
                  <a:lnTo>
                    <a:pt x="399088" y="33865"/>
                  </a:lnTo>
                  <a:lnTo>
                    <a:pt x="401637" y="36504"/>
                  </a:lnTo>
                  <a:lnTo>
                    <a:pt x="404695" y="39163"/>
                  </a:lnTo>
                  <a:lnTo>
                    <a:pt x="404695" y="43924"/>
                  </a:lnTo>
                  <a:lnTo>
                    <a:pt x="404695" y="49222"/>
                  </a:lnTo>
                  <a:lnTo>
                    <a:pt x="401637" y="51860"/>
                  </a:lnTo>
                  <a:lnTo>
                    <a:pt x="399088" y="54498"/>
                  </a:lnTo>
                  <a:lnTo>
                    <a:pt x="392717" y="54498"/>
                  </a:lnTo>
                  <a:lnTo>
                    <a:pt x="11977" y="54498"/>
                  </a:lnTo>
                  <a:lnTo>
                    <a:pt x="6371" y="54498"/>
                  </a:lnTo>
                  <a:lnTo>
                    <a:pt x="3312" y="51860"/>
                  </a:lnTo>
                  <a:lnTo>
                    <a:pt x="0" y="49222"/>
                  </a:lnTo>
                  <a:lnTo>
                    <a:pt x="0" y="43924"/>
                  </a:lnTo>
                  <a:lnTo>
                    <a:pt x="0" y="39163"/>
                  </a:lnTo>
                  <a:lnTo>
                    <a:pt x="3312" y="36504"/>
                  </a:lnTo>
                  <a:lnTo>
                    <a:pt x="6371" y="33865"/>
                  </a:lnTo>
                  <a:lnTo>
                    <a:pt x="11977" y="33865"/>
                  </a:lnTo>
                  <a:close/>
                </a:path>
                <a:path w="494029" h="88264">
                  <a:moveTo>
                    <a:pt x="392717" y="43924"/>
                  </a:moveTo>
                  <a:lnTo>
                    <a:pt x="340219" y="0"/>
                  </a:lnTo>
                  <a:lnTo>
                    <a:pt x="493636" y="43924"/>
                  </a:lnTo>
                  <a:lnTo>
                    <a:pt x="340219" y="87849"/>
                  </a:lnTo>
                  <a:lnTo>
                    <a:pt x="392717" y="43924"/>
                  </a:lnTo>
                  <a:close/>
                </a:path>
              </a:pathLst>
            </a:custGeom>
            <a:ln w="3285">
              <a:solidFill>
                <a:srgbClr val="0000FF"/>
              </a:solidFill>
            </a:ln>
          </p:spPr>
          <p:txBody>
            <a:bodyPr wrap="square" lIns="0" tIns="0" rIns="0" bIns="0" rtlCol="0"/>
            <a:lstStyle/>
            <a:p/>
          </p:txBody>
        </p:sp>
      </p:grpSp>
      <p:grpSp>
        <p:nvGrpSpPr>
          <p:cNvPr id="34" name="object 34" descr=""/>
          <p:cNvGrpSpPr/>
          <p:nvPr/>
        </p:nvGrpSpPr>
        <p:grpSpPr>
          <a:xfrm>
            <a:off x="9796642" y="1318233"/>
            <a:ext cx="500380" cy="88265"/>
            <a:chOff x="9796642" y="1318233"/>
            <a:chExt cx="500380" cy="88265"/>
          </a:xfrm>
        </p:grpSpPr>
        <p:sp>
          <p:nvSpPr>
            <p:cNvPr id="35" name="object 35" descr=""/>
            <p:cNvSpPr/>
            <p:nvPr/>
          </p:nvSpPr>
          <p:spPr>
            <a:xfrm>
              <a:off x="9798144" y="1319820"/>
              <a:ext cx="497205" cy="85090"/>
            </a:xfrm>
            <a:custGeom>
              <a:avLst/>
              <a:gdLst/>
              <a:ahLst/>
              <a:cxnLst/>
              <a:rect l="l" t="t" r="r" b="b"/>
              <a:pathLst>
                <a:path w="497204" h="85090">
                  <a:moveTo>
                    <a:pt x="343277" y="0"/>
                  </a:moveTo>
                  <a:lnTo>
                    <a:pt x="395011" y="40750"/>
                  </a:lnTo>
                  <a:lnTo>
                    <a:pt x="343277" y="84675"/>
                  </a:lnTo>
                  <a:lnTo>
                    <a:pt x="450474" y="53983"/>
                  </a:lnTo>
                  <a:lnTo>
                    <a:pt x="395011" y="53983"/>
                  </a:lnTo>
                  <a:lnTo>
                    <a:pt x="398324" y="51324"/>
                  </a:lnTo>
                  <a:lnTo>
                    <a:pt x="404440" y="48686"/>
                  </a:lnTo>
                  <a:lnTo>
                    <a:pt x="407753" y="46048"/>
                  </a:lnTo>
                  <a:lnTo>
                    <a:pt x="407753" y="38627"/>
                  </a:lnTo>
                  <a:lnTo>
                    <a:pt x="404440" y="33351"/>
                  </a:lnTo>
                  <a:lnTo>
                    <a:pt x="398324" y="33351"/>
                  </a:lnTo>
                  <a:lnTo>
                    <a:pt x="395011" y="30691"/>
                  </a:lnTo>
                  <a:lnTo>
                    <a:pt x="458824" y="30691"/>
                  </a:lnTo>
                  <a:lnTo>
                    <a:pt x="343277" y="0"/>
                  </a:lnTo>
                  <a:close/>
                </a:path>
                <a:path w="497204" h="85090">
                  <a:moveTo>
                    <a:pt x="382241" y="30691"/>
                  </a:moveTo>
                  <a:lnTo>
                    <a:pt x="15035" y="30691"/>
                  </a:lnTo>
                  <a:lnTo>
                    <a:pt x="8664" y="33351"/>
                  </a:lnTo>
                  <a:lnTo>
                    <a:pt x="5606" y="33351"/>
                  </a:lnTo>
                  <a:lnTo>
                    <a:pt x="3058" y="38627"/>
                  </a:lnTo>
                  <a:lnTo>
                    <a:pt x="0" y="40750"/>
                  </a:lnTo>
                  <a:lnTo>
                    <a:pt x="3058" y="46048"/>
                  </a:lnTo>
                  <a:lnTo>
                    <a:pt x="5606" y="48686"/>
                  </a:lnTo>
                  <a:lnTo>
                    <a:pt x="8664" y="51324"/>
                  </a:lnTo>
                  <a:lnTo>
                    <a:pt x="15035" y="53983"/>
                  </a:lnTo>
                  <a:lnTo>
                    <a:pt x="379425" y="53983"/>
                  </a:lnTo>
                  <a:lnTo>
                    <a:pt x="395011" y="40750"/>
                  </a:lnTo>
                  <a:lnTo>
                    <a:pt x="382241" y="30691"/>
                  </a:lnTo>
                  <a:close/>
                </a:path>
                <a:path w="497204" h="85090">
                  <a:moveTo>
                    <a:pt x="458824" y="30691"/>
                  </a:moveTo>
                  <a:lnTo>
                    <a:pt x="395011" y="30691"/>
                  </a:lnTo>
                  <a:lnTo>
                    <a:pt x="398324" y="33351"/>
                  </a:lnTo>
                  <a:lnTo>
                    <a:pt x="404440" y="33351"/>
                  </a:lnTo>
                  <a:lnTo>
                    <a:pt x="407753" y="38627"/>
                  </a:lnTo>
                  <a:lnTo>
                    <a:pt x="407753" y="46048"/>
                  </a:lnTo>
                  <a:lnTo>
                    <a:pt x="404440" y="48686"/>
                  </a:lnTo>
                  <a:lnTo>
                    <a:pt x="398324" y="51324"/>
                  </a:lnTo>
                  <a:lnTo>
                    <a:pt x="395011" y="53983"/>
                  </a:lnTo>
                  <a:lnTo>
                    <a:pt x="450474" y="53983"/>
                  </a:lnTo>
                  <a:lnTo>
                    <a:pt x="496694" y="40750"/>
                  </a:lnTo>
                  <a:lnTo>
                    <a:pt x="458824" y="30691"/>
                  </a:lnTo>
                  <a:close/>
                </a:path>
              </a:pathLst>
            </a:custGeom>
            <a:solidFill>
              <a:srgbClr val="993366"/>
            </a:solidFill>
          </p:spPr>
          <p:txBody>
            <a:bodyPr wrap="square" lIns="0" tIns="0" rIns="0" bIns="0" rtlCol="0"/>
            <a:lstStyle/>
            <a:p/>
          </p:txBody>
        </p:sp>
        <p:sp>
          <p:nvSpPr>
            <p:cNvPr id="36" name="object 36" descr=""/>
            <p:cNvSpPr/>
            <p:nvPr/>
          </p:nvSpPr>
          <p:spPr>
            <a:xfrm>
              <a:off x="9798144" y="1319820"/>
              <a:ext cx="497205" cy="85090"/>
            </a:xfrm>
            <a:custGeom>
              <a:avLst/>
              <a:gdLst/>
              <a:ahLst/>
              <a:cxnLst/>
              <a:rect l="l" t="t" r="r" b="b"/>
              <a:pathLst>
                <a:path w="497204" h="85090">
                  <a:moveTo>
                    <a:pt x="15035" y="30691"/>
                  </a:moveTo>
                  <a:lnTo>
                    <a:pt x="395011" y="30691"/>
                  </a:lnTo>
                  <a:lnTo>
                    <a:pt x="398324" y="33351"/>
                  </a:lnTo>
                  <a:lnTo>
                    <a:pt x="404440" y="33351"/>
                  </a:lnTo>
                  <a:lnTo>
                    <a:pt x="407753" y="38627"/>
                  </a:lnTo>
                  <a:lnTo>
                    <a:pt x="407753" y="40750"/>
                  </a:lnTo>
                  <a:lnTo>
                    <a:pt x="407753" y="46048"/>
                  </a:lnTo>
                  <a:lnTo>
                    <a:pt x="404440" y="48686"/>
                  </a:lnTo>
                  <a:lnTo>
                    <a:pt x="398324" y="51324"/>
                  </a:lnTo>
                  <a:lnTo>
                    <a:pt x="395011" y="53983"/>
                  </a:lnTo>
                  <a:lnTo>
                    <a:pt x="15035" y="53983"/>
                  </a:lnTo>
                  <a:lnTo>
                    <a:pt x="8664" y="51324"/>
                  </a:lnTo>
                  <a:lnTo>
                    <a:pt x="5606" y="48686"/>
                  </a:lnTo>
                  <a:lnTo>
                    <a:pt x="3058" y="46048"/>
                  </a:lnTo>
                  <a:lnTo>
                    <a:pt x="0" y="40750"/>
                  </a:lnTo>
                  <a:lnTo>
                    <a:pt x="3058" y="38627"/>
                  </a:lnTo>
                  <a:lnTo>
                    <a:pt x="5606" y="33351"/>
                  </a:lnTo>
                  <a:lnTo>
                    <a:pt x="8664" y="33351"/>
                  </a:lnTo>
                  <a:lnTo>
                    <a:pt x="15035" y="30691"/>
                  </a:lnTo>
                  <a:close/>
                </a:path>
                <a:path w="497204" h="85090">
                  <a:moveTo>
                    <a:pt x="395011" y="40750"/>
                  </a:moveTo>
                  <a:lnTo>
                    <a:pt x="343277" y="0"/>
                  </a:lnTo>
                  <a:lnTo>
                    <a:pt x="496694" y="40750"/>
                  </a:lnTo>
                  <a:lnTo>
                    <a:pt x="343277" y="84675"/>
                  </a:lnTo>
                  <a:lnTo>
                    <a:pt x="395011" y="40750"/>
                  </a:lnTo>
                  <a:close/>
                </a:path>
              </a:pathLst>
            </a:custGeom>
            <a:ln w="3285">
              <a:solidFill>
                <a:srgbClr val="993366"/>
              </a:solidFill>
            </a:ln>
          </p:spPr>
          <p:txBody>
            <a:bodyPr wrap="square" lIns="0" tIns="0" rIns="0" bIns="0" rtlCol="0"/>
            <a:lstStyle/>
            <a:p/>
          </p:txBody>
        </p:sp>
      </p:grpSp>
      <p:grpSp>
        <p:nvGrpSpPr>
          <p:cNvPr id="37" name="object 37" descr=""/>
          <p:cNvGrpSpPr/>
          <p:nvPr/>
        </p:nvGrpSpPr>
        <p:grpSpPr>
          <a:xfrm>
            <a:off x="9796642" y="1650544"/>
            <a:ext cx="500380" cy="88900"/>
            <a:chOff x="9796642" y="1650544"/>
            <a:chExt cx="500380" cy="88900"/>
          </a:xfrm>
        </p:grpSpPr>
        <p:sp>
          <p:nvSpPr>
            <p:cNvPr id="38" name="object 38" descr=""/>
            <p:cNvSpPr/>
            <p:nvPr/>
          </p:nvSpPr>
          <p:spPr>
            <a:xfrm>
              <a:off x="9798144" y="1652131"/>
              <a:ext cx="497205" cy="85725"/>
            </a:xfrm>
            <a:custGeom>
              <a:avLst/>
              <a:gdLst/>
              <a:ahLst/>
              <a:cxnLst/>
              <a:rect l="l" t="t" r="r" b="b"/>
              <a:pathLst>
                <a:path w="497204" h="85725">
                  <a:moveTo>
                    <a:pt x="343277" y="0"/>
                  </a:moveTo>
                  <a:lnTo>
                    <a:pt x="395011" y="43924"/>
                  </a:lnTo>
                  <a:lnTo>
                    <a:pt x="343277" y="85190"/>
                  </a:lnTo>
                  <a:lnTo>
                    <a:pt x="459297" y="53983"/>
                  </a:lnTo>
                  <a:lnTo>
                    <a:pt x="395011" y="53983"/>
                  </a:lnTo>
                  <a:lnTo>
                    <a:pt x="398324" y="51324"/>
                  </a:lnTo>
                  <a:lnTo>
                    <a:pt x="404440" y="51324"/>
                  </a:lnTo>
                  <a:lnTo>
                    <a:pt x="407753" y="46563"/>
                  </a:lnTo>
                  <a:lnTo>
                    <a:pt x="407753" y="38627"/>
                  </a:lnTo>
                  <a:lnTo>
                    <a:pt x="404440" y="35989"/>
                  </a:lnTo>
                  <a:lnTo>
                    <a:pt x="398324" y="33329"/>
                  </a:lnTo>
                  <a:lnTo>
                    <a:pt x="395011" y="31227"/>
                  </a:lnTo>
                  <a:lnTo>
                    <a:pt x="452347" y="31227"/>
                  </a:lnTo>
                  <a:lnTo>
                    <a:pt x="343277" y="0"/>
                  </a:lnTo>
                  <a:close/>
                </a:path>
                <a:path w="497204" h="85725">
                  <a:moveTo>
                    <a:pt x="380056" y="31227"/>
                  </a:moveTo>
                  <a:lnTo>
                    <a:pt x="15035" y="31227"/>
                  </a:lnTo>
                  <a:lnTo>
                    <a:pt x="8664" y="33329"/>
                  </a:lnTo>
                  <a:lnTo>
                    <a:pt x="5606" y="35989"/>
                  </a:lnTo>
                  <a:lnTo>
                    <a:pt x="3058" y="38627"/>
                  </a:lnTo>
                  <a:lnTo>
                    <a:pt x="0" y="43924"/>
                  </a:lnTo>
                  <a:lnTo>
                    <a:pt x="3058" y="46563"/>
                  </a:lnTo>
                  <a:lnTo>
                    <a:pt x="5606" y="51324"/>
                  </a:lnTo>
                  <a:lnTo>
                    <a:pt x="8664" y="51324"/>
                  </a:lnTo>
                  <a:lnTo>
                    <a:pt x="15035" y="53983"/>
                  </a:lnTo>
                  <a:lnTo>
                    <a:pt x="382400" y="53983"/>
                  </a:lnTo>
                  <a:lnTo>
                    <a:pt x="395011" y="43924"/>
                  </a:lnTo>
                  <a:lnTo>
                    <a:pt x="380056" y="31227"/>
                  </a:lnTo>
                  <a:close/>
                </a:path>
                <a:path w="497204" h="85725">
                  <a:moveTo>
                    <a:pt x="452347" y="31227"/>
                  </a:moveTo>
                  <a:lnTo>
                    <a:pt x="395011" y="31227"/>
                  </a:lnTo>
                  <a:lnTo>
                    <a:pt x="398324" y="33329"/>
                  </a:lnTo>
                  <a:lnTo>
                    <a:pt x="404440" y="35989"/>
                  </a:lnTo>
                  <a:lnTo>
                    <a:pt x="407753" y="38627"/>
                  </a:lnTo>
                  <a:lnTo>
                    <a:pt x="407753" y="46563"/>
                  </a:lnTo>
                  <a:lnTo>
                    <a:pt x="404440" y="51324"/>
                  </a:lnTo>
                  <a:lnTo>
                    <a:pt x="398324" y="51324"/>
                  </a:lnTo>
                  <a:lnTo>
                    <a:pt x="395011" y="53983"/>
                  </a:lnTo>
                  <a:lnTo>
                    <a:pt x="459297" y="53983"/>
                  </a:lnTo>
                  <a:lnTo>
                    <a:pt x="496694" y="43924"/>
                  </a:lnTo>
                  <a:lnTo>
                    <a:pt x="452347" y="31227"/>
                  </a:lnTo>
                  <a:close/>
                </a:path>
              </a:pathLst>
            </a:custGeom>
            <a:solidFill>
              <a:srgbClr val="0000FF"/>
            </a:solidFill>
          </p:spPr>
          <p:txBody>
            <a:bodyPr wrap="square" lIns="0" tIns="0" rIns="0" bIns="0" rtlCol="0"/>
            <a:lstStyle/>
            <a:p/>
          </p:txBody>
        </p:sp>
        <p:sp>
          <p:nvSpPr>
            <p:cNvPr id="39" name="object 39" descr=""/>
            <p:cNvSpPr/>
            <p:nvPr/>
          </p:nvSpPr>
          <p:spPr>
            <a:xfrm>
              <a:off x="9798144" y="1652131"/>
              <a:ext cx="497205" cy="85725"/>
            </a:xfrm>
            <a:custGeom>
              <a:avLst/>
              <a:gdLst/>
              <a:ahLst/>
              <a:cxnLst/>
              <a:rect l="l" t="t" r="r" b="b"/>
              <a:pathLst>
                <a:path w="497204" h="85725">
                  <a:moveTo>
                    <a:pt x="15035" y="31227"/>
                  </a:moveTo>
                  <a:lnTo>
                    <a:pt x="395011" y="31227"/>
                  </a:lnTo>
                  <a:lnTo>
                    <a:pt x="398324" y="33329"/>
                  </a:lnTo>
                  <a:lnTo>
                    <a:pt x="404440" y="35989"/>
                  </a:lnTo>
                  <a:lnTo>
                    <a:pt x="407753" y="38627"/>
                  </a:lnTo>
                  <a:lnTo>
                    <a:pt x="407753" y="43924"/>
                  </a:lnTo>
                  <a:lnTo>
                    <a:pt x="407753" y="46563"/>
                  </a:lnTo>
                  <a:lnTo>
                    <a:pt x="404440" y="51324"/>
                  </a:lnTo>
                  <a:lnTo>
                    <a:pt x="398324" y="51324"/>
                  </a:lnTo>
                  <a:lnTo>
                    <a:pt x="395011" y="53983"/>
                  </a:lnTo>
                  <a:lnTo>
                    <a:pt x="15035" y="53983"/>
                  </a:lnTo>
                  <a:lnTo>
                    <a:pt x="8664" y="51324"/>
                  </a:lnTo>
                  <a:lnTo>
                    <a:pt x="5606" y="51324"/>
                  </a:lnTo>
                  <a:lnTo>
                    <a:pt x="3058" y="46563"/>
                  </a:lnTo>
                  <a:lnTo>
                    <a:pt x="0" y="43924"/>
                  </a:lnTo>
                  <a:lnTo>
                    <a:pt x="3058" y="38627"/>
                  </a:lnTo>
                  <a:lnTo>
                    <a:pt x="5606" y="35989"/>
                  </a:lnTo>
                  <a:lnTo>
                    <a:pt x="8664" y="33329"/>
                  </a:lnTo>
                  <a:lnTo>
                    <a:pt x="15035" y="31227"/>
                  </a:lnTo>
                  <a:close/>
                </a:path>
                <a:path w="497204" h="85725">
                  <a:moveTo>
                    <a:pt x="395011" y="43924"/>
                  </a:moveTo>
                  <a:lnTo>
                    <a:pt x="343277" y="0"/>
                  </a:lnTo>
                  <a:lnTo>
                    <a:pt x="496694" y="43924"/>
                  </a:lnTo>
                  <a:lnTo>
                    <a:pt x="343277" y="85190"/>
                  </a:lnTo>
                  <a:lnTo>
                    <a:pt x="395011" y="43924"/>
                  </a:lnTo>
                  <a:close/>
                </a:path>
              </a:pathLst>
            </a:custGeom>
            <a:ln w="3285">
              <a:solidFill>
                <a:srgbClr val="0000FF"/>
              </a:solidFill>
            </a:ln>
          </p:spPr>
          <p:txBody>
            <a:bodyPr wrap="square" lIns="0" tIns="0" rIns="0" bIns="0" rtlCol="0"/>
            <a:lstStyle/>
            <a:p/>
          </p:txBody>
        </p:sp>
      </p:grpSp>
      <p:sp>
        <p:nvSpPr>
          <p:cNvPr id="40" name="object 40" descr=""/>
          <p:cNvSpPr txBox="1"/>
          <p:nvPr/>
        </p:nvSpPr>
        <p:spPr>
          <a:xfrm>
            <a:off x="9380197" y="1226179"/>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marL="5715">
              <a:lnSpc>
                <a:spcPct val="100000"/>
              </a:lnSpc>
              <a:spcBef>
                <a:spcPts val="1285"/>
              </a:spcBef>
            </a:pPr>
            <a:r>
              <a:rPr dirty="0" sz="1800" spc="110" b="1">
                <a:latin typeface="Times New Roman"/>
                <a:cs typeface="Times New Roman"/>
              </a:rPr>
              <a:t>8</a:t>
            </a:r>
            <a:endParaRPr sz="1800">
              <a:latin typeface="Times New Roman"/>
              <a:cs typeface="Times New Roman"/>
            </a:endParaRPr>
          </a:p>
        </p:txBody>
      </p:sp>
      <p:grpSp>
        <p:nvGrpSpPr>
          <p:cNvPr id="41" name="object 41" descr=""/>
          <p:cNvGrpSpPr/>
          <p:nvPr/>
        </p:nvGrpSpPr>
        <p:grpSpPr>
          <a:xfrm>
            <a:off x="4118368" y="1322990"/>
            <a:ext cx="497840" cy="91440"/>
            <a:chOff x="4118368" y="1322990"/>
            <a:chExt cx="497840" cy="91440"/>
          </a:xfrm>
        </p:grpSpPr>
        <p:sp>
          <p:nvSpPr>
            <p:cNvPr id="42" name="object 42" descr=""/>
            <p:cNvSpPr/>
            <p:nvPr/>
          </p:nvSpPr>
          <p:spPr>
            <a:xfrm>
              <a:off x="4119870" y="1324581"/>
              <a:ext cx="494665" cy="88265"/>
            </a:xfrm>
            <a:custGeom>
              <a:avLst/>
              <a:gdLst/>
              <a:ahLst/>
              <a:cxnLst/>
              <a:rect l="l" t="t" r="r" b="b"/>
              <a:pathLst>
                <a:path w="494664" h="88265">
                  <a:moveTo>
                    <a:pt x="340881" y="0"/>
                  </a:moveTo>
                  <a:lnTo>
                    <a:pt x="392641" y="43924"/>
                  </a:lnTo>
                  <a:lnTo>
                    <a:pt x="340881" y="87849"/>
                  </a:lnTo>
                  <a:lnTo>
                    <a:pt x="457348" y="54498"/>
                  </a:lnTo>
                  <a:lnTo>
                    <a:pt x="398961" y="54498"/>
                  </a:lnTo>
                  <a:lnTo>
                    <a:pt x="405256" y="49222"/>
                  </a:lnTo>
                  <a:lnTo>
                    <a:pt x="405256" y="38627"/>
                  </a:lnTo>
                  <a:lnTo>
                    <a:pt x="402095" y="35989"/>
                  </a:lnTo>
                  <a:lnTo>
                    <a:pt x="398961" y="33865"/>
                  </a:lnTo>
                  <a:lnTo>
                    <a:pt x="459146" y="33865"/>
                  </a:lnTo>
                  <a:lnTo>
                    <a:pt x="340881" y="0"/>
                  </a:lnTo>
                  <a:close/>
                </a:path>
                <a:path w="494664" h="88265">
                  <a:moveTo>
                    <a:pt x="380788" y="33865"/>
                  </a:moveTo>
                  <a:lnTo>
                    <a:pt x="6294" y="33865"/>
                  </a:lnTo>
                  <a:lnTo>
                    <a:pt x="3160" y="35989"/>
                  </a:lnTo>
                  <a:lnTo>
                    <a:pt x="0" y="38627"/>
                  </a:lnTo>
                  <a:lnTo>
                    <a:pt x="0" y="49222"/>
                  </a:lnTo>
                  <a:lnTo>
                    <a:pt x="6294" y="54498"/>
                  </a:lnTo>
                  <a:lnTo>
                    <a:pt x="380181" y="54498"/>
                  </a:lnTo>
                  <a:lnTo>
                    <a:pt x="392641" y="43924"/>
                  </a:lnTo>
                  <a:lnTo>
                    <a:pt x="380788" y="33865"/>
                  </a:lnTo>
                  <a:close/>
                </a:path>
                <a:path w="494664" h="88265">
                  <a:moveTo>
                    <a:pt x="459146" y="33865"/>
                  </a:moveTo>
                  <a:lnTo>
                    <a:pt x="398961" y="33865"/>
                  </a:lnTo>
                  <a:lnTo>
                    <a:pt x="402095" y="35989"/>
                  </a:lnTo>
                  <a:lnTo>
                    <a:pt x="405256" y="38627"/>
                  </a:lnTo>
                  <a:lnTo>
                    <a:pt x="405256" y="49222"/>
                  </a:lnTo>
                  <a:lnTo>
                    <a:pt x="398961" y="54498"/>
                  </a:lnTo>
                  <a:lnTo>
                    <a:pt x="457348" y="54498"/>
                  </a:lnTo>
                  <a:lnTo>
                    <a:pt x="494273" y="43924"/>
                  </a:lnTo>
                  <a:lnTo>
                    <a:pt x="459146" y="33865"/>
                  </a:lnTo>
                  <a:close/>
                </a:path>
              </a:pathLst>
            </a:custGeom>
            <a:solidFill>
              <a:srgbClr val="993366"/>
            </a:solidFill>
          </p:spPr>
          <p:txBody>
            <a:bodyPr wrap="square" lIns="0" tIns="0" rIns="0" bIns="0" rtlCol="0"/>
            <a:lstStyle/>
            <a:p/>
          </p:txBody>
        </p:sp>
        <p:sp>
          <p:nvSpPr>
            <p:cNvPr id="43" name="object 43" descr=""/>
            <p:cNvSpPr/>
            <p:nvPr/>
          </p:nvSpPr>
          <p:spPr>
            <a:xfrm>
              <a:off x="4119870" y="1324581"/>
              <a:ext cx="494665" cy="88265"/>
            </a:xfrm>
            <a:custGeom>
              <a:avLst/>
              <a:gdLst/>
              <a:ahLst/>
              <a:cxnLst/>
              <a:rect l="l" t="t" r="r" b="b"/>
              <a:pathLst>
                <a:path w="494664" h="88265">
                  <a:moveTo>
                    <a:pt x="12614" y="33865"/>
                  </a:moveTo>
                  <a:lnTo>
                    <a:pt x="392641" y="33865"/>
                  </a:lnTo>
                  <a:lnTo>
                    <a:pt x="398961" y="33865"/>
                  </a:lnTo>
                  <a:lnTo>
                    <a:pt x="402095" y="35989"/>
                  </a:lnTo>
                  <a:lnTo>
                    <a:pt x="405256" y="38627"/>
                  </a:lnTo>
                  <a:lnTo>
                    <a:pt x="405256" y="43924"/>
                  </a:lnTo>
                  <a:lnTo>
                    <a:pt x="405256" y="49222"/>
                  </a:lnTo>
                  <a:lnTo>
                    <a:pt x="402095" y="51860"/>
                  </a:lnTo>
                  <a:lnTo>
                    <a:pt x="398961" y="54498"/>
                  </a:lnTo>
                  <a:lnTo>
                    <a:pt x="392641" y="54498"/>
                  </a:lnTo>
                  <a:lnTo>
                    <a:pt x="12614" y="54498"/>
                  </a:lnTo>
                  <a:lnTo>
                    <a:pt x="6294" y="54498"/>
                  </a:lnTo>
                  <a:lnTo>
                    <a:pt x="3160" y="51860"/>
                  </a:lnTo>
                  <a:lnTo>
                    <a:pt x="0" y="49222"/>
                  </a:lnTo>
                  <a:lnTo>
                    <a:pt x="0" y="43924"/>
                  </a:lnTo>
                  <a:lnTo>
                    <a:pt x="0" y="38627"/>
                  </a:lnTo>
                  <a:lnTo>
                    <a:pt x="3160" y="35989"/>
                  </a:lnTo>
                  <a:lnTo>
                    <a:pt x="6294" y="33865"/>
                  </a:lnTo>
                  <a:lnTo>
                    <a:pt x="12614" y="33865"/>
                  </a:lnTo>
                  <a:close/>
                </a:path>
                <a:path w="494664" h="88265">
                  <a:moveTo>
                    <a:pt x="392641" y="43924"/>
                  </a:moveTo>
                  <a:lnTo>
                    <a:pt x="340881" y="0"/>
                  </a:lnTo>
                  <a:lnTo>
                    <a:pt x="494273" y="43924"/>
                  </a:lnTo>
                  <a:lnTo>
                    <a:pt x="340881" y="87849"/>
                  </a:lnTo>
                  <a:lnTo>
                    <a:pt x="392641" y="43924"/>
                  </a:lnTo>
                  <a:close/>
                </a:path>
              </a:pathLst>
            </a:custGeom>
            <a:ln w="3285">
              <a:solidFill>
                <a:srgbClr val="993366"/>
              </a:solidFill>
            </a:ln>
          </p:spPr>
          <p:txBody>
            <a:bodyPr wrap="square" lIns="0" tIns="0" rIns="0" bIns="0" rtlCol="0"/>
            <a:lstStyle/>
            <a:p/>
          </p:txBody>
        </p:sp>
      </p:grpSp>
      <p:grpSp>
        <p:nvGrpSpPr>
          <p:cNvPr id="44" name="object 44" descr=""/>
          <p:cNvGrpSpPr/>
          <p:nvPr/>
        </p:nvGrpSpPr>
        <p:grpSpPr>
          <a:xfrm>
            <a:off x="5977520" y="1322990"/>
            <a:ext cx="500380" cy="91440"/>
            <a:chOff x="5977520" y="1322990"/>
            <a:chExt cx="500380" cy="91440"/>
          </a:xfrm>
        </p:grpSpPr>
        <p:sp>
          <p:nvSpPr>
            <p:cNvPr id="45" name="object 45" descr=""/>
            <p:cNvSpPr/>
            <p:nvPr/>
          </p:nvSpPr>
          <p:spPr>
            <a:xfrm>
              <a:off x="5979023" y="1324581"/>
              <a:ext cx="497205" cy="88265"/>
            </a:xfrm>
            <a:custGeom>
              <a:avLst/>
              <a:gdLst/>
              <a:ahLst/>
              <a:cxnLst/>
              <a:rect l="l" t="t" r="r" b="b"/>
              <a:pathLst>
                <a:path w="497204" h="88265">
                  <a:moveTo>
                    <a:pt x="343277" y="0"/>
                  </a:moveTo>
                  <a:lnTo>
                    <a:pt x="395775" y="43924"/>
                  </a:lnTo>
                  <a:lnTo>
                    <a:pt x="343277" y="87849"/>
                  </a:lnTo>
                  <a:lnTo>
                    <a:pt x="459763" y="54498"/>
                  </a:lnTo>
                  <a:lnTo>
                    <a:pt x="398833" y="54498"/>
                  </a:lnTo>
                  <a:lnTo>
                    <a:pt x="404440" y="51860"/>
                  </a:lnTo>
                  <a:lnTo>
                    <a:pt x="407753" y="49222"/>
                  </a:lnTo>
                  <a:lnTo>
                    <a:pt x="407753" y="38627"/>
                  </a:lnTo>
                  <a:lnTo>
                    <a:pt x="404440" y="35989"/>
                  </a:lnTo>
                  <a:lnTo>
                    <a:pt x="398833" y="33865"/>
                  </a:lnTo>
                  <a:lnTo>
                    <a:pt x="461561" y="33865"/>
                  </a:lnTo>
                  <a:lnTo>
                    <a:pt x="343277" y="0"/>
                  </a:lnTo>
                  <a:close/>
                </a:path>
                <a:path w="497204" h="88265">
                  <a:moveTo>
                    <a:pt x="383753" y="33865"/>
                  </a:moveTo>
                  <a:lnTo>
                    <a:pt x="9429" y="33865"/>
                  </a:lnTo>
                  <a:lnTo>
                    <a:pt x="6116" y="35989"/>
                  </a:lnTo>
                  <a:lnTo>
                    <a:pt x="3058" y="38627"/>
                  </a:lnTo>
                  <a:lnTo>
                    <a:pt x="0" y="43924"/>
                  </a:lnTo>
                  <a:lnTo>
                    <a:pt x="3058" y="49222"/>
                  </a:lnTo>
                  <a:lnTo>
                    <a:pt x="6116" y="51860"/>
                  </a:lnTo>
                  <a:lnTo>
                    <a:pt x="9429" y="54498"/>
                  </a:lnTo>
                  <a:lnTo>
                    <a:pt x="383138" y="54498"/>
                  </a:lnTo>
                  <a:lnTo>
                    <a:pt x="395775" y="43924"/>
                  </a:lnTo>
                  <a:lnTo>
                    <a:pt x="383753" y="33865"/>
                  </a:lnTo>
                  <a:close/>
                </a:path>
                <a:path w="497204" h="88265">
                  <a:moveTo>
                    <a:pt x="461561" y="33865"/>
                  </a:moveTo>
                  <a:lnTo>
                    <a:pt x="398833" y="33865"/>
                  </a:lnTo>
                  <a:lnTo>
                    <a:pt x="404440" y="35989"/>
                  </a:lnTo>
                  <a:lnTo>
                    <a:pt x="407753" y="38627"/>
                  </a:lnTo>
                  <a:lnTo>
                    <a:pt x="407753" y="49222"/>
                  </a:lnTo>
                  <a:lnTo>
                    <a:pt x="404440" y="51860"/>
                  </a:lnTo>
                  <a:lnTo>
                    <a:pt x="398833" y="54498"/>
                  </a:lnTo>
                  <a:lnTo>
                    <a:pt x="459763" y="54498"/>
                  </a:lnTo>
                  <a:lnTo>
                    <a:pt x="496694" y="43924"/>
                  </a:lnTo>
                  <a:lnTo>
                    <a:pt x="461561" y="33865"/>
                  </a:lnTo>
                  <a:close/>
                </a:path>
              </a:pathLst>
            </a:custGeom>
            <a:solidFill>
              <a:srgbClr val="993366"/>
            </a:solidFill>
          </p:spPr>
          <p:txBody>
            <a:bodyPr wrap="square" lIns="0" tIns="0" rIns="0" bIns="0" rtlCol="0"/>
            <a:lstStyle/>
            <a:p/>
          </p:txBody>
        </p:sp>
        <p:sp>
          <p:nvSpPr>
            <p:cNvPr id="46" name="object 46" descr=""/>
            <p:cNvSpPr/>
            <p:nvPr/>
          </p:nvSpPr>
          <p:spPr>
            <a:xfrm>
              <a:off x="5979023" y="1324581"/>
              <a:ext cx="497205" cy="88265"/>
            </a:xfrm>
            <a:custGeom>
              <a:avLst/>
              <a:gdLst/>
              <a:ahLst/>
              <a:cxnLst/>
              <a:rect l="l" t="t" r="r" b="b"/>
              <a:pathLst>
                <a:path w="497204" h="88265">
                  <a:moveTo>
                    <a:pt x="15035" y="33865"/>
                  </a:moveTo>
                  <a:lnTo>
                    <a:pt x="395775" y="33865"/>
                  </a:lnTo>
                  <a:lnTo>
                    <a:pt x="398833" y="33865"/>
                  </a:lnTo>
                  <a:lnTo>
                    <a:pt x="404440" y="35989"/>
                  </a:lnTo>
                  <a:lnTo>
                    <a:pt x="407753" y="38627"/>
                  </a:lnTo>
                  <a:lnTo>
                    <a:pt x="407753" y="43924"/>
                  </a:lnTo>
                  <a:lnTo>
                    <a:pt x="407753" y="49222"/>
                  </a:lnTo>
                  <a:lnTo>
                    <a:pt x="404440" y="51860"/>
                  </a:lnTo>
                  <a:lnTo>
                    <a:pt x="398833" y="54498"/>
                  </a:lnTo>
                  <a:lnTo>
                    <a:pt x="395775" y="54498"/>
                  </a:lnTo>
                  <a:lnTo>
                    <a:pt x="15035" y="54498"/>
                  </a:lnTo>
                  <a:lnTo>
                    <a:pt x="9429" y="54498"/>
                  </a:lnTo>
                  <a:lnTo>
                    <a:pt x="6116" y="51860"/>
                  </a:lnTo>
                  <a:lnTo>
                    <a:pt x="3058" y="49222"/>
                  </a:lnTo>
                  <a:lnTo>
                    <a:pt x="0" y="43924"/>
                  </a:lnTo>
                  <a:lnTo>
                    <a:pt x="3058" y="38627"/>
                  </a:lnTo>
                  <a:lnTo>
                    <a:pt x="6116" y="35989"/>
                  </a:lnTo>
                  <a:lnTo>
                    <a:pt x="9429" y="33865"/>
                  </a:lnTo>
                  <a:lnTo>
                    <a:pt x="15035" y="33865"/>
                  </a:lnTo>
                  <a:close/>
                </a:path>
                <a:path w="497204" h="88265">
                  <a:moveTo>
                    <a:pt x="395775" y="43924"/>
                  </a:moveTo>
                  <a:lnTo>
                    <a:pt x="343277" y="0"/>
                  </a:lnTo>
                  <a:lnTo>
                    <a:pt x="496694" y="43924"/>
                  </a:lnTo>
                  <a:lnTo>
                    <a:pt x="343277" y="87849"/>
                  </a:lnTo>
                  <a:lnTo>
                    <a:pt x="395775" y="43924"/>
                  </a:lnTo>
                  <a:close/>
                </a:path>
              </a:pathLst>
            </a:custGeom>
            <a:ln w="3285">
              <a:solidFill>
                <a:srgbClr val="993366"/>
              </a:solidFill>
            </a:ln>
          </p:spPr>
          <p:txBody>
            <a:bodyPr wrap="square" lIns="0" tIns="0" rIns="0" bIns="0" rtlCol="0"/>
            <a:lstStyle/>
            <a:p/>
          </p:txBody>
        </p:sp>
      </p:grpSp>
      <p:grpSp>
        <p:nvGrpSpPr>
          <p:cNvPr id="47" name="object 47" descr=""/>
          <p:cNvGrpSpPr/>
          <p:nvPr/>
        </p:nvGrpSpPr>
        <p:grpSpPr>
          <a:xfrm>
            <a:off x="5054468" y="1322990"/>
            <a:ext cx="497205" cy="91440"/>
            <a:chOff x="5054468" y="1322990"/>
            <a:chExt cx="497205" cy="91440"/>
          </a:xfrm>
        </p:grpSpPr>
        <p:sp>
          <p:nvSpPr>
            <p:cNvPr id="48" name="object 48" descr=""/>
            <p:cNvSpPr/>
            <p:nvPr/>
          </p:nvSpPr>
          <p:spPr>
            <a:xfrm>
              <a:off x="5055970" y="1324581"/>
              <a:ext cx="494030" cy="88265"/>
            </a:xfrm>
            <a:custGeom>
              <a:avLst/>
              <a:gdLst/>
              <a:ahLst/>
              <a:cxnLst/>
              <a:rect l="l" t="t" r="r" b="b"/>
              <a:pathLst>
                <a:path w="494029" h="88265">
                  <a:moveTo>
                    <a:pt x="340219" y="0"/>
                  </a:moveTo>
                  <a:lnTo>
                    <a:pt x="391953" y="43924"/>
                  </a:lnTo>
                  <a:lnTo>
                    <a:pt x="340219" y="87849"/>
                  </a:lnTo>
                  <a:lnTo>
                    <a:pt x="456705" y="54498"/>
                  </a:lnTo>
                  <a:lnTo>
                    <a:pt x="398324" y="54498"/>
                  </a:lnTo>
                  <a:lnTo>
                    <a:pt x="401637" y="51860"/>
                  </a:lnTo>
                  <a:lnTo>
                    <a:pt x="404695" y="49222"/>
                  </a:lnTo>
                  <a:lnTo>
                    <a:pt x="404695" y="38627"/>
                  </a:lnTo>
                  <a:lnTo>
                    <a:pt x="401637" y="35989"/>
                  </a:lnTo>
                  <a:lnTo>
                    <a:pt x="398324" y="33865"/>
                  </a:lnTo>
                  <a:lnTo>
                    <a:pt x="458503" y="33865"/>
                  </a:lnTo>
                  <a:lnTo>
                    <a:pt x="340219" y="0"/>
                  </a:lnTo>
                  <a:close/>
                </a:path>
                <a:path w="494029" h="88265">
                  <a:moveTo>
                    <a:pt x="380105" y="33865"/>
                  </a:moveTo>
                  <a:lnTo>
                    <a:pt x="5861" y="33865"/>
                  </a:lnTo>
                  <a:lnTo>
                    <a:pt x="2548" y="35989"/>
                  </a:lnTo>
                  <a:lnTo>
                    <a:pt x="0" y="38627"/>
                  </a:lnTo>
                  <a:lnTo>
                    <a:pt x="0" y="49222"/>
                  </a:lnTo>
                  <a:lnTo>
                    <a:pt x="2548" y="51860"/>
                  </a:lnTo>
                  <a:lnTo>
                    <a:pt x="5861" y="54498"/>
                  </a:lnTo>
                  <a:lnTo>
                    <a:pt x="379499" y="54498"/>
                  </a:lnTo>
                  <a:lnTo>
                    <a:pt x="391953" y="43924"/>
                  </a:lnTo>
                  <a:lnTo>
                    <a:pt x="380105" y="33865"/>
                  </a:lnTo>
                  <a:close/>
                </a:path>
                <a:path w="494029" h="88265">
                  <a:moveTo>
                    <a:pt x="458503" y="33865"/>
                  </a:moveTo>
                  <a:lnTo>
                    <a:pt x="398324" y="33865"/>
                  </a:lnTo>
                  <a:lnTo>
                    <a:pt x="401637" y="35989"/>
                  </a:lnTo>
                  <a:lnTo>
                    <a:pt x="404695" y="38627"/>
                  </a:lnTo>
                  <a:lnTo>
                    <a:pt x="404695" y="49222"/>
                  </a:lnTo>
                  <a:lnTo>
                    <a:pt x="401637" y="51860"/>
                  </a:lnTo>
                  <a:lnTo>
                    <a:pt x="398324" y="54498"/>
                  </a:lnTo>
                  <a:lnTo>
                    <a:pt x="456705" y="54498"/>
                  </a:lnTo>
                  <a:lnTo>
                    <a:pt x="493636" y="43924"/>
                  </a:lnTo>
                  <a:lnTo>
                    <a:pt x="458503" y="33865"/>
                  </a:lnTo>
                  <a:close/>
                </a:path>
              </a:pathLst>
            </a:custGeom>
            <a:solidFill>
              <a:srgbClr val="993366"/>
            </a:solidFill>
          </p:spPr>
          <p:txBody>
            <a:bodyPr wrap="square" lIns="0" tIns="0" rIns="0" bIns="0" rtlCol="0"/>
            <a:lstStyle/>
            <a:p/>
          </p:txBody>
        </p:sp>
        <p:sp>
          <p:nvSpPr>
            <p:cNvPr id="49" name="object 49" descr=""/>
            <p:cNvSpPr/>
            <p:nvPr/>
          </p:nvSpPr>
          <p:spPr>
            <a:xfrm>
              <a:off x="5055970" y="1324581"/>
              <a:ext cx="494030" cy="88265"/>
            </a:xfrm>
            <a:custGeom>
              <a:avLst/>
              <a:gdLst/>
              <a:ahLst/>
              <a:cxnLst/>
              <a:rect l="l" t="t" r="r" b="b"/>
              <a:pathLst>
                <a:path w="494029" h="88265">
                  <a:moveTo>
                    <a:pt x="11977" y="33865"/>
                  </a:moveTo>
                  <a:lnTo>
                    <a:pt x="391953" y="33865"/>
                  </a:lnTo>
                  <a:lnTo>
                    <a:pt x="398324" y="33865"/>
                  </a:lnTo>
                  <a:lnTo>
                    <a:pt x="401637" y="35989"/>
                  </a:lnTo>
                  <a:lnTo>
                    <a:pt x="404695" y="38627"/>
                  </a:lnTo>
                  <a:lnTo>
                    <a:pt x="404695" y="43924"/>
                  </a:lnTo>
                  <a:lnTo>
                    <a:pt x="404695" y="49222"/>
                  </a:lnTo>
                  <a:lnTo>
                    <a:pt x="401637" y="51860"/>
                  </a:lnTo>
                  <a:lnTo>
                    <a:pt x="398324" y="54498"/>
                  </a:lnTo>
                  <a:lnTo>
                    <a:pt x="391953" y="54498"/>
                  </a:lnTo>
                  <a:lnTo>
                    <a:pt x="11977" y="54498"/>
                  </a:lnTo>
                  <a:lnTo>
                    <a:pt x="5861" y="54498"/>
                  </a:lnTo>
                  <a:lnTo>
                    <a:pt x="2548" y="51860"/>
                  </a:lnTo>
                  <a:lnTo>
                    <a:pt x="0" y="49222"/>
                  </a:lnTo>
                  <a:lnTo>
                    <a:pt x="0" y="43924"/>
                  </a:lnTo>
                  <a:lnTo>
                    <a:pt x="0" y="38627"/>
                  </a:lnTo>
                  <a:lnTo>
                    <a:pt x="2548" y="35989"/>
                  </a:lnTo>
                  <a:lnTo>
                    <a:pt x="5861" y="33865"/>
                  </a:lnTo>
                  <a:lnTo>
                    <a:pt x="11977" y="33865"/>
                  </a:lnTo>
                  <a:close/>
                </a:path>
                <a:path w="494029" h="88265">
                  <a:moveTo>
                    <a:pt x="391953" y="43924"/>
                  </a:moveTo>
                  <a:lnTo>
                    <a:pt x="340219" y="0"/>
                  </a:lnTo>
                  <a:lnTo>
                    <a:pt x="493636" y="43924"/>
                  </a:lnTo>
                  <a:lnTo>
                    <a:pt x="340219" y="87849"/>
                  </a:lnTo>
                  <a:lnTo>
                    <a:pt x="391953" y="43924"/>
                  </a:lnTo>
                  <a:close/>
                </a:path>
              </a:pathLst>
            </a:custGeom>
            <a:ln w="3285">
              <a:solidFill>
                <a:srgbClr val="993366"/>
              </a:solidFill>
            </a:ln>
          </p:spPr>
          <p:txBody>
            <a:bodyPr wrap="square" lIns="0" tIns="0" rIns="0" bIns="0" rtlCol="0"/>
            <a:lstStyle/>
            <a:p/>
          </p:txBody>
        </p:sp>
      </p:grpSp>
      <p:sp>
        <p:nvSpPr>
          <p:cNvPr id="50" name="object 50" descr=""/>
          <p:cNvSpPr/>
          <p:nvPr/>
        </p:nvSpPr>
        <p:spPr>
          <a:xfrm>
            <a:off x="3046077" y="1698180"/>
            <a:ext cx="4131945" cy="332740"/>
          </a:xfrm>
          <a:custGeom>
            <a:avLst/>
            <a:gdLst/>
            <a:ahLst/>
            <a:cxnLst/>
            <a:rect l="l" t="t" r="r" b="b"/>
            <a:pathLst>
              <a:path w="4131945" h="332739">
                <a:moveTo>
                  <a:pt x="0" y="0"/>
                </a:moveTo>
                <a:lnTo>
                  <a:pt x="214631" y="0"/>
                </a:lnTo>
              </a:path>
              <a:path w="4131945" h="332739">
                <a:moveTo>
                  <a:pt x="214631" y="0"/>
                </a:moveTo>
                <a:lnTo>
                  <a:pt x="214631" y="332311"/>
                </a:lnTo>
              </a:path>
              <a:path w="4131945" h="332739">
                <a:moveTo>
                  <a:pt x="214631" y="332311"/>
                </a:moveTo>
                <a:lnTo>
                  <a:pt x="4131741" y="332311"/>
                </a:lnTo>
              </a:path>
              <a:path w="4131945" h="332739">
                <a:moveTo>
                  <a:pt x="4131741" y="0"/>
                </a:moveTo>
                <a:lnTo>
                  <a:pt x="4131741" y="332311"/>
                </a:lnTo>
              </a:path>
            </a:pathLst>
          </a:custGeom>
          <a:ln w="22669">
            <a:solidFill>
              <a:srgbClr val="0000FF"/>
            </a:solidFill>
          </a:ln>
        </p:spPr>
        <p:txBody>
          <a:bodyPr wrap="square" lIns="0" tIns="0" rIns="0" bIns="0" rtlCol="0"/>
          <a:lstStyle/>
          <a:p/>
        </p:txBody>
      </p:sp>
      <p:grpSp>
        <p:nvGrpSpPr>
          <p:cNvPr id="51" name="object 51" descr=""/>
          <p:cNvGrpSpPr/>
          <p:nvPr/>
        </p:nvGrpSpPr>
        <p:grpSpPr>
          <a:xfrm>
            <a:off x="8995405" y="1322990"/>
            <a:ext cx="393700" cy="91440"/>
            <a:chOff x="8995405" y="1322990"/>
            <a:chExt cx="393700" cy="91440"/>
          </a:xfrm>
        </p:grpSpPr>
        <p:sp>
          <p:nvSpPr>
            <p:cNvPr id="52" name="object 52" descr=""/>
            <p:cNvSpPr/>
            <p:nvPr/>
          </p:nvSpPr>
          <p:spPr>
            <a:xfrm>
              <a:off x="8996908" y="1324581"/>
              <a:ext cx="390525" cy="88265"/>
            </a:xfrm>
            <a:custGeom>
              <a:avLst/>
              <a:gdLst/>
              <a:ahLst/>
              <a:cxnLst/>
              <a:rect l="l" t="t" r="r" b="b"/>
              <a:pathLst>
                <a:path w="390525" h="88265">
                  <a:moveTo>
                    <a:pt x="236751" y="0"/>
                  </a:moveTo>
                  <a:lnTo>
                    <a:pt x="288485" y="43924"/>
                  </a:lnTo>
                  <a:lnTo>
                    <a:pt x="236751" y="87849"/>
                  </a:lnTo>
                  <a:lnTo>
                    <a:pt x="353238" y="54498"/>
                  </a:lnTo>
                  <a:lnTo>
                    <a:pt x="291798" y="54498"/>
                  </a:lnTo>
                  <a:lnTo>
                    <a:pt x="294856" y="51860"/>
                  </a:lnTo>
                  <a:lnTo>
                    <a:pt x="298169" y="49222"/>
                  </a:lnTo>
                  <a:lnTo>
                    <a:pt x="301227" y="43924"/>
                  </a:lnTo>
                  <a:lnTo>
                    <a:pt x="298169" y="38627"/>
                  </a:lnTo>
                  <a:lnTo>
                    <a:pt x="294856" y="35989"/>
                  </a:lnTo>
                  <a:lnTo>
                    <a:pt x="291798" y="33865"/>
                  </a:lnTo>
                  <a:lnTo>
                    <a:pt x="355036" y="33865"/>
                  </a:lnTo>
                  <a:lnTo>
                    <a:pt x="236751" y="0"/>
                  </a:lnTo>
                  <a:close/>
                </a:path>
                <a:path w="390525" h="88265">
                  <a:moveTo>
                    <a:pt x="276638" y="33865"/>
                  </a:moveTo>
                  <a:lnTo>
                    <a:pt x="9429" y="33865"/>
                  </a:lnTo>
                  <a:lnTo>
                    <a:pt x="3312" y="35989"/>
                  </a:lnTo>
                  <a:lnTo>
                    <a:pt x="0" y="38627"/>
                  </a:lnTo>
                  <a:lnTo>
                    <a:pt x="0" y="49222"/>
                  </a:lnTo>
                  <a:lnTo>
                    <a:pt x="3312" y="51860"/>
                  </a:lnTo>
                  <a:lnTo>
                    <a:pt x="9429" y="54498"/>
                  </a:lnTo>
                  <a:lnTo>
                    <a:pt x="276032" y="54498"/>
                  </a:lnTo>
                  <a:lnTo>
                    <a:pt x="288485" y="43924"/>
                  </a:lnTo>
                  <a:lnTo>
                    <a:pt x="276638" y="33865"/>
                  </a:lnTo>
                  <a:close/>
                </a:path>
                <a:path w="390525" h="88265">
                  <a:moveTo>
                    <a:pt x="355036" y="33865"/>
                  </a:moveTo>
                  <a:lnTo>
                    <a:pt x="291798" y="33865"/>
                  </a:lnTo>
                  <a:lnTo>
                    <a:pt x="294856" y="35989"/>
                  </a:lnTo>
                  <a:lnTo>
                    <a:pt x="298169" y="38627"/>
                  </a:lnTo>
                  <a:lnTo>
                    <a:pt x="301227" y="43924"/>
                  </a:lnTo>
                  <a:lnTo>
                    <a:pt x="298169" y="49222"/>
                  </a:lnTo>
                  <a:lnTo>
                    <a:pt x="294856" y="51860"/>
                  </a:lnTo>
                  <a:lnTo>
                    <a:pt x="291798" y="54498"/>
                  </a:lnTo>
                  <a:lnTo>
                    <a:pt x="353238" y="54498"/>
                  </a:lnTo>
                  <a:lnTo>
                    <a:pt x="390169" y="43924"/>
                  </a:lnTo>
                  <a:lnTo>
                    <a:pt x="355036" y="33865"/>
                  </a:lnTo>
                  <a:close/>
                </a:path>
              </a:pathLst>
            </a:custGeom>
            <a:solidFill>
              <a:srgbClr val="993366"/>
            </a:solidFill>
          </p:spPr>
          <p:txBody>
            <a:bodyPr wrap="square" lIns="0" tIns="0" rIns="0" bIns="0" rtlCol="0"/>
            <a:lstStyle/>
            <a:p/>
          </p:txBody>
        </p:sp>
        <p:sp>
          <p:nvSpPr>
            <p:cNvPr id="53" name="object 53" descr=""/>
            <p:cNvSpPr/>
            <p:nvPr/>
          </p:nvSpPr>
          <p:spPr>
            <a:xfrm>
              <a:off x="8996909" y="1324581"/>
              <a:ext cx="390525" cy="88265"/>
            </a:xfrm>
            <a:custGeom>
              <a:avLst/>
              <a:gdLst/>
              <a:ahLst/>
              <a:cxnLst/>
              <a:rect l="l" t="t" r="r" b="b"/>
              <a:pathLst>
                <a:path w="390525" h="88265">
                  <a:moveTo>
                    <a:pt x="12742" y="33865"/>
                  </a:moveTo>
                  <a:lnTo>
                    <a:pt x="288485" y="33865"/>
                  </a:lnTo>
                  <a:lnTo>
                    <a:pt x="291798" y="33865"/>
                  </a:lnTo>
                  <a:lnTo>
                    <a:pt x="294856" y="35989"/>
                  </a:lnTo>
                  <a:lnTo>
                    <a:pt x="298169" y="38627"/>
                  </a:lnTo>
                  <a:lnTo>
                    <a:pt x="301227" y="43924"/>
                  </a:lnTo>
                  <a:lnTo>
                    <a:pt x="298169" y="49222"/>
                  </a:lnTo>
                  <a:lnTo>
                    <a:pt x="294856" y="51860"/>
                  </a:lnTo>
                  <a:lnTo>
                    <a:pt x="291798" y="54498"/>
                  </a:lnTo>
                  <a:lnTo>
                    <a:pt x="288485" y="54498"/>
                  </a:lnTo>
                  <a:lnTo>
                    <a:pt x="12742" y="54498"/>
                  </a:lnTo>
                  <a:lnTo>
                    <a:pt x="9429" y="54498"/>
                  </a:lnTo>
                  <a:lnTo>
                    <a:pt x="3312" y="51860"/>
                  </a:lnTo>
                  <a:lnTo>
                    <a:pt x="0" y="49222"/>
                  </a:lnTo>
                  <a:lnTo>
                    <a:pt x="0" y="43924"/>
                  </a:lnTo>
                  <a:lnTo>
                    <a:pt x="0" y="38627"/>
                  </a:lnTo>
                  <a:lnTo>
                    <a:pt x="3312" y="35989"/>
                  </a:lnTo>
                  <a:lnTo>
                    <a:pt x="9429" y="33865"/>
                  </a:lnTo>
                  <a:lnTo>
                    <a:pt x="12742" y="33865"/>
                  </a:lnTo>
                  <a:close/>
                </a:path>
                <a:path w="390525" h="88265">
                  <a:moveTo>
                    <a:pt x="288485" y="43924"/>
                  </a:moveTo>
                  <a:lnTo>
                    <a:pt x="236751" y="0"/>
                  </a:lnTo>
                  <a:lnTo>
                    <a:pt x="390169" y="43924"/>
                  </a:lnTo>
                  <a:lnTo>
                    <a:pt x="236751" y="87849"/>
                  </a:lnTo>
                  <a:lnTo>
                    <a:pt x="288485" y="43924"/>
                  </a:lnTo>
                  <a:close/>
                </a:path>
              </a:pathLst>
            </a:custGeom>
            <a:ln w="3285">
              <a:solidFill>
                <a:srgbClr val="993366"/>
              </a:solidFill>
            </a:ln>
          </p:spPr>
          <p:txBody>
            <a:bodyPr wrap="square" lIns="0" tIns="0" rIns="0" bIns="0" rtlCol="0"/>
            <a:lstStyle/>
            <a:p/>
          </p:txBody>
        </p:sp>
      </p:grpSp>
      <p:sp>
        <p:nvSpPr>
          <p:cNvPr id="54" name="object 54" descr=""/>
          <p:cNvSpPr txBox="1"/>
          <p:nvPr/>
        </p:nvSpPr>
        <p:spPr>
          <a:xfrm>
            <a:off x="2063750" y="2312923"/>
            <a:ext cx="8353425" cy="854075"/>
          </a:xfrm>
          <a:prstGeom prst="rect">
            <a:avLst/>
          </a:prstGeom>
          <a:solidFill>
            <a:srgbClr val="FFD34A"/>
          </a:solidFill>
        </p:spPr>
        <p:txBody>
          <a:bodyPr wrap="square" lIns="0" tIns="26034" rIns="0" bIns="0" rtlCol="0" vert="horz">
            <a:spAutoFit/>
          </a:bodyPr>
          <a:lstStyle/>
          <a:p>
            <a:pPr marL="91440" marR="317500">
              <a:lnSpc>
                <a:spcPts val="3200"/>
              </a:lnSpc>
              <a:spcBef>
                <a:spcPts val="204"/>
              </a:spcBef>
            </a:pPr>
            <a:r>
              <a:rPr dirty="0" sz="2000" spc="-10" b="1">
                <a:latin typeface="黑体"/>
                <a:cs typeface="黑体"/>
              </a:rPr>
              <a:t>流水线分为</a:t>
            </a:r>
            <a:r>
              <a:rPr dirty="0" sz="2000" spc="-30" b="1">
                <a:solidFill>
                  <a:srgbClr val="9933FF"/>
                </a:solidFill>
                <a:latin typeface="黑体"/>
                <a:cs typeface="黑体"/>
              </a:rPr>
              <a:t>8</a:t>
            </a:r>
            <a:r>
              <a:rPr dirty="0" sz="2000" spc="-20" b="1">
                <a:latin typeface="黑体"/>
                <a:cs typeface="黑体"/>
              </a:rPr>
              <a:t>段，</a:t>
            </a:r>
            <a:r>
              <a:rPr dirty="0" sz="2000" spc="-20" b="1">
                <a:solidFill>
                  <a:srgbClr val="9933FF"/>
                </a:solidFill>
                <a:latin typeface="黑体"/>
                <a:cs typeface="黑体"/>
              </a:rPr>
              <a:t>1,6,7,8</a:t>
            </a:r>
            <a:r>
              <a:rPr dirty="0" sz="2000" spc="-20" b="1">
                <a:latin typeface="黑体"/>
                <a:cs typeface="黑体"/>
              </a:rPr>
              <a:t>是一个组合，完成乘法；</a:t>
            </a:r>
            <a:r>
              <a:rPr dirty="0" sz="2000" spc="-10" b="1">
                <a:solidFill>
                  <a:srgbClr val="9933FF"/>
                </a:solidFill>
                <a:latin typeface="黑体"/>
                <a:cs typeface="黑体"/>
              </a:rPr>
              <a:t>1,2，3,4,5,8</a:t>
            </a:r>
            <a:r>
              <a:rPr dirty="0" sz="2000" spc="-30" b="1">
                <a:latin typeface="黑体"/>
                <a:cs typeface="黑体"/>
              </a:rPr>
              <a:t>是一个</a:t>
            </a:r>
            <a:r>
              <a:rPr dirty="0" sz="2000" spc="-25" b="1">
                <a:latin typeface="黑体"/>
                <a:cs typeface="黑体"/>
              </a:rPr>
              <a:t>组合，完成加减法。(每段的时间都为△t)</a:t>
            </a:r>
            <a:endParaRPr sz="2000">
              <a:latin typeface="黑体"/>
              <a:cs typeface="黑体"/>
            </a:endParaRPr>
          </a:p>
        </p:txBody>
      </p:sp>
      <p:grpSp>
        <p:nvGrpSpPr>
          <p:cNvPr id="55" name="object 55" descr=""/>
          <p:cNvGrpSpPr/>
          <p:nvPr/>
        </p:nvGrpSpPr>
        <p:grpSpPr>
          <a:xfrm>
            <a:off x="7334313" y="3817810"/>
            <a:ext cx="3225800" cy="1671955"/>
            <a:chOff x="7334313" y="3817810"/>
            <a:chExt cx="3225800" cy="1671955"/>
          </a:xfrm>
        </p:grpSpPr>
        <p:sp>
          <p:nvSpPr>
            <p:cNvPr id="56" name="object 56" descr=""/>
            <p:cNvSpPr/>
            <p:nvPr/>
          </p:nvSpPr>
          <p:spPr>
            <a:xfrm>
              <a:off x="7339076" y="3822572"/>
              <a:ext cx="1574800" cy="749935"/>
            </a:xfrm>
            <a:custGeom>
              <a:avLst/>
              <a:gdLst/>
              <a:ahLst/>
              <a:cxnLst/>
              <a:rect l="l" t="t" r="r" b="b"/>
              <a:pathLst>
                <a:path w="1574800" h="749935">
                  <a:moveTo>
                    <a:pt x="1502791" y="317626"/>
                  </a:moveTo>
                  <a:lnTo>
                    <a:pt x="71881" y="317626"/>
                  </a:lnTo>
                  <a:lnTo>
                    <a:pt x="43880" y="323288"/>
                  </a:lnTo>
                  <a:lnTo>
                    <a:pt x="21034" y="338724"/>
                  </a:lnTo>
                  <a:lnTo>
                    <a:pt x="5641" y="361614"/>
                  </a:lnTo>
                  <a:lnTo>
                    <a:pt x="0" y="389635"/>
                  </a:lnTo>
                  <a:lnTo>
                    <a:pt x="0" y="677418"/>
                  </a:lnTo>
                  <a:lnTo>
                    <a:pt x="5641" y="705439"/>
                  </a:lnTo>
                  <a:lnTo>
                    <a:pt x="21034" y="728329"/>
                  </a:lnTo>
                  <a:lnTo>
                    <a:pt x="43880" y="743765"/>
                  </a:lnTo>
                  <a:lnTo>
                    <a:pt x="71881" y="749426"/>
                  </a:lnTo>
                  <a:lnTo>
                    <a:pt x="1502791" y="749426"/>
                  </a:lnTo>
                  <a:lnTo>
                    <a:pt x="1530812" y="743765"/>
                  </a:lnTo>
                  <a:lnTo>
                    <a:pt x="1553702" y="728329"/>
                  </a:lnTo>
                  <a:lnTo>
                    <a:pt x="1569138" y="705439"/>
                  </a:lnTo>
                  <a:lnTo>
                    <a:pt x="1574800" y="677418"/>
                  </a:lnTo>
                  <a:lnTo>
                    <a:pt x="1574800" y="389635"/>
                  </a:lnTo>
                  <a:lnTo>
                    <a:pt x="1569138" y="361614"/>
                  </a:lnTo>
                  <a:lnTo>
                    <a:pt x="1553702" y="338724"/>
                  </a:lnTo>
                  <a:lnTo>
                    <a:pt x="1530812" y="323288"/>
                  </a:lnTo>
                  <a:lnTo>
                    <a:pt x="1502791" y="317626"/>
                  </a:lnTo>
                  <a:close/>
                </a:path>
                <a:path w="1574800" h="749935">
                  <a:moveTo>
                    <a:pt x="629666" y="0"/>
                  </a:moveTo>
                  <a:lnTo>
                    <a:pt x="262381" y="317626"/>
                  </a:lnTo>
                  <a:lnTo>
                    <a:pt x="656081" y="317626"/>
                  </a:lnTo>
                  <a:lnTo>
                    <a:pt x="629666" y="0"/>
                  </a:lnTo>
                  <a:close/>
                </a:path>
              </a:pathLst>
            </a:custGeom>
            <a:solidFill>
              <a:srgbClr val="B7C1EB"/>
            </a:solidFill>
          </p:spPr>
          <p:txBody>
            <a:bodyPr wrap="square" lIns="0" tIns="0" rIns="0" bIns="0" rtlCol="0"/>
            <a:lstStyle/>
            <a:p/>
          </p:txBody>
        </p:sp>
        <p:sp>
          <p:nvSpPr>
            <p:cNvPr id="57" name="object 57" descr=""/>
            <p:cNvSpPr/>
            <p:nvPr/>
          </p:nvSpPr>
          <p:spPr>
            <a:xfrm>
              <a:off x="7339076" y="3822572"/>
              <a:ext cx="1574800" cy="749935"/>
            </a:xfrm>
            <a:custGeom>
              <a:avLst/>
              <a:gdLst/>
              <a:ahLst/>
              <a:cxnLst/>
              <a:rect l="l" t="t" r="r" b="b"/>
              <a:pathLst>
                <a:path w="1574800" h="749935">
                  <a:moveTo>
                    <a:pt x="0" y="389635"/>
                  </a:moveTo>
                  <a:lnTo>
                    <a:pt x="5641" y="361614"/>
                  </a:lnTo>
                  <a:lnTo>
                    <a:pt x="21034" y="338724"/>
                  </a:lnTo>
                  <a:lnTo>
                    <a:pt x="43880" y="323288"/>
                  </a:lnTo>
                  <a:lnTo>
                    <a:pt x="71881" y="317626"/>
                  </a:lnTo>
                  <a:lnTo>
                    <a:pt x="262381" y="317626"/>
                  </a:lnTo>
                  <a:lnTo>
                    <a:pt x="629666" y="0"/>
                  </a:lnTo>
                  <a:lnTo>
                    <a:pt x="656081" y="317626"/>
                  </a:lnTo>
                  <a:lnTo>
                    <a:pt x="1502791" y="317626"/>
                  </a:lnTo>
                  <a:lnTo>
                    <a:pt x="1530812" y="323288"/>
                  </a:lnTo>
                  <a:lnTo>
                    <a:pt x="1553702" y="338724"/>
                  </a:lnTo>
                  <a:lnTo>
                    <a:pt x="1569138" y="361614"/>
                  </a:lnTo>
                  <a:lnTo>
                    <a:pt x="1574800" y="389635"/>
                  </a:lnTo>
                  <a:lnTo>
                    <a:pt x="1574800" y="497585"/>
                  </a:lnTo>
                  <a:lnTo>
                    <a:pt x="1574800" y="677418"/>
                  </a:lnTo>
                  <a:lnTo>
                    <a:pt x="1569138" y="705439"/>
                  </a:lnTo>
                  <a:lnTo>
                    <a:pt x="1553702" y="728329"/>
                  </a:lnTo>
                  <a:lnTo>
                    <a:pt x="1530812" y="743765"/>
                  </a:lnTo>
                  <a:lnTo>
                    <a:pt x="1502791" y="749426"/>
                  </a:lnTo>
                  <a:lnTo>
                    <a:pt x="656081" y="749426"/>
                  </a:lnTo>
                  <a:lnTo>
                    <a:pt x="262381" y="749426"/>
                  </a:lnTo>
                  <a:lnTo>
                    <a:pt x="71881" y="749426"/>
                  </a:lnTo>
                  <a:lnTo>
                    <a:pt x="43880" y="743765"/>
                  </a:lnTo>
                  <a:lnTo>
                    <a:pt x="21034" y="728329"/>
                  </a:lnTo>
                  <a:lnTo>
                    <a:pt x="5641" y="705439"/>
                  </a:lnTo>
                  <a:lnTo>
                    <a:pt x="0" y="677418"/>
                  </a:lnTo>
                  <a:lnTo>
                    <a:pt x="0" y="497585"/>
                  </a:lnTo>
                  <a:lnTo>
                    <a:pt x="0" y="389635"/>
                  </a:lnTo>
                  <a:close/>
                </a:path>
              </a:pathLst>
            </a:custGeom>
            <a:ln w="9525">
              <a:solidFill>
                <a:srgbClr val="40458B"/>
              </a:solidFill>
            </a:ln>
          </p:spPr>
          <p:txBody>
            <a:bodyPr wrap="square" lIns="0" tIns="0" rIns="0" bIns="0" rtlCol="0"/>
            <a:lstStyle/>
            <a:p/>
          </p:txBody>
        </p:sp>
        <p:sp>
          <p:nvSpPr>
            <p:cNvPr id="58" name="object 58" descr=""/>
            <p:cNvSpPr/>
            <p:nvPr/>
          </p:nvSpPr>
          <p:spPr>
            <a:xfrm>
              <a:off x="7351776" y="3851909"/>
              <a:ext cx="3203575" cy="1633220"/>
            </a:xfrm>
            <a:custGeom>
              <a:avLst/>
              <a:gdLst/>
              <a:ahLst/>
              <a:cxnLst/>
              <a:rect l="l" t="t" r="r" b="b"/>
              <a:pathLst>
                <a:path w="3203575" h="1633220">
                  <a:moveTo>
                    <a:pt x="3068320" y="821689"/>
                  </a:moveTo>
                  <a:lnTo>
                    <a:pt x="135127" y="821689"/>
                  </a:lnTo>
                  <a:lnTo>
                    <a:pt x="92399" y="828587"/>
                  </a:lnTo>
                  <a:lnTo>
                    <a:pt x="55302" y="847793"/>
                  </a:lnTo>
                  <a:lnTo>
                    <a:pt x="26058" y="877075"/>
                  </a:lnTo>
                  <a:lnTo>
                    <a:pt x="6884" y="914202"/>
                  </a:lnTo>
                  <a:lnTo>
                    <a:pt x="0" y="956944"/>
                  </a:lnTo>
                  <a:lnTo>
                    <a:pt x="0" y="1497711"/>
                  </a:lnTo>
                  <a:lnTo>
                    <a:pt x="6884" y="1540453"/>
                  </a:lnTo>
                  <a:lnTo>
                    <a:pt x="26058" y="1577580"/>
                  </a:lnTo>
                  <a:lnTo>
                    <a:pt x="55302" y="1606862"/>
                  </a:lnTo>
                  <a:lnTo>
                    <a:pt x="92399" y="1626068"/>
                  </a:lnTo>
                  <a:lnTo>
                    <a:pt x="135127" y="1632965"/>
                  </a:lnTo>
                  <a:lnTo>
                    <a:pt x="3068320" y="1632965"/>
                  </a:lnTo>
                  <a:lnTo>
                    <a:pt x="3111062" y="1626068"/>
                  </a:lnTo>
                  <a:lnTo>
                    <a:pt x="3148189" y="1606862"/>
                  </a:lnTo>
                  <a:lnTo>
                    <a:pt x="3177471" y="1577580"/>
                  </a:lnTo>
                  <a:lnTo>
                    <a:pt x="3196677" y="1540453"/>
                  </a:lnTo>
                  <a:lnTo>
                    <a:pt x="3203575" y="1497711"/>
                  </a:lnTo>
                  <a:lnTo>
                    <a:pt x="3203575" y="956944"/>
                  </a:lnTo>
                  <a:lnTo>
                    <a:pt x="3196677" y="914202"/>
                  </a:lnTo>
                  <a:lnTo>
                    <a:pt x="3177471" y="877075"/>
                  </a:lnTo>
                  <a:lnTo>
                    <a:pt x="3148189" y="847793"/>
                  </a:lnTo>
                  <a:lnTo>
                    <a:pt x="3111062" y="828587"/>
                  </a:lnTo>
                  <a:lnTo>
                    <a:pt x="3068320" y="821689"/>
                  </a:lnTo>
                  <a:close/>
                </a:path>
                <a:path w="3203575" h="1633220">
                  <a:moveTo>
                    <a:pt x="1986406" y="0"/>
                  </a:moveTo>
                  <a:lnTo>
                    <a:pt x="1868677" y="821689"/>
                  </a:lnTo>
                  <a:lnTo>
                    <a:pt x="2669540" y="821689"/>
                  </a:lnTo>
                  <a:lnTo>
                    <a:pt x="1986406" y="0"/>
                  </a:lnTo>
                  <a:close/>
                </a:path>
              </a:pathLst>
            </a:custGeom>
            <a:solidFill>
              <a:srgbClr val="FFFF00"/>
            </a:solidFill>
          </p:spPr>
          <p:txBody>
            <a:bodyPr wrap="square" lIns="0" tIns="0" rIns="0" bIns="0" rtlCol="0"/>
            <a:lstStyle/>
            <a:p/>
          </p:txBody>
        </p:sp>
        <p:sp>
          <p:nvSpPr>
            <p:cNvPr id="59" name="object 59" descr=""/>
            <p:cNvSpPr/>
            <p:nvPr/>
          </p:nvSpPr>
          <p:spPr>
            <a:xfrm>
              <a:off x="7351776" y="3851909"/>
              <a:ext cx="3203575" cy="1633220"/>
            </a:xfrm>
            <a:custGeom>
              <a:avLst/>
              <a:gdLst/>
              <a:ahLst/>
              <a:cxnLst/>
              <a:rect l="l" t="t" r="r" b="b"/>
              <a:pathLst>
                <a:path w="3203575" h="1633220">
                  <a:moveTo>
                    <a:pt x="0" y="956944"/>
                  </a:moveTo>
                  <a:lnTo>
                    <a:pt x="6884" y="914202"/>
                  </a:lnTo>
                  <a:lnTo>
                    <a:pt x="26058" y="877075"/>
                  </a:lnTo>
                  <a:lnTo>
                    <a:pt x="55302" y="847793"/>
                  </a:lnTo>
                  <a:lnTo>
                    <a:pt x="92399" y="828587"/>
                  </a:lnTo>
                  <a:lnTo>
                    <a:pt x="135127" y="821689"/>
                  </a:lnTo>
                  <a:lnTo>
                    <a:pt x="1868677" y="821689"/>
                  </a:lnTo>
                  <a:lnTo>
                    <a:pt x="1986406" y="0"/>
                  </a:lnTo>
                  <a:lnTo>
                    <a:pt x="2669540" y="821689"/>
                  </a:lnTo>
                  <a:lnTo>
                    <a:pt x="3068320" y="821689"/>
                  </a:lnTo>
                  <a:lnTo>
                    <a:pt x="3111062" y="828587"/>
                  </a:lnTo>
                  <a:lnTo>
                    <a:pt x="3148189" y="847793"/>
                  </a:lnTo>
                  <a:lnTo>
                    <a:pt x="3177471" y="877075"/>
                  </a:lnTo>
                  <a:lnTo>
                    <a:pt x="3196677" y="914202"/>
                  </a:lnTo>
                  <a:lnTo>
                    <a:pt x="3203575" y="956944"/>
                  </a:lnTo>
                  <a:lnTo>
                    <a:pt x="3203575" y="1159637"/>
                  </a:lnTo>
                  <a:lnTo>
                    <a:pt x="3203575" y="1497711"/>
                  </a:lnTo>
                  <a:lnTo>
                    <a:pt x="3196677" y="1540453"/>
                  </a:lnTo>
                  <a:lnTo>
                    <a:pt x="3177471" y="1577580"/>
                  </a:lnTo>
                  <a:lnTo>
                    <a:pt x="3148189" y="1606862"/>
                  </a:lnTo>
                  <a:lnTo>
                    <a:pt x="3111062" y="1626068"/>
                  </a:lnTo>
                  <a:lnTo>
                    <a:pt x="3068320" y="1632965"/>
                  </a:lnTo>
                  <a:lnTo>
                    <a:pt x="2669540" y="1632965"/>
                  </a:lnTo>
                  <a:lnTo>
                    <a:pt x="1868677" y="1632965"/>
                  </a:lnTo>
                  <a:lnTo>
                    <a:pt x="135127" y="1632965"/>
                  </a:lnTo>
                  <a:lnTo>
                    <a:pt x="92399" y="1626068"/>
                  </a:lnTo>
                  <a:lnTo>
                    <a:pt x="55302" y="1606862"/>
                  </a:lnTo>
                  <a:lnTo>
                    <a:pt x="26058" y="1577580"/>
                  </a:lnTo>
                  <a:lnTo>
                    <a:pt x="6884" y="1540453"/>
                  </a:lnTo>
                  <a:lnTo>
                    <a:pt x="0" y="1497711"/>
                  </a:lnTo>
                  <a:lnTo>
                    <a:pt x="0" y="1159637"/>
                  </a:lnTo>
                  <a:lnTo>
                    <a:pt x="0" y="956944"/>
                  </a:lnTo>
                  <a:close/>
                </a:path>
              </a:pathLst>
            </a:custGeom>
            <a:ln w="9525">
              <a:solidFill>
                <a:srgbClr val="40458B"/>
              </a:solidFill>
            </a:ln>
          </p:spPr>
          <p:txBody>
            <a:bodyPr wrap="square" lIns="0" tIns="0" rIns="0" bIns="0" rtlCol="0"/>
            <a:lstStyle/>
            <a:p/>
          </p:txBody>
        </p:sp>
      </p:grpSp>
      <p:sp>
        <p:nvSpPr>
          <p:cNvPr id="60" name="object 60" descr=""/>
          <p:cNvSpPr txBox="1"/>
          <p:nvPr/>
        </p:nvSpPr>
        <p:spPr>
          <a:xfrm>
            <a:off x="7439659" y="4009008"/>
            <a:ext cx="3133725" cy="1495425"/>
          </a:xfrm>
          <a:prstGeom prst="rect">
            <a:avLst/>
          </a:prstGeom>
        </p:spPr>
        <p:txBody>
          <a:bodyPr wrap="square" lIns="0" tIns="198755" rIns="0" bIns="0" rtlCol="0" vert="horz">
            <a:spAutoFit/>
          </a:bodyPr>
          <a:lstStyle/>
          <a:p>
            <a:pPr marL="12700">
              <a:lnSpc>
                <a:spcPct val="100000"/>
              </a:lnSpc>
              <a:spcBef>
                <a:spcPts val="1565"/>
              </a:spcBef>
            </a:pPr>
            <a:r>
              <a:rPr dirty="0" sz="2400">
                <a:solidFill>
                  <a:srgbClr val="40458B"/>
                </a:solidFill>
                <a:latin typeface="黑体"/>
                <a:cs typeface="黑体"/>
              </a:rPr>
              <a:t>加法任务</a:t>
            </a:r>
            <a:r>
              <a:rPr dirty="0" sz="2400" spc="-50">
                <a:solidFill>
                  <a:srgbClr val="FF0000"/>
                </a:solidFill>
                <a:latin typeface="Tahoma"/>
                <a:cs typeface="Tahoma"/>
              </a:rPr>
              <a:t>3</a:t>
            </a:r>
            <a:endParaRPr sz="2400">
              <a:latin typeface="Tahoma"/>
              <a:cs typeface="Tahoma"/>
            </a:endParaRPr>
          </a:p>
          <a:p>
            <a:pPr marL="43815" marR="5080">
              <a:lnSpc>
                <a:spcPct val="100000"/>
              </a:lnSpc>
              <a:spcBef>
                <a:spcPts val="1470"/>
              </a:spcBef>
            </a:pPr>
            <a:r>
              <a:rPr dirty="0" sz="2400">
                <a:solidFill>
                  <a:srgbClr val="FF0000"/>
                </a:solidFill>
                <a:latin typeface="黑体"/>
                <a:cs typeface="黑体"/>
              </a:rPr>
              <a:t>加法任务</a:t>
            </a:r>
            <a:r>
              <a:rPr dirty="0" sz="2400" spc="-10">
                <a:solidFill>
                  <a:srgbClr val="FF0000"/>
                </a:solidFill>
                <a:latin typeface="Tahoma"/>
                <a:cs typeface="Tahoma"/>
              </a:rPr>
              <a:t>4</a:t>
            </a:r>
            <a:r>
              <a:rPr dirty="0" sz="2400" spc="-5">
                <a:solidFill>
                  <a:srgbClr val="40458B"/>
                </a:solidFill>
                <a:latin typeface="黑体"/>
                <a:cs typeface="黑体"/>
              </a:rPr>
              <a:t>，需要</a:t>
            </a:r>
            <a:r>
              <a:rPr dirty="0" sz="2400" spc="-10">
                <a:solidFill>
                  <a:srgbClr val="40458B"/>
                </a:solidFill>
                <a:latin typeface="Tahoma"/>
                <a:cs typeface="Tahoma"/>
              </a:rPr>
              <a:t>1,2,3, 4,5,8</a:t>
            </a:r>
            <a:r>
              <a:rPr dirty="0" sz="2400" spc="-10">
                <a:solidFill>
                  <a:srgbClr val="40458B"/>
                </a:solidFill>
                <a:latin typeface="黑体"/>
                <a:cs typeface="黑体"/>
              </a:rPr>
              <a:t>共</a:t>
            </a:r>
            <a:r>
              <a:rPr dirty="0" sz="2400" spc="-25">
                <a:solidFill>
                  <a:srgbClr val="FF0000"/>
                </a:solidFill>
                <a:latin typeface="Tahoma"/>
                <a:cs typeface="Tahoma"/>
              </a:rPr>
              <a:t>6</a:t>
            </a:r>
            <a:r>
              <a:rPr dirty="0" sz="2400" spc="-35">
                <a:solidFill>
                  <a:srgbClr val="40458B"/>
                </a:solidFill>
                <a:latin typeface="黑体"/>
                <a:cs typeface="黑体"/>
              </a:rPr>
              <a:t>个段</a:t>
            </a:r>
            <a:endParaRPr sz="2400">
              <a:latin typeface="黑体"/>
              <a:cs typeface="黑体"/>
            </a:endParaRPr>
          </a:p>
        </p:txBody>
      </p:sp>
      <p:sp>
        <p:nvSpPr>
          <p:cNvPr id="61" name="object 61" descr=""/>
          <p:cNvSpPr txBox="1"/>
          <p:nvPr/>
        </p:nvSpPr>
        <p:spPr>
          <a:xfrm>
            <a:off x="4886325" y="5835192"/>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9FF"/>
                </a:solidFill>
                <a:latin typeface="黑体"/>
                <a:cs typeface="黑体"/>
              </a:rPr>
              <a:t>共几个加法任务？</a:t>
            </a:r>
            <a:endParaRPr sz="2400">
              <a:latin typeface="黑体"/>
              <a:cs typeface="黑体"/>
            </a:endParaRPr>
          </a:p>
        </p:txBody>
      </p:sp>
      <p:grpSp>
        <p:nvGrpSpPr>
          <p:cNvPr id="62" name="object 62" descr=""/>
          <p:cNvGrpSpPr/>
          <p:nvPr/>
        </p:nvGrpSpPr>
        <p:grpSpPr>
          <a:xfrm>
            <a:off x="3857688" y="3892486"/>
            <a:ext cx="1584325" cy="758825"/>
            <a:chOff x="3857688" y="3892486"/>
            <a:chExt cx="1584325" cy="758825"/>
          </a:xfrm>
        </p:grpSpPr>
        <p:sp>
          <p:nvSpPr>
            <p:cNvPr id="63" name="object 63" descr=""/>
            <p:cNvSpPr/>
            <p:nvPr/>
          </p:nvSpPr>
          <p:spPr>
            <a:xfrm>
              <a:off x="3862451" y="3897248"/>
              <a:ext cx="1574800" cy="749300"/>
            </a:xfrm>
            <a:custGeom>
              <a:avLst/>
              <a:gdLst/>
              <a:ahLst/>
              <a:cxnLst/>
              <a:rect l="l" t="t" r="r" b="b"/>
              <a:pathLst>
                <a:path w="1574800" h="749300">
                  <a:moveTo>
                    <a:pt x="1502790" y="317500"/>
                  </a:moveTo>
                  <a:lnTo>
                    <a:pt x="71882" y="317500"/>
                  </a:lnTo>
                  <a:lnTo>
                    <a:pt x="43880" y="323161"/>
                  </a:lnTo>
                  <a:lnTo>
                    <a:pt x="21034" y="338597"/>
                  </a:lnTo>
                  <a:lnTo>
                    <a:pt x="5641" y="361487"/>
                  </a:lnTo>
                  <a:lnTo>
                    <a:pt x="0" y="389508"/>
                  </a:lnTo>
                  <a:lnTo>
                    <a:pt x="0" y="677418"/>
                  </a:lnTo>
                  <a:lnTo>
                    <a:pt x="5641" y="705419"/>
                  </a:lnTo>
                  <a:lnTo>
                    <a:pt x="21034" y="728265"/>
                  </a:lnTo>
                  <a:lnTo>
                    <a:pt x="43880" y="743658"/>
                  </a:lnTo>
                  <a:lnTo>
                    <a:pt x="71882" y="749300"/>
                  </a:lnTo>
                  <a:lnTo>
                    <a:pt x="1502790" y="749300"/>
                  </a:lnTo>
                  <a:lnTo>
                    <a:pt x="1530812" y="743658"/>
                  </a:lnTo>
                  <a:lnTo>
                    <a:pt x="1553702" y="728265"/>
                  </a:lnTo>
                  <a:lnTo>
                    <a:pt x="1569138" y="705419"/>
                  </a:lnTo>
                  <a:lnTo>
                    <a:pt x="1574800" y="677418"/>
                  </a:lnTo>
                  <a:lnTo>
                    <a:pt x="1574800" y="389508"/>
                  </a:lnTo>
                  <a:lnTo>
                    <a:pt x="1569138" y="361487"/>
                  </a:lnTo>
                  <a:lnTo>
                    <a:pt x="1553702" y="338597"/>
                  </a:lnTo>
                  <a:lnTo>
                    <a:pt x="1530812" y="323161"/>
                  </a:lnTo>
                  <a:lnTo>
                    <a:pt x="1502790" y="317500"/>
                  </a:lnTo>
                  <a:close/>
                </a:path>
                <a:path w="1574800" h="749300">
                  <a:moveTo>
                    <a:pt x="629665" y="0"/>
                  </a:moveTo>
                  <a:lnTo>
                    <a:pt x="262382" y="317500"/>
                  </a:lnTo>
                  <a:lnTo>
                    <a:pt x="656082" y="317500"/>
                  </a:lnTo>
                  <a:lnTo>
                    <a:pt x="629665" y="0"/>
                  </a:lnTo>
                  <a:close/>
                </a:path>
              </a:pathLst>
            </a:custGeom>
            <a:solidFill>
              <a:srgbClr val="B7C1EB"/>
            </a:solidFill>
          </p:spPr>
          <p:txBody>
            <a:bodyPr wrap="square" lIns="0" tIns="0" rIns="0" bIns="0" rtlCol="0"/>
            <a:lstStyle/>
            <a:p/>
          </p:txBody>
        </p:sp>
        <p:sp>
          <p:nvSpPr>
            <p:cNvPr id="64" name="object 64" descr=""/>
            <p:cNvSpPr/>
            <p:nvPr/>
          </p:nvSpPr>
          <p:spPr>
            <a:xfrm>
              <a:off x="3862451" y="3897248"/>
              <a:ext cx="1574800" cy="749300"/>
            </a:xfrm>
            <a:custGeom>
              <a:avLst/>
              <a:gdLst/>
              <a:ahLst/>
              <a:cxnLst/>
              <a:rect l="l" t="t" r="r" b="b"/>
              <a:pathLst>
                <a:path w="1574800" h="749300">
                  <a:moveTo>
                    <a:pt x="0" y="389508"/>
                  </a:moveTo>
                  <a:lnTo>
                    <a:pt x="5641" y="361487"/>
                  </a:lnTo>
                  <a:lnTo>
                    <a:pt x="21034" y="338597"/>
                  </a:lnTo>
                  <a:lnTo>
                    <a:pt x="43880" y="323161"/>
                  </a:lnTo>
                  <a:lnTo>
                    <a:pt x="71882" y="317500"/>
                  </a:lnTo>
                  <a:lnTo>
                    <a:pt x="262382" y="317500"/>
                  </a:lnTo>
                  <a:lnTo>
                    <a:pt x="629665" y="0"/>
                  </a:lnTo>
                  <a:lnTo>
                    <a:pt x="656082" y="317500"/>
                  </a:lnTo>
                  <a:lnTo>
                    <a:pt x="1502790" y="317500"/>
                  </a:lnTo>
                  <a:lnTo>
                    <a:pt x="1530812" y="323161"/>
                  </a:lnTo>
                  <a:lnTo>
                    <a:pt x="1553702" y="338597"/>
                  </a:lnTo>
                  <a:lnTo>
                    <a:pt x="1569138" y="361487"/>
                  </a:lnTo>
                  <a:lnTo>
                    <a:pt x="1574800" y="389508"/>
                  </a:lnTo>
                  <a:lnTo>
                    <a:pt x="1574800" y="497458"/>
                  </a:lnTo>
                  <a:lnTo>
                    <a:pt x="1574800" y="677418"/>
                  </a:lnTo>
                  <a:lnTo>
                    <a:pt x="1569138" y="705419"/>
                  </a:lnTo>
                  <a:lnTo>
                    <a:pt x="1553702" y="728265"/>
                  </a:lnTo>
                  <a:lnTo>
                    <a:pt x="1530812" y="743658"/>
                  </a:lnTo>
                  <a:lnTo>
                    <a:pt x="1502790" y="749300"/>
                  </a:lnTo>
                  <a:lnTo>
                    <a:pt x="656082" y="749300"/>
                  </a:lnTo>
                  <a:lnTo>
                    <a:pt x="262382" y="749300"/>
                  </a:lnTo>
                  <a:lnTo>
                    <a:pt x="71882" y="749300"/>
                  </a:lnTo>
                  <a:lnTo>
                    <a:pt x="43880" y="743658"/>
                  </a:lnTo>
                  <a:lnTo>
                    <a:pt x="21034" y="728265"/>
                  </a:lnTo>
                  <a:lnTo>
                    <a:pt x="5641" y="705419"/>
                  </a:lnTo>
                  <a:lnTo>
                    <a:pt x="0" y="677418"/>
                  </a:lnTo>
                  <a:lnTo>
                    <a:pt x="0" y="497458"/>
                  </a:lnTo>
                  <a:lnTo>
                    <a:pt x="0" y="389508"/>
                  </a:lnTo>
                  <a:close/>
                </a:path>
              </a:pathLst>
            </a:custGeom>
            <a:ln w="9525">
              <a:solidFill>
                <a:srgbClr val="40458B"/>
              </a:solidFill>
            </a:ln>
          </p:spPr>
          <p:txBody>
            <a:bodyPr wrap="square" lIns="0" tIns="0" rIns="0" bIns="0" rtlCol="0"/>
            <a:lstStyle/>
            <a:p/>
          </p:txBody>
        </p:sp>
      </p:grpSp>
      <p:sp>
        <p:nvSpPr>
          <p:cNvPr id="65" name="object 65" descr=""/>
          <p:cNvSpPr txBox="1"/>
          <p:nvPr/>
        </p:nvSpPr>
        <p:spPr>
          <a:xfrm>
            <a:off x="3962780" y="4269994"/>
            <a:ext cx="14116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加法任务</a:t>
            </a:r>
            <a:r>
              <a:rPr dirty="0" sz="2400" spc="-50">
                <a:solidFill>
                  <a:srgbClr val="FF0000"/>
                </a:solidFill>
                <a:latin typeface="Tahoma"/>
                <a:cs typeface="Tahoma"/>
              </a:rPr>
              <a:t>1</a:t>
            </a:r>
            <a:endParaRPr sz="2400">
              <a:latin typeface="Tahoma"/>
              <a:cs typeface="Tahoma"/>
            </a:endParaRPr>
          </a:p>
        </p:txBody>
      </p:sp>
      <p:grpSp>
        <p:nvGrpSpPr>
          <p:cNvPr id="66" name="object 66" descr=""/>
          <p:cNvGrpSpPr/>
          <p:nvPr/>
        </p:nvGrpSpPr>
        <p:grpSpPr>
          <a:xfrm>
            <a:off x="5154612" y="3781107"/>
            <a:ext cx="1584325" cy="1560830"/>
            <a:chOff x="5154612" y="3781107"/>
            <a:chExt cx="1584325" cy="1560830"/>
          </a:xfrm>
        </p:grpSpPr>
        <p:sp>
          <p:nvSpPr>
            <p:cNvPr id="67" name="object 67" descr=""/>
            <p:cNvSpPr/>
            <p:nvPr/>
          </p:nvSpPr>
          <p:spPr>
            <a:xfrm>
              <a:off x="5159375" y="3785870"/>
              <a:ext cx="1574800" cy="1551305"/>
            </a:xfrm>
            <a:custGeom>
              <a:avLst/>
              <a:gdLst/>
              <a:ahLst/>
              <a:cxnLst/>
              <a:rect l="l" t="t" r="r" b="b"/>
              <a:pathLst>
                <a:path w="1574800" h="1551304">
                  <a:moveTo>
                    <a:pt x="1502791" y="1119504"/>
                  </a:moveTo>
                  <a:lnTo>
                    <a:pt x="72009" y="1119504"/>
                  </a:lnTo>
                  <a:lnTo>
                    <a:pt x="43987" y="1125166"/>
                  </a:lnTo>
                  <a:lnTo>
                    <a:pt x="21097" y="1140602"/>
                  </a:lnTo>
                  <a:lnTo>
                    <a:pt x="5661" y="1163492"/>
                  </a:lnTo>
                  <a:lnTo>
                    <a:pt x="0" y="1191513"/>
                  </a:lnTo>
                  <a:lnTo>
                    <a:pt x="0" y="1479295"/>
                  </a:lnTo>
                  <a:lnTo>
                    <a:pt x="5661" y="1507317"/>
                  </a:lnTo>
                  <a:lnTo>
                    <a:pt x="21097" y="1530207"/>
                  </a:lnTo>
                  <a:lnTo>
                    <a:pt x="43987" y="1545643"/>
                  </a:lnTo>
                  <a:lnTo>
                    <a:pt x="72009" y="1551304"/>
                  </a:lnTo>
                  <a:lnTo>
                    <a:pt x="1502791" y="1551304"/>
                  </a:lnTo>
                  <a:lnTo>
                    <a:pt x="1530812" y="1545643"/>
                  </a:lnTo>
                  <a:lnTo>
                    <a:pt x="1553702" y="1530207"/>
                  </a:lnTo>
                  <a:lnTo>
                    <a:pt x="1569138" y="1507317"/>
                  </a:lnTo>
                  <a:lnTo>
                    <a:pt x="1574800" y="1479295"/>
                  </a:lnTo>
                  <a:lnTo>
                    <a:pt x="1574800" y="1191513"/>
                  </a:lnTo>
                  <a:lnTo>
                    <a:pt x="1569138" y="1163492"/>
                  </a:lnTo>
                  <a:lnTo>
                    <a:pt x="1553702" y="1140602"/>
                  </a:lnTo>
                  <a:lnTo>
                    <a:pt x="1530812" y="1125166"/>
                  </a:lnTo>
                  <a:lnTo>
                    <a:pt x="1502791" y="1119504"/>
                  </a:lnTo>
                  <a:close/>
                </a:path>
                <a:path w="1574800" h="1551304">
                  <a:moveTo>
                    <a:pt x="989584" y="0"/>
                  </a:moveTo>
                  <a:lnTo>
                    <a:pt x="918590" y="1119504"/>
                  </a:lnTo>
                  <a:lnTo>
                    <a:pt x="1312290" y="1119504"/>
                  </a:lnTo>
                  <a:lnTo>
                    <a:pt x="989584" y="0"/>
                  </a:lnTo>
                  <a:close/>
                </a:path>
              </a:pathLst>
            </a:custGeom>
            <a:solidFill>
              <a:srgbClr val="B7C1EB"/>
            </a:solidFill>
          </p:spPr>
          <p:txBody>
            <a:bodyPr wrap="square" lIns="0" tIns="0" rIns="0" bIns="0" rtlCol="0"/>
            <a:lstStyle/>
            <a:p/>
          </p:txBody>
        </p:sp>
        <p:sp>
          <p:nvSpPr>
            <p:cNvPr id="68" name="object 68" descr=""/>
            <p:cNvSpPr/>
            <p:nvPr/>
          </p:nvSpPr>
          <p:spPr>
            <a:xfrm>
              <a:off x="5159375" y="3785870"/>
              <a:ext cx="1574800" cy="1551305"/>
            </a:xfrm>
            <a:custGeom>
              <a:avLst/>
              <a:gdLst/>
              <a:ahLst/>
              <a:cxnLst/>
              <a:rect l="l" t="t" r="r" b="b"/>
              <a:pathLst>
                <a:path w="1574800" h="1551304">
                  <a:moveTo>
                    <a:pt x="0" y="1191513"/>
                  </a:moveTo>
                  <a:lnTo>
                    <a:pt x="5661" y="1163492"/>
                  </a:lnTo>
                  <a:lnTo>
                    <a:pt x="21097" y="1140602"/>
                  </a:lnTo>
                  <a:lnTo>
                    <a:pt x="43987" y="1125166"/>
                  </a:lnTo>
                  <a:lnTo>
                    <a:pt x="72009" y="1119504"/>
                  </a:lnTo>
                  <a:lnTo>
                    <a:pt x="918590" y="1119504"/>
                  </a:lnTo>
                  <a:lnTo>
                    <a:pt x="989584" y="0"/>
                  </a:lnTo>
                  <a:lnTo>
                    <a:pt x="1312290" y="1119504"/>
                  </a:lnTo>
                  <a:lnTo>
                    <a:pt x="1502791" y="1119504"/>
                  </a:lnTo>
                  <a:lnTo>
                    <a:pt x="1530812" y="1125166"/>
                  </a:lnTo>
                  <a:lnTo>
                    <a:pt x="1553702" y="1140602"/>
                  </a:lnTo>
                  <a:lnTo>
                    <a:pt x="1569138" y="1163492"/>
                  </a:lnTo>
                  <a:lnTo>
                    <a:pt x="1574800" y="1191513"/>
                  </a:lnTo>
                  <a:lnTo>
                    <a:pt x="1574800" y="1299463"/>
                  </a:lnTo>
                  <a:lnTo>
                    <a:pt x="1574800" y="1479295"/>
                  </a:lnTo>
                  <a:lnTo>
                    <a:pt x="1569138" y="1507317"/>
                  </a:lnTo>
                  <a:lnTo>
                    <a:pt x="1553702" y="1530207"/>
                  </a:lnTo>
                  <a:lnTo>
                    <a:pt x="1530812" y="1545643"/>
                  </a:lnTo>
                  <a:lnTo>
                    <a:pt x="1502791" y="1551304"/>
                  </a:lnTo>
                  <a:lnTo>
                    <a:pt x="1312290" y="1551304"/>
                  </a:lnTo>
                  <a:lnTo>
                    <a:pt x="918590" y="1551304"/>
                  </a:lnTo>
                  <a:lnTo>
                    <a:pt x="72009" y="1551304"/>
                  </a:lnTo>
                  <a:lnTo>
                    <a:pt x="43987" y="1545643"/>
                  </a:lnTo>
                  <a:lnTo>
                    <a:pt x="21097" y="1530207"/>
                  </a:lnTo>
                  <a:lnTo>
                    <a:pt x="5661" y="1507317"/>
                  </a:lnTo>
                  <a:lnTo>
                    <a:pt x="0" y="1479295"/>
                  </a:lnTo>
                  <a:lnTo>
                    <a:pt x="0" y="1299463"/>
                  </a:lnTo>
                  <a:lnTo>
                    <a:pt x="0" y="1191513"/>
                  </a:lnTo>
                  <a:close/>
                </a:path>
              </a:pathLst>
            </a:custGeom>
            <a:ln w="9525">
              <a:solidFill>
                <a:srgbClr val="40458B"/>
              </a:solidFill>
            </a:ln>
          </p:spPr>
          <p:txBody>
            <a:bodyPr wrap="square" lIns="0" tIns="0" rIns="0" bIns="0" rtlCol="0"/>
            <a:lstStyle/>
            <a:p/>
          </p:txBody>
        </p:sp>
      </p:grpSp>
      <p:sp>
        <p:nvSpPr>
          <p:cNvPr id="69" name="object 69" descr=""/>
          <p:cNvSpPr txBox="1"/>
          <p:nvPr/>
        </p:nvSpPr>
        <p:spPr>
          <a:xfrm>
            <a:off x="5259704" y="4960746"/>
            <a:ext cx="1411605"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加法任务</a:t>
            </a:r>
            <a:r>
              <a:rPr dirty="0" sz="2400" spc="-50">
                <a:solidFill>
                  <a:srgbClr val="FF0000"/>
                </a:solidFill>
                <a:latin typeface="Tahoma"/>
                <a:cs typeface="Tahoma"/>
              </a:rPr>
              <a:t>2</a:t>
            </a:r>
            <a:endParaRPr sz="2400">
              <a:latin typeface="Tahoma"/>
              <a:cs typeface="Tahoma"/>
            </a:endParaRPr>
          </a:p>
        </p:txBody>
      </p:sp>
      <p:sp>
        <p:nvSpPr>
          <p:cNvPr id="70" name="object 70" descr=""/>
          <p:cNvSpPr txBox="1"/>
          <p:nvPr/>
        </p:nvSpPr>
        <p:spPr>
          <a:xfrm>
            <a:off x="1990470" y="5288991"/>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9FF"/>
                </a:solidFill>
                <a:latin typeface="黑体"/>
                <a:cs typeface="黑体"/>
              </a:rPr>
              <a:t>第一批任务</a:t>
            </a:r>
            <a:endParaRPr sz="2400">
              <a:latin typeface="黑体"/>
              <a:cs typeface="黑体"/>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59/154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233883"/>
            <a:ext cx="11041380" cy="514350"/>
          </a:xfrm>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
        <p:nvSpPr>
          <p:cNvPr id="9" name="object 9" descr=""/>
          <p:cNvSpPr txBox="1"/>
          <p:nvPr/>
        </p:nvSpPr>
        <p:spPr>
          <a:xfrm>
            <a:off x="553618" y="633421"/>
            <a:ext cx="7887334" cy="5918200"/>
          </a:xfrm>
          <a:prstGeom prst="rect">
            <a:avLst/>
          </a:prstGeom>
        </p:spPr>
        <p:txBody>
          <a:bodyPr wrap="square" lIns="0" tIns="213995" rIns="0" bIns="0" rtlCol="0" vert="horz">
            <a:spAutoFit/>
          </a:bodyPr>
          <a:lstStyle/>
          <a:p>
            <a:pPr marL="88900">
              <a:lnSpc>
                <a:spcPct val="100000"/>
              </a:lnSpc>
              <a:spcBef>
                <a:spcPts val="1685"/>
              </a:spcBef>
            </a:pPr>
            <a:r>
              <a:rPr dirty="0" sz="2700" spc="-25" b="1">
                <a:solidFill>
                  <a:srgbClr val="E14B04"/>
                </a:solidFill>
                <a:latin typeface="黑体"/>
                <a:cs typeface="黑体"/>
              </a:rPr>
              <a:t>解：</a:t>
            </a:r>
            <a:r>
              <a:rPr dirty="0" sz="2700" spc="-20" b="1">
                <a:solidFill>
                  <a:srgbClr val="40458B"/>
                </a:solidFill>
                <a:latin typeface="黑体"/>
                <a:cs typeface="黑体"/>
              </a:rPr>
              <a:t>（1）</a:t>
            </a:r>
            <a:r>
              <a:rPr dirty="0" sz="2700" spc="-30" b="1">
                <a:solidFill>
                  <a:srgbClr val="40458B"/>
                </a:solidFill>
                <a:latin typeface="黑体"/>
                <a:cs typeface="黑体"/>
              </a:rPr>
              <a:t>选择适合于流水线工作的算法</a:t>
            </a:r>
            <a:endParaRPr sz="2700">
              <a:latin typeface="黑体"/>
              <a:cs typeface="黑体"/>
            </a:endParaRPr>
          </a:p>
          <a:p>
            <a:pPr marL="1600200" indent="-287655">
              <a:lnSpc>
                <a:spcPct val="100000"/>
              </a:lnSpc>
              <a:spcBef>
                <a:spcPts val="1180"/>
              </a:spcBef>
              <a:buClr>
                <a:srgbClr val="4668F5"/>
              </a:buClr>
              <a:buSzPct val="60000"/>
              <a:buFont typeface="Wingdings"/>
              <a:buChar char=""/>
              <a:tabLst>
                <a:tab pos="1600200" algn="l"/>
              </a:tabLst>
            </a:pPr>
            <a:r>
              <a:rPr dirty="0" sz="2000" spc="-10" b="1">
                <a:solidFill>
                  <a:srgbClr val="00AFEF"/>
                </a:solidFill>
                <a:latin typeface="黑体"/>
                <a:cs typeface="黑体"/>
              </a:rPr>
              <a:t>先计算</a:t>
            </a:r>
            <a:r>
              <a:rPr dirty="0" sz="2000" b="1">
                <a:solidFill>
                  <a:srgbClr val="9933FF"/>
                </a:solidFill>
                <a:latin typeface="黑体"/>
                <a:cs typeface="黑体"/>
              </a:rPr>
              <a:t>A</a:t>
            </a:r>
            <a:r>
              <a:rPr dirty="0" baseline="-21367" sz="1950" b="1">
                <a:solidFill>
                  <a:srgbClr val="9933FF"/>
                </a:solidFill>
                <a:latin typeface="黑体"/>
                <a:cs typeface="黑体"/>
              </a:rPr>
              <a:t>1</a:t>
            </a:r>
            <a:r>
              <a:rPr dirty="0" sz="2000" b="1">
                <a:solidFill>
                  <a:srgbClr val="9933FF"/>
                </a:solidFill>
                <a:latin typeface="黑体"/>
                <a:cs typeface="黑体"/>
              </a:rPr>
              <a:t>+B</a:t>
            </a:r>
            <a:r>
              <a:rPr dirty="0" baseline="-21367" sz="1950" b="1">
                <a:solidFill>
                  <a:srgbClr val="9933FF"/>
                </a:solidFill>
                <a:latin typeface="黑体"/>
                <a:cs typeface="黑体"/>
              </a:rPr>
              <a:t>1</a:t>
            </a:r>
            <a:r>
              <a:rPr dirty="0" sz="2000" spc="-10" b="1">
                <a:solidFill>
                  <a:srgbClr val="9933FF"/>
                </a:solidFill>
                <a:latin typeface="黑体"/>
                <a:cs typeface="黑体"/>
              </a:rPr>
              <a:t>、</a:t>
            </a:r>
            <a:r>
              <a:rPr dirty="0" sz="2000" b="1">
                <a:solidFill>
                  <a:srgbClr val="9933FF"/>
                </a:solidFill>
                <a:latin typeface="黑体"/>
                <a:cs typeface="黑体"/>
              </a:rPr>
              <a:t>A</a:t>
            </a:r>
            <a:r>
              <a:rPr dirty="0" baseline="-21367" sz="1950" b="1">
                <a:solidFill>
                  <a:srgbClr val="9933FF"/>
                </a:solidFill>
                <a:latin typeface="黑体"/>
                <a:cs typeface="黑体"/>
              </a:rPr>
              <a:t>2</a:t>
            </a:r>
            <a:r>
              <a:rPr dirty="0" sz="2000" b="1">
                <a:solidFill>
                  <a:srgbClr val="9933FF"/>
                </a:solidFill>
                <a:latin typeface="黑体"/>
                <a:cs typeface="黑体"/>
              </a:rPr>
              <a:t>+B</a:t>
            </a:r>
            <a:r>
              <a:rPr dirty="0" baseline="-21367" sz="1950" b="1">
                <a:solidFill>
                  <a:srgbClr val="9933FF"/>
                </a:solidFill>
                <a:latin typeface="黑体"/>
                <a:cs typeface="黑体"/>
              </a:rPr>
              <a:t>2</a:t>
            </a:r>
            <a:r>
              <a:rPr dirty="0" sz="2000" spc="-10" b="1">
                <a:solidFill>
                  <a:srgbClr val="9933FF"/>
                </a:solidFill>
                <a:latin typeface="黑体"/>
                <a:cs typeface="黑体"/>
              </a:rPr>
              <a:t>、</a:t>
            </a:r>
            <a:r>
              <a:rPr dirty="0" sz="2000" b="1">
                <a:solidFill>
                  <a:srgbClr val="9933FF"/>
                </a:solidFill>
                <a:latin typeface="黑体"/>
                <a:cs typeface="黑体"/>
              </a:rPr>
              <a:t>A</a:t>
            </a:r>
            <a:r>
              <a:rPr dirty="0" baseline="-21367" sz="1950" b="1">
                <a:solidFill>
                  <a:srgbClr val="9933FF"/>
                </a:solidFill>
                <a:latin typeface="黑体"/>
                <a:cs typeface="黑体"/>
              </a:rPr>
              <a:t>3</a:t>
            </a:r>
            <a:r>
              <a:rPr dirty="0" sz="2000" b="1">
                <a:solidFill>
                  <a:srgbClr val="9933FF"/>
                </a:solidFill>
                <a:latin typeface="黑体"/>
                <a:cs typeface="黑体"/>
              </a:rPr>
              <a:t>+B</a:t>
            </a:r>
            <a:r>
              <a:rPr dirty="0" baseline="-21367" sz="1950" b="1">
                <a:solidFill>
                  <a:srgbClr val="9933FF"/>
                </a:solidFill>
                <a:latin typeface="黑体"/>
                <a:cs typeface="黑体"/>
              </a:rPr>
              <a:t>3</a:t>
            </a:r>
            <a:r>
              <a:rPr dirty="0" sz="2000" spc="-10" b="1">
                <a:solidFill>
                  <a:srgbClr val="00AFEF"/>
                </a:solidFill>
                <a:latin typeface="黑体"/>
                <a:cs typeface="黑体"/>
              </a:rPr>
              <a:t>和</a:t>
            </a:r>
            <a:r>
              <a:rPr dirty="0" sz="2000" spc="-10" b="1">
                <a:solidFill>
                  <a:srgbClr val="9933FF"/>
                </a:solidFill>
                <a:latin typeface="黑体"/>
                <a:cs typeface="黑体"/>
              </a:rPr>
              <a:t>A</a:t>
            </a:r>
            <a:r>
              <a:rPr dirty="0" baseline="-21367" sz="1950" spc="-15" b="1">
                <a:solidFill>
                  <a:srgbClr val="9933FF"/>
                </a:solidFill>
                <a:latin typeface="黑体"/>
                <a:cs typeface="黑体"/>
              </a:rPr>
              <a:t>4</a:t>
            </a:r>
            <a:r>
              <a:rPr dirty="0" sz="2000" spc="-10" b="1">
                <a:solidFill>
                  <a:srgbClr val="9933FF"/>
                </a:solidFill>
                <a:latin typeface="黑体"/>
                <a:cs typeface="黑体"/>
              </a:rPr>
              <a:t>+B</a:t>
            </a:r>
            <a:r>
              <a:rPr dirty="0" baseline="-21367" sz="1950" spc="-15" b="1">
                <a:solidFill>
                  <a:srgbClr val="9933FF"/>
                </a:solidFill>
                <a:latin typeface="黑体"/>
                <a:cs typeface="黑体"/>
              </a:rPr>
              <a:t>4</a:t>
            </a:r>
            <a:r>
              <a:rPr dirty="0" sz="2000" spc="-10" b="1">
                <a:solidFill>
                  <a:srgbClr val="9933FF"/>
                </a:solidFill>
                <a:latin typeface="黑体"/>
                <a:cs typeface="黑体"/>
              </a:rPr>
              <a:t>；</a:t>
            </a:r>
            <a:endParaRPr sz="2000">
              <a:latin typeface="黑体"/>
              <a:cs typeface="黑体"/>
            </a:endParaRPr>
          </a:p>
          <a:p>
            <a:pPr marL="1600200" indent="-287655">
              <a:lnSpc>
                <a:spcPct val="100000"/>
              </a:lnSpc>
              <a:spcBef>
                <a:spcPts val="1200"/>
              </a:spcBef>
              <a:buClr>
                <a:srgbClr val="4668F5"/>
              </a:buClr>
              <a:buSzPct val="60000"/>
              <a:buFont typeface="Wingdings"/>
              <a:buChar char=""/>
              <a:tabLst>
                <a:tab pos="1600200" algn="l"/>
              </a:tabLst>
            </a:pPr>
            <a:r>
              <a:rPr dirty="0" sz="2000" spc="-15" b="1">
                <a:solidFill>
                  <a:srgbClr val="00AFEF"/>
                </a:solidFill>
                <a:latin typeface="黑体"/>
                <a:cs typeface="黑体"/>
              </a:rPr>
              <a:t>再计算</a:t>
            </a:r>
            <a:r>
              <a:rPr dirty="0" sz="2000" spc="-10" b="1">
                <a:solidFill>
                  <a:srgbClr val="9933FF"/>
                </a:solidFill>
                <a:latin typeface="黑体"/>
                <a:cs typeface="黑体"/>
              </a:rPr>
              <a:t>(A</a:t>
            </a:r>
            <a:r>
              <a:rPr dirty="0" baseline="-21367" sz="1950" spc="-15" b="1">
                <a:solidFill>
                  <a:srgbClr val="9933FF"/>
                </a:solidFill>
                <a:latin typeface="黑体"/>
                <a:cs typeface="黑体"/>
              </a:rPr>
              <a:t>1</a:t>
            </a:r>
            <a:r>
              <a:rPr dirty="0" sz="2000" spc="-10" b="1">
                <a:solidFill>
                  <a:srgbClr val="9933FF"/>
                </a:solidFill>
                <a:latin typeface="黑体"/>
                <a:cs typeface="黑体"/>
              </a:rPr>
              <a:t>+B</a:t>
            </a:r>
            <a:r>
              <a:rPr dirty="0" baseline="-21367" sz="1950" spc="-15" b="1">
                <a:solidFill>
                  <a:srgbClr val="9933FF"/>
                </a:solidFill>
                <a:latin typeface="黑体"/>
                <a:cs typeface="黑体"/>
              </a:rPr>
              <a:t>1</a:t>
            </a:r>
            <a:r>
              <a:rPr dirty="0" sz="2000" spc="-10" b="1">
                <a:solidFill>
                  <a:srgbClr val="9933FF"/>
                </a:solidFill>
                <a:latin typeface="黑体"/>
                <a:cs typeface="黑体"/>
              </a:rPr>
              <a:t>)×(A</a:t>
            </a:r>
            <a:r>
              <a:rPr dirty="0" baseline="-21367" sz="1950" spc="-15" b="1">
                <a:solidFill>
                  <a:srgbClr val="9933FF"/>
                </a:solidFill>
                <a:latin typeface="黑体"/>
                <a:cs typeface="黑体"/>
              </a:rPr>
              <a:t>2</a:t>
            </a:r>
            <a:r>
              <a:rPr dirty="0" sz="2000" spc="-10" b="1">
                <a:solidFill>
                  <a:srgbClr val="9933FF"/>
                </a:solidFill>
                <a:latin typeface="黑体"/>
                <a:cs typeface="黑体"/>
              </a:rPr>
              <a:t>+B</a:t>
            </a:r>
            <a:r>
              <a:rPr dirty="0" baseline="-21367" sz="1950" spc="-15" b="1">
                <a:solidFill>
                  <a:srgbClr val="9933FF"/>
                </a:solidFill>
                <a:latin typeface="黑体"/>
                <a:cs typeface="黑体"/>
              </a:rPr>
              <a:t>2</a:t>
            </a:r>
            <a:r>
              <a:rPr dirty="0" sz="2000" spc="-10" b="1">
                <a:solidFill>
                  <a:srgbClr val="9933FF"/>
                </a:solidFill>
                <a:latin typeface="黑体"/>
                <a:cs typeface="黑体"/>
              </a:rPr>
              <a:t>)</a:t>
            </a:r>
            <a:r>
              <a:rPr dirty="0" sz="2000" spc="-15" b="1">
                <a:solidFill>
                  <a:srgbClr val="00AFEF"/>
                </a:solidFill>
                <a:latin typeface="黑体"/>
                <a:cs typeface="黑体"/>
              </a:rPr>
              <a:t>和</a:t>
            </a:r>
            <a:r>
              <a:rPr dirty="0" sz="2000" spc="-10" b="1">
                <a:solidFill>
                  <a:srgbClr val="9933FF"/>
                </a:solidFill>
                <a:latin typeface="黑体"/>
                <a:cs typeface="黑体"/>
              </a:rPr>
              <a:t>(A</a:t>
            </a:r>
            <a:r>
              <a:rPr dirty="0" baseline="-21367" sz="1950" spc="-15" b="1">
                <a:solidFill>
                  <a:srgbClr val="9933FF"/>
                </a:solidFill>
                <a:latin typeface="黑体"/>
                <a:cs typeface="黑体"/>
              </a:rPr>
              <a:t>3</a:t>
            </a:r>
            <a:r>
              <a:rPr dirty="0" sz="2000" spc="-10" b="1">
                <a:solidFill>
                  <a:srgbClr val="9933FF"/>
                </a:solidFill>
                <a:latin typeface="黑体"/>
                <a:cs typeface="黑体"/>
              </a:rPr>
              <a:t>+B</a:t>
            </a:r>
            <a:r>
              <a:rPr dirty="0" baseline="-21367" sz="1950" spc="-15" b="1">
                <a:solidFill>
                  <a:srgbClr val="9933FF"/>
                </a:solidFill>
                <a:latin typeface="黑体"/>
                <a:cs typeface="黑体"/>
              </a:rPr>
              <a:t>3</a:t>
            </a:r>
            <a:r>
              <a:rPr dirty="0" sz="2000" spc="-10" b="1">
                <a:solidFill>
                  <a:srgbClr val="9933FF"/>
                </a:solidFill>
                <a:latin typeface="黑体"/>
                <a:cs typeface="黑体"/>
              </a:rPr>
              <a:t>)×(A</a:t>
            </a:r>
            <a:r>
              <a:rPr dirty="0" baseline="-21367" sz="1950" spc="-15" b="1">
                <a:solidFill>
                  <a:srgbClr val="9933FF"/>
                </a:solidFill>
                <a:latin typeface="黑体"/>
                <a:cs typeface="黑体"/>
              </a:rPr>
              <a:t>4</a:t>
            </a:r>
            <a:r>
              <a:rPr dirty="0" sz="2000" spc="-10" b="1">
                <a:solidFill>
                  <a:srgbClr val="9933FF"/>
                </a:solidFill>
                <a:latin typeface="黑体"/>
                <a:cs typeface="黑体"/>
              </a:rPr>
              <a:t>+B</a:t>
            </a:r>
            <a:r>
              <a:rPr dirty="0" baseline="-21367" sz="1950" spc="-15" b="1">
                <a:solidFill>
                  <a:srgbClr val="9933FF"/>
                </a:solidFill>
                <a:latin typeface="黑体"/>
                <a:cs typeface="黑体"/>
              </a:rPr>
              <a:t>4</a:t>
            </a:r>
            <a:r>
              <a:rPr dirty="0" sz="2000" spc="-10" b="1">
                <a:solidFill>
                  <a:srgbClr val="9933FF"/>
                </a:solidFill>
                <a:latin typeface="黑体"/>
                <a:cs typeface="黑体"/>
              </a:rPr>
              <a:t>)；--2</a:t>
            </a:r>
            <a:r>
              <a:rPr dirty="0" sz="2000" spc="-30" b="1">
                <a:solidFill>
                  <a:srgbClr val="9933FF"/>
                </a:solidFill>
                <a:latin typeface="黑体"/>
                <a:cs typeface="黑体"/>
              </a:rPr>
              <a:t>次乘法</a:t>
            </a:r>
            <a:endParaRPr sz="2000">
              <a:latin typeface="黑体"/>
              <a:cs typeface="黑体"/>
            </a:endParaRPr>
          </a:p>
          <a:p>
            <a:pPr marL="1312545" marR="2439670" indent="287655">
              <a:lnSpc>
                <a:spcPct val="150000"/>
              </a:lnSpc>
              <a:buClr>
                <a:srgbClr val="4668F5"/>
              </a:buClr>
              <a:buSzPct val="60000"/>
              <a:buFont typeface="Wingdings"/>
              <a:buChar char=""/>
              <a:tabLst>
                <a:tab pos="1600200" algn="l"/>
              </a:tabLst>
            </a:pPr>
            <a:r>
              <a:rPr dirty="0" sz="2000" spc="-10" b="1">
                <a:solidFill>
                  <a:srgbClr val="00AFEF"/>
                </a:solidFill>
                <a:latin typeface="黑体"/>
                <a:cs typeface="黑体"/>
              </a:rPr>
              <a:t>然后求</a:t>
            </a:r>
            <a:r>
              <a:rPr dirty="0" sz="2000" spc="-20" b="1">
                <a:solidFill>
                  <a:srgbClr val="9933FF"/>
                </a:solidFill>
                <a:latin typeface="黑体"/>
                <a:cs typeface="黑体"/>
              </a:rPr>
              <a:t>总的乘积</a:t>
            </a:r>
            <a:r>
              <a:rPr dirty="0" sz="2000" spc="-15" b="1">
                <a:solidFill>
                  <a:srgbClr val="00AFEF"/>
                </a:solidFill>
                <a:latin typeface="黑体"/>
                <a:cs typeface="黑体"/>
              </a:rPr>
              <a:t>结果。---1</a:t>
            </a:r>
            <a:r>
              <a:rPr dirty="0" sz="2000" spc="-25" b="1">
                <a:solidFill>
                  <a:srgbClr val="00AFEF"/>
                </a:solidFill>
                <a:latin typeface="黑体"/>
                <a:cs typeface="黑体"/>
              </a:rPr>
              <a:t>次乘法</a:t>
            </a:r>
            <a:r>
              <a:rPr dirty="0" sz="2000" spc="-10" b="1">
                <a:solidFill>
                  <a:srgbClr val="9933FF"/>
                </a:solidFill>
                <a:latin typeface="黑体"/>
                <a:cs typeface="黑体"/>
              </a:rPr>
              <a:t>总结</a:t>
            </a:r>
            <a:r>
              <a:rPr dirty="0" sz="2000" spc="-20" b="1">
                <a:solidFill>
                  <a:srgbClr val="00AFEF"/>
                </a:solidFill>
                <a:latin typeface="黑体"/>
                <a:cs typeface="黑体"/>
              </a:rPr>
              <a:t>：4个加任务，3</a:t>
            </a:r>
            <a:r>
              <a:rPr dirty="0" sz="2000" spc="-30" b="1">
                <a:solidFill>
                  <a:srgbClr val="00AFEF"/>
                </a:solidFill>
                <a:latin typeface="黑体"/>
                <a:cs typeface="黑体"/>
              </a:rPr>
              <a:t>个乘任务</a:t>
            </a:r>
            <a:endParaRPr sz="2000">
              <a:latin typeface="黑体"/>
              <a:cs typeface="黑体"/>
            </a:endParaRPr>
          </a:p>
          <a:p>
            <a:pPr marL="428625">
              <a:lnSpc>
                <a:spcPct val="100000"/>
              </a:lnSpc>
              <a:spcBef>
                <a:spcPts val="1450"/>
              </a:spcBef>
            </a:pPr>
            <a:r>
              <a:rPr dirty="0" sz="2400" spc="-20" b="1">
                <a:solidFill>
                  <a:srgbClr val="40458B"/>
                </a:solidFill>
                <a:latin typeface="黑体"/>
                <a:cs typeface="黑体"/>
              </a:rPr>
              <a:t>（2）</a:t>
            </a:r>
            <a:r>
              <a:rPr dirty="0" sz="2400" spc="-30" b="1">
                <a:solidFill>
                  <a:srgbClr val="40458B"/>
                </a:solidFill>
                <a:latin typeface="黑体"/>
                <a:cs typeface="黑体"/>
              </a:rPr>
              <a:t>画出时空图</a:t>
            </a:r>
            <a:endParaRPr sz="2400">
              <a:latin typeface="黑体"/>
              <a:cs typeface="黑体"/>
            </a:endParaRPr>
          </a:p>
          <a:p>
            <a:pPr>
              <a:lnSpc>
                <a:spcPct val="100000"/>
              </a:lnSpc>
              <a:spcBef>
                <a:spcPts val="440"/>
              </a:spcBef>
            </a:pPr>
            <a:endParaRPr sz="2400">
              <a:latin typeface="黑体"/>
              <a:cs typeface="黑体"/>
            </a:endParaRPr>
          </a:p>
          <a:p>
            <a:pPr marL="1731645" indent="-457200">
              <a:lnSpc>
                <a:spcPct val="100000"/>
              </a:lnSpc>
              <a:buClr>
                <a:srgbClr val="4668F5"/>
              </a:buClr>
              <a:buSzPct val="60416"/>
              <a:buFont typeface="Wingdings"/>
              <a:buChar char=""/>
              <a:tabLst>
                <a:tab pos="1731645" algn="l"/>
              </a:tabLst>
            </a:pPr>
            <a:r>
              <a:rPr dirty="0" sz="2400" spc="-20" b="1">
                <a:solidFill>
                  <a:srgbClr val="FF09FF"/>
                </a:solidFill>
                <a:latin typeface="黑体"/>
                <a:cs typeface="黑体"/>
              </a:rPr>
              <a:t>吞吐率</a:t>
            </a:r>
            <a:r>
              <a:rPr dirty="0" sz="2400" spc="-25" b="1">
                <a:solidFill>
                  <a:srgbClr val="00AFEF"/>
                </a:solidFill>
                <a:latin typeface="黑体"/>
                <a:cs typeface="黑体"/>
              </a:rPr>
              <a:t>：单位时间内完成的任务数</a:t>
            </a:r>
            <a:endParaRPr sz="2400">
              <a:latin typeface="黑体"/>
              <a:cs typeface="黑体"/>
            </a:endParaRPr>
          </a:p>
          <a:p>
            <a:pPr marL="1731645" indent="-457200">
              <a:lnSpc>
                <a:spcPct val="100000"/>
              </a:lnSpc>
              <a:spcBef>
                <a:spcPts val="2880"/>
              </a:spcBef>
              <a:buClr>
                <a:srgbClr val="4668F5"/>
              </a:buClr>
              <a:buSzPct val="60416"/>
              <a:buFont typeface="Wingdings"/>
              <a:buChar char=""/>
              <a:tabLst>
                <a:tab pos="1731645" algn="l"/>
              </a:tabLst>
            </a:pPr>
            <a:r>
              <a:rPr dirty="0" sz="2400" spc="-30" b="1">
                <a:solidFill>
                  <a:srgbClr val="00AFEF"/>
                </a:solidFill>
                <a:latin typeface="黑体"/>
                <a:cs typeface="黑体"/>
              </a:rPr>
              <a:t>加速比：</a:t>
            </a:r>
            <a:endParaRPr sz="2400">
              <a:latin typeface="黑体"/>
              <a:cs typeface="黑体"/>
            </a:endParaRPr>
          </a:p>
          <a:p>
            <a:pPr marL="1731645" marR="673100" indent="-457200">
              <a:lnSpc>
                <a:spcPct val="186800"/>
              </a:lnSpc>
              <a:spcBef>
                <a:spcPts val="380"/>
              </a:spcBef>
              <a:buClr>
                <a:srgbClr val="4668F5"/>
              </a:buClr>
              <a:buSzPct val="60416"/>
              <a:buFont typeface="Wingdings"/>
              <a:buChar char=""/>
              <a:tabLst>
                <a:tab pos="2560955" algn="l"/>
              </a:tabLst>
            </a:pPr>
            <a:r>
              <a:rPr dirty="0" sz="2400" spc="-20" b="1">
                <a:solidFill>
                  <a:srgbClr val="00AFEF"/>
                </a:solidFill>
                <a:latin typeface="黑体"/>
                <a:cs typeface="黑体"/>
              </a:rPr>
              <a:t>效率</a:t>
            </a:r>
            <a:r>
              <a:rPr dirty="0" sz="2000" spc="-25" b="1">
                <a:solidFill>
                  <a:srgbClr val="00AFEF"/>
                </a:solidFill>
                <a:latin typeface="宋体"/>
                <a:cs typeface="宋体"/>
              </a:rPr>
              <a:t>：流水线中的设备实际使用时间与整个运行</a:t>
            </a:r>
            <a:r>
              <a:rPr dirty="0" sz="2000" spc="-25" b="1">
                <a:solidFill>
                  <a:srgbClr val="00AFEF"/>
                </a:solidFill>
                <a:latin typeface="宋体"/>
                <a:cs typeface="宋体"/>
              </a:rPr>
              <a:t>	</a:t>
            </a:r>
            <a:r>
              <a:rPr dirty="0" sz="2000" spc="-20" b="1">
                <a:solidFill>
                  <a:srgbClr val="00AFEF"/>
                </a:solidFill>
                <a:latin typeface="宋体"/>
                <a:cs typeface="宋体"/>
              </a:rPr>
              <a:t>时间的比值</a:t>
            </a:r>
            <a:endParaRPr sz="2000">
              <a:latin typeface="宋体"/>
              <a:cs typeface="宋体"/>
            </a:endParaRPr>
          </a:p>
        </p:txBody>
      </p:sp>
      <p:pic>
        <p:nvPicPr>
          <p:cNvPr id="10" name="object 10" descr=""/>
          <p:cNvPicPr/>
          <p:nvPr/>
        </p:nvPicPr>
        <p:blipFill>
          <a:blip r:embed="rId2" cstate="print"/>
          <a:stretch>
            <a:fillRect/>
          </a:stretch>
        </p:blipFill>
        <p:spPr>
          <a:xfrm>
            <a:off x="8972931" y="5488940"/>
            <a:ext cx="1715770" cy="781685"/>
          </a:xfrm>
          <a:prstGeom prst="rect">
            <a:avLst/>
          </a:prstGeom>
        </p:spPr>
      </p:pic>
      <p:pic>
        <p:nvPicPr>
          <p:cNvPr id="11" name="object 11" descr=""/>
          <p:cNvPicPr/>
          <p:nvPr/>
        </p:nvPicPr>
        <p:blipFill>
          <a:blip r:embed="rId3" cstate="print"/>
          <a:stretch>
            <a:fillRect/>
          </a:stretch>
        </p:blipFill>
        <p:spPr>
          <a:xfrm>
            <a:off x="3860546" y="4704550"/>
            <a:ext cx="2069083" cy="642531"/>
          </a:xfrm>
          <a:prstGeom prst="rect">
            <a:avLst/>
          </a:prstGeom>
        </p:spPr>
      </p:pic>
      <p:pic>
        <p:nvPicPr>
          <p:cNvPr id="12" name="object 12" descr=""/>
          <p:cNvPicPr/>
          <p:nvPr/>
        </p:nvPicPr>
        <p:blipFill>
          <a:blip r:embed="rId4" cstate="print"/>
          <a:stretch>
            <a:fillRect/>
          </a:stretch>
        </p:blipFill>
        <p:spPr>
          <a:xfrm>
            <a:off x="7296150" y="3933825"/>
            <a:ext cx="2041525" cy="87312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4" name="object 4"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5" name="object 5" descr=""/>
          <p:cNvSpPr txBox="1"/>
          <p:nvPr/>
        </p:nvSpPr>
        <p:spPr>
          <a:xfrm>
            <a:off x="2214117" y="2326970"/>
            <a:ext cx="7399020" cy="452120"/>
          </a:xfrm>
          <a:prstGeom prst="rect">
            <a:avLst/>
          </a:prstGeom>
        </p:spPr>
        <p:txBody>
          <a:bodyPr wrap="square" lIns="0" tIns="12065" rIns="0" bIns="0" rtlCol="0" vert="horz">
            <a:spAutoFit/>
          </a:bodyPr>
          <a:lstStyle/>
          <a:p>
            <a:pPr marL="12700">
              <a:lnSpc>
                <a:spcPct val="100000"/>
              </a:lnSpc>
              <a:spcBef>
                <a:spcPts val="95"/>
              </a:spcBef>
            </a:pPr>
            <a:r>
              <a:rPr dirty="0" sz="2600" spc="-5">
                <a:solidFill>
                  <a:srgbClr val="FF0000"/>
                </a:solidFill>
                <a:latin typeface="微软雅黑"/>
                <a:cs typeface="微软雅黑"/>
              </a:rPr>
              <a:t>请对上题尝试画出时空图， </a:t>
            </a:r>
            <a:r>
              <a:rPr dirty="0" sz="2800" spc="-10">
                <a:solidFill>
                  <a:srgbClr val="FF0000"/>
                </a:solidFill>
                <a:latin typeface="Tahoma"/>
                <a:cs typeface="Tahoma"/>
              </a:rPr>
              <a:t>5</a:t>
            </a:r>
            <a:r>
              <a:rPr dirty="0" sz="2800" spc="-30">
                <a:solidFill>
                  <a:srgbClr val="FF0000"/>
                </a:solidFill>
                <a:latin typeface="黑体"/>
                <a:cs typeface="黑体"/>
              </a:rPr>
              <a:t>分钟时间。</a:t>
            </a:r>
            <a:r>
              <a:rPr dirty="0" sz="2600" spc="-20">
                <a:solidFill>
                  <a:srgbClr val="FF0000"/>
                </a:solidFill>
                <a:latin typeface="微软雅黑"/>
                <a:cs typeface="微软雅黑"/>
              </a:rPr>
              <a:t>拍照上传</a:t>
            </a:r>
            <a:endParaRPr sz="2600">
              <a:latin typeface="微软雅黑"/>
              <a:cs typeface="微软雅黑"/>
            </a:endParaRPr>
          </a:p>
        </p:txBody>
      </p:sp>
      <p:grpSp>
        <p:nvGrpSpPr>
          <p:cNvPr id="6" name="object 6" descr=""/>
          <p:cNvGrpSpPr/>
          <p:nvPr/>
        </p:nvGrpSpPr>
        <p:grpSpPr>
          <a:xfrm>
            <a:off x="7445375" y="4778375"/>
            <a:ext cx="1581150" cy="449580"/>
            <a:chOff x="7445375" y="4778375"/>
            <a:chExt cx="1581150" cy="449580"/>
          </a:xfrm>
        </p:grpSpPr>
        <p:sp>
          <p:nvSpPr>
            <p:cNvPr id="7" name="object 7" descr=""/>
            <p:cNvSpPr/>
            <p:nvPr/>
          </p:nvSpPr>
          <p:spPr>
            <a:xfrm>
              <a:off x="7464425" y="4797425"/>
              <a:ext cx="1543050" cy="411480"/>
            </a:xfrm>
            <a:custGeom>
              <a:avLst/>
              <a:gdLst/>
              <a:ahLst/>
              <a:cxnLst/>
              <a:rect l="l" t="t" r="r" b="b"/>
              <a:pathLst>
                <a:path w="1543050" h="411479">
                  <a:moveTo>
                    <a:pt x="1474470" y="0"/>
                  </a:moveTo>
                  <a:lnTo>
                    <a:pt x="68579" y="0"/>
                  </a:lnTo>
                  <a:lnTo>
                    <a:pt x="41898" y="5393"/>
                  </a:lnTo>
                  <a:lnTo>
                    <a:pt x="20097" y="20097"/>
                  </a:lnTo>
                  <a:lnTo>
                    <a:pt x="5393" y="41898"/>
                  </a:lnTo>
                  <a:lnTo>
                    <a:pt x="0" y="68580"/>
                  </a:lnTo>
                  <a:lnTo>
                    <a:pt x="0" y="342645"/>
                  </a:lnTo>
                  <a:lnTo>
                    <a:pt x="5393" y="369327"/>
                  </a:lnTo>
                  <a:lnTo>
                    <a:pt x="20097" y="391128"/>
                  </a:lnTo>
                  <a:lnTo>
                    <a:pt x="41898" y="405832"/>
                  </a:lnTo>
                  <a:lnTo>
                    <a:pt x="68579" y="411225"/>
                  </a:lnTo>
                  <a:lnTo>
                    <a:pt x="1474470" y="411225"/>
                  </a:lnTo>
                  <a:lnTo>
                    <a:pt x="1501151" y="405832"/>
                  </a:lnTo>
                  <a:lnTo>
                    <a:pt x="1522952" y="391128"/>
                  </a:lnTo>
                  <a:lnTo>
                    <a:pt x="1537656" y="369327"/>
                  </a:lnTo>
                  <a:lnTo>
                    <a:pt x="1543050" y="342645"/>
                  </a:lnTo>
                  <a:lnTo>
                    <a:pt x="1543050" y="68580"/>
                  </a:lnTo>
                  <a:lnTo>
                    <a:pt x="1537656" y="41898"/>
                  </a:lnTo>
                  <a:lnTo>
                    <a:pt x="1522952" y="20097"/>
                  </a:lnTo>
                  <a:lnTo>
                    <a:pt x="1501151" y="5393"/>
                  </a:lnTo>
                  <a:lnTo>
                    <a:pt x="1474470" y="0"/>
                  </a:lnTo>
                  <a:close/>
                </a:path>
              </a:pathLst>
            </a:custGeom>
            <a:solidFill>
              <a:srgbClr val="808080"/>
            </a:solidFill>
          </p:spPr>
          <p:txBody>
            <a:bodyPr wrap="square" lIns="0" tIns="0" rIns="0" bIns="0" rtlCol="0"/>
            <a:lstStyle/>
            <a:p/>
          </p:txBody>
        </p:sp>
        <p:sp>
          <p:nvSpPr>
            <p:cNvPr id="8" name="object 8" descr=""/>
            <p:cNvSpPr/>
            <p:nvPr/>
          </p:nvSpPr>
          <p:spPr>
            <a:xfrm>
              <a:off x="7464425" y="4797425"/>
              <a:ext cx="1543050" cy="411480"/>
            </a:xfrm>
            <a:custGeom>
              <a:avLst/>
              <a:gdLst/>
              <a:ahLst/>
              <a:cxnLst/>
              <a:rect l="l" t="t" r="r" b="b"/>
              <a:pathLst>
                <a:path w="1543050" h="411479">
                  <a:moveTo>
                    <a:pt x="0" y="68580"/>
                  </a:moveTo>
                  <a:lnTo>
                    <a:pt x="5393" y="41898"/>
                  </a:lnTo>
                  <a:lnTo>
                    <a:pt x="20097" y="20097"/>
                  </a:lnTo>
                  <a:lnTo>
                    <a:pt x="41898" y="5393"/>
                  </a:lnTo>
                  <a:lnTo>
                    <a:pt x="68579" y="0"/>
                  </a:lnTo>
                  <a:lnTo>
                    <a:pt x="1474470" y="0"/>
                  </a:lnTo>
                  <a:lnTo>
                    <a:pt x="1501151" y="5393"/>
                  </a:lnTo>
                  <a:lnTo>
                    <a:pt x="1522952" y="20097"/>
                  </a:lnTo>
                  <a:lnTo>
                    <a:pt x="1537656" y="41898"/>
                  </a:lnTo>
                  <a:lnTo>
                    <a:pt x="1543050" y="68580"/>
                  </a:lnTo>
                  <a:lnTo>
                    <a:pt x="1543050" y="342645"/>
                  </a:lnTo>
                  <a:lnTo>
                    <a:pt x="1537656" y="369327"/>
                  </a:lnTo>
                  <a:lnTo>
                    <a:pt x="1522952" y="391128"/>
                  </a:lnTo>
                  <a:lnTo>
                    <a:pt x="1501151" y="405832"/>
                  </a:lnTo>
                  <a:lnTo>
                    <a:pt x="1474470" y="411225"/>
                  </a:lnTo>
                  <a:lnTo>
                    <a:pt x="68579" y="411225"/>
                  </a:lnTo>
                  <a:lnTo>
                    <a:pt x="41898" y="405832"/>
                  </a:lnTo>
                  <a:lnTo>
                    <a:pt x="20097" y="391128"/>
                  </a:lnTo>
                  <a:lnTo>
                    <a:pt x="5393" y="369327"/>
                  </a:lnTo>
                  <a:lnTo>
                    <a:pt x="0" y="342645"/>
                  </a:lnTo>
                  <a:lnTo>
                    <a:pt x="0" y="68580"/>
                  </a:lnTo>
                  <a:close/>
                </a:path>
              </a:pathLst>
            </a:custGeom>
            <a:ln w="38100">
              <a:solidFill>
                <a:srgbClr val="000000"/>
              </a:solidFill>
            </a:ln>
          </p:spPr>
          <p:txBody>
            <a:bodyPr wrap="square" lIns="0" tIns="0" rIns="0" bIns="0" rtlCol="0"/>
            <a:lstStyle/>
            <a:p/>
          </p:txBody>
        </p:sp>
      </p:grpSp>
      <p:sp>
        <p:nvSpPr>
          <p:cNvPr id="9" name="object 9" descr=""/>
          <p:cNvSpPr txBox="1"/>
          <p:nvPr/>
        </p:nvSpPr>
        <p:spPr>
          <a:xfrm>
            <a:off x="8020939" y="4861940"/>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sp>
        <p:nvSpPr>
          <p:cNvPr id="10" name="object 1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11" name="object 1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u="none" sz="2600">
                <a:solidFill>
                  <a:srgbClr val="000000"/>
                </a:solidFill>
                <a:latin typeface="微软雅黑"/>
                <a:cs typeface="微软雅黑"/>
              </a:rPr>
              <a:t>主观</a:t>
            </a:r>
            <a:r>
              <a:rPr dirty="0" u="none" sz="2600" spc="-50">
                <a:solidFill>
                  <a:srgbClr val="000000"/>
                </a:solidFill>
                <a:latin typeface="微软雅黑"/>
                <a:cs typeface="微软雅黑"/>
              </a:rPr>
              <a:t>题</a:t>
            </a:r>
            <a:r>
              <a:rPr dirty="0" u="none" sz="2600">
                <a:solidFill>
                  <a:srgbClr val="000000"/>
                </a:solidFill>
                <a:latin typeface="微软雅黑"/>
                <a:cs typeface="微软雅黑"/>
              </a:rPr>
              <a:t>	</a:t>
            </a:r>
            <a:r>
              <a:rPr dirty="0" u="none" baseline="-4166" sz="3000">
                <a:solidFill>
                  <a:srgbClr val="808080"/>
                </a:solidFill>
                <a:latin typeface="微软雅黑"/>
                <a:cs typeface="微软雅黑"/>
              </a:rPr>
              <a:t>10</a:t>
            </a:r>
            <a:r>
              <a:rPr dirty="0" u="none" baseline="-4166" sz="3000" spc="-75">
                <a:solidFill>
                  <a:srgbClr val="808080"/>
                </a:solidFill>
                <a:latin typeface="微软雅黑"/>
                <a:cs typeface="微软雅黑"/>
              </a:rPr>
              <a:t>分</a:t>
            </a:r>
            <a:endParaRPr baseline="-4166" sz="3000">
              <a:latin typeface="微软雅黑"/>
              <a:cs typeface="微软雅黑"/>
            </a:endParaRPr>
          </a:p>
        </p:txBody>
      </p:sp>
      <p:pic>
        <p:nvPicPr>
          <p:cNvPr id="12" name="object 1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1703451" y="1801876"/>
            <a:ext cx="8785225" cy="3961129"/>
            <a:chOff x="1703451" y="1801876"/>
            <a:chExt cx="8785225" cy="3961129"/>
          </a:xfrm>
        </p:grpSpPr>
        <p:sp>
          <p:nvSpPr>
            <p:cNvPr id="10" name="object 10" descr=""/>
            <p:cNvSpPr/>
            <p:nvPr/>
          </p:nvSpPr>
          <p:spPr>
            <a:xfrm>
              <a:off x="1703451" y="1801876"/>
              <a:ext cx="8785225" cy="3961129"/>
            </a:xfrm>
            <a:custGeom>
              <a:avLst/>
              <a:gdLst/>
              <a:ahLst/>
              <a:cxnLst/>
              <a:rect l="l" t="t" r="r" b="b"/>
              <a:pathLst>
                <a:path w="8785225" h="3961129">
                  <a:moveTo>
                    <a:pt x="8785225" y="0"/>
                  </a:moveTo>
                  <a:lnTo>
                    <a:pt x="0" y="0"/>
                  </a:lnTo>
                  <a:lnTo>
                    <a:pt x="0" y="3960749"/>
                  </a:lnTo>
                  <a:lnTo>
                    <a:pt x="8785225" y="3960749"/>
                  </a:lnTo>
                  <a:lnTo>
                    <a:pt x="8785225" y="0"/>
                  </a:lnTo>
                  <a:close/>
                </a:path>
              </a:pathLst>
            </a:custGeom>
            <a:solidFill>
              <a:srgbClr val="F6EBC0"/>
            </a:solidFill>
          </p:spPr>
          <p:txBody>
            <a:bodyPr wrap="square" lIns="0" tIns="0" rIns="0" bIns="0" rtlCol="0"/>
            <a:lstStyle/>
            <a:p/>
          </p:txBody>
        </p:sp>
        <p:sp>
          <p:nvSpPr>
            <p:cNvPr id="11" name="object 11" descr=""/>
            <p:cNvSpPr/>
            <p:nvPr/>
          </p:nvSpPr>
          <p:spPr>
            <a:xfrm>
              <a:off x="4023657" y="2388163"/>
              <a:ext cx="1403350" cy="264160"/>
            </a:xfrm>
            <a:custGeom>
              <a:avLst/>
              <a:gdLst/>
              <a:ahLst/>
              <a:cxnLst/>
              <a:rect l="l" t="t" r="r" b="b"/>
              <a:pathLst>
                <a:path w="1403350" h="264160">
                  <a:moveTo>
                    <a:pt x="1402787" y="0"/>
                  </a:moveTo>
                  <a:lnTo>
                    <a:pt x="0" y="0"/>
                  </a:lnTo>
                  <a:lnTo>
                    <a:pt x="0" y="264026"/>
                  </a:lnTo>
                  <a:lnTo>
                    <a:pt x="1402787" y="264026"/>
                  </a:lnTo>
                  <a:lnTo>
                    <a:pt x="1402787" y="0"/>
                  </a:lnTo>
                  <a:close/>
                </a:path>
              </a:pathLst>
            </a:custGeom>
            <a:solidFill>
              <a:srgbClr val="C0C0C0"/>
            </a:solidFill>
          </p:spPr>
          <p:txBody>
            <a:bodyPr wrap="square" lIns="0" tIns="0" rIns="0" bIns="0" rtlCol="0"/>
            <a:lstStyle/>
            <a:p/>
          </p:txBody>
        </p:sp>
        <p:sp>
          <p:nvSpPr>
            <p:cNvPr id="12" name="object 12" descr=""/>
            <p:cNvSpPr/>
            <p:nvPr/>
          </p:nvSpPr>
          <p:spPr>
            <a:xfrm>
              <a:off x="4023657" y="2388163"/>
              <a:ext cx="1403350" cy="264160"/>
            </a:xfrm>
            <a:custGeom>
              <a:avLst/>
              <a:gdLst/>
              <a:ahLst/>
              <a:cxnLst/>
              <a:rect l="l" t="t" r="r" b="b"/>
              <a:pathLst>
                <a:path w="1403350" h="264160">
                  <a:moveTo>
                    <a:pt x="0" y="264026"/>
                  </a:moveTo>
                  <a:lnTo>
                    <a:pt x="1402787" y="264026"/>
                  </a:lnTo>
                  <a:lnTo>
                    <a:pt x="1402787" y="0"/>
                  </a:lnTo>
                  <a:lnTo>
                    <a:pt x="0" y="0"/>
                  </a:lnTo>
                  <a:lnTo>
                    <a:pt x="0" y="264026"/>
                  </a:lnTo>
                  <a:close/>
                </a:path>
              </a:pathLst>
            </a:custGeom>
            <a:ln w="15298">
              <a:solidFill>
                <a:srgbClr val="000000"/>
              </a:solidFill>
            </a:ln>
          </p:spPr>
          <p:txBody>
            <a:bodyPr wrap="square" lIns="0" tIns="0" rIns="0" bIns="0" rtlCol="0"/>
            <a:lstStyle/>
            <a:p/>
          </p:txBody>
        </p:sp>
        <p:sp>
          <p:nvSpPr>
            <p:cNvPr id="13" name="object 13" descr=""/>
            <p:cNvSpPr/>
            <p:nvPr/>
          </p:nvSpPr>
          <p:spPr>
            <a:xfrm>
              <a:off x="3672613" y="3174575"/>
              <a:ext cx="1403350" cy="264160"/>
            </a:xfrm>
            <a:custGeom>
              <a:avLst/>
              <a:gdLst/>
              <a:ahLst/>
              <a:cxnLst/>
              <a:rect l="l" t="t" r="r" b="b"/>
              <a:pathLst>
                <a:path w="1403350" h="264160">
                  <a:moveTo>
                    <a:pt x="1402787" y="0"/>
                  </a:moveTo>
                  <a:lnTo>
                    <a:pt x="0" y="0"/>
                  </a:lnTo>
                  <a:lnTo>
                    <a:pt x="0" y="264026"/>
                  </a:lnTo>
                  <a:lnTo>
                    <a:pt x="1402787" y="264026"/>
                  </a:lnTo>
                  <a:lnTo>
                    <a:pt x="1402787" y="0"/>
                  </a:lnTo>
                  <a:close/>
                </a:path>
              </a:pathLst>
            </a:custGeom>
            <a:solidFill>
              <a:srgbClr val="C0C0C0"/>
            </a:solidFill>
          </p:spPr>
          <p:txBody>
            <a:bodyPr wrap="square" lIns="0" tIns="0" rIns="0" bIns="0" rtlCol="0"/>
            <a:lstStyle/>
            <a:p/>
          </p:txBody>
        </p:sp>
        <p:sp>
          <p:nvSpPr>
            <p:cNvPr id="14" name="object 14" descr=""/>
            <p:cNvSpPr/>
            <p:nvPr/>
          </p:nvSpPr>
          <p:spPr>
            <a:xfrm>
              <a:off x="3672613" y="3174575"/>
              <a:ext cx="1403350" cy="264160"/>
            </a:xfrm>
            <a:custGeom>
              <a:avLst/>
              <a:gdLst/>
              <a:ahLst/>
              <a:cxnLst/>
              <a:rect l="l" t="t" r="r" b="b"/>
              <a:pathLst>
                <a:path w="1403350" h="264160">
                  <a:moveTo>
                    <a:pt x="0" y="264026"/>
                  </a:moveTo>
                  <a:lnTo>
                    <a:pt x="1402787" y="264026"/>
                  </a:lnTo>
                  <a:lnTo>
                    <a:pt x="1402787" y="0"/>
                  </a:lnTo>
                  <a:lnTo>
                    <a:pt x="0" y="0"/>
                  </a:lnTo>
                  <a:lnTo>
                    <a:pt x="0" y="264026"/>
                  </a:lnTo>
                  <a:close/>
                </a:path>
              </a:pathLst>
            </a:custGeom>
            <a:ln w="15298">
              <a:solidFill>
                <a:srgbClr val="000000"/>
              </a:solidFill>
            </a:ln>
          </p:spPr>
          <p:txBody>
            <a:bodyPr wrap="square" lIns="0" tIns="0" rIns="0" bIns="0" rtlCol="0"/>
            <a:lstStyle/>
            <a:p/>
          </p:txBody>
        </p:sp>
        <p:sp>
          <p:nvSpPr>
            <p:cNvPr id="15" name="object 15" descr=""/>
            <p:cNvSpPr/>
            <p:nvPr/>
          </p:nvSpPr>
          <p:spPr>
            <a:xfrm>
              <a:off x="3321569" y="3438602"/>
              <a:ext cx="1403985" cy="261620"/>
            </a:xfrm>
            <a:custGeom>
              <a:avLst/>
              <a:gdLst/>
              <a:ahLst/>
              <a:cxnLst/>
              <a:rect l="l" t="t" r="r" b="b"/>
              <a:pathLst>
                <a:path w="1403985" h="261620">
                  <a:moveTo>
                    <a:pt x="1403482" y="0"/>
                  </a:moveTo>
                  <a:lnTo>
                    <a:pt x="0" y="0"/>
                  </a:lnTo>
                  <a:lnTo>
                    <a:pt x="0" y="261435"/>
                  </a:lnTo>
                  <a:lnTo>
                    <a:pt x="1403482" y="261435"/>
                  </a:lnTo>
                  <a:lnTo>
                    <a:pt x="1403482" y="0"/>
                  </a:lnTo>
                  <a:close/>
                </a:path>
              </a:pathLst>
            </a:custGeom>
            <a:solidFill>
              <a:srgbClr val="C0C0C0"/>
            </a:solidFill>
          </p:spPr>
          <p:txBody>
            <a:bodyPr wrap="square" lIns="0" tIns="0" rIns="0" bIns="0" rtlCol="0"/>
            <a:lstStyle/>
            <a:p/>
          </p:txBody>
        </p:sp>
        <p:sp>
          <p:nvSpPr>
            <p:cNvPr id="16" name="object 16" descr=""/>
            <p:cNvSpPr/>
            <p:nvPr/>
          </p:nvSpPr>
          <p:spPr>
            <a:xfrm>
              <a:off x="3321569" y="3438602"/>
              <a:ext cx="1403985" cy="261620"/>
            </a:xfrm>
            <a:custGeom>
              <a:avLst/>
              <a:gdLst/>
              <a:ahLst/>
              <a:cxnLst/>
              <a:rect l="l" t="t" r="r" b="b"/>
              <a:pathLst>
                <a:path w="1403985" h="261620">
                  <a:moveTo>
                    <a:pt x="0" y="261435"/>
                  </a:moveTo>
                  <a:lnTo>
                    <a:pt x="1403482" y="261435"/>
                  </a:lnTo>
                  <a:lnTo>
                    <a:pt x="1403482" y="0"/>
                  </a:lnTo>
                  <a:lnTo>
                    <a:pt x="0" y="0"/>
                  </a:lnTo>
                  <a:lnTo>
                    <a:pt x="0" y="261435"/>
                  </a:lnTo>
                  <a:close/>
                </a:path>
              </a:pathLst>
            </a:custGeom>
            <a:ln w="15294">
              <a:solidFill>
                <a:srgbClr val="000000"/>
              </a:solidFill>
            </a:ln>
          </p:spPr>
          <p:txBody>
            <a:bodyPr wrap="square" lIns="0" tIns="0" rIns="0" bIns="0" rtlCol="0"/>
            <a:lstStyle/>
            <a:p/>
          </p:txBody>
        </p:sp>
        <p:sp>
          <p:nvSpPr>
            <p:cNvPr id="17" name="object 17" descr=""/>
            <p:cNvSpPr/>
            <p:nvPr/>
          </p:nvSpPr>
          <p:spPr>
            <a:xfrm>
              <a:off x="2971219" y="3700037"/>
              <a:ext cx="1403350" cy="261620"/>
            </a:xfrm>
            <a:custGeom>
              <a:avLst/>
              <a:gdLst/>
              <a:ahLst/>
              <a:cxnLst/>
              <a:rect l="l" t="t" r="r" b="b"/>
              <a:pathLst>
                <a:path w="1403350" h="261620">
                  <a:moveTo>
                    <a:pt x="1402787" y="0"/>
                  </a:moveTo>
                  <a:lnTo>
                    <a:pt x="0" y="0"/>
                  </a:lnTo>
                  <a:lnTo>
                    <a:pt x="0" y="261435"/>
                  </a:lnTo>
                  <a:lnTo>
                    <a:pt x="1402787" y="261435"/>
                  </a:lnTo>
                  <a:lnTo>
                    <a:pt x="1402787" y="0"/>
                  </a:lnTo>
                  <a:close/>
                </a:path>
              </a:pathLst>
            </a:custGeom>
            <a:solidFill>
              <a:srgbClr val="C0C0C0"/>
            </a:solidFill>
          </p:spPr>
          <p:txBody>
            <a:bodyPr wrap="square" lIns="0" tIns="0" rIns="0" bIns="0" rtlCol="0"/>
            <a:lstStyle/>
            <a:p/>
          </p:txBody>
        </p:sp>
        <p:sp>
          <p:nvSpPr>
            <p:cNvPr id="18" name="object 18" descr=""/>
            <p:cNvSpPr/>
            <p:nvPr/>
          </p:nvSpPr>
          <p:spPr>
            <a:xfrm>
              <a:off x="2971219" y="3700037"/>
              <a:ext cx="1403350" cy="261620"/>
            </a:xfrm>
            <a:custGeom>
              <a:avLst/>
              <a:gdLst/>
              <a:ahLst/>
              <a:cxnLst/>
              <a:rect l="l" t="t" r="r" b="b"/>
              <a:pathLst>
                <a:path w="1403350" h="261620">
                  <a:moveTo>
                    <a:pt x="0" y="261435"/>
                  </a:moveTo>
                  <a:lnTo>
                    <a:pt x="1402787" y="261435"/>
                  </a:lnTo>
                  <a:lnTo>
                    <a:pt x="1402787" y="0"/>
                  </a:lnTo>
                  <a:lnTo>
                    <a:pt x="0" y="0"/>
                  </a:lnTo>
                  <a:lnTo>
                    <a:pt x="0" y="261435"/>
                  </a:lnTo>
                  <a:close/>
                </a:path>
              </a:pathLst>
            </a:custGeom>
            <a:ln w="15294">
              <a:solidFill>
                <a:srgbClr val="000000"/>
              </a:solidFill>
            </a:ln>
          </p:spPr>
          <p:txBody>
            <a:bodyPr wrap="square" lIns="0" tIns="0" rIns="0" bIns="0" rtlCol="0"/>
            <a:lstStyle/>
            <a:p/>
          </p:txBody>
        </p:sp>
        <p:sp>
          <p:nvSpPr>
            <p:cNvPr id="19" name="object 19" descr=""/>
            <p:cNvSpPr/>
            <p:nvPr/>
          </p:nvSpPr>
          <p:spPr>
            <a:xfrm>
              <a:off x="2620175" y="3961472"/>
              <a:ext cx="1403985" cy="264160"/>
            </a:xfrm>
            <a:custGeom>
              <a:avLst/>
              <a:gdLst/>
              <a:ahLst/>
              <a:cxnLst/>
              <a:rect l="l" t="t" r="r" b="b"/>
              <a:pathLst>
                <a:path w="1403985" h="264160">
                  <a:moveTo>
                    <a:pt x="1403482" y="0"/>
                  </a:moveTo>
                  <a:lnTo>
                    <a:pt x="0" y="0"/>
                  </a:lnTo>
                  <a:lnTo>
                    <a:pt x="0" y="264026"/>
                  </a:lnTo>
                  <a:lnTo>
                    <a:pt x="1403482" y="264026"/>
                  </a:lnTo>
                  <a:lnTo>
                    <a:pt x="1403482" y="0"/>
                  </a:lnTo>
                  <a:close/>
                </a:path>
              </a:pathLst>
            </a:custGeom>
            <a:solidFill>
              <a:srgbClr val="C0C0C0"/>
            </a:solidFill>
          </p:spPr>
          <p:txBody>
            <a:bodyPr wrap="square" lIns="0" tIns="0" rIns="0" bIns="0" rtlCol="0"/>
            <a:lstStyle/>
            <a:p/>
          </p:txBody>
        </p:sp>
        <p:sp>
          <p:nvSpPr>
            <p:cNvPr id="20" name="object 20" descr=""/>
            <p:cNvSpPr/>
            <p:nvPr/>
          </p:nvSpPr>
          <p:spPr>
            <a:xfrm>
              <a:off x="2620175" y="3961472"/>
              <a:ext cx="1403985" cy="264160"/>
            </a:xfrm>
            <a:custGeom>
              <a:avLst/>
              <a:gdLst/>
              <a:ahLst/>
              <a:cxnLst/>
              <a:rect l="l" t="t" r="r" b="b"/>
              <a:pathLst>
                <a:path w="1403985" h="264160">
                  <a:moveTo>
                    <a:pt x="0" y="264026"/>
                  </a:moveTo>
                  <a:lnTo>
                    <a:pt x="1403482" y="264026"/>
                  </a:lnTo>
                  <a:lnTo>
                    <a:pt x="1403482" y="0"/>
                  </a:lnTo>
                  <a:lnTo>
                    <a:pt x="0" y="0"/>
                  </a:lnTo>
                  <a:lnTo>
                    <a:pt x="0" y="264026"/>
                  </a:lnTo>
                  <a:close/>
                </a:path>
              </a:pathLst>
            </a:custGeom>
            <a:ln w="15297">
              <a:solidFill>
                <a:srgbClr val="000000"/>
              </a:solidFill>
            </a:ln>
          </p:spPr>
          <p:txBody>
            <a:bodyPr wrap="square" lIns="0" tIns="0" rIns="0" bIns="0" rtlCol="0"/>
            <a:lstStyle/>
            <a:p/>
          </p:txBody>
        </p:sp>
        <p:sp>
          <p:nvSpPr>
            <p:cNvPr id="21" name="object 21" descr=""/>
            <p:cNvSpPr/>
            <p:nvPr/>
          </p:nvSpPr>
          <p:spPr>
            <a:xfrm>
              <a:off x="2260183" y="4446907"/>
              <a:ext cx="7379970" cy="86360"/>
            </a:xfrm>
            <a:custGeom>
              <a:avLst/>
              <a:gdLst/>
              <a:ahLst/>
              <a:cxnLst/>
              <a:rect l="l" t="t" r="r" b="b"/>
              <a:pathLst>
                <a:path w="7379970" h="86360">
                  <a:moveTo>
                    <a:pt x="7212065" y="0"/>
                  </a:moveTo>
                  <a:lnTo>
                    <a:pt x="7269308" y="43144"/>
                  </a:lnTo>
                  <a:lnTo>
                    <a:pt x="7212065" y="86288"/>
                  </a:lnTo>
                  <a:lnTo>
                    <a:pt x="7341040" y="53024"/>
                  </a:lnTo>
                  <a:lnTo>
                    <a:pt x="7272087" y="53024"/>
                  </a:lnTo>
                  <a:lnTo>
                    <a:pt x="7279034" y="50412"/>
                  </a:lnTo>
                  <a:lnTo>
                    <a:pt x="7282369" y="48347"/>
                  </a:lnTo>
                  <a:lnTo>
                    <a:pt x="7282369" y="37940"/>
                  </a:lnTo>
                  <a:lnTo>
                    <a:pt x="7279034" y="35349"/>
                  </a:lnTo>
                  <a:lnTo>
                    <a:pt x="7272087" y="32737"/>
                  </a:lnTo>
                  <a:lnTo>
                    <a:pt x="7338998" y="32737"/>
                  </a:lnTo>
                  <a:lnTo>
                    <a:pt x="7212065" y="0"/>
                  </a:lnTo>
                  <a:close/>
                </a:path>
                <a:path w="7379970" h="86360">
                  <a:moveTo>
                    <a:pt x="7255501" y="32737"/>
                  </a:moveTo>
                  <a:lnTo>
                    <a:pt x="6891" y="32737"/>
                  </a:lnTo>
                  <a:lnTo>
                    <a:pt x="0" y="37940"/>
                  </a:lnTo>
                  <a:lnTo>
                    <a:pt x="0" y="48347"/>
                  </a:lnTo>
                  <a:lnTo>
                    <a:pt x="3445" y="50412"/>
                  </a:lnTo>
                  <a:lnTo>
                    <a:pt x="6891" y="53024"/>
                  </a:lnTo>
                  <a:lnTo>
                    <a:pt x="7256199" y="53024"/>
                  </a:lnTo>
                  <a:lnTo>
                    <a:pt x="7269308" y="43144"/>
                  </a:lnTo>
                  <a:lnTo>
                    <a:pt x="7255501" y="32737"/>
                  </a:lnTo>
                  <a:close/>
                </a:path>
                <a:path w="7379970" h="86360">
                  <a:moveTo>
                    <a:pt x="7338998" y="32737"/>
                  </a:moveTo>
                  <a:lnTo>
                    <a:pt x="7272087" y="32737"/>
                  </a:lnTo>
                  <a:lnTo>
                    <a:pt x="7279034" y="35349"/>
                  </a:lnTo>
                  <a:lnTo>
                    <a:pt x="7282369" y="37940"/>
                  </a:lnTo>
                  <a:lnTo>
                    <a:pt x="7282369" y="48347"/>
                  </a:lnTo>
                  <a:lnTo>
                    <a:pt x="7279034" y="50412"/>
                  </a:lnTo>
                  <a:lnTo>
                    <a:pt x="7272087" y="53024"/>
                  </a:lnTo>
                  <a:lnTo>
                    <a:pt x="7341040" y="53024"/>
                  </a:lnTo>
                  <a:lnTo>
                    <a:pt x="7379348" y="43144"/>
                  </a:lnTo>
                  <a:lnTo>
                    <a:pt x="7338998" y="32737"/>
                  </a:lnTo>
                  <a:close/>
                </a:path>
              </a:pathLst>
            </a:custGeom>
            <a:solidFill>
              <a:srgbClr val="000000"/>
            </a:solidFill>
          </p:spPr>
          <p:txBody>
            <a:bodyPr wrap="square" lIns="0" tIns="0" rIns="0" bIns="0" rtlCol="0"/>
            <a:lstStyle/>
            <a:p/>
          </p:txBody>
        </p:sp>
        <p:sp>
          <p:nvSpPr>
            <p:cNvPr id="22" name="object 22" descr=""/>
            <p:cNvSpPr/>
            <p:nvPr/>
          </p:nvSpPr>
          <p:spPr>
            <a:xfrm>
              <a:off x="2260183" y="4446907"/>
              <a:ext cx="7379970" cy="86360"/>
            </a:xfrm>
            <a:custGeom>
              <a:avLst/>
              <a:gdLst/>
              <a:ahLst/>
              <a:cxnLst/>
              <a:rect l="l" t="t" r="r" b="b"/>
              <a:pathLst>
                <a:path w="7379970" h="86360">
                  <a:moveTo>
                    <a:pt x="13782" y="32737"/>
                  </a:moveTo>
                  <a:lnTo>
                    <a:pt x="7269308" y="32737"/>
                  </a:lnTo>
                  <a:lnTo>
                    <a:pt x="7272087" y="32737"/>
                  </a:lnTo>
                  <a:lnTo>
                    <a:pt x="7279034" y="35349"/>
                  </a:lnTo>
                  <a:lnTo>
                    <a:pt x="7282369" y="37940"/>
                  </a:lnTo>
                  <a:lnTo>
                    <a:pt x="7282369" y="43144"/>
                  </a:lnTo>
                  <a:lnTo>
                    <a:pt x="7282369" y="48347"/>
                  </a:lnTo>
                  <a:lnTo>
                    <a:pt x="7279034" y="50412"/>
                  </a:lnTo>
                  <a:lnTo>
                    <a:pt x="7272087" y="53024"/>
                  </a:lnTo>
                  <a:lnTo>
                    <a:pt x="7269308" y="53024"/>
                  </a:lnTo>
                  <a:lnTo>
                    <a:pt x="13782" y="53024"/>
                  </a:lnTo>
                  <a:lnTo>
                    <a:pt x="6891" y="53024"/>
                  </a:lnTo>
                  <a:lnTo>
                    <a:pt x="3445" y="50412"/>
                  </a:lnTo>
                  <a:lnTo>
                    <a:pt x="0" y="48347"/>
                  </a:lnTo>
                  <a:lnTo>
                    <a:pt x="0" y="43144"/>
                  </a:lnTo>
                  <a:lnTo>
                    <a:pt x="0" y="37940"/>
                  </a:lnTo>
                  <a:lnTo>
                    <a:pt x="3445" y="35349"/>
                  </a:lnTo>
                  <a:lnTo>
                    <a:pt x="6891" y="32737"/>
                  </a:lnTo>
                  <a:lnTo>
                    <a:pt x="13782" y="32737"/>
                  </a:lnTo>
                  <a:close/>
                </a:path>
                <a:path w="7379970" h="86360">
                  <a:moveTo>
                    <a:pt x="7269308" y="43144"/>
                  </a:moveTo>
                  <a:lnTo>
                    <a:pt x="7212065" y="0"/>
                  </a:lnTo>
                  <a:lnTo>
                    <a:pt x="7379348" y="43144"/>
                  </a:lnTo>
                  <a:lnTo>
                    <a:pt x="7212065" y="86288"/>
                  </a:lnTo>
                  <a:lnTo>
                    <a:pt x="7269308" y="43144"/>
                  </a:lnTo>
                  <a:close/>
                </a:path>
              </a:pathLst>
            </a:custGeom>
            <a:ln w="3419">
              <a:solidFill>
                <a:srgbClr val="000000"/>
              </a:solidFill>
            </a:ln>
          </p:spPr>
          <p:txBody>
            <a:bodyPr wrap="square" lIns="0" tIns="0" rIns="0" bIns="0" rtlCol="0"/>
            <a:lstStyle/>
            <a:p/>
          </p:txBody>
        </p:sp>
        <p:sp>
          <p:nvSpPr>
            <p:cNvPr id="23" name="object 23" descr=""/>
            <p:cNvSpPr/>
            <p:nvPr/>
          </p:nvSpPr>
          <p:spPr>
            <a:xfrm>
              <a:off x="2216834" y="1997864"/>
              <a:ext cx="113664" cy="2502535"/>
            </a:xfrm>
            <a:custGeom>
              <a:avLst/>
              <a:gdLst/>
              <a:ahLst/>
              <a:cxnLst/>
              <a:rect l="l" t="t" r="r" b="b"/>
              <a:pathLst>
                <a:path w="113664" h="2502535">
                  <a:moveTo>
                    <a:pt x="57131" y="86161"/>
                  </a:moveTo>
                  <a:lnTo>
                    <a:pt x="43349" y="95970"/>
                  </a:lnTo>
                  <a:lnTo>
                    <a:pt x="43349" y="2497390"/>
                  </a:lnTo>
                  <a:lnTo>
                    <a:pt x="46794" y="2499454"/>
                  </a:lnTo>
                  <a:lnTo>
                    <a:pt x="50240" y="2502066"/>
                  </a:lnTo>
                  <a:lnTo>
                    <a:pt x="63300" y="2502066"/>
                  </a:lnTo>
                  <a:lnTo>
                    <a:pt x="66746" y="2499454"/>
                  </a:lnTo>
                  <a:lnTo>
                    <a:pt x="70192" y="2497390"/>
                  </a:lnTo>
                  <a:lnTo>
                    <a:pt x="70192" y="95570"/>
                  </a:lnTo>
                  <a:lnTo>
                    <a:pt x="57131" y="86161"/>
                  </a:lnTo>
                  <a:close/>
                </a:path>
                <a:path w="113664" h="2502535">
                  <a:moveTo>
                    <a:pt x="57131" y="0"/>
                  </a:moveTo>
                  <a:lnTo>
                    <a:pt x="0" y="126820"/>
                  </a:lnTo>
                  <a:lnTo>
                    <a:pt x="43349" y="95970"/>
                  </a:lnTo>
                  <a:lnTo>
                    <a:pt x="43349" y="81105"/>
                  </a:lnTo>
                  <a:lnTo>
                    <a:pt x="46794" y="78367"/>
                  </a:lnTo>
                  <a:lnTo>
                    <a:pt x="50240" y="76471"/>
                  </a:lnTo>
                  <a:lnTo>
                    <a:pt x="57131" y="73732"/>
                  </a:lnTo>
                  <a:lnTo>
                    <a:pt x="89944" y="73732"/>
                  </a:lnTo>
                  <a:lnTo>
                    <a:pt x="57131" y="0"/>
                  </a:lnTo>
                  <a:close/>
                </a:path>
                <a:path w="113664" h="2502535">
                  <a:moveTo>
                    <a:pt x="89944" y="73732"/>
                  </a:moveTo>
                  <a:lnTo>
                    <a:pt x="57131" y="73732"/>
                  </a:lnTo>
                  <a:lnTo>
                    <a:pt x="63300" y="76471"/>
                  </a:lnTo>
                  <a:lnTo>
                    <a:pt x="66746" y="78367"/>
                  </a:lnTo>
                  <a:lnTo>
                    <a:pt x="70192" y="81105"/>
                  </a:lnTo>
                  <a:lnTo>
                    <a:pt x="70192" y="95570"/>
                  </a:lnTo>
                  <a:lnTo>
                    <a:pt x="113569" y="126820"/>
                  </a:lnTo>
                  <a:lnTo>
                    <a:pt x="89944" y="73732"/>
                  </a:lnTo>
                  <a:close/>
                </a:path>
                <a:path w="113664" h="2502535">
                  <a:moveTo>
                    <a:pt x="57131" y="73732"/>
                  </a:moveTo>
                  <a:lnTo>
                    <a:pt x="50240" y="76471"/>
                  </a:lnTo>
                  <a:lnTo>
                    <a:pt x="46794" y="78367"/>
                  </a:lnTo>
                  <a:lnTo>
                    <a:pt x="43349" y="81105"/>
                  </a:lnTo>
                  <a:lnTo>
                    <a:pt x="43349" y="95970"/>
                  </a:lnTo>
                  <a:lnTo>
                    <a:pt x="57131" y="86161"/>
                  </a:lnTo>
                  <a:lnTo>
                    <a:pt x="70192" y="86161"/>
                  </a:lnTo>
                  <a:lnTo>
                    <a:pt x="70192" y="81105"/>
                  </a:lnTo>
                  <a:lnTo>
                    <a:pt x="66746" y="78367"/>
                  </a:lnTo>
                  <a:lnTo>
                    <a:pt x="63300" y="76471"/>
                  </a:lnTo>
                  <a:lnTo>
                    <a:pt x="57131" y="73732"/>
                  </a:lnTo>
                  <a:close/>
                </a:path>
                <a:path w="113664" h="2502535">
                  <a:moveTo>
                    <a:pt x="70192" y="86161"/>
                  </a:moveTo>
                  <a:lnTo>
                    <a:pt x="57131" y="86161"/>
                  </a:lnTo>
                  <a:lnTo>
                    <a:pt x="70192" y="95570"/>
                  </a:lnTo>
                  <a:lnTo>
                    <a:pt x="70192" y="86161"/>
                  </a:lnTo>
                  <a:close/>
                </a:path>
              </a:pathLst>
            </a:custGeom>
            <a:solidFill>
              <a:srgbClr val="000000"/>
            </a:solidFill>
          </p:spPr>
          <p:txBody>
            <a:bodyPr wrap="square" lIns="0" tIns="0" rIns="0" bIns="0" rtlCol="0"/>
            <a:lstStyle/>
            <a:p/>
          </p:txBody>
        </p:sp>
        <p:sp>
          <p:nvSpPr>
            <p:cNvPr id="24" name="object 24" descr=""/>
            <p:cNvSpPr/>
            <p:nvPr/>
          </p:nvSpPr>
          <p:spPr>
            <a:xfrm>
              <a:off x="2216834" y="1997864"/>
              <a:ext cx="113664" cy="2502535"/>
            </a:xfrm>
            <a:custGeom>
              <a:avLst/>
              <a:gdLst/>
              <a:ahLst/>
              <a:cxnLst/>
              <a:rect l="l" t="t" r="r" b="b"/>
              <a:pathLst>
                <a:path w="113664" h="2502535">
                  <a:moveTo>
                    <a:pt x="43349" y="2492186"/>
                  </a:moveTo>
                  <a:lnTo>
                    <a:pt x="43349" y="86161"/>
                  </a:lnTo>
                  <a:lnTo>
                    <a:pt x="43349" y="81105"/>
                  </a:lnTo>
                  <a:lnTo>
                    <a:pt x="46794" y="78367"/>
                  </a:lnTo>
                  <a:lnTo>
                    <a:pt x="50240" y="76471"/>
                  </a:lnTo>
                  <a:lnTo>
                    <a:pt x="57131" y="73732"/>
                  </a:lnTo>
                  <a:lnTo>
                    <a:pt x="63300" y="76471"/>
                  </a:lnTo>
                  <a:lnTo>
                    <a:pt x="66746" y="78367"/>
                  </a:lnTo>
                  <a:lnTo>
                    <a:pt x="70192" y="81105"/>
                  </a:lnTo>
                  <a:lnTo>
                    <a:pt x="70192" y="86161"/>
                  </a:lnTo>
                  <a:lnTo>
                    <a:pt x="70192" y="2492186"/>
                  </a:lnTo>
                  <a:lnTo>
                    <a:pt x="70192" y="2497390"/>
                  </a:lnTo>
                  <a:lnTo>
                    <a:pt x="66746" y="2499454"/>
                  </a:lnTo>
                  <a:lnTo>
                    <a:pt x="63300" y="2502066"/>
                  </a:lnTo>
                  <a:lnTo>
                    <a:pt x="57131" y="2502066"/>
                  </a:lnTo>
                  <a:lnTo>
                    <a:pt x="50240" y="2502066"/>
                  </a:lnTo>
                  <a:lnTo>
                    <a:pt x="46794" y="2499454"/>
                  </a:lnTo>
                  <a:lnTo>
                    <a:pt x="43349" y="2497390"/>
                  </a:lnTo>
                  <a:lnTo>
                    <a:pt x="43349" y="2492186"/>
                  </a:lnTo>
                  <a:close/>
                </a:path>
                <a:path w="113664" h="2502535">
                  <a:moveTo>
                    <a:pt x="57131" y="86161"/>
                  </a:moveTo>
                  <a:lnTo>
                    <a:pt x="0" y="126820"/>
                  </a:lnTo>
                  <a:lnTo>
                    <a:pt x="57131" y="0"/>
                  </a:lnTo>
                  <a:lnTo>
                    <a:pt x="113569" y="126820"/>
                  </a:lnTo>
                  <a:lnTo>
                    <a:pt x="57131" y="86161"/>
                  </a:lnTo>
                  <a:close/>
                </a:path>
              </a:pathLst>
            </a:custGeom>
            <a:ln w="3419">
              <a:solidFill>
                <a:srgbClr val="000000"/>
              </a:solidFill>
            </a:ln>
          </p:spPr>
          <p:txBody>
            <a:bodyPr wrap="square" lIns="0" tIns="0" rIns="0" bIns="0" rtlCol="0"/>
            <a:lstStyle/>
            <a:p/>
          </p:txBody>
        </p:sp>
      </p:grpSp>
      <p:sp>
        <p:nvSpPr>
          <p:cNvPr id="25" name="object 25" descr=""/>
          <p:cNvSpPr txBox="1"/>
          <p:nvPr/>
        </p:nvSpPr>
        <p:spPr>
          <a:xfrm>
            <a:off x="9194370" y="4592503"/>
            <a:ext cx="514350" cy="254635"/>
          </a:xfrm>
          <a:prstGeom prst="rect">
            <a:avLst/>
          </a:prstGeom>
        </p:spPr>
        <p:txBody>
          <a:bodyPr wrap="square" lIns="0" tIns="12700" rIns="0" bIns="0" rtlCol="0" vert="horz">
            <a:spAutoFit/>
          </a:bodyPr>
          <a:lstStyle/>
          <a:p>
            <a:pPr>
              <a:lnSpc>
                <a:spcPct val="100000"/>
              </a:lnSpc>
              <a:spcBef>
                <a:spcPts val="100"/>
              </a:spcBef>
            </a:pPr>
            <a:r>
              <a:rPr dirty="0" sz="1500" spc="440">
                <a:latin typeface="宋体"/>
                <a:cs typeface="宋体"/>
              </a:rPr>
              <a:t>时间</a:t>
            </a:r>
            <a:endParaRPr sz="1500">
              <a:latin typeface="宋体"/>
              <a:cs typeface="宋体"/>
            </a:endParaRPr>
          </a:p>
        </p:txBody>
      </p:sp>
      <p:sp>
        <p:nvSpPr>
          <p:cNvPr id="26" name="object 26" descr=""/>
          <p:cNvSpPr txBox="1"/>
          <p:nvPr/>
        </p:nvSpPr>
        <p:spPr>
          <a:xfrm>
            <a:off x="1828609" y="1902881"/>
            <a:ext cx="264795" cy="254635"/>
          </a:xfrm>
          <a:prstGeom prst="rect">
            <a:avLst/>
          </a:prstGeom>
        </p:spPr>
        <p:txBody>
          <a:bodyPr wrap="square" lIns="0" tIns="12700" rIns="0" bIns="0" rtlCol="0" vert="horz">
            <a:spAutoFit/>
          </a:bodyPr>
          <a:lstStyle/>
          <a:p>
            <a:pPr>
              <a:lnSpc>
                <a:spcPct val="100000"/>
              </a:lnSpc>
              <a:spcBef>
                <a:spcPts val="100"/>
              </a:spcBef>
            </a:pPr>
            <a:r>
              <a:rPr dirty="0" sz="1500" spc="430">
                <a:latin typeface="宋体"/>
                <a:cs typeface="宋体"/>
              </a:rPr>
              <a:t>段</a:t>
            </a:r>
            <a:endParaRPr sz="1500">
              <a:latin typeface="宋体"/>
              <a:cs typeface="宋体"/>
            </a:endParaRPr>
          </a:p>
        </p:txBody>
      </p:sp>
      <p:sp>
        <p:nvSpPr>
          <p:cNvPr id="27" name="object 27" descr=""/>
          <p:cNvSpPr txBox="1"/>
          <p:nvPr/>
        </p:nvSpPr>
        <p:spPr>
          <a:xfrm>
            <a:off x="2005507" y="2344625"/>
            <a:ext cx="139065" cy="2150110"/>
          </a:xfrm>
          <a:prstGeom prst="rect">
            <a:avLst/>
          </a:prstGeom>
        </p:spPr>
        <p:txBody>
          <a:bodyPr wrap="square" lIns="0" tIns="55879" rIns="0" bIns="0" rtlCol="0" vert="horz">
            <a:spAutoFit/>
          </a:bodyPr>
          <a:lstStyle/>
          <a:p>
            <a:pPr>
              <a:lnSpc>
                <a:spcPct val="100000"/>
              </a:lnSpc>
              <a:spcBef>
                <a:spcPts val="439"/>
              </a:spcBef>
            </a:pPr>
            <a:r>
              <a:rPr dirty="0" sz="1500" spc="190">
                <a:latin typeface="Times New Roman"/>
                <a:cs typeface="Times New Roman"/>
              </a:rPr>
              <a:t>8</a:t>
            </a:r>
            <a:endParaRPr sz="1500">
              <a:latin typeface="Times New Roman"/>
              <a:cs typeface="Times New Roman"/>
            </a:endParaRPr>
          </a:p>
          <a:p>
            <a:pPr>
              <a:lnSpc>
                <a:spcPct val="100000"/>
              </a:lnSpc>
              <a:spcBef>
                <a:spcPts val="335"/>
              </a:spcBef>
            </a:pPr>
            <a:r>
              <a:rPr dirty="0" sz="1500" spc="190">
                <a:latin typeface="Times New Roman"/>
                <a:cs typeface="Times New Roman"/>
              </a:rPr>
              <a:t>7</a:t>
            </a:r>
            <a:endParaRPr sz="1500">
              <a:latin typeface="Times New Roman"/>
              <a:cs typeface="Times New Roman"/>
            </a:endParaRPr>
          </a:p>
          <a:p>
            <a:pPr>
              <a:lnSpc>
                <a:spcPct val="100000"/>
              </a:lnSpc>
              <a:spcBef>
                <a:spcPts val="240"/>
              </a:spcBef>
            </a:pPr>
            <a:r>
              <a:rPr dirty="0" sz="1500" spc="190">
                <a:latin typeface="Times New Roman"/>
                <a:cs typeface="Times New Roman"/>
              </a:rPr>
              <a:t>6</a:t>
            </a:r>
            <a:endParaRPr sz="1500">
              <a:latin typeface="Times New Roman"/>
              <a:cs typeface="Times New Roman"/>
            </a:endParaRPr>
          </a:p>
          <a:p>
            <a:pPr>
              <a:lnSpc>
                <a:spcPct val="100000"/>
              </a:lnSpc>
              <a:spcBef>
                <a:spcPts val="300"/>
              </a:spcBef>
            </a:pPr>
            <a:r>
              <a:rPr dirty="0" sz="1500" spc="190">
                <a:latin typeface="Times New Roman"/>
                <a:cs typeface="Times New Roman"/>
              </a:rPr>
              <a:t>5</a:t>
            </a:r>
            <a:endParaRPr sz="1500">
              <a:latin typeface="Times New Roman"/>
              <a:cs typeface="Times New Roman"/>
            </a:endParaRPr>
          </a:p>
          <a:p>
            <a:pPr>
              <a:lnSpc>
                <a:spcPct val="100000"/>
              </a:lnSpc>
              <a:spcBef>
                <a:spcPts val="260"/>
              </a:spcBef>
            </a:pPr>
            <a:r>
              <a:rPr dirty="0" sz="1500" spc="190">
                <a:latin typeface="Times New Roman"/>
                <a:cs typeface="Times New Roman"/>
              </a:rPr>
              <a:t>4</a:t>
            </a:r>
            <a:endParaRPr sz="1500">
              <a:latin typeface="Times New Roman"/>
              <a:cs typeface="Times New Roman"/>
            </a:endParaRPr>
          </a:p>
          <a:p>
            <a:pPr>
              <a:lnSpc>
                <a:spcPct val="100000"/>
              </a:lnSpc>
              <a:spcBef>
                <a:spcPts val="195"/>
              </a:spcBef>
            </a:pPr>
            <a:r>
              <a:rPr dirty="0" sz="1500" spc="190">
                <a:latin typeface="Times New Roman"/>
                <a:cs typeface="Times New Roman"/>
              </a:rPr>
              <a:t>3</a:t>
            </a:r>
            <a:endParaRPr sz="1500">
              <a:latin typeface="Times New Roman"/>
              <a:cs typeface="Times New Roman"/>
            </a:endParaRPr>
          </a:p>
          <a:p>
            <a:pPr>
              <a:lnSpc>
                <a:spcPct val="100000"/>
              </a:lnSpc>
              <a:spcBef>
                <a:spcPts val="240"/>
              </a:spcBef>
            </a:pPr>
            <a:r>
              <a:rPr dirty="0" sz="1500" spc="190">
                <a:latin typeface="Times New Roman"/>
                <a:cs typeface="Times New Roman"/>
              </a:rPr>
              <a:t>2</a:t>
            </a:r>
            <a:endParaRPr sz="1500">
              <a:latin typeface="Times New Roman"/>
              <a:cs typeface="Times New Roman"/>
            </a:endParaRPr>
          </a:p>
          <a:p>
            <a:pPr>
              <a:lnSpc>
                <a:spcPct val="100000"/>
              </a:lnSpc>
              <a:spcBef>
                <a:spcPts val="415"/>
              </a:spcBef>
            </a:pPr>
            <a:r>
              <a:rPr dirty="0" sz="1500" spc="190">
                <a:latin typeface="Times New Roman"/>
                <a:cs typeface="Times New Roman"/>
              </a:rPr>
              <a:t>1</a:t>
            </a:r>
            <a:endParaRPr sz="1500">
              <a:latin typeface="Times New Roman"/>
              <a:cs typeface="Times New Roman"/>
            </a:endParaRPr>
          </a:p>
        </p:txBody>
      </p:sp>
      <p:grpSp>
        <p:nvGrpSpPr>
          <p:cNvPr id="28" name="object 28" descr=""/>
          <p:cNvGrpSpPr/>
          <p:nvPr/>
        </p:nvGrpSpPr>
        <p:grpSpPr>
          <a:xfrm>
            <a:off x="2261888" y="2061897"/>
            <a:ext cx="6384925" cy="2435225"/>
            <a:chOff x="2261888" y="2061897"/>
            <a:chExt cx="6384925" cy="2435225"/>
          </a:xfrm>
        </p:grpSpPr>
        <p:sp>
          <p:nvSpPr>
            <p:cNvPr id="29" name="object 29" descr=""/>
            <p:cNvSpPr/>
            <p:nvPr/>
          </p:nvSpPr>
          <p:spPr>
            <a:xfrm>
              <a:off x="2269825" y="4225498"/>
              <a:ext cx="1403350" cy="261620"/>
            </a:xfrm>
            <a:custGeom>
              <a:avLst/>
              <a:gdLst/>
              <a:ahLst/>
              <a:cxnLst/>
              <a:rect l="l" t="t" r="r" b="b"/>
              <a:pathLst>
                <a:path w="1403350" h="261620">
                  <a:moveTo>
                    <a:pt x="1402787" y="0"/>
                  </a:moveTo>
                  <a:lnTo>
                    <a:pt x="0" y="0"/>
                  </a:lnTo>
                  <a:lnTo>
                    <a:pt x="0" y="261435"/>
                  </a:lnTo>
                  <a:lnTo>
                    <a:pt x="1402787" y="261435"/>
                  </a:lnTo>
                  <a:lnTo>
                    <a:pt x="1402787" y="0"/>
                  </a:lnTo>
                  <a:close/>
                </a:path>
              </a:pathLst>
            </a:custGeom>
            <a:solidFill>
              <a:srgbClr val="C0C0C0"/>
            </a:solidFill>
          </p:spPr>
          <p:txBody>
            <a:bodyPr wrap="square" lIns="0" tIns="0" rIns="0" bIns="0" rtlCol="0"/>
            <a:lstStyle/>
            <a:p/>
          </p:txBody>
        </p:sp>
        <p:sp>
          <p:nvSpPr>
            <p:cNvPr id="30" name="object 30" descr=""/>
            <p:cNvSpPr/>
            <p:nvPr/>
          </p:nvSpPr>
          <p:spPr>
            <a:xfrm>
              <a:off x="2269825" y="4225498"/>
              <a:ext cx="1403350" cy="261620"/>
            </a:xfrm>
            <a:custGeom>
              <a:avLst/>
              <a:gdLst/>
              <a:ahLst/>
              <a:cxnLst/>
              <a:rect l="l" t="t" r="r" b="b"/>
              <a:pathLst>
                <a:path w="1403350" h="261620">
                  <a:moveTo>
                    <a:pt x="0" y="261435"/>
                  </a:moveTo>
                  <a:lnTo>
                    <a:pt x="1402787" y="261435"/>
                  </a:lnTo>
                  <a:lnTo>
                    <a:pt x="1402787" y="0"/>
                  </a:lnTo>
                  <a:lnTo>
                    <a:pt x="0" y="0"/>
                  </a:lnTo>
                  <a:lnTo>
                    <a:pt x="0" y="261435"/>
                  </a:lnTo>
                  <a:close/>
                </a:path>
              </a:pathLst>
            </a:custGeom>
            <a:ln w="15294">
              <a:solidFill>
                <a:srgbClr val="000000"/>
              </a:solidFill>
            </a:ln>
          </p:spPr>
          <p:txBody>
            <a:bodyPr wrap="square" lIns="0" tIns="0" rIns="0" bIns="0" rtlCol="0"/>
            <a:lstStyle/>
            <a:p/>
          </p:txBody>
        </p:sp>
        <p:pic>
          <p:nvPicPr>
            <p:cNvPr id="31" name="object 31" descr=""/>
            <p:cNvPicPr/>
            <p:nvPr/>
          </p:nvPicPr>
          <p:blipFill>
            <a:blip r:embed="rId2" cstate="print"/>
            <a:stretch>
              <a:fillRect/>
            </a:stretch>
          </p:blipFill>
          <p:spPr>
            <a:xfrm>
              <a:off x="7180304" y="4225498"/>
              <a:ext cx="350349" cy="261435"/>
            </a:xfrm>
            <a:prstGeom prst="rect">
              <a:avLst/>
            </a:prstGeom>
          </p:spPr>
        </p:pic>
        <p:sp>
          <p:nvSpPr>
            <p:cNvPr id="32" name="object 32" descr=""/>
            <p:cNvSpPr/>
            <p:nvPr/>
          </p:nvSpPr>
          <p:spPr>
            <a:xfrm>
              <a:off x="7180304" y="4225498"/>
              <a:ext cx="350520" cy="261620"/>
            </a:xfrm>
            <a:custGeom>
              <a:avLst/>
              <a:gdLst/>
              <a:ahLst/>
              <a:cxnLst/>
              <a:rect l="l" t="t" r="r" b="b"/>
              <a:pathLst>
                <a:path w="350520" h="261620">
                  <a:moveTo>
                    <a:pt x="0" y="261435"/>
                  </a:moveTo>
                  <a:lnTo>
                    <a:pt x="350349" y="261435"/>
                  </a:lnTo>
                  <a:lnTo>
                    <a:pt x="350349" y="0"/>
                  </a:lnTo>
                  <a:lnTo>
                    <a:pt x="0" y="0"/>
                  </a:lnTo>
                  <a:lnTo>
                    <a:pt x="0" y="261435"/>
                  </a:lnTo>
                  <a:close/>
                </a:path>
              </a:pathLst>
            </a:custGeom>
            <a:ln w="16859">
              <a:solidFill>
                <a:srgbClr val="000000"/>
              </a:solidFill>
            </a:ln>
          </p:spPr>
          <p:txBody>
            <a:bodyPr wrap="square" lIns="0" tIns="0" rIns="0" bIns="0" rtlCol="0"/>
            <a:lstStyle/>
            <a:p/>
          </p:txBody>
        </p:sp>
        <p:pic>
          <p:nvPicPr>
            <p:cNvPr id="33" name="object 33" descr=""/>
            <p:cNvPicPr/>
            <p:nvPr/>
          </p:nvPicPr>
          <p:blipFill>
            <a:blip r:embed="rId3" cstate="print"/>
            <a:stretch>
              <a:fillRect/>
            </a:stretch>
          </p:blipFill>
          <p:spPr>
            <a:xfrm>
              <a:off x="7530709" y="2913730"/>
              <a:ext cx="351044" cy="260908"/>
            </a:xfrm>
            <a:prstGeom prst="rect">
              <a:avLst/>
            </a:prstGeom>
          </p:spPr>
        </p:pic>
        <p:sp>
          <p:nvSpPr>
            <p:cNvPr id="34" name="object 34" descr=""/>
            <p:cNvSpPr/>
            <p:nvPr/>
          </p:nvSpPr>
          <p:spPr>
            <a:xfrm>
              <a:off x="7530709" y="2913730"/>
              <a:ext cx="351155" cy="260985"/>
            </a:xfrm>
            <a:custGeom>
              <a:avLst/>
              <a:gdLst/>
              <a:ahLst/>
              <a:cxnLst/>
              <a:rect l="l" t="t" r="r" b="b"/>
              <a:pathLst>
                <a:path w="351154" h="260985">
                  <a:moveTo>
                    <a:pt x="0" y="260908"/>
                  </a:moveTo>
                  <a:lnTo>
                    <a:pt x="351044" y="260908"/>
                  </a:lnTo>
                  <a:lnTo>
                    <a:pt x="351044" y="0"/>
                  </a:lnTo>
                  <a:lnTo>
                    <a:pt x="0" y="0"/>
                  </a:lnTo>
                  <a:lnTo>
                    <a:pt x="0" y="260908"/>
                  </a:lnTo>
                  <a:close/>
                </a:path>
              </a:pathLst>
            </a:custGeom>
            <a:ln w="16850">
              <a:solidFill>
                <a:srgbClr val="000000"/>
              </a:solidFill>
            </a:ln>
          </p:spPr>
          <p:txBody>
            <a:bodyPr wrap="square" lIns="0" tIns="0" rIns="0" bIns="0" rtlCol="0"/>
            <a:lstStyle/>
            <a:p/>
          </p:txBody>
        </p:sp>
        <p:pic>
          <p:nvPicPr>
            <p:cNvPr id="35" name="object 35" descr=""/>
            <p:cNvPicPr/>
            <p:nvPr/>
          </p:nvPicPr>
          <p:blipFill>
            <a:blip r:embed="rId4" cstate="print"/>
            <a:stretch>
              <a:fillRect/>
            </a:stretch>
          </p:blipFill>
          <p:spPr>
            <a:xfrm>
              <a:off x="7881671" y="2652190"/>
              <a:ext cx="350349" cy="261435"/>
            </a:xfrm>
            <a:prstGeom prst="rect">
              <a:avLst/>
            </a:prstGeom>
          </p:spPr>
        </p:pic>
        <p:sp>
          <p:nvSpPr>
            <p:cNvPr id="36" name="object 36" descr=""/>
            <p:cNvSpPr/>
            <p:nvPr/>
          </p:nvSpPr>
          <p:spPr>
            <a:xfrm>
              <a:off x="7881671" y="2652190"/>
              <a:ext cx="350520" cy="261620"/>
            </a:xfrm>
            <a:custGeom>
              <a:avLst/>
              <a:gdLst/>
              <a:ahLst/>
              <a:cxnLst/>
              <a:rect l="l" t="t" r="r" b="b"/>
              <a:pathLst>
                <a:path w="350520" h="261619">
                  <a:moveTo>
                    <a:pt x="0" y="261435"/>
                  </a:moveTo>
                  <a:lnTo>
                    <a:pt x="350349" y="261435"/>
                  </a:lnTo>
                  <a:lnTo>
                    <a:pt x="350349" y="0"/>
                  </a:lnTo>
                  <a:lnTo>
                    <a:pt x="0" y="0"/>
                  </a:lnTo>
                  <a:lnTo>
                    <a:pt x="0" y="261435"/>
                  </a:lnTo>
                  <a:close/>
                </a:path>
              </a:pathLst>
            </a:custGeom>
            <a:ln w="16859">
              <a:solidFill>
                <a:srgbClr val="000000"/>
              </a:solidFill>
            </a:ln>
          </p:spPr>
          <p:txBody>
            <a:bodyPr wrap="square" lIns="0" tIns="0" rIns="0" bIns="0" rtlCol="0"/>
            <a:lstStyle/>
            <a:p/>
          </p:txBody>
        </p:sp>
        <p:pic>
          <p:nvPicPr>
            <p:cNvPr id="37" name="object 37" descr=""/>
            <p:cNvPicPr/>
            <p:nvPr/>
          </p:nvPicPr>
          <p:blipFill>
            <a:blip r:embed="rId5" cstate="print"/>
            <a:stretch>
              <a:fillRect/>
            </a:stretch>
          </p:blipFill>
          <p:spPr>
            <a:xfrm>
              <a:off x="8232076" y="2388163"/>
              <a:ext cx="351044" cy="264026"/>
            </a:xfrm>
            <a:prstGeom prst="rect">
              <a:avLst/>
            </a:prstGeom>
          </p:spPr>
        </p:pic>
        <p:sp>
          <p:nvSpPr>
            <p:cNvPr id="38" name="object 38" descr=""/>
            <p:cNvSpPr/>
            <p:nvPr/>
          </p:nvSpPr>
          <p:spPr>
            <a:xfrm>
              <a:off x="8232076" y="2388163"/>
              <a:ext cx="351155" cy="264160"/>
            </a:xfrm>
            <a:custGeom>
              <a:avLst/>
              <a:gdLst/>
              <a:ahLst/>
              <a:cxnLst/>
              <a:rect l="l" t="t" r="r" b="b"/>
              <a:pathLst>
                <a:path w="351154" h="264160">
                  <a:moveTo>
                    <a:pt x="0" y="264026"/>
                  </a:moveTo>
                  <a:lnTo>
                    <a:pt x="351044" y="264026"/>
                  </a:lnTo>
                  <a:lnTo>
                    <a:pt x="351044" y="0"/>
                  </a:lnTo>
                  <a:lnTo>
                    <a:pt x="0" y="0"/>
                  </a:lnTo>
                  <a:lnTo>
                    <a:pt x="0" y="264026"/>
                  </a:lnTo>
                  <a:close/>
                </a:path>
              </a:pathLst>
            </a:custGeom>
            <a:ln w="16877">
              <a:solidFill>
                <a:srgbClr val="000000"/>
              </a:solidFill>
            </a:ln>
          </p:spPr>
          <p:txBody>
            <a:bodyPr wrap="square" lIns="0" tIns="0" rIns="0" bIns="0" rtlCol="0"/>
            <a:lstStyle/>
            <a:p/>
          </p:txBody>
        </p:sp>
        <p:pic>
          <p:nvPicPr>
            <p:cNvPr id="39" name="object 39" descr=""/>
            <p:cNvPicPr/>
            <p:nvPr/>
          </p:nvPicPr>
          <p:blipFill>
            <a:blip r:embed="rId6" cstate="print"/>
            <a:stretch>
              <a:fillRect/>
            </a:stretch>
          </p:blipFill>
          <p:spPr>
            <a:xfrm>
              <a:off x="5769261" y="3186201"/>
              <a:ext cx="23846" cy="1067017"/>
            </a:xfrm>
            <a:prstGeom prst="rect">
              <a:avLst/>
            </a:prstGeom>
          </p:spPr>
        </p:pic>
        <p:pic>
          <p:nvPicPr>
            <p:cNvPr id="40" name="object 40" descr=""/>
            <p:cNvPicPr/>
            <p:nvPr/>
          </p:nvPicPr>
          <p:blipFill>
            <a:blip r:embed="rId7" cstate="print"/>
            <a:stretch>
              <a:fillRect/>
            </a:stretch>
          </p:blipFill>
          <p:spPr>
            <a:xfrm>
              <a:off x="7172271" y="2660592"/>
              <a:ext cx="23570" cy="1592629"/>
            </a:xfrm>
            <a:prstGeom prst="rect">
              <a:avLst/>
            </a:prstGeom>
          </p:spPr>
        </p:pic>
        <p:sp>
          <p:nvSpPr>
            <p:cNvPr id="41" name="object 41" descr=""/>
            <p:cNvSpPr/>
            <p:nvPr/>
          </p:nvSpPr>
          <p:spPr>
            <a:xfrm>
              <a:off x="4718854" y="2662512"/>
              <a:ext cx="20320" cy="541020"/>
            </a:xfrm>
            <a:custGeom>
              <a:avLst/>
              <a:gdLst/>
              <a:ahLst/>
              <a:cxnLst/>
              <a:rect l="l" t="t" r="r" b="b"/>
              <a:pathLst>
                <a:path w="20320" h="541019">
                  <a:moveTo>
                    <a:pt x="13893" y="0"/>
                  </a:moveTo>
                  <a:lnTo>
                    <a:pt x="6946" y="0"/>
                  </a:lnTo>
                  <a:lnTo>
                    <a:pt x="0" y="5266"/>
                  </a:lnTo>
                  <a:lnTo>
                    <a:pt x="0" y="58775"/>
                  </a:lnTo>
                  <a:lnTo>
                    <a:pt x="3334" y="60882"/>
                  </a:lnTo>
                  <a:lnTo>
                    <a:pt x="6946" y="63410"/>
                  </a:lnTo>
                  <a:lnTo>
                    <a:pt x="13893" y="63410"/>
                  </a:lnTo>
                  <a:lnTo>
                    <a:pt x="16394" y="60882"/>
                  </a:lnTo>
                  <a:lnTo>
                    <a:pt x="20007" y="58775"/>
                  </a:lnTo>
                  <a:lnTo>
                    <a:pt x="20007" y="5266"/>
                  </a:lnTo>
                  <a:lnTo>
                    <a:pt x="16394" y="2738"/>
                  </a:lnTo>
                  <a:lnTo>
                    <a:pt x="13893" y="0"/>
                  </a:lnTo>
                  <a:close/>
                </a:path>
                <a:path w="20320" h="541019">
                  <a:moveTo>
                    <a:pt x="13893" y="111863"/>
                  </a:moveTo>
                  <a:lnTo>
                    <a:pt x="6946" y="111863"/>
                  </a:lnTo>
                  <a:lnTo>
                    <a:pt x="3334" y="114391"/>
                  </a:lnTo>
                  <a:lnTo>
                    <a:pt x="0" y="117129"/>
                  </a:lnTo>
                  <a:lnTo>
                    <a:pt x="0" y="122185"/>
                  </a:lnTo>
                  <a:lnTo>
                    <a:pt x="3334" y="124924"/>
                  </a:lnTo>
                  <a:lnTo>
                    <a:pt x="6946" y="126820"/>
                  </a:lnTo>
                  <a:lnTo>
                    <a:pt x="13893" y="126820"/>
                  </a:lnTo>
                  <a:lnTo>
                    <a:pt x="20007" y="122185"/>
                  </a:lnTo>
                  <a:lnTo>
                    <a:pt x="20007" y="117129"/>
                  </a:lnTo>
                  <a:lnTo>
                    <a:pt x="16394" y="114391"/>
                  </a:lnTo>
                  <a:lnTo>
                    <a:pt x="13893" y="111863"/>
                  </a:lnTo>
                  <a:close/>
                </a:path>
                <a:path w="20320" h="541019">
                  <a:moveTo>
                    <a:pt x="13893" y="175273"/>
                  </a:moveTo>
                  <a:lnTo>
                    <a:pt x="6946" y="175273"/>
                  </a:lnTo>
                  <a:lnTo>
                    <a:pt x="3334" y="177801"/>
                  </a:lnTo>
                  <a:lnTo>
                    <a:pt x="0" y="180539"/>
                  </a:lnTo>
                  <a:lnTo>
                    <a:pt x="0" y="233416"/>
                  </a:lnTo>
                  <a:lnTo>
                    <a:pt x="3334" y="236155"/>
                  </a:lnTo>
                  <a:lnTo>
                    <a:pt x="6946" y="238683"/>
                  </a:lnTo>
                  <a:lnTo>
                    <a:pt x="13893" y="238683"/>
                  </a:lnTo>
                  <a:lnTo>
                    <a:pt x="16394" y="236155"/>
                  </a:lnTo>
                  <a:lnTo>
                    <a:pt x="20007" y="233416"/>
                  </a:lnTo>
                  <a:lnTo>
                    <a:pt x="20007" y="180539"/>
                  </a:lnTo>
                  <a:lnTo>
                    <a:pt x="16394" y="177801"/>
                  </a:lnTo>
                  <a:lnTo>
                    <a:pt x="13893" y="175273"/>
                  </a:lnTo>
                  <a:close/>
                </a:path>
                <a:path w="20320" h="541019">
                  <a:moveTo>
                    <a:pt x="13893" y="286925"/>
                  </a:moveTo>
                  <a:lnTo>
                    <a:pt x="6946" y="286925"/>
                  </a:lnTo>
                  <a:lnTo>
                    <a:pt x="0" y="292192"/>
                  </a:lnTo>
                  <a:lnTo>
                    <a:pt x="0" y="297458"/>
                  </a:lnTo>
                  <a:lnTo>
                    <a:pt x="3334" y="299565"/>
                  </a:lnTo>
                  <a:lnTo>
                    <a:pt x="6946" y="302093"/>
                  </a:lnTo>
                  <a:lnTo>
                    <a:pt x="13893" y="302093"/>
                  </a:lnTo>
                  <a:lnTo>
                    <a:pt x="16394" y="299565"/>
                  </a:lnTo>
                  <a:lnTo>
                    <a:pt x="20007" y="297458"/>
                  </a:lnTo>
                  <a:lnTo>
                    <a:pt x="20007" y="292192"/>
                  </a:lnTo>
                  <a:lnTo>
                    <a:pt x="16394" y="289664"/>
                  </a:lnTo>
                  <a:lnTo>
                    <a:pt x="13893" y="286925"/>
                  </a:lnTo>
                  <a:close/>
                </a:path>
                <a:path w="20320" h="541019">
                  <a:moveTo>
                    <a:pt x="13893" y="411217"/>
                  </a:moveTo>
                  <a:lnTo>
                    <a:pt x="6946" y="411217"/>
                  </a:lnTo>
                  <a:lnTo>
                    <a:pt x="10281" y="413745"/>
                  </a:lnTo>
                  <a:lnTo>
                    <a:pt x="13893" y="411217"/>
                  </a:lnTo>
                  <a:close/>
                </a:path>
                <a:path w="20320" h="541019">
                  <a:moveTo>
                    <a:pt x="13893" y="350335"/>
                  </a:moveTo>
                  <a:lnTo>
                    <a:pt x="6946" y="350335"/>
                  </a:lnTo>
                  <a:lnTo>
                    <a:pt x="0" y="355602"/>
                  </a:lnTo>
                  <a:lnTo>
                    <a:pt x="0" y="408689"/>
                  </a:lnTo>
                  <a:lnTo>
                    <a:pt x="3334" y="411217"/>
                  </a:lnTo>
                  <a:lnTo>
                    <a:pt x="16394" y="411217"/>
                  </a:lnTo>
                  <a:lnTo>
                    <a:pt x="20007" y="408689"/>
                  </a:lnTo>
                  <a:lnTo>
                    <a:pt x="20007" y="355602"/>
                  </a:lnTo>
                  <a:lnTo>
                    <a:pt x="16394" y="353074"/>
                  </a:lnTo>
                  <a:lnTo>
                    <a:pt x="13893" y="350335"/>
                  </a:lnTo>
                  <a:close/>
                </a:path>
                <a:path w="20320" h="541019">
                  <a:moveTo>
                    <a:pt x="13893" y="474627"/>
                  </a:moveTo>
                  <a:lnTo>
                    <a:pt x="6946" y="474627"/>
                  </a:lnTo>
                  <a:lnTo>
                    <a:pt x="10281" y="477155"/>
                  </a:lnTo>
                  <a:lnTo>
                    <a:pt x="13893" y="474627"/>
                  </a:lnTo>
                  <a:close/>
                </a:path>
                <a:path w="20320" h="541019">
                  <a:moveTo>
                    <a:pt x="16394" y="462198"/>
                  </a:moveTo>
                  <a:lnTo>
                    <a:pt x="3334" y="462198"/>
                  </a:lnTo>
                  <a:lnTo>
                    <a:pt x="0" y="464726"/>
                  </a:lnTo>
                  <a:lnTo>
                    <a:pt x="0" y="472100"/>
                  </a:lnTo>
                  <a:lnTo>
                    <a:pt x="3334" y="474627"/>
                  </a:lnTo>
                  <a:lnTo>
                    <a:pt x="16394" y="474627"/>
                  </a:lnTo>
                  <a:lnTo>
                    <a:pt x="20007" y="472100"/>
                  </a:lnTo>
                  <a:lnTo>
                    <a:pt x="20007" y="464726"/>
                  </a:lnTo>
                  <a:lnTo>
                    <a:pt x="16394" y="462198"/>
                  </a:lnTo>
                  <a:close/>
                </a:path>
                <a:path w="20320" h="541019">
                  <a:moveTo>
                    <a:pt x="10281" y="459460"/>
                  </a:moveTo>
                  <a:lnTo>
                    <a:pt x="6946" y="462198"/>
                  </a:lnTo>
                  <a:lnTo>
                    <a:pt x="13893" y="462198"/>
                  </a:lnTo>
                  <a:lnTo>
                    <a:pt x="10281" y="459460"/>
                  </a:lnTo>
                  <a:close/>
                </a:path>
                <a:path w="20320" h="541019">
                  <a:moveTo>
                    <a:pt x="16394" y="525608"/>
                  </a:moveTo>
                  <a:lnTo>
                    <a:pt x="3334" y="525608"/>
                  </a:lnTo>
                  <a:lnTo>
                    <a:pt x="0" y="528136"/>
                  </a:lnTo>
                  <a:lnTo>
                    <a:pt x="0" y="535931"/>
                  </a:lnTo>
                  <a:lnTo>
                    <a:pt x="3334" y="538038"/>
                  </a:lnTo>
                  <a:lnTo>
                    <a:pt x="6946" y="540566"/>
                  </a:lnTo>
                  <a:lnTo>
                    <a:pt x="13893" y="540566"/>
                  </a:lnTo>
                  <a:lnTo>
                    <a:pt x="16394" y="538038"/>
                  </a:lnTo>
                  <a:lnTo>
                    <a:pt x="20007" y="535931"/>
                  </a:lnTo>
                  <a:lnTo>
                    <a:pt x="20007" y="528136"/>
                  </a:lnTo>
                  <a:lnTo>
                    <a:pt x="16394" y="525608"/>
                  </a:lnTo>
                  <a:close/>
                </a:path>
                <a:path w="20320" h="541019">
                  <a:moveTo>
                    <a:pt x="10281" y="522870"/>
                  </a:moveTo>
                  <a:lnTo>
                    <a:pt x="6946" y="525608"/>
                  </a:lnTo>
                  <a:lnTo>
                    <a:pt x="13893" y="525608"/>
                  </a:lnTo>
                  <a:lnTo>
                    <a:pt x="10281" y="522870"/>
                  </a:lnTo>
                  <a:close/>
                </a:path>
              </a:pathLst>
            </a:custGeom>
            <a:solidFill>
              <a:srgbClr val="000000"/>
            </a:solidFill>
          </p:spPr>
          <p:txBody>
            <a:bodyPr wrap="square" lIns="0" tIns="0" rIns="0" bIns="0" rtlCol="0"/>
            <a:lstStyle/>
            <a:p/>
          </p:txBody>
        </p:sp>
        <p:sp>
          <p:nvSpPr>
            <p:cNvPr id="42" name="object 42" descr=""/>
            <p:cNvSpPr/>
            <p:nvPr/>
          </p:nvSpPr>
          <p:spPr>
            <a:xfrm>
              <a:off x="4718854" y="2662512"/>
              <a:ext cx="20320" cy="541020"/>
            </a:xfrm>
            <a:custGeom>
              <a:avLst/>
              <a:gdLst/>
              <a:ahLst/>
              <a:cxnLst/>
              <a:rect l="l" t="t" r="r" b="b"/>
              <a:pathLst>
                <a:path w="20320" h="541019">
                  <a:moveTo>
                    <a:pt x="20007" y="7794"/>
                  </a:moveTo>
                  <a:lnTo>
                    <a:pt x="20007" y="56247"/>
                  </a:lnTo>
                  <a:lnTo>
                    <a:pt x="20007" y="58775"/>
                  </a:lnTo>
                  <a:lnTo>
                    <a:pt x="16394" y="60882"/>
                  </a:lnTo>
                  <a:lnTo>
                    <a:pt x="13893" y="63410"/>
                  </a:lnTo>
                  <a:lnTo>
                    <a:pt x="10281" y="63410"/>
                  </a:lnTo>
                  <a:lnTo>
                    <a:pt x="6946" y="63410"/>
                  </a:lnTo>
                  <a:lnTo>
                    <a:pt x="3334" y="60882"/>
                  </a:lnTo>
                  <a:lnTo>
                    <a:pt x="0" y="58775"/>
                  </a:lnTo>
                  <a:lnTo>
                    <a:pt x="0" y="56247"/>
                  </a:lnTo>
                  <a:lnTo>
                    <a:pt x="0" y="7794"/>
                  </a:lnTo>
                  <a:lnTo>
                    <a:pt x="0" y="5266"/>
                  </a:lnTo>
                  <a:lnTo>
                    <a:pt x="3334" y="2738"/>
                  </a:lnTo>
                  <a:lnTo>
                    <a:pt x="6946" y="0"/>
                  </a:lnTo>
                  <a:lnTo>
                    <a:pt x="10281" y="0"/>
                  </a:lnTo>
                  <a:lnTo>
                    <a:pt x="13893" y="0"/>
                  </a:lnTo>
                  <a:lnTo>
                    <a:pt x="16394" y="2738"/>
                  </a:lnTo>
                  <a:lnTo>
                    <a:pt x="20007" y="5266"/>
                  </a:lnTo>
                  <a:lnTo>
                    <a:pt x="20007" y="7794"/>
                  </a:lnTo>
                  <a:close/>
                </a:path>
                <a:path w="20320" h="541019">
                  <a:moveTo>
                    <a:pt x="20007" y="119657"/>
                  </a:moveTo>
                  <a:lnTo>
                    <a:pt x="20007" y="122185"/>
                  </a:lnTo>
                  <a:lnTo>
                    <a:pt x="16394" y="124924"/>
                  </a:lnTo>
                  <a:lnTo>
                    <a:pt x="13893" y="126820"/>
                  </a:lnTo>
                  <a:lnTo>
                    <a:pt x="10281" y="126820"/>
                  </a:lnTo>
                  <a:lnTo>
                    <a:pt x="6946" y="126820"/>
                  </a:lnTo>
                  <a:lnTo>
                    <a:pt x="3334" y="124924"/>
                  </a:lnTo>
                  <a:lnTo>
                    <a:pt x="0" y="122185"/>
                  </a:lnTo>
                  <a:lnTo>
                    <a:pt x="0" y="119657"/>
                  </a:lnTo>
                  <a:lnTo>
                    <a:pt x="0" y="117129"/>
                  </a:lnTo>
                  <a:lnTo>
                    <a:pt x="3334" y="114391"/>
                  </a:lnTo>
                  <a:lnTo>
                    <a:pt x="6946" y="111863"/>
                  </a:lnTo>
                  <a:lnTo>
                    <a:pt x="10281" y="111863"/>
                  </a:lnTo>
                  <a:lnTo>
                    <a:pt x="13893" y="111863"/>
                  </a:lnTo>
                  <a:lnTo>
                    <a:pt x="16394" y="114391"/>
                  </a:lnTo>
                  <a:lnTo>
                    <a:pt x="20007" y="117129"/>
                  </a:lnTo>
                  <a:lnTo>
                    <a:pt x="20007" y="119657"/>
                  </a:lnTo>
                  <a:close/>
                </a:path>
                <a:path w="20320" h="541019">
                  <a:moveTo>
                    <a:pt x="20007" y="183067"/>
                  </a:moveTo>
                  <a:lnTo>
                    <a:pt x="20007" y="231310"/>
                  </a:lnTo>
                  <a:lnTo>
                    <a:pt x="20007" y="233416"/>
                  </a:lnTo>
                  <a:lnTo>
                    <a:pt x="16394" y="236155"/>
                  </a:lnTo>
                  <a:lnTo>
                    <a:pt x="13893" y="238683"/>
                  </a:lnTo>
                  <a:lnTo>
                    <a:pt x="10281" y="238683"/>
                  </a:lnTo>
                  <a:lnTo>
                    <a:pt x="6946" y="238683"/>
                  </a:lnTo>
                  <a:lnTo>
                    <a:pt x="0" y="183067"/>
                  </a:lnTo>
                  <a:lnTo>
                    <a:pt x="0" y="180539"/>
                  </a:lnTo>
                  <a:lnTo>
                    <a:pt x="3334" y="177801"/>
                  </a:lnTo>
                  <a:lnTo>
                    <a:pt x="6946" y="175273"/>
                  </a:lnTo>
                  <a:lnTo>
                    <a:pt x="10281" y="175273"/>
                  </a:lnTo>
                  <a:lnTo>
                    <a:pt x="13893" y="175273"/>
                  </a:lnTo>
                  <a:lnTo>
                    <a:pt x="16394" y="177801"/>
                  </a:lnTo>
                  <a:lnTo>
                    <a:pt x="20007" y="180539"/>
                  </a:lnTo>
                  <a:lnTo>
                    <a:pt x="20007" y="183067"/>
                  </a:lnTo>
                  <a:close/>
                </a:path>
                <a:path w="20320" h="541019">
                  <a:moveTo>
                    <a:pt x="20007" y="294720"/>
                  </a:moveTo>
                  <a:lnTo>
                    <a:pt x="20007" y="297458"/>
                  </a:lnTo>
                  <a:lnTo>
                    <a:pt x="16394" y="299565"/>
                  </a:lnTo>
                  <a:lnTo>
                    <a:pt x="13893" y="302093"/>
                  </a:lnTo>
                  <a:lnTo>
                    <a:pt x="10281" y="302093"/>
                  </a:lnTo>
                  <a:lnTo>
                    <a:pt x="6946" y="302093"/>
                  </a:lnTo>
                  <a:lnTo>
                    <a:pt x="3334" y="299565"/>
                  </a:lnTo>
                  <a:lnTo>
                    <a:pt x="0" y="297458"/>
                  </a:lnTo>
                  <a:lnTo>
                    <a:pt x="0" y="294720"/>
                  </a:lnTo>
                  <a:lnTo>
                    <a:pt x="0" y="292192"/>
                  </a:lnTo>
                  <a:lnTo>
                    <a:pt x="3334" y="289664"/>
                  </a:lnTo>
                  <a:lnTo>
                    <a:pt x="6946" y="286925"/>
                  </a:lnTo>
                  <a:lnTo>
                    <a:pt x="10281" y="286925"/>
                  </a:lnTo>
                  <a:lnTo>
                    <a:pt x="13893" y="286925"/>
                  </a:lnTo>
                  <a:lnTo>
                    <a:pt x="16394" y="289664"/>
                  </a:lnTo>
                  <a:lnTo>
                    <a:pt x="20007" y="292192"/>
                  </a:lnTo>
                  <a:lnTo>
                    <a:pt x="20007" y="294720"/>
                  </a:lnTo>
                  <a:close/>
                </a:path>
                <a:path w="20320" h="541019">
                  <a:moveTo>
                    <a:pt x="20007" y="358130"/>
                  </a:moveTo>
                  <a:lnTo>
                    <a:pt x="20007" y="403844"/>
                  </a:lnTo>
                  <a:lnTo>
                    <a:pt x="20007" y="408689"/>
                  </a:lnTo>
                  <a:lnTo>
                    <a:pt x="16394" y="411217"/>
                  </a:lnTo>
                  <a:lnTo>
                    <a:pt x="13893" y="411217"/>
                  </a:lnTo>
                  <a:lnTo>
                    <a:pt x="10281" y="413745"/>
                  </a:lnTo>
                  <a:lnTo>
                    <a:pt x="6946" y="411217"/>
                  </a:lnTo>
                  <a:lnTo>
                    <a:pt x="3334" y="411217"/>
                  </a:lnTo>
                  <a:lnTo>
                    <a:pt x="0" y="408689"/>
                  </a:lnTo>
                  <a:lnTo>
                    <a:pt x="0" y="403844"/>
                  </a:lnTo>
                  <a:lnTo>
                    <a:pt x="0" y="358130"/>
                  </a:lnTo>
                  <a:lnTo>
                    <a:pt x="0" y="355602"/>
                  </a:lnTo>
                  <a:lnTo>
                    <a:pt x="3334" y="353074"/>
                  </a:lnTo>
                  <a:lnTo>
                    <a:pt x="6946" y="350335"/>
                  </a:lnTo>
                  <a:lnTo>
                    <a:pt x="10281" y="350335"/>
                  </a:lnTo>
                  <a:lnTo>
                    <a:pt x="13893" y="350335"/>
                  </a:lnTo>
                  <a:lnTo>
                    <a:pt x="16394" y="353074"/>
                  </a:lnTo>
                  <a:lnTo>
                    <a:pt x="20007" y="355602"/>
                  </a:lnTo>
                  <a:lnTo>
                    <a:pt x="20007" y="358130"/>
                  </a:lnTo>
                  <a:close/>
                </a:path>
                <a:path w="20320" h="541019">
                  <a:moveTo>
                    <a:pt x="20007" y="467254"/>
                  </a:moveTo>
                  <a:lnTo>
                    <a:pt x="20007" y="472100"/>
                  </a:lnTo>
                  <a:lnTo>
                    <a:pt x="16394" y="474627"/>
                  </a:lnTo>
                  <a:lnTo>
                    <a:pt x="13893" y="474627"/>
                  </a:lnTo>
                  <a:lnTo>
                    <a:pt x="10281" y="477155"/>
                  </a:lnTo>
                  <a:lnTo>
                    <a:pt x="6946" y="474627"/>
                  </a:lnTo>
                  <a:lnTo>
                    <a:pt x="3334" y="474627"/>
                  </a:lnTo>
                  <a:lnTo>
                    <a:pt x="0" y="472100"/>
                  </a:lnTo>
                  <a:lnTo>
                    <a:pt x="0" y="467254"/>
                  </a:lnTo>
                  <a:lnTo>
                    <a:pt x="0" y="464726"/>
                  </a:lnTo>
                  <a:lnTo>
                    <a:pt x="3334" y="462198"/>
                  </a:lnTo>
                  <a:lnTo>
                    <a:pt x="6946" y="462198"/>
                  </a:lnTo>
                  <a:lnTo>
                    <a:pt x="10281" y="459460"/>
                  </a:lnTo>
                  <a:lnTo>
                    <a:pt x="13893" y="462198"/>
                  </a:lnTo>
                  <a:lnTo>
                    <a:pt x="16394" y="462198"/>
                  </a:lnTo>
                  <a:lnTo>
                    <a:pt x="20007" y="464726"/>
                  </a:lnTo>
                  <a:lnTo>
                    <a:pt x="20007" y="467254"/>
                  </a:lnTo>
                  <a:close/>
                </a:path>
                <a:path w="20320" h="541019">
                  <a:moveTo>
                    <a:pt x="20007" y="530664"/>
                  </a:moveTo>
                  <a:lnTo>
                    <a:pt x="20007" y="533403"/>
                  </a:lnTo>
                  <a:lnTo>
                    <a:pt x="20007" y="535931"/>
                  </a:lnTo>
                  <a:lnTo>
                    <a:pt x="16394" y="538038"/>
                  </a:lnTo>
                  <a:lnTo>
                    <a:pt x="13893" y="540566"/>
                  </a:lnTo>
                  <a:lnTo>
                    <a:pt x="10281" y="540566"/>
                  </a:lnTo>
                  <a:lnTo>
                    <a:pt x="6946" y="540566"/>
                  </a:lnTo>
                  <a:lnTo>
                    <a:pt x="3334" y="538038"/>
                  </a:lnTo>
                  <a:lnTo>
                    <a:pt x="0" y="535931"/>
                  </a:lnTo>
                  <a:lnTo>
                    <a:pt x="0" y="533403"/>
                  </a:lnTo>
                  <a:lnTo>
                    <a:pt x="0" y="530664"/>
                  </a:lnTo>
                  <a:lnTo>
                    <a:pt x="0" y="528136"/>
                  </a:lnTo>
                  <a:lnTo>
                    <a:pt x="3334" y="525608"/>
                  </a:lnTo>
                  <a:lnTo>
                    <a:pt x="6946" y="525608"/>
                  </a:lnTo>
                  <a:lnTo>
                    <a:pt x="10281" y="522870"/>
                  </a:lnTo>
                  <a:lnTo>
                    <a:pt x="13893" y="525608"/>
                  </a:lnTo>
                  <a:lnTo>
                    <a:pt x="16394" y="525608"/>
                  </a:lnTo>
                  <a:lnTo>
                    <a:pt x="20007" y="528136"/>
                  </a:lnTo>
                  <a:lnTo>
                    <a:pt x="20007" y="530664"/>
                  </a:lnTo>
                  <a:close/>
                </a:path>
              </a:pathLst>
            </a:custGeom>
            <a:ln w="3419">
              <a:solidFill>
                <a:srgbClr val="000000"/>
              </a:solidFill>
            </a:ln>
          </p:spPr>
          <p:txBody>
            <a:bodyPr wrap="square" lIns="0" tIns="0" rIns="0" bIns="0" rtlCol="0"/>
            <a:lstStyle/>
            <a:p/>
          </p:txBody>
        </p:sp>
        <p:sp>
          <p:nvSpPr>
            <p:cNvPr id="43" name="object 43" descr=""/>
            <p:cNvSpPr/>
            <p:nvPr/>
          </p:nvSpPr>
          <p:spPr>
            <a:xfrm>
              <a:off x="5069815" y="2662512"/>
              <a:ext cx="20320" cy="541020"/>
            </a:xfrm>
            <a:custGeom>
              <a:avLst/>
              <a:gdLst/>
              <a:ahLst/>
              <a:cxnLst/>
              <a:rect l="l" t="t" r="r" b="b"/>
              <a:pathLst>
                <a:path w="20320" h="541019">
                  <a:moveTo>
                    <a:pt x="13060" y="0"/>
                  </a:moveTo>
                  <a:lnTo>
                    <a:pt x="6391" y="0"/>
                  </a:lnTo>
                  <a:lnTo>
                    <a:pt x="3612" y="2738"/>
                  </a:lnTo>
                  <a:lnTo>
                    <a:pt x="0" y="5266"/>
                  </a:lnTo>
                  <a:lnTo>
                    <a:pt x="0" y="58775"/>
                  </a:lnTo>
                  <a:lnTo>
                    <a:pt x="3612" y="60882"/>
                  </a:lnTo>
                  <a:lnTo>
                    <a:pt x="6391" y="63410"/>
                  </a:lnTo>
                  <a:lnTo>
                    <a:pt x="13060" y="63410"/>
                  </a:lnTo>
                  <a:lnTo>
                    <a:pt x="16672" y="60882"/>
                  </a:lnTo>
                  <a:lnTo>
                    <a:pt x="20007" y="58775"/>
                  </a:lnTo>
                  <a:lnTo>
                    <a:pt x="20007" y="5266"/>
                  </a:lnTo>
                  <a:lnTo>
                    <a:pt x="13060" y="0"/>
                  </a:lnTo>
                  <a:close/>
                </a:path>
                <a:path w="20320" h="541019">
                  <a:moveTo>
                    <a:pt x="13060" y="111863"/>
                  </a:moveTo>
                  <a:lnTo>
                    <a:pt x="6391" y="111863"/>
                  </a:lnTo>
                  <a:lnTo>
                    <a:pt x="3612" y="114391"/>
                  </a:lnTo>
                  <a:lnTo>
                    <a:pt x="0" y="117129"/>
                  </a:lnTo>
                  <a:lnTo>
                    <a:pt x="0" y="122185"/>
                  </a:lnTo>
                  <a:lnTo>
                    <a:pt x="3612" y="124924"/>
                  </a:lnTo>
                  <a:lnTo>
                    <a:pt x="6391" y="126820"/>
                  </a:lnTo>
                  <a:lnTo>
                    <a:pt x="13060" y="126820"/>
                  </a:lnTo>
                  <a:lnTo>
                    <a:pt x="16672" y="124924"/>
                  </a:lnTo>
                  <a:lnTo>
                    <a:pt x="20007" y="122185"/>
                  </a:lnTo>
                  <a:lnTo>
                    <a:pt x="20007" y="117129"/>
                  </a:lnTo>
                  <a:lnTo>
                    <a:pt x="16672" y="114391"/>
                  </a:lnTo>
                  <a:lnTo>
                    <a:pt x="13060" y="111863"/>
                  </a:lnTo>
                  <a:close/>
                </a:path>
                <a:path w="20320" h="541019">
                  <a:moveTo>
                    <a:pt x="13060" y="175273"/>
                  </a:moveTo>
                  <a:lnTo>
                    <a:pt x="6391" y="175273"/>
                  </a:lnTo>
                  <a:lnTo>
                    <a:pt x="3612" y="177801"/>
                  </a:lnTo>
                  <a:lnTo>
                    <a:pt x="0" y="180539"/>
                  </a:lnTo>
                  <a:lnTo>
                    <a:pt x="0" y="233416"/>
                  </a:lnTo>
                  <a:lnTo>
                    <a:pt x="3612" y="236155"/>
                  </a:lnTo>
                  <a:lnTo>
                    <a:pt x="6391" y="238683"/>
                  </a:lnTo>
                  <a:lnTo>
                    <a:pt x="13060" y="238683"/>
                  </a:lnTo>
                  <a:lnTo>
                    <a:pt x="16672" y="236155"/>
                  </a:lnTo>
                  <a:lnTo>
                    <a:pt x="20007" y="233416"/>
                  </a:lnTo>
                  <a:lnTo>
                    <a:pt x="20007" y="180539"/>
                  </a:lnTo>
                  <a:lnTo>
                    <a:pt x="16672" y="177801"/>
                  </a:lnTo>
                  <a:lnTo>
                    <a:pt x="13060" y="175273"/>
                  </a:lnTo>
                  <a:close/>
                </a:path>
                <a:path w="20320" h="541019">
                  <a:moveTo>
                    <a:pt x="13060" y="286925"/>
                  </a:moveTo>
                  <a:lnTo>
                    <a:pt x="6391" y="286925"/>
                  </a:lnTo>
                  <a:lnTo>
                    <a:pt x="3612" y="289664"/>
                  </a:lnTo>
                  <a:lnTo>
                    <a:pt x="0" y="292192"/>
                  </a:lnTo>
                  <a:lnTo>
                    <a:pt x="0" y="297458"/>
                  </a:lnTo>
                  <a:lnTo>
                    <a:pt x="3612" y="299565"/>
                  </a:lnTo>
                  <a:lnTo>
                    <a:pt x="6391" y="302093"/>
                  </a:lnTo>
                  <a:lnTo>
                    <a:pt x="13060" y="302093"/>
                  </a:lnTo>
                  <a:lnTo>
                    <a:pt x="16672" y="299565"/>
                  </a:lnTo>
                  <a:lnTo>
                    <a:pt x="20007" y="297458"/>
                  </a:lnTo>
                  <a:lnTo>
                    <a:pt x="20007" y="292192"/>
                  </a:lnTo>
                  <a:lnTo>
                    <a:pt x="13060" y="286925"/>
                  </a:lnTo>
                  <a:close/>
                </a:path>
                <a:path w="20320" h="541019">
                  <a:moveTo>
                    <a:pt x="13060" y="411217"/>
                  </a:moveTo>
                  <a:lnTo>
                    <a:pt x="6391" y="411217"/>
                  </a:lnTo>
                  <a:lnTo>
                    <a:pt x="9725" y="413745"/>
                  </a:lnTo>
                  <a:lnTo>
                    <a:pt x="13060" y="411217"/>
                  </a:lnTo>
                  <a:close/>
                </a:path>
                <a:path w="20320" h="541019">
                  <a:moveTo>
                    <a:pt x="13060" y="350335"/>
                  </a:moveTo>
                  <a:lnTo>
                    <a:pt x="6391" y="350335"/>
                  </a:lnTo>
                  <a:lnTo>
                    <a:pt x="3612" y="353074"/>
                  </a:lnTo>
                  <a:lnTo>
                    <a:pt x="0" y="355602"/>
                  </a:lnTo>
                  <a:lnTo>
                    <a:pt x="0" y="408689"/>
                  </a:lnTo>
                  <a:lnTo>
                    <a:pt x="3612" y="411217"/>
                  </a:lnTo>
                  <a:lnTo>
                    <a:pt x="16672" y="411217"/>
                  </a:lnTo>
                  <a:lnTo>
                    <a:pt x="20007" y="408689"/>
                  </a:lnTo>
                  <a:lnTo>
                    <a:pt x="20007" y="355602"/>
                  </a:lnTo>
                  <a:lnTo>
                    <a:pt x="13060" y="350335"/>
                  </a:lnTo>
                  <a:close/>
                </a:path>
                <a:path w="20320" h="541019">
                  <a:moveTo>
                    <a:pt x="13060" y="474627"/>
                  </a:moveTo>
                  <a:lnTo>
                    <a:pt x="6391" y="474627"/>
                  </a:lnTo>
                  <a:lnTo>
                    <a:pt x="9725" y="477155"/>
                  </a:lnTo>
                  <a:lnTo>
                    <a:pt x="13060" y="474627"/>
                  </a:lnTo>
                  <a:close/>
                </a:path>
                <a:path w="20320" h="541019">
                  <a:moveTo>
                    <a:pt x="16672" y="462198"/>
                  </a:moveTo>
                  <a:lnTo>
                    <a:pt x="3612" y="462198"/>
                  </a:lnTo>
                  <a:lnTo>
                    <a:pt x="0" y="464726"/>
                  </a:lnTo>
                  <a:lnTo>
                    <a:pt x="0" y="472100"/>
                  </a:lnTo>
                  <a:lnTo>
                    <a:pt x="3612" y="474627"/>
                  </a:lnTo>
                  <a:lnTo>
                    <a:pt x="16672" y="474627"/>
                  </a:lnTo>
                  <a:lnTo>
                    <a:pt x="20007" y="472100"/>
                  </a:lnTo>
                  <a:lnTo>
                    <a:pt x="20007" y="464726"/>
                  </a:lnTo>
                  <a:lnTo>
                    <a:pt x="16672" y="462198"/>
                  </a:lnTo>
                  <a:close/>
                </a:path>
                <a:path w="20320" h="541019">
                  <a:moveTo>
                    <a:pt x="9725" y="459460"/>
                  </a:moveTo>
                  <a:lnTo>
                    <a:pt x="6391" y="462198"/>
                  </a:lnTo>
                  <a:lnTo>
                    <a:pt x="13060" y="462198"/>
                  </a:lnTo>
                  <a:lnTo>
                    <a:pt x="9725" y="459460"/>
                  </a:lnTo>
                  <a:close/>
                </a:path>
                <a:path w="20320" h="541019">
                  <a:moveTo>
                    <a:pt x="16672" y="525608"/>
                  </a:moveTo>
                  <a:lnTo>
                    <a:pt x="3612" y="525608"/>
                  </a:lnTo>
                  <a:lnTo>
                    <a:pt x="0" y="528136"/>
                  </a:lnTo>
                  <a:lnTo>
                    <a:pt x="0" y="535931"/>
                  </a:lnTo>
                  <a:lnTo>
                    <a:pt x="3612" y="538038"/>
                  </a:lnTo>
                  <a:lnTo>
                    <a:pt x="6391" y="540566"/>
                  </a:lnTo>
                  <a:lnTo>
                    <a:pt x="13060" y="540566"/>
                  </a:lnTo>
                  <a:lnTo>
                    <a:pt x="16672" y="538038"/>
                  </a:lnTo>
                  <a:lnTo>
                    <a:pt x="20007" y="535931"/>
                  </a:lnTo>
                  <a:lnTo>
                    <a:pt x="20007" y="528136"/>
                  </a:lnTo>
                  <a:lnTo>
                    <a:pt x="16672" y="525608"/>
                  </a:lnTo>
                  <a:close/>
                </a:path>
                <a:path w="20320" h="541019">
                  <a:moveTo>
                    <a:pt x="9725" y="522870"/>
                  </a:moveTo>
                  <a:lnTo>
                    <a:pt x="6391" y="525608"/>
                  </a:lnTo>
                  <a:lnTo>
                    <a:pt x="13060" y="525608"/>
                  </a:lnTo>
                  <a:lnTo>
                    <a:pt x="9725" y="522870"/>
                  </a:lnTo>
                  <a:close/>
                </a:path>
              </a:pathLst>
            </a:custGeom>
            <a:solidFill>
              <a:srgbClr val="000000"/>
            </a:solidFill>
          </p:spPr>
          <p:txBody>
            <a:bodyPr wrap="square" lIns="0" tIns="0" rIns="0" bIns="0" rtlCol="0"/>
            <a:lstStyle/>
            <a:p/>
          </p:txBody>
        </p:sp>
        <p:sp>
          <p:nvSpPr>
            <p:cNvPr id="44" name="object 44" descr=""/>
            <p:cNvSpPr/>
            <p:nvPr/>
          </p:nvSpPr>
          <p:spPr>
            <a:xfrm>
              <a:off x="5069815" y="2662512"/>
              <a:ext cx="20320" cy="541020"/>
            </a:xfrm>
            <a:custGeom>
              <a:avLst/>
              <a:gdLst/>
              <a:ahLst/>
              <a:cxnLst/>
              <a:rect l="l" t="t" r="r" b="b"/>
              <a:pathLst>
                <a:path w="20320" h="541019">
                  <a:moveTo>
                    <a:pt x="20007" y="7794"/>
                  </a:moveTo>
                  <a:lnTo>
                    <a:pt x="20007" y="56247"/>
                  </a:lnTo>
                  <a:lnTo>
                    <a:pt x="20007" y="58775"/>
                  </a:lnTo>
                  <a:lnTo>
                    <a:pt x="16672" y="60882"/>
                  </a:lnTo>
                  <a:lnTo>
                    <a:pt x="13060" y="63410"/>
                  </a:lnTo>
                  <a:lnTo>
                    <a:pt x="9725" y="63410"/>
                  </a:lnTo>
                  <a:lnTo>
                    <a:pt x="6391" y="63410"/>
                  </a:lnTo>
                  <a:lnTo>
                    <a:pt x="3612" y="60882"/>
                  </a:lnTo>
                  <a:lnTo>
                    <a:pt x="0" y="58775"/>
                  </a:lnTo>
                  <a:lnTo>
                    <a:pt x="0" y="56247"/>
                  </a:lnTo>
                  <a:lnTo>
                    <a:pt x="0" y="7794"/>
                  </a:lnTo>
                  <a:lnTo>
                    <a:pt x="0" y="5266"/>
                  </a:lnTo>
                  <a:lnTo>
                    <a:pt x="3612" y="2738"/>
                  </a:lnTo>
                  <a:lnTo>
                    <a:pt x="6391" y="0"/>
                  </a:lnTo>
                  <a:lnTo>
                    <a:pt x="9725" y="0"/>
                  </a:lnTo>
                  <a:lnTo>
                    <a:pt x="13060" y="0"/>
                  </a:lnTo>
                  <a:lnTo>
                    <a:pt x="16672" y="2738"/>
                  </a:lnTo>
                  <a:lnTo>
                    <a:pt x="20007" y="5266"/>
                  </a:lnTo>
                  <a:lnTo>
                    <a:pt x="20007" y="7794"/>
                  </a:lnTo>
                  <a:close/>
                </a:path>
                <a:path w="20320" h="541019">
                  <a:moveTo>
                    <a:pt x="20007" y="119657"/>
                  </a:moveTo>
                  <a:lnTo>
                    <a:pt x="20007" y="122185"/>
                  </a:lnTo>
                  <a:lnTo>
                    <a:pt x="16672" y="124924"/>
                  </a:lnTo>
                  <a:lnTo>
                    <a:pt x="13060" y="126820"/>
                  </a:lnTo>
                  <a:lnTo>
                    <a:pt x="9725" y="126820"/>
                  </a:lnTo>
                  <a:lnTo>
                    <a:pt x="6391" y="126820"/>
                  </a:lnTo>
                  <a:lnTo>
                    <a:pt x="3612" y="124924"/>
                  </a:lnTo>
                  <a:lnTo>
                    <a:pt x="0" y="122185"/>
                  </a:lnTo>
                  <a:lnTo>
                    <a:pt x="0" y="119657"/>
                  </a:lnTo>
                  <a:lnTo>
                    <a:pt x="0" y="117129"/>
                  </a:lnTo>
                  <a:lnTo>
                    <a:pt x="3612" y="114391"/>
                  </a:lnTo>
                  <a:lnTo>
                    <a:pt x="6391" y="111863"/>
                  </a:lnTo>
                  <a:lnTo>
                    <a:pt x="9725" y="111863"/>
                  </a:lnTo>
                  <a:lnTo>
                    <a:pt x="13060" y="111863"/>
                  </a:lnTo>
                  <a:lnTo>
                    <a:pt x="16672" y="114391"/>
                  </a:lnTo>
                  <a:lnTo>
                    <a:pt x="20007" y="117129"/>
                  </a:lnTo>
                  <a:lnTo>
                    <a:pt x="20007" y="119657"/>
                  </a:lnTo>
                  <a:close/>
                </a:path>
                <a:path w="20320" h="541019">
                  <a:moveTo>
                    <a:pt x="20007" y="183067"/>
                  </a:moveTo>
                  <a:lnTo>
                    <a:pt x="20007" y="231310"/>
                  </a:lnTo>
                  <a:lnTo>
                    <a:pt x="20007" y="233416"/>
                  </a:lnTo>
                  <a:lnTo>
                    <a:pt x="16672" y="236155"/>
                  </a:lnTo>
                  <a:lnTo>
                    <a:pt x="13060" y="238683"/>
                  </a:lnTo>
                  <a:lnTo>
                    <a:pt x="9725" y="238683"/>
                  </a:lnTo>
                  <a:lnTo>
                    <a:pt x="6391" y="238683"/>
                  </a:lnTo>
                  <a:lnTo>
                    <a:pt x="3612" y="236155"/>
                  </a:lnTo>
                  <a:lnTo>
                    <a:pt x="0" y="233416"/>
                  </a:lnTo>
                  <a:lnTo>
                    <a:pt x="0" y="231310"/>
                  </a:lnTo>
                  <a:lnTo>
                    <a:pt x="0" y="183067"/>
                  </a:lnTo>
                  <a:lnTo>
                    <a:pt x="0" y="180539"/>
                  </a:lnTo>
                  <a:lnTo>
                    <a:pt x="3612" y="177801"/>
                  </a:lnTo>
                  <a:lnTo>
                    <a:pt x="6391" y="175273"/>
                  </a:lnTo>
                  <a:lnTo>
                    <a:pt x="9725" y="175273"/>
                  </a:lnTo>
                  <a:lnTo>
                    <a:pt x="13060" y="175273"/>
                  </a:lnTo>
                  <a:lnTo>
                    <a:pt x="16672" y="177801"/>
                  </a:lnTo>
                  <a:lnTo>
                    <a:pt x="20007" y="180539"/>
                  </a:lnTo>
                  <a:lnTo>
                    <a:pt x="20007" y="183067"/>
                  </a:lnTo>
                  <a:close/>
                </a:path>
                <a:path w="20320" h="541019">
                  <a:moveTo>
                    <a:pt x="20007" y="294720"/>
                  </a:moveTo>
                  <a:lnTo>
                    <a:pt x="20007" y="297458"/>
                  </a:lnTo>
                  <a:lnTo>
                    <a:pt x="16672" y="299565"/>
                  </a:lnTo>
                  <a:lnTo>
                    <a:pt x="13060" y="302093"/>
                  </a:lnTo>
                  <a:lnTo>
                    <a:pt x="9725" y="302093"/>
                  </a:lnTo>
                  <a:lnTo>
                    <a:pt x="6391" y="302093"/>
                  </a:lnTo>
                  <a:lnTo>
                    <a:pt x="3612" y="299565"/>
                  </a:lnTo>
                  <a:lnTo>
                    <a:pt x="0" y="297458"/>
                  </a:lnTo>
                  <a:lnTo>
                    <a:pt x="0" y="294720"/>
                  </a:lnTo>
                  <a:lnTo>
                    <a:pt x="0" y="292192"/>
                  </a:lnTo>
                  <a:lnTo>
                    <a:pt x="3612" y="289664"/>
                  </a:lnTo>
                  <a:lnTo>
                    <a:pt x="6391" y="286925"/>
                  </a:lnTo>
                  <a:lnTo>
                    <a:pt x="9725" y="286925"/>
                  </a:lnTo>
                  <a:lnTo>
                    <a:pt x="13060" y="286925"/>
                  </a:lnTo>
                  <a:lnTo>
                    <a:pt x="16672" y="289664"/>
                  </a:lnTo>
                  <a:lnTo>
                    <a:pt x="20007" y="292192"/>
                  </a:lnTo>
                  <a:lnTo>
                    <a:pt x="20007" y="294720"/>
                  </a:lnTo>
                  <a:close/>
                </a:path>
                <a:path w="20320" h="541019">
                  <a:moveTo>
                    <a:pt x="20007" y="358130"/>
                  </a:moveTo>
                  <a:lnTo>
                    <a:pt x="20007" y="403844"/>
                  </a:lnTo>
                  <a:lnTo>
                    <a:pt x="20007" y="408689"/>
                  </a:lnTo>
                  <a:lnTo>
                    <a:pt x="16672" y="411217"/>
                  </a:lnTo>
                  <a:lnTo>
                    <a:pt x="13060" y="411217"/>
                  </a:lnTo>
                  <a:lnTo>
                    <a:pt x="9725" y="413745"/>
                  </a:lnTo>
                  <a:lnTo>
                    <a:pt x="6391" y="411217"/>
                  </a:lnTo>
                  <a:lnTo>
                    <a:pt x="3612" y="411217"/>
                  </a:lnTo>
                  <a:lnTo>
                    <a:pt x="0" y="408689"/>
                  </a:lnTo>
                  <a:lnTo>
                    <a:pt x="0" y="403844"/>
                  </a:lnTo>
                  <a:lnTo>
                    <a:pt x="0" y="358130"/>
                  </a:lnTo>
                  <a:lnTo>
                    <a:pt x="0" y="355602"/>
                  </a:lnTo>
                  <a:lnTo>
                    <a:pt x="3612" y="353074"/>
                  </a:lnTo>
                  <a:lnTo>
                    <a:pt x="6391" y="350335"/>
                  </a:lnTo>
                  <a:lnTo>
                    <a:pt x="9725" y="350335"/>
                  </a:lnTo>
                  <a:lnTo>
                    <a:pt x="13060" y="350335"/>
                  </a:lnTo>
                  <a:lnTo>
                    <a:pt x="16672" y="353074"/>
                  </a:lnTo>
                  <a:lnTo>
                    <a:pt x="20007" y="355602"/>
                  </a:lnTo>
                  <a:lnTo>
                    <a:pt x="20007" y="358130"/>
                  </a:lnTo>
                  <a:close/>
                </a:path>
                <a:path w="20320" h="541019">
                  <a:moveTo>
                    <a:pt x="20007" y="467254"/>
                  </a:moveTo>
                  <a:lnTo>
                    <a:pt x="20007" y="472100"/>
                  </a:lnTo>
                  <a:lnTo>
                    <a:pt x="16672" y="474627"/>
                  </a:lnTo>
                  <a:lnTo>
                    <a:pt x="13060" y="474627"/>
                  </a:lnTo>
                  <a:lnTo>
                    <a:pt x="9725" y="477155"/>
                  </a:lnTo>
                  <a:lnTo>
                    <a:pt x="6391" y="474627"/>
                  </a:lnTo>
                  <a:lnTo>
                    <a:pt x="3612" y="474627"/>
                  </a:lnTo>
                  <a:lnTo>
                    <a:pt x="0" y="472100"/>
                  </a:lnTo>
                  <a:lnTo>
                    <a:pt x="0" y="467254"/>
                  </a:lnTo>
                  <a:lnTo>
                    <a:pt x="0" y="464726"/>
                  </a:lnTo>
                  <a:lnTo>
                    <a:pt x="3612" y="462198"/>
                  </a:lnTo>
                  <a:lnTo>
                    <a:pt x="6391" y="462198"/>
                  </a:lnTo>
                  <a:lnTo>
                    <a:pt x="9725" y="459460"/>
                  </a:lnTo>
                  <a:lnTo>
                    <a:pt x="13060" y="462198"/>
                  </a:lnTo>
                  <a:lnTo>
                    <a:pt x="16672" y="462198"/>
                  </a:lnTo>
                  <a:lnTo>
                    <a:pt x="20007" y="464726"/>
                  </a:lnTo>
                  <a:lnTo>
                    <a:pt x="20007" y="467254"/>
                  </a:lnTo>
                  <a:close/>
                </a:path>
                <a:path w="20320" h="541019">
                  <a:moveTo>
                    <a:pt x="20007" y="530664"/>
                  </a:moveTo>
                  <a:lnTo>
                    <a:pt x="20007" y="533403"/>
                  </a:lnTo>
                  <a:lnTo>
                    <a:pt x="20007" y="535931"/>
                  </a:lnTo>
                  <a:lnTo>
                    <a:pt x="16672" y="538038"/>
                  </a:lnTo>
                  <a:lnTo>
                    <a:pt x="13060" y="540566"/>
                  </a:lnTo>
                  <a:lnTo>
                    <a:pt x="9725" y="540566"/>
                  </a:lnTo>
                  <a:lnTo>
                    <a:pt x="6391" y="540566"/>
                  </a:lnTo>
                  <a:lnTo>
                    <a:pt x="3612" y="538038"/>
                  </a:lnTo>
                  <a:lnTo>
                    <a:pt x="0" y="535931"/>
                  </a:lnTo>
                  <a:lnTo>
                    <a:pt x="0" y="533403"/>
                  </a:lnTo>
                  <a:lnTo>
                    <a:pt x="0" y="530664"/>
                  </a:lnTo>
                  <a:lnTo>
                    <a:pt x="0" y="528136"/>
                  </a:lnTo>
                  <a:lnTo>
                    <a:pt x="3612" y="525608"/>
                  </a:lnTo>
                  <a:lnTo>
                    <a:pt x="6391" y="525608"/>
                  </a:lnTo>
                  <a:lnTo>
                    <a:pt x="9725" y="522870"/>
                  </a:lnTo>
                  <a:lnTo>
                    <a:pt x="13060" y="525608"/>
                  </a:lnTo>
                  <a:lnTo>
                    <a:pt x="16672" y="525608"/>
                  </a:lnTo>
                  <a:lnTo>
                    <a:pt x="20007" y="528136"/>
                  </a:lnTo>
                  <a:lnTo>
                    <a:pt x="20007" y="530664"/>
                  </a:lnTo>
                  <a:close/>
                </a:path>
              </a:pathLst>
            </a:custGeom>
            <a:ln w="3419">
              <a:solidFill>
                <a:srgbClr val="000000"/>
              </a:solidFill>
            </a:ln>
          </p:spPr>
          <p:txBody>
            <a:bodyPr wrap="square" lIns="0" tIns="0" rIns="0" bIns="0" rtlCol="0"/>
            <a:lstStyle/>
            <a:p/>
          </p:txBody>
        </p:sp>
        <p:sp>
          <p:nvSpPr>
            <p:cNvPr id="45" name="object 45" descr=""/>
            <p:cNvSpPr/>
            <p:nvPr/>
          </p:nvSpPr>
          <p:spPr>
            <a:xfrm>
              <a:off x="4017460" y="2662512"/>
              <a:ext cx="20320" cy="541020"/>
            </a:xfrm>
            <a:custGeom>
              <a:avLst/>
              <a:gdLst/>
              <a:ahLst/>
              <a:cxnLst/>
              <a:rect l="l" t="t" r="r" b="b"/>
              <a:pathLst>
                <a:path w="20320" h="541019">
                  <a:moveTo>
                    <a:pt x="13060" y="0"/>
                  </a:moveTo>
                  <a:lnTo>
                    <a:pt x="6891" y="0"/>
                  </a:lnTo>
                  <a:lnTo>
                    <a:pt x="3445" y="2738"/>
                  </a:lnTo>
                  <a:lnTo>
                    <a:pt x="0" y="5266"/>
                  </a:lnTo>
                  <a:lnTo>
                    <a:pt x="0" y="58775"/>
                  </a:lnTo>
                  <a:lnTo>
                    <a:pt x="3445" y="60882"/>
                  </a:lnTo>
                  <a:lnTo>
                    <a:pt x="6891" y="63410"/>
                  </a:lnTo>
                  <a:lnTo>
                    <a:pt x="13060" y="63410"/>
                  </a:lnTo>
                  <a:lnTo>
                    <a:pt x="16506" y="60882"/>
                  </a:lnTo>
                  <a:lnTo>
                    <a:pt x="19951" y="58775"/>
                  </a:lnTo>
                  <a:lnTo>
                    <a:pt x="19951" y="5266"/>
                  </a:lnTo>
                  <a:lnTo>
                    <a:pt x="16505" y="2738"/>
                  </a:lnTo>
                  <a:lnTo>
                    <a:pt x="13060" y="0"/>
                  </a:lnTo>
                  <a:close/>
                </a:path>
                <a:path w="20320" h="541019">
                  <a:moveTo>
                    <a:pt x="13060" y="111863"/>
                  </a:moveTo>
                  <a:lnTo>
                    <a:pt x="6891" y="111863"/>
                  </a:lnTo>
                  <a:lnTo>
                    <a:pt x="3445" y="114391"/>
                  </a:lnTo>
                  <a:lnTo>
                    <a:pt x="0" y="117129"/>
                  </a:lnTo>
                  <a:lnTo>
                    <a:pt x="0" y="122185"/>
                  </a:lnTo>
                  <a:lnTo>
                    <a:pt x="3445" y="124924"/>
                  </a:lnTo>
                  <a:lnTo>
                    <a:pt x="6891" y="126820"/>
                  </a:lnTo>
                  <a:lnTo>
                    <a:pt x="13060" y="126820"/>
                  </a:lnTo>
                  <a:lnTo>
                    <a:pt x="16506" y="124924"/>
                  </a:lnTo>
                  <a:lnTo>
                    <a:pt x="19951" y="122185"/>
                  </a:lnTo>
                  <a:lnTo>
                    <a:pt x="19951" y="117129"/>
                  </a:lnTo>
                  <a:lnTo>
                    <a:pt x="16506" y="114391"/>
                  </a:lnTo>
                  <a:lnTo>
                    <a:pt x="13060" y="111863"/>
                  </a:lnTo>
                  <a:close/>
                </a:path>
                <a:path w="20320" h="541019">
                  <a:moveTo>
                    <a:pt x="13060" y="175273"/>
                  </a:moveTo>
                  <a:lnTo>
                    <a:pt x="6891" y="175273"/>
                  </a:lnTo>
                  <a:lnTo>
                    <a:pt x="3445" y="177801"/>
                  </a:lnTo>
                  <a:lnTo>
                    <a:pt x="0" y="180539"/>
                  </a:lnTo>
                  <a:lnTo>
                    <a:pt x="0" y="233416"/>
                  </a:lnTo>
                  <a:lnTo>
                    <a:pt x="3445" y="236155"/>
                  </a:lnTo>
                  <a:lnTo>
                    <a:pt x="6891" y="238683"/>
                  </a:lnTo>
                  <a:lnTo>
                    <a:pt x="13060" y="238683"/>
                  </a:lnTo>
                  <a:lnTo>
                    <a:pt x="16506" y="236155"/>
                  </a:lnTo>
                  <a:lnTo>
                    <a:pt x="19951" y="233416"/>
                  </a:lnTo>
                  <a:lnTo>
                    <a:pt x="19951" y="180539"/>
                  </a:lnTo>
                  <a:lnTo>
                    <a:pt x="16506" y="177801"/>
                  </a:lnTo>
                  <a:lnTo>
                    <a:pt x="13060" y="175273"/>
                  </a:lnTo>
                  <a:close/>
                </a:path>
                <a:path w="20320" h="541019">
                  <a:moveTo>
                    <a:pt x="13060" y="286925"/>
                  </a:moveTo>
                  <a:lnTo>
                    <a:pt x="6891" y="286925"/>
                  </a:lnTo>
                  <a:lnTo>
                    <a:pt x="3445" y="289664"/>
                  </a:lnTo>
                  <a:lnTo>
                    <a:pt x="0" y="292192"/>
                  </a:lnTo>
                  <a:lnTo>
                    <a:pt x="0" y="297458"/>
                  </a:lnTo>
                  <a:lnTo>
                    <a:pt x="3445" y="299565"/>
                  </a:lnTo>
                  <a:lnTo>
                    <a:pt x="6891" y="302093"/>
                  </a:lnTo>
                  <a:lnTo>
                    <a:pt x="13060" y="302093"/>
                  </a:lnTo>
                  <a:lnTo>
                    <a:pt x="16506" y="299565"/>
                  </a:lnTo>
                  <a:lnTo>
                    <a:pt x="19951" y="297458"/>
                  </a:lnTo>
                  <a:lnTo>
                    <a:pt x="19951" y="292192"/>
                  </a:lnTo>
                  <a:lnTo>
                    <a:pt x="16506" y="289664"/>
                  </a:lnTo>
                  <a:lnTo>
                    <a:pt x="13060" y="286925"/>
                  </a:lnTo>
                  <a:close/>
                </a:path>
                <a:path w="20320" h="541019">
                  <a:moveTo>
                    <a:pt x="13060" y="411217"/>
                  </a:moveTo>
                  <a:lnTo>
                    <a:pt x="6891" y="411217"/>
                  </a:lnTo>
                  <a:lnTo>
                    <a:pt x="10309" y="413745"/>
                  </a:lnTo>
                  <a:lnTo>
                    <a:pt x="13060" y="411217"/>
                  </a:lnTo>
                  <a:close/>
                </a:path>
                <a:path w="20320" h="541019">
                  <a:moveTo>
                    <a:pt x="13060" y="350335"/>
                  </a:moveTo>
                  <a:lnTo>
                    <a:pt x="6891" y="350335"/>
                  </a:lnTo>
                  <a:lnTo>
                    <a:pt x="3445" y="353074"/>
                  </a:lnTo>
                  <a:lnTo>
                    <a:pt x="0" y="355602"/>
                  </a:lnTo>
                  <a:lnTo>
                    <a:pt x="0" y="408689"/>
                  </a:lnTo>
                  <a:lnTo>
                    <a:pt x="3445" y="411217"/>
                  </a:lnTo>
                  <a:lnTo>
                    <a:pt x="16506" y="411217"/>
                  </a:lnTo>
                  <a:lnTo>
                    <a:pt x="19951" y="408689"/>
                  </a:lnTo>
                  <a:lnTo>
                    <a:pt x="19951" y="355602"/>
                  </a:lnTo>
                  <a:lnTo>
                    <a:pt x="16506" y="353074"/>
                  </a:lnTo>
                  <a:lnTo>
                    <a:pt x="13060" y="350335"/>
                  </a:lnTo>
                  <a:close/>
                </a:path>
                <a:path w="20320" h="541019">
                  <a:moveTo>
                    <a:pt x="13060" y="474627"/>
                  </a:moveTo>
                  <a:lnTo>
                    <a:pt x="6891" y="474627"/>
                  </a:lnTo>
                  <a:lnTo>
                    <a:pt x="10309" y="477155"/>
                  </a:lnTo>
                  <a:lnTo>
                    <a:pt x="13060" y="474627"/>
                  </a:lnTo>
                  <a:close/>
                </a:path>
                <a:path w="20320" h="541019">
                  <a:moveTo>
                    <a:pt x="16506" y="462198"/>
                  </a:moveTo>
                  <a:lnTo>
                    <a:pt x="3445" y="462198"/>
                  </a:lnTo>
                  <a:lnTo>
                    <a:pt x="0" y="464726"/>
                  </a:lnTo>
                  <a:lnTo>
                    <a:pt x="0" y="472100"/>
                  </a:lnTo>
                  <a:lnTo>
                    <a:pt x="3445" y="474627"/>
                  </a:lnTo>
                  <a:lnTo>
                    <a:pt x="16506" y="474627"/>
                  </a:lnTo>
                  <a:lnTo>
                    <a:pt x="19951" y="472100"/>
                  </a:lnTo>
                  <a:lnTo>
                    <a:pt x="19951" y="464726"/>
                  </a:lnTo>
                  <a:lnTo>
                    <a:pt x="16506" y="462198"/>
                  </a:lnTo>
                  <a:close/>
                </a:path>
                <a:path w="20320" h="541019">
                  <a:moveTo>
                    <a:pt x="10309" y="459460"/>
                  </a:moveTo>
                  <a:lnTo>
                    <a:pt x="6891" y="462198"/>
                  </a:lnTo>
                  <a:lnTo>
                    <a:pt x="13060" y="462198"/>
                  </a:lnTo>
                  <a:lnTo>
                    <a:pt x="10309" y="459460"/>
                  </a:lnTo>
                  <a:close/>
                </a:path>
                <a:path w="20320" h="541019">
                  <a:moveTo>
                    <a:pt x="16506" y="525608"/>
                  </a:moveTo>
                  <a:lnTo>
                    <a:pt x="3445" y="525608"/>
                  </a:lnTo>
                  <a:lnTo>
                    <a:pt x="0" y="528136"/>
                  </a:lnTo>
                  <a:lnTo>
                    <a:pt x="0" y="535931"/>
                  </a:lnTo>
                  <a:lnTo>
                    <a:pt x="3445" y="538038"/>
                  </a:lnTo>
                  <a:lnTo>
                    <a:pt x="6891" y="540566"/>
                  </a:lnTo>
                  <a:lnTo>
                    <a:pt x="13060" y="540566"/>
                  </a:lnTo>
                  <a:lnTo>
                    <a:pt x="16506" y="538038"/>
                  </a:lnTo>
                  <a:lnTo>
                    <a:pt x="19951" y="535931"/>
                  </a:lnTo>
                  <a:lnTo>
                    <a:pt x="19951" y="528136"/>
                  </a:lnTo>
                  <a:lnTo>
                    <a:pt x="16506" y="525608"/>
                  </a:lnTo>
                  <a:close/>
                </a:path>
                <a:path w="20320" h="541019">
                  <a:moveTo>
                    <a:pt x="10309" y="522870"/>
                  </a:moveTo>
                  <a:lnTo>
                    <a:pt x="6891" y="525608"/>
                  </a:lnTo>
                  <a:lnTo>
                    <a:pt x="13060" y="525608"/>
                  </a:lnTo>
                  <a:lnTo>
                    <a:pt x="10309" y="522870"/>
                  </a:lnTo>
                  <a:close/>
                </a:path>
              </a:pathLst>
            </a:custGeom>
            <a:solidFill>
              <a:srgbClr val="000000"/>
            </a:solidFill>
          </p:spPr>
          <p:txBody>
            <a:bodyPr wrap="square" lIns="0" tIns="0" rIns="0" bIns="0" rtlCol="0"/>
            <a:lstStyle/>
            <a:p/>
          </p:txBody>
        </p:sp>
        <p:sp>
          <p:nvSpPr>
            <p:cNvPr id="46" name="object 46" descr=""/>
            <p:cNvSpPr/>
            <p:nvPr/>
          </p:nvSpPr>
          <p:spPr>
            <a:xfrm>
              <a:off x="4017460" y="2662512"/>
              <a:ext cx="20320" cy="541020"/>
            </a:xfrm>
            <a:custGeom>
              <a:avLst/>
              <a:gdLst/>
              <a:ahLst/>
              <a:cxnLst/>
              <a:rect l="l" t="t" r="r" b="b"/>
              <a:pathLst>
                <a:path w="20320" h="541019">
                  <a:moveTo>
                    <a:pt x="19951" y="7794"/>
                  </a:moveTo>
                  <a:lnTo>
                    <a:pt x="19951" y="56247"/>
                  </a:lnTo>
                  <a:lnTo>
                    <a:pt x="19951" y="58775"/>
                  </a:lnTo>
                  <a:lnTo>
                    <a:pt x="16506" y="60882"/>
                  </a:lnTo>
                  <a:lnTo>
                    <a:pt x="13060" y="63410"/>
                  </a:lnTo>
                  <a:lnTo>
                    <a:pt x="10309" y="63410"/>
                  </a:lnTo>
                  <a:lnTo>
                    <a:pt x="6891" y="63410"/>
                  </a:lnTo>
                  <a:lnTo>
                    <a:pt x="3445" y="60882"/>
                  </a:lnTo>
                  <a:lnTo>
                    <a:pt x="0" y="58775"/>
                  </a:lnTo>
                  <a:lnTo>
                    <a:pt x="0" y="56247"/>
                  </a:lnTo>
                  <a:lnTo>
                    <a:pt x="0" y="7794"/>
                  </a:lnTo>
                  <a:lnTo>
                    <a:pt x="0" y="5266"/>
                  </a:lnTo>
                  <a:lnTo>
                    <a:pt x="3445" y="2738"/>
                  </a:lnTo>
                  <a:lnTo>
                    <a:pt x="6891" y="0"/>
                  </a:lnTo>
                  <a:lnTo>
                    <a:pt x="10309" y="0"/>
                  </a:lnTo>
                  <a:lnTo>
                    <a:pt x="13060" y="0"/>
                  </a:lnTo>
                  <a:lnTo>
                    <a:pt x="16505" y="2738"/>
                  </a:lnTo>
                  <a:lnTo>
                    <a:pt x="19951" y="5266"/>
                  </a:lnTo>
                  <a:lnTo>
                    <a:pt x="19951" y="7794"/>
                  </a:lnTo>
                  <a:close/>
                </a:path>
                <a:path w="20320" h="541019">
                  <a:moveTo>
                    <a:pt x="19951" y="119657"/>
                  </a:moveTo>
                  <a:lnTo>
                    <a:pt x="19951" y="122185"/>
                  </a:lnTo>
                  <a:lnTo>
                    <a:pt x="16506" y="124924"/>
                  </a:lnTo>
                  <a:lnTo>
                    <a:pt x="13060" y="126820"/>
                  </a:lnTo>
                  <a:lnTo>
                    <a:pt x="10309" y="126820"/>
                  </a:lnTo>
                  <a:lnTo>
                    <a:pt x="6891" y="126820"/>
                  </a:lnTo>
                  <a:lnTo>
                    <a:pt x="3445" y="124924"/>
                  </a:lnTo>
                  <a:lnTo>
                    <a:pt x="0" y="122185"/>
                  </a:lnTo>
                  <a:lnTo>
                    <a:pt x="0" y="119657"/>
                  </a:lnTo>
                  <a:lnTo>
                    <a:pt x="0" y="117129"/>
                  </a:lnTo>
                  <a:lnTo>
                    <a:pt x="3445" y="114391"/>
                  </a:lnTo>
                  <a:lnTo>
                    <a:pt x="6891" y="111863"/>
                  </a:lnTo>
                  <a:lnTo>
                    <a:pt x="10309" y="111863"/>
                  </a:lnTo>
                  <a:lnTo>
                    <a:pt x="13060" y="111863"/>
                  </a:lnTo>
                  <a:lnTo>
                    <a:pt x="16506" y="114391"/>
                  </a:lnTo>
                  <a:lnTo>
                    <a:pt x="19951" y="117129"/>
                  </a:lnTo>
                  <a:lnTo>
                    <a:pt x="19951" y="119657"/>
                  </a:lnTo>
                  <a:close/>
                </a:path>
                <a:path w="20320" h="541019">
                  <a:moveTo>
                    <a:pt x="19951" y="183067"/>
                  </a:moveTo>
                  <a:lnTo>
                    <a:pt x="19951" y="231310"/>
                  </a:lnTo>
                  <a:lnTo>
                    <a:pt x="19951" y="233416"/>
                  </a:lnTo>
                  <a:lnTo>
                    <a:pt x="16506" y="236155"/>
                  </a:lnTo>
                  <a:lnTo>
                    <a:pt x="13060" y="238683"/>
                  </a:lnTo>
                  <a:lnTo>
                    <a:pt x="10309" y="238683"/>
                  </a:lnTo>
                  <a:lnTo>
                    <a:pt x="6891" y="238683"/>
                  </a:lnTo>
                  <a:lnTo>
                    <a:pt x="0" y="183067"/>
                  </a:lnTo>
                  <a:lnTo>
                    <a:pt x="0" y="180539"/>
                  </a:lnTo>
                  <a:lnTo>
                    <a:pt x="3445" y="177801"/>
                  </a:lnTo>
                  <a:lnTo>
                    <a:pt x="6891" y="175273"/>
                  </a:lnTo>
                  <a:lnTo>
                    <a:pt x="10309" y="175273"/>
                  </a:lnTo>
                  <a:lnTo>
                    <a:pt x="13060" y="175273"/>
                  </a:lnTo>
                  <a:lnTo>
                    <a:pt x="16506" y="177801"/>
                  </a:lnTo>
                  <a:lnTo>
                    <a:pt x="19951" y="180539"/>
                  </a:lnTo>
                  <a:lnTo>
                    <a:pt x="19951" y="183067"/>
                  </a:lnTo>
                  <a:close/>
                </a:path>
                <a:path w="20320" h="541019">
                  <a:moveTo>
                    <a:pt x="19951" y="294720"/>
                  </a:moveTo>
                  <a:lnTo>
                    <a:pt x="19951" y="297458"/>
                  </a:lnTo>
                  <a:lnTo>
                    <a:pt x="16506" y="299565"/>
                  </a:lnTo>
                  <a:lnTo>
                    <a:pt x="13060" y="302093"/>
                  </a:lnTo>
                  <a:lnTo>
                    <a:pt x="10309" y="302093"/>
                  </a:lnTo>
                  <a:lnTo>
                    <a:pt x="6891" y="302093"/>
                  </a:lnTo>
                  <a:lnTo>
                    <a:pt x="3445" y="299565"/>
                  </a:lnTo>
                  <a:lnTo>
                    <a:pt x="0" y="297458"/>
                  </a:lnTo>
                  <a:lnTo>
                    <a:pt x="0" y="294720"/>
                  </a:lnTo>
                  <a:lnTo>
                    <a:pt x="0" y="292192"/>
                  </a:lnTo>
                  <a:lnTo>
                    <a:pt x="3445" y="289664"/>
                  </a:lnTo>
                  <a:lnTo>
                    <a:pt x="6891" y="286925"/>
                  </a:lnTo>
                  <a:lnTo>
                    <a:pt x="10309" y="286925"/>
                  </a:lnTo>
                  <a:lnTo>
                    <a:pt x="13060" y="286925"/>
                  </a:lnTo>
                  <a:lnTo>
                    <a:pt x="16506" y="289664"/>
                  </a:lnTo>
                  <a:lnTo>
                    <a:pt x="19951" y="292192"/>
                  </a:lnTo>
                  <a:lnTo>
                    <a:pt x="19951" y="294720"/>
                  </a:lnTo>
                  <a:close/>
                </a:path>
                <a:path w="20320" h="541019">
                  <a:moveTo>
                    <a:pt x="19951" y="358130"/>
                  </a:moveTo>
                  <a:lnTo>
                    <a:pt x="19951" y="403844"/>
                  </a:lnTo>
                  <a:lnTo>
                    <a:pt x="19951" y="408689"/>
                  </a:lnTo>
                  <a:lnTo>
                    <a:pt x="16506" y="411217"/>
                  </a:lnTo>
                  <a:lnTo>
                    <a:pt x="13060" y="411217"/>
                  </a:lnTo>
                  <a:lnTo>
                    <a:pt x="10309" y="413745"/>
                  </a:lnTo>
                  <a:lnTo>
                    <a:pt x="6891" y="411217"/>
                  </a:lnTo>
                  <a:lnTo>
                    <a:pt x="3445" y="411217"/>
                  </a:lnTo>
                  <a:lnTo>
                    <a:pt x="0" y="408689"/>
                  </a:lnTo>
                  <a:lnTo>
                    <a:pt x="0" y="403844"/>
                  </a:lnTo>
                  <a:lnTo>
                    <a:pt x="0" y="358130"/>
                  </a:lnTo>
                  <a:lnTo>
                    <a:pt x="0" y="355602"/>
                  </a:lnTo>
                  <a:lnTo>
                    <a:pt x="3445" y="353074"/>
                  </a:lnTo>
                  <a:lnTo>
                    <a:pt x="6891" y="350335"/>
                  </a:lnTo>
                  <a:lnTo>
                    <a:pt x="10309" y="350335"/>
                  </a:lnTo>
                  <a:lnTo>
                    <a:pt x="13060" y="350335"/>
                  </a:lnTo>
                  <a:lnTo>
                    <a:pt x="16506" y="353074"/>
                  </a:lnTo>
                  <a:lnTo>
                    <a:pt x="19951" y="355602"/>
                  </a:lnTo>
                  <a:lnTo>
                    <a:pt x="19951" y="358130"/>
                  </a:lnTo>
                  <a:close/>
                </a:path>
                <a:path w="20320" h="541019">
                  <a:moveTo>
                    <a:pt x="19951" y="467254"/>
                  </a:moveTo>
                  <a:lnTo>
                    <a:pt x="19951" y="472100"/>
                  </a:lnTo>
                  <a:lnTo>
                    <a:pt x="16506" y="474627"/>
                  </a:lnTo>
                  <a:lnTo>
                    <a:pt x="13060" y="474627"/>
                  </a:lnTo>
                  <a:lnTo>
                    <a:pt x="10309" y="477155"/>
                  </a:lnTo>
                  <a:lnTo>
                    <a:pt x="6891" y="474627"/>
                  </a:lnTo>
                  <a:lnTo>
                    <a:pt x="3445" y="474627"/>
                  </a:lnTo>
                  <a:lnTo>
                    <a:pt x="0" y="472100"/>
                  </a:lnTo>
                  <a:lnTo>
                    <a:pt x="0" y="467254"/>
                  </a:lnTo>
                  <a:lnTo>
                    <a:pt x="0" y="464726"/>
                  </a:lnTo>
                  <a:lnTo>
                    <a:pt x="3445" y="462198"/>
                  </a:lnTo>
                  <a:lnTo>
                    <a:pt x="6891" y="462198"/>
                  </a:lnTo>
                  <a:lnTo>
                    <a:pt x="10309" y="459460"/>
                  </a:lnTo>
                  <a:lnTo>
                    <a:pt x="13060" y="462198"/>
                  </a:lnTo>
                  <a:lnTo>
                    <a:pt x="16506" y="462198"/>
                  </a:lnTo>
                  <a:lnTo>
                    <a:pt x="19951" y="464726"/>
                  </a:lnTo>
                  <a:lnTo>
                    <a:pt x="19951" y="467254"/>
                  </a:lnTo>
                  <a:close/>
                </a:path>
                <a:path w="20320" h="541019">
                  <a:moveTo>
                    <a:pt x="19951" y="530664"/>
                  </a:moveTo>
                  <a:lnTo>
                    <a:pt x="19951" y="533403"/>
                  </a:lnTo>
                  <a:lnTo>
                    <a:pt x="19951" y="535931"/>
                  </a:lnTo>
                  <a:lnTo>
                    <a:pt x="16506" y="538038"/>
                  </a:lnTo>
                  <a:lnTo>
                    <a:pt x="13060" y="540566"/>
                  </a:lnTo>
                  <a:lnTo>
                    <a:pt x="10309" y="540566"/>
                  </a:lnTo>
                  <a:lnTo>
                    <a:pt x="6891" y="540566"/>
                  </a:lnTo>
                  <a:lnTo>
                    <a:pt x="3445" y="538038"/>
                  </a:lnTo>
                  <a:lnTo>
                    <a:pt x="0" y="535931"/>
                  </a:lnTo>
                  <a:lnTo>
                    <a:pt x="0" y="533403"/>
                  </a:lnTo>
                  <a:lnTo>
                    <a:pt x="0" y="530664"/>
                  </a:lnTo>
                  <a:lnTo>
                    <a:pt x="0" y="528136"/>
                  </a:lnTo>
                  <a:lnTo>
                    <a:pt x="3445" y="525608"/>
                  </a:lnTo>
                  <a:lnTo>
                    <a:pt x="6891" y="525608"/>
                  </a:lnTo>
                  <a:lnTo>
                    <a:pt x="10309" y="522870"/>
                  </a:lnTo>
                  <a:lnTo>
                    <a:pt x="13060" y="525608"/>
                  </a:lnTo>
                  <a:lnTo>
                    <a:pt x="16506" y="525608"/>
                  </a:lnTo>
                  <a:lnTo>
                    <a:pt x="19951" y="528136"/>
                  </a:lnTo>
                  <a:lnTo>
                    <a:pt x="19951" y="530664"/>
                  </a:lnTo>
                  <a:close/>
                </a:path>
              </a:pathLst>
            </a:custGeom>
            <a:ln w="3419">
              <a:solidFill>
                <a:srgbClr val="000000"/>
              </a:solidFill>
            </a:ln>
          </p:spPr>
          <p:txBody>
            <a:bodyPr wrap="square" lIns="0" tIns="0" rIns="0" bIns="0" rtlCol="0"/>
            <a:lstStyle/>
            <a:p/>
          </p:txBody>
        </p:sp>
        <p:sp>
          <p:nvSpPr>
            <p:cNvPr id="47" name="object 47" descr=""/>
            <p:cNvSpPr/>
            <p:nvPr/>
          </p:nvSpPr>
          <p:spPr>
            <a:xfrm>
              <a:off x="4368449" y="2662512"/>
              <a:ext cx="20320" cy="541020"/>
            </a:xfrm>
            <a:custGeom>
              <a:avLst/>
              <a:gdLst/>
              <a:ahLst/>
              <a:cxnLst/>
              <a:rect l="l" t="t" r="r" b="b"/>
              <a:pathLst>
                <a:path w="20320" h="541019">
                  <a:moveTo>
                    <a:pt x="13060" y="0"/>
                  </a:moveTo>
                  <a:lnTo>
                    <a:pt x="6113" y="0"/>
                  </a:lnTo>
                  <a:lnTo>
                    <a:pt x="2778" y="2738"/>
                  </a:lnTo>
                  <a:lnTo>
                    <a:pt x="0" y="5266"/>
                  </a:lnTo>
                  <a:lnTo>
                    <a:pt x="0" y="58775"/>
                  </a:lnTo>
                  <a:lnTo>
                    <a:pt x="6113" y="63410"/>
                  </a:lnTo>
                  <a:lnTo>
                    <a:pt x="13060" y="63410"/>
                  </a:lnTo>
                  <a:lnTo>
                    <a:pt x="16672" y="60882"/>
                  </a:lnTo>
                  <a:lnTo>
                    <a:pt x="20007" y="58775"/>
                  </a:lnTo>
                  <a:lnTo>
                    <a:pt x="20007" y="5266"/>
                  </a:lnTo>
                  <a:lnTo>
                    <a:pt x="13060" y="0"/>
                  </a:lnTo>
                  <a:close/>
                </a:path>
                <a:path w="20320" h="541019">
                  <a:moveTo>
                    <a:pt x="13060" y="111863"/>
                  </a:moveTo>
                  <a:lnTo>
                    <a:pt x="6113" y="111863"/>
                  </a:lnTo>
                  <a:lnTo>
                    <a:pt x="2778" y="114391"/>
                  </a:lnTo>
                  <a:lnTo>
                    <a:pt x="0" y="117129"/>
                  </a:lnTo>
                  <a:lnTo>
                    <a:pt x="0" y="122185"/>
                  </a:lnTo>
                  <a:lnTo>
                    <a:pt x="2778" y="124924"/>
                  </a:lnTo>
                  <a:lnTo>
                    <a:pt x="6113" y="126820"/>
                  </a:lnTo>
                  <a:lnTo>
                    <a:pt x="13060" y="126820"/>
                  </a:lnTo>
                  <a:lnTo>
                    <a:pt x="16672" y="124924"/>
                  </a:lnTo>
                  <a:lnTo>
                    <a:pt x="20007" y="122185"/>
                  </a:lnTo>
                  <a:lnTo>
                    <a:pt x="20007" y="117129"/>
                  </a:lnTo>
                  <a:lnTo>
                    <a:pt x="16672" y="114391"/>
                  </a:lnTo>
                  <a:lnTo>
                    <a:pt x="13060" y="111863"/>
                  </a:lnTo>
                  <a:close/>
                </a:path>
                <a:path w="20320" h="541019">
                  <a:moveTo>
                    <a:pt x="13060" y="175273"/>
                  </a:moveTo>
                  <a:lnTo>
                    <a:pt x="6113" y="175273"/>
                  </a:lnTo>
                  <a:lnTo>
                    <a:pt x="2778" y="177801"/>
                  </a:lnTo>
                  <a:lnTo>
                    <a:pt x="0" y="180539"/>
                  </a:lnTo>
                  <a:lnTo>
                    <a:pt x="0" y="233416"/>
                  </a:lnTo>
                  <a:lnTo>
                    <a:pt x="2778" y="236155"/>
                  </a:lnTo>
                  <a:lnTo>
                    <a:pt x="6113" y="238683"/>
                  </a:lnTo>
                  <a:lnTo>
                    <a:pt x="13060" y="238683"/>
                  </a:lnTo>
                  <a:lnTo>
                    <a:pt x="16672" y="236155"/>
                  </a:lnTo>
                  <a:lnTo>
                    <a:pt x="20007" y="233416"/>
                  </a:lnTo>
                  <a:lnTo>
                    <a:pt x="20007" y="180539"/>
                  </a:lnTo>
                  <a:lnTo>
                    <a:pt x="16672" y="177801"/>
                  </a:lnTo>
                  <a:lnTo>
                    <a:pt x="13060" y="175273"/>
                  </a:lnTo>
                  <a:close/>
                </a:path>
                <a:path w="20320" h="541019">
                  <a:moveTo>
                    <a:pt x="13060" y="286925"/>
                  </a:moveTo>
                  <a:lnTo>
                    <a:pt x="6113" y="286925"/>
                  </a:lnTo>
                  <a:lnTo>
                    <a:pt x="2778" y="289664"/>
                  </a:lnTo>
                  <a:lnTo>
                    <a:pt x="0" y="292192"/>
                  </a:lnTo>
                  <a:lnTo>
                    <a:pt x="0" y="297458"/>
                  </a:lnTo>
                  <a:lnTo>
                    <a:pt x="6113" y="302093"/>
                  </a:lnTo>
                  <a:lnTo>
                    <a:pt x="13060" y="302093"/>
                  </a:lnTo>
                  <a:lnTo>
                    <a:pt x="16672" y="299565"/>
                  </a:lnTo>
                  <a:lnTo>
                    <a:pt x="20007" y="297458"/>
                  </a:lnTo>
                  <a:lnTo>
                    <a:pt x="20007" y="292192"/>
                  </a:lnTo>
                  <a:lnTo>
                    <a:pt x="13060" y="286925"/>
                  </a:lnTo>
                  <a:close/>
                </a:path>
                <a:path w="20320" h="541019">
                  <a:moveTo>
                    <a:pt x="13060" y="411217"/>
                  </a:moveTo>
                  <a:lnTo>
                    <a:pt x="6113" y="411217"/>
                  </a:lnTo>
                  <a:lnTo>
                    <a:pt x="9725" y="413745"/>
                  </a:lnTo>
                  <a:lnTo>
                    <a:pt x="13060" y="411217"/>
                  </a:lnTo>
                  <a:close/>
                </a:path>
                <a:path w="20320" h="541019">
                  <a:moveTo>
                    <a:pt x="13060" y="350335"/>
                  </a:moveTo>
                  <a:lnTo>
                    <a:pt x="6113" y="350335"/>
                  </a:lnTo>
                  <a:lnTo>
                    <a:pt x="2778" y="353074"/>
                  </a:lnTo>
                  <a:lnTo>
                    <a:pt x="0" y="355602"/>
                  </a:lnTo>
                  <a:lnTo>
                    <a:pt x="0" y="408689"/>
                  </a:lnTo>
                  <a:lnTo>
                    <a:pt x="2778" y="411217"/>
                  </a:lnTo>
                  <a:lnTo>
                    <a:pt x="16672" y="411217"/>
                  </a:lnTo>
                  <a:lnTo>
                    <a:pt x="20007" y="408689"/>
                  </a:lnTo>
                  <a:lnTo>
                    <a:pt x="20007" y="355602"/>
                  </a:lnTo>
                  <a:lnTo>
                    <a:pt x="13060" y="350335"/>
                  </a:lnTo>
                  <a:close/>
                </a:path>
                <a:path w="20320" h="541019">
                  <a:moveTo>
                    <a:pt x="13060" y="474627"/>
                  </a:moveTo>
                  <a:lnTo>
                    <a:pt x="6113" y="474627"/>
                  </a:lnTo>
                  <a:lnTo>
                    <a:pt x="9725" y="477155"/>
                  </a:lnTo>
                  <a:lnTo>
                    <a:pt x="13060" y="474627"/>
                  </a:lnTo>
                  <a:close/>
                </a:path>
                <a:path w="20320" h="541019">
                  <a:moveTo>
                    <a:pt x="16672" y="462198"/>
                  </a:moveTo>
                  <a:lnTo>
                    <a:pt x="2778" y="462198"/>
                  </a:lnTo>
                  <a:lnTo>
                    <a:pt x="0" y="464726"/>
                  </a:lnTo>
                  <a:lnTo>
                    <a:pt x="0" y="472100"/>
                  </a:lnTo>
                  <a:lnTo>
                    <a:pt x="2778" y="474627"/>
                  </a:lnTo>
                  <a:lnTo>
                    <a:pt x="16672" y="474627"/>
                  </a:lnTo>
                  <a:lnTo>
                    <a:pt x="20007" y="472100"/>
                  </a:lnTo>
                  <a:lnTo>
                    <a:pt x="20007" y="464726"/>
                  </a:lnTo>
                  <a:lnTo>
                    <a:pt x="16672" y="462198"/>
                  </a:lnTo>
                  <a:close/>
                </a:path>
                <a:path w="20320" h="541019">
                  <a:moveTo>
                    <a:pt x="9725" y="459460"/>
                  </a:moveTo>
                  <a:lnTo>
                    <a:pt x="6113" y="462198"/>
                  </a:lnTo>
                  <a:lnTo>
                    <a:pt x="13060" y="462198"/>
                  </a:lnTo>
                  <a:lnTo>
                    <a:pt x="9725" y="459460"/>
                  </a:lnTo>
                  <a:close/>
                </a:path>
                <a:path w="20320" h="541019">
                  <a:moveTo>
                    <a:pt x="16672" y="525608"/>
                  </a:moveTo>
                  <a:lnTo>
                    <a:pt x="2778" y="525608"/>
                  </a:lnTo>
                  <a:lnTo>
                    <a:pt x="0" y="528136"/>
                  </a:lnTo>
                  <a:lnTo>
                    <a:pt x="0" y="535931"/>
                  </a:lnTo>
                  <a:lnTo>
                    <a:pt x="6113" y="540566"/>
                  </a:lnTo>
                  <a:lnTo>
                    <a:pt x="13060" y="540566"/>
                  </a:lnTo>
                  <a:lnTo>
                    <a:pt x="16672" y="538038"/>
                  </a:lnTo>
                  <a:lnTo>
                    <a:pt x="20007" y="535931"/>
                  </a:lnTo>
                  <a:lnTo>
                    <a:pt x="20007" y="528136"/>
                  </a:lnTo>
                  <a:lnTo>
                    <a:pt x="16672" y="525608"/>
                  </a:lnTo>
                  <a:close/>
                </a:path>
                <a:path w="20320" h="541019">
                  <a:moveTo>
                    <a:pt x="9725" y="522870"/>
                  </a:moveTo>
                  <a:lnTo>
                    <a:pt x="6113" y="525608"/>
                  </a:lnTo>
                  <a:lnTo>
                    <a:pt x="13060" y="525608"/>
                  </a:lnTo>
                  <a:lnTo>
                    <a:pt x="9725" y="522870"/>
                  </a:lnTo>
                  <a:close/>
                </a:path>
              </a:pathLst>
            </a:custGeom>
            <a:solidFill>
              <a:srgbClr val="000000"/>
            </a:solidFill>
          </p:spPr>
          <p:txBody>
            <a:bodyPr wrap="square" lIns="0" tIns="0" rIns="0" bIns="0" rtlCol="0"/>
            <a:lstStyle/>
            <a:p/>
          </p:txBody>
        </p:sp>
        <p:sp>
          <p:nvSpPr>
            <p:cNvPr id="48" name="object 48" descr=""/>
            <p:cNvSpPr/>
            <p:nvPr/>
          </p:nvSpPr>
          <p:spPr>
            <a:xfrm>
              <a:off x="4368449" y="2662512"/>
              <a:ext cx="20320" cy="541020"/>
            </a:xfrm>
            <a:custGeom>
              <a:avLst/>
              <a:gdLst/>
              <a:ahLst/>
              <a:cxnLst/>
              <a:rect l="l" t="t" r="r" b="b"/>
              <a:pathLst>
                <a:path w="20320" h="541019">
                  <a:moveTo>
                    <a:pt x="20007" y="7794"/>
                  </a:moveTo>
                  <a:lnTo>
                    <a:pt x="20007" y="56247"/>
                  </a:lnTo>
                  <a:lnTo>
                    <a:pt x="20007" y="58775"/>
                  </a:lnTo>
                  <a:lnTo>
                    <a:pt x="16672" y="60882"/>
                  </a:lnTo>
                  <a:lnTo>
                    <a:pt x="13060" y="63410"/>
                  </a:lnTo>
                  <a:lnTo>
                    <a:pt x="9725" y="63410"/>
                  </a:lnTo>
                  <a:lnTo>
                    <a:pt x="6113" y="63410"/>
                  </a:lnTo>
                  <a:lnTo>
                    <a:pt x="2778" y="60882"/>
                  </a:lnTo>
                  <a:lnTo>
                    <a:pt x="0" y="58775"/>
                  </a:lnTo>
                  <a:lnTo>
                    <a:pt x="0" y="56247"/>
                  </a:lnTo>
                  <a:lnTo>
                    <a:pt x="0" y="7794"/>
                  </a:lnTo>
                  <a:lnTo>
                    <a:pt x="0" y="5266"/>
                  </a:lnTo>
                  <a:lnTo>
                    <a:pt x="2778" y="2738"/>
                  </a:lnTo>
                  <a:lnTo>
                    <a:pt x="6113" y="0"/>
                  </a:lnTo>
                  <a:lnTo>
                    <a:pt x="9725" y="0"/>
                  </a:lnTo>
                  <a:lnTo>
                    <a:pt x="13060" y="0"/>
                  </a:lnTo>
                  <a:lnTo>
                    <a:pt x="16672" y="2738"/>
                  </a:lnTo>
                  <a:lnTo>
                    <a:pt x="20007" y="5266"/>
                  </a:lnTo>
                  <a:lnTo>
                    <a:pt x="20007" y="7794"/>
                  </a:lnTo>
                  <a:close/>
                </a:path>
                <a:path w="20320" h="541019">
                  <a:moveTo>
                    <a:pt x="20007" y="119657"/>
                  </a:moveTo>
                  <a:lnTo>
                    <a:pt x="20007" y="122185"/>
                  </a:lnTo>
                  <a:lnTo>
                    <a:pt x="16672" y="124924"/>
                  </a:lnTo>
                  <a:lnTo>
                    <a:pt x="13060" y="126820"/>
                  </a:lnTo>
                  <a:lnTo>
                    <a:pt x="9725" y="126820"/>
                  </a:lnTo>
                  <a:lnTo>
                    <a:pt x="6113" y="126820"/>
                  </a:lnTo>
                  <a:lnTo>
                    <a:pt x="2778" y="124924"/>
                  </a:lnTo>
                  <a:lnTo>
                    <a:pt x="0" y="122185"/>
                  </a:lnTo>
                  <a:lnTo>
                    <a:pt x="0" y="119657"/>
                  </a:lnTo>
                  <a:lnTo>
                    <a:pt x="0" y="117129"/>
                  </a:lnTo>
                  <a:lnTo>
                    <a:pt x="2778" y="114391"/>
                  </a:lnTo>
                  <a:lnTo>
                    <a:pt x="6113" y="111863"/>
                  </a:lnTo>
                  <a:lnTo>
                    <a:pt x="9725" y="111863"/>
                  </a:lnTo>
                  <a:lnTo>
                    <a:pt x="13060" y="111863"/>
                  </a:lnTo>
                  <a:lnTo>
                    <a:pt x="16672" y="114391"/>
                  </a:lnTo>
                  <a:lnTo>
                    <a:pt x="20007" y="117129"/>
                  </a:lnTo>
                  <a:lnTo>
                    <a:pt x="20007" y="119657"/>
                  </a:lnTo>
                  <a:close/>
                </a:path>
                <a:path w="20320" h="541019">
                  <a:moveTo>
                    <a:pt x="20007" y="183067"/>
                  </a:moveTo>
                  <a:lnTo>
                    <a:pt x="20007" y="231310"/>
                  </a:lnTo>
                  <a:lnTo>
                    <a:pt x="20007" y="233416"/>
                  </a:lnTo>
                  <a:lnTo>
                    <a:pt x="16672" y="236155"/>
                  </a:lnTo>
                  <a:lnTo>
                    <a:pt x="13060" y="238683"/>
                  </a:lnTo>
                  <a:lnTo>
                    <a:pt x="9725" y="238683"/>
                  </a:lnTo>
                  <a:lnTo>
                    <a:pt x="6113" y="238683"/>
                  </a:lnTo>
                  <a:lnTo>
                    <a:pt x="0" y="183067"/>
                  </a:lnTo>
                  <a:lnTo>
                    <a:pt x="0" y="180539"/>
                  </a:lnTo>
                  <a:lnTo>
                    <a:pt x="2778" y="177801"/>
                  </a:lnTo>
                  <a:lnTo>
                    <a:pt x="6113" y="175273"/>
                  </a:lnTo>
                  <a:lnTo>
                    <a:pt x="9725" y="175273"/>
                  </a:lnTo>
                  <a:lnTo>
                    <a:pt x="13060" y="175273"/>
                  </a:lnTo>
                  <a:lnTo>
                    <a:pt x="16672" y="177801"/>
                  </a:lnTo>
                  <a:lnTo>
                    <a:pt x="20007" y="180539"/>
                  </a:lnTo>
                  <a:lnTo>
                    <a:pt x="20007" y="183067"/>
                  </a:lnTo>
                  <a:close/>
                </a:path>
                <a:path w="20320" h="541019">
                  <a:moveTo>
                    <a:pt x="20007" y="294720"/>
                  </a:moveTo>
                  <a:lnTo>
                    <a:pt x="20007" y="297458"/>
                  </a:lnTo>
                  <a:lnTo>
                    <a:pt x="16672" y="299565"/>
                  </a:lnTo>
                  <a:lnTo>
                    <a:pt x="13060" y="302093"/>
                  </a:lnTo>
                  <a:lnTo>
                    <a:pt x="9725" y="302093"/>
                  </a:lnTo>
                  <a:lnTo>
                    <a:pt x="6113" y="302093"/>
                  </a:lnTo>
                  <a:lnTo>
                    <a:pt x="2778" y="299565"/>
                  </a:lnTo>
                  <a:lnTo>
                    <a:pt x="0" y="297458"/>
                  </a:lnTo>
                  <a:lnTo>
                    <a:pt x="0" y="294720"/>
                  </a:lnTo>
                  <a:lnTo>
                    <a:pt x="0" y="292192"/>
                  </a:lnTo>
                  <a:lnTo>
                    <a:pt x="2778" y="289664"/>
                  </a:lnTo>
                  <a:lnTo>
                    <a:pt x="6113" y="286925"/>
                  </a:lnTo>
                  <a:lnTo>
                    <a:pt x="9725" y="286925"/>
                  </a:lnTo>
                  <a:lnTo>
                    <a:pt x="13060" y="286925"/>
                  </a:lnTo>
                  <a:lnTo>
                    <a:pt x="16672" y="289664"/>
                  </a:lnTo>
                  <a:lnTo>
                    <a:pt x="20007" y="292192"/>
                  </a:lnTo>
                  <a:lnTo>
                    <a:pt x="20007" y="294720"/>
                  </a:lnTo>
                  <a:close/>
                </a:path>
                <a:path w="20320" h="541019">
                  <a:moveTo>
                    <a:pt x="20007" y="358130"/>
                  </a:moveTo>
                  <a:lnTo>
                    <a:pt x="20007" y="403844"/>
                  </a:lnTo>
                  <a:lnTo>
                    <a:pt x="20007" y="408689"/>
                  </a:lnTo>
                  <a:lnTo>
                    <a:pt x="16672" y="411217"/>
                  </a:lnTo>
                  <a:lnTo>
                    <a:pt x="13060" y="411217"/>
                  </a:lnTo>
                  <a:lnTo>
                    <a:pt x="9725" y="413745"/>
                  </a:lnTo>
                  <a:lnTo>
                    <a:pt x="6113" y="411217"/>
                  </a:lnTo>
                  <a:lnTo>
                    <a:pt x="2778" y="411217"/>
                  </a:lnTo>
                  <a:lnTo>
                    <a:pt x="0" y="408689"/>
                  </a:lnTo>
                  <a:lnTo>
                    <a:pt x="0" y="403844"/>
                  </a:lnTo>
                  <a:lnTo>
                    <a:pt x="0" y="358130"/>
                  </a:lnTo>
                  <a:lnTo>
                    <a:pt x="0" y="355602"/>
                  </a:lnTo>
                  <a:lnTo>
                    <a:pt x="2778" y="353074"/>
                  </a:lnTo>
                  <a:lnTo>
                    <a:pt x="6113" y="350335"/>
                  </a:lnTo>
                  <a:lnTo>
                    <a:pt x="9725" y="350335"/>
                  </a:lnTo>
                  <a:lnTo>
                    <a:pt x="13060" y="350335"/>
                  </a:lnTo>
                  <a:lnTo>
                    <a:pt x="16672" y="353074"/>
                  </a:lnTo>
                  <a:lnTo>
                    <a:pt x="20007" y="355602"/>
                  </a:lnTo>
                  <a:lnTo>
                    <a:pt x="20007" y="358130"/>
                  </a:lnTo>
                  <a:close/>
                </a:path>
                <a:path w="20320" h="541019">
                  <a:moveTo>
                    <a:pt x="20007" y="467254"/>
                  </a:moveTo>
                  <a:lnTo>
                    <a:pt x="20007" y="472100"/>
                  </a:lnTo>
                  <a:lnTo>
                    <a:pt x="16672" y="474627"/>
                  </a:lnTo>
                  <a:lnTo>
                    <a:pt x="13060" y="474627"/>
                  </a:lnTo>
                  <a:lnTo>
                    <a:pt x="9725" y="477155"/>
                  </a:lnTo>
                  <a:lnTo>
                    <a:pt x="6113" y="474627"/>
                  </a:lnTo>
                  <a:lnTo>
                    <a:pt x="2778" y="474627"/>
                  </a:lnTo>
                  <a:lnTo>
                    <a:pt x="0" y="472100"/>
                  </a:lnTo>
                  <a:lnTo>
                    <a:pt x="0" y="467254"/>
                  </a:lnTo>
                  <a:lnTo>
                    <a:pt x="0" y="464726"/>
                  </a:lnTo>
                  <a:lnTo>
                    <a:pt x="2778" y="462198"/>
                  </a:lnTo>
                  <a:lnTo>
                    <a:pt x="6113" y="462198"/>
                  </a:lnTo>
                  <a:lnTo>
                    <a:pt x="9725" y="459460"/>
                  </a:lnTo>
                  <a:lnTo>
                    <a:pt x="13060" y="462198"/>
                  </a:lnTo>
                  <a:lnTo>
                    <a:pt x="16672" y="462198"/>
                  </a:lnTo>
                  <a:lnTo>
                    <a:pt x="20007" y="464726"/>
                  </a:lnTo>
                  <a:lnTo>
                    <a:pt x="20007" y="467254"/>
                  </a:lnTo>
                  <a:close/>
                </a:path>
                <a:path w="20320" h="541019">
                  <a:moveTo>
                    <a:pt x="20007" y="530664"/>
                  </a:moveTo>
                  <a:lnTo>
                    <a:pt x="20007" y="533403"/>
                  </a:lnTo>
                  <a:lnTo>
                    <a:pt x="20007" y="535931"/>
                  </a:lnTo>
                  <a:lnTo>
                    <a:pt x="16672" y="538038"/>
                  </a:lnTo>
                  <a:lnTo>
                    <a:pt x="13060" y="540566"/>
                  </a:lnTo>
                  <a:lnTo>
                    <a:pt x="9725" y="540566"/>
                  </a:lnTo>
                  <a:lnTo>
                    <a:pt x="6113" y="540566"/>
                  </a:lnTo>
                  <a:lnTo>
                    <a:pt x="2778" y="538038"/>
                  </a:lnTo>
                  <a:lnTo>
                    <a:pt x="0" y="535931"/>
                  </a:lnTo>
                  <a:lnTo>
                    <a:pt x="0" y="533403"/>
                  </a:lnTo>
                  <a:lnTo>
                    <a:pt x="0" y="530664"/>
                  </a:lnTo>
                  <a:lnTo>
                    <a:pt x="0" y="528136"/>
                  </a:lnTo>
                  <a:lnTo>
                    <a:pt x="2778" y="525608"/>
                  </a:lnTo>
                  <a:lnTo>
                    <a:pt x="6113" y="525608"/>
                  </a:lnTo>
                  <a:lnTo>
                    <a:pt x="9725" y="522870"/>
                  </a:lnTo>
                  <a:lnTo>
                    <a:pt x="13060" y="525608"/>
                  </a:lnTo>
                  <a:lnTo>
                    <a:pt x="16672" y="525608"/>
                  </a:lnTo>
                  <a:lnTo>
                    <a:pt x="20007" y="528136"/>
                  </a:lnTo>
                  <a:lnTo>
                    <a:pt x="20007" y="530664"/>
                  </a:lnTo>
                  <a:close/>
                </a:path>
              </a:pathLst>
            </a:custGeom>
            <a:ln w="3419">
              <a:solidFill>
                <a:srgbClr val="000000"/>
              </a:solidFill>
            </a:ln>
          </p:spPr>
          <p:txBody>
            <a:bodyPr wrap="square" lIns="0" tIns="0" rIns="0" bIns="0" rtlCol="0"/>
            <a:lstStyle/>
            <a:p/>
          </p:txBody>
        </p:sp>
        <p:sp>
          <p:nvSpPr>
            <p:cNvPr id="49" name="object 49" descr=""/>
            <p:cNvSpPr/>
            <p:nvPr/>
          </p:nvSpPr>
          <p:spPr>
            <a:xfrm>
              <a:off x="6121586" y="2645027"/>
              <a:ext cx="20955" cy="540385"/>
            </a:xfrm>
            <a:custGeom>
              <a:avLst/>
              <a:gdLst/>
              <a:ahLst/>
              <a:cxnLst/>
              <a:rect l="l" t="t" r="r" b="b"/>
              <a:pathLst>
                <a:path w="20954" h="540385">
                  <a:moveTo>
                    <a:pt x="17228" y="2527"/>
                  </a:moveTo>
                  <a:lnTo>
                    <a:pt x="3612" y="2527"/>
                  </a:lnTo>
                  <a:lnTo>
                    <a:pt x="0" y="5055"/>
                  </a:lnTo>
                  <a:lnTo>
                    <a:pt x="0" y="58143"/>
                  </a:lnTo>
                  <a:lnTo>
                    <a:pt x="3612" y="60671"/>
                  </a:lnTo>
                  <a:lnTo>
                    <a:pt x="6946" y="63410"/>
                  </a:lnTo>
                  <a:lnTo>
                    <a:pt x="13893" y="63410"/>
                  </a:lnTo>
                  <a:lnTo>
                    <a:pt x="17228" y="60671"/>
                  </a:lnTo>
                  <a:lnTo>
                    <a:pt x="20563" y="58143"/>
                  </a:lnTo>
                  <a:lnTo>
                    <a:pt x="20563" y="5055"/>
                  </a:lnTo>
                  <a:lnTo>
                    <a:pt x="17228" y="2527"/>
                  </a:lnTo>
                  <a:close/>
                </a:path>
                <a:path w="20954" h="540385">
                  <a:moveTo>
                    <a:pt x="10281" y="0"/>
                  </a:moveTo>
                  <a:lnTo>
                    <a:pt x="6946" y="2527"/>
                  </a:lnTo>
                  <a:lnTo>
                    <a:pt x="13893" y="2527"/>
                  </a:lnTo>
                  <a:lnTo>
                    <a:pt x="10281" y="0"/>
                  </a:lnTo>
                  <a:close/>
                </a:path>
                <a:path w="20954" h="540385">
                  <a:moveTo>
                    <a:pt x="13893" y="111652"/>
                  </a:moveTo>
                  <a:lnTo>
                    <a:pt x="6946" y="111652"/>
                  </a:lnTo>
                  <a:lnTo>
                    <a:pt x="0" y="116919"/>
                  </a:lnTo>
                  <a:lnTo>
                    <a:pt x="0" y="124081"/>
                  </a:lnTo>
                  <a:lnTo>
                    <a:pt x="3612" y="126820"/>
                  </a:lnTo>
                  <a:lnTo>
                    <a:pt x="17228" y="126820"/>
                  </a:lnTo>
                  <a:lnTo>
                    <a:pt x="20563" y="124081"/>
                  </a:lnTo>
                  <a:lnTo>
                    <a:pt x="20563" y="116919"/>
                  </a:lnTo>
                  <a:lnTo>
                    <a:pt x="17228" y="114180"/>
                  </a:lnTo>
                  <a:lnTo>
                    <a:pt x="13893" y="111652"/>
                  </a:lnTo>
                  <a:close/>
                </a:path>
                <a:path w="20954" h="540385">
                  <a:moveTo>
                    <a:pt x="13893" y="175062"/>
                  </a:moveTo>
                  <a:lnTo>
                    <a:pt x="6946" y="175062"/>
                  </a:lnTo>
                  <a:lnTo>
                    <a:pt x="0" y="180329"/>
                  </a:lnTo>
                  <a:lnTo>
                    <a:pt x="0" y="233206"/>
                  </a:lnTo>
                  <a:lnTo>
                    <a:pt x="6946" y="238472"/>
                  </a:lnTo>
                  <a:lnTo>
                    <a:pt x="13893" y="238472"/>
                  </a:lnTo>
                  <a:lnTo>
                    <a:pt x="17228" y="235944"/>
                  </a:lnTo>
                  <a:lnTo>
                    <a:pt x="20563" y="233206"/>
                  </a:lnTo>
                  <a:lnTo>
                    <a:pt x="20563" y="180329"/>
                  </a:lnTo>
                  <a:lnTo>
                    <a:pt x="17228" y="177590"/>
                  </a:lnTo>
                  <a:lnTo>
                    <a:pt x="13893" y="175062"/>
                  </a:lnTo>
                  <a:close/>
                </a:path>
                <a:path w="20954" h="540385">
                  <a:moveTo>
                    <a:pt x="13893" y="286714"/>
                  </a:moveTo>
                  <a:lnTo>
                    <a:pt x="6946" y="286714"/>
                  </a:lnTo>
                  <a:lnTo>
                    <a:pt x="3612" y="289453"/>
                  </a:lnTo>
                  <a:lnTo>
                    <a:pt x="0" y="291981"/>
                  </a:lnTo>
                  <a:lnTo>
                    <a:pt x="0" y="296616"/>
                  </a:lnTo>
                  <a:lnTo>
                    <a:pt x="6946" y="301882"/>
                  </a:lnTo>
                  <a:lnTo>
                    <a:pt x="13893" y="301882"/>
                  </a:lnTo>
                  <a:lnTo>
                    <a:pt x="17228" y="299354"/>
                  </a:lnTo>
                  <a:lnTo>
                    <a:pt x="20563" y="296616"/>
                  </a:lnTo>
                  <a:lnTo>
                    <a:pt x="20563" y="291981"/>
                  </a:lnTo>
                  <a:lnTo>
                    <a:pt x="17228" y="289453"/>
                  </a:lnTo>
                  <a:lnTo>
                    <a:pt x="13893" y="286714"/>
                  </a:lnTo>
                  <a:close/>
                </a:path>
                <a:path w="20954" h="540385">
                  <a:moveTo>
                    <a:pt x="13893" y="350125"/>
                  </a:moveTo>
                  <a:lnTo>
                    <a:pt x="6946" y="350125"/>
                  </a:lnTo>
                  <a:lnTo>
                    <a:pt x="3612" y="352863"/>
                  </a:lnTo>
                  <a:lnTo>
                    <a:pt x="0" y="355391"/>
                  </a:lnTo>
                  <a:lnTo>
                    <a:pt x="0" y="408479"/>
                  </a:lnTo>
                  <a:lnTo>
                    <a:pt x="3612" y="411007"/>
                  </a:lnTo>
                  <a:lnTo>
                    <a:pt x="6946" y="413535"/>
                  </a:lnTo>
                  <a:lnTo>
                    <a:pt x="13893" y="413535"/>
                  </a:lnTo>
                  <a:lnTo>
                    <a:pt x="20563" y="408479"/>
                  </a:lnTo>
                  <a:lnTo>
                    <a:pt x="20563" y="355391"/>
                  </a:lnTo>
                  <a:lnTo>
                    <a:pt x="17228" y="352863"/>
                  </a:lnTo>
                  <a:lnTo>
                    <a:pt x="13893" y="350125"/>
                  </a:lnTo>
                  <a:close/>
                </a:path>
                <a:path w="20954" h="540385">
                  <a:moveTo>
                    <a:pt x="13893" y="461988"/>
                  </a:moveTo>
                  <a:lnTo>
                    <a:pt x="6946" y="461988"/>
                  </a:lnTo>
                  <a:lnTo>
                    <a:pt x="0" y="467254"/>
                  </a:lnTo>
                  <a:lnTo>
                    <a:pt x="0" y="471889"/>
                  </a:lnTo>
                  <a:lnTo>
                    <a:pt x="3612" y="474417"/>
                  </a:lnTo>
                  <a:lnTo>
                    <a:pt x="6946" y="476945"/>
                  </a:lnTo>
                  <a:lnTo>
                    <a:pt x="13893" y="476945"/>
                  </a:lnTo>
                  <a:lnTo>
                    <a:pt x="20563" y="471889"/>
                  </a:lnTo>
                  <a:lnTo>
                    <a:pt x="20563" y="467254"/>
                  </a:lnTo>
                  <a:lnTo>
                    <a:pt x="17228" y="464516"/>
                  </a:lnTo>
                  <a:lnTo>
                    <a:pt x="13893" y="461988"/>
                  </a:lnTo>
                  <a:close/>
                </a:path>
                <a:path w="20954" h="540385">
                  <a:moveTo>
                    <a:pt x="13893" y="525398"/>
                  </a:moveTo>
                  <a:lnTo>
                    <a:pt x="6946" y="525398"/>
                  </a:lnTo>
                  <a:lnTo>
                    <a:pt x="0" y="530664"/>
                  </a:lnTo>
                  <a:lnTo>
                    <a:pt x="0" y="535299"/>
                  </a:lnTo>
                  <a:lnTo>
                    <a:pt x="3612" y="537827"/>
                  </a:lnTo>
                  <a:lnTo>
                    <a:pt x="6946" y="540355"/>
                  </a:lnTo>
                  <a:lnTo>
                    <a:pt x="13893" y="540355"/>
                  </a:lnTo>
                  <a:lnTo>
                    <a:pt x="20563" y="535299"/>
                  </a:lnTo>
                  <a:lnTo>
                    <a:pt x="20563" y="530664"/>
                  </a:lnTo>
                  <a:lnTo>
                    <a:pt x="17228" y="527926"/>
                  </a:lnTo>
                  <a:lnTo>
                    <a:pt x="13893" y="525398"/>
                  </a:lnTo>
                  <a:close/>
                </a:path>
              </a:pathLst>
            </a:custGeom>
            <a:solidFill>
              <a:srgbClr val="000000"/>
            </a:solidFill>
          </p:spPr>
          <p:txBody>
            <a:bodyPr wrap="square" lIns="0" tIns="0" rIns="0" bIns="0" rtlCol="0"/>
            <a:lstStyle/>
            <a:p/>
          </p:txBody>
        </p:sp>
        <p:sp>
          <p:nvSpPr>
            <p:cNvPr id="50" name="object 50" descr=""/>
            <p:cNvSpPr/>
            <p:nvPr/>
          </p:nvSpPr>
          <p:spPr>
            <a:xfrm>
              <a:off x="6121586" y="2645027"/>
              <a:ext cx="20955" cy="540385"/>
            </a:xfrm>
            <a:custGeom>
              <a:avLst/>
              <a:gdLst/>
              <a:ahLst/>
              <a:cxnLst/>
              <a:rect l="l" t="t" r="r" b="b"/>
              <a:pathLst>
                <a:path w="20954" h="540385">
                  <a:moveTo>
                    <a:pt x="20563" y="10322"/>
                  </a:moveTo>
                  <a:lnTo>
                    <a:pt x="20563" y="56036"/>
                  </a:lnTo>
                  <a:lnTo>
                    <a:pt x="20563" y="58143"/>
                  </a:lnTo>
                  <a:lnTo>
                    <a:pt x="17228" y="60671"/>
                  </a:lnTo>
                  <a:lnTo>
                    <a:pt x="13893" y="63410"/>
                  </a:lnTo>
                  <a:lnTo>
                    <a:pt x="10281" y="63410"/>
                  </a:lnTo>
                  <a:lnTo>
                    <a:pt x="6946" y="63410"/>
                  </a:lnTo>
                  <a:lnTo>
                    <a:pt x="3612" y="60671"/>
                  </a:lnTo>
                  <a:lnTo>
                    <a:pt x="0" y="58143"/>
                  </a:lnTo>
                  <a:lnTo>
                    <a:pt x="0" y="56036"/>
                  </a:lnTo>
                  <a:lnTo>
                    <a:pt x="0" y="10322"/>
                  </a:lnTo>
                  <a:lnTo>
                    <a:pt x="0" y="5055"/>
                  </a:lnTo>
                  <a:lnTo>
                    <a:pt x="3612" y="2527"/>
                  </a:lnTo>
                  <a:lnTo>
                    <a:pt x="6946" y="2527"/>
                  </a:lnTo>
                  <a:lnTo>
                    <a:pt x="10281" y="0"/>
                  </a:lnTo>
                  <a:lnTo>
                    <a:pt x="13893" y="2527"/>
                  </a:lnTo>
                  <a:lnTo>
                    <a:pt x="17228" y="2527"/>
                  </a:lnTo>
                  <a:lnTo>
                    <a:pt x="20563" y="5055"/>
                  </a:lnTo>
                  <a:lnTo>
                    <a:pt x="20563" y="10322"/>
                  </a:lnTo>
                  <a:close/>
                </a:path>
                <a:path w="20954" h="540385">
                  <a:moveTo>
                    <a:pt x="20563" y="119446"/>
                  </a:moveTo>
                  <a:lnTo>
                    <a:pt x="20563" y="124081"/>
                  </a:lnTo>
                  <a:lnTo>
                    <a:pt x="17228" y="126820"/>
                  </a:lnTo>
                  <a:lnTo>
                    <a:pt x="13893" y="126820"/>
                  </a:lnTo>
                  <a:lnTo>
                    <a:pt x="10281" y="126820"/>
                  </a:lnTo>
                  <a:lnTo>
                    <a:pt x="6946" y="126820"/>
                  </a:lnTo>
                  <a:lnTo>
                    <a:pt x="3612" y="126820"/>
                  </a:lnTo>
                  <a:lnTo>
                    <a:pt x="0" y="124081"/>
                  </a:lnTo>
                  <a:lnTo>
                    <a:pt x="0" y="119446"/>
                  </a:lnTo>
                  <a:lnTo>
                    <a:pt x="0" y="116919"/>
                  </a:lnTo>
                  <a:lnTo>
                    <a:pt x="3612" y="114180"/>
                  </a:lnTo>
                  <a:lnTo>
                    <a:pt x="6946" y="111652"/>
                  </a:lnTo>
                  <a:lnTo>
                    <a:pt x="10281" y="111652"/>
                  </a:lnTo>
                  <a:lnTo>
                    <a:pt x="13893" y="111652"/>
                  </a:lnTo>
                  <a:lnTo>
                    <a:pt x="17228" y="114180"/>
                  </a:lnTo>
                  <a:lnTo>
                    <a:pt x="20563" y="116919"/>
                  </a:lnTo>
                  <a:lnTo>
                    <a:pt x="20563" y="119446"/>
                  </a:lnTo>
                  <a:close/>
                </a:path>
                <a:path w="20954" h="540385">
                  <a:moveTo>
                    <a:pt x="20563" y="182857"/>
                  </a:moveTo>
                  <a:lnTo>
                    <a:pt x="20563" y="230678"/>
                  </a:lnTo>
                  <a:lnTo>
                    <a:pt x="20563" y="233206"/>
                  </a:lnTo>
                  <a:lnTo>
                    <a:pt x="17228" y="235944"/>
                  </a:lnTo>
                  <a:lnTo>
                    <a:pt x="13893" y="238472"/>
                  </a:lnTo>
                  <a:lnTo>
                    <a:pt x="10281" y="238472"/>
                  </a:lnTo>
                  <a:lnTo>
                    <a:pt x="6946" y="238472"/>
                  </a:lnTo>
                  <a:lnTo>
                    <a:pt x="3612" y="235944"/>
                  </a:lnTo>
                  <a:lnTo>
                    <a:pt x="0" y="233206"/>
                  </a:lnTo>
                  <a:lnTo>
                    <a:pt x="0" y="230678"/>
                  </a:lnTo>
                  <a:lnTo>
                    <a:pt x="0" y="182857"/>
                  </a:lnTo>
                  <a:lnTo>
                    <a:pt x="0" y="180329"/>
                  </a:lnTo>
                  <a:lnTo>
                    <a:pt x="3612" y="177590"/>
                  </a:lnTo>
                  <a:lnTo>
                    <a:pt x="6946" y="175062"/>
                  </a:lnTo>
                  <a:lnTo>
                    <a:pt x="10281" y="175062"/>
                  </a:lnTo>
                  <a:lnTo>
                    <a:pt x="13893" y="175062"/>
                  </a:lnTo>
                  <a:lnTo>
                    <a:pt x="17228" y="177590"/>
                  </a:lnTo>
                  <a:lnTo>
                    <a:pt x="20563" y="180329"/>
                  </a:lnTo>
                  <a:lnTo>
                    <a:pt x="20563" y="182857"/>
                  </a:lnTo>
                  <a:close/>
                </a:path>
                <a:path w="20954" h="540385">
                  <a:moveTo>
                    <a:pt x="20563" y="294088"/>
                  </a:moveTo>
                  <a:lnTo>
                    <a:pt x="20563" y="296616"/>
                  </a:lnTo>
                  <a:lnTo>
                    <a:pt x="17228" y="299354"/>
                  </a:lnTo>
                  <a:lnTo>
                    <a:pt x="13893" y="301882"/>
                  </a:lnTo>
                  <a:lnTo>
                    <a:pt x="10281" y="301882"/>
                  </a:lnTo>
                  <a:lnTo>
                    <a:pt x="6946" y="301882"/>
                  </a:lnTo>
                  <a:lnTo>
                    <a:pt x="3612" y="299354"/>
                  </a:lnTo>
                  <a:lnTo>
                    <a:pt x="0" y="296616"/>
                  </a:lnTo>
                  <a:lnTo>
                    <a:pt x="0" y="294088"/>
                  </a:lnTo>
                  <a:lnTo>
                    <a:pt x="0" y="291981"/>
                  </a:lnTo>
                  <a:lnTo>
                    <a:pt x="3612" y="289453"/>
                  </a:lnTo>
                  <a:lnTo>
                    <a:pt x="6946" y="286714"/>
                  </a:lnTo>
                  <a:lnTo>
                    <a:pt x="10281" y="286714"/>
                  </a:lnTo>
                  <a:lnTo>
                    <a:pt x="13893" y="286714"/>
                  </a:lnTo>
                  <a:lnTo>
                    <a:pt x="17228" y="289453"/>
                  </a:lnTo>
                  <a:lnTo>
                    <a:pt x="20563" y="291981"/>
                  </a:lnTo>
                  <a:lnTo>
                    <a:pt x="20563" y="294088"/>
                  </a:lnTo>
                  <a:close/>
                </a:path>
                <a:path w="20954" h="540385">
                  <a:moveTo>
                    <a:pt x="20563" y="357919"/>
                  </a:moveTo>
                  <a:lnTo>
                    <a:pt x="20563" y="405740"/>
                  </a:lnTo>
                  <a:lnTo>
                    <a:pt x="20563" y="408479"/>
                  </a:lnTo>
                  <a:lnTo>
                    <a:pt x="17228" y="411007"/>
                  </a:lnTo>
                  <a:lnTo>
                    <a:pt x="13893" y="413535"/>
                  </a:lnTo>
                  <a:lnTo>
                    <a:pt x="10281" y="413535"/>
                  </a:lnTo>
                  <a:lnTo>
                    <a:pt x="6946" y="413535"/>
                  </a:lnTo>
                  <a:lnTo>
                    <a:pt x="3612" y="411007"/>
                  </a:lnTo>
                  <a:lnTo>
                    <a:pt x="0" y="408479"/>
                  </a:lnTo>
                  <a:lnTo>
                    <a:pt x="0" y="405740"/>
                  </a:lnTo>
                  <a:lnTo>
                    <a:pt x="0" y="357919"/>
                  </a:lnTo>
                  <a:lnTo>
                    <a:pt x="0" y="355391"/>
                  </a:lnTo>
                  <a:lnTo>
                    <a:pt x="3612" y="352863"/>
                  </a:lnTo>
                  <a:lnTo>
                    <a:pt x="6946" y="350125"/>
                  </a:lnTo>
                  <a:lnTo>
                    <a:pt x="10281" y="350125"/>
                  </a:lnTo>
                  <a:lnTo>
                    <a:pt x="13893" y="350125"/>
                  </a:lnTo>
                  <a:lnTo>
                    <a:pt x="17228" y="352863"/>
                  </a:lnTo>
                  <a:lnTo>
                    <a:pt x="20563" y="355391"/>
                  </a:lnTo>
                  <a:lnTo>
                    <a:pt x="20563" y="357919"/>
                  </a:lnTo>
                  <a:close/>
                </a:path>
                <a:path w="20954" h="540385">
                  <a:moveTo>
                    <a:pt x="20563" y="469150"/>
                  </a:moveTo>
                  <a:lnTo>
                    <a:pt x="20563" y="471889"/>
                  </a:lnTo>
                  <a:lnTo>
                    <a:pt x="17228" y="474417"/>
                  </a:lnTo>
                  <a:lnTo>
                    <a:pt x="13893" y="476945"/>
                  </a:lnTo>
                  <a:lnTo>
                    <a:pt x="10281" y="476945"/>
                  </a:lnTo>
                  <a:lnTo>
                    <a:pt x="6946" y="476945"/>
                  </a:lnTo>
                  <a:lnTo>
                    <a:pt x="3612" y="474417"/>
                  </a:lnTo>
                  <a:lnTo>
                    <a:pt x="0" y="471889"/>
                  </a:lnTo>
                  <a:lnTo>
                    <a:pt x="0" y="469150"/>
                  </a:lnTo>
                  <a:lnTo>
                    <a:pt x="0" y="467254"/>
                  </a:lnTo>
                  <a:lnTo>
                    <a:pt x="3612" y="464516"/>
                  </a:lnTo>
                  <a:lnTo>
                    <a:pt x="6946" y="461988"/>
                  </a:lnTo>
                  <a:lnTo>
                    <a:pt x="10281" y="461988"/>
                  </a:lnTo>
                  <a:lnTo>
                    <a:pt x="13893" y="461988"/>
                  </a:lnTo>
                  <a:lnTo>
                    <a:pt x="17228" y="464516"/>
                  </a:lnTo>
                  <a:lnTo>
                    <a:pt x="20563" y="467254"/>
                  </a:lnTo>
                  <a:lnTo>
                    <a:pt x="20563" y="469150"/>
                  </a:lnTo>
                  <a:close/>
                </a:path>
                <a:path w="20954" h="540385">
                  <a:moveTo>
                    <a:pt x="20563" y="532560"/>
                  </a:moveTo>
                  <a:lnTo>
                    <a:pt x="20563" y="535299"/>
                  </a:lnTo>
                  <a:lnTo>
                    <a:pt x="17228" y="537827"/>
                  </a:lnTo>
                  <a:lnTo>
                    <a:pt x="13893" y="540355"/>
                  </a:lnTo>
                  <a:lnTo>
                    <a:pt x="10281" y="540355"/>
                  </a:lnTo>
                  <a:lnTo>
                    <a:pt x="6946" y="540355"/>
                  </a:lnTo>
                  <a:lnTo>
                    <a:pt x="3612" y="537827"/>
                  </a:lnTo>
                  <a:lnTo>
                    <a:pt x="0" y="535299"/>
                  </a:lnTo>
                  <a:lnTo>
                    <a:pt x="0" y="532560"/>
                  </a:lnTo>
                  <a:lnTo>
                    <a:pt x="0" y="530664"/>
                  </a:lnTo>
                  <a:lnTo>
                    <a:pt x="3612" y="527926"/>
                  </a:lnTo>
                  <a:lnTo>
                    <a:pt x="6946" y="525398"/>
                  </a:lnTo>
                  <a:lnTo>
                    <a:pt x="10281" y="525398"/>
                  </a:lnTo>
                  <a:lnTo>
                    <a:pt x="13893" y="525398"/>
                  </a:lnTo>
                  <a:lnTo>
                    <a:pt x="17228" y="527926"/>
                  </a:lnTo>
                  <a:lnTo>
                    <a:pt x="20563" y="530664"/>
                  </a:lnTo>
                  <a:lnTo>
                    <a:pt x="20563" y="532560"/>
                  </a:lnTo>
                  <a:close/>
                </a:path>
              </a:pathLst>
            </a:custGeom>
            <a:ln w="3419">
              <a:solidFill>
                <a:srgbClr val="000000"/>
              </a:solidFill>
            </a:ln>
          </p:spPr>
          <p:txBody>
            <a:bodyPr wrap="square" lIns="0" tIns="0" rIns="0" bIns="0" rtlCol="0"/>
            <a:lstStyle/>
            <a:p/>
          </p:txBody>
        </p:sp>
        <p:pic>
          <p:nvPicPr>
            <p:cNvPr id="51" name="object 51" descr=""/>
            <p:cNvPicPr/>
            <p:nvPr/>
          </p:nvPicPr>
          <p:blipFill>
            <a:blip r:embed="rId8" cstate="print"/>
            <a:stretch>
              <a:fillRect/>
            </a:stretch>
          </p:blipFill>
          <p:spPr>
            <a:xfrm>
              <a:off x="5776739" y="2913730"/>
              <a:ext cx="702088" cy="260908"/>
            </a:xfrm>
            <a:prstGeom prst="rect">
              <a:avLst/>
            </a:prstGeom>
          </p:spPr>
        </p:pic>
        <p:pic>
          <p:nvPicPr>
            <p:cNvPr id="52" name="object 52" descr=""/>
            <p:cNvPicPr/>
            <p:nvPr/>
          </p:nvPicPr>
          <p:blipFill>
            <a:blip r:embed="rId9" cstate="print"/>
            <a:stretch>
              <a:fillRect/>
            </a:stretch>
          </p:blipFill>
          <p:spPr>
            <a:xfrm>
              <a:off x="6478938" y="2388163"/>
              <a:ext cx="701393" cy="264026"/>
            </a:xfrm>
            <a:prstGeom prst="rect">
              <a:avLst/>
            </a:prstGeom>
          </p:spPr>
        </p:pic>
        <p:sp>
          <p:nvSpPr>
            <p:cNvPr id="53" name="object 53" descr=""/>
            <p:cNvSpPr/>
            <p:nvPr/>
          </p:nvSpPr>
          <p:spPr>
            <a:xfrm>
              <a:off x="2971219" y="3700037"/>
              <a:ext cx="1403350" cy="261620"/>
            </a:xfrm>
            <a:custGeom>
              <a:avLst/>
              <a:gdLst/>
              <a:ahLst/>
              <a:cxnLst/>
              <a:rect l="l" t="t" r="r" b="b"/>
              <a:pathLst>
                <a:path w="1403350" h="261620">
                  <a:moveTo>
                    <a:pt x="0" y="0"/>
                  </a:moveTo>
                  <a:lnTo>
                    <a:pt x="0" y="261435"/>
                  </a:lnTo>
                </a:path>
                <a:path w="1403350" h="261620">
                  <a:moveTo>
                    <a:pt x="1052438" y="261435"/>
                  </a:moveTo>
                  <a:lnTo>
                    <a:pt x="1402787" y="261435"/>
                  </a:lnTo>
                </a:path>
                <a:path w="1403350" h="261620">
                  <a:moveTo>
                    <a:pt x="1402787" y="0"/>
                  </a:moveTo>
                  <a:lnTo>
                    <a:pt x="1402787" y="261435"/>
                  </a:lnTo>
                </a:path>
                <a:path w="1403350" h="261620">
                  <a:moveTo>
                    <a:pt x="0" y="0"/>
                  </a:moveTo>
                  <a:lnTo>
                    <a:pt x="410927" y="0"/>
                  </a:lnTo>
                </a:path>
              </a:pathLst>
            </a:custGeom>
            <a:ln w="17547">
              <a:solidFill>
                <a:srgbClr val="000000"/>
              </a:solidFill>
            </a:ln>
          </p:spPr>
          <p:txBody>
            <a:bodyPr wrap="square" lIns="0" tIns="0" rIns="0" bIns="0" rtlCol="0"/>
            <a:lstStyle/>
            <a:p/>
          </p:txBody>
        </p:sp>
        <p:pic>
          <p:nvPicPr>
            <p:cNvPr id="54" name="object 54" descr=""/>
            <p:cNvPicPr/>
            <p:nvPr/>
          </p:nvPicPr>
          <p:blipFill>
            <a:blip r:embed="rId10" cstate="print"/>
            <a:stretch>
              <a:fillRect/>
            </a:stretch>
          </p:blipFill>
          <p:spPr>
            <a:xfrm>
              <a:off x="5426334" y="4225498"/>
              <a:ext cx="701393" cy="261435"/>
            </a:xfrm>
            <a:prstGeom prst="rect">
              <a:avLst/>
            </a:prstGeom>
          </p:spPr>
        </p:pic>
        <p:sp>
          <p:nvSpPr>
            <p:cNvPr id="55" name="object 55" descr=""/>
            <p:cNvSpPr/>
            <p:nvPr/>
          </p:nvSpPr>
          <p:spPr>
            <a:xfrm>
              <a:off x="5426334" y="2913625"/>
              <a:ext cx="1052830" cy="1573530"/>
            </a:xfrm>
            <a:custGeom>
              <a:avLst/>
              <a:gdLst/>
              <a:ahLst/>
              <a:cxnLst/>
              <a:rect l="l" t="t" r="r" b="b"/>
              <a:pathLst>
                <a:path w="1052829" h="1573529">
                  <a:moveTo>
                    <a:pt x="0" y="1573308"/>
                  </a:moveTo>
                  <a:lnTo>
                    <a:pt x="701393" y="1573308"/>
                  </a:lnTo>
                  <a:lnTo>
                    <a:pt x="701393" y="1311873"/>
                  </a:lnTo>
                  <a:lnTo>
                    <a:pt x="0" y="1311873"/>
                  </a:lnTo>
                  <a:lnTo>
                    <a:pt x="0" y="1573308"/>
                  </a:lnTo>
                  <a:close/>
                </a:path>
                <a:path w="1052829" h="1573529">
                  <a:moveTo>
                    <a:pt x="350405" y="0"/>
                  </a:moveTo>
                  <a:lnTo>
                    <a:pt x="350405" y="261013"/>
                  </a:lnTo>
                </a:path>
                <a:path w="1052829" h="1573529">
                  <a:moveTo>
                    <a:pt x="350405" y="0"/>
                  </a:moveTo>
                  <a:lnTo>
                    <a:pt x="701365" y="0"/>
                  </a:lnTo>
                </a:path>
                <a:path w="1052829" h="1573529">
                  <a:moveTo>
                    <a:pt x="701365" y="261013"/>
                  </a:moveTo>
                  <a:lnTo>
                    <a:pt x="1052604" y="261013"/>
                  </a:lnTo>
                </a:path>
                <a:path w="1052829" h="1573529">
                  <a:moveTo>
                    <a:pt x="1052604" y="0"/>
                  </a:moveTo>
                  <a:lnTo>
                    <a:pt x="1052604" y="261013"/>
                  </a:lnTo>
                </a:path>
              </a:pathLst>
            </a:custGeom>
            <a:ln w="17547">
              <a:solidFill>
                <a:srgbClr val="000000"/>
              </a:solidFill>
            </a:ln>
          </p:spPr>
          <p:txBody>
            <a:bodyPr wrap="square" lIns="0" tIns="0" rIns="0" bIns="0" rtlCol="0"/>
            <a:lstStyle/>
            <a:p/>
          </p:txBody>
        </p:sp>
        <p:pic>
          <p:nvPicPr>
            <p:cNvPr id="56" name="object 56" descr=""/>
            <p:cNvPicPr/>
            <p:nvPr/>
          </p:nvPicPr>
          <p:blipFill>
            <a:blip r:embed="rId11" cstate="print"/>
            <a:stretch>
              <a:fillRect/>
            </a:stretch>
          </p:blipFill>
          <p:spPr>
            <a:xfrm>
              <a:off x="6127700" y="2652190"/>
              <a:ext cx="701393" cy="261435"/>
            </a:xfrm>
            <a:prstGeom prst="rect">
              <a:avLst/>
            </a:prstGeom>
          </p:spPr>
        </p:pic>
        <p:pic>
          <p:nvPicPr>
            <p:cNvPr id="57" name="object 57" descr=""/>
            <p:cNvPicPr/>
            <p:nvPr/>
          </p:nvPicPr>
          <p:blipFill>
            <a:blip r:embed="rId12" cstate="print"/>
            <a:stretch>
              <a:fillRect/>
            </a:stretch>
          </p:blipFill>
          <p:spPr>
            <a:xfrm>
              <a:off x="5418300" y="2660592"/>
              <a:ext cx="23846" cy="1592626"/>
            </a:xfrm>
            <a:prstGeom prst="rect">
              <a:avLst/>
            </a:prstGeom>
          </p:spPr>
        </p:pic>
        <p:pic>
          <p:nvPicPr>
            <p:cNvPr id="58" name="object 58" descr=""/>
            <p:cNvPicPr/>
            <p:nvPr/>
          </p:nvPicPr>
          <p:blipFill>
            <a:blip r:embed="rId13" cstate="print"/>
            <a:stretch>
              <a:fillRect/>
            </a:stretch>
          </p:blipFill>
          <p:spPr>
            <a:xfrm>
              <a:off x="6470627" y="3175668"/>
              <a:ext cx="23847" cy="1290833"/>
            </a:xfrm>
            <a:prstGeom prst="rect">
              <a:avLst/>
            </a:prstGeom>
          </p:spPr>
        </p:pic>
        <p:pic>
          <p:nvPicPr>
            <p:cNvPr id="59" name="object 59" descr=""/>
            <p:cNvPicPr/>
            <p:nvPr/>
          </p:nvPicPr>
          <p:blipFill>
            <a:blip r:embed="rId14" cstate="print"/>
            <a:stretch>
              <a:fillRect/>
            </a:stretch>
          </p:blipFill>
          <p:spPr>
            <a:xfrm>
              <a:off x="7523232" y="3186201"/>
              <a:ext cx="23846" cy="1067017"/>
            </a:xfrm>
            <a:prstGeom prst="rect">
              <a:avLst/>
            </a:prstGeom>
          </p:spPr>
        </p:pic>
        <p:pic>
          <p:nvPicPr>
            <p:cNvPr id="60" name="object 60" descr=""/>
            <p:cNvPicPr/>
            <p:nvPr/>
          </p:nvPicPr>
          <p:blipFill>
            <a:blip r:embed="rId15" cstate="print"/>
            <a:stretch>
              <a:fillRect/>
            </a:stretch>
          </p:blipFill>
          <p:spPr>
            <a:xfrm>
              <a:off x="7873636" y="3193995"/>
              <a:ext cx="23570" cy="1287569"/>
            </a:xfrm>
            <a:prstGeom prst="rect">
              <a:avLst/>
            </a:prstGeom>
          </p:spPr>
        </p:pic>
        <p:pic>
          <p:nvPicPr>
            <p:cNvPr id="61" name="object 61" descr=""/>
            <p:cNvPicPr/>
            <p:nvPr/>
          </p:nvPicPr>
          <p:blipFill>
            <a:blip r:embed="rId16" cstate="print"/>
            <a:stretch>
              <a:fillRect/>
            </a:stretch>
          </p:blipFill>
          <p:spPr>
            <a:xfrm>
              <a:off x="8224598" y="2922028"/>
              <a:ext cx="23846" cy="1526595"/>
            </a:xfrm>
            <a:prstGeom prst="rect">
              <a:avLst/>
            </a:prstGeom>
          </p:spPr>
        </p:pic>
        <p:pic>
          <p:nvPicPr>
            <p:cNvPr id="62" name="object 62" descr=""/>
            <p:cNvPicPr/>
            <p:nvPr/>
          </p:nvPicPr>
          <p:blipFill>
            <a:blip r:embed="rId17" cstate="print"/>
            <a:stretch>
              <a:fillRect/>
            </a:stretch>
          </p:blipFill>
          <p:spPr>
            <a:xfrm>
              <a:off x="5766758" y="2062006"/>
              <a:ext cx="1475920" cy="2424927"/>
            </a:xfrm>
            <a:prstGeom prst="rect">
              <a:avLst/>
            </a:prstGeom>
          </p:spPr>
        </p:pic>
        <p:pic>
          <p:nvPicPr>
            <p:cNvPr id="63" name="object 63" descr=""/>
            <p:cNvPicPr/>
            <p:nvPr/>
          </p:nvPicPr>
          <p:blipFill>
            <a:blip r:embed="rId18" cstate="print"/>
            <a:stretch>
              <a:fillRect/>
            </a:stretch>
          </p:blipFill>
          <p:spPr>
            <a:xfrm>
              <a:off x="8575005" y="2579698"/>
              <a:ext cx="24400" cy="1874121"/>
            </a:xfrm>
            <a:prstGeom prst="rect">
              <a:avLst/>
            </a:prstGeom>
          </p:spPr>
        </p:pic>
        <p:sp>
          <p:nvSpPr>
            <p:cNvPr id="64" name="object 64" descr=""/>
            <p:cNvSpPr/>
            <p:nvPr/>
          </p:nvSpPr>
          <p:spPr>
            <a:xfrm>
              <a:off x="2620175" y="2388226"/>
              <a:ext cx="2455545" cy="2099310"/>
            </a:xfrm>
            <a:custGeom>
              <a:avLst/>
              <a:gdLst/>
              <a:ahLst/>
              <a:cxnLst/>
              <a:rect l="l" t="t" r="r" b="b"/>
              <a:pathLst>
                <a:path w="2455545" h="2099310">
                  <a:moveTo>
                    <a:pt x="0" y="1837271"/>
                  </a:moveTo>
                  <a:lnTo>
                    <a:pt x="0" y="2098706"/>
                  </a:lnTo>
                </a:path>
                <a:path w="2455545" h="2099310">
                  <a:moveTo>
                    <a:pt x="351044" y="1573245"/>
                  </a:moveTo>
                  <a:lnTo>
                    <a:pt x="351044" y="2098706"/>
                  </a:lnTo>
                </a:path>
                <a:path w="2455545" h="2099310">
                  <a:moveTo>
                    <a:pt x="701393" y="1311810"/>
                  </a:moveTo>
                  <a:lnTo>
                    <a:pt x="701393" y="2098706"/>
                  </a:lnTo>
                </a:path>
                <a:path w="2455545" h="2099310">
                  <a:moveTo>
                    <a:pt x="1052438" y="984352"/>
                  </a:moveTo>
                  <a:lnTo>
                    <a:pt x="1052438" y="1837271"/>
                  </a:lnTo>
                </a:path>
                <a:path w="2455545" h="2099310">
                  <a:moveTo>
                    <a:pt x="1403482" y="786412"/>
                  </a:moveTo>
                  <a:lnTo>
                    <a:pt x="1403482" y="1573245"/>
                  </a:lnTo>
                </a:path>
                <a:path w="2455545" h="2099310">
                  <a:moveTo>
                    <a:pt x="1753831" y="786412"/>
                  </a:moveTo>
                  <a:lnTo>
                    <a:pt x="1753831" y="1311810"/>
                  </a:lnTo>
                </a:path>
                <a:path w="2455545" h="2099310">
                  <a:moveTo>
                    <a:pt x="2104792" y="786412"/>
                  </a:moveTo>
                  <a:lnTo>
                    <a:pt x="2104792" y="1050375"/>
                  </a:lnTo>
                </a:path>
                <a:path w="2455545" h="2099310">
                  <a:moveTo>
                    <a:pt x="1753831" y="0"/>
                  </a:moveTo>
                  <a:lnTo>
                    <a:pt x="1753831" y="263963"/>
                  </a:lnTo>
                </a:path>
                <a:path w="2455545" h="2099310">
                  <a:moveTo>
                    <a:pt x="2104792" y="0"/>
                  </a:moveTo>
                  <a:lnTo>
                    <a:pt x="2104792" y="263963"/>
                  </a:lnTo>
                </a:path>
                <a:path w="2455545" h="2099310">
                  <a:moveTo>
                    <a:pt x="2455197" y="0"/>
                  </a:moveTo>
                  <a:lnTo>
                    <a:pt x="2455197" y="263963"/>
                  </a:lnTo>
                </a:path>
              </a:pathLst>
            </a:custGeom>
            <a:ln w="17547">
              <a:solidFill>
                <a:srgbClr val="000000"/>
              </a:solidFill>
            </a:ln>
          </p:spPr>
          <p:txBody>
            <a:bodyPr wrap="square" lIns="0" tIns="0" rIns="0" bIns="0" rtlCol="0"/>
            <a:lstStyle/>
            <a:p/>
          </p:txBody>
        </p:sp>
        <p:sp>
          <p:nvSpPr>
            <p:cNvPr id="65" name="object 65" descr=""/>
            <p:cNvSpPr/>
            <p:nvPr/>
          </p:nvSpPr>
          <p:spPr>
            <a:xfrm>
              <a:off x="4321765" y="2063803"/>
              <a:ext cx="113664" cy="337820"/>
            </a:xfrm>
            <a:custGeom>
              <a:avLst/>
              <a:gdLst/>
              <a:ahLst/>
              <a:cxnLst/>
              <a:rect l="l" t="t" r="r" b="b"/>
              <a:pathLst>
                <a:path w="113664" h="337819">
                  <a:moveTo>
                    <a:pt x="56409" y="83633"/>
                  </a:moveTo>
                  <a:lnTo>
                    <a:pt x="43349" y="93632"/>
                  </a:lnTo>
                  <a:lnTo>
                    <a:pt x="43349" y="332639"/>
                  </a:lnTo>
                  <a:lnTo>
                    <a:pt x="46683" y="334746"/>
                  </a:lnTo>
                  <a:lnTo>
                    <a:pt x="49462" y="337274"/>
                  </a:lnTo>
                  <a:lnTo>
                    <a:pt x="63356" y="337274"/>
                  </a:lnTo>
                  <a:lnTo>
                    <a:pt x="66690" y="334746"/>
                  </a:lnTo>
                  <a:lnTo>
                    <a:pt x="70025" y="332639"/>
                  </a:lnTo>
                  <a:lnTo>
                    <a:pt x="70025" y="93956"/>
                  </a:lnTo>
                  <a:lnTo>
                    <a:pt x="56409" y="83633"/>
                  </a:lnTo>
                  <a:close/>
                </a:path>
                <a:path w="113664" h="337819">
                  <a:moveTo>
                    <a:pt x="56409" y="0"/>
                  </a:moveTo>
                  <a:lnTo>
                    <a:pt x="0" y="126820"/>
                  </a:lnTo>
                  <a:lnTo>
                    <a:pt x="43349" y="93632"/>
                  </a:lnTo>
                  <a:lnTo>
                    <a:pt x="43349" y="81105"/>
                  </a:lnTo>
                  <a:lnTo>
                    <a:pt x="46683" y="75839"/>
                  </a:lnTo>
                  <a:lnTo>
                    <a:pt x="49462" y="75839"/>
                  </a:lnTo>
                  <a:lnTo>
                    <a:pt x="56409" y="73943"/>
                  </a:lnTo>
                  <a:lnTo>
                    <a:pt x="89623" y="73943"/>
                  </a:lnTo>
                  <a:lnTo>
                    <a:pt x="56409" y="0"/>
                  </a:lnTo>
                  <a:close/>
                </a:path>
                <a:path w="113664" h="337819">
                  <a:moveTo>
                    <a:pt x="89623" y="73943"/>
                  </a:moveTo>
                  <a:lnTo>
                    <a:pt x="56409" y="73943"/>
                  </a:lnTo>
                  <a:lnTo>
                    <a:pt x="63356" y="75839"/>
                  </a:lnTo>
                  <a:lnTo>
                    <a:pt x="66690" y="75839"/>
                  </a:lnTo>
                  <a:lnTo>
                    <a:pt x="70025" y="81105"/>
                  </a:lnTo>
                  <a:lnTo>
                    <a:pt x="70025" y="93956"/>
                  </a:lnTo>
                  <a:lnTo>
                    <a:pt x="113374" y="126820"/>
                  </a:lnTo>
                  <a:lnTo>
                    <a:pt x="89623" y="73943"/>
                  </a:lnTo>
                  <a:close/>
                </a:path>
                <a:path w="113664" h="337819">
                  <a:moveTo>
                    <a:pt x="70025" y="83633"/>
                  </a:moveTo>
                  <a:lnTo>
                    <a:pt x="56409" y="83633"/>
                  </a:lnTo>
                  <a:lnTo>
                    <a:pt x="70025" y="93956"/>
                  </a:lnTo>
                  <a:lnTo>
                    <a:pt x="70025" y="83633"/>
                  </a:lnTo>
                  <a:close/>
                </a:path>
                <a:path w="113664" h="337819">
                  <a:moveTo>
                    <a:pt x="66690" y="75839"/>
                  </a:moveTo>
                  <a:lnTo>
                    <a:pt x="46683" y="75839"/>
                  </a:lnTo>
                  <a:lnTo>
                    <a:pt x="43349" y="81105"/>
                  </a:lnTo>
                  <a:lnTo>
                    <a:pt x="43349" y="93632"/>
                  </a:lnTo>
                  <a:lnTo>
                    <a:pt x="56409" y="83633"/>
                  </a:lnTo>
                  <a:lnTo>
                    <a:pt x="70025" y="83633"/>
                  </a:lnTo>
                  <a:lnTo>
                    <a:pt x="70025" y="81105"/>
                  </a:lnTo>
                  <a:lnTo>
                    <a:pt x="66690" y="75839"/>
                  </a:lnTo>
                  <a:close/>
                </a:path>
                <a:path w="113664" h="337819">
                  <a:moveTo>
                    <a:pt x="56409" y="73943"/>
                  </a:moveTo>
                  <a:lnTo>
                    <a:pt x="49462" y="75839"/>
                  </a:lnTo>
                  <a:lnTo>
                    <a:pt x="63356" y="75839"/>
                  </a:lnTo>
                  <a:lnTo>
                    <a:pt x="56409" y="73943"/>
                  </a:lnTo>
                  <a:close/>
                </a:path>
              </a:pathLst>
            </a:custGeom>
            <a:solidFill>
              <a:srgbClr val="000000"/>
            </a:solidFill>
          </p:spPr>
          <p:txBody>
            <a:bodyPr wrap="square" lIns="0" tIns="0" rIns="0" bIns="0" rtlCol="0"/>
            <a:lstStyle/>
            <a:p/>
          </p:txBody>
        </p:sp>
        <p:sp>
          <p:nvSpPr>
            <p:cNvPr id="66" name="object 66" descr=""/>
            <p:cNvSpPr/>
            <p:nvPr/>
          </p:nvSpPr>
          <p:spPr>
            <a:xfrm>
              <a:off x="4321765" y="2063802"/>
              <a:ext cx="113664" cy="337820"/>
            </a:xfrm>
            <a:custGeom>
              <a:avLst/>
              <a:gdLst/>
              <a:ahLst/>
              <a:cxnLst/>
              <a:rect l="l" t="t" r="r" b="b"/>
              <a:pathLst>
                <a:path w="113664" h="337819">
                  <a:moveTo>
                    <a:pt x="43349" y="327583"/>
                  </a:moveTo>
                  <a:lnTo>
                    <a:pt x="43349" y="83633"/>
                  </a:lnTo>
                  <a:lnTo>
                    <a:pt x="43349" y="81105"/>
                  </a:lnTo>
                  <a:lnTo>
                    <a:pt x="46683" y="75839"/>
                  </a:lnTo>
                  <a:lnTo>
                    <a:pt x="49462" y="75839"/>
                  </a:lnTo>
                  <a:lnTo>
                    <a:pt x="56409" y="73943"/>
                  </a:lnTo>
                  <a:lnTo>
                    <a:pt x="63356" y="75839"/>
                  </a:lnTo>
                  <a:lnTo>
                    <a:pt x="66690" y="75839"/>
                  </a:lnTo>
                  <a:lnTo>
                    <a:pt x="70025" y="81105"/>
                  </a:lnTo>
                  <a:lnTo>
                    <a:pt x="70025" y="83633"/>
                  </a:lnTo>
                  <a:lnTo>
                    <a:pt x="70025" y="327583"/>
                  </a:lnTo>
                  <a:lnTo>
                    <a:pt x="70025" y="332639"/>
                  </a:lnTo>
                  <a:lnTo>
                    <a:pt x="66690" y="334746"/>
                  </a:lnTo>
                  <a:lnTo>
                    <a:pt x="63356" y="337274"/>
                  </a:lnTo>
                  <a:lnTo>
                    <a:pt x="56409" y="337274"/>
                  </a:lnTo>
                  <a:lnTo>
                    <a:pt x="49462" y="337274"/>
                  </a:lnTo>
                  <a:lnTo>
                    <a:pt x="46683" y="334746"/>
                  </a:lnTo>
                  <a:lnTo>
                    <a:pt x="43349" y="332639"/>
                  </a:lnTo>
                  <a:lnTo>
                    <a:pt x="43349" y="327583"/>
                  </a:lnTo>
                  <a:close/>
                </a:path>
                <a:path w="113664" h="337819">
                  <a:moveTo>
                    <a:pt x="56409" y="83633"/>
                  </a:moveTo>
                  <a:lnTo>
                    <a:pt x="0" y="126820"/>
                  </a:lnTo>
                  <a:lnTo>
                    <a:pt x="56409" y="0"/>
                  </a:lnTo>
                  <a:lnTo>
                    <a:pt x="113374" y="126820"/>
                  </a:lnTo>
                  <a:lnTo>
                    <a:pt x="56409" y="83633"/>
                  </a:lnTo>
                  <a:close/>
                </a:path>
              </a:pathLst>
            </a:custGeom>
            <a:ln w="3419">
              <a:solidFill>
                <a:srgbClr val="000000"/>
              </a:solidFill>
            </a:ln>
          </p:spPr>
          <p:txBody>
            <a:bodyPr wrap="square" lIns="0" tIns="0" rIns="0" bIns="0" rtlCol="0"/>
            <a:lstStyle/>
            <a:p/>
          </p:txBody>
        </p:sp>
        <p:sp>
          <p:nvSpPr>
            <p:cNvPr id="67" name="object 67" descr=""/>
            <p:cNvSpPr/>
            <p:nvPr/>
          </p:nvSpPr>
          <p:spPr>
            <a:xfrm>
              <a:off x="4672170" y="2063803"/>
              <a:ext cx="113664" cy="337820"/>
            </a:xfrm>
            <a:custGeom>
              <a:avLst/>
              <a:gdLst/>
              <a:ahLst/>
              <a:cxnLst/>
              <a:rect l="l" t="t" r="r" b="b"/>
              <a:pathLst>
                <a:path w="113664" h="337819">
                  <a:moveTo>
                    <a:pt x="56965" y="83633"/>
                  </a:moveTo>
                  <a:lnTo>
                    <a:pt x="43349" y="93956"/>
                  </a:lnTo>
                  <a:lnTo>
                    <a:pt x="43349" y="332639"/>
                  </a:lnTo>
                  <a:lnTo>
                    <a:pt x="46683" y="334746"/>
                  </a:lnTo>
                  <a:lnTo>
                    <a:pt x="50018" y="337274"/>
                  </a:lnTo>
                  <a:lnTo>
                    <a:pt x="63078" y="337274"/>
                  </a:lnTo>
                  <a:lnTo>
                    <a:pt x="66690" y="334746"/>
                  </a:lnTo>
                  <a:lnTo>
                    <a:pt x="70025" y="332639"/>
                  </a:lnTo>
                  <a:lnTo>
                    <a:pt x="70025" y="93632"/>
                  </a:lnTo>
                  <a:lnTo>
                    <a:pt x="56965" y="83633"/>
                  </a:lnTo>
                  <a:close/>
                </a:path>
                <a:path w="113664" h="337819">
                  <a:moveTo>
                    <a:pt x="56965" y="0"/>
                  </a:moveTo>
                  <a:lnTo>
                    <a:pt x="0" y="126820"/>
                  </a:lnTo>
                  <a:lnTo>
                    <a:pt x="43349" y="93956"/>
                  </a:lnTo>
                  <a:lnTo>
                    <a:pt x="43349" y="81105"/>
                  </a:lnTo>
                  <a:lnTo>
                    <a:pt x="46683" y="75839"/>
                  </a:lnTo>
                  <a:lnTo>
                    <a:pt x="50018" y="75839"/>
                  </a:lnTo>
                  <a:lnTo>
                    <a:pt x="56965" y="73943"/>
                  </a:lnTo>
                  <a:lnTo>
                    <a:pt x="89855" y="73943"/>
                  </a:lnTo>
                  <a:lnTo>
                    <a:pt x="56965" y="0"/>
                  </a:lnTo>
                  <a:close/>
                </a:path>
                <a:path w="113664" h="337819">
                  <a:moveTo>
                    <a:pt x="89855" y="73943"/>
                  </a:moveTo>
                  <a:lnTo>
                    <a:pt x="56965" y="73943"/>
                  </a:lnTo>
                  <a:lnTo>
                    <a:pt x="63078" y="75839"/>
                  </a:lnTo>
                  <a:lnTo>
                    <a:pt x="66690" y="75839"/>
                  </a:lnTo>
                  <a:lnTo>
                    <a:pt x="70025" y="81105"/>
                  </a:lnTo>
                  <a:lnTo>
                    <a:pt x="70025" y="93632"/>
                  </a:lnTo>
                  <a:lnTo>
                    <a:pt x="113374" y="126820"/>
                  </a:lnTo>
                  <a:lnTo>
                    <a:pt x="89855" y="73943"/>
                  </a:lnTo>
                  <a:close/>
                </a:path>
                <a:path w="113664" h="337819">
                  <a:moveTo>
                    <a:pt x="66690" y="75839"/>
                  </a:moveTo>
                  <a:lnTo>
                    <a:pt x="46683" y="75839"/>
                  </a:lnTo>
                  <a:lnTo>
                    <a:pt x="43349" y="81105"/>
                  </a:lnTo>
                  <a:lnTo>
                    <a:pt x="43349" y="93956"/>
                  </a:lnTo>
                  <a:lnTo>
                    <a:pt x="56965" y="83633"/>
                  </a:lnTo>
                  <a:lnTo>
                    <a:pt x="70025" y="83633"/>
                  </a:lnTo>
                  <a:lnTo>
                    <a:pt x="70025" y="81105"/>
                  </a:lnTo>
                  <a:lnTo>
                    <a:pt x="66690" y="75839"/>
                  </a:lnTo>
                  <a:close/>
                </a:path>
                <a:path w="113664" h="337819">
                  <a:moveTo>
                    <a:pt x="70025" y="83633"/>
                  </a:moveTo>
                  <a:lnTo>
                    <a:pt x="56965" y="83633"/>
                  </a:lnTo>
                  <a:lnTo>
                    <a:pt x="70025" y="93632"/>
                  </a:lnTo>
                  <a:lnTo>
                    <a:pt x="70025" y="83633"/>
                  </a:lnTo>
                  <a:close/>
                </a:path>
                <a:path w="113664" h="337819">
                  <a:moveTo>
                    <a:pt x="56965" y="73943"/>
                  </a:moveTo>
                  <a:lnTo>
                    <a:pt x="50018" y="75839"/>
                  </a:lnTo>
                  <a:lnTo>
                    <a:pt x="63078" y="75839"/>
                  </a:lnTo>
                  <a:lnTo>
                    <a:pt x="56965" y="73943"/>
                  </a:lnTo>
                  <a:close/>
                </a:path>
              </a:pathLst>
            </a:custGeom>
            <a:solidFill>
              <a:srgbClr val="000000"/>
            </a:solidFill>
          </p:spPr>
          <p:txBody>
            <a:bodyPr wrap="square" lIns="0" tIns="0" rIns="0" bIns="0" rtlCol="0"/>
            <a:lstStyle/>
            <a:p/>
          </p:txBody>
        </p:sp>
        <p:sp>
          <p:nvSpPr>
            <p:cNvPr id="68" name="object 68" descr=""/>
            <p:cNvSpPr/>
            <p:nvPr/>
          </p:nvSpPr>
          <p:spPr>
            <a:xfrm>
              <a:off x="4672171" y="2063802"/>
              <a:ext cx="113664" cy="337820"/>
            </a:xfrm>
            <a:custGeom>
              <a:avLst/>
              <a:gdLst/>
              <a:ahLst/>
              <a:cxnLst/>
              <a:rect l="l" t="t" r="r" b="b"/>
              <a:pathLst>
                <a:path w="113664" h="337819">
                  <a:moveTo>
                    <a:pt x="43349" y="327583"/>
                  </a:moveTo>
                  <a:lnTo>
                    <a:pt x="43349" y="83633"/>
                  </a:lnTo>
                  <a:lnTo>
                    <a:pt x="43349" y="81105"/>
                  </a:lnTo>
                  <a:lnTo>
                    <a:pt x="46683" y="75839"/>
                  </a:lnTo>
                  <a:lnTo>
                    <a:pt x="50018" y="75839"/>
                  </a:lnTo>
                  <a:lnTo>
                    <a:pt x="56965" y="73943"/>
                  </a:lnTo>
                  <a:lnTo>
                    <a:pt x="63078" y="75839"/>
                  </a:lnTo>
                  <a:lnTo>
                    <a:pt x="66690" y="75839"/>
                  </a:lnTo>
                  <a:lnTo>
                    <a:pt x="70025" y="81105"/>
                  </a:lnTo>
                  <a:lnTo>
                    <a:pt x="70025" y="83633"/>
                  </a:lnTo>
                  <a:lnTo>
                    <a:pt x="70025" y="327583"/>
                  </a:lnTo>
                  <a:lnTo>
                    <a:pt x="70025" y="332639"/>
                  </a:lnTo>
                  <a:lnTo>
                    <a:pt x="66690" y="334746"/>
                  </a:lnTo>
                  <a:lnTo>
                    <a:pt x="63078" y="337274"/>
                  </a:lnTo>
                  <a:lnTo>
                    <a:pt x="56965" y="337274"/>
                  </a:lnTo>
                  <a:lnTo>
                    <a:pt x="50018" y="337274"/>
                  </a:lnTo>
                  <a:lnTo>
                    <a:pt x="46683" y="334746"/>
                  </a:lnTo>
                  <a:lnTo>
                    <a:pt x="43349" y="332639"/>
                  </a:lnTo>
                  <a:lnTo>
                    <a:pt x="43349" y="327583"/>
                  </a:lnTo>
                  <a:close/>
                </a:path>
                <a:path w="113664" h="337819">
                  <a:moveTo>
                    <a:pt x="56965" y="83633"/>
                  </a:moveTo>
                  <a:lnTo>
                    <a:pt x="0" y="126820"/>
                  </a:lnTo>
                  <a:lnTo>
                    <a:pt x="56965" y="0"/>
                  </a:lnTo>
                  <a:lnTo>
                    <a:pt x="113374" y="126820"/>
                  </a:lnTo>
                  <a:lnTo>
                    <a:pt x="56965" y="83633"/>
                  </a:lnTo>
                  <a:close/>
                </a:path>
              </a:pathLst>
            </a:custGeom>
            <a:ln w="3419">
              <a:solidFill>
                <a:srgbClr val="000000"/>
              </a:solidFill>
            </a:ln>
          </p:spPr>
          <p:txBody>
            <a:bodyPr wrap="square" lIns="0" tIns="0" rIns="0" bIns="0" rtlCol="0"/>
            <a:lstStyle/>
            <a:p/>
          </p:txBody>
        </p:sp>
        <p:sp>
          <p:nvSpPr>
            <p:cNvPr id="69" name="object 69" descr=""/>
            <p:cNvSpPr/>
            <p:nvPr/>
          </p:nvSpPr>
          <p:spPr>
            <a:xfrm>
              <a:off x="5023131" y="2063803"/>
              <a:ext cx="113664" cy="337820"/>
            </a:xfrm>
            <a:custGeom>
              <a:avLst/>
              <a:gdLst/>
              <a:ahLst/>
              <a:cxnLst/>
              <a:rect l="l" t="t" r="r" b="b"/>
              <a:pathLst>
                <a:path w="113664" h="337819">
                  <a:moveTo>
                    <a:pt x="56409" y="83633"/>
                  </a:moveTo>
                  <a:lnTo>
                    <a:pt x="43349" y="93632"/>
                  </a:lnTo>
                  <a:lnTo>
                    <a:pt x="43349" y="332639"/>
                  </a:lnTo>
                  <a:lnTo>
                    <a:pt x="46683" y="334746"/>
                  </a:lnTo>
                  <a:lnTo>
                    <a:pt x="50296" y="337274"/>
                  </a:lnTo>
                  <a:lnTo>
                    <a:pt x="63356" y="337274"/>
                  </a:lnTo>
                  <a:lnTo>
                    <a:pt x="66690" y="334746"/>
                  </a:lnTo>
                  <a:lnTo>
                    <a:pt x="70025" y="332639"/>
                  </a:lnTo>
                  <a:lnTo>
                    <a:pt x="70025" y="93906"/>
                  </a:lnTo>
                  <a:lnTo>
                    <a:pt x="56409" y="83633"/>
                  </a:lnTo>
                  <a:close/>
                </a:path>
                <a:path w="113664" h="337819">
                  <a:moveTo>
                    <a:pt x="56409" y="0"/>
                  </a:moveTo>
                  <a:lnTo>
                    <a:pt x="0" y="126820"/>
                  </a:lnTo>
                  <a:lnTo>
                    <a:pt x="43349" y="93632"/>
                  </a:lnTo>
                  <a:lnTo>
                    <a:pt x="43349" y="81105"/>
                  </a:lnTo>
                  <a:lnTo>
                    <a:pt x="46683" y="75839"/>
                  </a:lnTo>
                  <a:lnTo>
                    <a:pt x="50296" y="75839"/>
                  </a:lnTo>
                  <a:lnTo>
                    <a:pt x="56409" y="73943"/>
                  </a:lnTo>
                  <a:lnTo>
                    <a:pt x="89785" y="73943"/>
                  </a:lnTo>
                  <a:lnTo>
                    <a:pt x="56409" y="0"/>
                  </a:lnTo>
                  <a:close/>
                </a:path>
                <a:path w="113664" h="337819">
                  <a:moveTo>
                    <a:pt x="89785" y="73943"/>
                  </a:moveTo>
                  <a:lnTo>
                    <a:pt x="56409" y="73943"/>
                  </a:lnTo>
                  <a:lnTo>
                    <a:pt x="63356" y="75839"/>
                  </a:lnTo>
                  <a:lnTo>
                    <a:pt x="66690" y="75839"/>
                  </a:lnTo>
                  <a:lnTo>
                    <a:pt x="70025" y="81105"/>
                  </a:lnTo>
                  <a:lnTo>
                    <a:pt x="70025" y="93906"/>
                  </a:lnTo>
                  <a:lnTo>
                    <a:pt x="113652" y="126820"/>
                  </a:lnTo>
                  <a:lnTo>
                    <a:pt x="89785" y="73943"/>
                  </a:lnTo>
                  <a:close/>
                </a:path>
                <a:path w="113664" h="337819">
                  <a:moveTo>
                    <a:pt x="70025" y="83633"/>
                  </a:moveTo>
                  <a:lnTo>
                    <a:pt x="56409" y="83633"/>
                  </a:lnTo>
                  <a:lnTo>
                    <a:pt x="70025" y="93906"/>
                  </a:lnTo>
                  <a:lnTo>
                    <a:pt x="70025" y="83633"/>
                  </a:lnTo>
                  <a:close/>
                </a:path>
                <a:path w="113664" h="337819">
                  <a:moveTo>
                    <a:pt x="66690" y="75839"/>
                  </a:moveTo>
                  <a:lnTo>
                    <a:pt x="46683" y="75839"/>
                  </a:lnTo>
                  <a:lnTo>
                    <a:pt x="43349" y="81105"/>
                  </a:lnTo>
                  <a:lnTo>
                    <a:pt x="43349" y="93632"/>
                  </a:lnTo>
                  <a:lnTo>
                    <a:pt x="56409" y="83633"/>
                  </a:lnTo>
                  <a:lnTo>
                    <a:pt x="70025" y="83633"/>
                  </a:lnTo>
                  <a:lnTo>
                    <a:pt x="70025" y="81105"/>
                  </a:lnTo>
                  <a:lnTo>
                    <a:pt x="66690" y="75839"/>
                  </a:lnTo>
                  <a:close/>
                </a:path>
                <a:path w="113664" h="337819">
                  <a:moveTo>
                    <a:pt x="56409" y="73943"/>
                  </a:moveTo>
                  <a:lnTo>
                    <a:pt x="50296" y="75839"/>
                  </a:lnTo>
                  <a:lnTo>
                    <a:pt x="63356" y="75839"/>
                  </a:lnTo>
                  <a:lnTo>
                    <a:pt x="56409" y="73943"/>
                  </a:lnTo>
                  <a:close/>
                </a:path>
              </a:pathLst>
            </a:custGeom>
            <a:solidFill>
              <a:srgbClr val="000000"/>
            </a:solidFill>
          </p:spPr>
          <p:txBody>
            <a:bodyPr wrap="square" lIns="0" tIns="0" rIns="0" bIns="0" rtlCol="0"/>
            <a:lstStyle/>
            <a:p/>
          </p:txBody>
        </p:sp>
        <p:sp>
          <p:nvSpPr>
            <p:cNvPr id="70" name="object 70" descr=""/>
            <p:cNvSpPr/>
            <p:nvPr/>
          </p:nvSpPr>
          <p:spPr>
            <a:xfrm>
              <a:off x="5023131" y="2063802"/>
              <a:ext cx="113664" cy="337820"/>
            </a:xfrm>
            <a:custGeom>
              <a:avLst/>
              <a:gdLst/>
              <a:ahLst/>
              <a:cxnLst/>
              <a:rect l="l" t="t" r="r" b="b"/>
              <a:pathLst>
                <a:path w="113664" h="337819">
                  <a:moveTo>
                    <a:pt x="43349" y="327583"/>
                  </a:moveTo>
                  <a:lnTo>
                    <a:pt x="43349" y="83633"/>
                  </a:lnTo>
                  <a:lnTo>
                    <a:pt x="43349" y="81105"/>
                  </a:lnTo>
                  <a:lnTo>
                    <a:pt x="46683" y="75839"/>
                  </a:lnTo>
                  <a:lnTo>
                    <a:pt x="50296" y="75839"/>
                  </a:lnTo>
                  <a:lnTo>
                    <a:pt x="56409" y="73943"/>
                  </a:lnTo>
                  <a:lnTo>
                    <a:pt x="63356" y="75839"/>
                  </a:lnTo>
                  <a:lnTo>
                    <a:pt x="66690" y="75839"/>
                  </a:lnTo>
                  <a:lnTo>
                    <a:pt x="70025" y="81105"/>
                  </a:lnTo>
                  <a:lnTo>
                    <a:pt x="70025" y="83633"/>
                  </a:lnTo>
                  <a:lnTo>
                    <a:pt x="70025" y="327583"/>
                  </a:lnTo>
                  <a:lnTo>
                    <a:pt x="70025" y="332639"/>
                  </a:lnTo>
                  <a:lnTo>
                    <a:pt x="66690" y="334746"/>
                  </a:lnTo>
                  <a:lnTo>
                    <a:pt x="63356" y="337274"/>
                  </a:lnTo>
                  <a:lnTo>
                    <a:pt x="56409" y="337274"/>
                  </a:lnTo>
                  <a:lnTo>
                    <a:pt x="50296" y="337274"/>
                  </a:lnTo>
                  <a:lnTo>
                    <a:pt x="46683" y="334746"/>
                  </a:lnTo>
                  <a:lnTo>
                    <a:pt x="43349" y="332639"/>
                  </a:lnTo>
                  <a:lnTo>
                    <a:pt x="43349" y="327583"/>
                  </a:lnTo>
                  <a:close/>
                </a:path>
                <a:path w="113664" h="337819">
                  <a:moveTo>
                    <a:pt x="56409" y="83633"/>
                  </a:moveTo>
                  <a:lnTo>
                    <a:pt x="0" y="126820"/>
                  </a:lnTo>
                  <a:lnTo>
                    <a:pt x="56409" y="0"/>
                  </a:lnTo>
                  <a:lnTo>
                    <a:pt x="113652" y="126820"/>
                  </a:lnTo>
                  <a:lnTo>
                    <a:pt x="56409" y="83633"/>
                  </a:lnTo>
                  <a:close/>
                </a:path>
              </a:pathLst>
            </a:custGeom>
            <a:ln w="3419">
              <a:solidFill>
                <a:srgbClr val="000000"/>
              </a:solidFill>
            </a:ln>
          </p:spPr>
          <p:txBody>
            <a:bodyPr wrap="square" lIns="0" tIns="0" rIns="0" bIns="0" rtlCol="0"/>
            <a:lstStyle/>
            <a:p/>
          </p:txBody>
        </p:sp>
        <p:sp>
          <p:nvSpPr>
            <p:cNvPr id="71" name="object 71" descr=""/>
            <p:cNvSpPr/>
            <p:nvPr/>
          </p:nvSpPr>
          <p:spPr>
            <a:xfrm>
              <a:off x="5373536" y="2063803"/>
              <a:ext cx="113664" cy="337820"/>
            </a:xfrm>
            <a:custGeom>
              <a:avLst/>
              <a:gdLst/>
              <a:ahLst/>
              <a:cxnLst/>
              <a:rect l="l" t="t" r="r" b="b"/>
              <a:pathLst>
                <a:path w="113664" h="337819">
                  <a:moveTo>
                    <a:pt x="56965" y="83633"/>
                  </a:moveTo>
                  <a:lnTo>
                    <a:pt x="43349" y="93956"/>
                  </a:lnTo>
                  <a:lnTo>
                    <a:pt x="43349" y="332639"/>
                  </a:lnTo>
                  <a:lnTo>
                    <a:pt x="46683" y="334746"/>
                  </a:lnTo>
                  <a:lnTo>
                    <a:pt x="50018" y="337274"/>
                  </a:lnTo>
                  <a:lnTo>
                    <a:pt x="63912" y="337274"/>
                  </a:lnTo>
                  <a:lnTo>
                    <a:pt x="66690" y="334746"/>
                  </a:lnTo>
                  <a:lnTo>
                    <a:pt x="70025" y="332639"/>
                  </a:lnTo>
                  <a:lnTo>
                    <a:pt x="70025" y="93632"/>
                  </a:lnTo>
                  <a:lnTo>
                    <a:pt x="56965" y="83633"/>
                  </a:lnTo>
                  <a:close/>
                </a:path>
                <a:path w="113664" h="337819">
                  <a:moveTo>
                    <a:pt x="56965" y="0"/>
                  </a:moveTo>
                  <a:lnTo>
                    <a:pt x="0" y="126820"/>
                  </a:lnTo>
                  <a:lnTo>
                    <a:pt x="43349" y="93956"/>
                  </a:lnTo>
                  <a:lnTo>
                    <a:pt x="43349" y="81105"/>
                  </a:lnTo>
                  <a:lnTo>
                    <a:pt x="46683" y="75839"/>
                  </a:lnTo>
                  <a:lnTo>
                    <a:pt x="50018" y="75839"/>
                  </a:lnTo>
                  <a:lnTo>
                    <a:pt x="56965" y="73943"/>
                  </a:lnTo>
                  <a:lnTo>
                    <a:pt x="89855" y="73943"/>
                  </a:lnTo>
                  <a:lnTo>
                    <a:pt x="56965" y="0"/>
                  </a:lnTo>
                  <a:close/>
                </a:path>
                <a:path w="113664" h="337819">
                  <a:moveTo>
                    <a:pt x="89855" y="73943"/>
                  </a:moveTo>
                  <a:lnTo>
                    <a:pt x="56965" y="73943"/>
                  </a:lnTo>
                  <a:lnTo>
                    <a:pt x="63912" y="75839"/>
                  </a:lnTo>
                  <a:lnTo>
                    <a:pt x="66690" y="75839"/>
                  </a:lnTo>
                  <a:lnTo>
                    <a:pt x="70025" y="81105"/>
                  </a:lnTo>
                  <a:lnTo>
                    <a:pt x="70025" y="93632"/>
                  </a:lnTo>
                  <a:lnTo>
                    <a:pt x="113374" y="126820"/>
                  </a:lnTo>
                  <a:lnTo>
                    <a:pt x="89855" y="73943"/>
                  </a:lnTo>
                  <a:close/>
                </a:path>
                <a:path w="113664" h="337819">
                  <a:moveTo>
                    <a:pt x="66690" y="75839"/>
                  </a:moveTo>
                  <a:lnTo>
                    <a:pt x="46683" y="75839"/>
                  </a:lnTo>
                  <a:lnTo>
                    <a:pt x="43349" y="81105"/>
                  </a:lnTo>
                  <a:lnTo>
                    <a:pt x="43349" y="93956"/>
                  </a:lnTo>
                  <a:lnTo>
                    <a:pt x="56965" y="83633"/>
                  </a:lnTo>
                  <a:lnTo>
                    <a:pt x="70025" y="83633"/>
                  </a:lnTo>
                  <a:lnTo>
                    <a:pt x="70025" y="81105"/>
                  </a:lnTo>
                  <a:lnTo>
                    <a:pt x="66690" y="75839"/>
                  </a:lnTo>
                  <a:close/>
                </a:path>
                <a:path w="113664" h="337819">
                  <a:moveTo>
                    <a:pt x="70025" y="83633"/>
                  </a:moveTo>
                  <a:lnTo>
                    <a:pt x="56965" y="83633"/>
                  </a:lnTo>
                  <a:lnTo>
                    <a:pt x="70025" y="93632"/>
                  </a:lnTo>
                  <a:lnTo>
                    <a:pt x="70025" y="83633"/>
                  </a:lnTo>
                  <a:close/>
                </a:path>
                <a:path w="113664" h="337819">
                  <a:moveTo>
                    <a:pt x="56965" y="73943"/>
                  </a:moveTo>
                  <a:lnTo>
                    <a:pt x="50018" y="75839"/>
                  </a:lnTo>
                  <a:lnTo>
                    <a:pt x="63912" y="75839"/>
                  </a:lnTo>
                  <a:lnTo>
                    <a:pt x="56965" y="73943"/>
                  </a:lnTo>
                  <a:close/>
                </a:path>
              </a:pathLst>
            </a:custGeom>
            <a:solidFill>
              <a:srgbClr val="000000"/>
            </a:solidFill>
          </p:spPr>
          <p:txBody>
            <a:bodyPr wrap="square" lIns="0" tIns="0" rIns="0" bIns="0" rtlCol="0"/>
            <a:lstStyle/>
            <a:p/>
          </p:txBody>
        </p:sp>
        <p:sp>
          <p:nvSpPr>
            <p:cNvPr id="72" name="object 72" descr=""/>
            <p:cNvSpPr/>
            <p:nvPr/>
          </p:nvSpPr>
          <p:spPr>
            <a:xfrm>
              <a:off x="5373536" y="2063802"/>
              <a:ext cx="113664" cy="337820"/>
            </a:xfrm>
            <a:custGeom>
              <a:avLst/>
              <a:gdLst/>
              <a:ahLst/>
              <a:cxnLst/>
              <a:rect l="l" t="t" r="r" b="b"/>
              <a:pathLst>
                <a:path w="113664" h="337819">
                  <a:moveTo>
                    <a:pt x="43349" y="327583"/>
                  </a:moveTo>
                  <a:lnTo>
                    <a:pt x="43349" y="83633"/>
                  </a:lnTo>
                  <a:lnTo>
                    <a:pt x="43349" y="81105"/>
                  </a:lnTo>
                  <a:lnTo>
                    <a:pt x="46683" y="75839"/>
                  </a:lnTo>
                  <a:lnTo>
                    <a:pt x="50018" y="75839"/>
                  </a:lnTo>
                  <a:lnTo>
                    <a:pt x="56965" y="73943"/>
                  </a:lnTo>
                  <a:lnTo>
                    <a:pt x="63912" y="75839"/>
                  </a:lnTo>
                  <a:lnTo>
                    <a:pt x="66690" y="75839"/>
                  </a:lnTo>
                  <a:lnTo>
                    <a:pt x="70025" y="81105"/>
                  </a:lnTo>
                  <a:lnTo>
                    <a:pt x="70025" y="83633"/>
                  </a:lnTo>
                  <a:lnTo>
                    <a:pt x="70025" y="327583"/>
                  </a:lnTo>
                  <a:lnTo>
                    <a:pt x="70025" y="332639"/>
                  </a:lnTo>
                  <a:lnTo>
                    <a:pt x="66690" y="334746"/>
                  </a:lnTo>
                  <a:lnTo>
                    <a:pt x="63912" y="337274"/>
                  </a:lnTo>
                  <a:lnTo>
                    <a:pt x="56965" y="337274"/>
                  </a:lnTo>
                  <a:lnTo>
                    <a:pt x="50018" y="337274"/>
                  </a:lnTo>
                  <a:lnTo>
                    <a:pt x="46683" y="334746"/>
                  </a:lnTo>
                  <a:lnTo>
                    <a:pt x="43349" y="332639"/>
                  </a:lnTo>
                  <a:lnTo>
                    <a:pt x="43349" y="327583"/>
                  </a:lnTo>
                  <a:close/>
                </a:path>
                <a:path w="113664" h="337819">
                  <a:moveTo>
                    <a:pt x="56965" y="83633"/>
                  </a:moveTo>
                  <a:lnTo>
                    <a:pt x="0" y="126820"/>
                  </a:lnTo>
                  <a:lnTo>
                    <a:pt x="56965" y="0"/>
                  </a:lnTo>
                  <a:lnTo>
                    <a:pt x="113374" y="126820"/>
                  </a:lnTo>
                  <a:lnTo>
                    <a:pt x="56965" y="83633"/>
                  </a:lnTo>
                  <a:close/>
                </a:path>
              </a:pathLst>
            </a:custGeom>
            <a:ln w="3419">
              <a:solidFill>
                <a:srgbClr val="000000"/>
              </a:solidFill>
            </a:ln>
          </p:spPr>
          <p:txBody>
            <a:bodyPr wrap="square" lIns="0" tIns="0" rIns="0" bIns="0" rtlCol="0"/>
            <a:lstStyle/>
            <a:p/>
          </p:txBody>
        </p:sp>
        <p:sp>
          <p:nvSpPr>
            <p:cNvPr id="73" name="object 73" descr=""/>
            <p:cNvSpPr/>
            <p:nvPr/>
          </p:nvSpPr>
          <p:spPr>
            <a:xfrm>
              <a:off x="8530795" y="2063803"/>
              <a:ext cx="113664" cy="337820"/>
            </a:xfrm>
            <a:custGeom>
              <a:avLst/>
              <a:gdLst/>
              <a:ahLst/>
              <a:cxnLst/>
              <a:rect l="l" t="t" r="r" b="b"/>
              <a:pathLst>
                <a:path w="113665" h="337819">
                  <a:moveTo>
                    <a:pt x="56409" y="83633"/>
                  </a:moveTo>
                  <a:lnTo>
                    <a:pt x="43349" y="93632"/>
                  </a:lnTo>
                  <a:lnTo>
                    <a:pt x="43349" y="332639"/>
                  </a:lnTo>
                  <a:lnTo>
                    <a:pt x="49462" y="337274"/>
                  </a:lnTo>
                  <a:lnTo>
                    <a:pt x="63356" y="337274"/>
                  </a:lnTo>
                  <a:lnTo>
                    <a:pt x="69469" y="332639"/>
                  </a:lnTo>
                  <a:lnTo>
                    <a:pt x="69469" y="93487"/>
                  </a:lnTo>
                  <a:lnTo>
                    <a:pt x="56409" y="83633"/>
                  </a:lnTo>
                  <a:close/>
                </a:path>
                <a:path w="113665" h="337819">
                  <a:moveTo>
                    <a:pt x="56409" y="0"/>
                  </a:moveTo>
                  <a:lnTo>
                    <a:pt x="0" y="126820"/>
                  </a:lnTo>
                  <a:lnTo>
                    <a:pt x="43349" y="93632"/>
                  </a:lnTo>
                  <a:lnTo>
                    <a:pt x="43349" y="81105"/>
                  </a:lnTo>
                  <a:lnTo>
                    <a:pt x="46127" y="75839"/>
                  </a:lnTo>
                  <a:lnTo>
                    <a:pt x="49462" y="75839"/>
                  </a:lnTo>
                  <a:lnTo>
                    <a:pt x="56409" y="73943"/>
                  </a:lnTo>
                  <a:lnTo>
                    <a:pt x="89785" y="73943"/>
                  </a:lnTo>
                  <a:lnTo>
                    <a:pt x="56409" y="0"/>
                  </a:lnTo>
                  <a:close/>
                </a:path>
                <a:path w="113665" h="337819">
                  <a:moveTo>
                    <a:pt x="89785" y="73943"/>
                  </a:moveTo>
                  <a:lnTo>
                    <a:pt x="56409" y="73943"/>
                  </a:lnTo>
                  <a:lnTo>
                    <a:pt x="63356" y="75839"/>
                  </a:lnTo>
                  <a:lnTo>
                    <a:pt x="66690" y="75839"/>
                  </a:lnTo>
                  <a:lnTo>
                    <a:pt x="69469" y="81105"/>
                  </a:lnTo>
                  <a:lnTo>
                    <a:pt x="69469" y="93487"/>
                  </a:lnTo>
                  <a:lnTo>
                    <a:pt x="113652" y="126820"/>
                  </a:lnTo>
                  <a:lnTo>
                    <a:pt x="89785" y="73943"/>
                  </a:lnTo>
                  <a:close/>
                </a:path>
                <a:path w="113665" h="337819">
                  <a:moveTo>
                    <a:pt x="66690" y="75839"/>
                  </a:moveTo>
                  <a:lnTo>
                    <a:pt x="46127" y="75839"/>
                  </a:lnTo>
                  <a:lnTo>
                    <a:pt x="43349" y="81105"/>
                  </a:lnTo>
                  <a:lnTo>
                    <a:pt x="43349" y="93632"/>
                  </a:lnTo>
                  <a:lnTo>
                    <a:pt x="56409" y="83633"/>
                  </a:lnTo>
                  <a:lnTo>
                    <a:pt x="69469" y="83633"/>
                  </a:lnTo>
                  <a:lnTo>
                    <a:pt x="69469" y="81105"/>
                  </a:lnTo>
                  <a:lnTo>
                    <a:pt x="66690" y="75839"/>
                  </a:lnTo>
                  <a:close/>
                </a:path>
                <a:path w="113665" h="337819">
                  <a:moveTo>
                    <a:pt x="69469" y="83633"/>
                  </a:moveTo>
                  <a:lnTo>
                    <a:pt x="56409" y="83633"/>
                  </a:lnTo>
                  <a:lnTo>
                    <a:pt x="69469" y="93487"/>
                  </a:lnTo>
                  <a:lnTo>
                    <a:pt x="69469" y="83633"/>
                  </a:lnTo>
                  <a:close/>
                </a:path>
                <a:path w="113665" h="337819">
                  <a:moveTo>
                    <a:pt x="56409" y="73943"/>
                  </a:moveTo>
                  <a:lnTo>
                    <a:pt x="49462" y="75839"/>
                  </a:lnTo>
                  <a:lnTo>
                    <a:pt x="63356" y="75839"/>
                  </a:lnTo>
                  <a:lnTo>
                    <a:pt x="56409" y="73943"/>
                  </a:lnTo>
                  <a:close/>
                </a:path>
              </a:pathLst>
            </a:custGeom>
            <a:solidFill>
              <a:srgbClr val="000000"/>
            </a:solidFill>
          </p:spPr>
          <p:txBody>
            <a:bodyPr wrap="square" lIns="0" tIns="0" rIns="0" bIns="0" rtlCol="0"/>
            <a:lstStyle/>
            <a:p/>
          </p:txBody>
        </p:sp>
        <p:sp>
          <p:nvSpPr>
            <p:cNvPr id="74" name="object 74" descr=""/>
            <p:cNvSpPr/>
            <p:nvPr/>
          </p:nvSpPr>
          <p:spPr>
            <a:xfrm>
              <a:off x="8530795" y="2063802"/>
              <a:ext cx="113664" cy="337820"/>
            </a:xfrm>
            <a:custGeom>
              <a:avLst/>
              <a:gdLst/>
              <a:ahLst/>
              <a:cxnLst/>
              <a:rect l="l" t="t" r="r" b="b"/>
              <a:pathLst>
                <a:path w="113665" h="337819">
                  <a:moveTo>
                    <a:pt x="43349" y="327583"/>
                  </a:moveTo>
                  <a:lnTo>
                    <a:pt x="43349" y="83633"/>
                  </a:lnTo>
                  <a:lnTo>
                    <a:pt x="43349" y="81105"/>
                  </a:lnTo>
                  <a:lnTo>
                    <a:pt x="46127" y="75839"/>
                  </a:lnTo>
                  <a:lnTo>
                    <a:pt x="49462" y="75839"/>
                  </a:lnTo>
                  <a:lnTo>
                    <a:pt x="56409" y="73943"/>
                  </a:lnTo>
                  <a:lnTo>
                    <a:pt x="63356" y="75839"/>
                  </a:lnTo>
                  <a:lnTo>
                    <a:pt x="66690" y="75839"/>
                  </a:lnTo>
                  <a:lnTo>
                    <a:pt x="69469" y="81105"/>
                  </a:lnTo>
                  <a:lnTo>
                    <a:pt x="69469" y="83633"/>
                  </a:lnTo>
                  <a:lnTo>
                    <a:pt x="69469" y="327583"/>
                  </a:lnTo>
                  <a:lnTo>
                    <a:pt x="69469" y="332639"/>
                  </a:lnTo>
                  <a:lnTo>
                    <a:pt x="66690" y="334746"/>
                  </a:lnTo>
                  <a:lnTo>
                    <a:pt x="63356" y="337274"/>
                  </a:lnTo>
                  <a:lnTo>
                    <a:pt x="56409" y="337274"/>
                  </a:lnTo>
                  <a:lnTo>
                    <a:pt x="49462" y="337274"/>
                  </a:lnTo>
                  <a:lnTo>
                    <a:pt x="46127" y="334746"/>
                  </a:lnTo>
                  <a:lnTo>
                    <a:pt x="43349" y="332639"/>
                  </a:lnTo>
                  <a:lnTo>
                    <a:pt x="43349" y="327583"/>
                  </a:lnTo>
                  <a:close/>
                </a:path>
                <a:path w="113665" h="337819">
                  <a:moveTo>
                    <a:pt x="56409" y="83633"/>
                  </a:moveTo>
                  <a:lnTo>
                    <a:pt x="0" y="126820"/>
                  </a:lnTo>
                  <a:lnTo>
                    <a:pt x="56409" y="0"/>
                  </a:lnTo>
                  <a:lnTo>
                    <a:pt x="113652" y="126820"/>
                  </a:lnTo>
                  <a:lnTo>
                    <a:pt x="56409" y="83633"/>
                  </a:lnTo>
                  <a:close/>
                </a:path>
              </a:pathLst>
            </a:custGeom>
            <a:ln w="3419">
              <a:solidFill>
                <a:srgbClr val="000000"/>
              </a:solidFill>
            </a:ln>
          </p:spPr>
          <p:txBody>
            <a:bodyPr wrap="square" lIns="0" tIns="0" rIns="0" bIns="0" rtlCol="0"/>
            <a:lstStyle/>
            <a:p/>
          </p:txBody>
        </p:sp>
      </p:grpSp>
      <p:sp>
        <p:nvSpPr>
          <p:cNvPr id="75" name="object 75" descr=""/>
          <p:cNvSpPr txBox="1"/>
          <p:nvPr/>
        </p:nvSpPr>
        <p:spPr>
          <a:xfrm>
            <a:off x="1726325" y="4729504"/>
            <a:ext cx="264795" cy="599440"/>
          </a:xfrm>
          <a:prstGeom prst="rect">
            <a:avLst/>
          </a:prstGeom>
        </p:spPr>
        <p:txBody>
          <a:bodyPr wrap="square" lIns="0" tIns="12700" rIns="0" bIns="0" rtlCol="0" vert="horz">
            <a:spAutoFit/>
          </a:bodyPr>
          <a:lstStyle/>
          <a:p>
            <a:pPr marR="5080">
              <a:lnSpc>
                <a:spcPct val="125499"/>
              </a:lnSpc>
              <a:spcBef>
                <a:spcPts val="100"/>
              </a:spcBef>
            </a:pPr>
            <a:r>
              <a:rPr dirty="0" sz="1500" spc="430">
                <a:latin typeface="宋体"/>
                <a:cs typeface="宋体"/>
              </a:rPr>
              <a:t>输入</a:t>
            </a:r>
            <a:endParaRPr sz="1500">
              <a:latin typeface="宋体"/>
              <a:cs typeface="宋体"/>
            </a:endParaRPr>
          </a:p>
        </p:txBody>
      </p:sp>
      <p:sp>
        <p:nvSpPr>
          <p:cNvPr id="76" name="object 76" descr=""/>
          <p:cNvSpPr txBox="1"/>
          <p:nvPr/>
        </p:nvSpPr>
        <p:spPr>
          <a:xfrm>
            <a:off x="4294256" y="1824303"/>
            <a:ext cx="1236980" cy="254635"/>
          </a:xfrm>
          <a:prstGeom prst="rect">
            <a:avLst/>
          </a:prstGeom>
        </p:spPr>
        <p:txBody>
          <a:bodyPr wrap="square" lIns="0" tIns="12700" rIns="0" bIns="0" rtlCol="0" vert="horz">
            <a:spAutoFit/>
          </a:bodyPr>
          <a:lstStyle/>
          <a:p>
            <a:pPr>
              <a:lnSpc>
                <a:spcPct val="100000"/>
              </a:lnSpc>
              <a:spcBef>
                <a:spcPts val="100"/>
              </a:spcBef>
              <a:tabLst>
                <a:tab pos="356870" algn="l"/>
                <a:tab pos="701040" algn="l"/>
                <a:tab pos="1041400" algn="l"/>
              </a:tabLst>
            </a:pPr>
            <a:r>
              <a:rPr dirty="0" baseline="1851" sz="2250" spc="427">
                <a:latin typeface="Times New Roman"/>
                <a:cs typeface="Times New Roman"/>
              </a:rPr>
              <a:t>A</a:t>
            </a:r>
            <a:r>
              <a:rPr dirty="0" baseline="1851" sz="2250">
                <a:latin typeface="Times New Roman"/>
                <a:cs typeface="Times New Roman"/>
              </a:rPr>
              <a:t>	</a:t>
            </a:r>
            <a:r>
              <a:rPr dirty="0" sz="1500" spc="270">
                <a:latin typeface="Times New Roman"/>
                <a:cs typeface="Times New Roman"/>
              </a:rPr>
              <a:t>B</a:t>
            </a:r>
            <a:r>
              <a:rPr dirty="0" sz="1500">
                <a:latin typeface="Times New Roman"/>
                <a:cs typeface="Times New Roman"/>
              </a:rPr>
              <a:t>	</a:t>
            </a:r>
            <a:r>
              <a:rPr dirty="0" baseline="1851" sz="2250" spc="405">
                <a:latin typeface="Times New Roman"/>
                <a:cs typeface="Times New Roman"/>
              </a:rPr>
              <a:t>C</a:t>
            </a:r>
            <a:r>
              <a:rPr dirty="0" baseline="1851" sz="2250">
                <a:latin typeface="Times New Roman"/>
                <a:cs typeface="Times New Roman"/>
              </a:rPr>
              <a:t>	</a:t>
            </a:r>
            <a:r>
              <a:rPr dirty="0" baseline="1851" sz="2250" spc="427">
                <a:latin typeface="Times New Roman"/>
                <a:cs typeface="Times New Roman"/>
              </a:rPr>
              <a:t>D</a:t>
            </a:r>
            <a:endParaRPr baseline="1851" sz="2250">
              <a:latin typeface="Times New Roman"/>
              <a:cs typeface="Times New Roman"/>
            </a:endParaRPr>
          </a:p>
        </p:txBody>
      </p:sp>
      <p:sp>
        <p:nvSpPr>
          <p:cNvPr id="77" name="object 77" descr=""/>
          <p:cNvSpPr txBox="1"/>
          <p:nvPr/>
        </p:nvSpPr>
        <p:spPr>
          <a:xfrm>
            <a:off x="6331663" y="1821775"/>
            <a:ext cx="1381125" cy="254635"/>
          </a:xfrm>
          <a:prstGeom prst="rect">
            <a:avLst/>
          </a:prstGeom>
        </p:spPr>
        <p:txBody>
          <a:bodyPr wrap="square" lIns="0" tIns="12700" rIns="0" bIns="0" rtlCol="0" vert="horz">
            <a:spAutoFit/>
          </a:bodyPr>
          <a:lstStyle/>
          <a:p>
            <a:pPr>
              <a:lnSpc>
                <a:spcPct val="100000"/>
              </a:lnSpc>
              <a:spcBef>
                <a:spcPts val="100"/>
              </a:spcBef>
              <a:tabLst>
                <a:tab pos="767715" algn="l"/>
              </a:tabLst>
            </a:pPr>
            <a:r>
              <a:rPr dirty="0" sz="1500" spc="335">
                <a:latin typeface="Times New Roman"/>
                <a:cs typeface="Times New Roman"/>
              </a:rPr>
              <a:t>A</a:t>
            </a:r>
            <a:r>
              <a:rPr dirty="0" sz="1500" spc="335">
                <a:latin typeface="宋体"/>
                <a:cs typeface="宋体"/>
              </a:rPr>
              <a:t>×</a:t>
            </a:r>
            <a:r>
              <a:rPr dirty="0" sz="1500" spc="335">
                <a:latin typeface="Times New Roman"/>
                <a:cs typeface="Times New Roman"/>
              </a:rPr>
              <a:t>B</a:t>
            </a:r>
            <a:r>
              <a:rPr dirty="0" sz="1500">
                <a:latin typeface="Times New Roman"/>
                <a:cs typeface="Times New Roman"/>
              </a:rPr>
              <a:t>	</a:t>
            </a:r>
            <a:r>
              <a:rPr dirty="0" sz="1500" spc="345">
                <a:latin typeface="Times New Roman"/>
                <a:cs typeface="Times New Roman"/>
              </a:rPr>
              <a:t>C</a:t>
            </a:r>
            <a:r>
              <a:rPr dirty="0" sz="1500" spc="345">
                <a:latin typeface="宋体"/>
                <a:cs typeface="宋体"/>
              </a:rPr>
              <a:t>×</a:t>
            </a:r>
            <a:r>
              <a:rPr dirty="0" sz="1500" spc="345">
                <a:latin typeface="Times New Roman"/>
                <a:cs typeface="Times New Roman"/>
              </a:rPr>
              <a:t>D</a:t>
            </a:r>
            <a:endParaRPr sz="1500">
              <a:latin typeface="Times New Roman"/>
              <a:cs typeface="Times New Roman"/>
            </a:endParaRPr>
          </a:p>
        </p:txBody>
      </p:sp>
      <p:sp>
        <p:nvSpPr>
          <p:cNvPr id="78" name="object 78" descr=""/>
          <p:cNvSpPr txBox="1"/>
          <p:nvPr/>
        </p:nvSpPr>
        <p:spPr>
          <a:xfrm>
            <a:off x="8025612" y="1821775"/>
            <a:ext cx="1457325" cy="254635"/>
          </a:xfrm>
          <a:prstGeom prst="rect">
            <a:avLst/>
          </a:prstGeom>
        </p:spPr>
        <p:txBody>
          <a:bodyPr wrap="square" lIns="0" tIns="12700" rIns="0" bIns="0" rtlCol="0" vert="horz">
            <a:spAutoFit/>
          </a:bodyPr>
          <a:lstStyle/>
          <a:p>
            <a:pPr>
              <a:lnSpc>
                <a:spcPct val="100000"/>
              </a:lnSpc>
              <a:spcBef>
                <a:spcPts val="100"/>
              </a:spcBef>
            </a:pPr>
            <a:r>
              <a:rPr dirty="0" sz="1500" spc="365">
                <a:latin typeface="Times New Roman"/>
                <a:cs typeface="Times New Roman"/>
              </a:rPr>
              <a:t>A</a:t>
            </a:r>
            <a:r>
              <a:rPr dirty="0" sz="1500" spc="365">
                <a:latin typeface="宋体"/>
                <a:cs typeface="宋体"/>
              </a:rPr>
              <a:t>×</a:t>
            </a:r>
            <a:r>
              <a:rPr dirty="0" sz="1500" spc="365">
                <a:latin typeface="Times New Roman"/>
                <a:cs typeface="Times New Roman"/>
              </a:rPr>
              <a:t>B</a:t>
            </a:r>
            <a:r>
              <a:rPr dirty="0" sz="1500" spc="365">
                <a:latin typeface="宋体"/>
                <a:cs typeface="宋体"/>
              </a:rPr>
              <a:t>×</a:t>
            </a:r>
            <a:r>
              <a:rPr dirty="0" sz="1500" spc="365">
                <a:latin typeface="Times New Roman"/>
                <a:cs typeface="Times New Roman"/>
              </a:rPr>
              <a:t>C</a:t>
            </a:r>
            <a:r>
              <a:rPr dirty="0" sz="1500" spc="365">
                <a:latin typeface="宋体"/>
                <a:cs typeface="宋体"/>
              </a:rPr>
              <a:t>×</a:t>
            </a:r>
            <a:r>
              <a:rPr dirty="0" sz="1500" spc="365">
                <a:latin typeface="Times New Roman"/>
                <a:cs typeface="Times New Roman"/>
              </a:rPr>
              <a:t>D</a:t>
            </a:r>
            <a:endParaRPr sz="1500">
              <a:latin typeface="Times New Roman"/>
              <a:cs typeface="Times New Roman"/>
            </a:endParaRPr>
          </a:p>
        </p:txBody>
      </p:sp>
      <p:sp>
        <p:nvSpPr>
          <p:cNvPr id="79" name="object 79" descr=""/>
          <p:cNvSpPr txBox="1"/>
          <p:nvPr/>
        </p:nvSpPr>
        <p:spPr>
          <a:xfrm>
            <a:off x="8818565" y="2716238"/>
            <a:ext cx="1039494" cy="1080770"/>
          </a:xfrm>
          <a:prstGeom prst="rect">
            <a:avLst/>
          </a:prstGeom>
        </p:spPr>
        <p:txBody>
          <a:bodyPr wrap="square" lIns="0" tIns="15875" rIns="0" bIns="0" rtlCol="0" vert="horz">
            <a:spAutoFit/>
          </a:bodyPr>
          <a:lstStyle/>
          <a:p>
            <a:pPr algn="just" marL="25400" marR="30480">
              <a:lnSpc>
                <a:spcPct val="114999"/>
              </a:lnSpc>
              <a:spcBef>
                <a:spcPts val="125"/>
              </a:spcBef>
            </a:pPr>
            <a:r>
              <a:rPr dirty="0" sz="1500" spc="240">
                <a:latin typeface="Times New Roman"/>
                <a:cs typeface="Times New Roman"/>
              </a:rPr>
              <a:t>A=A</a:t>
            </a:r>
            <a:r>
              <a:rPr dirty="0" baseline="-13888" sz="1500" spc="359">
                <a:latin typeface="Times New Roman"/>
                <a:cs typeface="Times New Roman"/>
              </a:rPr>
              <a:t>1</a:t>
            </a:r>
            <a:r>
              <a:rPr dirty="0" sz="1500" spc="240">
                <a:latin typeface="Times New Roman"/>
                <a:cs typeface="Times New Roman"/>
              </a:rPr>
              <a:t>+B</a:t>
            </a:r>
            <a:r>
              <a:rPr dirty="0" baseline="-13888" sz="1500" spc="359">
                <a:latin typeface="Times New Roman"/>
                <a:cs typeface="Times New Roman"/>
              </a:rPr>
              <a:t>1 </a:t>
            </a:r>
            <a:r>
              <a:rPr dirty="0" sz="1500" spc="235">
                <a:latin typeface="Times New Roman"/>
                <a:cs typeface="Times New Roman"/>
              </a:rPr>
              <a:t>B=A</a:t>
            </a:r>
            <a:r>
              <a:rPr dirty="0" baseline="-13888" sz="1500" spc="352">
                <a:latin typeface="Times New Roman"/>
                <a:cs typeface="Times New Roman"/>
              </a:rPr>
              <a:t>2</a:t>
            </a:r>
            <a:r>
              <a:rPr dirty="0" sz="1500" spc="235">
                <a:latin typeface="Times New Roman"/>
                <a:cs typeface="Times New Roman"/>
              </a:rPr>
              <a:t>+B</a:t>
            </a:r>
            <a:r>
              <a:rPr dirty="0" baseline="-13888" sz="1500" spc="352">
                <a:latin typeface="Times New Roman"/>
                <a:cs typeface="Times New Roman"/>
              </a:rPr>
              <a:t>2 </a:t>
            </a:r>
            <a:r>
              <a:rPr dirty="0" sz="1500" spc="235">
                <a:latin typeface="Times New Roman"/>
                <a:cs typeface="Times New Roman"/>
              </a:rPr>
              <a:t>C=A</a:t>
            </a:r>
            <a:r>
              <a:rPr dirty="0" baseline="-13888" sz="1500" spc="352">
                <a:latin typeface="Times New Roman"/>
                <a:cs typeface="Times New Roman"/>
              </a:rPr>
              <a:t>3</a:t>
            </a:r>
            <a:r>
              <a:rPr dirty="0" sz="1500" spc="235">
                <a:latin typeface="Times New Roman"/>
                <a:cs typeface="Times New Roman"/>
              </a:rPr>
              <a:t>+B</a:t>
            </a:r>
            <a:r>
              <a:rPr dirty="0" baseline="-13888" sz="1500" spc="352">
                <a:latin typeface="Times New Roman"/>
                <a:cs typeface="Times New Roman"/>
              </a:rPr>
              <a:t>3 </a:t>
            </a:r>
            <a:r>
              <a:rPr dirty="0" sz="1500" spc="240">
                <a:latin typeface="Times New Roman"/>
                <a:cs typeface="Times New Roman"/>
              </a:rPr>
              <a:t>D=A</a:t>
            </a:r>
            <a:r>
              <a:rPr dirty="0" baseline="-13888" sz="1500" spc="359">
                <a:latin typeface="Times New Roman"/>
                <a:cs typeface="Times New Roman"/>
              </a:rPr>
              <a:t>4</a:t>
            </a:r>
            <a:r>
              <a:rPr dirty="0" sz="1500" spc="240">
                <a:latin typeface="Times New Roman"/>
                <a:cs typeface="Times New Roman"/>
              </a:rPr>
              <a:t>+B</a:t>
            </a:r>
            <a:r>
              <a:rPr dirty="0" baseline="-13888" sz="1500" spc="359">
                <a:latin typeface="Times New Roman"/>
                <a:cs typeface="Times New Roman"/>
              </a:rPr>
              <a:t>4</a:t>
            </a:r>
            <a:endParaRPr baseline="-13888" sz="1500">
              <a:latin typeface="Times New Roman"/>
              <a:cs typeface="Times New Roman"/>
            </a:endParaRPr>
          </a:p>
        </p:txBody>
      </p:sp>
      <p:sp>
        <p:nvSpPr>
          <p:cNvPr id="80" name="object 80" descr=""/>
          <p:cNvSpPr/>
          <p:nvPr/>
        </p:nvSpPr>
        <p:spPr>
          <a:xfrm>
            <a:off x="3484806" y="6087296"/>
            <a:ext cx="499745" cy="0"/>
          </a:xfrm>
          <a:custGeom>
            <a:avLst/>
            <a:gdLst/>
            <a:ahLst/>
            <a:cxnLst/>
            <a:rect l="l" t="t" r="r" b="b"/>
            <a:pathLst>
              <a:path w="499745" h="0">
                <a:moveTo>
                  <a:pt x="0" y="0"/>
                </a:moveTo>
                <a:lnTo>
                  <a:pt x="499609" y="0"/>
                </a:lnTo>
              </a:path>
            </a:pathLst>
          </a:custGeom>
          <a:ln w="10425">
            <a:solidFill>
              <a:srgbClr val="000000"/>
            </a:solidFill>
          </a:ln>
        </p:spPr>
        <p:txBody>
          <a:bodyPr wrap="square" lIns="0" tIns="0" rIns="0" bIns="0" rtlCol="0"/>
          <a:lstStyle/>
          <a:p/>
        </p:txBody>
      </p:sp>
      <p:sp>
        <p:nvSpPr>
          <p:cNvPr id="81" name="object 81" descr=""/>
          <p:cNvSpPr txBox="1"/>
          <p:nvPr/>
        </p:nvSpPr>
        <p:spPr>
          <a:xfrm>
            <a:off x="3461089" y="6081353"/>
            <a:ext cx="510540" cy="334645"/>
          </a:xfrm>
          <a:prstGeom prst="rect">
            <a:avLst/>
          </a:prstGeom>
        </p:spPr>
        <p:txBody>
          <a:bodyPr wrap="square" lIns="0" tIns="15875" rIns="0" bIns="0" rtlCol="0" vert="horz">
            <a:spAutoFit/>
          </a:bodyPr>
          <a:lstStyle/>
          <a:p>
            <a:pPr marL="12700">
              <a:lnSpc>
                <a:spcPct val="100000"/>
              </a:lnSpc>
              <a:spcBef>
                <a:spcPts val="125"/>
              </a:spcBef>
            </a:pPr>
            <a:r>
              <a:rPr dirty="0" sz="2000" spc="-20">
                <a:latin typeface="Times New Roman"/>
                <a:cs typeface="Times New Roman"/>
              </a:rPr>
              <a:t>18</a:t>
            </a:r>
            <a:r>
              <a:rPr dirty="0" sz="2000" spc="-20">
                <a:latin typeface="Symbol"/>
                <a:cs typeface="Symbol"/>
              </a:rPr>
              <a:t></a:t>
            </a:r>
            <a:r>
              <a:rPr dirty="0" sz="2000" spc="-20" i="1">
                <a:latin typeface="Times New Roman"/>
                <a:cs typeface="Times New Roman"/>
              </a:rPr>
              <a:t>t</a:t>
            </a:r>
            <a:endParaRPr sz="2000">
              <a:latin typeface="Times New Roman"/>
              <a:cs typeface="Times New Roman"/>
            </a:endParaRPr>
          </a:p>
        </p:txBody>
      </p:sp>
      <p:sp>
        <p:nvSpPr>
          <p:cNvPr id="82" name="object 82" descr=""/>
          <p:cNvSpPr txBox="1"/>
          <p:nvPr/>
        </p:nvSpPr>
        <p:spPr>
          <a:xfrm>
            <a:off x="2886416" y="5880951"/>
            <a:ext cx="541020" cy="334645"/>
          </a:xfrm>
          <a:prstGeom prst="rect">
            <a:avLst/>
          </a:prstGeom>
        </p:spPr>
        <p:txBody>
          <a:bodyPr wrap="square" lIns="0" tIns="15875" rIns="0" bIns="0" rtlCol="0" vert="horz">
            <a:spAutoFit/>
          </a:bodyPr>
          <a:lstStyle/>
          <a:p>
            <a:pPr marL="12700">
              <a:lnSpc>
                <a:spcPct val="100000"/>
              </a:lnSpc>
              <a:spcBef>
                <a:spcPts val="125"/>
              </a:spcBef>
            </a:pPr>
            <a:r>
              <a:rPr dirty="0" sz="2000" i="1">
                <a:latin typeface="Times New Roman"/>
                <a:cs typeface="Times New Roman"/>
              </a:rPr>
              <a:t>TP</a:t>
            </a:r>
            <a:r>
              <a:rPr dirty="0" sz="2000" spc="70" i="1">
                <a:latin typeface="Times New Roman"/>
                <a:cs typeface="Times New Roman"/>
              </a:rPr>
              <a:t> </a:t>
            </a:r>
            <a:r>
              <a:rPr dirty="0" sz="2000" spc="-50">
                <a:latin typeface="Symbol"/>
                <a:cs typeface="Symbol"/>
              </a:rPr>
              <a:t></a:t>
            </a:r>
            <a:endParaRPr sz="2000">
              <a:latin typeface="Symbol"/>
              <a:cs typeface="Symbol"/>
            </a:endParaRPr>
          </a:p>
        </p:txBody>
      </p:sp>
      <p:sp>
        <p:nvSpPr>
          <p:cNvPr id="83" name="object 83" descr=""/>
          <p:cNvSpPr txBox="1"/>
          <p:nvPr/>
        </p:nvSpPr>
        <p:spPr>
          <a:xfrm>
            <a:off x="3657895" y="5719483"/>
            <a:ext cx="155575" cy="334645"/>
          </a:xfrm>
          <a:prstGeom prst="rect">
            <a:avLst/>
          </a:prstGeom>
        </p:spPr>
        <p:txBody>
          <a:bodyPr wrap="square" lIns="0" tIns="15875" rIns="0" bIns="0" rtlCol="0" vert="horz">
            <a:spAutoFit/>
          </a:bodyPr>
          <a:lstStyle/>
          <a:p>
            <a:pPr marL="12700">
              <a:lnSpc>
                <a:spcPct val="100000"/>
              </a:lnSpc>
              <a:spcBef>
                <a:spcPts val="125"/>
              </a:spcBef>
            </a:pPr>
            <a:r>
              <a:rPr dirty="0" sz="2000" spc="-50">
                <a:latin typeface="Times New Roman"/>
                <a:cs typeface="Times New Roman"/>
              </a:rPr>
              <a:t>7</a:t>
            </a:r>
            <a:endParaRPr sz="2000">
              <a:latin typeface="Times New Roman"/>
              <a:cs typeface="Times New Roman"/>
            </a:endParaRPr>
          </a:p>
        </p:txBody>
      </p:sp>
      <p:sp>
        <p:nvSpPr>
          <p:cNvPr id="84" name="object 84" descr=""/>
          <p:cNvSpPr/>
          <p:nvPr/>
        </p:nvSpPr>
        <p:spPr>
          <a:xfrm>
            <a:off x="5199314" y="6108110"/>
            <a:ext cx="534670" cy="0"/>
          </a:xfrm>
          <a:custGeom>
            <a:avLst/>
            <a:gdLst/>
            <a:ahLst/>
            <a:cxnLst/>
            <a:rect l="l" t="t" r="r" b="b"/>
            <a:pathLst>
              <a:path w="534670" h="0">
                <a:moveTo>
                  <a:pt x="0" y="0"/>
                </a:moveTo>
                <a:lnTo>
                  <a:pt x="534140" y="0"/>
                </a:lnTo>
              </a:path>
            </a:pathLst>
          </a:custGeom>
          <a:ln w="11591">
            <a:solidFill>
              <a:srgbClr val="000000"/>
            </a:solidFill>
          </a:ln>
        </p:spPr>
        <p:txBody>
          <a:bodyPr wrap="square" lIns="0" tIns="0" rIns="0" bIns="0" rtlCol="0"/>
          <a:lstStyle/>
          <a:p/>
        </p:txBody>
      </p:sp>
      <p:sp>
        <p:nvSpPr>
          <p:cNvPr id="85" name="object 85" descr=""/>
          <p:cNvSpPr txBox="1"/>
          <p:nvPr/>
        </p:nvSpPr>
        <p:spPr>
          <a:xfrm>
            <a:off x="4747758" y="5734166"/>
            <a:ext cx="1423035" cy="339090"/>
          </a:xfrm>
          <a:prstGeom prst="rect">
            <a:avLst/>
          </a:prstGeom>
        </p:spPr>
        <p:txBody>
          <a:bodyPr wrap="square" lIns="0" tIns="13335" rIns="0" bIns="0" rtlCol="0" vert="horz">
            <a:spAutoFit/>
          </a:bodyPr>
          <a:lstStyle/>
          <a:p>
            <a:pPr marL="38100">
              <a:lnSpc>
                <a:spcPct val="100000"/>
              </a:lnSpc>
              <a:spcBef>
                <a:spcPts val="105"/>
              </a:spcBef>
            </a:pPr>
            <a:r>
              <a:rPr dirty="0" baseline="-35230" sz="3075" i="1">
                <a:latin typeface="Times New Roman"/>
                <a:cs typeface="Times New Roman"/>
              </a:rPr>
              <a:t>S</a:t>
            </a:r>
            <a:r>
              <a:rPr dirty="0" baseline="-35230" sz="3075" spc="157" i="1">
                <a:latin typeface="Times New Roman"/>
                <a:cs typeface="Times New Roman"/>
              </a:rPr>
              <a:t> </a:t>
            </a:r>
            <a:r>
              <a:rPr dirty="0" baseline="-35230" sz="3075">
                <a:latin typeface="Symbol"/>
                <a:cs typeface="Symbol"/>
              </a:rPr>
              <a:t></a:t>
            </a:r>
            <a:r>
              <a:rPr dirty="0" baseline="-35230" sz="3075" spc="97">
                <a:latin typeface="Times New Roman"/>
                <a:cs typeface="Times New Roman"/>
              </a:rPr>
              <a:t> </a:t>
            </a:r>
            <a:r>
              <a:rPr dirty="0" sz="2050">
                <a:latin typeface="Times New Roman"/>
                <a:cs typeface="Times New Roman"/>
              </a:rPr>
              <a:t>36</a:t>
            </a:r>
            <a:r>
              <a:rPr dirty="0" sz="2050">
                <a:latin typeface="Symbol"/>
                <a:cs typeface="Symbol"/>
              </a:rPr>
              <a:t></a:t>
            </a:r>
            <a:r>
              <a:rPr dirty="0" sz="2050" i="1">
                <a:latin typeface="Times New Roman"/>
                <a:cs typeface="Times New Roman"/>
              </a:rPr>
              <a:t>t</a:t>
            </a:r>
            <a:r>
              <a:rPr dirty="0" sz="2050" spc="240" i="1">
                <a:latin typeface="Times New Roman"/>
                <a:cs typeface="Times New Roman"/>
              </a:rPr>
              <a:t> </a:t>
            </a:r>
            <a:r>
              <a:rPr dirty="0" baseline="-35230" sz="3075">
                <a:latin typeface="Symbol"/>
                <a:cs typeface="Symbol"/>
              </a:rPr>
              <a:t></a:t>
            </a:r>
            <a:r>
              <a:rPr dirty="0" baseline="-35230" sz="3075" spc="-89">
                <a:latin typeface="Times New Roman"/>
                <a:cs typeface="Times New Roman"/>
              </a:rPr>
              <a:t> </a:t>
            </a:r>
            <a:r>
              <a:rPr dirty="0" baseline="-35230" sz="3075" spc="-75">
                <a:latin typeface="Times New Roman"/>
                <a:cs typeface="Times New Roman"/>
              </a:rPr>
              <a:t>2</a:t>
            </a:r>
            <a:endParaRPr baseline="-35230" sz="3075">
              <a:latin typeface="Times New Roman"/>
              <a:cs typeface="Times New Roman"/>
            </a:endParaRPr>
          </a:p>
        </p:txBody>
      </p:sp>
      <p:sp>
        <p:nvSpPr>
          <p:cNvPr id="86" name="object 86" descr=""/>
          <p:cNvSpPr txBox="1"/>
          <p:nvPr/>
        </p:nvSpPr>
        <p:spPr>
          <a:xfrm>
            <a:off x="5190098" y="6103050"/>
            <a:ext cx="517525" cy="339090"/>
          </a:xfrm>
          <a:prstGeom prst="rect">
            <a:avLst/>
          </a:prstGeom>
        </p:spPr>
        <p:txBody>
          <a:bodyPr wrap="square" lIns="0" tIns="13335" rIns="0" bIns="0" rtlCol="0" vert="horz">
            <a:spAutoFit/>
          </a:bodyPr>
          <a:lstStyle/>
          <a:p>
            <a:pPr marL="12700">
              <a:lnSpc>
                <a:spcPct val="100000"/>
              </a:lnSpc>
              <a:spcBef>
                <a:spcPts val="105"/>
              </a:spcBef>
            </a:pPr>
            <a:r>
              <a:rPr dirty="0" sz="2050" spc="-20">
                <a:latin typeface="Times New Roman"/>
                <a:cs typeface="Times New Roman"/>
              </a:rPr>
              <a:t>18</a:t>
            </a:r>
            <a:r>
              <a:rPr dirty="0" sz="2050" spc="-20">
                <a:latin typeface="Symbol"/>
                <a:cs typeface="Symbol"/>
              </a:rPr>
              <a:t></a:t>
            </a:r>
            <a:r>
              <a:rPr dirty="0" sz="2050" spc="-20" i="1">
                <a:latin typeface="Times New Roman"/>
                <a:cs typeface="Times New Roman"/>
              </a:rPr>
              <a:t>t</a:t>
            </a:r>
            <a:endParaRPr sz="2050">
              <a:latin typeface="Times New Roman"/>
              <a:cs typeface="Times New Roman"/>
            </a:endParaRPr>
          </a:p>
        </p:txBody>
      </p:sp>
      <p:sp>
        <p:nvSpPr>
          <p:cNvPr id="87" name="object 87" descr=""/>
          <p:cNvSpPr/>
          <p:nvPr/>
        </p:nvSpPr>
        <p:spPr>
          <a:xfrm>
            <a:off x="7145346" y="6115072"/>
            <a:ext cx="1169670" cy="0"/>
          </a:xfrm>
          <a:custGeom>
            <a:avLst/>
            <a:gdLst/>
            <a:ahLst/>
            <a:cxnLst/>
            <a:rect l="l" t="t" r="r" b="b"/>
            <a:pathLst>
              <a:path w="1169670" h="0">
                <a:moveTo>
                  <a:pt x="0" y="0"/>
                </a:moveTo>
                <a:lnTo>
                  <a:pt x="1169426" y="0"/>
                </a:lnTo>
              </a:path>
            </a:pathLst>
          </a:custGeom>
          <a:ln w="11323">
            <a:solidFill>
              <a:srgbClr val="000000"/>
            </a:solidFill>
          </a:ln>
        </p:spPr>
        <p:txBody>
          <a:bodyPr wrap="square" lIns="0" tIns="0" rIns="0" bIns="0" rtlCol="0"/>
          <a:lstStyle/>
          <a:p/>
        </p:txBody>
      </p:sp>
      <p:sp>
        <p:nvSpPr>
          <p:cNvPr id="88" name="object 88" descr=""/>
          <p:cNvSpPr txBox="1"/>
          <p:nvPr/>
        </p:nvSpPr>
        <p:spPr>
          <a:xfrm>
            <a:off x="6683751" y="5749466"/>
            <a:ext cx="2376805" cy="332105"/>
          </a:xfrm>
          <a:prstGeom prst="rect">
            <a:avLst/>
          </a:prstGeom>
        </p:spPr>
        <p:txBody>
          <a:bodyPr wrap="square" lIns="0" tIns="13970" rIns="0" bIns="0" rtlCol="0" vert="horz">
            <a:spAutoFit/>
          </a:bodyPr>
          <a:lstStyle/>
          <a:p>
            <a:pPr marL="38100">
              <a:lnSpc>
                <a:spcPct val="100000"/>
              </a:lnSpc>
              <a:spcBef>
                <a:spcPts val="110"/>
              </a:spcBef>
            </a:pPr>
            <a:r>
              <a:rPr dirty="0" baseline="-34722" sz="3000" i="1">
                <a:latin typeface="Times New Roman"/>
                <a:cs typeface="Times New Roman"/>
              </a:rPr>
              <a:t>E</a:t>
            </a:r>
            <a:r>
              <a:rPr dirty="0" baseline="-34722" sz="3000" spc="44" i="1">
                <a:latin typeface="Times New Roman"/>
                <a:cs typeface="Times New Roman"/>
              </a:rPr>
              <a:t> </a:t>
            </a:r>
            <a:r>
              <a:rPr dirty="0" baseline="-34722" sz="3000">
                <a:latin typeface="Symbol"/>
                <a:cs typeface="Symbol"/>
              </a:rPr>
              <a:t></a:t>
            </a:r>
            <a:r>
              <a:rPr dirty="0" baseline="-34722" sz="3000" spc="187">
                <a:latin typeface="Times New Roman"/>
                <a:cs typeface="Times New Roman"/>
              </a:rPr>
              <a:t> </a:t>
            </a:r>
            <a:r>
              <a:rPr dirty="0" sz="2000">
                <a:latin typeface="Times New Roman"/>
                <a:cs typeface="Times New Roman"/>
              </a:rPr>
              <a:t>4</a:t>
            </a:r>
            <a:r>
              <a:rPr dirty="0" sz="2000" spc="-285">
                <a:latin typeface="Times New Roman"/>
                <a:cs typeface="Times New Roman"/>
              </a:rPr>
              <a:t> </a:t>
            </a:r>
            <a:r>
              <a:rPr dirty="0" sz="2000">
                <a:latin typeface="Symbol"/>
                <a:cs typeface="Symbol"/>
              </a:rPr>
              <a:t></a:t>
            </a:r>
            <a:r>
              <a:rPr dirty="0" sz="2000" spc="-235">
                <a:latin typeface="Times New Roman"/>
                <a:cs typeface="Times New Roman"/>
              </a:rPr>
              <a:t> </a:t>
            </a:r>
            <a:r>
              <a:rPr dirty="0" sz="2000">
                <a:latin typeface="Times New Roman"/>
                <a:cs typeface="Times New Roman"/>
              </a:rPr>
              <a:t>6</a:t>
            </a:r>
            <a:r>
              <a:rPr dirty="0" sz="2000" spc="-160">
                <a:latin typeface="Times New Roman"/>
                <a:cs typeface="Times New Roman"/>
              </a:rPr>
              <a:t> </a:t>
            </a:r>
            <a:r>
              <a:rPr dirty="0" sz="2000">
                <a:latin typeface="Symbol"/>
                <a:cs typeface="Symbol"/>
              </a:rPr>
              <a:t></a:t>
            </a:r>
            <a:r>
              <a:rPr dirty="0" sz="2000" spc="-160">
                <a:latin typeface="Times New Roman"/>
                <a:cs typeface="Times New Roman"/>
              </a:rPr>
              <a:t> </a:t>
            </a:r>
            <a:r>
              <a:rPr dirty="0" sz="2000" spc="85">
                <a:latin typeface="Times New Roman"/>
                <a:cs typeface="Times New Roman"/>
              </a:rPr>
              <a:t>3</a:t>
            </a:r>
            <a:r>
              <a:rPr dirty="0" sz="2000" spc="85">
                <a:latin typeface="Symbol"/>
                <a:cs typeface="Symbol"/>
              </a:rPr>
              <a:t></a:t>
            </a:r>
            <a:r>
              <a:rPr dirty="0" sz="2000" spc="-200">
                <a:latin typeface="Times New Roman"/>
                <a:cs typeface="Times New Roman"/>
              </a:rPr>
              <a:t> </a:t>
            </a:r>
            <a:r>
              <a:rPr dirty="0" sz="2000">
                <a:latin typeface="Times New Roman"/>
                <a:cs typeface="Times New Roman"/>
              </a:rPr>
              <a:t>4</a:t>
            </a:r>
            <a:r>
              <a:rPr dirty="0" sz="2000" spc="100">
                <a:latin typeface="Times New Roman"/>
                <a:cs typeface="Times New Roman"/>
              </a:rPr>
              <a:t> </a:t>
            </a:r>
            <a:r>
              <a:rPr dirty="0" baseline="-34722" sz="3000">
                <a:latin typeface="Symbol"/>
                <a:cs typeface="Symbol"/>
              </a:rPr>
              <a:t></a:t>
            </a:r>
            <a:r>
              <a:rPr dirty="0" baseline="-34722" sz="3000" spc="-150">
                <a:latin typeface="Times New Roman"/>
                <a:cs typeface="Times New Roman"/>
              </a:rPr>
              <a:t> </a:t>
            </a:r>
            <a:r>
              <a:rPr dirty="0" baseline="-34722" sz="3000" spc="-30">
                <a:latin typeface="Times New Roman"/>
                <a:cs typeface="Times New Roman"/>
              </a:rPr>
              <a:t>0.25</a:t>
            </a:r>
            <a:endParaRPr baseline="-34722" sz="3000">
              <a:latin typeface="Times New Roman"/>
              <a:cs typeface="Times New Roman"/>
            </a:endParaRPr>
          </a:p>
        </p:txBody>
      </p:sp>
      <p:sp>
        <p:nvSpPr>
          <p:cNvPr id="89" name="object 89" descr=""/>
          <p:cNvSpPr txBox="1"/>
          <p:nvPr/>
        </p:nvSpPr>
        <p:spPr>
          <a:xfrm>
            <a:off x="7439116" y="6109818"/>
            <a:ext cx="589280" cy="332105"/>
          </a:xfrm>
          <a:prstGeom prst="rect">
            <a:avLst/>
          </a:prstGeom>
        </p:spPr>
        <p:txBody>
          <a:bodyPr wrap="square" lIns="0" tIns="13970" rIns="0" bIns="0" rtlCol="0" vert="horz">
            <a:spAutoFit/>
          </a:bodyPr>
          <a:lstStyle/>
          <a:p>
            <a:pPr marL="12700">
              <a:lnSpc>
                <a:spcPct val="100000"/>
              </a:lnSpc>
              <a:spcBef>
                <a:spcPts val="110"/>
              </a:spcBef>
            </a:pPr>
            <a:r>
              <a:rPr dirty="0" sz="2000">
                <a:latin typeface="Times New Roman"/>
                <a:cs typeface="Times New Roman"/>
              </a:rPr>
              <a:t>8</a:t>
            </a:r>
            <a:r>
              <a:rPr dirty="0" sz="2000" spc="-305">
                <a:latin typeface="Times New Roman"/>
                <a:cs typeface="Times New Roman"/>
              </a:rPr>
              <a:t> </a:t>
            </a:r>
            <a:r>
              <a:rPr dirty="0" sz="2000" spc="-25">
                <a:latin typeface="Symbol"/>
                <a:cs typeface="Symbol"/>
              </a:rPr>
              <a:t></a:t>
            </a:r>
            <a:r>
              <a:rPr dirty="0" sz="2000" spc="-25">
                <a:latin typeface="Times New Roman"/>
                <a:cs typeface="Times New Roman"/>
              </a:rPr>
              <a:t>18</a:t>
            </a:r>
            <a:endParaRPr sz="2000">
              <a:latin typeface="Times New Roman"/>
              <a:cs typeface="Times New Roman"/>
            </a:endParaRPr>
          </a:p>
        </p:txBody>
      </p:sp>
      <p:grpSp>
        <p:nvGrpSpPr>
          <p:cNvPr id="90" name="object 90" descr=""/>
          <p:cNvGrpSpPr/>
          <p:nvPr/>
        </p:nvGrpSpPr>
        <p:grpSpPr>
          <a:xfrm>
            <a:off x="2321620" y="755263"/>
            <a:ext cx="5439410" cy="615950"/>
            <a:chOff x="2321620" y="755263"/>
            <a:chExt cx="5439410" cy="615950"/>
          </a:xfrm>
        </p:grpSpPr>
        <p:sp>
          <p:nvSpPr>
            <p:cNvPr id="91" name="object 91" descr=""/>
            <p:cNvSpPr/>
            <p:nvPr/>
          </p:nvSpPr>
          <p:spPr>
            <a:xfrm>
              <a:off x="2816228" y="764153"/>
              <a:ext cx="429895" cy="598170"/>
            </a:xfrm>
            <a:custGeom>
              <a:avLst/>
              <a:gdLst/>
              <a:ahLst/>
              <a:cxnLst/>
              <a:rect l="l" t="t" r="r" b="b"/>
              <a:pathLst>
                <a:path w="429894" h="598169">
                  <a:moveTo>
                    <a:pt x="0" y="597941"/>
                  </a:moveTo>
                  <a:lnTo>
                    <a:pt x="429899" y="597941"/>
                  </a:lnTo>
                  <a:lnTo>
                    <a:pt x="429899" y="0"/>
                  </a:lnTo>
                  <a:lnTo>
                    <a:pt x="0" y="0"/>
                  </a:lnTo>
                  <a:lnTo>
                    <a:pt x="0" y="597941"/>
                  </a:lnTo>
                  <a:close/>
                </a:path>
              </a:pathLst>
            </a:custGeom>
            <a:ln w="17318">
              <a:solidFill>
                <a:srgbClr val="000000"/>
              </a:solidFill>
            </a:ln>
          </p:spPr>
          <p:txBody>
            <a:bodyPr wrap="square" lIns="0" tIns="0" rIns="0" bIns="0" rtlCol="0"/>
            <a:lstStyle/>
            <a:p/>
          </p:txBody>
        </p:sp>
        <p:sp>
          <p:nvSpPr>
            <p:cNvPr id="92" name="object 92" descr=""/>
            <p:cNvSpPr/>
            <p:nvPr/>
          </p:nvSpPr>
          <p:spPr>
            <a:xfrm>
              <a:off x="2323208" y="857794"/>
              <a:ext cx="497205" cy="85090"/>
            </a:xfrm>
            <a:custGeom>
              <a:avLst/>
              <a:gdLst/>
              <a:ahLst/>
              <a:cxnLst/>
              <a:rect l="l" t="t" r="r" b="b"/>
              <a:pathLst>
                <a:path w="497205" h="85090">
                  <a:moveTo>
                    <a:pt x="343399" y="0"/>
                  </a:moveTo>
                  <a:lnTo>
                    <a:pt x="392636" y="40750"/>
                  </a:lnTo>
                  <a:lnTo>
                    <a:pt x="343399" y="84675"/>
                  </a:lnTo>
                  <a:lnTo>
                    <a:pt x="450579" y="53983"/>
                  </a:lnTo>
                  <a:lnTo>
                    <a:pt x="392636" y="53983"/>
                  </a:lnTo>
                  <a:lnTo>
                    <a:pt x="398956" y="51324"/>
                  </a:lnTo>
                  <a:lnTo>
                    <a:pt x="405276" y="46048"/>
                  </a:lnTo>
                  <a:lnTo>
                    <a:pt x="405276" y="38627"/>
                  </a:lnTo>
                  <a:lnTo>
                    <a:pt x="402116" y="33351"/>
                  </a:lnTo>
                  <a:lnTo>
                    <a:pt x="398956" y="33351"/>
                  </a:lnTo>
                  <a:lnTo>
                    <a:pt x="392636" y="30691"/>
                  </a:lnTo>
                  <a:lnTo>
                    <a:pt x="458928" y="30691"/>
                  </a:lnTo>
                  <a:lnTo>
                    <a:pt x="343399" y="0"/>
                  </a:lnTo>
                  <a:close/>
                </a:path>
                <a:path w="497205" h="85090">
                  <a:moveTo>
                    <a:pt x="380482" y="30691"/>
                  </a:moveTo>
                  <a:lnTo>
                    <a:pt x="12625" y="30691"/>
                  </a:lnTo>
                  <a:lnTo>
                    <a:pt x="6312" y="33351"/>
                  </a:lnTo>
                  <a:lnTo>
                    <a:pt x="3154" y="33351"/>
                  </a:lnTo>
                  <a:lnTo>
                    <a:pt x="0" y="38627"/>
                  </a:lnTo>
                  <a:lnTo>
                    <a:pt x="0" y="46048"/>
                  </a:lnTo>
                  <a:lnTo>
                    <a:pt x="6312" y="51324"/>
                  </a:lnTo>
                  <a:lnTo>
                    <a:pt x="12625" y="53983"/>
                  </a:lnTo>
                  <a:lnTo>
                    <a:pt x="377802" y="53983"/>
                  </a:lnTo>
                  <a:lnTo>
                    <a:pt x="392636" y="40750"/>
                  </a:lnTo>
                  <a:lnTo>
                    <a:pt x="380482" y="30691"/>
                  </a:lnTo>
                  <a:close/>
                </a:path>
                <a:path w="497205" h="85090">
                  <a:moveTo>
                    <a:pt x="458928" y="30691"/>
                  </a:moveTo>
                  <a:lnTo>
                    <a:pt x="392636" y="30691"/>
                  </a:lnTo>
                  <a:lnTo>
                    <a:pt x="398956" y="33351"/>
                  </a:lnTo>
                  <a:lnTo>
                    <a:pt x="402116" y="33351"/>
                  </a:lnTo>
                  <a:lnTo>
                    <a:pt x="405276" y="38627"/>
                  </a:lnTo>
                  <a:lnTo>
                    <a:pt x="405276" y="46048"/>
                  </a:lnTo>
                  <a:lnTo>
                    <a:pt x="398956" y="51324"/>
                  </a:lnTo>
                  <a:lnTo>
                    <a:pt x="392636" y="53983"/>
                  </a:lnTo>
                  <a:lnTo>
                    <a:pt x="450579" y="53983"/>
                  </a:lnTo>
                  <a:lnTo>
                    <a:pt x="496791" y="40750"/>
                  </a:lnTo>
                  <a:lnTo>
                    <a:pt x="458928" y="30691"/>
                  </a:lnTo>
                  <a:close/>
                </a:path>
              </a:pathLst>
            </a:custGeom>
            <a:solidFill>
              <a:srgbClr val="993366"/>
            </a:solidFill>
          </p:spPr>
          <p:txBody>
            <a:bodyPr wrap="square" lIns="0" tIns="0" rIns="0" bIns="0" rtlCol="0"/>
            <a:lstStyle/>
            <a:p/>
          </p:txBody>
        </p:sp>
        <p:sp>
          <p:nvSpPr>
            <p:cNvPr id="93" name="object 93" descr=""/>
            <p:cNvSpPr/>
            <p:nvPr/>
          </p:nvSpPr>
          <p:spPr>
            <a:xfrm>
              <a:off x="2323208" y="857794"/>
              <a:ext cx="497205" cy="85090"/>
            </a:xfrm>
            <a:custGeom>
              <a:avLst/>
              <a:gdLst/>
              <a:ahLst/>
              <a:cxnLst/>
              <a:rect l="l" t="t" r="r" b="b"/>
              <a:pathLst>
                <a:path w="497205" h="85090">
                  <a:moveTo>
                    <a:pt x="12625" y="30691"/>
                  </a:moveTo>
                  <a:lnTo>
                    <a:pt x="392636" y="30691"/>
                  </a:lnTo>
                  <a:lnTo>
                    <a:pt x="398956" y="33351"/>
                  </a:lnTo>
                  <a:lnTo>
                    <a:pt x="402116" y="33351"/>
                  </a:lnTo>
                  <a:lnTo>
                    <a:pt x="405276" y="38627"/>
                  </a:lnTo>
                  <a:lnTo>
                    <a:pt x="405276" y="40750"/>
                  </a:lnTo>
                  <a:lnTo>
                    <a:pt x="405276" y="46048"/>
                  </a:lnTo>
                  <a:lnTo>
                    <a:pt x="402116" y="48686"/>
                  </a:lnTo>
                  <a:lnTo>
                    <a:pt x="398956" y="51324"/>
                  </a:lnTo>
                  <a:lnTo>
                    <a:pt x="392636" y="53983"/>
                  </a:lnTo>
                  <a:lnTo>
                    <a:pt x="12625" y="53983"/>
                  </a:lnTo>
                  <a:lnTo>
                    <a:pt x="0" y="38627"/>
                  </a:lnTo>
                  <a:lnTo>
                    <a:pt x="3154" y="33351"/>
                  </a:lnTo>
                  <a:lnTo>
                    <a:pt x="6312" y="33351"/>
                  </a:lnTo>
                  <a:lnTo>
                    <a:pt x="12625" y="30691"/>
                  </a:lnTo>
                  <a:close/>
                </a:path>
                <a:path w="497205" h="85090">
                  <a:moveTo>
                    <a:pt x="392636" y="40750"/>
                  </a:moveTo>
                  <a:lnTo>
                    <a:pt x="343399" y="0"/>
                  </a:lnTo>
                  <a:lnTo>
                    <a:pt x="496791" y="40750"/>
                  </a:lnTo>
                  <a:lnTo>
                    <a:pt x="343399" y="84675"/>
                  </a:lnTo>
                  <a:lnTo>
                    <a:pt x="392636" y="40750"/>
                  </a:lnTo>
                  <a:close/>
                </a:path>
              </a:pathLst>
            </a:custGeom>
            <a:ln w="3285">
              <a:solidFill>
                <a:srgbClr val="993366"/>
              </a:solidFill>
            </a:ln>
          </p:spPr>
          <p:txBody>
            <a:bodyPr wrap="square" lIns="0" tIns="0" rIns="0" bIns="0" rtlCol="0"/>
            <a:lstStyle/>
            <a:p/>
          </p:txBody>
        </p:sp>
        <p:sp>
          <p:nvSpPr>
            <p:cNvPr id="94" name="object 94" descr=""/>
            <p:cNvSpPr/>
            <p:nvPr/>
          </p:nvSpPr>
          <p:spPr>
            <a:xfrm>
              <a:off x="2323208" y="1192765"/>
              <a:ext cx="497205" cy="85725"/>
            </a:xfrm>
            <a:custGeom>
              <a:avLst/>
              <a:gdLst/>
              <a:ahLst/>
              <a:cxnLst/>
              <a:rect l="l" t="t" r="r" b="b"/>
              <a:pathLst>
                <a:path w="497205" h="85725">
                  <a:moveTo>
                    <a:pt x="343399" y="0"/>
                  </a:moveTo>
                  <a:lnTo>
                    <a:pt x="392636" y="41265"/>
                  </a:lnTo>
                  <a:lnTo>
                    <a:pt x="343399" y="85190"/>
                  </a:lnTo>
                  <a:lnTo>
                    <a:pt x="452451" y="53962"/>
                  </a:lnTo>
                  <a:lnTo>
                    <a:pt x="392636" y="53962"/>
                  </a:lnTo>
                  <a:lnTo>
                    <a:pt x="398956" y="51324"/>
                  </a:lnTo>
                  <a:lnTo>
                    <a:pt x="402116" y="48664"/>
                  </a:lnTo>
                  <a:lnTo>
                    <a:pt x="405276" y="46563"/>
                  </a:lnTo>
                  <a:lnTo>
                    <a:pt x="405276" y="38627"/>
                  </a:lnTo>
                  <a:lnTo>
                    <a:pt x="402116" y="33329"/>
                  </a:lnTo>
                  <a:lnTo>
                    <a:pt x="398956" y="33329"/>
                  </a:lnTo>
                  <a:lnTo>
                    <a:pt x="392636" y="30670"/>
                  </a:lnTo>
                  <a:lnTo>
                    <a:pt x="457407" y="30670"/>
                  </a:lnTo>
                  <a:lnTo>
                    <a:pt x="343399" y="0"/>
                  </a:lnTo>
                  <a:close/>
                </a:path>
                <a:path w="497205" h="85725">
                  <a:moveTo>
                    <a:pt x="379994" y="30670"/>
                  </a:moveTo>
                  <a:lnTo>
                    <a:pt x="12625" y="30670"/>
                  </a:lnTo>
                  <a:lnTo>
                    <a:pt x="6312" y="33329"/>
                  </a:lnTo>
                  <a:lnTo>
                    <a:pt x="3154" y="33329"/>
                  </a:lnTo>
                  <a:lnTo>
                    <a:pt x="0" y="38627"/>
                  </a:lnTo>
                  <a:lnTo>
                    <a:pt x="0" y="46563"/>
                  </a:lnTo>
                  <a:lnTo>
                    <a:pt x="3154" y="48664"/>
                  </a:lnTo>
                  <a:lnTo>
                    <a:pt x="6312" y="51324"/>
                  </a:lnTo>
                  <a:lnTo>
                    <a:pt x="12625" y="53962"/>
                  </a:lnTo>
                  <a:lnTo>
                    <a:pt x="378403" y="53962"/>
                  </a:lnTo>
                  <a:lnTo>
                    <a:pt x="392636" y="41265"/>
                  </a:lnTo>
                  <a:lnTo>
                    <a:pt x="379994" y="30670"/>
                  </a:lnTo>
                  <a:close/>
                </a:path>
                <a:path w="497205" h="85725">
                  <a:moveTo>
                    <a:pt x="457407" y="30670"/>
                  </a:moveTo>
                  <a:lnTo>
                    <a:pt x="392636" y="30670"/>
                  </a:lnTo>
                  <a:lnTo>
                    <a:pt x="398956" y="33329"/>
                  </a:lnTo>
                  <a:lnTo>
                    <a:pt x="402116" y="33329"/>
                  </a:lnTo>
                  <a:lnTo>
                    <a:pt x="405276" y="38627"/>
                  </a:lnTo>
                  <a:lnTo>
                    <a:pt x="405276" y="46563"/>
                  </a:lnTo>
                  <a:lnTo>
                    <a:pt x="402116" y="48664"/>
                  </a:lnTo>
                  <a:lnTo>
                    <a:pt x="398956" y="51324"/>
                  </a:lnTo>
                  <a:lnTo>
                    <a:pt x="392636" y="53962"/>
                  </a:lnTo>
                  <a:lnTo>
                    <a:pt x="452451" y="53962"/>
                  </a:lnTo>
                  <a:lnTo>
                    <a:pt x="496791" y="41265"/>
                  </a:lnTo>
                  <a:lnTo>
                    <a:pt x="457407" y="30670"/>
                  </a:lnTo>
                  <a:close/>
                </a:path>
              </a:pathLst>
            </a:custGeom>
            <a:solidFill>
              <a:srgbClr val="0000FF"/>
            </a:solidFill>
          </p:spPr>
          <p:txBody>
            <a:bodyPr wrap="square" lIns="0" tIns="0" rIns="0" bIns="0" rtlCol="0"/>
            <a:lstStyle/>
            <a:p/>
          </p:txBody>
        </p:sp>
        <p:sp>
          <p:nvSpPr>
            <p:cNvPr id="95" name="object 95" descr=""/>
            <p:cNvSpPr/>
            <p:nvPr/>
          </p:nvSpPr>
          <p:spPr>
            <a:xfrm>
              <a:off x="2323208" y="1192765"/>
              <a:ext cx="497205" cy="85725"/>
            </a:xfrm>
            <a:custGeom>
              <a:avLst/>
              <a:gdLst/>
              <a:ahLst/>
              <a:cxnLst/>
              <a:rect l="l" t="t" r="r" b="b"/>
              <a:pathLst>
                <a:path w="497205" h="85725">
                  <a:moveTo>
                    <a:pt x="12625" y="30670"/>
                  </a:moveTo>
                  <a:lnTo>
                    <a:pt x="392636" y="30670"/>
                  </a:lnTo>
                  <a:lnTo>
                    <a:pt x="398956" y="33329"/>
                  </a:lnTo>
                  <a:lnTo>
                    <a:pt x="402116" y="33329"/>
                  </a:lnTo>
                  <a:lnTo>
                    <a:pt x="405276" y="38627"/>
                  </a:lnTo>
                  <a:lnTo>
                    <a:pt x="405276" y="41265"/>
                  </a:lnTo>
                  <a:lnTo>
                    <a:pt x="405276" y="46563"/>
                  </a:lnTo>
                  <a:lnTo>
                    <a:pt x="402116" y="48664"/>
                  </a:lnTo>
                  <a:lnTo>
                    <a:pt x="398956" y="51324"/>
                  </a:lnTo>
                  <a:lnTo>
                    <a:pt x="392636" y="53962"/>
                  </a:lnTo>
                  <a:lnTo>
                    <a:pt x="12625" y="53962"/>
                  </a:lnTo>
                  <a:lnTo>
                    <a:pt x="6312" y="51324"/>
                  </a:lnTo>
                  <a:lnTo>
                    <a:pt x="3154" y="48664"/>
                  </a:lnTo>
                  <a:lnTo>
                    <a:pt x="0" y="46563"/>
                  </a:lnTo>
                  <a:lnTo>
                    <a:pt x="0" y="41265"/>
                  </a:lnTo>
                  <a:lnTo>
                    <a:pt x="0" y="38627"/>
                  </a:lnTo>
                  <a:lnTo>
                    <a:pt x="3154" y="33329"/>
                  </a:lnTo>
                  <a:lnTo>
                    <a:pt x="6312" y="33329"/>
                  </a:lnTo>
                  <a:lnTo>
                    <a:pt x="12625" y="30670"/>
                  </a:lnTo>
                  <a:close/>
                </a:path>
                <a:path w="497205" h="85725">
                  <a:moveTo>
                    <a:pt x="392636" y="41265"/>
                  </a:moveTo>
                  <a:lnTo>
                    <a:pt x="343399" y="0"/>
                  </a:lnTo>
                  <a:lnTo>
                    <a:pt x="496791" y="41265"/>
                  </a:lnTo>
                  <a:lnTo>
                    <a:pt x="343399" y="85190"/>
                  </a:lnTo>
                  <a:lnTo>
                    <a:pt x="392636" y="41265"/>
                  </a:lnTo>
                  <a:close/>
                </a:path>
              </a:pathLst>
            </a:custGeom>
            <a:ln w="3285">
              <a:solidFill>
                <a:srgbClr val="0000FF"/>
              </a:solidFill>
            </a:ln>
          </p:spPr>
          <p:txBody>
            <a:bodyPr wrap="square" lIns="0" tIns="0" rIns="0" bIns="0" rtlCol="0"/>
            <a:lstStyle/>
            <a:p/>
          </p:txBody>
        </p:sp>
        <p:sp>
          <p:nvSpPr>
            <p:cNvPr id="96" name="object 96" descr=""/>
            <p:cNvSpPr/>
            <p:nvPr/>
          </p:nvSpPr>
          <p:spPr>
            <a:xfrm>
              <a:off x="7368923" y="1195403"/>
              <a:ext cx="390525" cy="87630"/>
            </a:xfrm>
            <a:custGeom>
              <a:avLst/>
              <a:gdLst/>
              <a:ahLst/>
              <a:cxnLst/>
              <a:rect l="l" t="t" r="r" b="b"/>
              <a:pathLst>
                <a:path w="390525" h="87630">
                  <a:moveTo>
                    <a:pt x="236751" y="0"/>
                  </a:moveTo>
                  <a:lnTo>
                    <a:pt x="285172" y="43924"/>
                  </a:lnTo>
                  <a:lnTo>
                    <a:pt x="236751" y="87313"/>
                  </a:lnTo>
                  <a:lnTo>
                    <a:pt x="354677" y="53962"/>
                  </a:lnTo>
                  <a:lnTo>
                    <a:pt x="291543" y="53962"/>
                  </a:lnTo>
                  <a:lnTo>
                    <a:pt x="294856" y="51324"/>
                  </a:lnTo>
                  <a:lnTo>
                    <a:pt x="297914" y="48686"/>
                  </a:lnTo>
                  <a:lnTo>
                    <a:pt x="297914" y="38627"/>
                  </a:lnTo>
                  <a:lnTo>
                    <a:pt x="294856" y="35989"/>
                  </a:lnTo>
                  <a:lnTo>
                    <a:pt x="291543" y="33329"/>
                  </a:lnTo>
                  <a:lnTo>
                    <a:pt x="353163" y="33329"/>
                  </a:lnTo>
                  <a:lnTo>
                    <a:pt x="236751" y="0"/>
                  </a:lnTo>
                  <a:close/>
                </a:path>
                <a:path w="390525" h="87630">
                  <a:moveTo>
                    <a:pt x="273493" y="33329"/>
                  </a:moveTo>
                  <a:lnTo>
                    <a:pt x="6371" y="33329"/>
                  </a:lnTo>
                  <a:lnTo>
                    <a:pt x="3058" y="35989"/>
                  </a:lnTo>
                  <a:lnTo>
                    <a:pt x="0" y="38627"/>
                  </a:lnTo>
                  <a:lnTo>
                    <a:pt x="0" y="48686"/>
                  </a:lnTo>
                  <a:lnTo>
                    <a:pt x="3058" y="51324"/>
                  </a:lnTo>
                  <a:lnTo>
                    <a:pt x="6371" y="53962"/>
                  </a:lnTo>
                  <a:lnTo>
                    <a:pt x="273971" y="53962"/>
                  </a:lnTo>
                  <a:lnTo>
                    <a:pt x="285172" y="43924"/>
                  </a:lnTo>
                  <a:lnTo>
                    <a:pt x="273493" y="33329"/>
                  </a:lnTo>
                  <a:close/>
                </a:path>
                <a:path w="390525" h="87630">
                  <a:moveTo>
                    <a:pt x="353163" y="33329"/>
                  </a:moveTo>
                  <a:lnTo>
                    <a:pt x="291543" y="33329"/>
                  </a:lnTo>
                  <a:lnTo>
                    <a:pt x="294856" y="35989"/>
                  </a:lnTo>
                  <a:lnTo>
                    <a:pt x="297914" y="38627"/>
                  </a:lnTo>
                  <a:lnTo>
                    <a:pt x="297914" y="48686"/>
                  </a:lnTo>
                  <a:lnTo>
                    <a:pt x="294856" y="51324"/>
                  </a:lnTo>
                  <a:lnTo>
                    <a:pt x="291543" y="53962"/>
                  </a:lnTo>
                  <a:lnTo>
                    <a:pt x="354677" y="53962"/>
                  </a:lnTo>
                  <a:lnTo>
                    <a:pt x="390169" y="43924"/>
                  </a:lnTo>
                  <a:lnTo>
                    <a:pt x="353163" y="33329"/>
                  </a:lnTo>
                  <a:close/>
                </a:path>
              </a:pathLst>
            </a:custGeom>
            <a:solidFill>
              <a:srgbClr val="0000FF"/>
            </a:solidFill>
          </p:spPr>
          <p:txBody>
            <a:bodyPr wrap="square" lIns="0" tIns="0" rIns="0" bIns="0" rtlCol="0"/>
            <a:lstStyle/>
            <a:p/>
          </p:txBody>
        </p:sp>
        <p:sp>
          <p:nvSpPr>
            <p:cNvPr id="97" name="object 97" descr=""/>
            <p:cNvSpPr/>
            <p:nvPr/>
          </p:nvSpPr>
          <p:spPr>
            <a:xfrm>
              <a:off x="7368923" y="1195403"/>
              <a:ext cx="390525" cy="87630"/>
            </a:xfrm>
            <a:custGeom>
              <a:avLst/>
              <a:gdLst/>
              <a:ahLst/>
              <a:cxnLst/>
              <a:rect l="l" t="t" r="r" b="b"/>
              <a:pathLst>
                <a:path w="390525" h="87630">
                  <a:moveTo>
                    <a:pt x="12487" y="33329"/>
                  </a:moveTo>
                  <a:lnTo>
                    <a:pt x="285172" y="33329"/>
                  </a:lnTo>
                  <a:lnTo>
                    <a:pt x="291543" y="33329"/>
                  </a:lnTo>
                  <a:lnTo>
                    <a:pt x="294856" y="35989"/>
                  </a:lnTo>
                  <a:lnTo>
                    <a:pt x="297914" y="38627"/>
                  </a:lnTo>
                  <a:lnTo>
                    <a:pt x="297914" y="43924"/>
                  </a:lnTo>
                  <a:lnTo>
                    <a:pt x="297914" y="48686"/>
                  </a:lnTo>
                  <a:lnTo>
                    <a:pt x="294856" y="51324"/>
                  </a:lnTo>
                  <a:lnTo>
                    <a:pt x="291543" y="53962"/>
                  </a:lnTo>
                  <a:lnTo>
                    <a:pt x="285172" y="53962"/>
                  </a:lnTo>
                  <a:lnTo>
                    <a:pt x="12487" y="53962"/>
                  </a:lnTo>
                  <a:lnTo>
                    <a:pt x="0" y="38627"/>
                  </a:lnTo>
                  <a:lnTo>
                    <a:pt x="3058" y="35989"/>
                  </a:lnTo>
                  <a:lnTo>
                    <a:pt x="6371" y="33329"/>
                  </a:lnTo>
                  <a:lnTo>
                    <a:pt x="12487" y="33329"/>
                  </a:lnTo>
                  <a:close/>
                </a:path>
                <a:path w="390525" h="87630">
                  <a:moveTo>
                    <a:pt x="285172" y="43924"/>
                  </a:moveTo>
                  <a:lnTo>
                    <a:pt x="236751" y="0"/>
                  </a:lnTo>
                  <a:lnTo>
                    <a:pt x="390169" y="43924"/>
                  </a:lnTo>
                  <a:lnTo>
                    <a:pt x="236751" y="87313"/>
                  </a:lnTo>
                  <a:lnTo>
                    <a:pt x="285172" y="43924"/>
                  </a:lnTo>
                  <a:close/>
                </a:path>
              </a:pathLst>
            </a:custGeom>
            <a:ln w="3285">
              <a:solidFill>
                <a:srgbClr val="0000FF"/>
              </a:solidFill>
            </a:ln>
          </p:spPr>
          <p:txBody>
            <a:bodyPr wrap="square" lIns="0" tIns="0" rIns="0" bIns="0" rtlCol="0"/>
            <a:lstStyle/>
            <a:p/>
          </p:txBody>
        </p:sp>
      </p:grpSp>
      <p:sp>
        <p:nvSpPr>
          <p:cNvPr id="98" name="object 98" descr=""/>
          <p:cNvSpPr txBox="1"/>
          <p:nvPr/>
        </p:nvSpPr>
        <p:spPr>
          <a:xfrm>
            <a:off x="2816228" y="764153"/>
            <a:ext cx="429895" cy="598170"/>
          </a:xfrm>
          <a:prstGeom prst="rect">
            <a:avLst/>
          </a:prstGeom>
          <a:solidFill>
            <a:srgbClr val="FFFF99"/>
          </a:solidFill>
        </p:spPr>
        <p:txBody>
          <a:bodyPr wrap="square" lIns="0" tIns="155575" rIns="0" bIns="0" rtlCol="0" vert="horz">
            <a:spAutoFit/>
          </a:bodyPr>
          <a:lstStyle/>
          <a:p>
            <a:pPr algn="ctr" marL="5715">
              <a:lnSpc>
                <a:spcPct val="100000"/>
              </a:lnSpc>
              <a:spcBef>
                <a:spcPts val="1225"/>
              </a:spcBef>
            </a:pPr>
            <a:r>
              <a:rPr dirty="0" sz="1800" spc="110" b="1">
                <a:latin typeface="Times New Roman"/>
                <a:cs typeface="Times New Roman"/>
              </a:rPr>
              <a:t>1</a:t>
            </a:r>
            <a:endParaRPr sz="1800">
              <a:latin typeface="Times New Roman"/>
              <a:cs typeface="Times New Roman"/>
            </a:endParaRPr>
          </a:p>
        </p:txBody>
      </p:sp>
      <p:sp>
        <p:nvSpPr>
          <p:cNvPr id="99" name="object 99" descr=""/>
          <p:cNvSpPr txBox="1"/>
          <p:nvPr/>
        </p:nvSpPr>
        <p:spPr>
          <a:xfrm>
            <a:off x="3889996"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2</a:t>
            </a:r>
            <a:endParaRPr sz="1800">
              <a:latin typeface="Times New Roman"/>
              <a:cs typeface="Times New Roman"/>
            </a:endParaRPr>
          </a:p>
        </p:txBody>
      </p:sp>
      <p:sp>
        <p:nvSpPr>
          <p:cNvPr id="100" name="object 100" descr=""/>
          <p:cNvSpPr txBox="1"/>
          <p:nvPr/>
        </p:nvSpPr>
        <p:spPr>
          <a:xfrm>
            <a:off x="4816692"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3</a:t>
            </a:r>
            <a:endParaRPr sz="1800">
              <a:latin typeface="Times New Roman"/>
              <a:cs typeface="Times New Roman"/>
            </a:endParaRPr>
          </a:p>
        </p:txBody>
      </p:sp>
      <p:sp>
        <p:nvSpPr>
          <p:cNvPr id="101" name="object 101" descr=""/>
          <p:cNvSpPr txBox="1"/>
          <p:nvPr/>
        </p:nvSpPr>
        <p:spPr>
          <a:xfrm>
            <a:off x="5754729" y="764153"/>
            <a:ext cx="429895" cy="598170"/>
          </a:xfrm>
          <a:prstGeom prst="rect">
            <a:avLst/>
          </a:prstGeom>
          <a:solidFill>
            <a:srgbClr val="FFFF99"/>
          </a:solidFill>
          <a:ln w="17529">
            <a:solidFill>
              <a:srgbClr val="000000"/>
            </a:solidFill>
          </a:ln>
        </p:spPr>
        <p:txBody>
          <a:bodyPr wrap="square" lIns="0" tIns="163195" rIns="0" bIns="0" rtlCol="0" vert="horz">
            <a:spAutoFit/>
          </a:bodyPr>
          <a:lstStyle/>
          <a:p>
            <a:pPr marL="156210">
              <a:lnSpc>
                <a:spcPct val="100000"/>
              </a:lnSpc>
              <a:spcBef>
                <a:spcPts val="1285"/>
              </a:spcBef>
            </a:pPr>
            <a:r>
              <a:rPr dirty="0" sz="1800" spc="110" b="1">
                <a:latin typeface="Times New Roman"/>
                <a:cs typeface="Times New Roman"/>
              </a:rPr>
              <a:t>4</a:t>
            </a:r>
            <a:endParaRPr sz="1800">
              <a:latin typeface="Times New Roman"/>
              <a:cs typeface="Times New Roman"/>
            </a:endParaRPr>
          </a:p>
        </p:txBody>
      </p:sp>
      <p:sp>
        <p:nvSpPr>
          <p:cNvPr id="102" name="object 102" descr=""/>
          <p:cNvSpPr txBox="1"/>
          <p:nvPr/>
        </p:nvSpPr>
        <p:spPr>
          <a:xfrm>
            <a:off x="6681349"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marL="153035">
              <a:lnSpc>
                <a:spcPct val="100000"/>
              </a:lnSpc>
              <a:spcBef>
                <a:spcPts val="1285"/>
              </a:spcBef>
            </a:pPr>
            <a:r>
              <a:rPr dirty="0" sz="1800" spc="110" b="1">
                <a:latin typeface="Times New Roman"/>
                <a:cs typeface="Times New Roman"/>
              </a:rPr>
              <a:t>5</a:t>
            </a:r>
            <a:endParaRPr sz="1800">
              <a:latin typeface="Times New Roman"/>
              <a:cs typeface="Times New Roman"/>
            </a:endParaRPr>
          </a:p>
        </p:txBody>
      </p:sp>
      <p:sp>
        <p:nvSpPr>
          <p:cNvPr id="103" name="object 103" descr=""/>
          <p:cNvSpPr txBox="1"/>
          <p:nvPr/>
        </p:nvSpPr>
        <p:spPr>
          <a:xfrm>
            <a:off x="5027441" y="1609488"/>
            <a:ext cx="491490" cy="258445"/>
          </a:xfrm>
          <a:prstGeom prst="rect">
            <a:avLst/>
          </a:prstGeom>
        </p:spPr>
        <p:txBody>
          <a:bodyPr wrap="square" lIns="0" tIns="15875" rIns="0" bIns="0" rtlCol="0" vert="horz">
            <a:spAutoFit/>
          </a:bodyPr>
          <a:lstStyle/>
          <a:p>
            <a:pPr marL="12700">
              <a:lnSpc>
                <a:spcPct val="100000"/>
              </a:lnSpc>
              <a:spcBef>
                <a:spcPts val="125"/>
              </a:spcBef>
            </a:pPr>
            <a:r>
              <a:rPr dirty="0" sz="1500" spc="290">
                <a:solidFill>
                  <a:srgbClr val="0000FF"/>
                </a:solidFill>
                <a:latin typeface="宋体"/>
                <a:cs typeface="宋体"/>
              </a:rPr>
              <a:t>乘法</a:t>
            </a:r>
            <a:endParaRPr sz="1500">
              <a:latin typeface="宋体"/>
              <a:cs typeface="宋体"/>
            </a:endParaRPr>
          </a:p>
        </p:txBody>
      </p:sp>
      <p:sp>
        <p:nvSpPr>
          <p:cNvPr id="104" name="object 104" descr=""/>
          <p:cNvSpPr txBox="1"/>
          <p:nvPr/>
        </p:nvSpPr>
        <p:spPr>
          <a:xfrm>
            <a:off x="7819024" y="209336"/>
            <a:ext cx="719455" cy="258445"/>
          </a:xfrm>
          <a:prstGeom prst="rect">
            <a:avLst/>
          </a:prstGeom>
        </p:spPr>
        <p:txBody>
          <a:bodyPr wrap="square" lIns="0" tIns="15875" rIns="0" bIns="0" rtlCol="0" vert="horz">
            <a:spAutoFit/>
          </a:bodyPr>
          <a:lstStyle/>
          <a:p>
            <a:pPr marL="12700">
              <a:lnSpc>
                <a:spcPct val="100000"/>
              </a:lnSpc>
              <a:spcBef>
                <a:spcPts val="125"/>
              </a:spcBef>
            </a:pPr>
            <a:r>
              <a:rPr dirty="0" sz="1500" spc="285">
                <a:solidFill>
                  <a:srgbClr val="993366"/>
                </a:solidFill>
                <a:latin typeface="宋体"/>
                <a:cs typeface="宋体"/>
              </a:rPr>
              <a:t>加减法</a:t>
            </a:r>
            <a:endParaRPr sz="1500">
              <a:latin typeface="宋体"/>
              <a:cs typeface="宋体"/>
            </a:endParaRPr>
          </a:p>
        </p:txBody>
      </p:sp>
      <p:grpSp>
        <p:nvGrpSpPr>
          <p:cNvPr id="105" name="object 105" descr=""/>
          <p:cNvGrpSpPr/>
          <p:nvPr/>
        </p:nvGrpSpPr>
        <p:grpSpPr>
          <a:xfrm>
            <a:off x="3232536" y="747306"/>
            <a:ext cx="5429885" cy="619125"/>
            <a:chOff x="3232536" y="747306"/>
            <a:chExt cx="5429885" cy="619125"/>
          </a:xfrm>
        </p:grpSpPr>
        <p:sp>
          <p:nvSpPr>
            <p:cNvPr id="106" name="object 106" descr=""/>
            <p:cNvSpPr/>
            <p:nvPr/>
          </p:nvSpPr>
          <p:spPr>
            <a:xfrm>
              <a:off x="3234124" y="862555"/>
              <a:ext cx="659765" cy="88265"/>
            </a:xfrm>
            <a:custGeom>
              <a:avLst/>
              <a:gdLst/>
              <a:ahLst/>
              <a:cxnLst/>
              <a:rect l="l" t="t" r="r" b="b"/>
              <a:pathLst>
                <a:path w="659764" h="88265">
                  <a:moveTo>
                    <a:pt x="506276" y="0"/>
                  </a:moveTo>
                  <a:lnTo>
                    <a:pt x="555513" y="43924"/>
                  </a:lnTo>
                  <a:lnTo>
                    <a:pt x="506276" y="87849"/>
                  </a:lnTo>
                  <a:lnTo>
                    <a:pt x="622743" y="54498"/>
                  </a:lnTo>
                  <a:lnTo>
                    <a:pt x="561807" y="54498"/>
                  </a:lnTo>
                  <a:lnTo>
                    <a:pt x="564330" y="51860"/>
                  </a:lnTo>
                  <a:lnTo>
                    <a:pt x="567490" y="49222"/>
                  </a:lnTo>
                  <a:lnTo>
                    <a:pt x="567490" y="38627"/>
                  </a:lnTo>
                  <a:lnTo>
                    <a:pt x="561807" y="33866"/>
                  </a:lnTo>
                  <a:lnTo>
                    <a:pt x="624541" y="33866"/>
                  </a:lnTo>
                  <a:lnTo>
                    <a:pt x="506276" y="0"/>
                  </a:lnTo>
                  <a:close/>
                </a:path>
                <a:path w="659764" h="88265">
                  <a:moveTo>
                    <a:pt x="544237" y="33865"/>
                  </a:moveTo>
                  <a:lnTo>
                    <a:pt x="9454" y="33865"/>
                  </a:lnTo>
                  <a:lnTo>
                    <a:pt x="6294" y="35989"/>
                  </a:lnTo>
                  <a:lnTo>
                    <a:pt x="3160" y="38627"/>
                  </a:lnTo>
                  <a:lnTo>
                    <a:pt x="0" y="43924"/>
                  </a:lnTo>
                  <a:lnTo>
                    <a:pt x="3160" y="49222"/>
                  </a:lnTo>
                  <a:lnTo>
                    <a:pt x="9454" y="54498"/>
                  </a:lnTo>
                  <a:lnTo>
                    <a:pt x="543660" y="54498"/>
                  </a:lnTo>
                  <a:lnTo>
                    <a:pt x="555513" y="43924"/>
                  </a:lnTo>
                  <a:lnTo>
                    <a:pt x="544237" y="33865"/>
                  </a:lnTo>
                  <a:close/>
                </a:path>
                <a:path w="659764" h="88265">
                  <a:moveTo>
                    <a:pt x="624541" y="33866"/>
                  </a:moveTo>
                  <a:lnTo>
                    <a:pt x="561807" y="33866"/>
                  </a:lnTo>
                  <a:lnTo>
                    <a:pt x="567490" y="38627"/>
                  </a:lnTo>
                  <a:lnTo>
                    <a:pt x="567490" y="49222"/>
                  </a:lnTo>
                  <a:lnTo>
                    <a:pt x="564330" y="51860"/>
                  </a:lnTo>
                  <a:lnTo>
                    <a:pt x="561807" y="54498"/>
                  </a:lnTo>
                  <a:lnTo>
                    <a:pt x="622743" y="54498"/>
                  </a:lnTo>
                  <a:lnTo>
                    <a:pt x="659668" y="43924"/>
                  </a:lnTo>
                  <a:lnTo>
                    <a:pt x="624541" y="33866"/>
                  </a:lnTo>
                  <a:close/>
                </a:path>
              </a:pathLst>
            </a:custGeom>
            <a:solidFill>
              <a:srgbClr val="993366"/>
            </a:solidFill>
          </p:spPr>
          <p:txBody>
            <a:bodyPr wrap="square" lIns="0" tIns="0" rIns="0" bIns="0" rtlCol="0"/>
            <a:lstStyle/>
            <a:p/>
          </p:txBody>
        </p:sp>
        <p:sp>
          <p:nvSpPr>
            <p:cNvPr id="107" name="object 107" descr=""/>
            <p:cNvSpPr/>
            <p:nvPr/>
          </p:nvSpPr>
          <p:spPr>
            <a:xfrm>
              <a:off x="3234124" y="862555"/>
              <a:ext cx="659765" cy="88265"/>
            </a:xfrm>
            <a:custGeom>
              <a:avLst/>
              <a:gdLst/>
              <a:ahLst/>
              <a:cxnLst/>
              <a:rect l="l" t="t" r="r" b="b"/>
              <a:pathLst>
                <a:path w="659764" h="88265">
                  <a:moveTo>
                    <a:pt x="15774" y="33865"/>
                  </a:moveTo>
                  <a:lnTo>
                    <a:pt x="555513" y="33866"/>
                  </a:lnTo>
                  <a:lnTo>
                    <a:pt x="561807" y="33866"/>
                  </a:lnTo>
                  <a:lnTo>
                    <a:pt x="564330" y="35989"/>
                  </a:lnTo>
                  <a:lnTo>
                    <a:pt x="567491" y="38627"/>
                  </a:lnTo>
                  <a:lnTo>
                    <a:pt x="567491" y="43924"/>
                  </a:lnTo>
                  <a:lnTo>
                    <a:pt x="567491" y="49222"/>
                  </a:lnTo>
                  <a:lnTo>
                    <a:pt x="564330" y="51860"/>
                  </a:lnTo>
                  <a:lnTo>
                    <a:pt x="561807" y="54498"/>
                  </a:lnTo>
                  <a:lnTo>
                    <a:pt x="555513" y="54498"/>
                  </a:lnTo>
                  <a:lnTo>
                    <a:pt x="15774" y="54498"/>
                  </a:lnTo>
                  <a:lnTo>
                    <a:pt x="9454" y="54498"/>
                  </a:lnTo>
                  <a:lnTo>
                    <a:pt x="6294" y="51860"/>
                  </a:lnTo>
                  <a:lnTo>
                    <a:pt x="3160" y="49222"/>
                  </a:lnTo>
                  <a:lnTo>
                    <a:pt x="0" y="43924"/>
                  </a:lnTo>
                  <a:lnTo>
                    <a:pt x="3160" y="38627"/>
                  </a:lnTo>
                  <a:lnTo>
                    <a:pt x="6294" y="35989"/>
                  </a:lnTo>
                  <a:lnTo>
                    <a:pt x="9454" y="33865"/>
                  </a:lnTo>
                  <a:lnTo>
                    <a:pt x="15774" y="33865"/>
                  </a:lnTo>
                  <a:close/>
                </a:path>
                <a:path w="659764" h="88265">
                  <a:moveTo>
                    <a:pt x="555513" y="43924"/>
                  </a:moveTo>
                  <a:lnTo>
                    <a:pt x="506276" y="0"/>
                  </a:lnTo>
                  <a:lnTo>
                    <a:pt x="659668" y="43924"/>
                  </a:lnTo>
                  <a:lnTo>
                    <a:pt x="506277" y="87849"/>
                  </a:lnTo>
                  <a:lnTo>
                    <a:pt x="555513" y="43924"/>
                  </a:lnTo>
                  <a:close/>
                </a:path>
              </a:pathLst>
            </a:custGeom>
            <a:ln w="3285">
              <a:solidFill>
                <a:srgbClr val="993366"/>
              </a:solidFill>
            </a:ln>
          </p:spPr>
          <p:txBody>
            <a:bodyPr wrap="square" lIns="0" tIns="0" rIns="0" bIns="0" rtlCol="0"/>
            <a:lstStyle/>
            <a:p/>
          </p:txBody>
        </p:sp>
        <p:sp>
          <p:nvSpPr>
            <p:cNvPr id="108" name="object 108" descr=""/>
            <p:cNvSpPr/>
            <p:nvPr/>
          </p:nvSpPr>
          <p:spPr>
            <a:xfrm>
              <a:off x="7742527" y="756196"/>
              <a:ext cx="429259" cy="601345"/>
            </a:xfrm>
            <a:custGeom>
              <a:avLst/>
              <a:gdLst/>
              <a:ahLst/>
              <a:cxnLst/>
              <a:rect l="l" t="t" r="r" b="b"/>
              <a:pathLst>
                <a:path w="429259" h="601344">
                  <a:moveTo>
                    <a:pt x="429262" y="0"/>
                  </a:moveTo>
                  <a:lnTo>
                    <a:pt x="0" y="0"/>
                  </a:lnTo>
                  <a:lnTo>
                    <a:pt x="0" y="601116"/>
                  </a:lnTo>
                  <a:lnTo>
                    <a:pt x="429262" y="601116"/>
                  </a:lnTo>
                  <a:lnTo>
                    <a:pt x="429262" y="0"/>
                  </a:lnTo>
                  <a:close/>
                </a:path>
              </a:pathLst>
            </a:custGeom>
            <a:solidFill>
              <a:srgbClr val="FFFF99"/>
            </a:solidFill>
          </p:spPr>
          <p:txBody>
            <a:bodyPr wrap="square" lIns="0" tIns="0" rIns="0" bIns="0" rtlCol="0"/>
            <a:lstStyle/>
            <a:p/>
          </p:txBody>
        </p:sp>
        <p:sp>
          <p:nvSpPr>
            <p:cNvPr id="109" name="object 109" descr=""/>
            <p:cNvSpPr/>
            <p:nvPr/>
          </p:nvSpPr>
          <p:spPr>
            <a:xfrm>
              <a:off x="7742527" y="756196"/>
              <a:ext cx="429259" cy="601345"/>
            </a:xfrm>
            <a:custGeom>
              <a:avLst/>
              <a:gdLst/>
              <a:ahLst/>
              <a:cxnLst/>
              <a:rect l="l" t="t" r="r" b="b"/>
              <a:pathLst>
                <a:path w="429259" h="601344">
                  <a:moveTo>
                    <a:pt x="0" y="601116"/>
                  </a:moveTo>
                  <a:lnTo>
                    <a:pt x="429262" y="601116"/>
                  </a:lnTo>
                  <a:lnTo>
                    <a:pt x="429262" y="0"/>
                  </a:lnTo>
                  <a:lnTo>
                    <a:pt x="0" y="0"/>
                  </a:lnTo>
                  <a:lnTo>
                    <a:pt x="0" y="601116"/>
                  </a:lnTo>
                  <a:close/>
                </a:path>
              </a:pathLst>
            </a:custGeom>
            <a:ln w="17327">
              <a:solidFill>
                <a:srgbClr val="000000"/>
              </a:solidFill>
            </a:ln>
          </p:spPr>
          <p:txBody>
            <a:bodyPr wrap="square" lIns="0" tIns="0" rIns="0" bIns="0" rtlCol="0"/>
            <a:lstStyle/>
            <a:p/>
          </p:txBody>
        </p:sp>
        <p:sp>
          <p:nvSpPr>
            <p:cNvPr id="110" name="object 110" descr=""/>
            <p:cNvSpPr/>
            <p:nvPr/>
          </p:nvSpPr>
          <p:spPr>
            <a:xfrm>
              <a:off x="8163533" y="1182170"/>
              <a:ext cx="497205" cy="88265"/>
            </a:xfrm>
            <a:custGeom>
              <a:avLst/>
              <a:gdLst/>
              <a:ahLst/>
              <a:cxnLst/>
              <a:rect l="l" t="t" r="r" b="b"/>
              <a:pathLst>
                <a:path w="497204" h="88265">
                  <a:moveTo>
                    <a:pt x="343532" y="0"/>
                  </a:moveTo>
                  <a:lnTo>
                    <a:pt x="392717" y="43924"/>
                  </a:lnTo>
                  <a:lnTo>
                    <a:pt x="343532" y="87849"/>
                  </a:lnTo>
                  <a:lnTo>
                    <a:pt x="460018" y="54498"/>
                  </a:lnTo>
                  <a:lnTo>
                    <a:pt x="399088" y="54498"/>
                  </a:lnTo>
                  <a:lnTo>
                    <a:pt x="401637" y="51860"/>
                  </a:lnTo>
                  <a:lnTo>
                    <a:pt x="404695" y="49222"/>
                  </a:lnTo>
                  <a:lnTo>
                    <a:pt x="408008" y="43924"/>
                  </a:lnTo>
                  <a:lnTo>
                    <a:pt x="404695" y="39163"/>
                  </a:lnTo>
                  <a:lnTo>
                    <a:pt x="401637" y="36504"/>
                  </a:lnTo>
                  <a:lnTo>
                    <a:pt x="399088" y="33866"/>
                  </a:lnTo>
                  <a:lnTo>
                    <a:pt x="461816" y="33866"/>
                  </a:lnTo>
                  <a:lnTo>
                    <a:pt x="343532" y="0"/>
                  </a:lnTo>
                  <a:close/>
                </a:path>
                <a:path w="497204" h="88265">
                  <a:moveTo>
                    <a:pt x="381454" y="33865"/>
                  </a:moveTo>
                  <a:lnTo>
                    <a:pt x="9684" y="33865"/>
                  </a:lnTo>
                  <a:lnTo>
                    <a:pt x="3312" y="36504"/>
                  </a:lnTo>
                  <a:lnTo>
                    <a:pt x="0" y="39163"/>
                  </a:lnTo>
                  <a:lnTo>
                    <a:pt x="0" y="49222"/>
                  </a:lnTo>
                  <a:lnTo>
                    <a:pt x="3312" y="51860"/>
                  </a:lnTo>
                  <a:lnTo>
                    <a:pt x="9684" y="54498"/>
                  </a:lnTo>
                  <a:lnTo>
                    <a:pt x="380877" y="54498"/>
                  </a:lnTo>
                  <a:lnTo>
                    <a:pt x="392717" y="43924"/>
                  </a:lnTo>
                  <a:lnTo>
                    <a:pt x="381454" y="33865"/>
                  </a:lnTo>
                  <a:close/>
                </a:path>
                <a:path w="497204" h="88265">
                  <a:moveTo>
                    <a:pt x="461816" y="33866"/>
                  </a:moveTo>
                  <a:lnTo>
                    <a:pt x="399088" y="33866"/>
                  </a:lnTo>
                  <a:lnTo>
                    <a:pt x="401637" y="36504"/>
                  </a:lnTo>
                  <a:lnTo>
                    <a:pt x="404695" y="39163"/>
                  </a:lnTo>
                  <a:lnTo>
                    <a:pt x="408008" y="43924"/>
                  </a:lnTo>
                  <a:lnTo>
                    <a:pt x="404695" y="49222"/>
                  </a:lnTo>
                  <a:lnTo>
                    <a:pt x="401637" y="51860"/>
                  </a:lnTo>
                  <a:lnTo>
                    <a:pt x="399088" y="54498"/>
                  </a:lnTo>
                  <a:lnTo>
                    <a:pt x="460018" y="54498"/>
                  </a:lnTo>
                  <a:lnTo>
                    <a:pt x="496949" y="43924"/>
                  </a:lnTo>
                  <a:lnTo>
                    <a:pt x="461816" y="33866"/>
                  </a:lnTo>
                  <a:close/>
                </a:path>
              </a:pathLst>
            </a:custGeom>
            <a:solidFill>
              <a:srgbClr val="0000FF"/>
            </a:solidFill>
          </p:spPr>
          <p:txBody>
            <a:bodyPr wrap="square" lIns="0" tIns="0" rIns="0" bIns="0" rtlCol="0"/>
            <a:lstStyle/>
            <a:p/>
          </p:txBody>
        </p:sp>
        <p:sp>
          <p:nvSpPr>
            <p:cNvPr id="111" name="object 111" descr=""/>
            <p:cNvSpPr/>
            <p:nvPr/>
          </p:nvSpPr>
          <p:spPr>
            <a:xfrm>
              <a:off x="8163533" y="1182170"/>
              <a:ext cx="497205" cy="88265"/>
            </a:xfrm>
            <a:custGeom>
              <a:avLst/>
              <a:gdLst/>
              <a:ahLst/>
              <a:cxnLst/>
              <a:rect l="l" t="t" r="r" b="b"/>
              <a:pathLst>
                <a:path w="497204" h="88265">
                  <a:moveTo>
                    <a:pt x="12232" y="33865"/>
                  </a:moveTo>
                  <a:lnTo>
                    <a:pt x="392717" y="33866"/>
                  </a:lnTo>
                  <a:lnTo>
                    <a:pt x="399088" y="33866"/>
                  </a:lnTo>
                  <a:lnTo>
                    <a:pt x="401637" y="36504"/>
                  </a:lnTo>
                  <a:lnTo>
                    <a:pt x="404695" y="39163"/>
                  </a:lnTo>
                  <a:lnTo>
                    <a:pt x="408008" y="43924"/>
                  </a:lnTo>
                  <a:lnTo>
                    <a:pt x="404695" y="49222"/>
                  </a:lnTo>
                  <a:lnTo>
                    <a:pt x="401637" y="51860"/>
                  </a:lnTo>
                  <a:lnTo>
                    <a:pt x="399088" y="54498"/>
                  </a:lnTo>
                  <a:lnTo>
                    <a:pt x="392717" y="54498"/>
                  </a:lnTo>
                  <a:lnTo>
                    <a:pt x="12232" y="54498"/>
                  </a:lnTo>
                  <a:lnTo>
                    <a:pt x="9684" y="54498"/>
                  </a:lnTo>
                  <a:lnTo>
                    <a:pt x="3312" y="51860"/>
                  </a:lnTo>
                  <a:lnTo>
                    <a:pt x="0" y="49222"/>
                  </a:lnTo>
                  <a:lnTo>
                    <a:pt x="0" y="43924"/>
                  </a:lnTo>
                  <a:lnTo>
                    <a:pt x="0" y="39163"/>
                  </a:lnTo>
                  <a:lnTo>
                    <a:pt x="3312" y="36504"/>
                  </a:lnTo>
                  <a:lnTo>
                    <a:pt x="9684" y="33865"/>
                  </a:lnTo>
                  <a:lnTo>
                    <a:pt x="12232" y="33865"/>
                  </a:lnTo>
                  <a:close/>
                </a:path>
                <a:path w="497204" h="88265">
                  <a:moveTo>
                    <a:pt x="392717" y="43924"/>
                  </a:moveTo>
                  <a:lnTo>
                    <a:pt x="343532" y="0"/>
                  </a:lnTo>
                  <a:lnTo>
                    <a:pt x="496949" y="43924"/>
                  </a:lnTo>
                  <a:lnTo>
                    <a:pt x="343532" y="87849"/>
                  </a:lnTo>
                  <a:lnTo>
                    <a:pt x="392717" y="43924"/>
                  </a:lnTo>
                  <a:close/>
                </a:path>
              </a:pathLst>
            </a:custGeom>
            <a:ln w="3285">
              <a:solidFill>
                <a:srgbClr val="0000FF"/>
              </a:solidFill>
            </a:ln>
          </p:spPr>
          <p:txBody>
            <a:bodyPr wrap="square" lIns="0" tIns="0" rIns="0" bIns="0" rtlCol="0"/>
            <a:lstStyle/>
            <a:p/>
          </p:txBody>
        </p:sp>
      </p:grpSp>
      <p:sp>
        <p:nvSpPr>
          <p:cNvPr id="112" name="object 112" descr=""/>
          <p:cNvSpPr txBox="1"/>
          <p:nvPr/>
        </p:nvSpPr>
        <p:spPr>
          <a:xfrm>
            <a:off x="7883245" y="907700"/>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6</a:t>
            </a:r>
            <a:endParaRPr sz="1800">
              <a:latin typeface="Times New Roman"/>
              <a:cs typeface="Times New Roman"/>
            </a:endParaRPr>
          </a:p>
        </p:txBody>
      </p:sp>
      <p:grpSp>
        <p:nvGrpSpPr>
          <p:cNvPr id="113" name="object 113" descr=""/>
          <p:cNvGrpSpPr/>
          <p:nvPr/>
        </p:nvGrpSpPr>
        <p:grpSpPr>
          <a:xfrm>
            <a:off x="8647770" y="747306"/>
            <a:ext cx="925830" cy="619125"/>
            <a:chOff x="8647770" y="747306"/>
            <a:chExt cx="925830" cy="619125"/>
          </a:xfrm>
        </p:grpSpPr>
        <p:sp>
          <p:nvSpPr>
            <p:cNvPr id="114" name="object 114" descr=""/>
            <p:cNvSpPr/>
            <p:nvPr/>
          </p:nvSpPr>
          <p:spPr>
            <a:xfrm>
              <a:off x="8656660" y="756196"/>
              <a:ext cx="429259" cy="601345"/>
            </a:xfrm>
            <a:custGeom>
              <a:avLst/>
              <a:gdLst/>
              <a:ahLst/>
              <a:cxnLst/>
              <a:rect l="l" t="t" r="r" b="b"/>
              <a:pathLst>
                <a:path w="429259" h="601344">
                  <a:moveTo>
                    <a:pt x="429262" y="0"/>
                  </a:moveTo>
                  <a:lnTo>
                    <a:pt x="0" y="0"/>
                  </a:lnTo>
                  <a:lnTo>
                    <a:pt x="0" y="601116"/>
                  </a:lnTo>
                  <a:lnTo>
                    <a:pt x="429262" y="601116"/>
                  </a:lnTo>
                  <a:lnTo>
                    <a:pt x="429262" y="0"/>
                  </a:lnTo>
                  <a:close/>
                </a:path>
              </a:pathLst>
            </a:custGeom>
            <a:solidFill>
              <a:srgbClr val="FFFF99"/>
            </a:solidFill>
          </p:spPr>
          <p:txBody>
            <a:bodyPr wrap="square" lIns="0" tIns="0" rIns="0" bIns="0" rtlCol="0"/>
            <a:lstStyle/>
            <a:p/>
          </p:txBody>
        </p:sp>
        <p:sp>
          <p:nvSpPr>
            <p:cNvPr id="115" name="object 115" descr=""/>
            <p:cNvSpPr/>
            <p:nvPr/>
          </p:nvSpPr>
          <p:spPr>
            <a:xfrm>
              <a:off x="8656660" y="756196"/>
              <a:ext cx="429259" cy="601345"/>
            </a:xfrm>
            <a:custGeom>
              <a:avLst/>
              <a:gdLst/>
              <a:ahLst/>
              <a:cxnLst/>
              <a:rect l="l" t="t" r="r" b="b"/>
              <a:pathLst>
                <a:path w="429259" h="601344">
                  <a:moveTo>
                    <a:pt x="0" y="601116"/>
                  </a:moveTo>
                  <a:lnTo>
                    <a:pt x="429262" y="601116"/>
                  </a:lnTo>
                  <a:lnTo>
                    <a:pt x="429262" y="0"/>
                  </a:lnTo>
                  <a:lnTo>
                    <a:pt x="0" y="0"/>
                  </a:lnTo>
                  <a:lnTo>
                    <a:pt x="0" y="601116"/>
                  </a:lnTo>
                  <a:close/>
                </a:path>
              </a:pathLst>
            </a:custGeom>
            <a:ln w="17327">
              <a:solidFill>
                <a:srgbClr val="000000"/>
              </a:solidFill>
            </a:ln>
          </p:spPr>
          <p:txBody>
            <a:bodyPr wrap="square" lIns="0" tIns="0" rIns="0" bIns="0" rtlCol="0"/>
            <a:lstStyle/>
            <a:p/>
          </p:txBody>
        </p:sp>
        <p:sp>
          <p:nvSpPr>
            <p:cNvPr id="116" name="object 116" descr=""/>
            <p:cNvSpPr/>
            <p:nvPr/>
          </p:nvSpPr>
          <p:spPr>
            <a:xfrm>
              <a:off x="9077665" y="1182170"/>
              <a:ext cx="494030" cy="88265"/>
            </a:xfrm>
            <a:custGeom>
              <a:avLst/>
              <a:gdLst/>
              <a:ahLst/>
              <a:cxnLst/>
              <a:rect l="l" t="t" r="r" b="b"/>
              <a:pathLst>
                <a:path w="494029" h="88265">
                  <a:moveTo>
                    <a:pt x="340219" y="0"/>
                  </a:moveTo>
                  <a:lnTo>
                    <a:pt x="392717" y="43924"/>
                  </a:lnTo>
                  <a:lnTo>
                    <a:pt x="340219" y="87849"/>
                  </a:lnTo>
                  <a:lnTo>
                    <a:pt x="456705" y="54498"/>
                  </a:lnTo>
                  <a:lnTo>
                    <a:pt x="399088" y="54498"/>
                  </a:lnTo>
                  <a:lnTo>
                    <a:pt x="401637" y="51860"/>
                  </a:lnTo>
                  <a:lnTo>
                    <a:pt x="404695" y="49222"/>
                  </a:lnTo>
                  <a:lnTo>
                    <a:pt x="404695" y="39163"/>
                  </a:lnTo>
                  <a:lnTo>
                    <a:pt x="401637" y="36504"/>
                  </a:lnTo>
                  <a:lnTo>
                    <a:pt x="399088" y="33866"/>
                  </a:lnTo>
                  <a:lnTo>
                    <a:pt x="458503" y="33866"/>
                  </a:lnTo>
                  <a:lnTo>
                    <a:pt x="340219" y="0"/>
                  </a:lnTo>
                  <a:close/>
                </a:path>
                <a:path w="494029" h="88265">
                  <a:moveTo>
                    <a:pt x="380695" y="33865"/>
                  </a:moveTo>
                  <a:lnTo>
                    <a:pt x="6371" y="33865"/>
                  </a:lnTo>
                  <a:lnTo>
                    <a:pt x="3312" y="36504"/>
                  </a:lnTo>
                  <a:lnTo>
                    <a:pt x="0" y="39163"/>
                  </a:lnTo>
                  <a:lnTo>
                    <a:pt x="0" y="49222"/>
                  </a:lnTo>
                  <a:lnTo>
                    <a:pt x="3312" y="51860"/>
                  </a:lnTo>
                  <a:lnTo>
                    <a:pt x="6371" y="54498"/>
                  </a:lnTo>
                  <a:lnTo>
                    <a:pt x="380080" y="54498"/>
                  </a:lnTo>
                  <a:lnTo>
                    <a:pt x="392717" y="43924"/>
                  </a:lnTo>
                  <a:lnTo>
                    <a:pt x="380695" y="33865"/>
                  </a:lnTo>
                  <a:close/>
                </a:path>
                <a:path w="494029" h="88265">
                  <a:moveTo>
                    <a:pt x="458503" y="33866"/>
                  </a:moveTo>
                  <a:lnTo>
                    <a:pt x="399088" y="33866"/>
                  </a:lnTo>
                  <a:lnTo>
                    <a:pt x="401637" y="36504"/>
                  </a:lnTo>
                  <a:lnTo>
                    <a:pt x="404695" y="39163"/>
                  </a:lnTo>
                  <a:lnTo>
                    <a:pt x="404695" y="49222"/>
                  </a:lnTo>
                  <a:lnTo>
                    <a:pt x="401637" y="51860"/>
                  </a:lnTo>
                  <a:lnTo>
                    <a:pt x="399088" y="54498"/>
                  </a:lnTo>
                  <a:lnTo>
                    <a:pt x="456705" y="54498"/>
                  </a:lnTo>
                  <a:lnTo>
                    <a:pt x="493636" y="43924"/>
                  </a:lnTo>
                  <a:lnTo>
                    <a:pt x="458503" y="33866"/>
                  </a:lnTo>
                  <a:close/>
                </a:path>
              </a:pathLst>
            </a:custGeom>
            <a:solidFill>
              <a:srgbClr val="0000FF"/>
            </a:solidFill>
          </p:spPr>
          <p:txBody>
            <a:bodyPr wrap="square" lIns="0" tIns="0" rIns="0" bIns="0" rtlCol="0"/>
            <a:lstStyle/>
            <a:p/>
          </p:txBody>
        </p:sp>
        <p:sp>
          <p:nvSpPr>
            <p:cNvPr id="117" name="object 117" descr=""/>
            <p:cNvSpPr/>
            <p:nvPr/>
          </p:nvSpPr>
          <p:spPr>
            <a:xfrm>
              <a:off x="9077666" y="1182170"/>
              <a:ext cx="494030" cy="88265"/>
            </a:xfrm>
            <a:custGeom>
              <a:avLst/>
              <a:gdLst/>
              <a:ahLst/>
              <a:cxnLst/>
              <a:rect l="l" t="t" r="r" b="b"/>
              <a:pathLst>
                <a:path w="494029" h="88265">
                  <a:moveTo>
                    <a:pt x="11977" y="33865"/>
                  </a:moveTo>
                  <a:lnTo>
                    <a:pt x="392717" y="33866"/>
                  </a:lnTo>
                  <a:lnTo>
                    <a:pt x="399088" y="33866"/>
                  </a:lnTo>
                  <a:lnTo>
                    <a:pt x="401637" y="36504"/>
                  </a:lnTo>
                  <a:lnTo>
                    <a:pt x="404695" y="39163"/>
                  </a:lnTo>
                  <a:lnTo>
                    <a:pt x="404695" y="43924"/>
                  </a:lnTo>
                  <a:lnTo>
                    <a:pt x="404695" y="49222"/>
                  </a:lnTo>
                  <a:lnTo>
                    <a:pt x="401637" y="51860"/>
                  </a:lnTo>
                  <a:lnTo>
                    <a:pt x="399088" y="54498"/>
                  </a:lnTo>
                  <a:lnTo>
                    <a:pt x="392717" y="54498"/>
                  </a:lnTo>
                  <a:lnTo>
                    <a:pt x="11977" y="54498"/>
                  </a:lnTo>
                  <a:lnTo>
                    <a:pt x="6371" y="54498"/>
                  </a:lnTo>
                  <a:lnTo>
                    <a:pt x="3312" y="51860"/>
                  </a:lnTo>
                  <a:lnTo>
                    <a:pt x="0" y="49222"/>
                  </a:lnTo>
                  <a:lnTo>
                    <a:pt x="0" y="43924"/>
                  </a:lnTo>
                  <a:lnTo>
                    <a:pt x="0" y="39163"/>
                  </a:lnTo>
                  <a:lnTo>
                    <a:pt x="3312" y="36504"/>
                  </a:lnTo>
                  <a:lnTo>
                    <a:pt x="6371" y="33865"/>
                  </a:lnTo>
                  <a:lnTo>
                    <a:pt x="11977" y="33865"/>
                  </a:lnTo>
                  <a:close/>
                </a:path>
                <a:path w="494029" h="88265">
                  <a:moveTo>
                    <a:pt x="392717" y="43924"/>
                  </a:moveTo>
                  <a:lnTo>
                    <a:pt x="340219" y="0"/>
                  </a:lnTo>
                  <a:lnTo>
                    <a:pt x="493636" y="43924"/>
                  </a:lnTo>
                  <a:lnTo>
                    <a:pt x="340219" y="87849"/>
                  </a:lnTo>
                  <a:lnTo>
                    <a:pt x="392717" y="43924"/>
                  </a:lnTo>
                  <a:close/>
                </a:path>
              </a:pathLst>
            </a:custGeom>
            <a:ln w="3285">
              <a:solidFill>
                <a:srgbClr val="0000FF"/>
              </a:solidFill>
            </a:ln>
          </p:spPr>
          <p:txBody>
            <a:bodyPr wrap="square" lIns="0" tIns="0" rIns="0" bIns="0" rtlCol="0"/>
            <a:lstStyle/>
            <a:p/>
          </p:txBody>
        </p:sp>
      </p:grpSp>
      <p:sp>
        <p:nvSpPr>
          <p:cNvPr id="118" name="object 118" descr=""/>
          <p:cNvSpPr txBox="1"/>
          <p:nvPr/>
        </p:nvSpPr>
        <p:spPr>
          <a:xfrm>
            <a:off x="8794319" y="907700"/>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7</a:t>
            </a:r>
            <a:endParaRPr sz="1800">
              <a:latin typeface="Times New Roman"/>
              <a:cs typeface="Times New Roman"/>
            </a:endParaRPr>
          </a:p>
        </p:txBody>
      </p:sp>
      <p:grpSp>
        <p:nvGrpSpPr>
          <p:cNvPr id="119" name="object 119" descr=""/>
          <p:cNvGrpSpPr/>
          <p:nvPr/>
        </p:nvGrpSpPr>
        <p:grpSpPr>
          <a:xfrm>
            <a:off x="9571332" y="755263"/>
            <a:ext cx="925194" cy="615950"/>
            <a:chOff x="9571332" y="755263"/>
            <a:chExt cx="925194" cy="615950"/>
          </a:xfrm>
        </p:grpSpPr>
        <p:sp>
          <p:nvSpPr>
            <p:cNvPr id="120" name="object 120" descr=""/>
            <p:cNvSpPr/>
            <p:nvPr/>
          </p:nvSpPr>
          <p:spPr>
            <a:xfrm>
              <a:off x="9580222" y="764153"/>
              <a:ext cx="429259" cy="598170"/>
            </a:xfrm>
            <a:custGeom>
              <a:avLst/>
              <a:gdLst/>
              <a:ahLst/>
              <a:cxnLst/>
              <a:rect l="l" t="t" r="r" b="b"/>
              <a:pathLst>
                <a:path w="429259" h="598169">
                  <a:moveTo>
                    <a:pt x="429262" y="0"/>
                  </a:moveTo>
                  <a:lnTo>
                    <a:pt x="0" y="0"/>
                  </a:lnTo>
                  <a:lnTo>
                    <a:pt x="0" y="597941"/>
                  </a:lnTo>
                  <a:lnTo>
                    <a:pt x="429262" y="597941"/>
                  </a:lnTo>
                  <a:lnTo>
                    <a:pt x="429262" y="0"/>
                  </a:lnTo>
                  <a:close/>
                </a:path>
              </a:pathLst>
            </a:custGeom>
            <a:solidFill>
              <a:srgbClr val="FFFF99"/>
            </a:solidFill>
          </p:spPr>
          <p:txBody>
            <a:bodyPr wrap="square" lIns="0" tIns="0" rIns="0" bIns="0" rtlCol="0"/>
            <a:lstStyle/>
            <a:p/>
          </p:txBody>
        </p:sp>
        <p:sp>
          <p:nvSpPr>
            <p:cNvPr id="121" name="object 121" descr=""/>
            <p:cNvSpPr/>
            <p:nvPr/>
          </p:nvSpPr>
          <p:spPr>
            <a:xfrm>
              <a:off x="9580222" y="764153"/>
              <a:ext cx="429259" cy="598170"/>
            </a:xfrm>
            <a:custGeom>
              <a:avLst/>
              <a:gdLst/>
              <a:ahLst/>
              <a:cxnLst/>
              <a:rect l="l" t="t" r="r" b="b"/>
              <a:pathLst>
                <a:path w="429259" h="598169">
                  <a:moveTo>
                    <a:pt x="0" y="597941"/>
                  </a:moveTo>
                  <a:lnTo>
                    <a:pt x="429262" y="597941"/>
                  </a:lnTo>
                  <a:lnTo>
                    <a:pt x="429262" y="0"/>
                  </a:lnTo>
                  <a:lnTo>
                    <a:pt x="0" y="0"/>
                  </a:lnTo>
                  <a:lnTo>
                    <a:pt x="0" y="597941"/>
                  </a:lnTo>
                  <a:close/>
                </a:path>
              </a:pathLst>
            </a:custGeom>
            <a:ln w="17320">
              <a:solidFill>
                <a:srgbClr val="000000"/>
              </a:solidFill>
            </a:ln>
          </p:spPr>
          <p:txBody>
            <a:bodyPr wrap="square" lIns="0" tIns="0" rIns="0" bIns="0" rtlCol="0"/>
            <a:lstStyle/>
            <a:p/>
          </p:txBody>
        </p:sp>
        <p:sp>
          <p:nvSpPr>
            <p:cNvPr id="122" name="object 122" descr=""/>
            <p:cNvSpPr/>
            <p:nvPr/>
          </p:nvSpPr>
          <p:spPr>
            <a:xfrm>
              <a:off x="9998169" y="857794"/>
              <a:ext cx="497205" cy="85090"/>
            </a:xfrm>
            <a:custGeom>
              <a:avLst/>
              <a:gdLst/>
              <a:ahLst/>
              <a:cxnLst/>
              <a:rect l="l" t="t" r="r" b="b"/>
              <a:pathLst>
                <a:path w="497204" h="85090">
                  <a:moveTo>
                    <a:pt x="343277" y="0"/>
                  </a:moveTo>
                  <a:lnTo>
                    <a:pt x="395011" y="40750"/>
                  </a:lnTo>
                  <a:lnTo>
                    <a:pt x="343277" y="84675"/>
                  </a:lnTo>
                  <a:lnTo>
                    <a:pt x="450474" y="53983"/>
                  </a:lnTo>
                  <a:lnTo>
                    <a:pt x="395011" y="53983"/>
                  </a:lnTo>
                  <a:lnTo>
                    <a:pt x="398324" y="51324"/>
                  </a:lnTo>
                  <a:lnTo>
                    <a:pt x="404440" y="48686"/>
                  </a:lnTo>
                  <a:lnTo>
                    <a:pt x="407753" y="46048"/>
                  </a:lnTo>
                  <a:lnTo>
                    <a:pt x="407753" y="38627"/>
                  </a:lnTo>
                  <a:lnTo>
                    <a:pt x="404440" y="33351"/>
                  </a:lnTo>
                  <a:lnTo>
                    <a:pt x="398324" y="33351"/>
                  </a:lnTo>
                  <a:lnTo>
                    <a:pt x="395011" y="30691"/>
                  </a:lnTo>
                  <a:lnTo>
                    <a:pt x="458824" y="30691"/>
                  </a:lnTo>
                  <a:lnTo>
                    <a:pt x="343277" y="0"/>
                  </a:lnTo>
                  <a:close/>
                </a:path>
                <a:path w="497204" h="85090">
                  <a:moveTo>
                    <a:pt x="382241" y="30691"/>
                  </a:moveTo>
                  <a:lnTo>
                    <a:pt x="15035" y="30691"/>
                  </a:lnTo>
                  <a:lnTo>
                    <a:pt x="8664" y="33351"/>
                  </a:lnTo>
                  <a:lnTo>
                    <a:pt x="5606" y="33351"/>
                  </a:lnTo>
                  <a:lnTo>
                    <a:pt x="3058" y="38627"/>
                  </a:lnTo>
                  <a:lnTo>
                    <a:pt x="0" y="40750"/>
                  </a:lnTo>
                  <a:lnTo>
                    <a:pt x="3058" y="46048"/>
                  </a:lnTo>
                  <a:lnTo>
                    <a:pt x="5606" y="48686"/>
                  </a:lnTo>
                  <a:lnTo>
                    <a:pt x="8664" y="51324"/>
                  </a:lnTo>
                  <a:lnTo>
                    <a:pt x="15035" y="53983"/>
                  </a:lnTo>
                  <a:lnTo>
                    <a:pt x="379425" y="53983"/>
                  </a:lnTo>
                  <a:lnTo>
                    <a:pt x="395011" y="40750"/>
                  </a:lnTo>
                  <a:lnTo>
                    <a:pt x="382241" y="30691"/>
                  </a:lnTo>
                  <a:close/>
                </a:path>
                <a:path w="497204" h="85090">
                  <a:moveTo>
                    <a:pt x="458824" y="30691"/>
                  </a:moveTo>
                  <a:lnTo>
                    <a:pt x="395011" y="30691"/>
                  </a:lnTo>
                  <a:lnTo>
                    <a:pt x="398324" y="33351"/>
                  </a:lnTo>
                  <a:lnTo>
                    <a:pt x="404440" y="33351"/>
                  </a:lnTo>
                  <a:lnTo>
                    <a:pt x="407753" y="38627"/>
                  </a:lnTo>
                  <a:lnTo>
                    <a:pt x="407753" y="46048"/>
                  </a:lnTo>
                  <a:lnTo>
                    <a:pt x="404440" y="48686"/>
                  </a:lnTo>
                  <a:lnTo>
                    <a:pt x="398324" y="51324"/>
                  </a:lnTo>
                  <a:lnTo>
                    <a:pt x="395011" y="53983"/>
                  </a:lnTo>
                  <a:lnTo>
                    <a:pt x="450474" y="53983"/>
                  </a:lnTo>
                  <a:lnTo>
                    <a:pt x="496694" y="40750"/>
                  </a:lnTo>
                  <a:lnTo>
                    <a:pt x="458824" y="30691"/>
                  </a:lnTo>
                  <a:close/>
                </a:path>
              </a:pathLst>
            </a:custGeom>
            <a:solidFill>
              <a:srgbClr val="993366"/>
            </a:solidFill>
          </p:spPr>
          <p:txBody>
            <a:bodyPr wrap="square" lIns="0" tIns="0" rIns="0" bIns="0" rtlCol="0"/>
            <a:lstStyle/>
            <a:p/>
          </p:txBody>
        </p:sp>
        <p:sp>
          <p:nvSpPr>
            <p:cNvPr id="123" name="object 123" descr=""/>
            <p:cNvSpPr/>
            <p:nvPr/>
          </p:nvSpPr>
          <p:spPr>
            <a:xfrm>
              <a:off x="9998169" y="857794"/>
              <a:ext cx="497205" cy="85090"/>
            </a:xfrm>
            <a:custGeom>
              <a:avLst/>
              <a:gdLst/>
              <a:ahLst/>
              <a:cxnLst/>
              <a:rect l="l" t="t" r="r" b="b"/>
              <a:pathLst>
                <a:path w="497204" h="85090">
                  <a:moveTo>
                    <a:pt x="15035" y="30691"/>
                  </a:moveTo>
                  <a:lnTo>
                    <a:pt x="395011" y="30691"/>
                  </a:lnTo>
                  <a:lnTo>
                    <a:pt x="398324" y="33351"/>
                  </a:lnTo>
                  <a:lnTo>
                    <a:pt x="404440" y="33351"/>
                  </a:lnTo>
                  <a:lnTo>
                    <a:pt x="407753" y="38627"/>
                  </a:lnTo>
                  <a:lnTo>
                    <a:pt x="407753" y="40750"/>
                  </a:lnTo>
                  <a:lnTo>
                    <a:pt x="407753" y="46048"/>
                  </a:lnTo>
                  <a:lnTo>
                    <a:pt x="404440" y="48686"/>
                  </a:lnTo>
                  <a:lnTo>
                    <a:pt x="398324" y="51324"/>
                  </a:lnTo>
                  <a:lnTo>
                    <a:pt x="395011" y="53983"/>
                  </a:lnTo>
                  <a:lnTo>
                    <a:pt x="15035" y="53983"/>
                  </a:lnTo>
                  <a:lnTo>
                    <a:pt x="0" y="40750"/>
                  </a:lnTo>
                  <a:lnTo>
                    <a:pt x="3058" y="38627"/>
                  </a:lnTo>
                  <a:lnTo>
                    <a:pt x="5606" y="33351"/>
                  </a:lnTo>
                  <a:lnTo>
                    <a:pt x="8664" y="33351"/>
                  </a:lnTo>
                  <a:lnTo>
                    <a:pt x="15035" y="30691"/>
                  </a:lnTo>
                  <a:close/>
                </a:path>
                <a:path w="497204" h="85090">
                  <a:moveTo>
                    <a:pt x="395011" y="40750"/>
                  </a:moveTo>
                  <a:lnTo>
                    <a:pt x="343277" y="0"/>
                  </a:lnTo>
                  <a:lnTo>
                    <a:pt x="496694" y="40750"/>
                  </a:lnTo>
                  <a:lnTo>
                    <a:pt x="343277" y="84675"/>
                  </a:lnTo>
                  <a:lnTo>
                    <a:pt x="395011" y="40750"/>
                  </a:lnTo>
                  <a:close/>
                </a:path>
              </a:pathLst>
            </a:custGeom>
            <a:ln w="3285">
              <a:solidFill>
                <a:srgbClr val="993366"/>
              </a:solidFill>
            </a:ln>
          </p:spPr>
          <p:txBody>
            <a:bodyPr wrap="square" lIns="0" tIns="0" rIns="0" bIns="0" rtlCol="0"/>
            <a:lstStyle/>
            <a:p/>
          </p:txBody>
        </p:sp>
        <p:sp>
          <p:nvSpPr>
            <p:cNvPr id="124" name="object 124" descr=""/>
            <p:cNvSpPr/>
            <p:nvPr/>
          </p:nvSpPr>
          <p:spPr>
            <a:xfrm>
              <a:off x="9998169" y="1190106"/>
              <a:ext cx="497205" cy="85725"/>
            </a:xfrm>
            <a:custGeom>
              <a:avLst/>
              <a:gdLst/>
              <a:ahLst/>
              <a:cxnLst/>
              <a:rect l="l" t="t" r="r" b="b"/>
              <a:pathLst>
                <a:path w="497204" h="85725">
                  <a:moveTo>
                    <a:pt x="343277" y="0"/>
                  </a:moveTo>
                  <a:lnTo>
                    <a:pt x="395011" y="43924"/>
                  </a:lnTo>
                  <a:lnTo>
                    <a:pt x="343277" y="85190"/>
                  </a:lnTo>
                  <a:lnTo>
                    <a:pt x="459297" y="53983"/>
                  </a:lnTo>
                  <a:lnTo>
                    <a:pt x="395011" y="53983"/>
                  </a:lnTo>
                  <a:lnTo>
                    <a:pt x="398324" y="51324"/>
                  </a:lnTo>
                  <a:lnTo>
                    <a:pt x="404440" y="51324"/>
                  </a:lnTo>
                  <a:lnTo>
                    <a:pt x="407753" y="46563"/>
                  </a:lnTo>
                  <a:lnTo>
                    <a:pt x="407753" y="38627"/>
                  </a:lnTo>
                  <a:lnTo>
                    <a:pt x="404440" y="35989"/>
                  </a:lnTo>
                  <a:lnTo>
                    <a:pt x="398324" y="33329"/>
                  </a:lnTo>
                  <a:lnTo>
                    <a:pt x="395011" y="31227"/>
                  </a:lnTo>
                  <a:lnTo>
                    <a:pt x="452347" y="31227"/>
                  </a:lnTo>
                  <a:lnTo>
                    <a:pt x="343277" y="0"/>
                  </a:lnTo>
                  <a:close/>
                </a:path>
                <a:path w="497204" h="85725">
                  <a:moveTo>
                    <a:pt x="380056" y="31227"/>
                  </a:moveTo>
                  <a:lnTo>
                    <a:pt x="15035" y="31227"/>
                  </a:lnTo>
                  <a:lnTo>
                    <a:pt x="0" y="43924"/>
                  </a:lnTo>
                  <a:lnTo>
                    <a:pt x="3058" y="46563"/>
                  </a:lnTo>
                  <a:lnTo>
                    <a:pt x="5606" y="51324"/>
                  </a:lnTo>
                  <a:lnTo>
                    <a:pt x="8664" y="51324"/>
                  </a:lnTo>
                  <a:lnTo>
                    <a:pt x="15035" y="53983"/>
                  </a:lnTo>
                  <a:lnTo>
                    <a:pt x="382400" y="53983"/>
                  </a:lnTo>
                  <a:lnTo>
                    <a:pt x="395011" y="43924"/>
                  </a:lnTo>
                  <a:lnTo>
                    <a:pt x="380056" y="31227"/>
                  </a:lnTo>
                  <a:close/>
                </a:path>
                <a:path w="497204" h="85725">
                  <a:moveTo>
                    <a:pt x="452347" y="31227"/>
                  </a:moveTo>
                  <a:lnTo>
                    <a:pt x="395011" y="31227"/>
                  </a:lnTo>
                  <a:lnTo>
                    <a:pt x="398324" y="33329"/>
                  </a:lnTo>
                  <a:lnTo>
                    <a:pt x="404440" y="35989"/>
                  </a:lnTo>
                  <a:lnTo>
                    <a:pt x="407753" y="38627"/>
                  </a:lnTo>
                  <a:lnTo>
                    <a:pt x="407753" y="46563"/>
                  </a:lnTo>
                  <a:lnTo>
                    <a:pt x="404440" y="51324"/>
                  </a:lnTo>
                  <a:lnTo>
                    <a:pt x="398324" y="51324"/>
                  </a:lnTo>
                  <a:lnTo>
                    <a:pt x="395011" y="53983"/>
                  </a:lnTo>
                  <a:lnTo>
                    <a:pt x="459297" y="53983"/>
                  </a:lnTo>
                  <a:lnTo>
                    <a:pt x="496694" y="43924"/>
                  </a:lnTo>
                  <a:lnTo>
                    <a:pt x="452347" y="31227"/>
                  </a:lnTo>
                  <a:close/>
                </a:path>
              </a:pathLst>
            </a:custGeom>
            <a:solidFill>
              <a:srgbClr val="0000FF"/>
            </a:solidFill>
          </p:spPr>
          <p:txBody>
            <a:bodyPr wrap="square" lIns="0" tIns="0" rIns="0" bIns="0" rtlCol="0"/>
            <a:lstStyle/>
            <a:p/>
          </p:txBody>
        </p:sp>
        <p:sp>
          <p:nvSpPr>
            <p:cNvPr id="125" name="object 125" descr=""/>
            <p:cNvSpPr/>
            <p:nvPr/>
          </p:nvSpPr>
          <p:spPr>
            <a:xfrm>
              <a:off x="9998169" y="1190106"/>
              <a:ext cx="497205" cy="85725"/>
            </a:xfrm>
            <a:custGeom>
              <a:avLst/>
              <a:gdLst/>
              <a:ahLst/>
              <a:cxnLst/>
              <a:rect l="l" t="t" r="r" b="b"/>
              <a:pathLst>
                <a:path w="497204" h="85725">
                  <a:moveTo>
                    <a:pt x="15035" y="31227"/>
                  </a:moveTo>
                  <a:lnTo>
                    <a:pt x="395011" y="31227"/>
                  </a:lnTo>
                  <a:lnTo>
                    <a:pt x="398324" y="33329"/>
                  </a:lnTo>
                  <a:lnTo>
                    <a:pt x="404440" y="35989"/>
                  </a:lnTo>
                  <a:lnTo>
                    <a:pt x="407753" y="38627"/>
                  </a:lnTo>
                  <a:lnTo>
                    <a:pt x="407753" y="43924"/>
                  </a:lnTo>
                  <a:lnTo>
                    <a:pt x="407753" y="46563"/>
                  </a:lnTo>
                  <a:lnTo>
                    <a:pt x="404440" y="51324"/>
                  </a:lnTo>
                  <a:lnTo>
                    <a:pt x="398324" y="51324"/>
                  </a:lnTo>
                  <a:lnTo>
                    <a:pt x="395011" y="53983"/>
                  </a:lnTo>
                  <a:lnTo>
                    <a:pt x="15035" y="53983"/>
                  </a:lnTo>
                  <a:lnTo>
                    <a:pt x="8664" y="51324"/>
                  </a:lnTo>
                  <a:lnTo>
                    <a:pt x="5606" y="51324"/>
                  </a:lnTo>
                  <a:lnTo>
                    <a:pt x="3058" y="46563"/>
                  </a:lnTo>
                  <a:lnTo>
                    <a:pt x="0" y="43924"/>
                  </a:lnTo>
                  <a:lnTo>
                    <a:pt x="3058" y="38627"/>
                  </a:lnTo>
                  <a:lnTo>
                    <a:pt x="5606" y="35989"/>
                  </a:lnTo>
                  <a:lnTo>
                    <a:pt x="8664" y="33329"/>
                  </a:lnTo>
                  <a:lnTo>
                    <a:pt x="15035" y="31227"/>
                  </a:lnTo>
                  <a:close/>
                </a:path>
                <a:path w="497204" h="85725">
                  <a:moveTo>
                    <a:pt x="395011" y="43924"/>
                  </a:moveTo>
                  <a:lnTo>
                    <a:pt x="343277" y="0"/>
                  </a:lnTo>
                  <a:lnTo>
                    <a:pt x="496694" y="43924"/>
                  </a:lnTo>
                  <a:lnTo>
                    <a:pt x="343277" y="85190"/>
                  </a:lnTo>
                  <a:lnTo>
                    <a:pt x="395011" y="43924"/>
                  </a:lnTo>
                  <a:close/>
                </a:path>
              </a:pathLst>
            </a:custGeom>
            <a:ln w="3285">
              <a:solidFill>
                <a:srgbClr val="0000FF"/>
              </a:solidFill>
            </a:ln>
          </p:spPr>
          <p:txBody>
            <a:bodyPr wrap="square" lIns="0" tIns="0" rIns="0" bIns="0" rtlCol="0"/>
            <a:lstStyle/>
            <a:p/>
          </p:txBody>
        </p:sp>
      </p:grpSp>
      <p:sp>
        <p:nvSpPr>
          <p:cNvPr id="126" name="object 126" descr=""/>
          <p:cNvSpPr txBox="1"/>
          <p:nvPr/>
        </p:nvSpPr>
        <p:spPr>
          <a:xfrm>
            <a:off x="9717627" y="915636"/>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8</a:t>
            </a:r>
            <a:endParaRPr sz="1800">
              <a:latin typeface="Times New Roman"/>
              <a:cs typeface="Times New Roman"/>
            </a:endParaRPr>
          </a:p>
        </p:txBody>
      </p:sp>
      <p:grpSp>
        <p:nvGrpSpPr>
          <p:cNvPr id="127" name="object 127" descr=""/>
          <p:cNvGrpSpPr/>
          <p:nvPr/>
        </p:nvGrpSpPr>
        <p:grpSpPr>
          <a:xfrm>
            <a:off x="4318393" y="860965"/>
            <a:ext cx="497840" cy="91440"/>
            <a:chOff x="4318393" y="860965"/>
            <a:chExt cx="497840" cy="91440"/>
          </a:xfrm>
        </p:grpSpPr>
        <p:sp>
          <p:nvSpPr>
            <p:cNvPr id="128" name="object 128" descr=""/>
            <p:cNvSpPr/>
            <p:nvPr/>
          </p:nvSpPr>
          <p:spPr>
            <a:xfrm>
              <a:off x="4319895" y="862555"/>
              <a:ext cx="494665" cy="88265"/>
            </a:xfrm>
            <a:custGeom>
              <a:avLst/>
              <a:gdLst/>
              <a:ahLst/>
              <a:cxnLst/>
              <a:rect l="l" t="t" r="r" b="b"/>
              <a:pathLst>
                <a:path w="494664" h="88265">
                  <a:moveTo>
                    <a:pt x="340881" y="0"/>
                  </a:moveTo>
                  <a:lnTo>
                    <a:pt x="392641" y="43924"/>
                  </a:lnTo>
                  <a:lnTo>
                    <a:pt x="340881" y="87849"/>
                  </a:lnTo>
                  <a:lnTo>
                    <a:pt x="457348" y="54498"/>
                  </a:lnTo>
                  <a:lnTo>
                    <a:pt x="398961" y="54498"/>
                  </a:lnTo>
                  <a:lnTo>
                    <a:pt x="405256" y="49222"/>
                  </a:lnTo>
                  <a:lnTo>
                    <a:pt x="405256" y="38627"/>
                  </a:lnTo>
                  <a:lnTo>
                    <a:pt x="402095" y="35989"/>
                  </a:lnTo>
                  <a:lnTo>
                    <a:pt x="398961" y="33866"/>
                  </a:lnTo>
                  <a:lnTo>
                    <a:pt x="459146" y="33866"/>
                  </a:lnTo>
                  <a:lnTo>
                    <a:pt x="340881" y="0"/>
                  </a:lnTo>
                  <a:close/>
                </a:path>
                <a:path w="494664" h="88265">
                  <a:moveTo>
                    <a:pt x="380788" y="33865"/>
                  </a:moveTo>
                  <a:lnTo>
                    <a:pt x="6294" y="33865"/>
                  </a:lnTo>
                  <a:lnTo>
                    <a:pt x="3160" y="35989"/>
                  </a:lnTo>
                  <a:lnTo>
                    <a:pt x="0" y="38627"/>
                  </a:lnTo>
                  <a:lnTo>
                    <a:pt x="0" y="49222"/>
                  </a:lnTo>
                  <a:lnTo>
                    <a:pt x="6294" y="54498"/>
                  </a:lnTo>
                  <a:lnTo>
                    <a:pt x="380181" y="54498"/>
                  </a:lnTo>
                  <a:lnTo>
                    <a:pt x="392641" y="43924"/>
                  </a:lnTo>
                  <a:lnTo>
                    <a:pt x="380788" y="33865"/>
                  </a:lnTo>
                  <a:close/>
                </a:path>
                <a:path w="494664" h="88265">
                  <a:moveTo>
                    <a:pt x="459146" y="33866"/>
                  </a:moveTo>
                  <a:lnTo>
                    <a:pt x="398961" y="33866"/>
                  </a:lnTo>
                  <a:lnTo>
                    <a:pt x="402095" y="35989"/>
                  </a:lnTo>
                  <a:lnTo>
                    <a:pt x="405256" y="38627"/>
                  </a:lnTo>
                  <a:lnTo>
                    <a:pt x="405256" y="49222"/>
                  </a:lnTo>
                  <a:lnTo>
                    <a:pt x="398961" y="54498"/>
                  </a:lnTo>
                  <a:lnTo>
                    <a:pt x="457348" y="54498"/>
                  </a:lnTo>
                  <a:lnTo>
                    <a:pt x="494273" y="43924"/>
                  </a:lnTo>
                  <a:lnTo>
                    <a:pt x="459146" y="33866"/>
                  </a:lnTo>
                  <a:close/>
                </a:path>
              </a:pathLst>
            </a:custGeom>
            <a:solidFill>
              <a:srgbClr val="993366"/>
            </a:solidFill>
          </p:spPr>
          <p:txBody>
            <a:bodyPr wrap="square" lIns="0" tIns="0" rIns="0" bIns="0" rtlCol="0"/>
            <a:lstStyle/>
            <a:p/>
          </p:txBody>
        </p:sp>
        <p:sp>
          <p:nvSpPr>
            <p:cNvPr id="129" name="object 129" descr=""/>
            <p:cNvSpPr/>
            <p:nvPr/>
          </p:nvSpPr>
          <p:spPr>
            <a:xfrm>
              <a:off x="4319895" y="862555"/>
              <a:ext cx="494665" cy="88265"/>
            </a:xfrm>
            <a:custGeom>
              <a:avLst/>
              <a:gdLst/>
              <a:ahLst/>
              <a:cxnLst/>
              <a:rect l="l" t="t" r="r" b="b"/>
              <a:pathLst>
                <a:path w="494664" h="88265">
                  <a:moveTo>
                    <a:pt x="12614" y="33865"/>
                  </a:moveTo>
                  <a:lnTo>
                    <a:pt x="392641" y="33866"/>
                  </a:lnTo>
                  <a:lnTo>
                    <a:pt x="398961" y="33866"/>
                  </a:lnTo>
                  <a:lnTo>
                    <a:pt x="402095" y="35989"/>
                  </a:lnTo>
                  <a:lnTo>
                    <a:pt x="405256" y="38627"/>
                  </a:lnTo>
                  <a:lnTo>
                    <a:pt x="405256" y="43924"/>
                  </a:lnTo>
                  <a:lnTo>
                    <a:pt x="405256" y="49222"/>
                  </a:lnTo>
                  <a:lnTo>
                    <a:pt x="402095" y="51860"/>
                  </a:lnTo>
                  <a:lnTo>
                    <a:pt x="398961" y="54498"/>
                  </a:lnTo>
                  <a:lnTo>
                    <a:pt x="392641" y="54498"/>
                  </a:lnTo>
                  <a:lnTo>
                    <a:pt x="12614" y="54498"/>
                  </a:lnTo>
                  <a:lnTo>
                    <a:pt x="6294" y="54498"/>
                  </a:lnTo>
                  <a:lnTo>
                    <a:pt x="3160" y="51860"/>
                  </a:lnTo>
                  <a:lnTo>
                    <a:pt x="0" y="49222"/>
                  </a:lnTo>
                  <a:lnTo>
                    <a:pt x="0" y="43924"/>
                  </a:lnTo>
                  <a:lnTo>
                    <a:pt x="0" y="38627"/>
                  </a:lnTo>
                  <a:lnTo>
                    <a:pt x="3160" y="35989"/>
                  </a:lnTo>
                  <a:lnTo>
                    <a:pt x="6294" y="33865"/>
                  </a:lnTo>
                  <a:lnTo>
                    <a:pt x="12614" y="33865"/>
                  </a:lnTo>
                  <a:close/>
                </a:path>
                <a:path w="494664" h="88265">
                  <a:moveTo>
                    <a:pt x="392641" y="43924"/>
                  </a:moveTo>
                  <a:lnTo>
                    <a:pt x="340881" y="0"/>
                  </a:lnTo>
                  <a:lnTo>
                    <a:pt x="494273" y="43924"/>
                  </a:lnTo>
                  <a:lnTo>
                    <a:pt x="340881" y="87849"/>
                  </a:lnTo>
                  <a:lnTo>
                    <a:pt x="392641" y="43924"/>
                  </a:lnTo>
                  <a:close/>
                </a:path>
              </a:pathLst>
            </a:custGeom>
            <a:ln w="3285">
              <a:solidFill>
                <a:srgbClr val="993366"/>
              </a:solidFill>
            </a:ln>
          </p:spPr>
          <p:txBody>
            <a:bodyPr wrap="square" lIns="0" tIns="0" rIns="0" bIns="0" rtlCol="0"/>
            <a:lstStyle/>
            <a:p/>
          </p:txBody>
        </p:sp>
      </p:grpSp>
      <p:grpSp>
        <p:nvGrpSpPr>
          <p:cNvPr id="130" name="object 130" descr=""/>
          <p:cNvGrpSpPr/>
          <p:nvPr/>
        </p:nvGrpSpPr>
        <p:grpSpPr>
          <a:xfrm>
            <a:off x="6177545" y="860965"/>
            <a:ext cx="500380" cy="91440"/>
            <a:chOff x="6177545" y="860965"/>
            <a:chExt cx="500380" cy="91440"/>
          </a:xfrm>
        </p:grpSpPr>
        <p:sp>
          <p:nvSpPr>
            <p:cNvPr id="131" name="object 131" descr=""/>
            <p:cNvSpPr/>
            <p:nvPr/>
          </p:nvSpPr>
          <p:spPr>
            <a:xfrm>
              <a:off x="6179048" y="862555"/>
              <a:ext cx="497205" cy="88265"/>
            </a:xfrm>
            <a:custGeom>
              <a:avLst/>
              <a:gdLst/>
              <a:ahLst/>
              <a:cxnLst/>
              <a:rect l="l" t="t" r="r" b="b"/>
              <a:pathLst>
                <a:path w="497204" h="88265">
                  <a:moveTo>
                    <a:pt x="343277" y="0"/>
                  </a:moveTo>
                  <a:lnTo>
                    <a:pt x="395775" y="43924"/>
                  </a:lnTo>
                  <a:lnTo>
                    <a:pt x="343277" y="87849"/>
                  </a:lnTo>
                  <a:lnTo>
                    <a:pt x="459763" y="54498"/>
                  </a:lnTo>
                  <a:lnTo>
                    <a:pt x="398833" y="54498"/>
                  </a:lnTo>
                  <a:lnTo>
                    <a:pt x="404440" y="51860"/>
                  </a:lnTo>
                  <a:lnTo>
                    <a:pt x="407753" y="49222"/>
                  </a:lnTo>
                  <a:lnTo>
                    <a:pt x="407753" y="38627"/>
                  </a:lnTo>
                  <a:lnTo>
                    <a:pt x="404440" y="35989"/>
                  </a:lnTo>
                  <a:lnTo>
                    <a:pt x="398833" y="33866"/>
                  </a:lnTo>
                  <a:lnTo>
                    <a:pt x="461561" y="33866"/>
                  </a:lnTo>
                  <a:lnTo>
                    <a:pt x="343277" y="0"/>
                  </a:lnTo>
                  <a:close/>
                </a:path>
                <a:path w="497204" h="88265">
                  <a:moveTo>
                    <a:pt x="383753" y="33865"/>
                  </a:moveTo>
                  <a:lnTo>
                    <a:pt x="9429" y="33865"/>
                  </a:lnTo>
                  <a:lnTo>
                    <a:pt x="6116" y="35989"/>
                  </a:lnTo>
                  <a:lnTo>
                    <a:pt x="3058" y="38627"/>
                  </a:lnTo>
                  <a:lnTo>
                    <a:pt x="0" y="43924"/>
                  </a:lnTo>
                  <a:lnTo>
                    <a:pt x="3058" y="49222"/>
                  </a:lnTo>
                  <a:lnTo>
                    <a:pt x="6116" y="51860"/>
                  </a:lnTo>
                  <a:lnTo>
                    <a:pt x="9429" y="54498"/>
                  </a:lnTo>
                  <a:lnTo>
                    <a:pt x="383138" y="54498"/>
                  </a:lnTo>
                  <a:lnTo>
                    <a:pt x="395775" y="43924"/>
                  </a:lnTo>
                  <a:lnTo>
                    <a:pt x="383753" y="33865"/>
                  </a:lnTo>
                  <a:close/>
                </a:path>
                <a:path w="497204" h="88265">
                  <a:moveTo>
                    <a:pt x="461561" y="33866"/>
                  </a:moveTo>
                  <a:lnTo>
                    <a:pt x="398833" y="33866"/>
                  </a:lnTo>
                  <a:lnTo>
                    <a:pt x="404440" y="35989"/>
                  </a:lnTo>
                  <a:lnTo>
                    <a:pt x="407753" y="38627"/>
                  </a:lnTo>
                  <a:lnTo>
                    <a:pt x="407753" y="49222"/>
                  </a:lnTo>
                  <a:lnTo>
                    <a:pt x="404440" y="51860"/>
                  </a:lnTo>
                  <a:lnTo>
                    <a:pt x="398833" y="54498"/>
                  </a:lnTo>
                  <a:lnTo>
                    <a:pt x="459763" y="54498"/>
                  </a:lnTo>
                  <a:lnTo>
                    <a:pt x="496694" y="43924"/>
                  </a:lnTo>
                  <a:lnTo>
                    <a:pt x="461561" y="33866"/>
                  </a:lnTo>
                  <a:close/>
                </a:path>
              </a:pathLst>
            </a:custGeom>
            <a:solidFill>
              <a:srgbClr val="993366"/>
            </a:solidFill>
          </p:spPr>
          <p:txBody>
            <a:bodyPr wrap="square" lIns="0" tIns="0" rIns="0" bIns="0" rtlCol="0"/>
            <a:lstStyle/>
            <a:p/>
          </p:txBody>
        </p:sp>
        <p:sp>
          <p:nvSpPr>
            <p:cNvPr id="132" name="object 132" descr=""/>
            <p:cNvSpPr/>
            <p:nvPr/>
          </p:nvSpPr>
          <p:spPr>
            <a:xfrm>
              <a:off x="6179048" y="862555"/>
              <a:ext cx="497205" cy="88265"/>
            </a:xfrm>
            <a:custGeom>
              <a:avLst/>
              <a:gdLst/>
              <a:ahLst/>
              <a:cxnLst/>
              <a:rect l="l" t="t" r="r" b="b"/>
              <a:pathLst>
                <a:path w="497204" h="88265">
                  <a:moveTo>
                    <a:pt x="15035" y="33865"/>
                  </a:moveTo>
                  <a:lnTo>
                    <a:pt x="395775" y="33866"/>
                  </a:lnTo>
                  <a:lnTo>
                    <a:pt x="407753" y="43924"/>
                  </a:lnTo>
                  <a:lnTo>
                    <a:pt x="407753" y="49222"/>
                  </a:lnTo>
                  <a:lnTo>
                    <a:pt x="404440" y="51860"/>
                  </a:lnTo>
                  <a:lnTo>
                    <a:pt x="398833" y="54498"/>
                  </a:lnTo>
                  <a:lnTo>
                    <a:pt x="395775" y="54498"/>
                  </a:lnTo>
                  <a:lnTo>
                    <a:pt x="15035" y="54498"/>
                  </a:lnTo>
                  <a:lnTo>
                    <a:pt x="9429" y="54498"/>
                  </a:lnTo>
                  <a:lnTo>
                    <a:pt x="6116" y="51860"/>
                  </a:lnTo>
                  <a:lnTo>
                    <a:pt x="3058" y="49222"/>
                  </a:lnTo>
                  <a:lnTo>
                    <a:pt x="0" y="43924"/>
                  </a:lnTo>
                  <a:lnTo>
                    <a:pt x="3058" y="38627"/>
                  </a:lnTo>
                  <a:lnTo>
                    <a:pt x="6116" y="35989"/>
                  </a:lnTo>
                  <a:lnTo>
                    <a:pt x="9429" y="33865"/>
                  </a:lnTo>
                  <a:lnTo>
                    <a:pt x="15035" y="33865"/>
                  </a:lnTo>
                  <a:close/>
                </a:path>
                <a:path w="497204" h="88265">
                  <a:moveTo>
                    <a:pt x="395775" y="43924"/>
                  </a:moveTo>
                  <a:lnTo>
                    <a:pt x="343277" y="0"/>
                  </a:lnTo>
                  <a:lnTo>
                    <a:pt x="496694" y="43924"/>
                  </a:lnTo>
                  <a:lnTo>
                    <a:pt x="343277" y="87849"/>
                  </a:lnTo>
                  <a:lnTo>
                    <a:pt x="395775" y="43924"/>
                  </a:lnTo>
                  <a:close/>
                </a:path>
              </a:pathLst>
            </a:custGeom>
            <a:ln w="3285">
              <a:solidFill>
                <a:srgbClr val="993366"/>
              </a:solidFill>
            </a:ln>
          </p:spPr>
          <p:txBody>
            <a:bodyPr wrap="square" lIns="0" tIns="0" rIns="0" bIns="0" rtlCol="0"/>
            <a:lstStyle/>
            <a:p/>
          </p:txBody>
        </p:sp>
      </p:grpSp>
      <p:grpSp>
        <p:nvGrpSpPr>
          <p:cNvPr id="133" name="object 133" descr=""/>
          <p:cNvGrpSpPr/>
          <p:nvPr/>
        </p:nvGrpSpPr>
        <p:grpSpPr>
          <a:xfrm>
            <a:off x="5254493" y="860965"/>
            <a:ext cx="497205" cy="91440"/>
            <a:chOff x="5254493" y="860965"/>
            <a:chExt cx="497205" cy="91440"/>
          </a:xfrm>
        </p:grpSpPr>
        <p:sp>
          <p:nvSpPr>
            <p:cNvPr id="134" name="object 134" descr=""/>
            <p:cNvSpPr/>
            <p:nvPr/>
          </p:nvSpPr>
          <p:spPr>
            <a:xfrm>
              <a:off x="5255995" y="862555"/>
              <a:ext cx="494030" cy="88265"/>
            </a:xfrm>
            <a:custGeom>
              <a:avLst/>
              <a:gdLst/>
              <a:ahLst/>
              <a:cxnLst/>
              <a:rect l="l" t="t" r="r" b="b"/>
              <a:pathLst>
                <a:path w="494029" h="88265">
                  <a:moveTo>
                    <a:pt x="340219" y="0"/>
                  </a:moveTo>
                  <a:lnTo>
                    <a:pt x="391953" y="43924"/>
                  </a:lnTo>
                  <a:lnTo>
                    <a:pt x="340219" y="87849"/>
                  </a:lnTo>
                  <a:lnTo>
                    <a:pt x="456705" y="54498"/>
                  </a:lnTo>
                  <a:lnTo>
                    <a:pt x="398324" y="54498"/>
                  </a:lnTo>
                  <a:lnTo>
                    <a:pt x="401637" y="51860"/>
                  </a:lnTo>
                  <a:lnTo>
                    <a:pt x="404695" y="49222"/>
                  </a:lnTo>
                  <a:lnTo>
                    <a:pt x="404695" y="38627"/>
                  </a:lnTo>
                  <a:lnTo>
                    <a:pt x="401637" y="35989"/>
                  </a:lnTo>
                  <a:lnTo>
                    <a:pt x="398324" y="33866"/>
                  </a:lnTo>
                  <a:lnTo>
                    <a:pt x="458503" y="33866"/>
                  </a:lnTo>
                  <a:lnTo>
                    <a:pt x="340219" y="0"/>
                  </a:lnTo>
                  <a:close/>
                </a:path>
                <a:path w="494029" h="88265">
                  <a:moveTo>
                    <a:pt x="380105" y="33865"/>
                  </a:moveTo>
                  <a:lnTo>
                    <a:pt x="5861" y="33865"/>
                  </a:lnTo>
                  <a:lnTo>
                    <a:pt x="2548" y="35989"/>
                  </a:lnTo>
                  <a:lnTo>
                    <a:pt x="0" y="38627"/>
                  </a:lnTo>
                  <a:lnTo>
                    <a:pt x="0" y="49222"/>
                  </a:lnTo>
                  <a:lnTo>
                    <a:pt x="2548" y="51860"/>
                  </a:lnTo>
                  <a:lnTo>
                    <a:pt x="5861" y="54498"/>
                  </a:lnTo>
                  <a:lnTo>
                    <a:pt x="379499" y="54498"/>
                  </a:lnTo>
                  <a:lnTo>
                    <a:pt x="391953" y="43924"/>
                  </a:lnTo>
                  <a:lnTo>
                    <a:pt x="380105" y="33865"/>
                  </a:lnTo>
                  <a:close/>
                </a:path>
                <a:path w="494029" h="88265">
                  <a:moveTo>
                    <a:pt x="458503" y="33866"/>
                  </a:moveTo>
                  <a:lnTo>
                    <a:pt x="398324" y="33866"/>
                  </a:lnTo>
                  <a:lnTo>
                    <a:pt x="401637" y="35989"/>
                  </a:lnTo>
                  <a:lnTo>
                    <a:pt x="404695" y="38627"/>
                  </a:lnTo>
                  <a:lnTo>
                    <a:pt x="404695" y="49222"/>
                  </a:lnTo>
                  <a:lnTo>
                    <a:pt x="401637" y="51860"/>
                  </a:lnTo>
                  <a:lnTo>
                    <a:pt x="398324" y="54498"/>
                  </a:lnTo>
                  <a:lnTo>
                    <a:pt x="456705" y="54498"/>
                  </a:lnTo>
                  <a:lnTo>
                    <a:pt x="493636" y="43924"/>
                  </a:lnTo>
                  <a:lnTo>
                    <a:pt x="458503" y="33866"/>
                  </a:lnTo>
                  <a:close/>
                </a:path>
              </a:pathLst>
            </a:custGeom>
            <a:solidFill>
              <a:srgbClr val="993366"/>
            </a:solidFill>
          </p:spPr>
          <p:txBody>
            <a:bodyPr wrap="square" lIns="0" tIns="0" rIns="0" bIns="0" rtlCol="0"/>
            <a:lstStyle/>
            <a:p/>
          </p:txBody>
        </p:sp>
        <p:sp>
          <p:nvSpPr>
            <p:cNvPr id="135" name="object 135" descr=""/>
            <p:cNvSpPr/>
            <p:nvPr/>
          </p:nvSpPr>
          <p:spPr>
            <a:xfrm>
              <a:off x="5255995" y="862555"/>
              <a:ext cx="494030" cy="88265"/>
            </a:xfrm>
            <a:custGeom>
              <a:avLst/>
              <a:gdLst/>
              <a:ahLst/>
              <a:cxnLst/>
              <a:rect l="l" t="t" r="r" b="b"/>
              <a:pathLst>
                <a:path w="494029" h="88265">
                  <a:moveTo>
                    <a:pt x="11977" y="33865"/>
                  </a:moveTo>
                  <a:lnTo>
                    <a:pt x="391953" y="33866"/>
                  </a:lnTo>
                  <a:lnTo>
                    <a:pt x="398324" y="33866"/>
                  </a:lnTo>
                  <a:lnTo>
                    <a:pt x="401637" y="35989"/>
                  </a:lnTo>
                  <a:lnTo>
                    <a:pt x="404695" y="38627"/>
                  </a:lnTo>
                  <a:lnTo>
                    <a:pt x="404695" y="43924"/>
                  </a:lnTo>
                  <a:lnTo>
                    <a:pt x="404695" y="49222"/>
                  </a:lnTo>
                  <a:lnTo>
                    <a:pt x="401637" y="51860"/>
                  </a:lnTo>
                  <a:lnTo>
                    <a:pt x="398324" y="54498"/>
                  </a:lnTo>
                  <a:lnTo>
                    <a:pt x="391953" y="54498"/>
                  </a:lnTo>
                  <a:lnTo>
                    <a:pt x="11977" y="54498"/>
                  </a:lnTo>
                  <a:lnTo>
                    <a:pt x="5861" y="54498"/>
                  </a:lnTo>
                  <a:lnTo>
                    <a:pt x="2548" y="51860"/>
                  </a:lnTo>
                  <a:lnTo>
                    <a:pt x="0" y="49222"/>
                  </a:lnTo>
                  <a:lnTo>
                    <a:pt x="0" y="43924"/>
                  </a:lnTo>
                  <a:lnTo>
                    <a:pt x="0" y="38627"/>
                  </a:lnTo>
                  <a:lnTo>
                    <a:pt x="2548" y="35989"/>
                  </a:lnTo>
                  <a:lnTo>
                    <a:pt x="5861" y="33865"/>
                  </a:lnTo>
                  <a:lnTo>
                    <a:pt x="11977" y="33865"/>
                  </a:lnTo>
                  <a:close/>
                </a:path>
                <a:path w="494029" h="88265">
                  <a:moveTo>
                    <a:pt x="391953" y="43924"/>
                  </a:moveTo>
                  <a:lnTo>
                    <a:pt x="340219" y="0"/>
                  </a:lnTo>
                  <a:lnTo>
                    <a:pt x="493636" y="43924"/>
                  </a:lnTo>
                  <a:lnTo>
                    <a:pt x="340219" y="87849"/>
                  </a:lnTo>
                  <a:lnTo>
                    <a:pt x="391953" y="43924"/>
                  </a:lnTo>
                  <a:close/>
                </a:path>
              </a:pathLst>
            </a:custGeom>
            <a:ln w="3285">
              <a:solidFill>
                <a:srgbClr val="993366"/>
              </a:solidFill>
            </a:ln>
          </p:spPr>
          <p:txBody>
            <a:bodyPr wrap="square" lIns="0" tIns="0" rIns="0" bIns="0" rtlCol="0"/>
            <a:lstStyle/>
            <a:p/>
          </p:txBody>
        </p:sp>
      </p:grpSp>
      <p:grpSp>
        <p:nvGrpSpPr>
          <p:cNvPr id="136" name="object 136" descr=""/>
          <p:cNvGrpSpPr/>
          <p:nvPr/>
        </p:nvGrpSpPr>
        <p:grpSpPr>
          <a:xfrm>
            <a:off x="3246102" y="560635"/>
            <a:ext cx="6343015" cy="1018540"/>
            <a:chOff x="3246102" y="560635"/>
            <a:chExt cx="6343015" cy="1018540"/>
          </a:xfrm>
        </p:grpSpPr>
        <p:sp>
          <p:nvSpPr>
            <p:cNvPr id="137" name="object 137" descr=""/>
            <p:cNvSpPr/>
            <p:nvPr/>
          </p:nvSpPr>
          <p:spPr>
            <a:xfrm>
              <a:off x="3246102" y="1236154"/>
              <a:ext cx="4131945" cy="332740"/>
            </a:xfrm>
            <a:custGeom>
              <a:avLst/>
              <a:gdLst/>
              <a:ahLst/>
              <a:cxnLst/>
              <a:rect l="l" t="t" r="r" b="b"/>
              <a:pathLst>
                <a:path w="4131945" h="332740">
                  <a:moveTo>
                    <a:pt x="0" y="0"/>
                  </a:moveTo>
                  <a:lnTo>
                    <a:pt x="214631" y="0"/>
                  </a:lnTo>
                </a:path>
                <a:path w="4131945" h="332740">
                  <a:moveTo>
                    <a:pt x="214631" y="0"/>
                  </a:moveTo>
                  <a:lnTo>
                    <a:pt x="214631" y="332311"/>
                  </a:lnTo>
                </a:path>
                <a:path w="4131945" h="332740">
                  <a:moveTo>
                    <a:pt x="214631" y="332311"/>
                  </a:moveTo>
                  <a:lnTo>
                    <a:pt x="4131741" y="332311"/>
                  </a:lnTo>
                </a:path>
                <a:path w="4131945" h="332740">
                  <a:moveTo>
                    <a:pt x="4131741" y="0"/>
                  </a:moveTo>
                  <a:lnTo>
                    <a:pt x="4131741" y="332311"/>
                  </a:lnTo>
                </a:path>
              </a:pathLst>
            </a:custGeom>
            <a:ln w="22669">
              <a:solidFill>
                <a:srgbClr val="0000FF"/>
              </a:solidFill>
            </a:ln>
          </p:spPr>
          <p:txBody>
            <a:bodyPr wrap="square" lIns="0" tIns="0" rIns="0" bIns="0" rtlCol="0"/>
            <a:lstStyle/>
            <a:p/>
          </p:txBody>
        </p:sp>
        <p:sp>
          <p:nvSpPr>
            <p:cNvPr id="138" name="object 138" descr=""/>
            <p:cNvSpPr/>
            <p:nvPr/>
          </p:nvSpPr>
          <p:spPr>
            <a:xfrm>
              <a:off x="7110764" y="570995"/>
              <a:ext cx="2092325" cy="332740"/>
            </a:xfrm>
            <a:custGeom>
              <a:avLst/>
              <a:gdLst/>
              <a:ahLst/>
              <a:cxnLst/>
              <a:rect l="l" t="t" r="r" b="b"/>
              <a:pathLst>
                <a:path w="2092325" h="332740">
                  <a:moveTo>
                    <a:pt x="0" y="332311"/>
                  </a:moveTo>
                  <a:lnTo>
                    <a:pt x="159533" y="332311"/>
                  </a:lnTo>
                </a:path>
                <a:path w="2092325" h="332740">
                  <a:moveTo>
                    <a:pt x="159533" y="332311"/>
                  </a:moveTo>
                  <a:lnTo>
                    <a:pt x="159533" y="0"/>
                  </a:lnTo>
                </a:path>
                <a:path w="2092325" h="332740">
                  <a:moveTo>
                    <a:pt x="159533" y="0"/>
                  </a:moveTo>
                  <a:lnTo>
                    <a:pt x="2092030" y="0"/>
                  </a:lnTo>
                </a:path>
                <a:path w="2092325" h="332740">
                  <a:moveTo>
                    <a:pt x="2092030" y="0"/>
                  </a:moveTo>
                  <a:lnTo>
                    <a:pt x="2092030" y="332311"/>
                  </a:lnTo>
                </a:path>
              </a:pathLst>
            </a:custGeom>
            <a:ln w="22669">
              <a:solidFill>
                <a:srgbClr val="993366"/>
              </a:solidFill>
            </a:ln>
          </p:spPr>
          <p:txBody>
            <a:bodyPr wrap="square" lIns="0" tIns="0" rIns="0" bIns="0" rtlCol="0"/>
            <a:lstStyle/>
            <a:p/>
          </p:txBody>
        </p:sp>
        <p:sp>
          <p:nvSpPr>
            <p:cNvPr id="139" name="object 139" descr=""/>
            <p:cNvSpPr/>
            <p:nvPr/>
          </p:nvSpPr>
          <p:spPr>
            <a:xfrm>
              <a:off x="9196933" y="862556"/>
              <a:ext cx="390525" cy="88265"/>
            </a:xfrm>
            <a:custGeom>
              <a:avLst/>
              <a:gdLst/>
              <a:ahLst/>
              <a:cxnLst/>
              <a:rect l="l" t="t" r="r" b="b"/>
              <a:pathLst>
                <a:path w="390525" h="88265">
                  <a:moveTo>
                    <a:pt x="236751" y="0"/>
                  </a:moveTo>
                  <a:lnTo>
                    <a:pt x="288485" y="43924"/>
                  </a:lnTo>
                  <a:lnTo>
                    <a:pt x="236751" y="87849"/>
                  </a:lnTo>
                  <a:lnTo>
                    <a:pt x="353238" y="54498"/>
                  </a:lnTo>
                  <a:lnTo>
                    <a:pt x="291798" y="54498"/>
                  </a:lnTo>
                  <a:lnTo>
                    <a:pt x="294856" y="51860"/>
                  </a:lnTo>
                  <a:lnTo>
                    <a:pt x="298169" y="49222"/>
                  </a:lnTo>
                  <a:lnTo>
                    <a:pt x="301227" y="43924"/>
                  </a:lnTo>
                  <a:lnTo>
                    <a:pt x="298169" y="38627"/>
                  </a:lnTo>
                  <a:lnTo>
                    <a:pt x="294856" y="35989"/>
                  </a:lnTo>
                  <a:lnTo>
                    <a:pt x="291798" y="33866"/>
                  </a:lnTo>
                  <a:lnTo>
                    <a:pt x="355036" y="33866"/>
                  </a:lnTo>
                  <a:lnTo>
                    <a:pt x="236751" y="0"/>
                  </a:lnTo>
                  <a:close/>
                </a:path>
                <a:path w="390525" h="88265">
                  <a:moveTo>
                    <a:pt x="276638" y="33865"/>
                  </a:moveTo>
                  <a:lnTo>
                    <a:pt x="9429" y="33865"/>
                  </a:lnTo>
                  <a:lnTo>
                    <a:pt x="3312" y="35989"/>
                  </a:lnTo>
                  <a:lnTo>
                    <a:pt x="0" y="38627"/>
                  </a:lnTo>
                  <a:lnTo>
                    <a:pt x="0" y="49222"/>
                  </a:lnTo>
                  <a:lnTo>
                    <a:pt x="3312" y="51860"/>
                  </a:lnTo>
                  <a:lnTo>
                    <a:pt x="9429" y="54498"/>
                  </a:lnTo>
                  <a:lnTo>
                    <a:pt x="276032" y="54498"/>
                  </a:lnTo>
                  <a:lnTo>
                    <a:pt x="288485" y="43924"/>
                  </a:lnTo>
                  <a:lnTo>
                    <a:pt x="276638" y="33865"/>
                  </a:lnTo>
                  <a:close/>
                </a:path>
                <a:path w="390525" h="88265">
                  <a:moveTo>
                    <a:pt x="355036" y="33866"/>
                  </a:moveTo>
                  <a:lnTo>
                    <a:pt x="291798" y="33866"/>
                  </a:lnTo>
                  <a:lnTo>
                    <a:pt x="294856" y="35989"/>
                  </a:lnTo>
                  <a:lnTo>
                    <a:pt x="298169" y="38627"/>
                  </a:lnTo>
                  <a:lnTo>
                    <a:pt x="301227" y="43924"/>
                  </a:lnTo>
                  <a:lnTo>
                    <a:pt x="298169" y="49222"/>
                  </a:lnTo>
                  <a:lnTo>
                    <a:pt x="294856" y="51860"/>
                  </a:lnTo>
                  <a:lnTo>
                    <a:pt x="291798" y="54498"/>
                  </a:lnTo>
                  <a:lnTo>
                    <a:pt x="353238" y="54498"/>
                  </a:lnTo>
                  <a:lnTo>
                    <a:pt x="390169" y="43924"/>
                  </a:lnTo>
                  <a:lnTo>
                    <a:pt x="355036" y="33866"/>
                  </a:lnTo>
                  <a:close/>
                </a:path>
              </a:pathLst>
            </a:custGeom>
            <a:solidFill>
              <a:srgbClr val="993366"/>
            </a:solidFill>
          </p:spPr>
          <p:txBody>
            <a:bodyPr wrap="square" lIns="0" tIns="0" rIns="0" bIns="0" rtlCol="0"/>
            <a:lstStyle/>
            <a:p/>
          </p:txBody>
        </p:sp>
        <p:sp>
          <p:nvSpPr>
            <p:cNvPr id="140" name="object 140" descr=""/>
            <p:cNvSpPr/>
            <p:nvPr/>
          </p:nvSpPr>
          <p:spPr>
            <a:xfrm>
              <a:off x="9196933" y="862555"/>
              <a:ext cx="390525" cy="88265"/>
            </a:xfrm>
            <a:custGeom>
              <a:avLst/>
              <a:gdLst/>
              <a:ahLst/>
              <a:cxnLst/>
              <a:rect l="l" t="t" r="r" b="b"/>
              <a:pathLst>
                <a:path w="390525" h="88265">
                  <a:moveTo>
                    <a:pt x="12742" y="33865"/>
                  </a:moveTo>
                  <a:lnTo>
                    <a:pt x="288485" y="33866"/>
                  </a:lnTo>
                  <a:lnTo>
                    <a:pt x="301227" y="43924"/>
                  </a:lnTo>
                  <a:lnTo>
                    <a:pt x="298169" y="49222"/>
                  </a:lnTo>
                  <a:lnTo>
                    <a:pt x="294856" y="51860"/>
                  </a:lnTo>
                  <a:lnTo>
                    <a:pt x="291798" y="54498"/>
                  </a:lnTo>
                  <a:lnTo>
                    <a:pt x="288485" y="54498"/>
                  </a:lnTo>
                  <a:lnTo>
                    <a:pt x="12742" y="54498"/>
                  </a:lnTo>
                  <a:lnTo>
                    <a:pt x="9429" y="54498"/>
                  </a:lnTo>
                  <a:lnTo>
                    <a:pt x="3312" y="51860"/>
                  </a:lnTo>
                  <a:lnTo>
                    <a:pt x="0" y="49222"/>
                  </a:lnTo>
                  <a:lnTo>
                    <a:pt x="0" y="43924"/>
                  </a:lnTo>
                  <a:lnTo>
                    <a:pt x="0" y="38627"/>
                  </a:lnTo>
                  <a:lnTo>
                    <a:pt x="3312" y="35989"/>
                  </a:lnTo>
                  <a:lnTo>
                    <a:pt x="9429" y="33865"/>
                  </a:lnTo>
                  <a:lnTo>
                    <a:pt x="12742" y="33865"/>
                  </a:lnTo>
                  <a:close/>
                </a:path>
                <a:path w="390525" h="88265">
                  <a:moveTo>
                    <a:pt x="288485" y="43924"/>
                  </a:moveTo>
                  <a:lnTo>
                    <a:pt x="236751" y="0"/>
                  </a:lnTo>
                  <a:lnTo>
                    <a:pt x="390169" y="43924"/>
                  </a:lnTo>
                  <a:lnTo>
                    <a:pt x="236751" y="87849"/>
                  </a:lnTo>
                  <a:lnTo>
                    <a:pt x="288485" y="43924"/>
                  </a:lnTo>
                  <a:close/>
                </a:path>
              </a:pathLst>
            </a:custGeom>
            <a:ln w="3285">
              <a:solidFill>
                <a:srgbClr val="993366"/>
              </a:solidFill>
            </a:ln>
          </p:spPr>
          <p:txBody>
            <a:bodyPr wrap="square" lIns="0" tIns="0" rIns="0" bIns="0" rtlCol="0"/>
            <a:lstStyle/>
            <a:p/>
          </p:txBody>
        </p:sp>
      </p:grpSp>
      <p:grpSp>
        <p:nvGrpSpPr>
          <p:cNvPr id="141" name="object 141" descr=""/>
          <p:cNvGrpSpPr/>
          <p:nvPr/>
        </p:nvGrpSpPr>
        <p:grpSpPr>
          <a:xfrm>
            <a:off x="5719826" y="2260600"/>
            <a:ext cx="3044825" cy="3489325"/>
            <a:chOff x="5719826" y="2260600"/>
            <a:chExt cx="3044825" cy="3489325"/>
          </a:xfrm>
        </p:grpSpPr>
        <p:sp>
          <p:nvSpPr>
            <p:cNvPr id="142" name="object 142" descr=""/>
            <p:cNvSpPr/>
            <p:nvPr/>
          </p:nvSpPr>
          <p:spPr>
            <a:xfrm>
              <a:off x="5735701" y="2276475"/>
              <a:ext cx="0" cy="2447925"/>
            </a:xfrm>
            <a:custGeom>
              <a:avLst/>
              <a:gdLst/>
              <a:ahLst/>
              <a:cxnLst/>
              <a:rect l="l" t="t" r="r" b="b"/>
              <a:pathLst>
                <a:path w="0" h="2447925">
                  <a:moveTo>
                    <a:pt x="0" y="0"/>
                  </a:moveTo>
                  <a:lnTo>
                    <a:pt x="0" y="2447925"/>
                  </a:lnTo>
                </a:path>
              </a:pathLst>
            </a:custGeom>
            <a:ln w="31750">
              <a:solidFill>
                <a:srgbClr val="FF0000"/>
              </a:solidFill>
              <a:prstDash val="lgDash"/>
            </a:ln>
          </p:spPr>
          <p:txBody>
            <a:bodyPr wrap="square" lIns="0" tIns="0" rIns="0" bIns="0" rtlCol="0"/>
            <a:lstStyle/>
            <a:p/>
          </p:txBody>
        </p:sp>
        <p:sp>
          <p:nvSpPr>
            <p:cNvPr id="143" name="object 143" descr=""/>
            <p:cNvSpPr/>
            <p:nvPr/>
          </p:nvSpPr>
          <p:spPr>
            <a:xfrm>
              <a:off x="6411976" y="4620514"/>
              <a:ext cx="2348230" cy="1125220"/>
            </a:xfrm>
            <a:custGeom>
              <a:avLst/>
              <a:gdLst/>
              <a:ahLst/>
              <a:cxnLst/>
              <a:rect l="l" t="t" r="r" b="b"/>
              <a:pathLst>
                <a:path w="2348229" h="1125220">
                  <a:moveTo>
                    <a:pt x="2249931" y="537210"/>
                  </a:moveTo>
                  <a:lnTo>
                    <a:pt x="97790" y="537210"/>
                  </a:lnTo>
                  <a:lnTo>
                    <a:pt x="59739" y="544919"/>
                  </a:lnTo>
                  <a:lnTo>
                    <a:pt x="28654" y="565927"/>
                  </a:lnTo>
                  <a:lnTo>
                    <a:pt x="7689" y="597056"/>
                  </a:lnTo>
                  <a:lnTo>
                    <a:pt x="0" y="635127"/>
                  </a:lnTo>
                  <a:lnTo>
                    <a:pt x="0" y="1026756"/>
                  </a:lnTo>
                  <a:lnTo>
                    <a:pt x="7689" y="1064860"/>
                  </a:lnTo>
                  <a:lnTo>
                    <a:pt x="28654" y="1095976"/>
                  </a:lnTo>
                  <a:lnTo>
                    <a:pt x="59739" y="1116955"/>
                  </a:lnTo>
                  <a:lnTo>
                    <a:pt x="97790" y="1124648"/>
                  </a:lnTo>
                  <a:lnTo>
                    <a:pt x="2249931" y="1124648"/>
                  </a:lnTo>
                  <a:lnTo>
                    <a:pt x="2288055" y="1116955"/>
                  </a:lnTo>
                  <a:lnTo>
                    <a:pt x="2319178" y="1095976"/>
                  </a:lnTo>
                  <a:lnTo>
                    <a:pt x="2340157" y="1064860"/>
                  </a:lnTo>
                  <a:lnTo>
                    <a:pt x="2347849" y="1026756"/>
                  </a:lnTo>
                  <a:lnTo>
                    <a:pt x="2347849" y="635127"/>
                  </a:lnTo>
                  <a:lnTo>
                    <a:pt x="2340157" y="597056"/>
                  </a:lnTo>
                  <a:lnTo>
                    <a:pt x="2319178" y="565927"/>
                  </a:lnTo>
                  <a:lnTo>
                    <a:pt x="2288055" y="544919"/>
                  </a:lnTo>
                  <a:lnTo>
                    <a:pt x="2249931" y="537210"/>
                  </a:lnTo>
                  <a:close/>
                </a:path>
                <a:path w="2348229" h="1125220">
                  <a:moveTo>
                    <a:pt x="1208151" y="0"/>
                  </a:moveTo>
                  <a:lnTo>
                    <a:pt x="1369568" y="537210"/>
                  </a:lnTo>
                  <a:lnTo>
                    <a:pt x="1956562" y="537210"/>
                  </a:lnTo>
                  <a:lnTo>
                    <a:pt x="1208151" y="0"/>
                  </a:lnTo>
                  <a:close/>
                </a:path>
              </a:pathLst>
            </a:custGeom>
            <a:solidFill>
              <a:srgbClr val="FFACFF"/>
            </a:solidFill>
          </p:spPr>
          <p:txBody>
            <a:bodyPr wrap="square" lIns="0" tIns="0" rIns="0" bIns="0" rtlCol="0"/>
            <a:lstStyle/>
            <a:p/>
          </p:txBody>
        </p:sp>
        <p:sp>
          <p:nvSpPr>
            <p:cNvPr id="144" name="object 144" descr=""/>
            <p:cNvSpPr/>
            <p:nvPr/>
          </p:nvSpPr>
          <p:spPr>
            <a:xfrm>
              <a:off x="6411976" y="4620514"/>
              <a:ext cx="2348230" cy="1125220"/>
            </a:xfrm>
            <a:custGeom>
              <a:avLst/>
              <a:gdLst/>
              <a:ahLst/>
              <a:cxnLst/>
              <a:rect l="l" t="t" r="r" b="b"/>
              <a:pathLst>
                <a:path w="2348229" h="1125220">
                  <a:moveTo>
                    <a:pt x="0" y="635127"/>
                  </a:moveTo>
                  <a:lnTo>
                    <a:pt x="7689" y="597056"/>
                  </a:lnTo>
                  <a:lnTo>
                    <a:pt x="28654" y="565927"/>
                  </a:lnTo>
                  <a:lnTo>
                    <a:pt x="59739" y="544919"/>
                  </a:lnTo>
                  <a:lnTo>
                    <a:pt x="97790" y="537210"/>
                  </a:lnTo>
                  <a:lnTo>
                    <a:pt x="1369568" y="537210"/>
                  </a:lnTo>
                  <a:lnTo>
                    <a:pt x="1208151" y="0"/>
                  </a:lnTo>
                  <a:lnTo>
                    <a:pt x="1956562" y="537210"/>
                  </a:lnTo>
                  <a:lnTo>
                    <a:pt x="2249931" y="537210"/>
                  </a:lnTo>
                  <a:lnTo>
                    <a:pt x="2288055" y="544919"/>
                  </a:lnTo>
                  <a:lnTo>
                    <a:pt x="2319178" y="565927"/>
                  </a:lnTo>
                  <a:lnTo>
                    <a:pt x="2340157" y="597056"/>
                  </a:lnTo>
                  <a:lnTo>
                    <a:pt x="2347849" y="635127"/>
                  </a:lnTo>
                  <a:lnTo>
                    <a:pt x="2347849" y="782066"/>
                  </a:lnTo>
                  <a:lnTo>
                    <a:pt x="2347849" y="1026756"/>
                  </a:lnTo>
                  <a:lnTo>
                    <a:pt x="2340157" y="1064860"/>
                  </a:lnTo>
                  <a:lnTo>
                    <a:pt x="2319178" y="1095976"/>
                  </a:lnTo>
                  <a:lnTo>
                    <a:pt x="2288055" y="1116955"/>
                  </a:lnTo>
                  <a:lnTo>
                    <a:pt x="2249931" y="1124648"/>
                  </a:lnTo>
                  <a:lnTo>
                    <a:pt x="1956562" y="1124648"/>
                  </a:lnTo>
                  <a:lnTo>
                    <a:pt x="1369568" y="1124648"/>
                  </a:lnTo>
                  <a:lnTo>
                    <a:pt x="97790" y="1124648"/>
                  </a:lnTo>
                  <a:lnTo>
                    <a:pt x="59739" y="1116955"/>
                  </a:lnTo>
                  <a:lnTo>
                    <a:pt x="28654" y="1095976"/>
                  </a:lnTo>
                  <a:lnTo>
                    <a:pt x="7689" y="1064860"/>
                  </a:lnTo>
                  <a:lnTo>
                    <a:pt x="0" y="1026756"/>
                  </a:lnTo>
                  <a:lnTo>
                    <a:pt x="0" y="782066"/>
                  </a:lnTo>
                  <a:lnTo>
                    <a:pt x="0" y="635127"/>
                  </a:lnTo>
                  <a:close/>
                </a:path>
              </a:pathLst>
            </a:custGeom>
            <a:ln w="9525">
              <a:solidFill>
                <a:srgbClr val="40458B"/>
              </a:solidFill>
            </a:ln>
          </p:spPr>
          <p:txBody>
            <a:bodyPr wrap="square" lIns="0" tIns="0" rIns="0" bIns="0" rtlCol="0"/>
            <a:lstStyle/>
            <a:p/>
          </p:txBody>
        </p:sp>
      </p:grpSp>
      <p:sp>
        <p:nvSpPr>
          <p:cNvPr id="145" name="object 145" descr=""/>
          <p:cNvSpPr txBox="1"/>
          <p:nvPr/>
        </p:nvSpPr>
        <p:spPr>
          <a:xfrm>
            <a:off x="2201436" y="4429281"/>
            <a:ext cx="6642734" cy="1304290"/>
          </a:xfrm>
          <a:prstGeom prst="rect">
            <a:avLst/>
          </a:prstGeom>
        </p:spPr>
        <p:txBody>
          <a:bodyPr wrap="square" lIns="0" tIns="44450" rIns="0" bIns="0" rtlCol="0" vert="horz">
            <a:spAutoFit/>
          </a:bodyPr>
          <a:lstStyle/>
          <a:p>
            <a:pPr marL="38100">
              <a:lnSpc>
                <a:spcPct val="100000"/>
              </a:lnSpc>
              <a:spcBef>
                <a:spcPts val="350"/>
              </a:spcBef>
              <a:tabLst>
                <a:tab pos="388620" algn="l"/>
                <a:tab pos="739140" algn="l"/>
                <a:tab pos="1090295" algn="l"/>
                <a:tab pos="1440815" algn="l"/>
                <a:tab pos="1791335" algn="l"/>
                <a:tab pos="2141855" algn="l"/>
                <a:tab pos="2493010" algn="l"/>
                <a:tab pos="2844165" algn="l"/>
                <a:tab pos="3194050" algn="l"/>
                <a:tab pos="3545204" algn="l"/>
              </a:tabLst>
            </a:pPr>
            <a:r>
              <a:rPr dirty="0" sz="1500" spc="190">
                <a:latin typeface="Times New Roman"/>
                <a:cs typeface="Times New Roman"/>
              </a:rPr>
              <a:t>0</a:t>
            </a:r>
            <a:r>
              <a:rPr dirty="0" sz="1500">
                <a:latin typeface="Times New Roman"/>
                <a:cs typeface="Times New Roman"/>
              </a:rPr>
              <a:t>	</a:t>
            </a:r>
            <a:r>
              <a:rPr dirty="0" sz="1500" spc="190">
                <a:latin typeface="Times New Roman"/>
                <a:cs typeface="Times New Roman"/>
              </a:rPr>
              <a:t>1</a:t>
            </a:r>
            <a:r>
              <a:rPr dirty="0" sz="1500">
                <a:latin typeface="Times New Roman"/>
                <a:cs typeface="Times New Roman"/>
              </a:rPr>
              <a:t>	</a:t>
            </a:r>
            <a:r>
              <a:rPr dirty="0" sz="1500" spc="180">
                <a:latin typeface="Times New Roman"/>
                <a:cs typeface="Times New Roman"/>
              </a:rPr>
              <a:t>2</a:t>
            </a:r>
            <a:r>
              <a:rPr dirty="0" sz="1500">
                <a:latin typeface="Times New Roman"/>
                <a:cs typeface="Times New Roman"/>
              </a:rPr>
              <a:t>	</a:t>
            </a:r>
            <a:r>
              <a:rPr dirty="0" sz="1500" spc="190">
                <a:latin typeface="Times New Roman"/>
                <a:cs typeface="Times New Roman"/>
              </a:rPr>
              <a:t>3</a:t>
            </a:r>
            <a:r>
              <a:rPr dirty="0" sz="1500">
                <a:latin typeface="Times New Roman"/>
                <a:cs typeface="Times New Roman"/>
              </a:rPr>
              <a:t>	</a:t>
            </a:r>
            <a:r>
              <a:rPr dirty="0" sz="1500" spc="190">
                <a:latin typeface="Times New Roman"/>
                <a:cs typeface="Times New Roman"/>
              </a:rPr>
              <a:t>4</a:t>
            </a:r>
            <a:r>
              <a:rPr dirty="0" sz="1500">
                <a:latin typeface="Times New Roman"/>
                <a:cs typeface="Times New Roman"/>
              </a:rPr>
              <a:t>	</a:t>
            </a:r>
            <a:r>
              <a:rPr dirty="0" sz="1500" spc="180">
                <a:latin typeface="Times New Roman"/>
                <a:cs typeface="Times New Roman"/>
              </a:rPr>
              <a:t>5</a:t>
            </a:r>
            <a:r>
              <a:rPr dirty="0" sz="1500">
                <a:latin typeface="Times New Roman"/>
                <a:cs typeface="Times New Roman"/>
              </a:rPr>
              <a:t>	</a:t>
            </a:r>
            <a:r>
              <a:rPr dirty="0" sz="1500" spc="190">
                <a:latin typeface="Times New Roman"/>
                <a:cs typeface="Times New Roman"/>
              </a:rPr>
              <a:t>6</a:t>
            </a:r>
            <a:r>
              <a:rPr dirty="0" sz="1500">
                <a:latin typeface="Times New Roman"/>
                <a:cs typeface="Times New Roman"/>
              </a:rPr>
              <a:t>	</a:t>
            </a:r>
            <a:r>
              <a:rPr dirty="0" sz="1500" spc="190">
                <a:latin typeface="Times New Roman"/>
                <a:cs typeface="Times New Roman"/>
              </a:rPr>
              <a:t>7</a:t>
            </a:r>
            <a:r>
              <a:rPr dirty="0" sz="1500">
                <a:latin typeface="Times New Roman"/>
                <a:cs typeface="Times New Roman"/>
              </a:rPr>
              <a:t>	</a:t>
            </a:r>
            <a:r>
              <a:rPr dirty="0" sz="1500" spc="190">
                <a:latin typeface="Times New Roman"/>
                <a:cs typeface="Times New Roman"/>
              </a:rPr>
              <a:t>8</a:t>
            </a:r>
            <a:r>
              <a:rPr dirty="0" sz="1500">
                <a:latin typeface="Times New Roman"/>
                <a:cs typeface="Times New Roman"/>
              </a:rPr>
              <a:t>	</a:t>
            </a:r>
            <a:r>
              <a:rPr dirty="0" sz="1500" spc="190">
                <a:latin typeface="Times New Roman"/>
                <a:cs typeface="Times New Roman"/>
              </a:rPr>
              <a:t>9</a:t>
            </a:r>
            <a:r>
              <a:rPr dirty="0" sz="1500">
                <a:latin typeface="Times New Roman"/>
                <a:cs typeface="Times New Roman"/>
              </a:rPr>
              <a:t>	</a:t>
            </a:r>
            <a:r>
              <a:rPr dirty="0" sz="1500" spc="240">
                <a:latin typeface="Times New Roman"/>
                <a:cs typeface="Times New Roman"/>
              </a:rPr>
              <a:t>10</a:t>
            </a:r>
            <a:r>
              <a:rPr dirty="0" sz="1500" spc="260">
                <a:latin typeface="Times New Roman"/>
                <a:cs typeface="Times New Roman"/>
              </a:rPr>
              <a:t> </a:t>
            </a:r>
            <a:r>
              <a:rPr dirty="0" sz="1500" spc="200">
                <a:latin typeface="Times New Roman"/>
                <a:cs typeface="Times New Roman"/>
              </a:rPr>
              <a:t>11</a:t>
            </a:r>
            <a:r>
              <a:rPr dirty="0" sz="1500" spc="120">
                <a:latin typeface="Times New Roman"/>
                <a:cs typeface="Times New Roman"/>
              </a:rPr>
              <a:t>  </a:t>
            </a:r>
            <a:r>
              <a:rPr dirty="0" sz="1500" spc="240">
                <a:latin typeface="Times New Roman"/>
                <a:cs typeface="Times New Roman"/>
              </a:rPr>
              <a:t>12</a:t>
            </a:r>
            <a:r>
              <a:rPr dirty="0" sz="1500" spc="400">
                <a:latin typeface="Times New Roman"/>
                <a:cs typeface="Times New Roman"/>
              </a:rPr>
              <a:t> </a:t>
            </a:r>
            <a:r>
              <a:rPr dirty="0" sz="1500" spc="240">
                <a:latin typeface="Times New Roman"/>
                <a:cs typeface="Times New Roman"/>
              </a:rPr>
              <a:t>13</a:t>
            </a:r>
            <a:r>
              <a:rPr dirty="0" sz="1500" spc="265">
                <a:latin typeface="Times New Roman"/>
                <a:cs typeface="Times New Roman"/>
              </a:rPr>
              <a:t> </a:t>
            </a:r>
            <a:r>
              <a:rPr dirty="0" sz="1500" spc="240">
                <a:latin typeface="Times New Roman"/>
                <a:cs typeface="Times New Roman"/>
              </a:rPr>
              <a:t>14</a:t>
            </a:r>
            <a:r>
              <a:rPr dirty="0" sz="1500" spc="80">
                <a:latin typeface="Times New Roman"/>
                <a:cs typeface="Times New Roman"/>
              </a:rPr>
              <a:t>  </a:t>
            </a:r>
            <a:r>
              <a:rPr dirty="0" sz="1500" spc="240">
                <a:latin typeface="Times New Roman"/>
                <a:cs typeface="Times New Roman"/>
              </a:rPr>
              <a:t>15</a:t>
            </a:r>
            <a:r>
              <a:rPr dirty="0" sz="1500" spc="405">
                <a:latin typeface="Times New Roman"/>
                <a:cs typeface="Times New Roman"/>
              </a:rPr>
              <a:t> </a:t>
            </a:r>
            <a:r>
              <a:rPr dirty="0" sz="1500" spc="240">
                <a:latin typeface="Times New Roman"/>
                <a:cs typeface="Times New Roman"/>
              </a:rPr>
              <a:t>16</a:t>
            </a:r>
            <a:r>
              <a:rPr dirty="0" sz="1500" spc="270">
                <a:latin typeface="Times New Roman"/>
                <a:cs typeface="Times New Roman"/>
              </a:rPr>
              <a:t> </a:t>
            </a:r>
            <a:r>
              <a:rPr dirty="0" sz="1500" spc="240">
                <a:latin typeface="Times New Roman"/>
                <a:cs typeface="Times New Roman"/>
              </a:rPr>
              <a:t>17</a:t>
            </a:r>
            <a:r>
              <a:rPr dirty="0" sz="1500" spc="75">
                <a:latin typeface="Times New Roman"/>
                <a:cs typeface="Times New Roman"/>
              </a:rPr>
              <a:t>  </a:t>
            </a:r>
            <a:r>
              <a:rPr dirty="0" sz="1500" spc="220">
                <a:latin typeface="Times New Roman"/>
                <a:cs typeface="Times New Roman"/>
              </a:rPr>
              <a:t>18</a:t>
            </a:r>
            <a:endParaRPr sz="1500">
              <a:latin typeface="Times New Roman"/>
              <a:cs typeface="Times New Roman"/>
            </a:endParaRPr>
          </a:p>
          <a:p>
            <a:pPr marL="38100">
              <a:lnSpc>
                <a:spcPct val="100000"/>
              </a:lnSpc>
              <a:spcBef>
                <a:spcPts val="254"/>
              </a:spcBef>
              <a:tabLst>
                <a:tab pos="3077210" algn="l"/>
                <a:tab pos="3545204" algn="l"/>
                <a:tab pos="4714240" algn="l"/>
              </a:tabLst>
            </a:pPr>
            <a:r>
              <a:rPr dirty="0" sz="1500" spc="225">
                <a:latin typeface="Times New Roman"/>
                <a:cs typeface="Times New Roman"/>
              </a:rPr>
              <a:t>A</a:t>
            </a:r>
            <a:r>
              <a:rPr dirty="0" baseline="-13888" sz="1500" spc="337">
                <a:latin typeface="Times New Roman"/>
                <a:cs typeface="Times New Roman"/>
              </a:rPr>
              <a:t>1</a:t>
            </a:r>
            <a:r>
              <a:rPr dirty="0" baseline="-13888" sz="1500" spc="697">
                <a:latin typeface="Times New Roman"/>
                <a:cs typeface="Times New Roman"/>
              </a:rPr>
              <a:t> </a:t>
            </a:r>
            <a:r>
              <a:rPr dirty="0" sz="1500" spc="225">
                <a:latin typeface="Times New Roman"/>
                <a:cs typeface="Times New Roman"/>
              </a:rPr>
              <a:t>A</a:t>
            </a:r>
            <a:r>
              <a:rPr dirty="0" baseline="-13888" sz="1500" spc="337">
                <a:latin typeface="Times New Roman"/>
                <a:cs typeface="Times New Roman"/>
              </a:rPr>
              <a:t>2</a:t>
            </a:r>
            <a:r>
              <a:rPr dirty="0" baseline="-13888" sz="1500" spc="682">
                <a:latin typeface="Times New Roman"/>
                <a:cs typeface="Times New Roman"/>
              </a:rPr>
              <a:t> </a:t>
            </a:r>
            <a:r>
              <a:rPr dirty="0" sz="1500" spc="225">
                <a:latin typeface="Times New Roman"/>
                <a:cs typeface="Times New Roman"/>
              </a:rPr>
              <a:t>A</a:t>
            </a:r>
            <a:r>
              <a:rPr dirty="0" baseline="-13888" sz="1500" spc="337">
                <a:latin typeface="Times New Roman"/>
                <a:cs typeface="Times New Roman"/>
              </a:rPr>
              <a:t>3</a:t>
            </a:r>
            <a:r>
              <a:rPr dirty="0" baseline="-13888" sz="1500" spc="705">
                <a:latin typeface="Times New Roman"/>
                <a:cs typeface="Times New Roman"/>
              </a:rPr>
              <a:t> </a:t>
            </a:r>
            <a:r>
              <a:rPr dirty="0" sz="1500" spc="200">
                <a:latin typeface="Times New Roman"/>
                <a:cs typeface="Times New Roman"/>
              </a:rPr>
              <a:t>A</a:t>
            </a:r>
            <a:r>
              <a:rPr dirty="0" baseline="-13888" sz="1500" spc="300">
                <a:latin typeface="Times New Roman"/>
                <a:cs typeface="Times New Roman"/>
              </a:rPr>
              <a:t>4</a:t>
            </a:r>
            <a:r>
              <a:rPr dirty="0" baseline="-13888" sz="1500">
                <a:latin typeface="Times New Roman"/>
                <a:cs typeface="Times New Roman"/>
              </a:rPr>
              <a:t>	</a:t>
            </a:r>
            <a:r>
              <a:rPr dirty="0" sz="1500" spc="285">
                <a:latin typeface="Times New Roman"/>
                <a:cs typeface="Times New Roman"/>
              </a:rPr>
              <a:t>A</a:t>
            </a:r>
            <a:r>
              <a:rPr dirty="0" sz="1500">
                <a:latin typeface="Times New Roman"/>
                <a:cs typeface="Times New Roman"/>
              </a:rPr>
              <a:t>	</a:t>
            </a:r>
            <a:r>
              <a:rPr dirty="0" sz="1500" spc="270">
                <a:latin typeface="Times New Roman"/>
                <a:cs typeface="Times New Roman"/>
              </a:rPr>
              <a:t>C</a:t>
            </a:r>
            <a:r>
              <a:rPr dirty="0" sz="1500">
                <a:latin typeface="Times New Roman"/>
                <a:cs typeface="Times New Roman"/>
              </a:rPr>
              <a:t>	</a:t>
            </a:r>
            <a:r>
              <a:rPr dirty="0" sz="1500" spc="335">
                <a:latin typeface="Times New Roman"/>
                <a:cs typeface="Times New Roman"/>
              </a:rPr>
              <a:t>A</a:t>
            </a:r>
            <a:r>
              <a:rPr dirty="0" sz="1500" spc="335">
                <a:latin typeface="宋体"/>
                <a:cs typeface="宋体"/>
              </a:rPr>
              <a:t>×</a:t>
            </a:r>
            <a:r>
              <a:rPr dirty="0" sz="1500" spc="335">
                <a:latin typeface="Times New Roman"/>
                <a:cs typeface="Times New Roman"/>
              </a:rPr>
              <a:t>B</a:t>
            </a:r>
            <a:endParaRPr sz="1500">
              <a:latin typeface="Times New Roman"/>
              <a:cs typeface="Times New Roman"/>
            </a:endParaRPr>
          </a:p>
          <a:p>
            <a:pPr marL="38100">
              <a:lnSpc>
                <a:spcPts val="1570"/>
              </a:lnSpc>
              <a:spcBef>
                <a:spcPts val="780"/>
              </a:spcBef>
              <a:tabLst>
                <a:tab pos="3077210" algn="l"/>
                <a:tab pos="3545204" algn="l"/>
                <a:tab pos="4714240" algn="l"/>
              </a:tabLst>
            </a:pPr>
            <a:r>
              <a:rPr dirty="0" sz="1500" spc="235">
                <a:latin typeface="Times New Roman"/>
                <a:cs typeface="Times New Roman"/>
              </a:rPr>
              <a:t>B</a:t>
            </a:r>
            <a:r>
              <a:rPr dirty="0" baseline="-13888" sz="1500" spc="352">
                <a:latin typeface="Times New Roman"/>
                <a:cs typeface="Times New Roman"/>
              </a:rPr>
              <a:t>1</a:t>
            </a:r>
            <a:r>
              <a:rPr dirty="0" baseline="-13888" sz="1500" spc="585">
                <a:latin typeface="Times New Roman"/>
                <a:cs typeface="Times New Roman"/>
              </a:rPr>
              <a:t> </a:t>
            </a:r>
            <a:r>
              <a:rPr dirty="0" sz="1500" spc="235">
                <a:latin typeface="Times New Roman"/>
                <a:cs typeface="Times New Roman"/>
              </a:rPr>
              <a:t>B</a:t>
            </a:r>
            <a:r>
              <a:rPr dirty="0" baseline="-13888" sz="1500" spc="352">
                <a:latin typeface="Times New Roman"/>
                <a:cs typeface="Times New Roman"/>
              </a:rPr>
              <a:t>2</a:t>
            </a:r>
            <a:r>
              <a:rPr dirty="0" baseline="-13888" sz="1500" spc="307">
                <a:latin typeface="Times New Roman"/>
                <a:cs typeface="Times New Roman"/>
              </a:rPr>
              <a:t>  </a:t>
            </a:r>
            <a:r>
              <a:rPr dirty="0" sz="1500" spc="235">
                <a:latin typeface="Times New Roman"/>
                <a:cs typeface="Times New Roman"/>
              </a:rPr>
              <a:t>B</a:t>
            </a:r>
            <a:r>
              <a:rPr dirty="0" baseline="-13888" sz="1500" spc="352">
                <a:latin typeface="Times New Roman"/>
                <a:cs typeface="Times New Roman"/>
              </a:rPr>
              <a:t>3</a:t>
            </a:r>
            <a:r>
              <a:rPr dirty="0" baseline="-13888" sz="1500" spc="217">
                <a:latin typeface="Times New Roman"/>
                <a:cs typeface="Times New Roman"/>
              </a:rPr>
              <a:t>  </a:t>
            </a:r>
            <a:r>
              <a:rPr dirty="0" sz="1500" spc="204">
                <a:latin typeface="Times New Roman"/>
                <a:cs typeface="Times New Roman"/>
              </a:rPr>
              <a:t>B</a:t>
            </a:r>
            <a:r>
              <a:rPr dirty="0" baseline="-13888" sz="1500" spc="307">
                <a:latin typeface="Times New Roman"/>
                <a:cs typeface="Times New Roman"/>
              </a:rPr>
              <a:t>4</a:t>
            </a:r>
            <a:r>
              <a:rPr dirty="0" baseline="-13888" sz="1500">
                <a:latin typeface="Times New Roman"/>
                <a:cs typeface="Times New Roman"/>
              </a:rPr>
              <a:t>	</a:t>
            </a:r>
            <a:r>
              <a:rPr dirty="0" sz="1500" spc="270">
                <a:latin typeface="Times New Roman"/>
                <a:cs typeface="Times New Roman"/>
              </a:rPr>
              <a:t>B</a:t>
            </a:r>
            <a:r>
              <a:rPr dirty="0" sz="1500">
                <a:latin typeface="Times New Roman"/>
                <a:cs typeface="Times New Roman"/>
              </a:rPr>
              <a:t>	</a:t>
            </a:r>
            <a:r>
              <a:rPr dirty="0" sz="1500" spc="285">
                <a:latin typeface="Times New Roman"/>
                <a:cs typeface="Times New Roman"/>
              </a:rPr>
              <a:t>D</a:t>
            </a:r>
            <a:r>
              <a:rPr dirty="0" sz="1500">
                <a:latin typeface="Times New Roman"/>
                <a:cs typeface="Times New Roman"/>
              </a:rPr>
              <a:t>	</a:t>
            </a:r>
            <a:r>
              <a:rPr dirty="0" sz="1500" spc="345">
                <a:latin typeface="Times New Roman"/>
                <a:cs typeface="Times New Roman"/>
              </a:rPr>
              <a:t>C</a:t>
            </a:r>
            <a:r>
              <a:rPr dirty="0" sz="1500" spc="345">
                <a:latin typeface="宋体"/>
                <a:cs typeface="宋体"/>
              </a:rPr>
              <a:t>×</a:t>
            </a:r>
            <a:r>
              <a:rPr dirty="0" sz="1500" spc="345">
                <a:latin typeface="Times New Roman"/>
                <a:cs typeface="Times New Roman"/>
              </a:rPr>
              <a:t>D</a:t>
            </a:r>
            <a:endParaRPr sz="1500">
              <a:latin typeface="Times New Roman"/>
              <a:cs typeface="Times New Roman"/>
            </a:endParaRPr>
          </a:p>
          <a:p>
            <a:pPr marL="4330700">
              <a:lnSpc>
                <a:spcPts val="1689"/>
              </a:lnSpc>
            </a:pPr>
            <a:r>
              <a:rPr dirty="0" sz="1600" spc="-30">
                <a:solidFill>
                  <a:srgbClr val="006FC0"/>
                </a:solidFill>
                <a:latin typeface="黑体"/>
                <a:cs typeface="黑体"/>
              </a:rPr>
              <a:t>为什么最后一个乘法任</a:t>
            </a:r>
            <a:endParaRPr sz="1600">
              <a:latin typeface="黑体"/>
              <a:cs typeface="黑体"/>
            </a:endParaRPr>
          </a:p>
          <a:p>
            <a:pPr marL="4330700">
              <a:lnSpc>
                <a:spcPct val="100000"/>
              </a:lnSpc>
            </a:pPr>
            <a:r>
              <a:rPr dirty="0" sz="1600" spc="-30">
                <a:solidFill>
                  <a:srgbClr val="006FC0"/>
                </a:solidFill>
                <a:latin typeface="黑体"/>
                <a:cs typeface="黑体"/>
              </a:rPr>
              <a:t>务从这里开始？</a:t>
            </a:r>
            <a:endParaRPr sz="1600">
              <a:latin typeface="黑体"/>
              <a:cs typeface="黑体"/>
            </a:endParaRPr>
          </a:p>
        </p:txBody>
      </p:sp>
      <p:sp>
        <p:nvSpPr>
          <p:cNvPr id="146" name="object 146" descr=""/>
          <p:cNvSpPr/>
          <p:nvPr/>
        </p:nvSpPr>
        <p:spPr>
          <a:xfrm>
            <a:off x="2567051" y="2646426"/>
            <a:ext cx="6337300" cy="1935480"/>
          </a:xfrm>
          <a:custGeom>
            <a:avLst/>
            <a:gdLst/>
            <a:ahLst/>
            <a:cxnLst/>
            <a:rect l="l" t="t" r="r" b="b"/>
            <a:pathLst>
              <a:path w="6337300" h="1935479">
                <a:moveTo>
                  <a:pt x="0" y="1935099"/>
                </a:moveTo>
                <a:lnTo>
                  <a:pt x="6337300" y="1935099"/>
                </a:lnTo>
                <a:lnTo>
                  <a:pt x="6337300" y="0"/>
                </a:lnTo>
                <a:lnTo>
                  <a:pt x="0" y="0"/>
                </a:lnTo>
                <a:lnTo>
                  <a:pt x="0" y="1935099"/>
                </a:lnTo>
                <a:close/>
              </a:path>
            </a:pathLst>
          </a:custGeom>
          <a:ln w="22224">
            <a:solidFill>
              <a:srgbClr val="FF0000"/>
            </a:solidFill>
            <a:prstDash val="sysDash"/>
          </a:ln>
        </p:spPr>
        <p:txBody>
          <a:bodyPr wrap="square" lIns="0" tIns="0" rIns="0" bIns="0" rtlCol="0"/>
          <a:lstStyl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774293" y="702948"/>
            <a:ext cx="9862185" cy="1149350"/>
          </a:xfrm>
          <a:prstGeom prst="rect">
            <a:avLst/>
          </a:prstGeom>
        </p:spPr>
        <p:txBody>
          <a:bodyPr wrap="square" lIns="0" tIns="193675" rIns="0" bIns="0" rtlCol="0" vert="horz">
            <a:spAutoFit/>
          </a:bodyPr>
          <a:lstStyle/>
          <a:p>
            <a:pPr marL="12700">
              <a:lnSpc>
                <a:spcPct val="100000"/>
              </a:lnSpc>
              <a:spcBef>
                <a:spcPts val="1525"/>
              </a:spcBef>
            </a:pPr>
            <a:r>
              <a:rPr dirty="0" sz="2400" spc="-20" b="1">
                <a:solidFill>
                  <a:srgbClr val="40458B"/>
                </a:solidFill>
                <a:latin typeface="宋体"/>
                <a:cs typeface="宋体"/>
              </a:rPr>
              <a:t>（3）</a:t>
            </a:r>
            <a:r>
              <a:rPr dirty="0" sz="2400" spc="-30" b="1">
                <a:solidFill>
                  <a:srgbClr val="40458B"/>
                </a:solidFill>
                <a:latin typeface="宋体"/>
                <a:cs typeface="宋体"/>
              </a:rPr>
              <a:t>计算性能</a:t>
            </a:r>
            <a:endParaRPr sz="2400">
              <a:latin typeface="宋体"/>
              <a:cs typeface="宋体"/>
            </a:endParaRPr>
          </a:p>
          <a:p>
            <a:pPr marL="1726564" indent="-456565">
              <a:lnSpc>
                <a:spcPct val="100000"/>
              </a:lnSpc>
              <a:spcBef>
                <a:spcPts val="1535"/>
              </a:spcBef>
              <a:buClr>
                <a:srgbClr val="4668F5"/>
              </a:buClr>
              <a:buSzPct val="60416"/>
              <a:buFont typeface="Wingdings"/>
              <a:buChar char=""/>
              <a:tabLst>
                <a:tab pos="1726564" algn="l"/>
              </a:tabLst>
            </a:pPr>
            <a:r>
              <a:rPr dirty="0" sz="2400" spc="-20" b="1">
                <a:solidFill>
                  <a:srgbClr val="00AFEF"/>
                </a:solidFill>
                <a:latin typeface="黑体"/>
                <a:cs typeface="黑体"/>
              </a:rPr>
              <a:t>在</a:t>
            </a:r>
            <a:r>
              <a:rPr dirty="0" sz="2400" spc="-20" b="1">
                <a:solidFill>
                  <a:srgbClr val="9933FF"/>
                </a:solidFill>
                <a:latin typeface="黑体"/>
                <a:cs typeface="黑体"/>
              </a:rPr>
              <a:t>18</a:t>
            </a:r>
            <a:r>
              <a:rPr dirty="0" sz="2400" spc="-20" b="1">
                <a:solidFill>
                  <a:srgbClr val="00AFEF"/>
                </a:solidFill>
                <a:latin typeface="黑体"/>
                <a:cs typeface="黑体"/>
              </a:rPr>
              <a:t>个</a:t>
            </a:r>
            <a:r>
              <a:rPr dirty="0" sz="2400" spc="-40" b="1">
                <a:solidFill>
                  <a:srgbClr val="9933FF"/>
                </a:solidFill>
                <a:latin typeface="黑体"/>
                <a:cs typeface="黑体"/>
              </a:rPr>
              <a:t>△</a:t>
            </a:r>
            <a:r>
              <a:rPr dirty="0" sz="2500" spc="-40" b="1" i="1">
                <a:solidFill>
                  <a:srgbClr val="9933FF"/>
                </a:solidFill>
                <a:latin typeface="黑体"/>
                <a:cs typeface="黑体"/>
              </a:rPr>
              <a:t>t</a:t>
            </a:r>
            <a:r>
              <a:rPr dirty="0" sz="2400" spc="-20" b="1">
                <a:solidFill>
                  <a:srgbClr val="00AFEF"/>
                </a:solidFill>
                <a:latin typeface="黑体"/>
                <a:cs typeface="黑体"/>
              </a:rPr>
              <a:t>时间中，给出了</a:t>
            </a:r>
            <a:r>
              <a:rPr dirty="0" sz="2400" spc="-20" b="1">
                <a:solidFill>
                  <a:srgbClr val="9933FF"/>
                </a:solidFill>
                <a:latin typeface="黑体"/>
                <a:cs typeface="黑体"/>
              </a:rPr>
              <a:t>7</a:t>
            </a:r>
            <a:r>
              <a:rPr dirty="0" sz="2400" spc="-20" b="1">
                <a:solidFill>
                  <a:srgbClr val="080808"/>
                </a:solidFill>
                <a:latin typeface="黑体"/>
                <a:cs typeface="黑体"/>
              </a:rPr>
              <a:t>个</a:t>
            </a:r>
            <a:r>
              <a:rPr dirty="0" sz="2400" spc="-20" b="1">
                <a:solidFill>
                  <a:srgbClr val="00AFEF"/>
                </a:solidFill>
                <a:latin typeface="黑体"/>
                <a:cs typeface="黑体"/>
              </a:rPr>
              <a:t>结果（7个任务）</a:t>
            </a:r>
            <a:r>
              <a:rPr dirty="0" sz="2400" spc="-25" b="1">
                <a:solidFill>
                  <a:srgbClr val="00AFEF"/>
                </a:solidFill>
                <a:latin typeface="黑体"/>
                <a:cs typeface="黑体"/>
              </a:rPr>
              <a:t>。吞吐率为：</a:t>
            </a:r>
            <a:endParaRPr sz="2400">
              <a:latin typeface="黑体"/>
              <a:cs typeface="黑体"/>
            </a:endParaRPr>
          </a:p>
        </p:txBody>
      </p:sp>
      <p:grpSp>
        <p:nvGrpSpPr>
          <p:cNvPr id="9" name="object 9" descr=""/>
          <p:cNvGrpSpPr/>
          <p:nvPr/>
        </p:nvGrpSpPr>
        <p:grpSpPr>
          <a:xfrm>
            <a:off x="5441950" y="1984438"/>
            <a:ext cx="6564630" cy="767080"/>
            <a:chOff x="5441950" y="1984438"/>
            <a:chExt cx="6564630" cy="767080"/>
          </a:xfrm>
        </p:grpSpPr>
        <p:sp>
          <p:nvSpPr>
            <p:cNvPr id="10" name="object 10" descr=""/>
            <p:cNvSpPr/>
            <p:nvPr/>
          </p:nvSpPr>
          <p:spPr>
            <a:xfrm>
              <a:off x="5441950" y="1984438"/>
              <a:ext cx="6564630" cy="767080"/>
            </a:xfrm>
            <a:custGeom>
              <a:avLst/>
              <a:gdLst/>
              <a:ahLst/>
              <a:cxnLst/>
              <a:rect l="l" t="t" r="r" b="b"/>
              <a:pathLst>
                <a:path w="6564630" h="767080">
                  <a:moveTo>
                    <a:pt x="6564376" y="0"/>
                  </a:moveTo>
                  <a:lnTo>
                    <a:pt x="0" y="0"/>
                  </a:lnTo>
                  <a:lnTo>
                    <a:pt x="0" y="766762"/>
                  </a:lnTo>
                  <a:lnTo>
                    <a:pt x="6564376" y="766762"/>
                  </a:lnTo>
                  <a:lnTo>
                    <a:pt x="6564376" y="0"/>
                  </a:lnTo>
                  <a:close/>
                </a:path>
              </a:pathLst>
            </a:custGeom>
            <a:solidFill>
              <a:srgbClr val="B7C1EB"/>
            </a:solidFill>
          </p:spPr>
          <p:txBody>
            <a:bodyPr wrap="square" lIns="0" tIns="0" rIns="0" bIns="0" rtlCol="0"/>
            <a:lstStyle/>
            <a:p/>
          </p:txBody>
        </p:sp>
        <p:sp>
          <p:nvSpPr>
            <p:cNvPr id="11" name="object 11" descr=""/>
            <p:cNvSpPr/>
            <p:nvPr/>
          </p:nvSpPr>
          <p:spPr>
            <a:xfrm>
              <a:off x="6808286" y="2381675"/>
              <a:ext cx="5050790" cy="0"/>
            </a:xfrm>
            <a:custGeom>
              <a:avLst/>
              <a:gdLst/>
              <a:ahLst/>
              <a:cxnLst/>
              <a:rect l="l" t="t" r="r" b="b"/>
              <a:pathLst>
                <a:path w="5050790" h="0">
                  <a:moveTo>
                    <a:pt x="0" y="0"/>
                  </a:moveTo>
                  <a:lnTo>
                    <a:pt x="3274811" y="0"/>
                  </a:lnTo>
                </a:path>
                <a:path w="5050790" h="0">
                  <a:moveTo>
                    <a:pt x="3903706" y="0"/>
                  </a:moveTo>
                  <a:lnTo>
                    <a:pt x="5050289" y="0"/>
                  </a:lnTo>
                </a:path>
              </a:pathLst>
            </a:custGeom>
            <a:ln w="21915">
              <a:solidFill>
                <a:srgbClr val="000000"/>
              </a:solidFill>
            </a:ln>
          </p:spPr>
          <p:txBody>
            <a:bodyPr wrap="square" lIns="0" tIns="0" rIns="0" bIns="0" rtlCol="0"/>
            <a:lstStyle/>
            <a:p/>
          </p:txBody>
        </p:sp>
      </p:grpSp>
      <p:sp>
        <p:nvSpPr>
          <p:cNvPr id="12" name="object 12" descr=""/>
          <p:cNvSpPr txBox="1"/>
          <p:nvPr/>
        </p:nvSpPr>
        <p:spPr>
          <a:xfrm>
            <a:off x="8293077" y="1956667"/>
            <a:ext cx="314325" cy="384810"/>
          </a:xfrm>
          <a:prstGeom prst="rect">
            <a:avLst/>
          </a:prstGeom>
        </p:spPr>
        <p:txBody>
          <a:bodyPr wrap="square" lIns="0" tIns="13335" rIns="0" bIns="0" rtlCol="0" vert="horz">
            <a:spAutoFit/>
          </a:bodyPr>
          <a:lstStyle/>
          <a:p>
            <a:pPr>
              <a:lnSpc>
                <a:spcPct val="100000"/>
              </a:lnSpc>
              <a:spcBef>
                <a:spcPts val="105"/>
              </a:spcBef>
            </a:pPr>
            <a:r>
              <a:rPr dirty="0" sz="2350" spc="1145">
                <a:latin typeface="Times New Roman"/>
                <a:cs typeface="Times New Roman"/>
              </a:rPr>
              <a:t>n</a:t>
            </a:r>
            <a:endParaRPr sz="2350">
              <a:latin typeface="Times New Roman"/>
              <a:cs typeface="Times New Roman"/>
            </a:endParaRPr>
          </a:p>
        </p:txBody>
      </p:sp>
      <p:sp>
        <p:nvSpPr>
          <p:cNvPr id="13" name="object 13" descr=""/>
          <p:cNvSpPr txBox="1"/>
          <p:nvPr/>
        </p:nvSpPr>
        <p:spPr>
          <a:xfrm>
            <a:off x="5494452" y="2144142"/>
            <a:ext cx="1185545" cy="384810"/>
          </a:xfrm>
          <a:prstGeom prst="rect">
            <a:avLst/>
          </a:prstGeom>
        </p:spPr>
        <p:txBody>
          <a:bodyPr wrap="square" lIns="0" tIns="13335" rIns="0" bIns="0" rtlCol="0" vert="horz">
            <a:spAutoFit/>
          </a:bodyPr>
          <a:lstStyle/>
          <a:p>
            <a:pPr>
              <a:lnSpc>
                <a:spcPct val="100000"/>
              </a:lnSpc>
              <a:spcBef>
                <a:spcPts val="105"/>
              </a:spcBef>
              <a:tabLst>
                <a:tab pos="840740" algn="l"/>
              </a:tabLst>
            </a:pPr>
            <a:r>
              <a:rPr dirty="0" sz="2350" spc="1350" i="1">
                <a:latin typeface="Times New Roman"/>
                <a:cs typeface="Times New Roman"/>
              </a:rPr>
              <a:t>TP</a:t>
            </a:r>
            <a:r>
              <a:rPr dirty="0" sz="2350" i="1">
                <a:latin typeface="Times New Roman"/>
                <a:cs typeface="Times New Roman"/>
              </a:rPr>
              <a:t>	</a:t>
            </a:r>
            <a:r>
              <a:rPr dirty="0" sz="2350" spc="1250">
                <a:latin typeface="Symbol"/>
                <a:cs typeface="Symbol"/>
              </a:rPr>
              <a:t></a:t>
            </a:r>
            <a:endParaRPr sz="2350">
              <a:latin typeface="Symbol"/>
              <a:cs typeface="Symbol"/>
            </a:endParaRPr>
          </a:p>
        </p:txBody>
      </p:sp>
      <p:sp>
        <p:nvSpPr>
          <p:cNvPr id="14" name="object 14" descr=""/>
          <p:cNvSpPr txBox="1"/>
          <p:nvPr/>
        </p:nvSpPr>
        <p:spPr>
          <a:xfrm>
            <a:off x="10239267" y="2144142"/>
            <a:ext cx="344170" cy="384810"/>
          </a:xfrm>
          <a:prstGeom prst="rect">
            <a:avLst/>
          </a:prstGeom>
        </p:spPr>
        <p:txBody>
          <a:bodyPr wrap="square" lIns="0" tIns="13335" rIns="0" bIns="0" rtlCol="0" vert="horz">
            <a:spAutoFit/>
          </a:bodyPr>
          <a:lstStyle/>
          <a:p>
            <a:pPr>
              <a:lnSpc>
                <a:spcPct val="100000"/>
              </a:lnSpc>
              <a:spcBef>
                <a:spcPts val="105"/>
              </a:spcBef>
            </a:pPr>
            <a:r>
              <a:rPr dirty="0" sz="2350" spc="1260">
                <a:latin typeface="Symbol"/>
                <a:cs typeface="Symbol"/>
              </a:rPr>
              <a:t></a:t>
            </a:r>
            <a:endParaRPr sz="2350">
              <a:latin typeface="Symbol"/>
              <a:cs typeface="Symbol"/>
            </a:endParaRPr>
          </a:p>
        </p:txBody>
      </p:sp>
      <p:sp>
        <p:nvSpPr>
          <p:cNvPr id="15" name="object 15" descr=""/>
          <p:cNvSpPr txBox="1"/>
          <p:nvPr/>
        </p:nvSpPr>
        <p:spPr>
          <a:xfrm>
            <a:off x="10682016" y="1895299"/>
            <a:ext cx="1136015" cy="866140"/>
          </a:xfrm>
          <a:prstGeom prst="rect">
            <a:avLst/>
          </a:prstGeom>
        </p:spPr>
        <p:txBody>
          <a:bodyPr wrap="square" lIns="0" tIns="74295" rIns="0" bIns="0" rtlCol="0" vert="horz">
            <a:spAutoFit/>
          </a:bodyPr>
          <a:lstStyle/>
          <a:p>
            <a:pPr marL="455930">
              <a:lnSpc>
                <a:spcPct val="100000"/>
              </a:lnSpc>
              <a:spcBef>
                <a:spcPts val="585"/>
              </a:spcBef>
            </a:pPr>
            <a:r>
              <a:rPr dirty="0" sz="2350" spc="1145">
                <a:latin typeface="Times New Roman"/>
                <a:cs typeface="Times New Roman"/>
              </a:rPr>
              <a:t>7</a:t>
            </a:r>
            <a:endParaRPr sz="2350">
              <a:latin typeface="Times New Roman"/>
              <a:cs typeface="Times New Roman"/>
            </a:endParaRPr>
          </a:p>
          <a:p>
            <a:pPr>
              <a:lnSpc>
                <a:spcPct val="100000"/>
              </a:lnSpc>
              <a:spcBef>
                <a:spcPts val="490"/>
              </a:spcBef>
            </a:pPr>
            <a:r>
              <a:rPr dirty="0" sz="2350" spc="1075">
                <a:latin typeface="Times New Roman"/>
                <a:cs typeface="Times New Roman"/>
              </a:rPr>
              <a:t>18</a:t>
            </a:r>
            <a:r>
              <a:rPr dirty="0" sz="2350" spc="1075">
                <a:latin typeface="Symbol"/>
                <a:cs typeface="Symbol"/>
              </a:rPr>
              <a:t></a:t>
            </a:r>
            <a:r>
              <a:rPr dirty="0" sz="2350" spc="1075" i="1">
                <a:latin typeface="Times New Roman"/>
                <a:cs typeface="Times New Roman"/>
              </a:rPr>
              <a:t>t</a:t>
            </a:r>
            <a:endParaRPr sz="2350">
              <a:latin typeface="Times New Roman"/>
              <a:cs typeface="Times New Roman"/>
            </a:endParaRPr>
          </a:p>
        </p:txBody>
      </p:sp>
      <p:sp>
        <p:nvSpPr>
          <p:cNvPr id="16" name="object 16" descr=""/>
          <p:cNvSpPr txBox="1"/>
          <p:nvPr/>
        </p:nvSpPr>
        <p:spPr>
          <a:xfrm>
            <a:off x="6511584" y="2376821"/>
            <a:ext cx="3529965" cy="384810"/>
          </a:xfrm>
          <a:prstGeom prst="rect">
            <a:avLst/>
          </a:prstGeom>
        </p:spPr>
        <p:txBody>
          <a:bodyPr wrap="square" lIns="0" tIns="13335" rIns="0" bIns="0" rtlCol="0" vert="horz">
            <a:spAutoFit/>
          </a:bodyPr>
          <a:lstStyle/>
          <a:p>
            <a:pPr>
              <a:lnSpc>
                <a:spcPct val="100000"/>
              </a:lnSpc>
              <a:spcBef>
                <a:spcPts val="105"/>
              </a:spcBef>
            </a:pPr>
            <a:r>
              <a:rPr dirty="0" sz="2350" spc="1750">
                <a:latin typeface="宋体"/>
                <a:cs typeface="宋体"/>
              </a:rPr>
              <a:t>（</a:t>
            </a:r>
            <a:r>
              <a:rPr dirty="0" sz="2350" spc="1750">
                <a:latin typeface="Times New Roman"/>
                <a:cs typeface="Times New Roman"/>
              </a:rPr>
              <a:t>k</a:t>
            </a:r>
            <a:r>
              <a:rPr dirty="0" sz="2350" spc="310">
                <a:latin typeface="Times New Roman"/>
                <a:cs typeface="Times New Roman"/>
              </a:rPr>
              <a:t> </a:t>
            </a:r>
            <a:r>
              <a:rPr dirty="0" sz="2350" spc="1310">
                <a:latin typeface="Symbol"/>
                <a:cs typeface="Symbol"/>
              </a:rPr>
              <a:t></a:t>
            </a:r>
            <a:r>
              <a:rPr dirty="0" sz="2350" spc="225">
                <a:latin typeface="Times New Roman"/>
                <a:cs typeface="Times New Roman"/>
              </a:rPr>
              <a:t> </a:t>
            </a:r>
            <a:r>
              <a:rPr dirty="0" sz="2350" spc="1195">
                <a:latin typeface="Times New Roman"/>
                <a:cs typeface="Times New Roman"/>
              </a:rPr>
              <a:t>n</a:t>
            </a:r>
            <a:r>
              <a:rPr dirty="0" sz="2350" spc="315">
                <a:latin typeface="Times New Roman"/>
                <a:cs typeface="Times New Roman"/>
              </a:rPr>
              <a:t> </a:t>
            </a:r>
            <a:r>
              <a:rPr dirty="0" sz="2350" spc="1215">
                <a:latin typeface="Symbol"/>
                <a:cs typeface="Symbol"/>
              </a:rPr>
              <a:t></a:t>
            </a:r>
            <a:r>
              <a:rPr dirty="0" sz="2350" spc="1215">
                <a:latin typeface="Times New Roman"/>
                <a:cs typeface="Times New Roman"/>
              </a:rPr>
              <a:t>1</a:t>
            </a:r>
            <a:r>
              <a:rPr dirty="0" sz="2350" spc="1215">
                <a:latin typeface="宋体"/>
                <a:cs typeface="宋体"/>
              </a:rPr>
              <a:t>）</a:t>
            </a:r>
            <a:r>
              <a:rPr dirty="0" sz="2350" spc="1215">
                <a:latin typeface="Symbol"/>
                <a:cs typeface="Symbol"/>
              </a:rPr>
              <a:t></a:t>
            </a:r>
            <a:r>
              <a:rPr dirty="0" sz="2350" spc="1215" i="1">
                <a:latin typeface="Times New Roman"/>
                <a:cs typeface="Times New Roman"/>
              </a:rPr>
              <a:t>t</a:t>
            </a:r>
            <a:endParaRPr sz="2350">
              <a:latin typeface="Times New Roman"/>
              <a:cs typeface="Times New Roman"/>
            </a:endParaRPr>
          </a:p>
        </p:txBody>
      </p:sp>
      <p:grpSp>
        <p:nvGrpSpPr>
          <p:cNvPr id="17" name="object 17" descr=""/>
          <p:cNvGrpSpPr/>
          <p:nvPr/>
        </p:nvGrpSpPr>
        <p:grpSpPr>
          <a:xfrm>
            <a:off x="7391400" y="4078351"/>
            <a:ext cx="2665730" cy="787400"/>
            <a:chOff x="7391400" y="4078351"/>
            <a:chExt cx="2665730" cy="787400"/>
          </a:xfrm>
        </p:grpSpPr>
        <p:sp>
          <p:nvSpPr>
            <p:cNvPr id="18" name="object 18" descr=""/>
            <p:cNvSpPr/>
            <p:nvPr/>
          </p:nvSpPr>
          <p:spPr>
            <a:xfrm>
              <a:off x="7391400" y="4078351"/>
              <a:ext cx="2665730" cy="787400"/>
            </a:xfrm>
            <a:custGeom>
              <a:avLst/>
              <a:gdLst/>
              <a:ahLst/>
              <a:cxnLst/>
              <a:rect l="l" t="t" r="r" b="b"/>
              <a:pathLst>
                <a:path w="2665729" h="787400">
                  <a:moveTo>
                    <a:pt x="2665476" y="0"/>
                  </a:moveTo>
                  <a:lnTo>
                    <a:pt x="0" y="0"/>
                  </a:lnTo>
                  <a:lnTo>
                    <a:pt x="0" y="787400"/>
                  </a:lnTo>
                  <a:lnTo>
                    <a:pt x="2665476" y="787400"/>
                  </a:lnTo>
                  <a:lnTo>
                    <a:pt x="2665476" y="0"/>
                  </a:lnTo>
                  <a:close/>
                </a:path>
              </a:pathLst>
            </a:custGeom>
            <a:solidFill>
              <a:srgbClr val="FFC000"/>
            </a:solidFill>
          </p:spPr>
          <p:txBody>
            <a:bodyPr wrap="square" lIns="0" tIns="0" rIns="0" bIns="0" rtlCol="0"/>
            <a:lstStyle/>
            <a:p/>
          </p:txBody>
        </p:sp>
        <p:sp>
          <p:nvSpPr>
            <p:cNvPr id="19" name="object 19" descr=""/>
            <p:cNvSpPr/>
            <p:nvPr/>
          </p:nvSpPr>
          <p:spPr>
            <a:xfrm>
              <a:off x="8243256" y="4493247"/>
              <a:ext cx="988060" cy="0"/>
            </a:xfrm>
            <a:custGeom>
              <a:avLst/>
              <a:gdLst/>
              <a:ahLst/>
              <a:cxnLst/>
              <a:rect l="l" t="t" r="r" b="b"/>
              <a:pathLst>
                <a:path w="988059" h="0">
                  <a:moveTo>
                    <a:pt x="0" y="0"/>
                  </a:moveTo>
                  <a:lnTo>
                    <a:pt x="987672" y="0"/>
                  </a:lnTo>
                </a:path>
              </a:pathLst>
            </a:custGeom>
            <a:ln w="13308">
              <a:solidFill>
                <a:srgbClr val="000000"/>
              </a:solidFill>
            </a:ln>
          </p:spPr>
          <p:txBody>
            <a:bodyPr wrap="square" lIns="0" tIns="0" rIns="0" bIns="0" rtlCol="0"/>
            <a:lstStyle/>
            <a:p/>
          </p:txBody>
        </p:sp>
      </p:grpSp>
      <p:sp>
        <p:nvSpPr>
          <p:cNvPr id="20" name="object 20"/>
          <p:cNvSpPr txBox="1">
            <a:spLocks noGrp="1"/>
          </p:cNvSpPr>
          <p:nvPr>
            <p:ph type="title"/>
          </p:nvPr>
        </p:nvSpPr>
        <p:spPr>
          <a:xfrm>
            <a:off x="1163637" y="233883"/>
            <a:ext cx="11041380" cy="514350"/>
          </a:xfrm>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grpSp>
        <p:nvGrpSpPr>
          <p:cNvPr id="21" name="object 21" descr=""/>
          <p:cNvGrpSpPr/>
          <p:nvPr/>
        </p:nvGrpSpPr>
        <p:grpSpPr>
          <a:xfrm>
            <a:off x="7140575" y="5341937"/>
            <a:ext cx="3025775" cy="846455"/>
            <a:chOff x="7140575" y="5341937"/>
            <a:chExt cx="3025775" cy="846455"/>
          </a:xfrm>
        </p:grpSpPr>
        <p:sp>
          <p:nvSpPr>
            <p:cNvPr id="22" name="object 22" descr=""/>
            <p:cNvSpPr/>
            <p:nvPr/>
          </p:nvSpPr>
          <p:spPr>
            <a:xfrm>
              <a:off x="7140575" y="5341937"/>
              <a:ext cx="3025775" cy="846455"/>
            </a:xfrm>
            <a:custGeom>
              <a:avLst/>
              <a:gdLst/>
              <a:ahLst/>
              <a:cxnLst/>
              <a:rect l="l" t="t" r="r" b="b"/>
              <a:pathLst>
                <a:path w="3025775" h="846454">
                  <a:moveTo>
                    <a:pt x="3025775" y="0"/>
                  </a:moveTo>
                  <a:lnTo>
                    <a:pt x="0" y="0"/>
                  </a:lnTo>
                  <a:lnTo>
                    <a:pt x="0" y="846137"/>
                  </a:lnTo>
                  <a:lnTo>
                    <a:pt x="3025775" y="846137"/>
                  </a:lnTo>
                  <a:lnTo>
                    <a:pt x="3025775" y="0"/>
                  </a:lnTo>
                  <a:close/>
                </a:path>
              </a:pathLst>
            </a:custGeom>
            <a:solidFill>
              <a:srgbClr val="B7C1EB"/>
            </a:solidFill>
          </p:spPr>
          <p:txBody>
            <a:bodyPr wrap="square" lIns="0" tIns="0" rIns="0" bIns="0" rtlCol="0"/>
            <a:lstStyle/>
            <a:p/>
          </p:txBody>
        </p:sp>
        <p:sp>
          <p:nvSpPr>
            <p:cNvPr id="23" name="object 23" descr=""/>
            <p:cNvSpPr/>
            <p:nvPr/>
          </p:nvSpPr>
          <p:spPr>
            <a:xfrm>
              <a:off x="7752069" y="5780294"/>
              <a:ext cx="1460500" cy="0"/>
            </a:xfrm>
            <a:custGeom>
              <a:avLst/>
              <a:gdLst/>
              <a:ahLst/>
              <a:cxnLst/>
              <a:rect l="l" t="t" r="r" b="b"/>
              <a:pathLst>
                <a:path w="1460500" h="0">
                  <a:moveTo>
                    <a:pt x="0" y="0"/>
                  </a:moveTo>
                  <a:lnTo>
                    <a:pt x="1460271" y="0"/>
                  </a:lnTo>
                </a:path>
              </a:pathLst>
            </a:custGeom>
            <a:ln w="16028">
              <a:solidFill>
                <a:srgbClr val="000000"/>
              </a:solidFill>
            </a:ln>
          </p:spPr>
          <p:txBody>
            <a:bodyPr wrap="square" lIns="0" tIns="0" rIns="0" bIns="0" rtlCol="0"/>
            <a:lstStyle/>
            <a:p/>
          </p:txBody>
        </p:sp>
      </p:grpSp>
      <p:sp>
        <p:nvSpPr>
          <p:cNvPr id="24" name="object 24" descr=""/>
          <p:cNvSpPr txBox="1"/>
          <p:nvPr/>
        </p:nvSpPr>
        <p:spPr>
          <a:xfrm>
            <a:off x="2079370" y="3094694"/>
            <a:ext cx="8747125" cy="3103245"/>
          </a:xfrm>
          <a:prstGeom prst="rect">
            <a:avLst/>
          </a:prstGeom>
        </p:spPr>
        <p:txBody>
          <a:bodyPr wrap="square" lIns="0" tIns="16510" rIns="0" bIns="0" rtlCol="0" vert="horz">
            <a:spAutoFit/>
          </a:bodyPr>
          <a:lstStyle/>
          <a:p>
            <a:pPr marL="393065" indent="-316865">
              <a:lnSpc>
                <a:spcPts val="2940"/>
              </a:lnSpc>
              <a:spcBef>
                <a:spcPts val="130"/>
              </a:spcBef>
              <a:buClr>
                <a:srgbClr val="4668F5"/>
              </a:buClr>
              <a:buSzPct val="60416"/>
              <a:buFont typeface="Wingdings"/>
              <a:buChar char=""/>
              <a:tabLst>
                <a:tab pos="393065" algn="l"/>
                <a:tab pos="8058150" algn="l"/>
              </a:tabLst>
            </a:pPr>
            <a:r>
              <a:rPr dirty="0" sz="2400" spc="-25" b="1">
                <a:latin typeface="宋体"/>
                <a:cs typeface="宋体"/>
              </a:rPr>
              <a:t>不用</a:t>
            </a:r>
            <a:r>
              <a:rPr dirty="0" sz="2400" spc="-25" b="1">
                <a:latin typeface="黑体"/>
                <a:cs typeface="黑体"/>
              </a:rPr>
              <a:t>流水线</a:t>
            </a:r>
            <a:r>
              <a:rPr dirty="0" sz="2400" spc="-20" b="1">
                <a:latin typeface="宋体"/>
                <a:cs typeface="宋体"/>
              </a:rPr>
              <a:t>，由于一次求和</a:t>
            </a:r>
            <a:r>
              <a:rPr dirty="0" sz="2400" spc="-40" b="1">
                <a:latin typeface="宋体"/>
                <a:cs typeface="宋体"/>
              </a:rPr>
              <a:t>需</a:t>
            </a:r>
            <a:r>
              <a:rPr dirty="0" sz="2400" spc="-30" b="1">
                <a:solidFill>
                  <a:srgbClr val="9933FF"/>
                </a:solidFill>
                <a:latin typeface="宋体"/>
                <a:cs typeface="宋体"/>
              </a:rPr>
              <a:t>6△</a:t>
            </a:r>
            <a:r>
              <a:rPr dirty="0" sz="2500" spc="-30" b="1" i="1">
                <a:solidFill>
                  <a:srgbClr val="9933FF"/>
                </a:solidFill>
                <a:latin typeface="宋体"/>
                <a:cs typeface="宋体"/>
              </a:rPr>
              <a:t>t</a:t>
            </a:r>
            <a:r>
              <a:rPr dirty="0" sz="2400" spc="-30" b="1">
                <a:solidFill>
                  <a:srgbClr val="9933FF"/>
                </a:solidFill>
                <a:latin typeface="宋体"/>
                <a:cs typeface="宋体"/>
              </a:rPr>
              <a:t>，</a:t>
            </a:r>
            <a:r>
              <a:rPr dirty="0" sz="2400" spc="-25" b="1">
                <a:latin typeface="宋体"/>
                <a:cs typeface="宋体"/>
              </a:rPr>
              <a:t>一次求积需</a:t>
            </a:r>
            <a:r>
              <a:rPr dirty="0" sz="2400" spc="-20" b="1">
                <a:solidFill>
                  <a:srgbClr val="9933FF"/>
                </a:solidFill>
                <a:latin typeface="宋体"/>
                <a:cs typeface="宋体"/>
              </a:rPr>
              <a:t>4△</a:t>
            </a:r>
            <a:r>
              <a:rPr dirty="0" sz="2500" spc="-20" b="1" i="1">
                <a:solidFill>
                  <a:srgbClr val="9933FF"/>
                </a:solidFill>
                <a:latin typeface="宋体"/>
                <a:cs typeface="宋体"/>
              </a:rPr>
              <a:t>t</a:t>
            </a:r>
            <a:r>
              <a:rPr dirty="0" sz="2400" spc="-20" b="1">
                <a:solidFill>
                  <a:srgbClr val="9933FF"/>
                </a:solidFill>
                <a:latin typeface="宋体"/>
                <a:cs typeface="宋体"/>
              </a:rPr>
              <a:t>，</a:t>
            </a:r>
            <a:r>
              <a:rPr dirty="0" sz="2400" b="1">
                <a:solidFill>
                  <a:srgbClr val="9933FF"/>
                </a:solidFill>
                <a:latin typeface="宋体"/>
                <a:cs typeface="宋体"/>
              </a:rPr>
              <a:t>	</a:t>
            </a:r>
            <a:r>
              <a:rPr dirty="0" sz="2400" spc="-25" b="1">
                <a:latin typeface="宋体"/>
                <a:cs typeface="宋体"/>
              </a:rPr>
              <a:t>则</a:t>
            </a:r>
            <a:r>
              <a:rPr dirty="0" sz="2400" spc="-50" b="1">
                <a:latin typeface="宋体"/>
                <a:cs typeface="宋体"/>
              </a:rPr>
              <a:t>产</a:t>
            </a:r>
            <a:endParaRPr sz="2400">
              <a:latin typeface="宋体"/>
              <a:cs typeface="宋体"/>
            </a:endParaRPr>
          </a:p>
          <a:p>
            <a:pPr marL="76200">
              <a:lnSpc>
                <a:spcPts val="2940"/>
              </a:lnSpc>
            </a:pPr>
            <a:r>
              <a:rPr dirty="0" sz="2400" spc="-20" b="1">
                <a:latin typeface="宋体"/>
                <a:cs typeface="宋体"/>
              </a:rPr>
              <a:t>生上述7个结果共需</a:t>
            </a:r>
            <a:r>
              <a:rPr dirty="0" sz="2400" b="1">
                <a:solidFill>
                  <a:srgbClr val="9933FF"/>
                </a:solidFill>
                <a:latin typeface="宋体"/>
                <a:cs typeface="宋体"/>
              </a:rPr>
              <a:t>（4×6+3×4）△</a:t>
            </a:r>
            <a:r>
              <a:rPr dirty="0" sz="2500" b="1" i="1">
                <a:solidFill>
                  <a:srgbClr val="9933FF"/>
                </a:solidFill>
                <a:latin typeface="宋体"/>
                <a:cs typeface="宋体"/>
              </a:rPr>
              <a:t>t</a:t>
            </a:r>
            <a:r>
              <a:rPr dirty="0" sz="2500" spc="-110" b="1" i="1">
                <a:solidFill>
                  <a:srgbClr val="9933FF"/>
                </a:solidFill>
                <a:latin typeface="宋体"/>
                <a:cs typeface="宋体"/>
              </a:rPr>
              <a:t> </a:t>
            </a:r>
            <a:r>
              <a:rPr dirty="0" sz="2400" spc="-40" b="1">
                <a:solidFill>
                  <a:srgbClr val="9933FF"/>
                </a:solidFill>
                <a:latin typeface="宋体"/>
                <a:cs typeface="宋体"/>
              </a:rPr>
              <a:t>= </a:t>
            </a:r>
            <a:r>
              <a:rPr dirty="0" sz="2400" spc="-30" b="1">
                <a:solidFill>
                  <a:srgbClr val="9933FF"/>
                </a:solidFill>
                <a:latin typeface="宋体"/>
                <a:cs typeface="宋体"/>
              </a:rPr>
              <a:t>36△</a:t>
            </a:r>
            <a:r>
              <a:rPr dirty="0" sz="2500" spc="-30" b="1" i="1">
                <a:solidFill>
                  <a:srgbClr val="9933FF"/>
                </a:solidFill>
                <a:latin typeface="宋体"/>
                <a:cs typeface="宋体"/>
              </a:rPr>
              <a:t>t</a:t>
            </a:r>
            <a:r>
              <a:rPr dirty="0" sz="2500" spc="-60" b="1" i="1">
                <a:solidFill>
                  <a:srgbClr val="9933FF"/>
                </a:solidFill>
                <a:latin typeface="宋体"/>
                <a:cs typeface="宋体"/>
              </a:rPr>
              <a:t>。 </a:t>
            </a:r>
            <a:r>
              <a:rPr dirty="0" sz="2400" spc="-30" b="1">
                <a:latin typeface="宋体"/>
                <a:cs typeface="宋体"/>
              </a:rPr>
              <a:t>加速比为：</a:t>
            </a:r>
            <a:endParaRPr sz="2400">
              <a:latin typeface="宋体"/>
              <a:cs typeface="宋体"/>
            </a:endParaRPr>
          </a:p>
          <a:p>
            <a:pPr marL="6170295" marR="849630" indent="-771525">
              <a:lnSpc>
                <a:spcPct val="118300"/>
              </a:lnSpc>
              <a:spcBef>
                <a:spcPts val="1230"/>
              </a:spcBef>
              <a:tabLst>
                <a:tab pos="5784850" algn="l"/>
                <a:tab pos="6184900" algn="l"/>
                <a:tab pos="7275195" algn="l"/>
              </a:tabLst>
            </a:pPr>
            <a:r>
              <a:rPr dirty="0" baseline="-35460" sz="3525" spc="1012" i="1">
                <a:latin typeface="Times New Roman"/>
                <a:cs typeface="Times New Roman"/>
              </a:rPr>
              <a:t>S</a:t>
            </a:r>
            <a:r>
              <a:rPr dirty="0" baseline="-35460" sz="3525" i="1">
                <a:latin typeface="Times New Roman"/>
                <a:cs typeface="Times New Roman"/>
              </a:rPr>
              <a:t>	</a:t>
            </a:r>
            <a:r>
              <a:rPr dirty="0" baseline="-35460" sz="3525" spc="1139">
                <a:latin typeface="Symbol"/>
                <a:cs typeface="Symbol"/>
              </a:rPr>
              <a:t></a:t>
            </a:r>
            <a:r>
              <a:rPr dirty="0" baseline="-35460" sz="3525">
                <a:latin typeface="Times New Roman"/>
                <a:cs typeface="Times New Roman"/>
              </a:rPr>
              <a:t>		</a:t>
            </a:r>
            <a:r>
              <a:rPr dirty="0" sz="2350" spc="660">
                <a:latin typeface="Times New Roman"/>
                <a:cs typeface="Times New Roman"/>
              </a:rPr>
              <a:t>36</a:t>
            </a:r>
            <a:r>
              <a:rPr dirty="0" sz="2350" spc="660">
                <a:latin typeface="Symbol"/>
                <a:cs typeface="Symbol"/>
              </a:rPr>
              <a:t></a:t>
            </a:r>
            <a:r>
              <a:rPr dirty="0" sz="2350" spc="660" i="1">
                <a:latin typeface="Times New Roman"/>
                <a:cs typeface="Times New Roman"/>
              </a:rPr>
              <a:t>t</a:t>
            </a:r>
            <a:r>
              <a:rPr dirty="0" sz="2350" i="1">
                <a:latin typeface="Times New Roman"/>
                <a:cs typeface="Times New Roman"/>
              </a:rPr>
              <a:t>	</a:t>
            </a:r>
            <a:r>
              <a:rPr dirty="0" baseline="-35460" sz="3525" spc="1214">
                <a:latin typeface="Symbol"/>
                <a:cs typeface="Symbol"/>
              </a:rPr>
              <a:t></a:t>
            </a:r>
            <a:r>
              <a:rPr dirty="0" baseline="-35460" sz="3525" spc="345">
                <a:latin typeface="Times New Roman"/>
                <a:cs typeface="Times New Roman"/>
              </a:rPr>
              <a:t> </a:t>
            </a:r>
            <a:r>
              <a:rPr dirty="0" baseline="-35460" sz="3525" spc="1012">
                <a:latin typeface="Times New Roman"/>
                <a:cs typeface="Times New Roman"/>
              </a:rPr>
              <a:t>2 </a:t>
            </a:r>
            <a:r>
              <a:rPr dirty="0" sz="2350" spc="645">
                <a:latin typeface="Times New Roman"/>
                <a:cs typeface="Times New Roman"/>
              </a:rPr>
              <a:t>18</a:t>
            </a:r>
            <a:r>
              <a:rPr dirty="0" sz="2350" spc="645">
                <a:latin typeface="Symbol"/>
                <a:cs typeface="Symbol"/>
              </a:rPr>
              <a:t></a:t>
            </a:r>
            <a:r>
              <a:rPr dirty="0" sz="2350" spc="645" i="1">
                <a:latin typeface="Times New Roman"/>
                <a:cs typeface="Times New Roman"/>
              </a:rPr>
              <a:t>t</a:t>
            </a:r>
            <a:endParaRPr sz="2350">
              <a:latin typeface="Times New Roman"/>
              <a:cs typeface="Times New Roman"/>
            </a:endParaRPr>
          </a:p>
          <a:p>
            <a:pPr marL="365125" indent="-288925">
              <a:lnSpc>
                <a:spcPts val="2865"/>
              </a:lnSpc>
              <a:spcBef>
                <a:spcPts val="795"/>
              </a:spcBef>
              <a:buClr>
                <a:srgbClr val="4668F5"/>
              </a:buClr>
              <a:buSzPct val="50000"/>
              <a:buFont typeface="Wingdings"/>
              <a:buChar char=""/>
              <a:tabLst>
                <a:tab pos="365125" algn="l"/>
              </a:tabLst>
            </a:pPr>
            <a:r>
              <a:rPr dirty="0" sz="2400" spc="-5">
                <a:latin typeface="黑体"/>
                <a:cs typeface="黑体"/>
              </a:rPr>
              <a:t>流水线的效率：按面积计算</a:t>
            </a:r>
            <a:endParaRPr sz="2400">
              <a:latin typeface="黑体"/>
              <a:cs typeface="黑体"/>
            </a:endParaRPr>
          </a:p>
          <a:p>
            <a:pPr marL="5120005">
              <a:lnSpc>
                <a:spcPts val="3105"/>
              </a:lnSpc>
            </a:pPr>
            <a:r>
              <a:rPr dirty="0" baseline="-35256" sz="3900" i="1">
                <a:latin typeface="Times New Roman"/>
                <a:cs typeface="Times New Roman"/>
              </a:rPr>
              <a:t>E</a:t>
            </a:r>
            <a:r>
              <a:rPr dirty="0" baseline="-35256" sz="3900" spc="75" i="1">
                <a:latin typeface="Times New Roman"/>
                <a:cs typeface="Times New Roman"/>
              </a:rPr>
              <a:t> </a:t>
            </a:r>
            <a:r>
              <a:rPr dirty="0" baseline="-35256" sz="3900">
                <a:latin typeface="Symbol"/>
                <a:cs typeface="Symbol"/>
              </a:rPr>
              <a:t></a:t>
            </a:r>
            <a:r>
              <a:rPr dirty="0" baseline="-35256" sz="3900" spc="195">
                <a:latin typeface="Times New Roman"/>
                <a:cs typeface="Times New Roman"/>
              </a:rPr>
              <a:t> </a:t>
            </a:r>
            <a:r>
              <a:rPr dirty="0" sz="2600" spc="110">
                <a:latin typeface="Times New Roman"/>
                <a:cs typeface="Times New Roman"/>
              </a:rPr>
              <a:t>4</a:t>
            </a:r>
            <a:r>
              <a:rPr dirty="0" sz="2600" spc="110">
                <a:latin typeface="Symbol"/>
                <a:cs typeface="Symbol"/>
              </a:rPr>
              <a:t></a:t>
            </a:r>
            <a:r>
              <a:rPr dirty="0" sz="2600" spc="-360">
                <a:latin typeface="Times New Roman"/>
                <a:cs typeface="Times New Roman"/>
              </a:rPr>
              <a:t> </a:t>
            </a:r>
            <a:r>
              <a:rPr dirty="0" sz="2600">
                <a:latin typeface="Times New Roman"/>
                <a:cs typeface="Times New Roman"/>
              </a:rPr>
              <a:t>6</a:t>
            </a:r>
            <a:r>
              <a:rPr dirty="0" sz="2600" spc="-270">
                <a:latin typeface="Times New Roman"/>
                <a:cs typeface="Times New Roman"/>
              </a:rPr>
              <a:t> </a:t>
            </a:r>
            <a:r>
              <a:rPr dirty="0" sz="2600">
                <a:latin typeface="Symbol"/>
                <a:cs typeface="Symbol"/>
              </a:rPr>
              <a:t></a:t>
            </a:r>
            <a:r>
              <a:rPr dirty="0" sz="2600" spc="-280">
                <a:latin typeface="Times New Roman"/>
                <a:cs typeface="Times New Roman"/>
              </a:rPr>
              <a:t> </a:t>
            </a:r>
            <a:r>
              <a:rPr dirty="0" sz="2600" spc="70">
                <a:latin typeface="Times New Roman"/>
                <a:cs typeface="Times New Roman"/>
              </a:rPr>
              <a:t>3</a:t>
            </a:r>
            <a:r>
              <a:rPr dirty="0" sz="2600" spc="70">
                <a:latin typeface="Symbol"/>
                <a:cs typeface="Symbol"/>
              </a:rPr>
              <a:t></a:t>
            </a:r>
            <a:r>
              <a:rPr dirty="0" sz="2600" spc="-320">
                <a:latin typeface="Times New Roman"/>
                <a:cs typeface="Times New Roman"/>
              </a:rPr>
              <a:t> </a:t>
            </a:r>
            <a:r>
              <a:rPr dirty="0" sz="2600">
                <a:latin typeface="Times New Roman"/>
                <a:cs typeface="Times New Roman"/>
              </a:rPr>
              <a:t>4</a:t>
            </a:r>
            <a:r>
              <a:rPr dirty="0" sz="2600" spc="105">
                <a:latin typeface="Times New Roman"/>
                <a:cs typeface="Times New Roman"/>
              </a:rPr>
              <a:t> </a:t>
            </a:r>
            <a:r>
              <a:rPr dirty="0" baseline="-35256" sz="3900">
                <a:latin typeface="Symbol"/>
                <a:cs typeface="Symbol"/>
              </a:rPr>
              <a:t></a:t>
            </a:r>
            <a:r>
              <a:rPr dirty="0" baseline="-35256" sz="3900" spc="-172">
                <a:latin typeface="Times New Roman"/>
                <a:cs typeface="Times New Roman"/>
              </a:rPr>
              <a:t> </a:t>
            </a:r>
            <a:r>
              <a:rPr dirty="0" baseline="-35256" sz="3900" spc="-30">
                <a:latin typeface="Times New Roman"/>
                <a:cs typeface="Times New Roman"/>
              </a:rPr>
              <a:t>0.25</a:t>
            </a:r>
            <a:endParaRPr baseline="-35256" sz="3900">
              <a:latin typeface="Times New Roman"/>
              <a:cs typeface="Times New Roman"/>
            </a:endParaRPr>
          </a:p>
          <a:p>
            <a:pPr algn="r" marR="1981200">
              <a:lnSpc>
                <a:spcPct val="100000"/>
              </a:lnSpc>
              <a:spcBef>
                <a:spcPts val="535"/>
              </a:spcBef>
            </a:pPr>
            <a:r>
              <a:rPr dirty="0" sz="2600" spc="30">
                <a:latin typeface="Times New Roman"/>
                <a:cs typeface="Times New Roman"/>
              </a:rPr>
              <a:t>8</a:t>
            </a:r>
            <a:r>
              <a:rPr dirty="0" sz="2600" spc="30">
                <a:latin typeface="Symbol"/>
                <a:cs typeface="Symbol"/>
              </a:rPr>
              <a:t></a:t>
            </a:r>
            <a:r>
              <a:rPr dirty="0" sz="2600" spc="30">
                <a:latin typeface="Times New Roman"/>
                <a:cs typeface="Times New Roman"/>
              </a:rPr>
              <a:t>18</a:t>
            </a:r>
            <a:endParaRPr sz="2600">
              <a:latin typeface="Times New Roman"/>
              <a:cs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6030848" y="850038"/>
            <a:ext cx="3992245" cy="977900"/>
          </a:xfrm>
          <a:prstGeom prst="rect">
            <a:avLst/>
          </a:prstGeom>
        </p:spPr>
        <p:txBody>
          <a:bodyPr wrap="square" lIns="0" tIns="123190" rIns="0" bIns="0" rtlCol="0" vert="horz">
            <a:spAutoFit/>
          </a:bodyPr>
          <a:lstStyle/>
          <a:p>
            <a:pPr marL="12700">
              <a:lnSpc>
                <a:spcPct val="100000"/>
              </a:lnSpc>
              <a:spcBef>
                <a:spcPts val="970"/>
              </a:spcBef>
            </a:pPr>
            <a:r>
              <a:rPr dirty="0" sz="2400" spc="-5">
                <a:solidFill>
                  <a:srgbClr val="E14B04"/>
                </a:solidFill>
                <a:latin typeface="黑体"/>
                <a:cs typeface="黑体"/>
              </a:rPr>
              <a:t>可以看出，在求解此问题时，</a:t>
            </a:r>
            <a:endParaRPr sz="2400">
              <a:latin typeface="黑体"/>
              <a:cs typeface="黑体"/>
            </a:endParaRPr>
          </a:p>
          <a:p>
            <a:pPr marL="12700">
              <a:lnSpc>
                <a:spcPct val="100000"/>
              </a:lnSpc>
              <a:spcBef>
                <a:spcPts val="865"/>
              </a:spcBef>
            </a:pPr>
            <a:r>
              <a:rPr dirty="0" sz="2400" spc="-5">
                <a:solidFill>
                  <a:srgbClr val="E14B04"/>
                </a:solidFill>
                <a:latin typeface="黑体"/>
                <a:cs typeface="黑体"/>
              </a:rPr>
              <a:t>该流水线的效率不高。</a:t>
            </a:r>
            <a:endParaRPr sz="24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
        <p:nvSpPr>
          <p:cNvPr id="10" name="object 10" descr=""/>
          <p:cNvSpPr txBox="1"/>
          <p:nvPr/>
        </p:nvSpPr>
        <p:spPr>
          <a:xfrm>
            <a:off x="1043127" y="2642361"/>
            <a:ext cx="10607040" cy="3524250"/>
          </a:xfrm>
          <a:prstGeom prst="rect">
            <a:avLst/>
          </a:prstGeom>
        </p:spPr>
        <p:txBody>
          <a:bodyPr wrap="square" lIns="0" tIns="12065" rIns="0" bIns="0" rtlCol="0" vert="horz">
            <a:spAutoFit/>
          </a:bodyPr>
          <a:lstStyle/>
          <a:p>
            <a:pPr marL="469900" indent="-457200">
              <a:lnSpc>
                <a:spcPct val="100000"/>
              </a:lnSpc>
              <a:spcBef>
                <a:spcPts val="95"/>
              </a:spcBef>
              <a:buSzPct val="89285"/>
              <a:buFont typeface="Wingdings"/>
              <a:buChar char=""/>
              <a:tabLst>
                <a:tab pos="469900" algn="l"/>
              </a:tabLst>
            </a:pPr>
            <a:r>
              <a:rPr dirty="0" sz="2800" spc="-40">
                <a:solidFill>
                  <a:srgbClr val="40458B"/>
                </a:solidFill>
                <a:latin typeface="黑体"/>
                <a:cs typeface="黑体"/>
              </a:rPr>
              <a:t>流水线效率不高主要原因</a:t>
            </a:r>
            <a:endParaRPr sz="2800">
              <a:latin typeface="黑体"/>
              <a:cs typeface="黑体"/>
            </a:endParaRPr>
          </a:p>
          <a:p>
            <a:pPr lvl="1" marL="1097915" indent="-457200">
              <a:lnSpc>
                <a:spcPct val="100000"/>
              </a:lnSpc>
              <a:spcBef>
                <a:spcPts val="1720"/>
              </a:spcBef>
              <a:buClr>
                <a:srgbClr val="4668F5"/>
              </a:buClr>
              <a:buSzPct val="60416"/>
              <a:buFont typeface="Wingdings"/>
              <a:buChar char=""/>
              <a:tabLst>
                <a:tab pos="1097915" algn="l"/>
              </a:tabLst>
            </a:pPr>
            <a:r>
              <a:rPr dirty="0" sz="2400" spc="-25" b="1">
                <a:solidFill>
                  <a:srgbClr val="00AFEF"/>
                </a:solidFill>
                <a:latin typeface="黑体"/>
                <a:cs typeface="黑体"/>
              </a:rPr>
              <a:t>多功能流水线在做某一种运算时，总有一些段是空闲的；</a:t>
            </a:r>
            <a:endParaRPr sz="2400">
              <a:latin typeface="黑体"/>
              <a:cs typeface="黑体"/>
            </a:endParaRPr>
          </a:p>
          <a:p>
            <a:pPr lvl="1" marL="1097915" indent="-457200">
              <a:lnSpc>
                <a:spcPct val="100000"/>
              </a:lnSpc>
              <a:spcBef>
                <a:spcPts val="1150"/>
              </a:spcBef>
              <a:buClr>
                <a:srgbClr val="4668F5"/>
              </a:buClr>
              <a:buSzPct val="60416"/>
              <a:buFont typeface="Wingdings"/>
              <a:buChar char=""/>
              <a:tabLst>
                <a:tab pos="1097915" algn="l"/>
              </a:tabLst>
            </a:pPr>
            <a:r>
              <a:rPr dirty="0" sz="2400" spc="-30" b="1">
                <a:solidFill>
                  <a:srgbClr val="00AFEF"/>
                </a:solidFill>
                <a:latin typeface="黑体"/>
                <a:cs typeface="黑体"/>
              </a:rPr>
              <a:t>静态流水线在进行功能切换时，要等前一种运算全部流出流水线后才能</a:t>
            </a:r>
            <a:endParaRPr sz="2400">
              <a:latin typeface="黑体"/>
              <a:cs typeface="黑体"/>
            </a:endParaRPr>
          </a:p>
          <a:p>
            <a:pPr marL="1097915">
              <a:lnSpc>
                <a:spcPct val="100000"/>
              </a:lnSpc>
              <a:spcBef>
                <a:spcPts val="580"/>
              </a:spcBef>
            </a:pPr>
            <a:r>
              <a:rPr dirty="0" sz="2400" spc="-20" b="1">
                <a:solidFill>
                  <a:srgbClr val="00AFEF"/>
                </a:solidFill>
                <a:latin typeface="黑体"/>
                <a:cs typeface="黑体"/>
              </a:rPr>
              <a:t>进行后面的运算；</a:t>
            </a:r>
            <a:r>
              <a:rPr dirty="0" sz="2400" spc="-20" b="1">
                <a:solidFill>
                  <a:srgbClr val="FF09FF"/>
                </a:solidFill>
                <a:latin typeface="黑体"/>
                <a:cs typeface="黑体"/>
              </a:rPr>
              <a:t>（先加后乘</a:t>
            </a:r>
            <a:r>
              <a:rPr dirty="0" sz="2400" spc="-50" b="1">
                <a:solidFill>
                  <a:srgbClr val="FF09FF"/>
                </a:solidFill>
                <a:latin typeface="黑体"/>
                <a:cs typeface="黑体"/>
              </a:rPr>
              <a:t>）</a:t>
            </a:r>
            <a:endParaRPr sz="2400">
              <a:latin typeface="黑体"/>
              <a:cs typeface="黑体"/>
            </a:endParaRPr>
          </a:p>
          <a:p>
            <a:pPr lvl="1" marL="1097915" indent="-457200">
              <a:lnSpc>
                <a:spcPct val="100000"/>
              </a:lnSpc>
              <a:spcBef>
                <a:spcPts val="1155"/>
              </a:spcBef>
              <a:buClr>
                <a:srgbClr val="4668F5"/>
              </a:buClr>
              <a:buSzPct val="60416"/>
              <a:buFont typeface="Wingdings"/>
              <a:buChar char=""/>
              <a:tabLst>
                <a:tab pos="1097915" algn="l"/>
              </a:tabLst>
            </a:pPr>
            <a:r>
              <a:rPr dirty="0" sz="2400" spc="-25" b="1">
                <a:solidFill>
                  <a:srgbClr val="00AFEF"/>
                </a:solidFill>
                <a:latin typeface="黑体"/>
                <a:cs typeface="黑体"/>
              </a:rPr>
              <a:t>运算之间存在关联，后面有些运算要用到前面运算的结果；</a:t>
            </a:r>
            <a:endParaRPr sz="2400">
              <a:latin typeface="黑体"/>
              <a:cs typeface="黑体"/>
            </a:endParaRPr>
          </a:p>
          <a:p>
            <a:pPr lvl="2" marL="1658620" indent="-381000">
              <a:lnSpc>
                <a:spcPct val="100000"/>
              </a:lnSpc>
              <a:spcBef>
                <a:spcPts val="1150"/>
              </a:spcBef>
              <a:buClr>
                <a:srgbClr val="00AF50"/>
              </a:buClr>
              <a:buSzPct val="72916"/>
              <a:buFont typeface="Wingdings"/>
              <a:buChar char=""/>
              <a:tabLst>
                <a:tab pos="1658620" algn="l"/>
              </a:tabLst>
            </a:pPr>
            <a:r>
              <a:rPr dirty="0" sz="2400" b="1">
                <a:solidFill>
                  <a:srgbClr val="FF5CFF"/>
                </a:solidFill>
                <a:latin typeface="黑体"/>
                <a:cs typeface="黑体"/>
              </a:rPr>
              <a:t>（A×B）</a:t>
            </a:r>
            <a:r>
              <a:rPr dirty="0" sz="2400" spc="-40" b="1">
                <a:solidFill>
                  <a:srgbClr val="FF5CFF"/>
                </a:solidFill>
                <a:latin typeface="黑体"/>
                <a:cs typeface="黑体"/>
              </a:rPr>
              <a:t> </a:t>
            </a:r>
            <a:r>
              <a:rPr dirty="0" sz="2400" b="1">
                <a:solidFill>
                  <a:srgbClr val="FF5CFF"/>
                </a:solidFill>
                <a:latin typeface="黑体"/>
                <a:cs typeface="黑体"/>
              </a:rPr>
              <a:t>×(C</a:t>
            </a:r>
            <a:r>
              <a:rPr dirty="0" sz="2400" spc="-40" b="1">
                <a:solidFill>
                  <a:srgbClr val="FF5CFF"/>
                </a:solidFill>
                <a:latin typeface="黑体"/>
                <a:cs typeface="黑体"/>
              </a:rPr>
              <a:t> </a:t>
            </a:r>
            <a:r>
              <a:rPr dirty="0" sz="2400" b="1">
                <a:solidFill>
                  <a:srgbClr val="FF5CFF"/>
                </a:solidFill>
                <a:latin typeface="黑体"/>
                <a:cs typeface="黑体"/>
              </a:rPr>
              <a:t>×</a:t>
            </a:r>
            <a:r>
              <a:rPr dirty="0" sz="2400" spc="-45" b="1">
                <a:solidFill>
                  <a:srgbClr val="FF5CFF"/>
                </a:solidFill>
                <a:latin typeface="黑体"/>
                <a:cs typeface="黑体"/>
              </a:rPr>
              <a:t> </a:t>
            </a:r>
            <a:r>
              <a:rPr dirty="0" sz="2400" spc="-25" b="1">
                <a:solidFill>
                  <a:srgbClr val="FF5CFF"/>
                </a:solidFill>
                <a:latin typeface="黑体"/>
                <a:cs typeface="黑体"/>
              </a:rPr>
              <a:t>D)</a:t>
            </a:r>
            <a:endParaRPr sz="2400">
              <a:latin typeface="黑体"/>
              <a:cs typeface="黑体"/>
            </a:endParaRPr>
          </a:p>
          <a:p>
            <a:pPr lvl="1" marL="1097915" indent="-457200">
              <a:lnSpc>
                <a:spcPct val="100000"/>
              </a:lnSpc>
              <a:spcBef>
                <a:spcPts val="1155"/>
              </a:spcBef>
              <a:buClr>
                <a:srgbClr val="4668F5"/>
              </a:buClr>
              <a:buSzPct val="60416"/>
              <a:buFont typeface="Wingdings"/>
              <a:buChar char=""/>
              <a:tabLst>
                <a:tab pos="1097915" algn="l"/>
              </a:tabLst>
            </a:pPr>
            <a:r>
              <a:rPr dirty="0" sz="2400" spc="-20" b="1">
                <a:solidFill>
                  <a:srgbClr val="00AFEF"/>
                </a:solidFill>
                <a:latin typeface="黑体"/>
                <a:cs typeface="黑体"/>
              </a:rPr>
              <a:t>流水线的工作过程有建立与排空部分（见下页）</a:t>
            </a:r>
            <a:r>
              <a:rPr dirty="0" sz="2400" spc="-50" b="1">
                <a:solidFill>
                  <a:srgbClr val="00AFEF"/>
                </a:solidFill>
                <a:latin typeface="黑体"/>
                <a:cs typeface="黑体"/>
              </a:rPr>
              <a:t>。</a:t>
            </a:r>
            <a:endParaRPr sz="2400">
              <a:latin typeface="黑体"/>
              <a:cs typeface="黑体"/>
            </a:endParaRPr>
          </a:p>
        </p:txBody>
      </p:sp>
      <p:grpSp>
        <p:nvGrpSpPr>
          <p:cNvPr id="11" name="object 11" descr=""/>
          <p:cNvGrpSpPr/>
          <p:nvPr/>
        </p:nvGrpSpPr>
        <p:grpSpPr>
          <a:xfrm>
            <a:off x="1774825" y="1116075"/>
            <a:ext cx="3888104" cy="790575"/>
            <a:chOff x="1774825" y="1116075"/>
            <a:chExt cx="3888104" cy="790575"/>
          </a:xfrm>
        </p:grpSpPr>
        <p:sp>
          <p:nvSpPr>
            <p:cNvPr id="12" name="object 12" descr=""/>
            <p:cNvSpPr/>
            <p:nvPr/>
          </p:nvSpPr>
          <p:spPr>
            <a:xfrm>
              <a:off x="1774825" y="1116075"/>
              <a:ext cx="3888104" cy="790575"/>
            </a:xfrm>
            <a:custGeom>
              <a:avLst/>
              <a:gdLst/>
              <a:ahLst/>
              <a:cxnLst/>
              <a:rect l="l" t="t" r="r" b="b"/>
              <a:pathLst>
                <a:path w="3888104" h="790575">
                  <a:moveTo>
                    <a:pt x="3887851" y="0"/>
                  </a:moveTo>
                  <a:lnTo>
                    <a:pt x="0" y="0"/>
                  </a:lnTo>
                  <a:lnTo>
                    <a:pt x="0" y="790575"/>
                  </a:lnTo>
                  <a:lnTo>
                    <a:pt x="3887851" y="790575"/>
                  </a:lnTo>
                  <a:lnTo>
                    <a:pt x="3887851" y="0"/>
                  </a:lnTo>
                  <a:close/>
                </a:path>
              </a:pathLst>
            </a:custGeom>
            <a:solidFill>
              <a:srgbClr val="FFC000"/>
            </a:solidFill>
          </p:spPr>
          <p:txBody>
            <a:bodyPr wrap="square" lIns="0" tIns="0" rIns="0" bIns="0" rtlCol="0"/>
            <a:lstStyle/>
            <a:p/>
          </p:txBody>
        </p:sp>
        <p:sp>
          <p:nvSpPr>
            <p:cNvPr id="13" name="object 13" descr=""/>
            <p:cNvSpPr/>
            <p:nvPr/>
          </p:nvSpPr>
          <p:spPr>
            <a:xfrm>
              <a:off x="2548847" y="1531999"/>
              <a:ext cx="1913255" cy="0"/>
            </a:xfrm>
            <a:custGeom>
              <a:avLst/>
              <a:gdLst/>
              <a:ahLst/>
              <a:cxnLst/>
              <a:rect l="l" t="t" r="r" b="b"/>
              <a:pathLst>
                <a:path w="1913254" h="0">
                  <a:moveTo>
                    <a:pt x="0" y="0"/>
                  </a:moveTo>
                  <a:lnTo>
                    <a:pt x="1913063" y="0"/>
                  </a:lnTo>
                </a:path>
              </a:pathLst>
            </a:custGeom>
            <a:ln w="13362">
              <a:solidFill>
                <a:srgbClr val="000000"/>
              </a:solidFill>
            </a:ln>
          </p:spPr>
          <p:txBody>
            <a:bodyPr wrap="square" lIns="0" tIns="0" rIns="0" bIns="0" rtlCol="0"/>
            <a:lstStyle/>
            <a:p/>
          </p:txBody>
        </p:sp>
      </p:grpSp>
      <p:sp>
        <p:nvSpPr>
          <p:cNvPr id="14" name="object 14" descr=""/>
          <p:cNvSpPr txBox="1"/>
          <p:nvPr/>
        </p:nvSpPr>
        <p:spPr>
          <a:xfrm>
            <a:off x="3050200" y="1528086"/>
            <a:ext cx="935355" cy="387350"/>
          </a:xfrm>
          <a:prstGeom prst="rect">
            <a:avLst/>
          </a:prstGeom>
        </p:spPr>
        <p:txBody>
          <a:bodyPr wrap="square" lIns="0" tIns="15240" rIns="0" bIns="0" rtlCol="0" vert="horz">
            <a:spAutoFit/>
          </a:bodyPr>
          <a:lstStyle/>
          <a:p>
            <a:pPr>
              <a:lnSpc>
                <a:spcPct val="100000"/>
              </a:lnSpc>
              <a:spcBef>
                <a:spcPts val="120"/>
              </a:spcBef>
            </a:pPr>
            <a:r>
              <a:rPr dirty="0" sz="2350" spc="480">
                <a:latin typeface="Times New Roman"/>
                <a:cs typeface="Times New Roman"/>
              </a:rPr>
              <a:t>8</a:t>
            </a:r>
            <a:r>
              <a:rPr dirty="0" sz="2350" spc="-285">
                <a:latin typeface="Times New Roman"/>
                <a:cs typeface="Times New Roman"/>
              </a:rPr>
              <a:t> </a:t>
            </a:r>
            <a:r>
              <a:rPr dirty="0" sz="2350" spc="520">
                <a:latin typeface="Symbol"/>
                <a:cs typeface="Symbol"/>
              </a:rPr>
              <a:t></a:t>
            </a:r>
            <a:r>
              <a:rPr dirty="0" sz="2350" spc="520">
                <a:latin typeface="Times New Roman"/>
                <a:cs typeface="Times New Roman"/>
              </a:rPr>
              <a:t>18</a:t>
            </a:r>
            <a:endParaRPr sz="2350">
              <a:latin typeface="Times New Roman"/>
              <a:cs typeface="Times New Roman"/>
            </a:endParaRPr>
          </a:p>
        </p:txBody>
      </p:sp>
      <p:sp>
        <p:nvSpPr>
          <p:cNvPr id="15" name="object 15" descr=""/>
          <p:cNvSpPr txBox="1"/>
          <p:nvPr/>
        </p:nvSpPr>
        <p:spPr>
          <a:xfrm>
            <a:off x="1830652" y="1102839"/>
            <a:ext cx="3826510" cy="387350"/>
          </a:xfrm>
          <a:prstGeom prst="rect">
            <a:avLst/>
          </a:prstGeom>
        </p:spPr>
        <p:txBody>
          <a:bodyPr wrap="square" lIns="0" tIns="15240" rIns="0" bIns="0" rtlCol="0" vert="horz">
            <a:spAutoFit/>
          </a:bodyPr>
          <a:lstStyle/>
          <a:p>
            <a:pPr marL="25400">
              <a:lnSpc>
                <a:spcPct val="100000"/>
              </a:lnSpc>
              <a:spcBef>
                <a:spcPts val="120"/>
              </a:spcBef>
              <a:tabLst>
                <a:tab pos="749300" algn="l"/>
              </a:tabLst>
            </a:pPr>
            <a:r>
              <a:rPr dirty="0" baseline="-35460" sz="3525" spc="862" i="1">
                <a:latin typeface="Times New Roman"/>
                <a:cs typeface="Times New Roman"/>
              </a:rPr>
              <a:t>E</a:t>
            </a:r>
            <a:r>
              <a:rPr dirty="0" baseline="-35460" sz="3525" spc="397" i="1">
                <a:latin typeface="Times New Roman"/>
                <a:cs typeface="Times New Roman"/>
              </a:rPr>
              <a:t> </a:t>
            </a:r>
            <a:r>
              <a:rPr dirty="0" baseline="-35460" sz="3525" spc="697">
                <a:latin typeface="Symbol"/>
                <a:cs typeface="Symbol"/>
              </a:rPr>
              <a:t></a:t>
            </a:r>
            <a:r>
              <a:rPr dirty="0" baseline="-35460" sz="3525">
                <a:latin typeface="Times New Roman"/>
                <a:cs typeface="Times New Roman"/>
              </a:rPr>
              <a:t>	</a:t>
            </a:r>
            <a:r>
              <a:rPr dirty="0" sz="2350" spc="480">
                <a:latin typeface="Times New Roman"/>
                <a:cs typeface="Times New Roman"/>
              </a:rPr>
              <a:t>4</a:t>
            </a:r>
            <a:r>
              <a:rPr dirty="0" sz="2350" spc="-240">
                <a:latin typeface="Times New Roman"/>
                <a:cs typeface="Times New Roman"/>
              </a:rPr>
              <a:t> </a:t>
            </a:r>
            <a:r>
              <a:rPr dirty="0" sz="2350" spc="525">
                <a:latin typeface="Symbol"/>
                <a:cs typeface="Symbol"/>
              </a:rPr>
              <a:t></a:t>
            </a:r>
            <a:r>
              <a:rPr dirty="0" sz="2350" spc="-160">
                <a:latin typeface="Times New Roman"/>
                <a:cs typeface="Times New Roman"/>
              </a:rPr>
              <a:t> </a:t>
            </a:r>
            <a:r>
              <a:rPr dirty="0" sz="2350" spc="480">
                <a:latin typeface="Times New Roman"/>
                <a:cs typeface="Times New Roman"/>
              </a:rPr>
              <a:t>6</a:t>
            </a:r>
            <a:r>
              <a:rPr dirty="0" sz="2350" spc="-35">
                <a:latin typeface="Times New Roman"/>
                <a:cs typeface="Times New Roman"/>
              </a:rPr>
              <a:t> </a:t>
            </a:r>
            <a:r>
              <a:rPr dirty="0" sz="2350" spc="525">
                <a:latin typeface="Symbol"/>
                <a:cs typeface="Symbol"/>
              </a:rPr>
              <a:t></a:t>
            </a:r>
            <a:r>
              <a:rPr dirty="0" sz="2350" spc="-40">
                <a:latin typeface="Times New Roman"/>
                <a:cs typeface="Times New Roman"/>
              </a:rPr>
              <a:t> </a:t>
            </a:r>
            <a:r>
              <a:rPr dirty="0" sz="2350" spc="625">
                <a:latin typeface="Times New Roman"/>
                <a:cs typeface="Times New Roman"/>
              </a:rPr>
              <a:t>3</a:t>
            </a:r>
            <a:r>
              <a:rPr dirty="0" sz="2350" spc="625">
                <a:latin typeface="Symbol"/>
                <a:cs typeface="Symbol"/>
              </a:rPr>
              <a:t></a:t>
            </a:r>
            <a:r>
              <a:rPr dirty="0" sz="2350" spc="-95">
                <a:latin typeface="Times New Roman"/>
                <a:cs typeface="Times New Roman"/>
              </a:rPr>
              <a:t> </a:t>
            </a:r>
            <a:r>
              <a:rPr dirty="0" sz="2350" spc="480">
                <a:latin typeface="Times New Roman"/>
                <a:cs typeface="Times New Roman"/>
              </a:rPr>
              <a:t>4</a:t>
            </a:r>
            <a:r>
              <a:rPr dirty="0" sz="2350" spc="370">
                <a:latin typeface="Times New Roman"/>
                <a:cs typeface="Times New Roman"/>
              </a:rPr>
              <a:t> </a:t>
            </a:r>
            <a:r>
              <a:rPr dirty="0" baseline="-35460" sz="3525" spc="787">
                <a:latin typeface="Symbol"/>
                <a:cs typeface="Symbol"/>
              </a:rPr>
              <a:t></a:t>
            </a:r>
            <a:r>
              <a:rPr dirty="0" baseline="-35460" sz="3525" spc="82">
                <a:latin typeface="Times New Roman"/>
                <a:cs typeface="Times New Roman"/>
              </a:rPr>
              <a:t> </a:t>
            </a:r>
            <a:r>
              <a:rPr dirty="0" baseline="-35460" sz="3525" spc="592">
                <a:latin typeface="Times New Roman"/>
                <a:cs typeface="Times New Roman"/>
              </a:rPr>
              <a:t>0.25</a:t>
            </a:r>
            <a:endParaRPr baseline="-35460" sz="3525">
              <a:latin typeface="Times New Roman"/>
              <a:cs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p:nvPr/>
        </p:nvSpPr>
        <p:spPr>
          <a:xfrm>
            <a:off x="1703451" y="1822386"/>
            <a:ext cx="8785225" cy="3961129"/>
          </a:xfrm>
          <a:custGeom>
            <a:avLst/>
            <a:gdLst/>
            <a:ahLst/>
            <a:cxnLst/>
            <a:rect l="l" t="t" r="r" b="b"/>
            <a:pathLst>
              <a:path w="8785225" h="3961129">
                <a:moveTo>
                  <a:pt x="8785225" y="0"/>
                </a:moveTo>
                <a:lnTo>
                  <a:pt x="0" y="0"/>
                </a:lnTo>
                <a:lnTo>
                  <a:pt x="0" y="3960876"/>
                </a:lnTo>
                <a:lnTo>
                  <a:pt x="8785225" y="3960876"/>
                </a:lnTo>
                <a:lnTo>
                  <a:pt x="8785225" y="0"/>
                </a:lnTo>
                <a:close/>
              </a:path>
            </a:pathLst>
          </a:custGeom>
          <a:solidFill>
            <a:srgbClr val="F6EBC0"/>
          </a:solidFill>
        </p:spPr>
        <p:txBody>
          <a:bodyPr wrap="square" lIns="0" tIns="0" rIns="0" bIns="0" rtlCol="0"/>
          <a:lstStyle/>
          <a:p/>
        </p:txBody>
      </p:sp>
      <p:grpSp>
        <p:nvGrpSpPr>
          <p:cNvPr id="10" name="object 10" descr=""/>
          <p:cNvGrpSpPr/>
          <p:nvPr/>
        </p:nvGrpSpPr>
        <p:grpSpPr>
          <a:xfrm>
            <a:off x="4168286" y="2556637"/>
            <a:ext cx="1496695" cy="280035"/>
            <a:chOff x="4168286" y="2556637"/>
            <a:chExt cx="1496695" cy="280035"/>
          </a:xfrm>
        </p:grpSpPr>
        <p:sp>
          <p:nvSpPr>
            <p:cNvPr id="11" name="object 11" descr=""/>
            <p:cNvSpPr/>
            <p:nvPr/>
          </p:nvSpPr>
          <p:spPr>
            <a:xfrm>
              <a:off x="4176025" y="2564376"/>
              <a:ext cx="1480820" cy="264160"/>
            </a:xfrm>
            <a:custGeom>
              <a:avLst/>
              <a:gdLst/>
              <a:ahLst/>
              <a:cxnLst/>
              <a:rect l="l" t="t" r="r" b="b"/>
              <a:pathLst>
                <a:path w="1480820" h="264160">
                  <a:moveTo>
                    <a:pt x="1480771" y="0"/>
                  </a:moveTo>
                  <a:lnTo>
                    <a:pt x="0" y="0"/>
                  </a:lnTo>
                  <a:lnTo>
                    <a:pt x="0" y="264026"/>
                  </a:lnTo>
                  <a:lnTo>
                    <a:pt x="1480771" y="264026"/>
                  </a:lnTo>
                  <a:lnTo>
                    <a:pt x="1480771" y="0"/>
                  </a:lnTo>
                  <a:close/>
                </a:path>
              </a:pathLst>
            </a:custGeom>
            <a:solidFill>
              <a:srgbClr val="C0C0C0"/>
            </a:solidFill>
          </p:spPr>
          <p:txBody>
            <a:bodyPr wrap="square" lIns="0" tIns="0" rIns="0" bIns="0" rtlCol="0"/>
            <a:lstStyle/>
            <a:p/>
          </p:txBody>
        </p:sp>
        <p:sp>
          <p:nvSpPr>
            <p:cNvPr id="12" name="object 12" descr=""/>
            <p:cNvSpPr/>
            <p:nvPr/>
          </p:nvSpPr>
          <p:spPr>
            <a:xfrm>
              <a:off x="4176025" y="2564376"/>
              <a:ext cx="1480820" cy="264160"/>
            </a:xfrm>
            <a:custGeom>
              <a:avLst/>
              <a:gdLst/>
              <a:ahLst/>
              <a:cxnLst/>
              <a:rect l="l" t="t" r="r" b="b"/>
              <a:pathLst>
                <a:path w="1480820" h="264160">
                  <a:moveTo>
                    <a:pt x="0" y="264026"/>
                  </a:moveTo>
                  <a:lnTo>
                    <a:pt x="1480771" y="264026"/>
                  </a:lnTo>
                  <a:lnTo>
                    <a:pt x="1480771" y="0"/>
                  </a:lnTo>
                  <a:lnTo>
                    <a:pt x="0" y="0"/>
                  </a:lnTo>
                  <a:lnTo>
                    <a:pt x="0" y="264026"/>
                  </a:lnTo>
                  <a:close/>
                </a:path>
              </a:pathLst>
            </a:custGeom>
            <a:ln w="15315">
              <a:solidFill>
                <a:srgbClr val="000000"/>
              </a:solidFill>
            </a:ln>
          </p:spPr>
          <p:txBody>
            <a:bodyPr wrap="square" lIns="0" tIns="0" rIns="0" bIns="0" rtlCol="0"/>
            <a:lstStyle/>
            <a:p/>
          </p:txBody>
        </p:sp>
      </p:grpSp>
      <p:grpSp>
        <p:nvGrpSpPr>
          <p:cNvPr id="13" name="object 13" descr=""/>
          <p:cNvGrpSpPr/>
          <p:nvPr/>
        </p:nvGrpSpPr>
        <p:grpSpPr>
          <a:xfrm>
            <a:off x="2266851" y="2172172"/>
            <a:ext cx="7839709" cy="2539365"/>
            <a:chOff x="2266851" y="2172172"/>
            <a:chExt cx="7839709" cy="2539365"/>
          </a:xfrm>
        </p:grpSpPr>
        <p:sp>
          <p:nvSpPr>
            <p:cNvPr id="14" name="object 14" descr=""/>
            <p:cNvSpPr/>
            <p:nvPr/>
          </p:nvSpPr>
          <p:spPr>
            <a:xfrm>
              <a:off x="2314515" y="4623120"/>
              <a:ext cx="7790180" cy="86360"/>
            </a:xfrm>
            <a:custGeom>
              <a:avLst/>
              <a:gdLst/>
              <a:ahLst/>
              <a:cxnLst/>
              <a:rect l="l" t="t" r="r" b="b"/>
              <a:pathLst>
                <a:path w="7790180" h="86360">
                  <a:moveTo>
                    <a:pt x="7613001" y="0"/>
                  </a:moveTo>
                  <a:lnTo>
                    <a:pt x="7673426" y="43144"/>
                  </a:lnTo>
                  <a:lnTo>
                    <a:pt x="7613001" y="86288"/>
                  </a:lnTo>
                  <a:lnTo>
                    <a:pt x="7749146" y="53024"/>
                  </a:lnTo>
                  <a:lnTo>
                    <a:pt x="7676360" y="53024"/>
                  </a:lnTo>
                  <a:lnTo>
                    <a:pt x="7683693" y="50412"/>
                  </a:lnTo>
                  <a:lnTo>
                    <a:pt x="7687213" y="48347"/>
                  </a:lnTo>
                  <a:lnTo>
                    <a:pt x="7687213" y="37940"/>
                  </a:lnTo>
                  <a:lnTo>
                    <a:pt x="7683693" y="35349"/>
                  </a:lnTo>
                  <a:lnTo>
                    <a:pt x="7676360" y="32737"/>
                  </a:lnTo>
                  <a:lnTo>
                    <a:pt x="7746990" y="32737"/>
                  </a:lnTo>
                  <a:lnTo>
                    <a:pt x="7613001" y="0"/>
                  </a:lnTo>
                  <a:close/>
                </a:path>
                <a:path w="7790180" h="86360">
                  <a:moveTo>
                    <a:pt x="7658851" y="32737"/>
                  </a:moveTo>
                  <a:lnTo>
                    <a:pt x="7274" y="32736"/>
                  </a:lnTo>
                  <a:lnTo>
                    <a:pt x="0" y="37940"/>
                  </a:lnTo>
                  <a:lnTo>
                    <a:pt x="0" y="48347"/>
                  </a:lnTo>
                  <a:lnTo>
                    <a:pt x="3637" y="50411"/>
                  </a:lnTo>
                  <a:lnTo>
                    <a:pt x="7274" y="53023"/>
                  </a:lnTo>
                  <a:lnTo>
                    <a:pt x="7659589" y="53024"/>
                  </a:lnTo>
                  <a:lnTo>
                    <a:pt x="7673426" y="43144"/>
                  </a:lnTo>
                  <a:lnTo>
                    <a:pt x="7658851" y="32737"/>
                  </a:lnTo>
                  <a:close/>
                </a:path>
                <a:path w="7790180" h="86360">
                  <a:moveTo>
                    <a:pt x="7746990" y="32737"/>
                  </a:moveTo>
                  <a:lnTo>
                    <a:pt x="7676360" y="32737"/>
                  </a:lnTo>
                  <a:lnTo>
                    <a:pt x="7683693" y="35349"/>
                  </a:lnTo>
                  <a:lnTo>
                    <a:pt x="7687213" y="37940"/>
                  </a:lnTo>
                  <a:lnTo>
                    <a:pt x="7687213" y="48347"/>
                  </a:lnTo>
                  <a:lnTo>
                    <a:pt x="7683693" y="50412"/>
                  </a:lnTo>
                  <a:lnTo>
                    <a:pt x="7676360" y="53024"/>
                  </a:lnTo>
                  <a:lnTo>
                    <a:pt x="7749146" y="53024"/>
                  </a:lnTo>
                  <a:lnTo>
                    <a:pt x="7789584" y="43144"/>
                  </a:lnTo>
                  <a:lnTo>
                    <a:pt x="7746990" y="32737"/>
                  </a:lnTo>
                  <a:close/>
                </a:path>
              </a:pathLst>
            </a:custGeom>
            <a:solidFill>
              <a:srgbClr val="000000"/>
            </a:solidFill>
          </p:spPr>
          <p:txBody>
            <a:bodyPr wrap="square" lIns="0" tIns="0" rIns="0" bIns="0" rtlCol="0"/>
            <a:lstStyle/>
            <a:p/>
          </p:txBody>
        </p:sp>
        <p:sp>
          <p:nvSpPr>
            <p:cNvPr id="15" name="object 15" descr=""/>
            <p:cNvSpPr/>
            <p:nvPr/>
          </p:nvSpPr>
          <p:spPr>
            <a:xfrm>
              <a:off x="9927517" y="4623120"/>
              <a:ext cx="177165" cy="86360"/>
            </a:xfrm>
            <a:custGeom>
              <a:avLst/>
              <a:gdLst/>
              <a:ahLst/>
              <a:cxnLst/>
              <a:rect l="l" t="t" r="r" b="b"/>
              <a:pathLst>
                <a:path w="177165" h="86360">
                  <a:moveTo>
                    <a:pt x="60425" y="43144"/>
                  </a:moveTo>
                  <a:lnTo>
                    <a:pt x="0" y="0"/>
                  </a:lnTo>
                  <a:lnTo>
                    <a:pt x="176582" y="43144"/>
                  </a:lnTo>
                  <a:lnTo>
                    <a:pt x="0" y="86288"/>
                  </a:lnTo>
                  <a:lnTo>
                    <a:pt x="60425" y="43144"/>
                  </a:lnTo>
                  <a:close/>
                </a:path>
              </a:pathLst>
            </a:custGeom>
            <a:ln w="3175">
              <a:solidFill>
                <a:srgbClr val="000000"/>
              </a:solidFill>
            </a:ln>
          </p:spPr>
          <p:txBody>
            <a:bodyPr wrap="square" lIns="0" tIns="0" rIns="0" bIns="0" rtlCol="0"/>
            <a:lstStyle/>
            <a:p/>
          </p:txBody>
        </p:sp>
        <p:sp>
          <p:nvSpPr>
            <p:cNvPr id="16" name="object 16" descr=""/>
            <p:cNvSpPr/>
            <p:nvPr/>
          </p:nvSpPr>
          <p:spPr>
            <a:xfrm>
              <a:off x="2268756" y="2174077"/>
              <a:ext cx="120014" cy="2502535"/>
            </a:xfrm>
            <a:custGeom>
              <a:avLst/>
              <a:gdLst/>
              <a:ahLst/>
              <a:cxnLst/>
              <a:rect l="l" t="t" r="r" b="b"/>
              <a:pathLst>
                <a:path w="120014" h="2502535">
                  <a:moveTo>
                    <a:pt x="60307" y="86161"/>
                  </a:moveTo>
                  <a:lnTo>
                    <a:pt x="45758" y="95970"/>
                  </a:lnTo>
                  <a:lnTo>
                    <a:pt x="45759" y="2497390"/>
                  </a:lnTo>
                  <a:lnTo>
                    <a:pt x="49396" y="2499454"/>
                  </a:lnTo>
                  <a:lnTo>
                    <a:pt x="53033" y="2502066"/>
                  </a:lnTo>
                  <a:lnTo>
                    <a:pt x="66819" y="2502066"/>
                  </a:lnTo>
                  <a:lnTo>
                    <a:pt x="70457" y="2499454"/>
                  </a:lnTo>
                  <a:lnTo>
                    <a:pt x="74094" y="2497390"/>
                  </a:lnTo>
                  <a:lnTo>
                    <a:pt x="74094" y="95570"/>
                  </a:lnTo>
                  <a:lnTo>
                    <a:pt x="60307" y="86161"/>
                  </a:lnTo>
                  <a:close/>
                </a:path>
                <a:path w="120014" h="2502535">
                  <a:moveTo>
                    <a:pt x="60307" y="0"/>
                  </a:moveTo>
                  <a:lnTo>
                    <a:pt x="0" y="126820"/>
                  </a:lnTo>
                  <a:lnTo>
                    <a:pt x="45758" y="95970"/>
                  </a:lnTo>
                  <a:lnTo>
                    <a:pt x="45758" y="81105"/>
                  </a:lnTo>
                  <a:lnTo>
                    <a:pt x="49396" y="78367"/>
                  </a:lnTo>
                  <a:lnTo>
                    <a:pt x="53033" y="76471"/>
                  </a:lnTo>
                  <a:lnTo>
                    <a:pt x="60307" y="73732"/>
                  </a:lnTo>
                  <a:lnTo>
                    <a:pt x="94944" y="73732"/>
                  </a:lnTo>
                  <a:lnTo>
                    <a:pt x="60307" y="0"/>
                  </a:lnTo>
                  <a:close/>
                </a:path>
                <a:path w="120014" h="2502535">
                  <a:moveTo>
                    <a:pt x="94944" y="73732"/>
                  </a:moveTo>
                  <a:lnTo>
                    <a:pt x="60307" y="73732"/>
                  </a:lnTo>
                  <a:lnTo>
                    <a:pt x="66819" y="76471"/>
                  </a:lnTo>
                  <a:lnTo>
                    <a:pt x="70457" y="78367"/>
                  </a:lnTo>
                  <a:lnTo>
                    <a:pt x="74094" y="81105"/>
                  </a:lnTo>
                  <a:lnTo>
                    <a:pt x="74094" y="95570"/>
                  </a:lnTo>
                  <a:lnTo>
                    <a:pt x="119882" y="126820"/>
                  </a:lnTo>
                  <a:lnTo>
                    <a:pt x="94944" y="73732"/>
                  </a:lnTo>
                  <a:close/>
                </a:path>
                <a:path w="120014" h="2502535">
                  <a:moveTo>
                    <a:pt x="60307" y="73732"/>
                  </a:moveTo>
                  <a:lnTo>
                    <a:pt x="53033" y="76471"/>
                  </a:lnTo>
                  <a:lnTo>
                    <a:pt x="49396" y="78367"/>
                  </a:lnTo>
                  <a:lnTo>
                    <a:pt x="45758" y="81105"/>
                  </a:lnTo>
                  <a:lnTo>
                    <a:pt x="45758" y="95970"/>
                  </a:lnTo>
                  <a:lnTo>
                    <a:pt x="60307" y="86161"/>
                  </a:lnTo>
                  <a:lnTo>
                    <a:pt x="74094" y="86161"/>
                  </a:lnTo>
                  <a:lnTo>
                    <a:pt x="74094" y="81105"/>
                  </a:lnTo>
                  <a:lnTo>
                    <a:pt x="70457" y="78367"/>
                  </a:lnTo>
                  <a:lnTo>
                    <a:pt x="66819" y="76471"/>
                  </a:lnTo>
                  <a:lnTo>
                    <a:pt x="60307" y="73732"/>
                  </a:lnTo>
                  <a:close/>
                </a:path>
                <a:path w="120014" h="2502535">
                  <a:moveTo>
                    <a:pt x="74094" y="86161"/>
                  </a:moveTo>
                  <a:lnTo>
                    <a:pt x="60307" y="86161"/>
                  </a:lnTo>
                  <a:lnTo>
                    <a:pt x="74094" y="95570"/>
                  </a:lnTo>
                  <a:lnTo>
                    <a:pt x="74094" y="86161"/>
                  </a:lnTo>
                  <a:close/>
                </a:path>
              </a:pathLst>
            </a:custGeom>
            <a:solidFill>
              <a:srgbClr val="000000"/>
            </a:solidFill>
          </p:spPr>
          <p:txBody>
            <a:bodyPr wrap="square" lIns="0" tIns="0" rIns="0" bIns="0" rtlCol="0"/>
            <a:lstStyle/>
            <a:p/>
          </p:txBody>
        </p:sp>
        <p:sp>
          <p:nvSpPr>
            <p:cNvPr id="17" name="object 17" descr=""/>
            <p:cNvSpPr/>
            <p:nvPr/>
          </p:nvSpPr>
          <p:spPr>
            <a:xfrm>
              <a:off x="2268756" y="2174077"/>
              <a:ext cx="120014" cy="127000"/>
            </a:xfrm>
            <a:custGeom>
              <a:avLst/>
              <a:gdLst/>
              <a:ahLst/>
              <a:cxnLst/>
              <a:rect l="l" t="t" r="r" b="b"/>
              <a:pathLst>
                <a:path w="120014" h="127000">
                  <a:moveTo>
                    <a:pt x="60307" y="86161"/>
                  </a:moveTo>
                  <a:lnTo>
                    <a:pt x="0" y="126820"/>
                  </a:lnTo>
                  <a:lnTo>
                    <a:pt x="60307" y="0"/>
                  </a:lnTo>
                  <a:lnTo>
                    <a:pt x="119882" y="126820"/>
                  </a:lnTo>
                  <a:lnTo>
                    <a:pt x="60307" y="86161"/>
                  </a:lnTo>
                  <a:close/>
                </a:path>
              </a:pathLst>
            </a:custGeom>
            <a:ln w="3560">
              <a:solidFill>
                <a:srgbClr val="000000"/>
              </a:solidFill>
            </a:ln>
          </p:spPr>
          <p:txBody>
            <a:bodyPr wrap="square" lIns="0" tIns="0" rIns="0" bIns="0" rtlCol="0"/>
            <a:lstStyle/>
            <a:p/>
          </p:txBody>
        </p:sp>
        <p:pic>
          <p:nvPicPr>
            <p:cNvPr id="18" name="object 18" descr=""/>
            <p:cNvPicPr/>
            <p:nvPr/>
          </p:nvPicPr>
          <p:blipFill>
            <a:blip r:embed="rId2" cstate="print"/>
            <a:stretch>
              <a:fillRect/>
            </a:stretch>
          </p:blipFill>
          <p:spPr>
            <a:xfrm>
              <a:off x="7508158" y="4401711"/>
              <a:ext cx="369826" cy="261435"/>
            </a:xfrm>
            <a:prstGeom prst="rect">
              <a:avLst/>
            </a:prstGeom>
          </p:spPr>
        </p:pic>
        <p:sp>
          <p:nvSpPr>
            <p:cNvPr id="19" name="object 19" descr=""/>
            <p:cNvSpPr/>
            <p:nvPr/>
          </p:nvSpPr>
          <p:spPr>
            <a:xfrm>
              <a:off x="7508158" y="4401711"/>
              <a:ext cx="370205" cy="261620"/>
            </a:xfrm>
            <a:custGeom>
              <a:avLst/>
              <a:gdLst/>
              <a:ahLst/>
              <a:cxnLst/>
              <a:rect l="l" t="t" r="r" b="b"/>
              <a:pathLst>
                <a:path w="370204" h="261620">
                  <a:moveTo>
                    <a:pt x="0" y="261435"/>
                  </a:moveTo>
                  <a:lnTo>
                    <a:pt x="369826" y="261435"/>
                  </a:lnTo>
                  <a:lnTo>
                    <a:pt x="369826" y="0"/>
                  </a:lnTo>
                  <a:lnTo>
                    <a:pt x="0" y="0"/>
                  </a:lnTo>
                  <a:lnTo>
                    <a:pt x="0" y="261435"/>
                  </a:lnTo>
                  <a:close/>
                </a:path>
              </a:pathLst>
            </a:custGeom>
            <a:ln w="17111">
              <a:solidFill>
                <a:srgbClr val="000000"/>
              </a:solidFill>
            </a:ln>
          </p:spPr>
          <p:txBody>
            <a:bodyPr wrap="square" lIns="0" tIns="0" rIns="0" bIns="0" rtlCol="0"/>
            <a:lstStyle/>
            <a:p/>
          </p:txBody>
        </p:sp>
        <p:pic>
          <p:nvPicPr>
            <p:cNvPr id="20" name="object 20" descr=""/>
            <p:cNvPicPr/>
            <p:nvPr/>
          </p:nvPicPr>
          <p:blipFill>
            <a:blip r:embed="rId3" cstate="print"/>
            <a:stretch>
              <a:fillRect/>
            </a:stretch>
          </p:blipFill>
          <p:spPr>
            <a:xfrm>
              <a:off x="7878043" y="3089943"/>
              <a:ext cx="370559" cy="260908"/>
            </a:xfrm>
            <a:prstGeom prst="rect">
              <a:avLst/>
            </a:prstGeom>
          </p:spPr>
        </p:pic>
        <p:sp>
          <p:nvSpPr>
            <p:cNvPr id="21" name="object 21" descr=""/>
            <p:cNvSpPr/>
            <p:nvPr/>
          </p:nvSpPr>
          <p:spPr>
            <a:xfrm>
              <a:off x="7878043" y="3089943"/>
              <a:ext cx="370840" cy="260985"/>
            </a:xfrm>
            <a:custGeom>
              <a:avLst/>
              <a:gdLst/>
              <a:ahLst/>
              <a:cxnLst/>
              <a:rect l="l" t="t" r="r" b="b"/>
              <a:pathLst>
                <a:path w="370840" h="260985">
                  <a:moveTo>
                    <a:pt x="0" y="260908"/>
                  </a:moveTo>
                  <a:lnTo>
                    <a:pt x="370559" y="260908"/>
                  </a:lnTo>
                  <a:lnTo>
                    <a:pt x="370559" y="0"/>
                  </a:lnTo>
                  <a:lnTo>
                    <a:pt x="0" y="0"/>
                  </a:lnTo>
                  <a:lnTo>
                    <a:pt x="0" y="260908"/>
                  </a:lnTo>
                  <a:close/>
                </a:path>
              </a:pathLst>
            </a:custGeom>
            <a:ln w="17100">
              <a:solidFill>
                <a:srgbClr val="000000"/>
              </a:solidFill>
            </a:ln>
          </p:spPr>
          <p:txBody>
            <a:bodyPr wrap="square" lIns="0" tIns="0" rIns="0" bIns="0" rtlCol="0"/>
            <a:lstStyle/>
            <a:p/>
          </p:txBody>
        </p:sp>
        <p:pic>
          <p:nvPicPr>
            <p:cNvPr id="22" name="object 22" descr=""/>
            <p:cNvPicPr/>
            <p:nvPr/>
          </p:nvPicPr>
          <p:blipFill>
            <a:blip r:embed="rId4" cstate="print"/>
            <a:stretch>
              <a:fillRect/>
            </a:stretch>
          </p:blipFill>
          <p:spPr>
            <a:xfrm>
              <a:off x="8248514" y="2828402"/>
              <a:ext cx="369826" cy="261435"/>
            </a:xfrm>
            <a:prstGeom prst="rect">
              <a:avLst/>
            </a:prstGeom>
          </p:spPr>
        </p:pic>
        <p:sp>
          <p:nvSpPr>
            <p:cNvPr id="23" name="object 23" descr=""/>
            <p:cNvSpPr/>
            <p:nvPr/>
          </p:nvSpPr>
          <p:spPr>
            <a:xfrm>
              <a:off x="8248514" y="2828402"/>
              <a:ext cx="370205" cy="261620"/>
            </a:xfrm>
            <a:custGeom>
              <a:avLst/>
              <a:gdLst/>
              <a:ahLst/>
              <a:cxnLst/>
              <a:rect l="l" t="t" r="r" b="b"/>
              <a:pathLst>
                <a:path w="370204" h="261619">
                  <a:moveTo>
                    <a:pt x="0" y="261435"/>
                  </a:moveTo>
                  <a:lnTo>
                    <a:pt x="369826" y="261435"/>
                  </a:lnTo>
                  <a:lnTo>
                    <a:pt x="369826" y="0"/>
                  </a:lnTo>
                  <a:lnTo>
                    <a:pt x="0" y="0"/>
                  </a:lnTo>
                  <a:lnTo>
                    <a:pt x="0" y="261435"/>
                  </a:lnTo>
                  <a:close/>
                </a:path>
              </a:pathLst>
            </a:custGeom>
            <a:ln w="17111">
              <a:solidFill>
                <a:srgbClr val="000000"/>
              </a:solidFill>
            </a:ln>
          </p:spPr>
          <p:txBody>
            <a:bodyPr wrap="square" lIns="0" tIns="0" rIns="0" bIns="0" rtlCol="0"/>
            <a:lstStyle/>
            <a:p/>
          </p:txBody>
        </p:sp>
        <p:pic>
          <p:nvPicPr>
            <p:cNvPr id="24" name="object 24" descr=""/>
            <p:cNvPicPr/>
            <p:nvPr/>
          </p:nvPicPr>
          <p:blipFill>
            <a:blip r:embed="rId5" cstate="print"/>
            <a:stretch>
              <a:fillRect/>
            </a:stretch>
          </p:blipFill>
          <p:spPr>
            <a:xfrm>
              <a:off x="8618400" y="2564376"/>
              <a:ext cx="370559" cy="264026"/>
            </a:xfrm>
            <a:prstGeom prst="rect">
              <a:avLst/>
            </a:prstGeom>
          </p:spPr>
        </p:pic>
        <p:sp>
          <p:nvSpPr>
            <p:cNvPr id="25" name="object 25" descr=""/>
            <p:cNvSpPr/>
            <p:nvPr/>
          </p:nvSpPr>
          <p:spPr>
            <a:xfrm>
              <a:off x="8618400" y="2564376"/>
              <a:ext cx="370840" cy="264160"/>
            </a:xfrm>
            <a:custGeom>
              <a:avLst/>
              <a:gdLst/>
              <a:ahLst/>
              <a:cxnLst/>
              <a:rect l="l" t="t" r="r" b="b"/>
              <a:pathLst>
                <a:path w="370840" h="264160">
                  <a:moveTo>
                    <a:pt x="0" y="264026"/>
                  </a:moveTo>
                  <a:lnTo>
                    <a:pt x="370559" y="264026"/>
                  </a:lnTo>
                  <a:lnTo>
                    <a:pt x="370559" y="0"/>
                  </a:lnTo>
                  <a:lnTo>
                    <a:pt x="0" y="0"/>
                  </a:lnTo>
                  <a:lnTo>
                    <a:pt x="0" y="264026"/>
                  </a:lnTo>
                  <a:close/>
                </a:path>
              </a:pathLst>
            </a:custGeom>
            <a:ln w="17132">
              <a:solidFill>
                <a:srgbClr val="000000"/>
              </a:solidFill>
            </a:ln>
          </p:spPr>
          <p:txBody>
            <a:bodyPr wrap="square" lIns="0" tIns="0" rIns="0" bIns="0" rtlCol="0"/>
            <a:lstStyle/>
            <a:p/>
          </p:txBody>
        </p:sp>
        <p:pic>
          <p:nvPicPr>
            <p:cNvPr id="26" name="object 26" descr=""/>
            <p:cNvPicPr/>
            <p:nvPr/>
          </p:nvPicPr>
          <p:blipFill>
            <a:blip r:embed="rId6" cstate="print"/>
            <a:stretch>
              <a:fillRect/>
            </a:stretch>
          </p:blipFill>
          <p:spPr>
            <a:xfrm>
              <a:off x="6018676" y="3362312"/>
              <a:ext cx="25163" cy="1067181"/>
            </a:xfrm>
            <a:prstGeom prst="rect">
              <a:avLst/>
            </a:prstGeom>
          </p:spPr>
        </p:pic>
        <p:pic>
          <p:nvPicPr>
            <p:cNvPr id="27" name="object 27" descr=""/>
            <p:cNvPicPr/>
            <p:nvPr/>
          </p:nvPicPr>
          <p:blipFill>
            <a:blip r:embed="rId7" cstate="print"/>
            <a:stretch>
              <a:fillRect/>
            </a:stretch>
          </p:blipFill>
          <p:spPr>
            <a:xfrm>
              <a:off x="7499682" y="2836702"/>
              <a:ext cx="24871" cy="1592795"/>
            </a:xfrm>
            <a:prstGeom prst="rect">
              <a:avLst/>
            </a:prstGeom>
          </p:spPr>
        </p:pic>
        <p:sp>
          <p:nvSpPr>
            <p:cNvPr id="28" name="object 28" descr=""/>
            <p:cNvSpPr/>
            <p:nvPr/>
          </p:nvSpPr>
          <p:spPr>
            <a:xfrm>
              <a:off x="6390583" y="2821240"/>
              <a:ext cx="22225" cy="540385"/>
            </a:xfrm>
            <a:custGeom>
              <a:avLst/>
              <a:gdLst/>
              <a:ahLst/>
              <a:cxnLst/>
              <a:rect l="l" t="t" r="r" b="b"/>
              <a:pathLst>
                <a:path w="22225" h="540385">
                  <a:moveTo>
                    <a:pt x="18186" y="2527"/>
                  </a:moveTo>
                  <a:lnTo>
                    <a:pt x="3813" y="2527"/>
                  </a:lnTo>
                  <a:lnTo>
                    <a:pt x="0" y="5055"/>
                  </a:lnTo>
                  <a:lnTo>
                    <a:pt x="0" y="58143"/>
                  </a:lnTo>
                  <a:lnTo>
                    <a:pt x="3813" y="60671"/>
                  </a:lnTo>
                  <a:lnTo>
                    <a:pt x="7333" y="63410"/>
                  </a:lnTo>
                  <a:lnTo>
                    <a:pt x="14666" y="63410"/>
                  </a:lnTo>
                  <a:lnTo>
                    <a:pt x="18186" y="60671"/>
                  </a:lnTo>
                  <a:lnTo>
                    <a:pt x="21706" y="58143"/>
                  </a:lnTo>
                  <a:lnTo>
                    <a:pt x="21706" y="5055"/>
                  </a:lnTo>
                  <a:lnTo>
                    <a:pt x="18186" y="2527"/>
                  </a:lnTo>
                  <a:close/>
                </a:path>
                <a:path w="22225" h="540385">
                  <a:moveTo>
                    <a:pt x="10853" y="0"/>
                  </a:moveTo>
                  <a:lnTo>
                    <a:pt x="7333" y="2527"/>
                  </a:lnTo>
                  <a:lnTo>
                    <a:pt x="14666" y="2527"/>
                  </a:lnTo>
                  <a:lnTo>
                    <a:pt x="10853" y="0"/>
                  </a:lnTo>
                  <a:close/>
                </a:path>
                <a:path w="22225" h="540385">
                  <a:moveTo>
                    <a:pt x="14666" y="111652"/>
                  </a:moveTo>
                  <a:lnTo>
                    <a:pt x="7333" y="111652"/>
                  </a:lnTo>
                  <a:lnTo>
                    <a:pt x="0" y="116919"/>
                  </a:lnTo>
                  <a:lnTo>
                    <a:pt x="0" y="124081"/>
                  </a:lnTo>
                  <a:lnTo>
                    <a:pt x="3813" y="126820"/>
                  </a:lnTo>
                  <a:lnTo>
                    <a:pt x="18186" y="126820"/>
                  </a:lnTo>
                  <a:lnTo>
                    <a:pt x="21706" y="124081"/>
                  </a:lnTo>
                  <a:lnTo>
                    <a:pt x="21706" y="116919"/>
                  </a:lnTo>
                  <a:lnTo>
                    <a:pt x="18186" y="114180"/>
                  </a:lnTo>
                  <a:lnTo>
                    <a:pt x="14666" y="111652"/>
                  </a:lnTo>
                  <a:close/>
                </a:path>
                <a:path w="22225" h="540385">
                  <a:moveTo>
                    <a:pt x="14666" y="175062"/>
                  </a:moveTo>
                  <a:lnTo>
                    <a:pt x="7333" y="175062"/>
                  </a:lnTo>
                  <a:lnTo>
                    <a:pt x="0" y="180329"/>
                  </a:lnTo>
                  <a:lnTo>
                    <a:pt x="0" y="233206"/>
                  </a:lnTo>
                  <a:lnTo>
                    <a:pt x="7333" y="238472"/>
                  </a:lnTo>
                  <a:lnTo>
                    <a:pt x="14666" y="238472"/>
                  </a:lnTo>
                  <a:lnTo>
                    <a:pt x="18186" y="235944"/>
                  </a:lnTo>
                  <a:lnTo>
                    <a:pt x="21706" y="233206"/>
                  </a:lnTo>
                  <a:lnTo>
                    <a:pt x="21706" y="180329"/>
                  </a:lnTo>
                  <a:lnTo>
                    <a:pt x="18186" y="177590"/>
                  </a:lnTo>
                  <a:lnTo>
                    <a:pt x="14666" y="175062"/>
                  </a:lnTo>
                  <a:close/>
                </a:path>
                <a:path w="22225" h="540385">
                  <a:moveTo>
                    <a:pt x="14666" y="286714"/>
                  </a:moveTo>
                  <a:lnTo>
                    <a:pt x="7333" y="286714"/>
                  </a:lnTo>
                  <a:lnTo>
                    <a:pt x="3813" y="289453"/>
                  </a:lnTo>
                  <a:lnTo>
                    <a:pt x="0" y="291981"/>
                  </a:lnTo>
                  <a:lnTo>
                    <a:pt x="0" y="296616"/>
                  </a:lnTo>
                  <a:lnTo>
                    <a:pt x="7333" y="301882"/>
                  </a:lnTo>
                  <a:lnTo>
                    <a:pt x="14666" y="301882"/>
                  </a:lnTo>
                  <a:lnTo>
                    <a:pt x="18186" y="299354"/>
                  </a:lnTo>
                  <a:lnTo>
                    <a:pt x="21706" y="296616"/>
                  </a:lnTo>
                  <a:lnTo>
                    <a:pt x="21706" y="291981"/>
                  </a:lnTo>
                  <a:lnTo>
                    <a:pt x="18186" y="289453"/>
                  </a:lnTo>
                  <a:lnTo>
                    <a:pt x="14666" y="286714"/>
                  </a:lnTo>
                  <a:close/>
                </a:path>
                <a:path w="22225" h="540385">
                  <a:moveTo>
                    <a:pt x="14666" y="350125"/>
                  </a:moveTo>
                  <a:lnTo>
                    <a:pt x="7333" y="350125"/>
                  </a:lnTo>
                  <a:lnTo>
                    <a:pt x="3813" y="352863"/>
                  </a:lnTo>
                  <a:lnTo>
                    <a:pt x="0" y="355391"/>
                  </a:lnTo>
                  <a:lnTo>
                    <a:pt x="0" y="408479"/>
                  </a:lnTo>
                  <a:lnTo>
                    <a:pt x="3813" y="411007"/>
                  </a:lnTo>
                  <a:lnTo>
                    <a:pt x="7333" y="413535"/>
                  </a:lnTo>
                  <a:lnTo>
                    <a:pt x="14666" y="413535"/>
                  </a:lnTo>
                  <a:lnTo>
                    <a:pt x="21706" y="408479"/>
                  </a:lnTo>
                  <a:lnTo>
                    <a:pt x="21706" y="355391"/>
                  </a:lnTo>
                  <a:lnTo>
                    <a:pt x="18186" y="352863"/>
                  </a:lnTo>
                  <a:lnTo>
                    <a:pt x="14666" y="350125"/>
                  </a:lnTo>
                  <a:close/>
                </a:path>
                <a:path w="22225" h="540385">
                  <a:moveTo>
                    <a:pt x="14666" y="461988"/>
                  </a:moveTo>
                  <a:lnTo>
                    <a:pt x="7333" y="461988"/>
                  </a:lnTo>
                  <a:lnTo>
                    <a:pt x="0" y="467254"/>
                  </a:lnTo>
                  <a:lnTo>
                    <a:pt x="0" y="471889"/>
                  </a:lnTo>
                  <a:lnTo>
                    <a:pt x="3813" y="474417"/>
                  </a:lnTo>
                  <a:lnTo>
                    <a:pt x="7333" y="476945"/>
                  </a:lnTo>
                  <a:lnTo>
                    <a:pt x="14666" y="476945"/>
                  </a:lnTo>
                  <a:lnTo>
                    <a:pt x="21706" y="471889"/>
                  </a:lnTo>
                  <a:lnTo>
                    <a:pt x="21706" y="467254"/>
                  </a:lnTo>
                  <a:lnTo>
                    <a:pt x="18186" y="464516"/>
                  </a:lnTo>
                  <a:lnTo>
                    <a:pt x="14666" y="461988"/>
                  </a:lnTo>
                  <a:close/>
                </a:path>
                <a:path w="22225" h="540385">
                  <a:moveTo>
                    <a:pt x="14666" y="525398"/>
                  </a:moveTo>
                  <a:lnTo>
                    <a:pt x="7333" y="525398"/>
                  </a:lnTo>
                  <a:lnTo>
                    <a:pt x="0" y="530664"/>
                  </a:lnTo>
                  <a:lnTo>
                    <a:pt x="0" y="535299"/>
                  </a:lnTo>
                  <a:lnTo>
                    <a:pt x="3813" y="537827"/>
                  </a:lnTo>
                  <a:lnTo>
                    <a:pt x="7333" y="540355"/>
                  </a:lnTo>
                  <a:lnTo>
                    <a:pt x="14666" y="540355"/>
                  </a:lnTo>
                  <a:lnTo>
                    <a:pt x="21706" y="535299"/>
                  </a:lnTo>
                  <a:lnTo>
                    <a:pt x="21706" y="530664"/>
                  </a:lnTo>
                  <a:lnTo>
                    <a:pt x="18186" y="527926"/>
                  </a:lnTo>
                  <a:lnTo>
                    <a:pt x="14666" y="525398"/>
                  </a:lnTo>
                  <a:close/>
                </a:path>
              </a:pathLst>
            </a:custGeom>
            <a:solidFill>
              <a:srgbClr val="000000"/>
            </a:solidFill>
          </p:spPr>
          <p:txBody>
            <a:bodyPr wrap="square" lIns="0" tIns="0" rIns="0" bIns="0" rtlCol="0"/>
            <a:lstStyle/>
            <a:p/>
          </p:txBody>
        </p:sp>
        <p:sp>
          <p:nvSpPr>
            <p:cNvPr id="29" name="object 29" descr=""/>
            <p:cNvSpPr/>
            <p:nvPr/>
          </p:nvSpPr>
          <p:spPr>
            <a:xfrm>
              <a:off x="6390583" y="2821240"/>
              <a:ext cx="22225" cy="477520"/>
            </a:xfrm>
            <a:custGeom>
              <a:avLst/>
              <a:gdLst/>
              <a:ahLst/>
              <a:cxnLst/>
              <a:rect l="l" t="t" r="r" b="b"/>
              <a:pathLst>
                <a:path w="22225" h="477520">
                  <a:moveTo>
                    <a:pt x="21706" y="10322"/>
                  </a:moveTo>
                  <a:lnTo>
                    <a:pt x="21706" y="56036"/>
                  </a:lnTo>
                  <a:lnTo>
                    <a:pt x="21706" y="58143"/>
                  </a:lnTo>
                  <a:lnTo>
                    <a:pt x="18186" y="60671"/>
                  </a:lnTo>
                  <a:lnTo>
                    <a:pt x="14666" y="63410"/>
                  </a:lnTo>
                  <a:lnTo>
                    <a:pt x="10853" y="63410"/>
                  </a:lnTo>
                  <a:lnTo>
                    <a:pt x="7333" y="63410"/>
                  </a:lnTo>
                  <a:lnTo>
                    <a:pt x="3813" y="60671"/>
                  </a:lnTo>
                  <a:lnTo>
                    <a:pt x="0" y="58143"/>
                  </a:lnTo>
                  <a:lnTo>
                    <a:pt x="0" y="56036"/>
                  </a:lnTo>
                  <a:lnTo>
                    <a:pt x="0" y="10322"/>
                  </a:lnTo>
                  <a:lnTo>
                    <a:pt x="0" y="5055"/>
                  </a:lnTo>
                  <a:lnTo>
                    <a:pt x="3813" y="2527"/>
                  </a:lnTo>
                  <a:lnTo>
                    <a:pt x="7333" y="2527"/>
                  </a:lnTo>
                  <a:lnTo>
                    <a:pt x="10853" y="0"/>
                  </a:lnTo>
                  <a:lnTo>
                    <a:pt x="14666" y="2527"/>
                  </a:lnTo>
                  <a:lnTo>
                    <a:pt x="18186" y="2527"/>
                  </a:lnTo>
                  <a:lnTo>
                    <a:pt x="21706" y="5055"/>
                  </a:lnTo>
                  <a:lnTo>
                    <a:pt x="21706" y="10322"/>
                  </a:lnTo>
                  <a:close/>
                </a:path>
                <a:path w="22225" h="477520">
                  <a:moveTo>
                    <a:pt x="21706" y="119446"/>
                  </a:moveTo>
                  <a:lnTo>
                    <a:pt x="21706" y="124081"/>
                  </a:lnTo>
                  <a:lnTo>
                    <a:pt x="18186" y="126820"/>
                  </a:lnTo>
                  <a:lnTo>
                    <a:pt x="14666" y="126820"/>
                  </a:lnTo>
                  <a:lnTo>
                    <a:pt x="10853" y="126820"/>
                  </a:lnTo>
                  <a:lnTo>
                    <a:pt x="7333" y="126820"/>
                  </a:lnTo>
                  <a:lnTo>
                    <a:pt x="3813" y="126820"/>
                  </a:lnTo>
                  <a:lnTo>
                    <a:pt x="0" y="124081"/>
                  </a:lnTo>
                  <a:lnTo>
                    <a:pt x="0" y="119446"/>
                  </a:lnTo>
                  <a:lnTo>
                    <a:pt x="0" y="116919"/>
                  </a:lnTo>
                  <a:lnTo>
                    <a:pt x="3813" y="114180"/>
                  </a:lnTo>
                  <a:lnTo>
                    <a:pt x="7333" y="111652"/>
                  </a:lnTo>
                  <a:lnTo>
                    <a:pt x="10853" y="111652"/>
                  </a:lnTo>
                  <a:lnTo>
                    <a:pt x="14666" y="111652"/>
                  </a:lnTo>
                  <a:lnTo>
                    <a:pt x="18186" y="114180"/>
                  </a:lnTo>
                  <a:lnTo>
                    <a:pt x="21706" y="116919"/>
                  </a:lnTo>
                  <a:lnTo>
                    <a:pt x="21706" y="119446"/>
                  </a:lnTo>
                  <a:close/>
                </a:path>
                <a:path w="22225" h="477520">
                  <a:moveTo>
                    <a:pt x="21706" y="182857"/>
                  </a:moveTo>
                  <a:lnTo>
                    <a:pt x="21706" y="230678"/>
                  </a:lnTo>
                  <a:lnTo>
                    <a:pt x="21706" y="233206"/>
                  </a:lnTo>
                  <a:lnTo>
                    <a:pt x="18186" y="235944"/>
                  </a:lnTo>
                  <a:lnTo>
                    <a:pt x="14666" y="238472"/>
                  </a:lnTo>
                  <a:lnTo>
                    <a:pt x="10853" y="238472"/>
                  </a:lnTo>
                  <a:lnTo>
                    <a:pt x="7333" y="238472"/>
                  </a:lnTo>
                  <a:lnTo>
                    <a:pt x="3813" y="235944"/>
                  </a:lnTo>
                  <a:lnTo>
                    <a:pt x="0" y="233206"/>
                  </a:lnTo>
                  <a:lnTo>
                    <a:pt x="0" y="230678"/>
                  </a:lnTo>
                  <a:lnTo>
                    <a:pt x="0" y="182857"/>
                  </a:lnTo>
                  <a:lnTo>
                    <a:pt x="0" y="180329"/>
                  </a:lnTo>
                  <a:lnTo>
                    <a:pt x="3813" y="177590"/>
                  </a:lnTo>
                  <a:lnTo>
                    <a:pt x="7333" y="175062"/>
                  </a:lnTo>
                  <a:lnTo>
                    <a:pt x="10853" y="175062"/>
                  </a:lnTo>
                  <a:lnTo>
                    <a:pt x="14666" y="175062"/>
                  </a:lnTo>
                  <a:lnTo>
                    <a:pt x="18186" y="177590"/>
                  </a:lnTo>
                  <a:lnTo>
                    <a:pt x="21706" y="180329"/>
                  </a:lnTo>
                  <a:lnTo>
                    <a:pt x="21706" y="182857"/>
                  </a:lnTo>
                  <a:close/>
                </a:path>
                <a:path w="22225" h="477520">
                  <a:moveTo>
                    <a:pt x="21706" y="294088"/>
                  </a:moveTo>
                  <a:lnTo>
                    <a:pt x="21706" y="296616"/>
                  </a:lnTo>
                  <a:lnTo>
                    <a:pt x="18186" y="299354"/>
                  </a:lnTo>
                  <a:lnTo>
                    <a:pt x="14666" y="301882"/>
                  </a:lnTo>
                  <a:lnTo>
                    <a:pt x="10853" y="301882"/>
                  </a:lnTo>
                  <a:lnTo>
                    <a:pt x="7333" y="301882"/>
                  </a:lnTo>
                  <a:lnTo>
                    <a:pt x="3813" y="299354"/>
                  </a:lnTo>
                  <a:lnTo>
                    <a:pt x="0" y="296616"/>
                  </a:lnTo>
                  <a:lnTo>
                    <a:pt x="0" y="294088"/>
                  </a:lnTo>
                  <a:lnTo>
                    <a:pt x="0" y="291981"/>
                  </a:lnTo>
                  <a:lnTo>
                    <a:pt x="3813" y="289453"/>
                  </a:lnTo>
                  <a:lnTo>
                    <a:pt x="7333" y="286714"/>
                  </a:lnTo>
                  <a:lnTo>
                    <a:pt x="10853" y="286714"/>
                  </a:lnTo>
                  <a:lnTo>
                    <a:pt x="14666" y="286714"/>
                  </a:lnTo>
                  <a:lnTo>
                    <a:pt x="18186" y="289453"/>
                  </a:lnTo>
                  <a:lnTo>
                    <a:pt x="21706" y="291981"/>
                  </a:lnTo>
                  <a:lnTo>
                    <a:pt x="21706" y="294088"/>
                  </a:lnTo>
                  <a:close/>
                </a:path>
                <a:path w="22225" h="477520">
                  <a:moveTo>
                    <a:pt x="21706" y="357919"/>
                  </a:moveTo>
                  <a:lnTo>
                    <a:pt x="21706" y="405740"/>
                  </a:lnTo>
                  <a:lnTo>
                    <a:pt x="21706" y="408479"/>
                  </a:lnTo>
                  <a:lnTo>
                    <a:pt x="18186" y="411007"/>
                  </a:lnTo>
                  <a:lnTo>
                    <a:pt x="14666" y="413535"/>
                  </a:lnTo>
                  <a:lnTo>
                    <a:pt x="10853" y="413535"/>
                  </a:lnTo>
                  <a:lnTo>
                    <a:pt x="7333" y="413535"/>
                  </a:lnTo>
                  <a:lnTo>
                    <a:pt x="3813" y="411007"/>
                  </a:lnTo>
                  <a:lnTo>
                    <a:pt x="0" y="408479"/>
                  </a:lnTo>
                  <a:lnTo>
                    <a:pt x="0" y="405740"/>
                  </a:lnTo>
                  <a:lnTo>
                    <a:pt x="0" y="357919"/>
                  </a:lnTo>
                  <a:lnTo>
                    <a:pt x="0" y="355391"/>
                  </a:lnTo>
                  <a:lnTo>
                    <a:pt x="3813" y="352863"/>
                  </a:lnTo>
                  <a:lnTo>
                    <a:pt x="7333" y="350125"/>
                  </a:lnTo>
                  <a:lnTo>
                    <a:pt x="10853" y="350125"/>
                  </a:lnTo>
                  <a:lnTo>
                    <a:pt x="14666" y="350125"/>
                  </a:lnTo>
                  <a:lnTo>
                    <a:pt x="18186" y="352863"/>
                  </a:lnTo>
                  <a:lnTo>
                    <a:pt x="21706" y="355391"/>
                  </a:lnTo>
                  <a:lnTo>
                    <a:pt x="21706" y="357919"/>
                  </a:lnTo>
                  <a:close/>
                </a:path>
                <a:path w="22225" h="477520">
                  <a:moveTo>
                    <a:pt x="21706" y="469150"/>
                  </a:moveTo>
                  <a:lnTo>
                    <a:pt x="21706" y="471889"/>
                  </a:lnTo>
                  <a:lnTo>
                    <a:pt x="18186" y="474417"/>
                  </a:lnTo>
                  <a:lnTo>
                    <a:pt x="14666" y="476945"/>
                  </a:lnTo>
                  <a:lnTo>
                    <a:pt x="10853" y="476945"/>
                  </a:lnTo>
                  <a:lnTo>
                    <a:pt x="7333" y="476945"/>
                  </a:lnTo>
                  <a:lnTo>
                    <a:pt x="3813" y="474417"/>
                  </a:lnTo>
                  <a:lnTo>
                    <a:pt x="0" y="471889"/>
                  </a:lnTo>
                  <a:lnTo>
                    <a:pt x="0" y="469150"/>
                  </a:lnTo>
                  <a:lnTo>
                    <a:pt x="0" y="467254"/>
                  </a:lnTo>
                  <a:lnTo>
                    <a:pt x="3813" y="464516"/>
                  </a:lnTo>
                  <a:lnTo>
                    <a:pt x="7333" y="461988"/>
                  </a:lnTo>
                  <a:lnTo>
                    <a:pt x="10853" y="461988"/>
                  </a:lnTo>
                  <a:lnTo>
                    <a:pt x="14666" y="461988"/>
                  </a:lnTo>
                  <a:lnTo>
                    <a:pt x="18186" y="464516"/>
                  </a:lnTo>
                  <a:lnTo>
                    <a:pt x="21706" y="467254"/>
                  </a:lnTo>
                  <a:lnTo>
                    <a:pt x="21706" y="469150"/>
                  </a:lnTo>
                  <a:close/>
                </a:path>
              </a:pathLst>
            </a:custGeom>
            <a:ln w="3527">
              <a:solidFill>
                <a:srgbClr val="000000"/>
              </a:solidFill>
            </a:ln>
          </p:spPr>
          <p:txBody>
            <a:bodyPr wrap="square" lIns="0" tIns="0" rIns="0" bIns="0" rtlCol="0"/>
            <a:lstStyle/>
            <a:p/>
          </p:txBody>
        </p:sp>
        <p:pic>
          <p:nvPicPr>
            <p:cNvPr id="30" name="object 30" descr=""/>
            <p:cNvPicPr/>
            <p:nvPr/>
          </p:nvPicPr>
          <p:blipFill>
            <a:blip r:embed="rId8" cstate="print"/>
            <a:stretch>
              <a:fillRect/>
            </a:stretch>
          </p:blipFill>
          <p:spPr>
            <a:xfrm>
              <a:off x="6026564" y="3089943"/>
              <a:ext cx="741119" cy="260908"/>
            </a:xfrm>
            <a:prstGeom prst="rect">
              <a:avLst/>
            </a:prstGeom>
          </p:spPr>
        </p:pic>
        <p:pic>
          <p:nvPicPr>
            <p:cNvPr id="31" name="object 31" descr=""/>
            <p:cNvPicPr/>
            <p:nvPr/>
          </p:nvPicPr>
          <p:blipFill>
            <a:blip r:embed="rId9" cstate="print"/>
            <a:stretch>
              <a:fillRect/>
            </a:stretch>
          </p:blipFill>
          <p:spPr>
            <a:xfrm>
              <a:off x="6767801" y="2564376"/>
              <a:ext cx="740385" cy="264026"/>
            </a:xfrm>
            <a:prstGeom prst="rect">
              <a:avLst/>
            </a:prstGeom>
          </p:spPr>
        </p:pic>
        <p:pic>
          <p:nvPicPr>
            <p:cNvPr id="32" name="object 32" descr=""/>
            <p:cNvPicPr/>
            <p:nvPr/>
          </p:nvPicPr>
          <p:blipFill>
            <a:blip r:embed="rId10" cstate="print"/>
            <a:stretch>
              <a:fillRect/>
            </a:stretch>
          </p:blipFill>
          <p:spPr>
            <a:xfrm>
              <a:off x="5656680" y="4401711"/>
              <a:ext cx="740385" cy="261435"/>
            </a:xfrm>
            <a:prstGeom prst="rect">
              <a:avLst/>
            </a:prstGeom>
          </p:spPr>
        </p:pic>
        <p:sp>
          <p:nvSpPr>
            <p:cNvPr id="33" name="object 33" descr=""/>
            <p:cNvSpPr/>
            <p:nvPr/>
          </p:nvSpPr>
          <p:spPr>
            <a:xfrm>
              <a:off x="6026564" y="3089837"/>
              <a:ext cx="741680" cy="261620"/>
            </a:xfrm>
            <a:custGeom>
              <a:avLst/>
              <a:gdLst/>
              <a:ahLst/>
              <a:cxnLst/>
              <a:rect l="l" t="t" r="r" b="b"/>
              <a:pathLst>
                <a:path w="741679" h="261620">
                  <a:moveTo>
                    <a:pt x="0" y="0"/>
                  </a:moveTo>
                  <a:lnTo>
                    <a:pt x="0" y="261013"/>
                  </a:lnTo>
                </a:path>
                <a:path w="741679" h="261620">
                  <a:moveTo>
                    <a:pt x="0" y="0"/>
                  </a:moveTo>
                  <a:lnTo>
                    <a:pt x="370471" y="0"/>
                  </a:lnTo>
                </a:path>
                <a:path w="741679" h="261620">
                  <a:moveTo>
                    <a:pt x="741236" y="0"/>
                  </a:moveTo>
                  <a:lnTo>
                    <a:pt x="741236" y="261013"/>
                  </a:lnTo>
                </a:path>
              </a:pathLst>
            </a:custGeom>
            <a:ln w="18101">
              <a:solidFill>
                <a:srgbClr val="000000"/>
              </a:solidFill>
            </a:ln>
          </p:spPr>
          <p:txBody>
            <a:bodyPr wrap="square" lIns="0" tIns="0" rIns="0" bIns="0" rtlCol="0"/>
            <a:lstStyle/>
            <a:p/>
          </p:txBody>
        </p:sp>
        <p:pic>
          <p:nvPicPr>
            <p:cNvPr id="34" name="object 34" descr=""/>
            <p:cNvPicPr/>
            <p:nvPr/>
          </p:nvPicPr>
          <p:blipFill>
            <a:blip r:embed="rId11" cstate="print"/>
            <a:stretch>
              <a:fillRect/>
            </a:stretch>
          </p:blipFill>
          <p:spPr>
            <a:xfrm>
              <a:off x="6397036" y="2828402"/>
              <a:ext cx="740385" cy="261435"/>
            </a:xfrm>
            <a:prstGeom prst="rect">
              <a:avLst/>
            </a:prstGeom>
          </p:spPr>
        </p:pic>
        <p:pic>
          <p:nvPicPr>
            <p:cNvPr id="35" name="object 35" descr=""/>
            <p:cNvPicPr/>
            <p:nvPr/>
          </p:nvPicPr>
          <p:blipFill>
            <a:blip r:embed="rId12" cstate="print"/>
            <a:stretch>
              <a:fillRect/>
            </a:stretch>
          </p:blipFill>
          <p:spPr>
            <a:xfrm>
              <a:off x="5648205" y="2836703"/>
              <a:ext cx="25163" cy="1592790"/>
            </a:xfrm>
            <a:prstGeom prst="rect">
              <a:avLst/>
            </a:prstGeom>
          </p:spPr>
        </p:pic>
        <p:pic>
          <p:nvPicPr>
            <p:cNvPr id="36" name="object 36" descr=""/>
            <p:cNvPicPr/>
            <p:nvPr/>
          </p:nvPicPr>
          <p:blipFill>
            <a:blip r:embed="rId13" cstate="print"/>
            <a:stretch>
              <a:fillRect/>
            </a:stretch>
          </p:blipFill>
          <p:spPr>
            <a:xfrm>
              <a:off x="6759032" y="3351778"/>
              <a:ext cx="25164" cy="1291038"/>
            </a:xfrm>
            <a:prstGeom prst="rect">
              <a:avLst/>
            </a:prstGeom>
          </p:spPr>
        </p:pic>
        <p:pic>
          <p:nvPicPr>
            <p:cNvPr id="37" name="object 37" descr=""/>
            <p:cNvPicPr/>
            <p:nvPr/>
          </p:nvPicPr>
          <p:blipFill>
            <a:blip r:embed="rId14" cstate="print"/>
            <a:stretch>
              <a:fillRect/>
            </a:stretch>
          </p:blipFill>
          <p:spPr>
            <a:xfrm>
              <a:off x="7870154" y="3362312"/>
              <a:ext cx="25163" cy="1067181"/>
            </a:xfrm>
            <a:prstGeom prst="rect">
              <a:avLst/>
            </a:prstGeom>
          </p:spPr>
        </p:pic>
        <p:pic>
          <p:nvPicPr>
            <p:cNvPr id="38" name="object 38" descr=""/>
            <p:cNvPicPr/>
            <p:nvPr/>
          </p:nvPicPr>
          <p:blipFill>
            <a:blip r:embed="rId15" cstate="print"/>
            <a:stretch>
              <a:fillRect/>
            </a:stretch>
          </p:blipFill>
          <p:spPr>
            <a:xfrm>
              <a:off x="8240038" y="3370106"/>
              <a:ext cx="24872" cy="1287774"/>
            </a:xfrm>
            <a:prstGeom prst="rect">
              <a:avLst/>
            </a:prstGeom>
          </p:spPr>
        </p:pic>
        <p:pic>
          <p:nvPicPr>
            <p:cNvPr id="39" name="object 39" descr=""/>
            <p:cNvPicPr/>
            <p:nvPr/>
          </p:nvPicPr>
          <p:blipFill>
            <a:blip r:embed="rId16" cstate="print"/>
            <a:stretch>
              <a:fillRect/>
            </a:stretch>
          </p:blipFill>
          <p:spPr>
            <a:xfrm>
              <a:off x="8610511" y="3098138"/>
              <a:ext cx="25163" cy="1526753"/>
            </a:xfrm>
            <a:prstGeom prst="rect">
              <a:avLst/>
            </a:prstGeom>
          </p:spPr>
        </p:pic>
        <p:pic>
          <p:nvPicPr>
            <p:cNvPr id="40" name="object 40" descr=""/>
            <p:cNvPicPr/>
            <p:nvPr/>
          </p:nvPicPr>
          <p:blipFill>
            <a:blip r:embed="rId17" cstate="print"/>
            <a:stretch>
              <a:fillRect/>
            </a:stretch>
          </p:blipFill>
          <p:spPr>
            <a:xfrm>
              <a:off x="6016029" y="2238145"/>
              <a:ext cx="1557944" cy="2425001"/>
            </a:xfrm>
            <a:prstGeom prst="rect">
              <a:avLst/>
            </a:prstGeom>
          </p:spPr>
        </p:pic>
        <p:pic>
          <p:nvPicPr>
            <p:cNvPr id="41" name="object 41" descr=""/>
            <p:cNvPicPr/>
            <p:nvPr/>
          </p:nvPicPr>
          <p:blipFill>
            <a:blip r:embed="rId18" cstate="print"/>
            <a:stretch>
              <a:fillRect/>
            </a:stretch>
          </p:blipFill>
          <p:spPr>
            <a:xfrm>
              <a:off x="8980397" y="2755809"/>
              <a:ext cx="25747" cy="1874277"/>
            </a:xfrm>
            <a:prstGeom prst="rect">
              <a:avLst/>
            </a:prstGeom>
          </p:spPr>
        </p:pic>
        <p:sp>
          <p:nvSpPr>
            <p:cNvPr id="42" name="object 42" descr=""/>
            <p:cNvSpPr/>
            <p:nvPr/>
          </p:nvSpPr>
          <p:spPr>
            <a:xfrm>
              <a:off x="5600947" y="2240015"/>
              <a:ext cx="120014" cy="337820"/>
            </a:xfrm>
            <a:custGeom>
              <a:avLst/>
              <a:gdLst/>
              <a:ahLst/>
              <a:cxnLst/>
              <a:rect l="l" t="t" r="r" b="b"/>
              <a:pathLst>
                <a:path w="120014" h="337819">
                  <a:moveTo>
                    <a:pt x="60131" y="83633"/>
                  </a:moveTo>
                  <a:lnTo>
                    <a:pt x="45758" y="93956"/>
                  </a:lnTo>
                  <a:lnTo>
                    <a:pt x="45758" y="332639"/>
                  </a:lnTo>
                  <a:lnTo>
                    <a:pt x="49278" y="334746"/>
                  </a:lnTo>
                  <a:lnTo>
                    <a:pt x="52798" y="337274"/>
                  </a:lnTo>
                  <a:lnTo>
                    <a:pt x="67465" y="337274"/>
                  </a:lnTo>
                  <a:lnTo>
                    <a:pt x="70398" y="334746"/>
                  </a:lnTo>
                  <a:lnTo>
                    <a:pt x="73918" y="332639"/>
                  </a:lnTo>
                  <a:lnTo>
                    <a:pt x="73918" y="93632"/>
                  </a:lnTo>
                  <a:lnTo>
                    <a:pt x="60131" y="83633"/>
                  </a:lnTo>
                  <a:close/>
                </a:path>
                <a:path w="120014" h="337819">
                  <a:moveTo>
                    <a:pt x="60131" y="0"/>
                  </a:moveTo>
                  <a:lnTo>
                    <a:pt x="0" y="126820"/>
                  </a:lnTo>
                  <a:lnTo>
                    <a:pt x="45758" y="93956"/>
                  </a:lnTo>
                  <a:lnTo>
                    <a:pt x="45758" y="81105"/>
                  </a:lnTo>
                  <a:lnTo>
                    <a:pt x="49278" y="75839"/>
                  </a:lnTo>
                  <a:lnTo>
                    <a:pt x="52798" y="75839"/>
                  </a:lnTo>
                  <a:lnTo>
                    <a:pt x="60131" y="73943"/>
                  </a:lnTo>
                  <a:lnTo>
                    <a:pt x="94850" y="73943"/>
                  </a:lnTo>
                  <a:lnTo>
                    <a:pt x="60131" y="0"/>
                  </a:lnTo>
                  <a:close/>
                </a:path>
                <a:path w="120014" h="337819">
                  <a:moveTo>
                    <a:pt x="94850" y="73943"/>
                  </a:moveTo>
                  <a:lnTo>
                    <a:pt x="60131" y="73943"/>
                  </a:lnTo>
                  <a:lnTo>
                    <a:pt x="67465" y="75839"/>
                  </a:lnTo>
                  <a:lnTo>
                    <a:pt x="70398" y="75839"/>
                  </a:lnTo>
                  <a:lnTo>
                    <a:pt x="73918" y="81105"/>
                  </a:lnTo>
                  <a:lnTo>
                    <a:pt x="73918" y="93632"/>
                  </a:lnTo>
                  <a:lnTo>
                    <a:pt x="119677" y="126820"/>
                  </a:lnTo>
                  <a:lnTo>
                    <a:pt x="94850" y="73943"/>
                  </a:lnTo>
                  <a:close/>
                </a:path>
                <a:path w="120014" h="337819">
                  <a:moveTo>
                    <a:pt x="70398" y="75839"/>
                  </a:moveTo>
                  <a:lnTo>
                    <a:pt x="49278" y="75839"/>
                  </a:lnTo>
                  <a:lnTo>
                    <a:pt x="45758" y="81105"/>
                  </a:lnTo>
                  <a:lnTo>
                    <a:pt x="45758" y="93956"/>
                  </a:lnTo>
                  <a:lnTo>
                    <a:pt x="60131" y="83633"/>
                  </a:lnTo>
                  <a:lnTo>
                    <a:pt x="73918" y="83633"/>
                  </a:lnTo>
                  <a:lnTo>
                    <a:pt x="73918" y="81105"/>
                  </a:lnTo>
                  <a:lnTo>
                    <a:pt x="70398" y="75839"/>
                  </a:lnTo>
                  <a:close/>
                </a:path>
                <a:path w="120014" h="337819">
                  <a:moveTo>
                    <a:pt x="73918" y="83633"/>
                  </a:moveTo>
                  <a:lnTo>
                    <a:pt x="60131" y="83633"/>
                  </a:lnTo>
                  <a:lnTo>
                    <a:pt x="73918" y="93632"/>
                  </a:lnTo>
                  <a:lnTo>
                    <a:pt x="73918" y="83633"/>
                  </a:lnTo>
                  <a:close/>
                </a:path>
                <a:path w="120014" h="337819">
                  <a:moveTo>
                    <a:pt x="60131" y="73943"/>
                  </a:moveTo>
                  <a:lnTo>
                    <a:pt x="52798" y="75839"/>
                  </a:lnTo>
                  <a:lnTo>
                    <a:pt x="67465" y="75839"/>
                  </a:lnTo>
                  <a:lnTo>
                    <a:pt x="60131" y="73943"/>
                  </a:lnTo>
                  <a:close/>
                </a:path>
              </a:pathLst>
            </a:custGeom>
            <a:solidFill>
              <a:srgbClr val="000000"/>
            </a:solidFill>
          </p:spPr>
          <p:txBody>
            <a:bodyPr wrap="square" lIns="0" tIns="0" rIns="0" bIns="0" rtlCol="0"/>
            <a:lstStyle/>
            <a:p/>
          </p:txBody>
        </p:sp>
        <p:sp>
          <p:nvSpPr>
            <p:cNvPr id="43" name="object 43" descr=""/>
            <p:cNvSpPr/>
            <p:nvPr/>
          </p:nvSpPr>
          <p:spPr>
            <a:xfrm>
              <a:off x="5600947" y="2240015"/>
              <a:ext cx="120014" cy="337820"/>
            </a:xfrm>
            <a:custGeom>
              <a:avLst/>
              <a:gdLst/>
              <a:ahLst/>
              <a:cxnLst/>
              <a:rect l="l" t="t" r="r" b="b"/>
              <a:pathLst>
                <a:path w="120014" h="337819">
                  <a:moveTo>
                    <a:pt x="45758" y="327583"/>
                  </a:moveTo>
                  <a:lnTo>
                    <a:pt x="45758" y="83633"/>
                  </a:lnTo>
                  <a:lnTo>
                    <a:pt x="45758" y="81105"/>
                  </a:lnTo>
                  <a:lnTo>
                    <a:pt x="49278" y="75839"/>
                  </a:lnTo>
                  <a:lnTo>
                    <a:pt x="52798" y="75839"/>
                  </a:lnTo>
                  <a:lnTo>
                    <a:pt x="60131" y="73943"/>
                  </a:lnTo>
                  <a:lnTo>
                    <a:pt x="67465" y="75839"/>
                  </a:lnTo>
                  <a:lnTo>
                    <a:pt x="70398" y="75839"/>
                  </a:lnTo>
                  <a:lnTo>
                    <a:pt x="73918" y="81105"/>
                  </a:lnTo>
                  <a:lnTo>
                    <a:pt x="73918" y="83633"/>
                  </a:lnTo>
                  <a:lnTo>
                    <a:pt x="73918" y="327583"/>
                  </a:lnTo>
                  <a:lnTo>
                    <a:pt x="73918" y="332639"/>
                  </a:lnTo>
                  <a:lnTo>
                    <a:pt x="70398" y="334746"/>
                  </a:lnTo>
                  <a:lnTo>
                    <a:pt x="67465" y="337274"/>
                  </a:lnTo>
                  <a:lnTo>
                    <a:pt x="60131" y="337274"/>
                  </a:lnTo>
                  <a:lnTo>
                    <a:pt x="52798" y="337274"/>
                  </a:lnTo>
                  <a:lnTo>
                    <a:pt x="49278" y="334746"/>
                  </a:lnTo>
                  <a:lnTo>
                    <a:pt x="45758" y="332639"/>
                  </a:lnTo>
                  <a:lnTo>
                    <a:pt x="45758" y="327583"/>
                  </a:lnTo>
                  <a:close/>
                </a:path>
                <a:path w="120014" h="337819">
                  <a:moveTo>
                    <a:pt x="60131" y="83633"/>
                  </a:moveTo>
                  <a:lnTo>
                    <a:pt x="0" y="126820"/>
                  </a:lnTo>
                  <a:lnTo>
                    <a:pt x="60131" y="0"/>
                  </a:lnTo>
                  <a:lnTo>
                    <a:pt x="119677" y="126820"/>
                  </a:lnTo>
                  <a:lnTo>
                    <a:pt x="60131" y="83633"/>
                  </a:lnTo>
                  <a:close/>
                </a:path>
              </a:pathLst>
            </a:custGeom>
            <a:ln w="3527">
              <a:solidFill>
                <a:srgbClr val="000000"/>
              </a:solidFill>
            </a:ln>
          </p:spPr>
          <p:txBody>
            <a:bodyPr wrap="square" lIns="0" tIns="0" rIns="0" bIns="0" rtlCol="0"/>
            <a:lstStyle/>
            <a:p/>
          </p:txBody>
        </p:sp>
        <p:sp>
          <p:nvSpPr>
            <p:cNvPr id="44" name="object 44" descr=""/>
            <p:cNvSpPr/>
            <p:nvPr/>
          </p:nvSpPr>
          <p:spPr>
            <a:xfrm>
              <a:off x="8933725" y="2240015"/>
              <a:ext cx="120014" cy="337820"/>
            </a:xfrm>
            <a:custGeom>
              <a:avLst/>
              <a:gdLst/>
              <a:ahLst/>
              <a:cxnLst/>
              <a:rect l="l" t="t" r="r" b="b"/>
              <a:pathLst>
                <a:path w="120015" h="337819">
                  <a:moveTo>
                    <a:pt x="59545" y="83633"/>
                  </a:moveTo>
                  <a:lnTo>
                    <a:pt x="45758" y="93632"/>
                  </a:lnTo>
                  <a:lnTo>
                    <a:pt x="45758" y="332639"/>
                  </a:lnTo>
                  <a:lnTo>
                    <a:pt x="52212" y="337274"/>
                  </a:lnTo>
                  <a:lnTo>
                    <a:pt x="66878" y="337274"/>
                  </a:lnTo>
                  <a:lnTo>
                    <a:pt x="73331" y="332639"/>
                  </a:lnTo>
                  <a:lnTo>
                    <a:pt x="73331" y="93487"/>
                  </a:lnTo>
                  <a:lnTo>
                    <a:pt x="59545" y="83633"/>
                  </a:lnTo>
                  <a:close/>
                </a:path>
                <a:path w="120015" h="337819">
                  <a:moveTo>
                    <a:pt x="59545" y="0"/>
                  </a:moveTo>
                  <a:lnTo>
                    <a:pt x="0" y="126820"/>
                  </a:lnTo>
                  <a:lnTo>
                    <a:pt x="45758" y="93632"/>
                  </a:lnTo>
                  <a:lnTo>
                    <a:pt x="45758" y="81105"/>
                  </a:lnTo>
                  <a:lnTo>
                    <a:pt x="48692" y="75839"/>
                  </a:lnTo>
                  <a:lnTo>
                    <a:pt x="52212" y="75839"/>
                  </a:lnTo>
                  <a:lnTo>
                    <a:pt x="59545" y="73943"/>
                  </a:lnTo>
                  <a:lnTo>
                    <a:pt x="94776" y="73943"/>
                  </a:lnTo>
                  <a:lnTo>
                    <a:pt x="59545" y="0"/>
                  </a:lnTo>
                  <a:close/>
                </a:path>
                <a:path w="120015" h="337819">
                  <a:moveTo>
                    <a:pt x="94776" y="73943"/>
                  </a:moveTo>
                  <a:lnTo>
                    <a:pt x="59545" y="73943"/>
                  </a:lnTo>
                  <a:lnTo>
                    <a:pt x="66878" y="75839"/>
                  </a:lnTo>
                  <a:lnTo>
                    <a:pt x="70398" y="75839"/>
                  </a:lnTo>
                  <a:lnTo>
                    <a:pt x="73331" y="81105"/>
                  </a:lnTo>
                  <a:lnTo>
                    <a:pt x="73331" y="93487"/>
                  </a:lnTo>
                  <a:lnTo>
                    <a:pt x="119970" y="126820"/>
                  </a:lnTo>
                  <a:lnTo>
                    <a:pt x="94776" y="73943"/>
                  </a:lnTo>
                  <a:close/>
                </a:path>
                <a:path w="120015" h="337819">
                  <a:moveTo>
                    <a:pt x="70398" y="75839"/>
                  </a:moveTo>
                  <a:lnTo>
                    <a:pt x="48692" y="75839"/>
                  </a:lnTo>
                  <a:lnTo>
                    <a:pt x="45758" y="81105"/>
                  </a:lnTo>
                  <a:lnTo>
                    <a:pt x="45758" y="93632"/>
                  </a:lnTo>
                  <a:lnTo>
                    <a:pt x="59545" y="83633"/>
                  </a:lnTo>
                  <a:lnTo>
                    <a:pt x="73331" y="83633"/>
                  </a:lnTo>
                  <a:lnTo>
                    <a:pt x="73331" y="81105"/>
                  </a:lnTo>
                  <a:lnTo>
                    <a:pt x="70398" y="75839"/>
                  </a:lnTo>
                  <a:close/>
                </a:path>
                <a:path w="120015" h="337819">
                  <a:moveTo>
                    <a:pt x="73331" y="83633"/>
                  </a:moveTo>
                  <a:lnTo>
                    <a:pt x="59545" y="83633"/>
                  </a:lnTo>
                  <a:lnTo>
                    <a:pt x="73331" y="93487"/>
                  </a:lnTo>
                  <a:lnTo>
                    <a:pt x="73331" y="83633"/>
                  </a:lnTo>
                  <a:close/>
                </a:path>
                <a:path w="120015" h="337819">
                  <a:moveTo>
                    <a:pt x="59545" y="73943"/>
                  </a:moveTo>
                  <a:lnTo>
                    <a:pt x="52212" y="75839"/>
                  </a:lnTo>
                  <a:lnTo>
                    <a:pt x="66878" y="75839"/>
                  </a:lnTo>
                  <a:lnTo>
                    <a:pt x="59545" y="73943"/>
                  </a:lnTo>
                  <a:close/>
                </a:path>
              </a:pathLst>
            </a:custGeom>
            <a:solidFill>
              <a:srgbClr val="000000"/>
            </a:solidFill>
          </p:spPr>
          <p:txBody>
            <a:bodyPr wrap="square" lIns="0" tIns="0" rIns="0" bIns="0" rtlCol="0"/>
            <a:lstStyle/>
            <a:p/>
          </p:txBody>
        </p:sp>
        <p:sp>
          <p:nvSpPr>
            <p:cNvPr id="45" name="object 45" descr=""/>
            <p:cNvSpPr/>
            <p:nvPr/>
          </p:nvSpPr>
          <p:spPr>
            <a:xfrm>
              <a:off x="8933725" y="2240015"/>
              <a:ext cx="120014" cy="337820"/>
            </a:xfrm>
            <a:custGeom>
              <a:avLst/>
              <a:gdLst/>
              <a:ahLst/>
              <a:cxnLst/>
              <a:rect l="l" t="t" r="r" b="b"/>
              <a:pathLst>
                <a:path w="120015" h="337819">
                  <a:moveTo>
                    <a:pt x="45758" y="327583"/>
                  </a:moveTo>
                  <a:lnTo>
                    <a:pt x="45758" y="83633"/>
                  </a:lnTo>
                  <a:lnTo>
                    <a:pt x="45758" y="81105"/>
                  </a:lnTo>
                  <a:lnTo>
                    <a:pt x="48692" y="75839"/>
                  </a:lnTo>
                  <a:lnTo>
                    <a:pt x="52212" y="75839"/>
                  </a:lnTo>
                  <a:lnTo>
                    <a:pt x="59545" y="73943"/>
                  </a:lnTo>
                  <a:lnTo>
                    <a:pt x="66878" y="75839"/>
                  </a:lnTo>
                  <a:lnTo>
                    <a:pt x="70398" y="75839"/>
                  </a:lnTo>
                  <a:lnTo>
                    <a:pt x="73331" y="81105"/>
                  </a:lnTo>
                  <a:lnTo>
                    <a:pt x="73331" y="83633"/>
                  </a:lnTo>
                  <a:lnTo>
                    <a:pt x="73331" y="327583"/>
                  </a:lnTo>
                  <a:lnTo>
                    <a:pt x="73331" y="332639"/>
                  </a:lnTo>
                  <a:lnTo>
                    <a:pt x="70398" y="334746"/>
                  </a:lnTo>
                  <a:lnTo>
                    <a:pt x="66878" y="337274"/>
                  </a:lnTo>
                  <a:lnTo>
                    <a:pt x="59545" y="337274"/>
                  </a:lnTo>
                  <a:lnTo>
                    <a:pt x="52212" y="337274"/>
                  </a:lnTo>
                  <a:lnTo>
                    <a:pt x="48692" y="334746"/>
                  </a:lnTo>
                  <a:lnTo>
                    <a:pt x="45758" y="332639"/>
                  </a:lnTo>
                  <a:lnTo>
                    <a:pt x="45758" y="327583"/>
                  </a:lnTo>
                  <a:close/>
                </a:path>
                <a:path w="120015" h="337819">
                  <a:moveTo>
                    <a:pt x="59545" y="83633"/>
                  </a:moveTo>
                  <a:lnTo>
                    <a:pt x="0" y="126820"/>
                  </a:lnTo>
                  <a:lnTo>
                    <a:pt x="59545" y="0"/>
                  </a:lnTo>
                  <a:lnTo>
                    <a:pt x="119970" y="126820"/>
                  </a:lnTo>
                  <a:lnTo>
                    <a:pt x="59545" y="83633"/>
                  </a:lnTo>
                  <a:close/>
                </a:path>
              </a:pathLst>
            </a:custGeom>
            <a:ln w="3527">
              <a:solidFill>
                <a:srgbClr val="000000"/>
              </a:solidFill>
            </a:ln>
          </p:spPr>
          <p:txBody>
            <a:bodyPr wrap="square" lIns="0" tIns="0" rIns="0" bIns="0" rtlCol="0"/>
            <a:lstStyle/>
            <a:p/>
          </p:txBody>
        </p:sp>
      </p:grpSp>
      <p:sp>
        <p:nvSpPr>
          <p:cNvPr id="46" name="object 46" descr=""/>
          <p:cNvSpPr txBox="1"/>
          <p:nvPr/>
        </p:nvSpPr>
        <p:spPr>
          <a:xfrm>
            <a:off x="9621490" y="4768715"/>
            <a:ext cx="554355" cy="254635"/>
          </a:xfrm>
          <a:prstGeom prst="rect">
            <a:avLst/>
          </a:prstGeom>
        </p:spPr>
        <p:txBody>
          <a:bodyPr wrap="square" lIns="0" tIns="12700" rIns="0" bIns="0" rtlCol="0" vert="horz">
            <a:spAutoFit/>
          </a:bodyPr>
          <a:lstStyle/>
          <a:p>
            <a:pPr marL="12700">
              <a:lnSpc>
                <a:spcPct val="100000"/>
              </a:lnSpc>
              <a:spcBef>
                <a:spcPts val="100"/>
              </a:spcBef>
            </a:pPr>
            <a:r>
              <a:rPr dirty="0" sz="1500" spc="545">
                <a:latin typeface="宋体"/>
                <a:cs typeface="宋体"/>
              </a:rPr>
              <a:t>时间</a:t>
            </a:r>
            <a:endParaRPr sz="1500">
              <a:latin typeface="宋体"/>
              <a:cs typeface="宋体"/>
            </a:endParaRPr>
          </a:p>
        </p:txBody>
      </p:sp>
      <p:sp>
        <p:nvSpPr>
          <p:cNvPr id="47" name="object 47" descr=""/>
          <p:cNvSpPr txBox="1"/>
          <p:nvPr/>
        </p:nvSpPr>
        <p:spPr>
          <a:xfrm>
            <a:off x="1846249" y="2079093"/>
            <a:ext cx="291465" cy="254635"/>
          </a:xfrm>
          <a:prstGeom prst="rect">
            <a:avLst/>
          </a:prstGeom>
        </p:spPr>
        <p:txBody>
          <a:bodyPr wrap="square" lIns="0" tIns="12700" rIns="0" bIns="0" rtlCol="0" vert="horz">
            <a:spAutoFit/>
          </a:bodyPr>
          <a:lstStyle/>
          <a:p>
            <a:pPr marL="12700">
              <a:lnSpc>
                <a:spcPct val="100000"/>
              </a:lnSpc>
              <a:spcBef>
                <a:spcPts val="100"/>
              </a:spcBef>
            </a:pPr>
            <a:r>
              <a:rPr dirty="0" sz="1500" spc="535">
                <a:latin typeface="宋体"/>
                <a:cs typeface="宋体"/>
              </a:rPr>
              <a:t>段</a:t>
            </a:r>
            <a:endParaRPr sz="1500">
              <a:latin typeface="宋体"/>
              <a:cs typeface="宋体"/>
            </a:endParaRPr>
          </a:p>
        </p:txBody>
      </p:sp>
      <p:sp>
        <p:nvSpPr>
          <p:cNvPr id="48" name="object 48" descr=""/>
          <p:cNvSpPr txBox="1"/>
          <p:nvPr/>
        </p:nvSpPr>
        <p:spPr>
          <a:xfrm>
            <a:off x="2032981" y="2520838"/>
            <a:ext cx="158750" cy="2150110"/>
          </a:xfrm>
          <a:prstGeom prst="rect">
            <a:avLst/>
          </a:prstGeom>
        </p:spPr>
        <p:txBody>
          <a:bodyPr wrap="square" lIns="0" tIns="55879" rIns="0" bIns="0" rtlCol="0" vert="horz">
            <a:spAutoFit/>
          </a:bodyPr>
          <a:lstStyle/>
          <a:p>
            <a:pPr marL="12700">
              <a:lnSpc>
                <a:spcPct val="100000"/>
              </a:lnSpc>
              <a:spcBef>
                <a:spcPts val="439"/>
              </a:spcBef>
            </a:pPr>
            <a:r>
              <a:rPr dirty="0" sz="1500" spc="240">
                <a:latin typeface="Times New Roman"/>
                <a:cs typeface="Times New Roman"/>
              </a:rPr>
              <a:t>8</a:t>
            </a:r>
            <a:endParaRPr sz="1500">
              <a:latin typeface="Times New Roman"/>
              <a:cs typeface="Times New Roman"/>
            </a:endParaRPr>
          </a:p>
          <a:p>
            <a:pPr marL="12700">
              <a:lnSpc>
                <a:spcPct val="100000"/>
              </a:lnSpc>
              <a:spcBef>
                <a:spcPts val="335"/>
              </a:spcBef>
            </a:pPr>
            <a:r>
              <a:rPr dirty="0" sz="1500" spc="240">
                <a:latin typeface="Times New Roman"/>
                <a:cs typeface="Times New Roman"/>
              </a:rPr>
              <a:t>7</a:t>
            </a:r>
            <a:endParaRPr sz="1500">
              <a:latin typeface="Times New Roman"/>
              <a:cs typeface="Times New Roman"/>
            </a:endParaRPr>
          </a:p>
          <a:p>
            <a:pPr marL="12700">
              <a:lnSpc>
                <a:spcPct val="100000"/>
              </a:lnSpc>
              <a:spcBef>
                <a:spcPts val="240"/>
              </a:spcBef>
            </a:pPr>
            <a:r>
              <a:rPr dirty="0" sz="1500" spc="240">
                <a:latin typeface="Times New Roman"/>
                <a:cs typeface="Times New Roman"/>
              </a:rPr>
              <a:t>6</a:t>
            </a:r>
            <a:endParaRPr sz="1500">
              <a:latin typeface="Times New Roman"/>
              <a:cs typeface="Times New Roman"/>
            </a:endParaRPr>
          </a:p>
          <a:p>
            <a:pPr marL="12700">
              <a:lnSpc>
                <a:spcPct val="100000"/>
              </a:lnSpc>
              <a:spcBef>
                <a:spcPts val="300"/>
              </a:spcBef>
            </a:pPr>
            <a:r>
              <a:rPr dirty="0" sz="1500" spc="240">
                <a:latin typeface="Times New Roman"/>
                <a:cs typeface="Times New Roman"/>
              </a:rPr>
              <a:t>5</a:t>
            </a:r>
            <a:endParaRPr sz="1500">
              <a:latin typeface="Times New Roman"/>
              <a:cs typeface="Times New Roman"/>
            </a:endParaRPr>
          </a:p>
          <a:p>
            <a:pPr marL="12700">
              <a:lnSpc>
                <a:spcPct val="100000"/>
              </a:lnSpc>
              <a:spcBef>
                <a:spcPts val="260"/>
              </a:spcBef>
            </a:pPr>
            <a:r>
              <a:rPr dirty="0" sz="1500" spc="240">
                <a:latin typeface="Times New Roman"/>
                <a:cs typeface="Times New Roman"/>
              </a:rPr>
              <a:t>4</a:t>
            </a:r>
            <a:endParaRPr sz="1500">
              <a:latin typeface="Times New Roman"/>
              <a:cs typeface="Times New Roman"/>
            </a:endParaRPr>
          </a:p>
          <a:p>
            <a:pPr marL="12700">
              <a:lnSpc>
                <a:spcPct val="100000"/>
              </a:lnSpc>
              <a:spcBef>
                <a:spcPts val="195"/>
              </a:spcBef>
            </a:pPr>
            <a:r>
              <a:rPr dirty="0" sz="1500" spc="240">
                <a:latin typeface="Times New Roman"/>
                <a:cs typeface="Times New Roman"/>
              </a:rPr>
              <a:t>3</a:t>
            </a:r>
            <a:endParaRPr sz="1500">
              <a:latin typeface="Times New Roman"/>
              <a:cs typeface="Times New Roman"/>
            </a:endParaRPr>
          </a:p>
          <a:p>
            <a:pPr marL="12700">
              <a:lnSpc>
                <a:spcPct val="100000"/>
              </a:lnSpc>
              <a:spcBef>
                <a:spcPts val="240"/>
              </a:spcBef>
            </a:pPr>
            <a:r>
              <a:rPr dirty="0" sz="1500" spc="240">
                <a:latin typeface="Times New Roman"/>
                <a:cs typeface="Times New Roman"/>
              </a:rPr>
              <a:t>2</a:t>
            </a:r>
            <a:endParaRPr sz="1500">
              <a:latin typeface="Times New Roman"/>
              <a:cs typeface="Times New Roman"/>
            </a:endParaRPr>
          </a:p>
          <a:p>
            <a:pPr marL="12700">
              <a:lnSpc>
                <a:spcPct val="100000"/>
              </a:lnSpc>
              <a:spcBef>
                <a:spcPts val="415"/>
              </a:spcBef>
            </a:pPr>
            <a:r>
              <a:rPr dirty="0" sz="1500" spc="240">
                <a:latin typeface="Times New Roman"/>
                <a:cs typeface="Times New Roman"/>
              </a:rPr>
              <a:t>1</a:t>
            </a:r>
            <a:endParaRPr sz="1500">
              <a:latin typeface="Times New Roman"/>
              <a:cs typeface="Times New Roman"/>
            </a:endParaRPr>
          </a:p>
        </p:txBody>
      </p:sp>
      <p:grpSp>
        <p:nvGrpSpPr>
          <p:cNvPr id="49" name="object 49" descr=""/>
          <p:cNvGrpSpPr/>
          <p:nvPr/>
        </p:nvGrpSpPr>
        <p:grpSpPr>
          <a:xfrm>
            <a:off x="4167462" y="2836703"/>
            <a:ext cx="25400" cy="542925"/>
            <a:chOff x="4167462" y="2836703"/>
            <a:chExt cx="25400" cy="542925"/>
          </a:xfrm>
        </p:grpSpPr>
        <p:sp>
          <p:nvSpPr>
            <p:cNvPr id="50" name="object 50" descr=""/>
            <p:cNvSpPr/>
            <p:nvPr/>
          </p:nvSpPr>
          <p:spPr>
            <a:xfrm>
              <a:off x="4169484" y="2838725"/>
              <a:ext cx="21590" cy="541020"/>
            </a:xfrm>
            <a:custGeom>
              <a:avLst/>
              <a:gdLst/>
              <a:ahLst/>
              <a:cxnLst/>
              <a:rect l="l" t="t" r="r" b="b"/>
              <a:pathLst>
                <a:path w="21589" h="541020">
                  <a:moveTo>
                    <a:pt x="13786" y="0"/>
                  </a:moveTo>
                  <a:lnTo>
                    <a:pt x="7274" y="0"/>
                  </a:lnTo>
                  <a:lnTo>
                    <a:pt x="3637" y="2738"/>
                  </a:lnTo>
                  <a:lnTo>
                    <a:pt x="0" y="5266"/>
                  </a:lnTo>
                  <a:lnTo>
                    <a:pt x="0" y="58775"/>
                  </a:lnTo>
                  <a:lnTo>
                    <a:pt x="3637" y="60882"/>
                  </a:lnTo>
                  <a:lnTo>
                    <a:pt x="7274" y="63410"/>
                  </a:lnTo>
                  <a:lnTo>
                    <a:pt x="13786" y="63410"/>
                  </a:lnTo>
                  <a:lnTo>
                    <a:pt x="17423" y="60882"/>
                  </a:lnTo>
                  <a:lnTo>
                    <a:pt x="21060" y="58775"/>
                  </a:lnTo>
                  <a:lnTo>
                    <a:pt x="21060" y="5266"/>
                  </a:lnTo>
                  <a:lnTo>
                    <a:pt x="17423" y="2738"/>
                  </a:lnTo>
                  <a:lnTo>
                    <a:pt x="13786" y="0"/>
                  </a:lnTo>
                  <a:close/>
                </a:path>
                <a:path w="21589" h="541020">
                  <a:moveTo>
                    <a:pt x="13786" y="111863"/>
                  </a:moveTo>
                  <a:lnTo>
                    <a:pt x="7274" y="111863"/>
                  </a:lnTo>
                  <a:lnTo>
                    <a:pt x="3637" y="114391"/>
                  </a:lnTo>
                  <a:lnTo>
                    <a:pt x="0" y="117129"/>
                  </a:lnTo>
                  <a:lnTo>
                    <a:pt x="0" y="122185"/>
                  </a:lnTo>
                  <a:lnTo>
                    <a:pt x="3637" y="124924"/>
                  </a:lnTo>
                  <a:lnTo>
                    <a:pt x="7274" y="126820"/>
                  </a:lnTo>
                  <a:lnTo>
                    <a:pt x="13786" y="126820"/>
                  </a:lnTo>
                  <a:lnTo>
                    <a:pt x="17423" y="124924"/>
                  </a:lnTo>
                  <a:lnTo>
                    <a:pt x="21060" y="122185"/>
                  </a:lnTo>
                  <a:lnTo>
                    <a:pt x="21060" y="117129"/>
                  </a:lnTo>
                  <a:lnTo>
                    <a:pt x="17423" y="114391"/>
                  </a:lnTo>
                  <a:lnTo>
                    <a:pt x="13786" y="111863"/>
                  </a:lnTo>
                  <a:close/>
                </a:path>
                <a:path w="21589" h="541020">
                  <a:moveTo>
                    <a:pt x="13786" y="175273"/>
                  </a:moveTo>
                  <a:lnTo>
                    <a:pt x="7274" y="175273"/>
                  </a:lnTo>
                  <a:lnTo>
                    <a:pt x="3637" y="177801"/>
                  </a:lnTo>
                  <a:lnTo>
                    <a:pt x="0" y="180539"/>
                  </a:lnTo>
                  <a:lnTo>
                    <a:pt x="0" y="233416"/>
                  </a:lnTo>
                  <a:lnTo>
                    <a:pt x="3637" y="236155"/>
                  </a:lnTo>
                  <a:lnTo>
                    <a:pt x="7274" y="238683"/>
                  </a:lnTo>
                  <a:lnTo>
                    <a:pt x="13786" y="238683"/>
                  </a:lnTo>
                  <a:lnTo>
                    <a:pt x="17423" y="236155"/>
                  </a:lnTo>
                  <a:lnTo>
                    <a:pt x="21060" y="233416"/>
                  </a:lnTo>
                  <a:lnTo>
                    <a:pt x="21060" y="180539"/>
                  </a:lnTo>
                  <a:lnTo>
                    <a:pt x="17423" y="177801"/>
                  </a:lnTo>
                  <a:lnTo>
                    <a:pt x="13786" y="175273"/>
                  </a:lnTo>
                  <a:close/>
                </a:path>
                <a:path w="21589" h="541020">
                  <a:moveTo>
                    <a:pt x="13786" y="286925"/>
                  </a:moveTo>
                  <a:lnTo>
                    <a:pt x="7274" y="286925"/>
                  </a:lnTo>
                  <a:lnTo>
                    <a:pt x="3637" y="289664"/>
                  </a:lnTo>
                  <a:lnTo>
                    <a:pt x="0" y="292192"/>
                  </a:lnTo>
                  <a:lnTo>
                    <a:pt x="0" y="297458"/>
                  </a:lnTo>
                  <a:lnTo>
                    <a:pt x="3637" y="299565"/>
                  </a:lnTo>
                  <a:lnTo>
                    <a:pt x="7274" y="302093"/>
                  </a:lnTo>
                  <a:lnTo>
                    <a:pt x="13786" y="302093"/>
                  </a:lnTo>
                  <a:lnTo>
                    <a:pt x="17423" y="299565"/>
                  </a:lnTo>
                  <a:lnTo>
                    <a:pt x="21060" y="297458"/>
                  </a:lnTo>
                  <a:lnTo>
                    <a:pt x="21060" y="292192"/>
                  </a:lnTo>
                  <a:lnTo>
                    <a:pt x="17423" y="289664"/>
                  </a:lnTo>
                  <a:lnTo>
                    <a:pt x="13786" y="286925"/>
                  </a:lnTo>
                  <a:close/>
                </a:path>
                <a:path w="21589" h="541020">
                  <a:moveTo>
                    <a:pt x="13786" y="411217"/>
                  </a:moveTo>
                  <a:lnTo>
                    <a:pt x="7274" y="411217"/>
                  </a:lnTo>
                  <a:lnTo>
                    <a:pt x="10882" y="413745"/>
                  </a:lnTo>
                  <a:lnTo>
                    <a:pt x="13786" y="411217"/>
                  </a:lnTo>
                  <a:close/>
                </a:path>
                <a:path w="21589" h="541020">
                  <a:moveTo>
                    <a:pt x="13786" y="350335"/>
                  </a:moveTo>
                  <a:lnTo>
                    <a:pt x="7274" y="350335"/>
                  </a:lnTo>
                  <a:lnTo>
                    <a:pt x="3637" y="353074"/>
                  </a:lnTo>
                  <a:lnTo>
                    <a:pt x="0" y="355602"/>
                  </a:lnTo>
                  <a:lnTo>
                    <a:pt x="0" y="408689"/>
                  </a:lnTo>
                  <a:lnTo>
                    <a:pt x="3637" y="411217"/>
                  </a:lnTo>
                  <a:lnTo>
                    <a:pt x="17423" y="411217"/>
                  </a:lnTo>
                  <a:lnTo>
                    <a:pt x="21060" y="408689"/>
                  </a:lnTo>
                  <a:lnTo>
                    <a:pt x="21060" y="355602"/>
                  </a:lnTo>
                  <a:lnTo>
                    <a:pt x="17423" y="353074"/>
                  </a:lnTo>
                  <a:lnTo>
                    <a:pt x="13786" y="350335"/>
                  </a:lnTo>
                  <a:close/>
                </a:path>
                <a:path w="21589" h="541020">
                  <a:moveTo>
                    <a:pt x="13786" y="474627"/>
                  </a:moveTo>
                  <a:lnTo>
                    <a:pt x="7274" y="474627"/>
                  </a:lnTo>
                  <a:lnTo>
                    <a:pt x="10882" y="477155"/>
                  </a:lnTo>
                  <a:lnTo>
                    <a:pt x="13786" y="474627"/>
                  </a:lnTo>
                  <a:close/>
                </a:path>
                <a:path w="21589" h="541020">
                  <a:moveTo>
                    <a:pt x="17423" y="462198"/>
                  </a:moveTo>
                  <a:lnTo>
                    <a:pt x="3637" y="462198"/>
                  </a:lnTo>
                  <a:lnTo>
                    <a:pt x="0" y="464726"/>
                  </a:lnTo>
                  <a:lnTo>
                    <a:pt x="0" y="472100"/>
                  </a:lnTo>
                  <a:lnTo>
                    <a:pt x="3637" y="474627"/>
                  </a:lnTo>
                  <a:lnTo>
                    <a:pt x="17423" y="474627"/>
                  </a:lnTo>
                  <a:lnTo>
                    <a:pt x="21060" y="472100"/>
                  </a:lnTo>
                  <a:lnTo>
                    <a:pt x="21060" y="464726"/>
                  </a:lnTo>
                  <a:lnTo>
                    <a:pt x="17423" y="462198"/>
                  </a:lnTo>
                  <a:close/>
                </a:path>
                <a:path w="21589" h="541020">
                  <a:moveTo>
                    <a:pt x="10882" y="459460"/>
                  </a:moveTo>
                  <a:lnTo>
                    <a:pt x="7274" y="462198"/>
                  </a:lnTo>
                  <a:lnTo>
                    <a:pt x="13786" y="462198"/>
                  </a:lnTo>
                  <a:lnTo>
                    <a:pt x="10882" y="459460"/>
                  </a:lnTo>
                  <a:close/>
                </a:path>
                <a:path w="21589" h="541020">
                  <a:moveTo>
                    <a:pt x="17423" y="525608"/>
                  </a:moveTo>
                  <a:lnTo>
                    <a:pt x="3637" y="525608"/>
                  </a:lnTo>
                  <a:lnTo>
                    <a:pt x="0" y="528136"/>
                  </a:lnTo>
                  <a:lnTo>
                    <a:pt x="0" y="535931"/>
                  </a:lnTo>
                  <a:lnTo>
                    <a:pt x="3637" y="538038"/>
                  </a:lnTo>
                  <a:lnTo>
                    <a:pt x="7274" y="540566"/>
                  </a:lnTo>
                  <a:lnTo>
                    <a:pt x="13786" y="540566"/>
                  </a:lnTo>
                  <a:lnTo>
                    <a:pt x="17423" y="538038"/>
                  </a:lnTo>
                  <a:lnTo>
                    <a:pt x="21060" y="535931"/>
                  </a:lnTo>
                  <a:lnTo>
                    <a:pt x="21060" y="528136"/>
                  </a:lnTo>
                  <a:lnTo>
                    <a:pt x="17423" y="525608"/>
                  </a:lnTo>
                  <a:close/>
                </a:path>
                <a:path w="21589" h="541020">
                  <a:moveTo>
                    <a:pt x="10882" y="522870"/>
                  </a:moveTo>
                  <a:lnTo>
                    <a:pt x="7274" y="525608"/>
                  </a:lnTo>
                  <a:lnTo>
                    <a:pt x="13786" y="525608"/>
                  </a:lnTo>
                  <a:lnTo>
                    <a:pt x="10882" y="522870"/>
                  </a:lnTo>
                  <a:close/>
                </a:path>
              </a:pathLst>
            </a:custGeom>
            <a:solidFill>
              <a:srgbClr val="000000"/>
            </a:solidFill>
          </p:spPr>
          <p:txBody>
            <a:bodyPr wrap="square" lIns="0" tIns="0" rIns="0" bIns="0" rtlCol="0"/>
            <a:lstStyle/>
            <a:p/>
          </p:txBody>
        </p:sp>
        <p:sp>
          <p:nvSpPr>
            <p:cNvPr id="51" name="object 51" descr=""/>
            <p:cNvSpPr/>
            <p:nvPr/>
          </p:nvSpPr>
          <p:spPr>
            <a:xfrm>
              <a:off x="4169484" y="2838725"/>
              <a:ext cx="21590" cy="477520"/>
            </a:xfrm>
            <a:custGeom>
              <a:avLst/>
              <a:gdLst/>
              <a:ahLst/>
              <a:cxnLst/>
              <a:rect l="l" t="t" r="r" b="b"/>
              <a:pathLst>
                <a:path w="21589" h="477520">
                  <a:moveTo>
                    <a:pt x="21060" y="7794"/>
                  </a:moveTo>
                  <a:lnTo>
                    <a:pt x="21060" y="56247"/>
                  </a:lnTo>
                  <a:lnTo>
                    <a:pt x="21060" y="58775"/>
                  </a:lnTo>
                  <a:lnTo>
                    <a:pt x="17423" y="60882"/>
                  </a:lnTo>
                  <a:lnTo>
                    <a:pt x="13786" y="63410"/>
                  </a:lnTo>
                  <a:lnTo>
                    <a:pt x="10882" y="63410"/>
                  </a:lnTo>
                  <a:lnTo>
                    <a:pt x="7274" y="63410"/>
                  </a:lnTo>
                  <a:lnTo>
                    <a:pt x="3637" y="60882"/>
                  </a:lnTo>
                  <a:lnTo>
                    <a:pt x="0" y="58775"/>
                  </a:lnTo>
                  <a:lnTo>
                    <a:pt x="0" y="56247"/>
                  </a:lnTo>
                  <a:lnTo>
                    <a:pt x="0" y="7794"/>
                  </a:lnTo>
                  <a:lnTo>
                    <a:pt x="0" y="5266"/>
                  </a:lnTo>
                  <a:lnTo>
                    <a:pt x="3637" y="2738"/>
                  </a:lnTo>
                  <a:lnTo>
                    <a:pt x="7274" y="0"/>
                  </a:lnTo>
                  <a:lnTo>
                    <a:pt x="10882" y="0"/>
                  </a:lnTo>
                  <a:lnTo>
                    <a:pt x="13786" y="0"/>
                  </a:lnTo>
                  <a:lnTo>
                    <a:pt x="17423" y="2738"/>
                  </a:lnTo>
                  <a:lnTo>
                    <a:pt x="21060" y="5266"/>
                  </a:lnTo>
                  <a:lnTo>
                    <a:pt x="21060" y="7794"/>
                  </a:lnTo>
                  <a:close/>
                </a:path>
                <a:path w="21589" h="477520">
                  <a:moveTo>
                    <a:pt x="21060" y="119657"/>
                  </a:moveTo>
                  <a:lnTo>
                    <a:pt x="21060" y="122185"/>
                  </a:lnTo>
                  <a:lnTo>
                    <a:pt x="17423" y="124924"/>
                  </a:lnTo>
                  <a:lnTo>
                    <a:pt x="13786" y="126820"/>
                  </a:lnTo>
                  <a:lnTo>
                    <a:pt x="10882" y="126820"/>
                  </a:lnTo>
                  <a:lnTo>
                    <a:pt x="7274" y="126820"/>
                  </a:lnTo>
                  <a:lnTo>
                    <a:pt x="3637" y="124924"/>
                  </a:lnTo>
                  <a:lnTo>
                    <a:pt x="0" y="122185"/>
                  </a:lnTo>
                  <a:lnTo>
                    <a:pt x="0" y="119657"/>
                  </a:lnTo>
                  <a:lnTo>
                    <a:pt x="0" y="117129"/>
                  </a:lnTo>
                  <a:lnTo>
                    <a:pt x="3637" y="114391"/>
                  </a:lnTo>
                  <a:lnTo>
                    <a:pt x="7274" y="111863"/>
                  </a:lnTo>
                  <a:lnTo>
                    <a:pt x="10882" y="111863"/>
                  </a:lnTo>
                  <a:lnTo>
                    <a:pt x="13786" y="111863"/>
                  </a:lnTo>
                  <a:lnTo>
                    <a:pt x="17423" y="114391"/>
                  </a:lnTo>
                  <a:lnTo>
                    <a:pt x="21060" y="117129"/>
                  </a:lnTo>
                  <a:lnTo>
                    <a:pt x="21060" y="119657"/>
                  </a:lnTo>
                  <a:close/>
                </a:path>
                <a:path w="21589" h="477520">
                  <a:moveTo>
                    <a:pt x="21060" y="183067"/>
                  </a:moveTo>
                  <a:lnTo>
                    <a:pt x="21060" y="231310"/>
                  </a:lnTo>
                  <a:lnTo>
                    <a:pt x="21060" y="233416"/>
                  </a:lnTo>
                  <a:lnTo>
                    <a:pt x="17423" y="236155"/>
                  </a:lnTo>
                  <a:lnTo>
                    <a:pt x="13786" y="238683"/>
                  </a:lnTo>
                  <a:lnTo>
                    <a:pt x="10882" y="238683"/>
                  </a:lnTo>
                  <a:lnTo>
                    <a:pt x="7274" y="238683"/>
                  </a:lnTo>
                  <a:lnTo>
                    <a:pt x="0" y="183067"/>
                  </a:lnTo>
                  <a:lnTo>
                    <a:pt x="0" y="180539"/>
                  </a:lnTo>
                  <a:lnTo>
                    <a:pt x="3637" y="177801"/>
                  </a:lnTo>
                  <a:lnTo>
                    <a:pt x="7274" y="175273"/>
                  </a:lnTo>
                  <a:lnTo>
                    <a:pt x="10882" y="175273"/>
                  </a:lnTo>
                  <a:lnTo>
                    <a:pt x="13786" y="175273"/>
                  </a:lnTo>
                  <a:lnTo>
                    <a:pt x="17423" y="177801"/>
                  </a:lnTo>
                  <a:lnTo>
                    <a:pt x="21060" y="180539"/>
                  </a:lnTo>
                  <a:lnTo>
                    <a:pt x="21060" y="183067"/>
                  </a:lnTo>
                  <a:close/>
                </a:path>
                <a:path w="21589" h="477520">
                  <a:moveTo>
                    <a:pt x="21060" y="294720"/>
                  </a:moveTo>
                  <a:lnTo>
                    <a:pt x="21060" y="297458"/>
                  </a:lnTo>
                  <a:lnTo>
                    <a:pt x="17423" y="299565"/>
                  </a:lnTo>
                  <a:lnTo>
                    <a:pt x="13786" y="302093"/>
                  </a:lnTo>
                  <a:lnTo>
                    <a:pt x="10882" y="302093"/>
                  </a:lnTo>
                  <a:lnTo>
                    <a:pt x="7274" y="302093"/>
                  </a:lnTo>
                  <a:lnTo>
                    <a:pt x="3637" y="299565"/>
                  </a:lnTo>
                  <a:lnTo>
                    <a:pt x="0" y="297458"/>
                  </a:lnTo>
                  <a:lnTo>
                    <a:pt x="0" y="294720"/>
                  </a:lnTo>
                  <a:lnTo>
                    <a:pt x="0" y="292192"/>
                  </a:lnTo>
                  <a:lnTo>
                    <a:pt x="3637" y="289664"/>
                  </a:lnTo>
                  <a:lnTo>
                    <a:pt x="7274" y="286925"/>
                  </a:lnTo>
                  <a:lnTo>
                    <a:pt x="10882" y="286925"/>
                  </a:lnTo>
                  <a:lnTo>
                    <a:pt x="13786" y="286925"/>
                  </a:lnTo>
                  <a:lnTo>
                    <a:pt x="17423" y="289664"/>
                  </a:lnTo>
                  <a:lnTo>
                    <a:pt x="21060" y="292192"/>
                  </a:lnTo>
                  <a:lnTo>
                    <a:pt x="21060" y="294720"/>
                  </a:lnTo>
                  <a:close/>
                </a:path>
                <a:path w="21589" h="477520">
                  <a:moveTo>
                    <a:pt x="21060" y="358130"/>
                  </a:moveTo>
                  <a:lnTo>
                    <a:pt x="21060" y="403844"/>
                  </a:lnTo>
                  <a:lnTo>
                    <a:pt x="21060" y="408689"/>
                  </a:lnTo>
                  <a:lnTo>
                    <a:pt x="17423" y="411217"/>
                  </a:lnTo>
                  <a:lnTo>
                    <a:pt x="13786" y="411217"/>
                  </a:lnTo>
                  <a:lnTo>
                    <a:pt x="10882" y="413745"/>
                  </a:lnTo>
                  <a:lnTo>
                    <a:pt x="7274" y="411217"/>
                  </a:lnTo>
                  <a:lnTo>
                    <a:pt x="3637" y="411217"/>
                  </a:lnTo>
                  <a:lnTo>
                    <a:pt x="0" y="408689"/>
                  </a:lnTo>
                  <a:lnTo>
                    <a:pt x="0" y="403844"/>
                  </a:lnTo>
                  <a:lnTo>
                    <a:pt x="0" y="358130"/>
                  </a:lnTo>
                  <a:lnTo>
                    <a:pt x="0" y="355602"/>
                  </a:lnTo>
                  <a:lnTo>
                    <a:pt x="3637" y="353074"/>
                  </a:lnTo>
                  <a:lnTo>
                    <a:pt x="7274" y="350335"/>
                  </a:lnTo>
                  <a:lnTo>
                    <a:pt x="10882" y="350335"/>
                  </a:lnTo>
                  <a:lnTo>
                    <a:pt x="13786" y="350335"/>
                  </a:lnTo>
                  <a:lnTo>
                    <a:pt x="17423" y="353074"/>
                  </a:lnTo>
                  <a:lnTo>
                    <a:pt x="21060" y="355602"/>
                  </a:lnTo>
                  <a:lnTo>
                    <a:pt x="21060" y="358130"/>
                  </a:lnTo>
                  <a:close/>
                </a:path>
                <a:path w="21589" h="477520">
                  <a:moveTo>
                    <a:pt x="21060" y="467254"/>
                  </a:moveTo>
                  <a:lnTo>
                    <a:pt x="21060" y="472100"/>
                  </a:lnTo>
                  <a:lnTo>
                    <a:pt x="17423" y="474627"/>
                  </a:lnTo>
                  <a:lnTo>
                    <a:pt x="13786" y="474627"/>
                  </a:lnTo>
                  <a:lnTo>
                    <a:pt x="10882" y="477155"/>
                  </a:lnTo>
                  <a:lnTo>
                    <a:pt x="7274" y="474627"/>
                  </a:lnTo>
                  <a:lnTo>
                    <a:pt x="3637" y="474627"/>
                  </a:lnTo>
                  <a:lnTo>
                    <a:pt x="0" y="472100"/>
                  </a:lnTo>
                  <a:lnTo>
                    <a:pt x="0" y="467254"/>
                  </a:lnTo>
                  <a:lnTo>
                    <a:pt x="0" y="464726"/>
                  </a:lnTo>
                  <a:lnTo>
                    <a:pt x="3637" y="462198"/>
                  </a:lnTo>
                  <a:lnTo>
                    <a:pt x="7274" y="462198"/>
                  </a:lnTo>
                  <a:lnTo>
                    <a:pt x="10882" y="459460"/>
                  </a:lnTo>
                  <a:lnTo>
                    <a:pt x="13786" y="462198"/>
                  </a:lnTo>
                  <a:lnTo>
                    <a:pt x="17423" y="462198"/>
                  </a:lnTo>
                  <a:lnTo>
                    <a:pt x="21060" y="464726"/>
                  </a:lnTo>
                  <a:lnTo>
                    <a:pt x="21060" y="467254"/>
                  </a:lnTo>
                  <a:close/>
                </a:path>
              </a:pathLst>
            </a:custGeom>
            <a:ln w="3527">
              <a:solidFill>
                <a:srgbClr val="000000"/>
              </a:solidFill>
            </a:ln>
          </p:spPr>
          <p:txBody>
            <a:bodyPr wrap="square" lIns="0" tIns="0" rIns="0" bIns="0" rtlCol="0"/>
            <a:lstStyle/>
            <a:p/>
          </p:txBody>
        </p:sp>
      </p:grpSp>
      <p:grpSp>
        <p:nvGrpSpPr>
          <p:cNvPr id="52" name="object 52" descr=""/>
          <p:cNvGrpSpPr/>
          <p:nvPr/>
        </p:nvGrpSpPr>
        <p:grpSpPr>
          <a:xfrm>
            <a:off x="4488835" y="2238144"/>
            <a:ext cx="123825" cy="1141730"/>
            <a:chOff x="4488835" y="2238144"/>
            <a:chExt cx="123825" cy="1141730"/>
          </a:xfrm>
        </p:grpSpPr>
        <p:sp>
          <p:nvSpPr>
            <p:cNvPr id="53" name="object 53" descr=""/>
            <p:cNvSpPr/>
            <p:nvPr/>
          </p:nvSpPr>
          <p:spPr>
            <a:xfrm>
              <a:off x="4539985" y="2838725"/>
              <a:ext cx="21590" cy="541020"/>
            </a:xfrm>
            <a:custGeom>
              <a:avLst/>
              <a:gdLst/>
              <a:ahLst/>
              <a:cxnLst/>
              <a:rect l="l" t="t" r="r" b="b"/>
              <a:pathLst>
                <a:path w="21589" h="541020">
                  <a:moveTo>
                    <a:pt x="13786" y="0"/>
                  </a:moveTo>
                  <a:lnTo>
                    <a:pt x="6453" y="0"/>
                  </a:lnTo>
                  <a:lnTo>
                    <a:pt x="2933" y="2738"/>
                  </a:lnTo>
                  <a:lnTo>
                    <a:pt x="0" y="5266"/>
                  </a:lnTo>
                  <a:lnTo>
                    <a:pt x="0" y="58775"/>
                  </a:lnTo>
                  <a:lnTo>
                    <a:pt x="6453" y="63410"/>
                  </a:lnTo>
                  <a:lnTo>
                    <a:pt x="13786" y="63410"/>
                  </a:lnTo>
                  <a:lnTo>
                    <a:pt x="17599" y="60882"/>
                  </a:lnTo>
                  <a:lnTo>
                    <a:pt x="21119" y="58775"/>
                  </a:lnTo>
                  <a:lnTo>
                    <a:pt x="21119" y="5266"/>
                  </a:lnTo>
                  <a:lnTo>
                    <a:pt x="13786" y="0"/>
                  </a:lnTo>
                  <a:close/>
                </a:path>
                <a:path w="21589" h="541020">
                  <a:moveTo>
                    <a:pt x="13786" y="111863"/>
                  </a:moveTo>
                  <a:lnTo>
                    <a:pt x="6453" y="111863"/>
                  </a:lnTo>
                  <a:lnTo>
                    <a:pt x="2933" y="114391"/>
                  </a:lnTo>
                  <a:lnTo>
                    <a:pt x="0" y="117129"/>
                  </a:lnTo>
                  <a:lnTo>
                    <a:pt x="0" y="122185"/>
                  </a:lnTo>
                  <a:lnTo>
                    <a:pt x="2933" y="124924"/>
                  </a:lnTo>
                  <a:lnTo>
                    <a:pt x="6453" y="126820"/>
                  </a:lnTo>
                  <a:lnTo>
                    <a:pt x="13786" y="126820"/>
                  </a:lnTo>
                  <a:lnTo>
                    <a:pt x="17599" y="124924"/>
                  </a:lnTo>
                  <a:lnTo>
                    <a:pt x="21119" y="122185"/>
                  </a:lnTo>
                  <a:lnTo>
                    <a:pt x="21119" y="117129"/>
                  </a:lnTo>
                  <a:lnTo>
                    <a:pt x="17599" y="114391"/>
                  </a:lnTo>
                  <a:lnTo>
                    <a:pt x="13786" y="111863"/>
                  </a:lnTo>
                  <a:close/>
                </a:path>
                <a:path w="21589" h="541020">
                  <a:moveTo>
                    <a:pt x="13786" y="175273"/>
                  </a:moveTo>
                  <a:lnTo>
                    <a:pt x="6453" y="175273"/>
                  </a:lnTo>
                  <a:lnTo>
                    <a:pt x="2933" y="177801"/>
                  </a:lnTo>
                  <a:lnTo>
                    <a:pt x="0" y="180539"/>
                  </a:lnTo>
                  <a:lnTo>
                    <a:pt x="0" y="233416"/>
                  </a:lnTo>
                  <a:lnTo>
                    <a:pt x="2933" y="236155"/>
                  </a:lnTo>
                  <a:lnTo>
                    <a:pt x="6453" y="238683"/>
                  </a:lnTo>
                  <a:lnTo>
                    <a:pt x="13786" y="238683"/>
                  </a:lnTo>
                  <a:lnTo>
                    <a:pt x="17599" y="236155"/>
                  </a:lnTo>
                  <a:lnTo>
                    <a:pt x="21119" y="233416"/>
                  </a:lnTo>
                  <a:lnTo>
                    <a:pt x="21119" y="180539"/>
                  </a:lnTo>
                  <a:lnTo>
                    <a:pt x="17599" y="177801"/>
                  </a:lnTo>
                  <a:lnTo>
                    <a:pt x="13786" y="175273"/>
                  </a:lnTo>
                  <a:close/>
                </a:path>
                <a:path w="21589" h="541020">
                  <a:moveTo>
                    <a:pt x="13786" y="286925"/>
                  </a:moveTo>
                  <a:lnTo>
                    <a:pt x="6453" y="286925"/>
                  </a:lnTo>
                  <a:lnTo>
                    <a:pt x="2933" y="289664"/>
                  </a:lnTo>
                  <a:lnTo>
                    <a:pt x="0" y="292192"/>
                  </a:lnTo>
                  <a:lnTo>
                    <a:pt x="0" y="297458"/>
                  </a:lnTo>
                  <a:lnTo>
                    <a:pt x="6453" y="302093"/>
                  </a:lnTo>
                  <a:lnTo>
                    <a:pt x="13786" y="302093"/>
                  </a:lnTo>
                  <a:lnTo>
                    <a:pt x="17599" y="299565"/>
                  </a:lnTo>
                  <a:lnTo>
                    <a:pt x="21119" y="297458"/>
                  </a:lnTo>
                  <a:lnTo>
                    <a:pt x="21119" y="292192"/>
                  </a:lnTo>
                  <a:lnTo>
                    <a:pt x="13786" y="286925"/>
                  </a:lnTo>
                  <a:close/>
                </a:path>
                <a:path w="21589" h="541020">
                  <a:moveTo>
                    <a:pt x="13786" y="411217"/>
                  </a:moveTo>
                  <a:lnTo>
                    <a:pt x="6453" y="411217"/>
                  </a:lnTo>
                  <a:lnTo>
                    <a:pt x="10266" y="413745"/>
                  </a:lnTo>
                  <a:lnTo>
                    <a:pt x="13786" y="411217"/>
                  </a:lnTo>
                  <a:close/>
                </a:path>
                <a:path w="21589" h="541020">
                  <a:moveTo>
                    <a:pt x="13786" y="350335"/>
                  </a:moveTo>
                  <a:lnTo>
                    <a:pt x="6453" y="350335"/>
                  </a:lnTo>
                  <a:lnTo>
                    <a:pt x="2933" y="353074"/>
                  </a:lnTo>
                  <a:lnTo>
                    <a:pt x="0" y="355602"/>
                  </a:lnTo>
                  <a:lnTo>
                    <a:pt x="0" y="408689"/>
                  </a:lnTo>
                  <a:lnTo>
                    <a:pt x="2933" y="411217"/>
                  </a:lnTo>
                  <a:lnTo>
                    <a:pt x="17599" y="411217"/>
                  </a:lnTo>
                  <a:lnTo>
                    <a:pt x="21119" y="408689"/>
                  </a:lnTo>
                  <a:lnTo>
                    <a:pt x="21119" y="355602"/>
                  </a:lnTo>
                  <a:lnTo>
                    <a:pt x="13786" y="350335"/>
                  </a:lnTo>
                  <a:close/>
                </a:path>
                <a:path w="21589" h="541020">
                  <a:moveTo>
                    <a:pt x="13786" y="474627"/>
                  </a:moveTo>
                  <a:lnTo>
                    <a:pt x="6453" y="474627"/>
                  </a:lnTo>
                  <a:lnTo>
                    <a:pt x="10266" y="477155"/>
                  </a:lnTo>
                  <a:lnTo>
                    <a:pt x="13786" y="474627"/>
                  </a:lnTo>
                  <a:close/>
                </a:path>
                <a:path w="21589" h="541020">
                  <a:moveTo>
                    <a:pt x="17599" y="462198"/>
                  </a:moveTo>
                  <a:lnTo>
                    <a:pt x="2933" y="462198"/>
                  </a:lnTo>
                  <a:lnTo>
                    <a:pt x="0" y="464726"/>
                  </a:lnTo>
                  <a:lnTo>
                    <a:pt x="0" y="472100"/>
                  </a:lnTo>
                  <a:lnTo>
                    <a:pt x="2933" y="474627"/>
                  </a:lnTo>
                  <a:lnTo>
                    <a:pt x="17599" y="474627"/>
                  </a:lnTo>
                  <a:lnTo>
                    <a:pt x="21119" y="472100"/>
                  </a:lnTo>
                  <a:lnTo>
                    <a:pt x="21119" y="464726"/>
                  </a:lnTo>
                  <a:lnTo>
                    <a:pt x="17599" y="462198"/>
                  </a:lnTo>
                  <a:close/>
                </a:path>
                <a:path w="21589" h="541020">
                  <a:moveTo>
                    <a:pt x="10266" y="459460"/>
                  </a:moveTo>
                  <a:lnTo>
                    <a:pt x="6453" y="462198"/>
                  </a:lnTo>
                  <a:lnTo>
                    <a:pt x="13786" y="462198"/>
                  </a:lnTo>
                  <a:lnTo>
                    <a:pt x="10266" y="459460"/>
                  </a:lnTo>
                  <a:close/>
                </a:path>
                <a:path w="21589" h="541020">
                  <a:moveTo>
                    <a:pt x="17599" y="525608"/>
                  </a:moveTo>
                  <a:lnTo>
                    <a:pt x="2933" y="525608"/>
                  </a:lnTo>
                  <a:lnTo>
                    <a:pt x="0" y="528136"/>
                  </a:lnTo>
                  <a:lnTo>
                    <a:pt x="0" y="535931"/>
                  </a:lnTo>
                  <a:lnTo>
                    <a:pt x="6453" y="540566"/>
                  </a:lnTo>
                  <a:lnTo>
                    <a:pt x="13786" y="540566"/>
                  </a:lnTo>
                  <a:lnTo>
                    <a:pt x="17599" y="538038"/>
                  </a:lnTo>
                  <a:lnTo>
                    <a:pt x="21119" y="535931"/>
                  </a:lnTo>
                  <a:lnTo>
                    <a:pt x="21119" y="528136"/>
                  </a:lnTo>
                  <a:lnTo>
                    <a:pt x="17599" y="525608"/>
                  </a:lnTo>
                  <a:close/>
                </a:path>
                <a:path w="21589" h="541020">
                  <a:moveTo>
                    <a:pt x="10266" y="522870"/>
                  </a:moveTo>
                  <a:lnTo>
                    <a:pt x="6453" y="525608"/>
                  </a:lnTo>
                  <a:lnTo>
                    <a:pt x="13786" y="525608"/>
                  </a:lnTo>
                  <a:lnTo>
                    <a:pt x="10266" y="522870"/>
                  </a:lnTo>
                  <a:close/>
                </a:path>
              </a:pathLst>
            </a:custGeom>
            <a:solidFill>
              <a:srgbClr val="000000"/>
            </a:solidFill>
          </p:spPr>
          <p:txBody>
            <a:bodyPr wrap="square" lIns="0" tIns="0" rIns="0" bIns="0" rtlCol="0"/>
            <a:lstStyle/>
            <a:p/>
          </p:txBody>
        </p:sp>
        <p:sp>
          <p:nvSpPr>
            <p:cNvPr id="54" name="object 54" descr=""/>
            <p:cNvSpPr/>
            <p:nvPr/>
          </p:nvSpPr>
          <p:spPr>
            <a:xfrm>
              <a:off x="4539985" y="2838725"/>
              <a:ext cx="21590" cy="477520"/>
            </a:xfrm>
            <a:custGeom>
              <a:avLst/>
              <a:gdLst/>
              <a:ahLst/>
              <a:cxnLst/>
              <a:rect l="l" t="t" r="r" b="b"/>
              <a:pathLst>
                <a:path w="21589" h="477520">
                  <a:moveTo>
                    <a:pt x="21119" y="7794"/>
                  </a:moveTo>
                  <a:lnTo>
                    <a:pt x="21119" y="56247"/>
                  </a:lnTo>
                  <a:lnTo>
                    <a:pt x="21119" y="58775"/>
                  </a:lnTo>
                  <a:lnTo>
                    <a:pt x="17599" y="60882"/>
                  </a:lnTo>
                  <a:lnTo>
                    <a:pt x="13786" y="63410"/>
                  </a:lnTo>
                  <a:lnTo>
                    <a:pt x="10266" y="63410"/>
                  </a:lnTo>
                  <a:lnTo>
                    <a:pt x="6453" y="63410"/>
                  </a:lnTo>
                  <a:lnTo>
                    <a:pt x="2933" y="60882"/>
                  </a:lnTo>
                  <a:lnTo>
                    <a:pt x="0" y="58775"/>
                  </a:lnTo>
                  <a:lnTo>
                    <a:pt x="0" y="56247"/>
                  </a:lnTo>
                  <a:lnTo>
                    <a:pt x="0" y="7794"/>
                  </a:lnTo>
                  <a:lnTo>
                    <a:pt x="0" y="5266"/>
                  </a:lnTo>
                  <a:lnTo>
                    <a:pt x="2933" y="2738"/>
                  </a:lnTo>
                  <a:lnTo>
                    <a:pt x="6453" y="0"/>
                  </a:lnTo>
                  <a:lnTo>
                    <a:pt x="10266" y="0"/>
                  </a:lnTo>
                  <a:lnTo>
                    <a:pt x="13786" y="0"/>
                  </a:lnTo>
                  <a:lnTo>
                    <a:pt x="17599" y="2738"/>
                  </a:lnTo>
                  <a:lnTo>
                    <a:pt x="21119" y="5266"/>
                  </a:lnTo>
                  <a:lnTo>
                    <a:pt x="21119" y="7794"/>
                  </a:lnTo>
                  <a:close/>
                </a:path>
                <a:path w="21589" h="477520">
                  <a:moveTo>
                    <a:pt x="21119" y="119657"/>
                  </a:moveTo>
                  <a:lnTo>
                    <a:pt x="21119" y="122185"/>
                  </a:lnTo>
                  <a:lnTo>
                    <a:pt x="17599" y="124924"/>
                  </a:lnTo>
                  <a:lnTo>
                    <a:pt x="13786" y="126820"/>
                  </a:lnTo>
                  <a:lnTo>
                    <a:pt x="10266" y="126820"/>
                  </a:lnTo>
                  <a:lnTo>
                    <a:pt x="6453" y="126820"/>
                  </a:lnTo>
                  <a:lnTo>
                    <a:pt x="2933" y="124924"/>
                  </a:lnTo>
                  <a:lnTo>
                    <a:pt x="0" y="122185"/>
                  </a:lnTo>
                  <a:lnTo>
                    <a:pt x="0" y="119657"/>
                  </a:lnTo>
                  <a:lnTo>
                    <a:pt x="0" y="117129"/>
                  </a:lnTo>
                  <a:lnTo>
                    <a:pt x="2933" y="114391"/>
                  </a:lnTo>
                  <a:lnTo>
                    <a:pt x="6453" y="111863"/>
                  </a:lnTo>
                  <a:lnTo>
                    <a:pt x="10266" y="111863"/>
                  </a:lnTo>
                  <a:lnTo>
                    <a:pt x="13786" y="111863"/>
                  </a:lnTo>
                  <a:lnTo>
                    <a:pt x="17599" y="114391"/>
                  </a:lnTo>
                  <a:lnTo>
                    <a:pt x="21119" y="117129"/>
                  </a:lnTo>
                  <a:lnTo>
                    <a:pt x="21119" y="119657"/>
                  </a:lnTo>
                  <a:close/>
                </a:path>
                <a:path w="21589" h="477520">
                  <a:moveTo>
                    <a:pt x="21119" y="183067"/>
                  </a:moveTo>
                  <a:lnTo>
                    <a:pt x="21119" y="231310"/>
                  </a:lnTo>
                  <a:lnTo>
                    <a:pt x="21119" y="233416"/>
                  </a:lnTo>
                  <a:lnTo>
                    <a:pt x="17599" y="236155"/>
                  </a:lnTo>
                  <a:lnTo>
                    <a:pt x="13786" y="238683"/>
                  </a:lnTo>
                  <a:lnTo>
                    <a:pt x="10266" y="238683"/>
                  </a:lnTo>
                  <a:lnTo>
                    <a:pt x="6453" y="238683"/>
                  </a:lnTo>
                  <a:lnTo>
                    <a:pt x="0" y="183067"/>
                  </a:lnTo>
                  <a:lnTo>
                    <a:pt x="0" y="180539"/>
                  </a:lnTo>
                  <a:lnTo>
                    <a:pt x="2933" y="177801"/>
                  </a:lnTo>
                  <a:lnTo>
                    <a:pt x="6453" y="175273"/>
                  </a:lnTo>
                  <a:lnTo>
                    <a:pt x="10266" y="175273"/>
                  </a:lnTo>
                  <a:lnTo>
                    <a:pt x="13786" y="175273"/>
                  </a:lnTo>
                  <a:lnTo>
                    <a:pt x="17599" y="177801"/>
                  </a:lnTo>
                  <a:lnTo>
                    <a:pt x="21119" y="180539"/>
                  </a:lnTo>
                  <a:lnTo>
                    <a:pt x="21119" y="183067"/>
                  </a:lnTo>
                  <a:close/>
                </a:path>
                <a:path w="21589" h="477520">
                  <a:moveTo>
                    <a:pt x="21119" y="294720"/>
                  </a:moveTo>
                  <a:lnTo>
                    <a:pt x="21119" y="297458"/>
                  </a:lnTo>
                  <a:lnTo>
                    <a:pt x="17599" y="299565"/>
                  </a:lnTo>
                  <a:lnTo>
                    <a:pt x="13786" y="302093"/>
                  </a:lnTo>
                  <a:lnTo>
                    <a:pt x="10266" y="302093"/>
                  </a:lnTo>
                  <a:lnTo>
                    <a:pt x="6453" y="302093"/>
                  </a:lnTo>
                  <a:lnTo>
                    <a:pt x="2933" y="299565"/>
                  </a:lnTo>
                  <a:lnTo>
                    <a:pt x="0" y="297458"/>
                  </a:lnTo>
                  <a:lnTo>
                    <a:pt x="0" y="294720"/>
                  </a:lnTo>
                  <a:lnTo>
                    <a:pt x="0" y="292192"/>
                  </a:lnTo>
                  <a:lnTo>
                    <a:pt x="2933" y="289664"/>
                  </a:lnTo>
                  <a:lnTo>
                    <a:pt x="6453" y="286925"/>
                  </a:lnTo>
                  <a:lnTo>
                    <a:pt x="10266" y="286925"/>
                  </a:lnTo>
                  <a:lnTo>
                    <a:pt x="13786" y="286925"/>
                  </a:lnTo>
                  <a:lnTo>
                    <a:pt x="17599" y="289664"/>
                  </a:lnTo>
                  <a:lnTo>
                    <a:pt x="21119" y="292192"/>
                  </a:lnTo>
                  <a:lnTo>
                    <a:pt x="21119" y="294720"/>
                  </a:lnTo>
                  <a:close/>
                </a:path>
                <a:path w="21589" h="477520">
                  <a:moveTo>
                    <a:pt x="21119" y="358130"/>
                  </a:moveTo>
                  <a:lnTo>
                    <a:pt x="21119" y="403844"/>
                  </a:lnTo>
                  <a:lnTo>
                    <a:pt x="21119" y="408689"/>
                  </a:lnTo>
                  <a:lnTo>
                    <a:pt x="17599" y="411217"/>
                  </a:lnTo>
                  <a:lnTo>
                    <a:pt x="13786" y="411217"/>
                  </a:lnTo>
                  <a:lnTo>
                    <a:pt x="10266" y="413745"/>
                  </a:lnTo>
                  <a:lnTo>
                    <a:pt x="6453" y="411217"/>
                  </a:lnTo>
                  <a:lnTo>
                    <a:pt x="2933" y="411217"/>
                  </a:lnTo>
                  <a:lnTo>
                    <a:pt x="0" y="408689"/>
                  </a:lnTo>
                  <a:lnTo>
                    <a:pt x="0" y="403844"/>
                  </a:lnTo>
                  <a:lnTo>
                    <a:pt x="0" y="358130"/>
                  </a:lnTo>
                  <a:lnTo>
                    <a:pt x="0" y="355602"/>
                  </a:lnTo>
                  <a:lnTo>
                    <a:pt x="2933" y="353074"/>
                  </a:lnTo>
                  <a:lnTo>
                    <a:pt x="6453" y="350335"/>
                  </a:lnTo>
                  <a:lnTo>
                    <a:pt x="10266" y="350335"/>
                  </a:lnTo>
                  <a:lnTo>
                    <a:pt x="13786" y="350335"/>
                  </a:lnTo>
                  <a:lnTo>
                    <a:pt x="17599" y="353074"/>
                  </a:lnTo>
                  <a:lnTo>
                    <a:pt x="21119" y="355602"/>
                  </a:lnTo>
                  <a:lnTo>
                    <a:pt x="21119" y="358130"/>
                  </a:lnTo>
                  <a:close/>
                </a:path>
                <a:path w="21589" h="477520">
                  <a:moveTo>
                    <a:pt x="21119" y="467254"/>
                  </a:moveTo>
                  <a:lnTo>
                    <a:pt x="21119" y="472100"/>
                  </a:lnTo>
                  <a:lnTo>
                    <a:pt x="17599" y="474627"/>
                  </a:lnTo>
                  <a:lnTo>
                    <a:pt x="13786" y="474627"/>
                  </a:lnTo>
                  <a:lnTo>
                    <a:pt x="10266" y="477155"/>
                  </a:lnTo>
                  <a:lnTo>
                    <a:pt x="6453" y="474627"/>
                  </a:lnTo>
                  <a:lnTo>
                    <a:pt x="2933" y="474627"/>
                  </a:lnTo>
                  <a:lnTo>
                    <a:pt x="0" y="472100"/>
                  </a:lnTo>
                  <a:lnTo>
                    <a:pt x="0" y="467254"/>
                  </a:lnTo>
                  <a:lnTo>
                    <a:pt x="0" y="464726"/>
                  </a:lnTo>
                  <a:lnTo>
                    <a:pt x="2933" y="462198"/>
                  </a:lnTo>
                  <a:lnTo>
                    <a:pt x="6453" y="462198"/>
                  </a:lnTo>
                  <a:lnTo>
                    <a:pt x="10266" y="459460"/>
                  </a:lnTo>
                  <a:lnTo>
                    <a:pt x="13786" y="462198"/>
                  </a:lnTo>
                  <a:lnTo>
                    <a:pt x="17599" y="462198"/>
                  </a:lnTo>
                  <a:lnTo>
                    <a:pt x="21119" y="464726"/>
                  </a:lnTo>
                  <a:lnTo>
                    <a:pt x="21119" y="467254"/>
                  </a:lnTo>
                  <a:close/>
                </a:path>
              </a:pathLst>
            </a:custGeom>
            <a:ln w="3527">
              <a:solidFill>
                <a:srgbClr val="000000"/>
              </a:solidFill>
            </a:ln>
          </p:spPr>
          <p:txBody>
            <a:bodyPr wrap="square" lIns="0" tIns="0" rIns="0" bIns="0" rtlCol="0"/>
            <a:lstStyle/>
            <a:p/>
          </p:txBody>
        </p:sp>
        <p:sp>
          <p:nvSpPr>
            <p:cNvPr id="55" name="object 55" descr=""/>
            <p:cNvSpPr/>
            <p:nvPr/>
          </p:nvSpPr>
          <p:spPr>
            <a:xfrm>
              <a:off x="4545851" y="2564439"/>
              <a:ext cx="0" cy="264160"/>
            </a:xfrm>
            <a:custGeom>
              <a:avLst/>
              <a:gdLst/>
              <a:ahLst/>
              <a:cxnLst/>
              <a:rect l="l" t="t" r="r" b="b"/>
              <a:pathLst>
                <a:path w="0" h="264160">
                  <a:moveTo>
                    <a:pt x="0" y="0"/>
                  </a:moveTo>
                  <a:lnTo>
                    <a:pt x="0" y="263963"/>
                  </a:lnTo>
                </a:path>
              </a:pathLst>
            </a:custGeom>
            <a:ln w="21070">
              <a:solidFill>
                <a:srgbClr val="000000"/>
              </a:solidFill>
            </a:ln>
          </p:spPr>
          <p:txBody>
            <a:bodyPr wrap="square" lIns="0" tIns="0" rIns="0" bIns="0" rtlCol="0"/>
            <a:lstStyle/>
            <a:p/>
          </p:txBody>
        </p:sp>
        <p:sp>
          <p:nvSpPr>
            <p:cNvPr id="56" name="object 56" descr=""/>
            <p:cNvSpPr/>
            <p:nvPr/>
          </p:nvSpPr>
          <p:spPr>
            <a:xfrm>
              <a:off x="4490706" y="2240015"/>
              <a:ext cx="120014" cy="337820"/>
            </a:xfrm>
            <a:custGeom>
              <a:avLst/>
              <a:gdLst/>
              <a:ahLst/>
              <a:cxnLst/>
              <a:rect l="l" t="t" r="r" b="b"/>
              <a:pathLst>
                <a:path w="120014" h="337819">
                  <a:moveTo>
                    <a:pt x="59545" y="83633"/>
                  </a:moveTo>
                  <a:lnTo>
                    <a:pt x="45758" y="93632"/>
                  </a:lnTo>
                  <a:lnTo>
                    <a:pt x="45758" y="332639"/>
                  </a:lnTo>
                  <a:lnTo>
                    <a:pt x="49278" y="334746"/>
                  </a:lnTo>
                  <a:lnTo>
                    <a:pt x="52212" y="337274"/>
                  </a:lnTo>
                  <a:lnTo>
                    <a:pt x="66878" y="337274"/>
                  </a:lnTo>
                  <a:lnTo>
                    <a:pt x="70398" y="334746"/>
                  </a:lnTo>
                  <a:lnTo>
                    <a:pt x="73918" y="332639"/>
                  </a:lnTo>
                  <a:lnTo>
                    <a:pt x="73918" y="93956"/>
                  </a:lnTo>
                  <a:lnTo>
                    <a:pt x="59545" y="83633"/>
                  </a:lnTo>
                  <a:close/>
                </a:path>
                <a:path w="120014" h="337819">
                  <a:moveTo>
                    <a:pt x="59545" y="0"/>
                  </a:moveTo>
                  <a:lnTo>
                    <a:pt x="0" y="126820"/>
                  </a:lnTo>
                  <a:lnTo>
                    <a:pt x="45758" y="93632"/>
                  </a:lnTo>
                  <a:lnTo>
                    <a:pt x="45758" y="81105"/>
                  </a:lnTo>
                  <a:lnTo>
                    <a:pt x="49278" y="75839"/>
                  </a:lnTo>
                  <a:lnTo>
                    <a:pt x="52212" y="75839"/>
                  </a:lnTo>
                  <a:lnTo>
                    <a:pt x="59545" y="73943"/>
                  </a:lnTo>
                  <a:lnTo>
                    <a:pt x="94605" y="73943"/>
                  </a:lnTo>
                  <a:lnTo>
                    <a:pt x="59545" y="0"/>
                  </a:lnTo>
                  <a:close/>
                </a:path>
                <a:path w="120014" h="337819">
                  <a:moveTo>
                    <a:pt x="94605" y="73943"/>
                  </a:moveTo>
                  <a:lnTo>
                    <a:pt x="59545" y="73943"/>
                  </a:lnTo>
                  <a:lnTo>
                    <a:pt x="66878" y="75839"/>
                  </a:lnTo>
                  <a:lnTo>
                    <a:pt x="70398" y="75839"/>
                  </a:lnTo>
                  <a:lnTo>
                    <a:pt x="73918" y="81105"/>
                  </a:lnTo>
                  <a:lnTo>
                    <a:pt x="73918" y="93956"/>
                  </a:lnTo>
                  <a:lnTo>
                    <a:pt x="119677" y="126820"/>
                  </a:lnTo>
                  <a:lnTo>
                    <a:pt x="94605" y="73943"/>
                  </a:lnTo>
                  <a:close/>
                </a:path>
                <a:path w="120014" h="337819">
                  <a:moveTo>
                    <a:pt x="73918" y="83633"/>
                  </a:moveTo>
                  <a:lnTo>
                    <a:pt x="59545" y="83633"/>
                  </a:lnTo>
                  <a:lnTo>
                    <a:pt x="73918" y="93956"/>
                  </a:lnTo>
                  <a:lnTo>
                    <a:pt x="73918" y="83633"/>
                  </a:lnTo>
                  <a:close/>
                </a:path>
                <a:path w="120014" h="337819">
                  <a:moveTo>
                    <a:pt x="70398" y="75839"/>
                  </a:moveTo>
                  <a:lnTo>
                    <a:pt x="49278" y="75839"/>
                  </a:lnTo>
                  <a:lnTo>
                    <a:pt x="45758" y="81105"/>
                  </a:lnTo>
                  <a:lnTo>
                    <a:pt x="45758" y="93632"/>
                  </a:lnTo>
                  <a:lnTo>
                    <a:pt x="59545" y="83633"/>
                  </a:lnTo>
                  <a:lnTo>
                    <a:pt x="73918" y="83633"/>
                  </a:lnTo>
                  <a:lnTo>
                    <a:pt x="73918" y="81105"/>
                  </a:lnTo>
                  <a:lnTo>
                    <a:pt x="70398" y="75839"/>
                  </a:lnTo>
                  <a:close/>
                </a:path>
                <a:path w="120014" h="337819">
                  <a:moveTo>
                    <a:pt x="59545" y="73943"/>
                  </a:moveTo>
                  <a:lnTo>
                    <a:pt x="52212" y="75839"/>
                  </a:lnTo>
                  <a:lnTo>
                    <a:pt x="66878" y="75839"/>
                  </a:lnTo>
                  <a:lnTo>
                    <a:pt x="59545" y="73943"/>
                  </a:lnTo>
                  <a:close/>
                </a:path>
              </a:pathLst>
            </a:custGeom>
            <a:solidFill>
              <a:srgbClr val="000000"/>
            </a:solidFill>
          </p:spPr>
          <p:txBody>
            <a:bodyPr wrap="square" lIns="0" tIns="0" rIns="0" bIns="0" rtlCol="0"/>
            <a:lstStyle/>
            <a:p/>
          </p:txBody>
        </p:sp>
        <p:sp>
          <p:nvSpPr>
            <p:cNvPr id="57" name="object 57" descr=""/>
            <p:cNvSpPr/>
            <p:nvPr/>
          </p:nvSpPr>
          <p:spPr>
            <a:xfrm>
              <a:off x="4490706" y="2240015"/>
              <a:ext cx="120014" cy="337820"/>
            </a:xfrm>
            <a:custGeom>
              <a:avLst/>
              <a:gdLst/>
              <a:ahLst/>
              <a:cxnLst/>
              <a:rect l="l" t="t" r="r" b="b"/>
              <a:pathLst>
                <a:path w="120014" h="337819">
                  <a:moveTo>
                    <a:pt x="45758" y="327583"/>
                  </a:moveTo>
                  <a:lnTo>
                    <a:pt x="45758" y="83633"/>
                  </a:lnTo>
                  <a:lnTo>
                    <a:pt x="45758" y="81105"/>
                  </a:lnTo>
                  <a:lnTo>
                    <a:pt x="49278" y="75839"/>
                  </a:lnTo>
                  <a:lnTo>
                    <a:pt x="52212" y="75839"/>
                  </a:lnTo>
                  <a:lnTo>
                    <a:pt x="59545" y="73943"/>
                  </a:lnTo>
                  <a:lnTo>
                    <a:pt x="66878" y="75839"/>
                  </a:lnTo>
                  <a:lnTo>
                    <a:pt x="70398" y="75839"/>
                  </a:lnTo>
                  <a:lnTo>
                    <a:pt x="73918" y="81105"/>
                  </a:lnTo>
                  <a:lnTo>
                    <a:pt x="73918" y="83633"/>
                  </a:lnTo>
                  <a:lnTo>
                    <a:pt x="73918" y="327583"/>
                  </a:lnTo>
                  <a:lnTo>
                    <a:pt x="73918" y="332639"/>
                  </a:lnTo>
                  <a:lnTo>
                    <a:pt x="70398" y="334746"/>
                  </a:lnTo>
                  <a:lnTo>
                    <a:pt x="66878" y="337274"/>
                  </a:lnTo>
                  <a:lnTo>
                    <a:pt x="59545" y="337274"/>
                  </a:lnTo>
                  <a:lnTo>
                    <a:pt x="52212" y="337274"/>
                  </a:lnTo>
                  <a:lnTo>
                    <a:pt x="49278" y="334746"/>
                  </a:lnTo>
                  <a:lnTo>
                    <a:pt x="45758" y="332639"/>
                  </a:lnTo>
                  <a:lnTo>
                    <a:pt x="45758" y="327583"/>
                  </a:lnTo>
                  <a:close/>
                </a:path>
                <a:path w="120014" h="337819">
                  <a:moveTo>
                    <a:pt x="59545" y="83633"/>
                  </a:moveTo>
                  <a:lnTo>
                    <a:pt x="0" y="126820"/>
                  </a:lnTo>
                  <a:lnTo>
                    <a:pt x="59545" y="0"/>
                  </a:lnTo>
                  <a:lnTo>
                    <a:pt x="119677" y="126820"/>
                  </a:lnTo>
                  <a:lnTo>
                    <a:pt x="59545" y="83633"/>
                  </a:lnTo>
                  <a:close/>
                </a:path>
              </a:pathLst>
            </a:custGeom>
            <a:ln w="3527">
              <a:solidFill>
                <a:srgbClr val="000000"/>
              </a:solidFill>
            </a:ln>
          </p:spPr>
          <p:txBody>
            <a:bodyPr wrap="square" lIns="0" tIns="0" rIns="0" bIns="0" rtlCol="0"/>
            <a:lstStyle/>
            <a:p/>
          </p:txBody>
        </p:sp>
      </p:grpSp>
      <p:grpSp>
        <p:nvGrpSpPr>
          <p:cNvPr id="58" name="object 58" descr=""/>
          <p:cNvGrpSpPr/>
          <p:nvPr/>
        </p:nvGrpSpPr>
        <p:grpSpPr>
          <a:xfrm>
            <a:off x="4858720" y="2238144"/>
            <a:ext cx="123825" cy="1141730"/>
            <a:chOff x="4858720" y="2238144"/>
            <a:chExt cx="123825" cy="1141730"/>
          </a:xfrm>
        </p:grpSpPr>
        <p:sp>
          <p:nvSpPr>
            <p:cNvPr id="59" name="object 59" descr=""/>
            <p:cNvSpPr/>
            <p:nvPr/>
          </p:nvSpPr>
          <p:spPr>
            <a:xfrm>
              <a:off x="4909870" y="2838725"/>
              <a:ext cx="21590" cy="541020"/>
            </a:xfrm>
            <a:custGeom>
              <a:avLst/>
              <a:gdLst/>
              <a:ahLst/>
              <a:cxnLst/>
              <a:rect l="l" t="t" r="r" b="b"/>
              <a:pathLst>
                <a:path w="21589" h="541020">
                  <a:moveTo>
                    <a:pt x="14666" y="0"/>
                  </a:moveTo>
                  <a:lnTo>
                    <a:pt x="7333" y="0"/>
                  </a:lnTo>
                  <a:lnTo>
                    <a:pt x="0" y="5266"/>
                  </a:lnTo>
                  <a:lnTo>
                    <a:pt x="0" y="58775"/>
                  </a:lnTo>
                  <a:lnTo>
                    <a:pt x="3519" y="60882"/>
                  </a:lnTo>
                  <a:lnTo>
                    <a:pt x="7333" y="63410"/>
                  </a:lnTo>
                  <a:lnTo>
                    <a:pt x="14666" y="63410"/>
                  </a:lnTo>
                  <a:lnTo>
                    <a:pt x="17306" y="60882"/>
                  </a:lnTo>
                  <a:lnTo>
                    <a:pt x="21119" y="58775"/>
                  </a:lnTo>
                  <a:lnTo>
                    <a:pt x="21119" y="5266"/>
                  </a:lnTo>
                  <a:lnTo>
                    <a:pt x="17306" y="2738"/>
                  </a:lnTo>
                  <a:lnTo>
                    <a:pt x="14666" y="0"/>
                  </a:lnTo>
                  <a:close/>
                </a:path>
                <a:path w="21589" h="541020">
                  <a:moveTo>
                    <a:pt x="14666" y="111863"/>
                  </a:moveTo>
                  <a:lnTo>
                    <a:pt x="7333" y="111863"/>
                  </a:lnTo>
                  <a:lnTo>
                    <a:pt x="3519" y="114391"/>
                  </a:lnTo>
                  <a:lnTo>
                    <a:pt x="0" y="117129"/>
                  </a:lnTo>
                  <a:lnTo>
                    <a:pt x="0" y="122185"/>
                  </a:lnTo>
                  <a:lnTo>
                    <a:pt x="3519" y="124924"/>
                  </a:lnTo>
                  <a:lnTo>
                    <a:pt x="7333" y="126820"/>
                  </a:lnTo>
                  <a:lnTo>
                    <a:pt x="14666" y="126820"/>
                  </a:lnTo>
                  <a:lnTo>
                    <a:pt x="21119" y="122185"/>
                  </a:lnTo>
                  <a:lnTo>
                    <a:pt x="21119" y="117129"/>
                  </a:lnTo>
                  <a:lnTo>
                    <a:pt x="17306" y="114391"/>
                  </a:lnTo>
                  <a:lnTo>
                    <a:pt x="14666" y="111863"/>
                  </a:lnTo>
                  <a:close/>
                </a:path>
                <a:path w="21589" h="541020">
                  <a:moveTo>
                    <a:pt x="14666" y="175273"/>
                  </a:moveTo>
                  <a:lnTo>
                    <a:pt x="7333" y="175273"/>
                  </a:lnTo>
                  <a:lnTo>
                    <a:pt x="3519" y="177801"/>
                  </a:lnTo>
                  <a:lnTo>
                    <a:pt x="0" y="180539"/>
                  </a:lnTo>
                  <a:lnTo>
                    <a:pt x="0" y="233416"/>
                  </a:lnTo>
                  <a:lnTo>
                    <a:pt x="3519" y="236155"/>
                  </a:lnTo>
                  <a:lnTo>
                    <a:pt x="7333" y="238683"/>
                  </a:lnTo>
                  <a:lnTo>
                    <a:pt x="14666" y="238683"/>
                  </a:lnTo>
                  <a:lnTo>
                    <a:pt x="17306" y="236155"/>
                  </a:lnTo>
                  <a:lnTo>
                    <a:pt x="21119" y="233416"/>
                  </a:lnTo>
                  <a:lnTo>
                    <a:pt x="21119" y="180539"/>
                  </a:lnTo>
                  <a:lnTo>
                    <a:pt x="17306" y="177801"/>
                  </a:lnTo>
                  <a:lnTo>
                    <a:pt x="14666" y="175273"/>
                  </a:lnTo>
                  <a:close/>
                </a:path>
                <a:path w="21589" h="541020">
                  <a:moveTo>
                    <a:pt x="14666" y="286925"/>
                  </a:moveTo>
                  <a:lnTo>
                    <a:pt x="7333" y="286925"/>
                  </a:lnTo>
                  <a:lnTo>
                    <a:pt x="0" y="292192"/>
                  </a:lnTo>
                  <a:lnTo>
                    <a:pt x="0" y="297458"/>
                  </a:lnTo>
                  <a:lnTo>
                    <a:pt x="3519" y="299565"/>
                  </a:lnTo>
                  <a:lnTo>
                    <a:pt x="7333" y="302093"/>
                  </a:lnTo>
                  <a:lnTo>
                    <a:pt x="14666" y="302093"/>
                  </a:lnTo>
                  <a:lnTo>
                    <a:pt x="17306" y="299565"/>
                  </a:lnTo>
                  <a:lnTo>
                    <a:pt x="21119" y="297458"/>
                  </a:lnTo>
                  <a:lnTo>
                    <a:pt x="21119" y="292192"/>
                  </a:lnTo>
                  <a:lnTo>
                    <a:pt x="17306" y="289664"/>
                  </a:lnTo>
                  <a:lnTo>
                    <a:pt x="14666" y="286925"/>
                  </a:lnTo>
                  <a:close/>
                </a:path>
                <a:path w="21589" h="541020">
                  <a:moveTo>
                    <a:pt x="14666" y="411217"/>
                  </a:moveTo>
                  <a:lnTo>
                    <a:pt x="7333" y="411217"/>
                  </a:lnTo>
                  <a:lnTo>
                    <a:pt x="10853" y="413745"/>
                  </a:lnTo>
                  <a:lnTo>
                    <a:pt x="14666" y="411217"/>
                  </a:lnTo>
                  <a:close/>
                </a:path>
                <a:path w="21589" h="541020">
                  <a:moveTo>
                    <a:pt x="14666" y="350335"/>
                  </a:moveTo>
                  <a:lnTo>
                    <a:pt x="7333" y="350335"/>
                  </a:lnTo>
                  <a:lnTo>
                    <a:pt x="0" y="355602"/>
                  </a:lnTo>
                  <a:lnTo>
                    <a:pt x="0" y="408689"/>
                  </a:lnTo>
                  <a:lnTo>
                    <a:pt x="3519" y="411217"/>
                  </a:lnTo>
                  <a:lnTo>
                    <a:pt x="17306" y="411217"/>
                  </a:lnTo>
                  <a:lnTo>
                    <a:pt x="21119" y="408689"/>
                  </a:lnTo>
                  <a:lnTo>
                    <a:pt x="21119" y="355602"/>
                  </a:lnTo>
                  <a:lnTo>
                    <a:pt x="17306" y="353074"/>
                  </a:lnTo>
                  <a:lnTo>
                    <a:pt x="14666" y="350335"/>
                  </a:lnTo>
                  <a:close/>
                </a:path>
                <a:path w="21589" h="541020">
                  <a:moveTo>
                    <a:pt x="14666" y="474627"/>
                  </a:moveTo>
                  <a:lnTo>
                    <a:pt x="7333" y="474627"/>
                  </a:lnTo>
                  <a:lnTo>
                    <a:pt x="10853" y="477155"/>
                  </a:lnTo>
                  <a:lnTo>
                    <a:pt x="14666" y="474627"/>
                  </a:lnTo>
                  <a:close/>
                </a:path>
                <a:path w="21589" h="541020">
                  <a:moveTo>
                    <a:pt x="17306" y="462198"/>
                  </a:moveTo>
                  <a:lnTo>
                    <a:pt x="3519" y="462198"/>
                  </a:lnTo>
                  <a:lnTo>
                    <a:pt x="0" y="464726"/>
                  </a:lnTo>
                  <a:lnTo>
                    <a:pt x="0" y="472100"/>
                  </a:lnTo>
                  <a:lnTo>
                    <a:pt x="3519" y="474627"/>
                  </a:lnTo>
                  <a:lnTo>
                    <a:pt x="17306" y="474627"/>
                  </a:lnTo>
                  <a:lnTo>
                    <a:pt x="21119" y="472100"/>
                  </a:lnTo>
                  <a:lnTo>
                    <a:pt x="21119" y="464726"/>
                  </a:lnTo>
                  <a:lnTo>
                    <a:pt x="17306" y="462198"/>
                  </a:lnTo>
                  <a:close/>
                </a:path>
                <a:path w="21589" h="541020">
                  <a:moveTo>
                    <a:pt x="10853" y="459460"/>
                  </a:moveTo>
                  <a:lnTo>
                    <a:pt x="7333" y="462198"/>
                  </a:lnTo>
                  <a:lnTo>
                    <a:pt x="14666" y="462198"/>
                  </a:lnTo>
                  <a:lnTo>
                    <a:pt x="10853" y="459460"/>
                  </a:lnTo>
                  <a:close/>
                </a:path>
                <a:path w="21589" h="541020">
                  <a:moveTo>
                    <a:pt x="17306" y="525608"/>
                  </a:moveTo>
                  <a:lnTo>
                    <a:pt x="3519" y="525608"/>
                  </a:lnTo>
                  <a:lnTo>
                    <a:pt x="0" y="528136"/>
                  </a:lnTo>
                  <a:lnTo>
                    <a:pt x="0" y="535931"/>
                  </a:lnTo>
                  <a:lnTo>
                    <a:pt x="3519" y="538038"/>
                  </a:lnTo>
                  <a:lnTo>
                    <a:pt x="7333" y="540566"/>
                  </a:lnTo>
                  <a:lnTo>
                    <a:pt x="14666" y="540566"/>
                  </a:lnTo>
                  <a:lnTo>
                    <a:pt x="17306" y="538038"/>
                  </a:lnTo>
                  <a:lnTo>
                    <a:pt x="21119" y="535931"/>
                  </a:lnTo>
                  <a:lnTo>
                    <a:pt x="21119" y="528136"/>
                  </a:lnTo>
                  <a:lnTo>
                    <a:pt x="17306" y="525608"/>
                  </a:lnTo>
                  <a:close/>
                </a:path>
                <a:path w="21589" h="541020">
                  <a:moveTo>
                    <a:pt x="10853" y="522870"/>
                  </a:moveTo>
                  <a:lnTo>
                    <a:pt x="7333" y="525608"/>
                  </a:lnTo>
                  <a:lnTo>
                    <a:pt x="14666" y="525608"/>
                  </a:lnTo>
                  <a:lnTo>
                    <a:pt x="10853" y="522870"/>
                  </a:lnTo>
                  <a:close/>
                </a:path>
              </a:pathLst>
            </a:custGeom>
            <a:solidFill>
              <a:srgbClr val="000000"/>
            </a:solidFill>
          </p:spPr>
          <p:txBody>
            <a:bodyPr wrap="square" lIns="0" tIns="0" rIns="0" bIns="0" rtlCol="0"/>
            <a:lstStyle/>
            <a:p/>
          </p:txBody>
        </p:sp>
        <p:sp>
          <p:nvSpPr>
            <p:cNvPr id="60" name="object 60" descr=""/>
            <p:cNvSpPr/>
            <p:nvPr/>
          </p:nvSpPr>
          <p:spPr>
            <a:xfrm>
              <a:off x="4909870" y="2838725"/>
              <a:ext cx="21590" cy="477520"/>
            </a:xfrm>
            <a:custGeom>
              <a:avLst/>
              <a:gdLst/>
              <a:ahLst/>
              <a:cxnLst/>
              <a:rect l="l" t="t" r="r" b="b"/>
              <a:pathLst>
                <a:path w="21589" h="477520">
                  <a:moveTo>
                    <a:pt x="21119" y="7794"/>
                  </a:moveTo>
                  <a:lnTo>
                    <a:pt x="21119" y="56247"/>
                  </a:lnTo>
                  <a:lnTo>
                    <a:pt x="21119" y="58775"/>
                  </a:lnTo>
                  <a:lnTo>
                    <a:pt x="17306" y="60882"/>
                  </a:lnTo>
                  <a:lnTo>
                    <a:pt x="14666" y="63410"/>
                  </a:lnTo>
                  <a:lnTo>
                    <a:pt x="10853" y="63410"/>
                  </a:lnTo>
                  <a:lnTo>
                    <a:pt x="7333" y="63410"/>
                  </a:lnTo>
                  <a:lnTo>
                    <a:pt x="3519" y="60882"/>
                  </a:lnTo>
                  <a:lnTo>
                    <a:pt x="0" y="58775"/>
                  </a:lnTo>
                  <a:lnTo>
                    <a:pt x="0" y="56247"/>
                  </a:lnTo>
                  <a:lnTo>
                    <a:pt x="0" y="7794"/>
                  </a:lnTo>
                  <a:lnTo>
                    <a:pt x="0" y="5266"/>
                  </a:lnTo>
                  <a:lnTo>
                    <a:pt x="3519" y="2738"/>
                  </a:lnTo>
                  <a:lnTo>
                    <a:pt x="7333" y="0"/>
                  </a:lnTo>
                  <a:lnTo>
                    <a:pt x="10853" y="0"/>
                  </a:lnTo>
                  <a:lnTo>
                    <a:pt x="14666" y="0"/>
                  </a:lnTo>
                  <a:lnTo>
                    <a:pt x="17306" y="2738"/>
                  </a:lnTo>
                  <a:lnTo>
                    <a:pt x="21119" y="5266"/>
                  </a:lnTo>
                  <a:lnTo>
                    <a:pt x="21119" y="7794"/>
                  </a:lnTo>
                  <a:close/>
                </a:path>
                <a:path w="21589" h="477520">
                  <a:moveTo>
                    <a:pt x="21119" y="119657"/>
                  </a:moveTo>
                  <a:lnTo>
                    <a:pt x="21119" y="122185"/>
                  </a:lnTo>
                  <a:lnTo>
                    <a:pt x="17306" y="124924"/>
                  </a:lnTo>
                  <a:lnTo>
                    <a:pt x="14666" y="126820"/>
                  </a:lnTo>
                  <a:lnTo>
                    <a:pt x="10853" y="126820"/>
                  </a:lnTo>
                  <a:lnTo>
                    <a:pt x="7333" y="126820"/>
                  </a:lnTo>
                  <a:lnTo>
                    <a:pt x="3519" y="124924"/>
                  </a:lnTo>
                  <a:lnTo>
                    <a:pt x="0" y="122185"/>
                  </a:lnTo>
                  <a:lnTo>
                    <a:pt x="0" y="119657"/>
                  </a:lnTo>
                  <a:lnTo>
                    <a:pt x="0" y="117129"/>
                  </a:lnTo>
                  <a:lnTo>
                    <a:pt x="3519" y="114391"/>
                  </a:lnTo>
                  <a:lnTo>
                    <a:pt x="7333" y="111863"/>
                  </a:lnTo>
                  <a:lnTo>
                    <a:pt x="10853" y="111863"/>
                  </a:lnTo>
                  <a:lnTo>
                    <a:pt x="14666" y="111863"/>
                  </a:lnTo>
                  <a:lnTo>
                    <a:pt x="17306" y="114391"/>
                  </a:lnTo>
                  <a:lnTo>
                    <a:pt x="21119" y="117129"/>
                  </a:lnTo>
                  <a:lnTo>
                    <a:pt x="21119" y="119657"/>
                  </a:lnTo>
                  <a:close/>
                </a:path>
                <a:path w="21589" h="477520">
                  <a:moveTo>
                    <a:pt x="21119" y="183067"/>
                  </a:moveTo>
                  <a:lnTo>
                    <a:pt x="21119" y="231310"/>
                  </a:lnTo>
                  <a:lnTo>
                    <a:pt x="21119" y="233416"/>
                  </a:lnTo>
                  <a:lnTo>
                    <a:pt x="17306" y="236155"/>
                  </a:lnTo>
                  <a:lnTo>
                    <a:pt x="14666" y="238683"/>
                  </a:lnTo>
                  <a:lnTo>
                    <a:pt x="10853" y="238683"/>
                  </a:lnTo>
                  <a:lnTo>
                    <a:pt x="7333" y="238683"/>
                  </a:lnTo>
                  <a:lnTo>
                    <a:pt x="3519" y="236155"/>
                  </a:lnTo>
                  <a:lnTo>
                    <a:pt x="0" y="233416"/>
                  </a:lnTo>
                  <a:lnTo>
                    <a:pt x="0" y="231310"/>
                  </a:lnTo>
                  <a:lnTo>
                    <a:pt x="0" y="183067"/>
                  </a:lnTo>
                  <a:lnTo>
                    <a:pt x="0" y="180539"/>
                  </a:lnTo>
                  <a:lnTo>
                    <a:pt x="3519" y="177801"/>
                  </a:lnTo>
                  <a:lnTo>
                    <a:pt x="7333" y="175273"/>
                  </a:lnTo>
                  <a:lnTo>
                    <a:pt x="10853" y="175273"/>
                  </a:lnTo>
                  <a:lnTo>
                    <a:pt x="14666" y="175273"/>
                  </a:lnTo>
                  <a:lnTo>
                    <a:pt x="17306" y="177801"/>
                  </a:lnTo>
                  <a:lnTo>
                    <a:pt x="21119" y="180539"/>
                  </a:lnTo>
                  <a:lnTo>
                    <a:pt x="21119" y="183067"/>
                  </a:lnTo>
                  <a:close/>
                </a:path>
                <a:path w="21589" h="477520">
                  <a:moveTo>
                    <a:pt x="21119" y="294720"/>
                  </a:moveTo>
                  <a:lnTo>
                    <a:pt x="21119" y="297458"/>
                  </a:lnTo>
                  <a:lnTo>
                    <a:pt x="17306" y="299565"/>
                  </a:lnTo>
                  <a:lnTo>
                    <a:pt x="14666" y="302093"/>
                  </a:lnTo>
                  <a:lnTo>
                    <a:pt x="10853" y="302093"/>
                  </a:lnTo>
                  <a:lnTo>
                    <a:pt x="7333" y="302093"/>
                  </a:lnTo>
                  <a:lnTo>
                    <a:pt x="3519" y="299565"/>
                  </a:lnTo>
                  <a:lnTo>
                    <a:pt x="0" y="297458"/>
                  </a:lnTo>
                  <a:lnTo>
                    <a:pt x="0" y="294720"/>
                  </a:lnTo>
                  <a:lnTo>
                    <a:pt x="0" y="292192"/>
                  </a:lnTo>
                  <a:lnTo>
                    <a:pt x="3519" y="289664"/>
                  </a:lnTo>
                  <a:lnTo>
                    <a:pt x="7333" y="286925"/>
                  </a:lnTo>
                  <a:lnTo>
                    <a:pt x="10853" y="286925"/>
                  </a:lnTo>
                  <a:lnTo>
                    <a:pt x="14666" y="286925"/>
                  </a:lnTo>
                  <a:lnTo>
                    <a:pt x="17306" y="289664"/>
                  </a:lnTo>
                  <a:lnTo>
                    <a:pt x="21119" y="292192"/>
                  </a:lnTo>
                  <a:lnTo>
                    <a:pt x="21119" y="294720"/>
                  </a:lnTo>
                  <a:close/>
                </a:path>
                <a:path w="21589" h="477520">
                  <a:moveTo>
                    <a:pt x="21119" y="358130"/>
                  </a:moveTo>
                  <a:lnTo>
                    <a:pt x="21119" y="403844"/>
                  </a:lnTo>
                  <a:lnTo>
                    <a:pt x="21119" y="408689"/>
                  </a:lnTo>
                  <a:lnTo>
                    <a:pt x="17306" y="411217"/>
                  </a:lnTo>
                  <a:lnTo>
                    <a:pt x="14666" y="411217"/>
                  </a:lnTo>
                  <a:lnTo>
                    <a:pt x="10853" y="413745"/>
                  </a:lnTo>
                  <a:lnTo>
                    <a:pt x="7333" y="411217"/>
                  </a:lnTo>
                  <a:lnTo>
                    <a:pt x="3519" y="411217"/>
                  </a:lnTo>
                  <a:lnTo>
                    <a:pt x="0" y="408689"/>
                  </a:lnTo>
                  <a:lnTo>
                    <a:pt x="0" y="403844"/>
                  </a:lnTo>
                  <a:lnTo>
                    <a:pt x="0" y="358130"/>
                  </a:lnTo>
                  <a:lnTo>
                    <a:pt x="0" y="355602"/>
                  </a:lnTo>
                  <a:lnTo>
                    <a:pt x="3519" y="353074"/>
                  </a:lnTo>
                  <a:lnTo>
                    <a:pt x="7333" y="350335"/>
                  </a:lnTo>
                  <a:lnTo>
                    <a:pt x="10853" y="350335"/>
                  </a:lnTo>
                  <a:lnTo>
                    <a:pt x="14666" y="350335"/>
                  </a:lnTo>
                  <a:lnTo>
                    <a:pt x="17306" y="353074"/>
                  </a:lnTo>
                  <a:lnTo>
                    <a:pt x="21119" y="355602"/>
                  </a:lnTo>
                  <a:lnTo>
                    <a:pt x="21119" y="358130"/>
                  </a:lnTo>
                  <a:close/>
                </a:path>
                <a:path w="21589" h="477520">
                  <a:moveTo>
                    <a:pt x="21119" y="467254"/>
                  </a:moveTo>
                  <a:lnTo>
                    <a:pt x="21119" y="472100"/>
                  </a:lnTo>
                  <a:lnTo>
                    <a:pt x="17306" y="474627"/>
                  </a:lnTo>
                  <a:lnTo>
                    <a:pt x="14666" y="474627"/>
                  </a:lnTo>
                  <a:lnTo>
                    <a:pt x="10853" y="477155"/>
                  </a:lnTo>
                  <a:lnTo>
                    <a:pt x="7333" y="474627"/>
                  </a:lnTo>
                  <a:lnTo>
                    <a:pt x="3519" y="474627"/>
                  </a:lnTo>
                  <a:lnTo>
                    <a:pt x="0" y="472100"/>
                  </a:lnTo>
                  <a:lnTo>
                    <a:pt x="0" y="467254"/>
                  </a:lnTo>
                  <a:lnTo>
                    <a:pt x="0" y="464726"/>
                  </a:lnTo>
                  <a:lnTo>
                    <a:pt x="3519" y="462198"/>
                  </a:lnTo>
                  <a:lnTo>
                    <a:pt x="7333" y="462198"/>
                  </a:lnTo>
                  <a:lnTo>
                    <a:pt x="10853" y="459460"/>
                  </a:lnTo>
                  <a:lnTo>
                    <a:pt x="14666" y="462198"/>
                  </a:lnTo>
                  <a:lnTo>
                    <a:pt x="17306" y="462198"/>
                  </a:lnTo>
                  <a:lnTo>
                    <a:pt x="21119" y="464726"/>
                  </a:lnTo>
                  <a:lnTo>
                    <a:pt x="21119" y="467254"/>
                  </a:lnTo>
                  <a:close/>
                </a:path>
              </a:pathLst>
            </a:custGeom>
            <a:ln w="3527">
              <a:solidFill>
                <a:srgbClr val="000000"/>
              </a:solidFill>
            </a:ln>
          </p:spPr>
          <p:txBody>
            <a:bodyPr wrap="square" lIns="0" tIns="0" rIns="0" bIns="0" rtlCol="0"/>
            <a:lstStyle/>
            <a:p/>
          </p:txBody>
        </p:sp>
        <p:sp>
          <p:nvSpPr>
            <p:cNvPr id="61" name="object 61" descr=""/>
            <p:cNvSpPr/>
            <p:nvPr/>
          </p:nvSpPr>
          <p:spPr>
            <a:xfrm>
              <a:off x="4916323" y="2564439"/>
              <a:ext cx="0" cy="264160"/>
            </a:xfrm>
            <a:custGeom>
              <a:avLst/>
              <a:gdLst/>
              <a:ahLst/>
              <a:cxnLst/>
              <a:rect l="l" t="t" r="r" b="b"/>
              <a:pathLst>
                <a:path w="0" h="264160">
                  <a:moveTo>
                    <a:pt x="0" y="0"/>
                  </a:moveTo>
                  <a:lnTo>
                    <a:pt x="0" y="263963"/>
                  </a:lnTo>
                </a:path>
              </a:pathLst>
            </a:custGeom>
            <a:ln w="21070">
              <a:solidFill>
                <a:srgbClr val="000000"/>
              </a:solidFill>
            </a:ln>
          </p:spPr>
          <p:txBody>
            <a:bodyPr wrap="square" lIns="0" tIns="0" rIns="0" bIns="0" rtlCol="0"/>
            <a:lstStyle/>
            <a:p/>
          </p:txBody>
        </p:sp>
        <p:sp>
          <p:nvSpPr>
            <p:cNvPr id="62" name="object 62" descr=""/>
            <p:cNvSpPr/>
            <p:nvPr/>
          </p:nvSpPr>
          <p:spPr>
            <a:xfrm>
              <a:off x="4860591" y="2240015"/>
              <a:ext cx="120014" cy="337820"/>
            </a:xfrm>
            <a:custGeom>
              <a:avLst/>
              <a:gdLst/>
              <a:ahLst/>
              <a:cxnLst/>
              <a:rect l="l" t="t" r="r" b="b"/>
              <a:pathLst>
                <a:path w="120014" h="337819">
                  <a:moveTo>
                    <a:pt x="60131" y="83633"/>
                  </a:moveTo>
                  <a:lnTo>
                    <a:pt x="45758" y="93956"/>
                  </a:lnTo>
                  <a:lnTo>
                    <a:pt x="45758" y="332639"/>
                  </a:lnTo>
                  <a:lnTo>
                    <a:pt x="49278" y="334746"/>
                  </a:lnTo>
                  <a:lnTo>
                    <a:pt x="52798" y="337274"/>
                  </a:lnTo>
                  <a:lnTo>
                    <a:pt x="66585" y="337274"/>
                  </a:lnTo>
                  <a:lnTo>
                    <a:pt x="70398" y="334746"/>
                  </a:lnTo>
                  <a:lnTo>
                    <a:pt x="73918" y="332639"/>
                  </a:lnTo>
                  <a:lnTo>
                    <a:pt x="73918" y="93632"/>
                  </a:lnTo>
                  <a:lnTo>
                    <a:pt x="60131" y="83633"/>
                  </a:lnTo>
                  <a:close/>
                </a:path>
                <a:path w="120014" h="337819">
                  <a:moveTo>
                    <a:pt x="60131" y="0"/>
                  </a:moveTo>
                  <a:lnTo>
                    <a:pt x="0" y="126820"/>
                  </a:lnTo>
                  <a:lnTo>
                    <a:pt x="45758" y="93956"/>
                  </a:lnTo>
                  <a:lnTo>
                    <a:pt x="45758" y="81105"/>
                  </a:lnTo>
                  <a:lnTo>
                    <a:pt x="49278" y="75839"/>
                  </a:lnTo>
                  <a:lnTo>
                    <a:pt x="52798" y="75839"/>
                  </a:lnTo>
                  <a:lnTo>
                    <a:pt x="60131" y="73943"/>
                  </a:lnTo>
                  <a:lnTo>
                    <a:pt x="94850" y="73943"/>
                  </a:lnTo>
                  <a:lnTo>
                    <a:pt x="60131" y="0"/>
                  </a:lnTo>
                  <a:close/>
                </a:path>
                <a:path w="120014" h="337819">
                  <a:moveTo>
                    <a:pt x="94850" y="73943"/>
                  </a:moveTo>
                  <a:lnTo>
                    <a:pt x="60131" y="73943"/>
                  </a:lnTo>
                  <a:lnTo>
                    <a:pt x="66585" y="75839"/>
                  </a:lnTo>
                  <a:lnTo>
                    <a:pt x="70398" y="75839"/>
                  </a:lnTo>
                  <a:lnTo>
                    <a:pt x="73918" y="81105"/>
                  </a:lnTo>
                  <a:lnTo>
                    <a:pt x="73918" y="93632"/>
                  </a:lnTo>
                  <a:lnTo>
                    <a:pt x="119677" y="126820"/>
                  </a:lnTo>
                  <a:lnTo>
                    <a:pt x="94850" y="73943"/>
                  </a:lnTo>
                  <a:close/>
                </a:path>
                <a:path w="120014" h="337819">
                  <a:moveTo>
                    <a:pt x="70398" y="75839"/>
                  </a:moveTo>
                  <a:lnTo>
                    <a:pt x="49278" y="75839"/>
                  </a:lnTo>
                  <a:lnTo>
                    <a:pt x="45758" y="81105"/>
                  </a:lnTo>
                  <a:lnTo>
                    <a:pt x="45758" y="93956"/>
                  </a:lnTo>
                  <a:lnTo>
                    <a:pt x="60131" y="83633"/>
                  </a:lnTo>
                  <a:lnTo>
                    <a:pt x="73918" y="83633"/>
                  </a:lnTo>
                  <a:lnTo>
                    <a:pt x="73918" y="81105"/>
                  </a:lnTo>
                  <a:lnTo>
                    <a:pt x="70398" y="75839"/>
                  </a:lnTo>
                  <a:close/>
                </a:path>
                <a:path w="120014" h="337819">
                  <a:moveTo>
                    <a:pt x="73918" y="83633"/>
                  </a:moveTo>
                  <a:lnTo>
                    <a:pt x="60131" y="83633"/>
                  </a:lnTo>
                  <a:lnTo>
                    <a:pt x="73918" y="93632"/>
                  </a:lnTo>
                  <a:lnTo>
                    <a:pt x="73918" y="83633"/>
                  </a:lnTo>
                  <a:close/>
                </a:path>
                <a:path w="120014" h="337819">
                  <a:moveTo>
                    <a:pt x="60131" y="73943"/>
                  </a:moveTo>
                  <a:lnTo>
                    <a:pt x="52798" y="75839"/>
                  </a:lnTo>
                  <a:lnTo>
                    <a:pt x="66585" y="75839"/>
                  </a:lnTo>
                  <a:lnTo>
                    <a:pt x="60131" y="73943"/>
                  </a:lnTo>
                  <a:close/>
                </a:path>
              </a:pathLst>
            </a:custGeom>
            <a:solidFill>
              <a:srgbClr val="000000"/>
            </a:solidFill>
          </p:spPr>
          <p:txBody>
            <a:bodyPr wrap="square" lIns="0" tIns="0" rIns="0" bIns="0" rtlCol="0"/>
            <a:lstStyle/>
            <a:p/>
          </p:txBody>
        </p:sp>
        <p:sp>
          <p:nvSpPr>
            <p:cNvPr id="63" name="object 63" descr=""/>
            <p:cNvSpPr/>
            <p:nvPr/>
          </p:nvSpPr>
          <p:spPr>
            <a:xfrm>
              <a:off x="4860591" y="2240015"/>
              <a:ext cx="120014" cy="337820"/>
            </a:xfrm>
            <a:custGeom>
              <a:avLst/>
              <a:gdLst/>
              <a:ahLst/>
              <a:cxnLst/>
              <a:rect l="l" t="t" r="r" b="b"/>
              <a:pathLst>
                <a:path w="120014" h="337819">
                  <a:moveTo>
                    <a:pt x="45758" y="327583"/>
                  </a:moveTo>
                  <a:lnTo>
                    <a:pt x="45758" y="83633"/>
                  </a:lnTo>
                  <a:lnTo>
                    <a:pt x="45758" y="81105"/>
                  </a:lnTo>
                  <a:lnTo>
                    <a:pt x="49278" y="75839"/>
                  </a:lnTo>
                  <a:lnTo>
                    <a:pt x="52798" y="75839"/>
                  </a:lnTo>
                  <a:lnTo>
                    <a:pt x="60131" y="73943"/>
                  </a:lnTo>
                  <a:lnTo>
                    <a:pt x="66585" y="75839"/>
                  </a:lnTo>
                  <a:lnTo>
                    <a:pt x="70398" y="75839"/>
                  </a:lnTo>
                  <a:lnTo>
                    <a:pt x="73918" y="81105"/>
                  </a:lnTo>
                  <a:lnTo>
                    <a:pt x="73918" y="83633"/>
                  </a:lnTo>
                  <a:lnTo>
                    <a:pt x="73918" y="327583"/>
                  </a:lnTo>
                  <a:lnTo>
                    <a:pt x="73918" y="332639"/>
                  </a:lnTo>
                  <a:lnTo>
                    <a:pt x="70398" y="334746"/>
                  </a:lnTo>
                  <a:lnTo>
                    <a:pt x="66585" y="337274"/>
                  </a:lnTo>
                  <a:lnTo>
                    <a:pt x="60131" y="337274"/>
                  </a:lnTo>
                  <a:lnTo>
                    <a:pt x="52798" y="337274"/>
                  </a:lnTo>
                  <a:lnTo>
                    <a:pt x="49278" y="334746"/>
                  </a:lnTo>
                  <a:lnTo>
                    <a:pt x="45758" y="332639"/>
                  </a:lnTo>
                  <a:lnTo>
                    <a:pt x="45758" y="327583"/>
                  </a:lnTo>
                  <a:close/>
                </a:path>
                <a:path w="120014" h="337819">
                  <a:moveTo>
                    <a:pt x="60131" y="83633"/>
                  </a:moveTo>
                  <a:lnTo>
                    <a:pt x="0" y="126820"/>
                  </a:lnTo>
                  <a:lnTo>
                    <a:pt x="60131" y="0"/>
                  </a:lnTo>
                  <a:lnTo>
                    <a:pt x="119677" y="126820"/>
                  </a:lnTo>
                  <a:lnTo>
                    <a:pt x="60131" y="83633"/>
                  </a:lnTo>
                  <a:close/>
                </a:path>
              </a:pathLst>
            </a:custGeom>
            <a:ln w="3527">
              <a:solidFill>
                <a:srgbClr val="000000"/>
              </a:solidFill>
            </a:ln>
          </p:spPr>
          <p:txBody>
            <a:bodyPr wrap="square" lIns="0" tIns="0" rIns="0" bIns="0" rtlCol="0"/>
            <a:lstStyle/>
            <a:p/>
          </p:txBody>
        </p:sp>
      </p:grpSp>
      <p:grpSp>
        <p:nvGrpSpPr>
          <p:cNvPr id="64" name="object 64" descr=""/>
          <p:cNvGrpSpPr/>
          <p:nvPr/>
        </p:nvGrpSpPr>
        <p:grpSpPr>
          <a:xfrm>
            <a:off x="5229192" y="2238145"/>
            <a:ext cx="123825" cy="1141730"/>
            <a:chOff x="5229192" y="2238145"/>
            <a:chExt cx="123825" cy="1141730"/>
          </a:xfrm>
        </p:grpSpPr>
        <p:sp>
          <p:nvSpPr>
            <p:cNvPr id="65" name="object 65" descr=""/>
            <p:cNvSpPr/>
            <p:nvPr/>
          </p:nvSpPr>
          <p:spPr>
            <a:xfrm>
              <a:off x="5280341" y="2838725"/>
              <a:ext cx="21590" cy="541020"/>
            </a:xfrm>
            <a:custGeom>
              <a:avLst/>
              <a:gdLst/>
              <a:ahLst/>
              <a:cxnLst/>
              <a:rect l="l" t="t" r="r" b="b"/>
              <a:pathLst>
                <a:path w="21589" h="541020">
                  <a:moveTo>
                    <a:pt x="13786" y="0"/>
                  </a:moveTo>
                  <a:lnTo>
                    <a:pt x="6746" y="0"/>
                  </a:lnTo>
                  <a:lnTo>
                    <a:pt x="3813" y="2738"/>
                  </a:lnTo>
                  <a:lnTo>
                    <a:pt x="0" y="5266"/>
                  </a:lnTo>
                  <a:lnTo>
                    <a:pt x="0" y="58775"/>
                  </a:lnTo>
                  <a:lnTo>
                    <a:pt x="3813" y="60882"/>
                  </a:lnTo>
                  <a:lnTo>
                    <a:pt x="6746" y="63410"/>
                  </a:lnTo>
                  <a:lnTo>
                    <a:pt x="13786" y="63410"/>
                  </a:lnTo>
                  <a:lnTo>
                    <a:pt x="17599" y="60882"/>
                  </a:lnTo>
                  <a:lnTo>
                    <a:pt x="21119" y="58775"/>
                  </a:lnTo>
                  <a:lnTo>
                    <a:pt x="21119" y="5266"/>
                  </a:lnTo>
                  <a:lnTo>
                    <a:pt x="13786" y="0"/>
                  </a:lnTo>
                  <a:close/>
                </a:path>
                <a:path w="21589" h="541020">
                  <a:moveTo>
                    <a:pt x="13786" y="111863"/>
                  </a:moveTo>
                  <a:lnTo>
                    <a:pt x="6746" y="111863"/>
                  </a:lnTo>
                  <a:lnTo>
                    <a:pt x="3813" y="114391"/>
                  </a:lnTo>
                  <a:lnTo>
                    <a:pt x="0" y="117129"/>
                  </a:lnTo>
                  <a:lnTo>
                    <a:pt x="0" y="122185"/>
                  </a:lnTo>
                  <a:lnTo>
                    <a:pt x="3813" y="124924"/>
                  </a:lnTo>
                  <a:lnTo>
                    <a:pt x="6746" y="126820"/>
                  </a:lnTo>
                  <a:lnTo>
                    <a:pt x="13786" y="126820"/>
                  </a:lnTo>
                  <a:lnTo>
                    <a:pt x="17599" y="124924"/>
                  </a:lnTo>
                  <a:lnTo>
                    <a:pt x="21119" y="122185"/>
                  </a:lnTo>
                  <a:lnTo>
                    <a:pt x="21119" y="117129"/>
                  </a:lnTo>
                  <a:lnTo>
                    <a:pt x="17599" y="114391"/>
                  </a:lnTo>
                  <a:lnTo>
                    <a:pt x="13786" y="111863"/>
                  </a:lnTo>
                  <a:close/>
                </a:path>
                <a:path w="21589" h="541020">
                  <a:moveTo>
                    <a:pt x="13786" y="175273"/>
                  </a:moveTo>
                  <a:lnTo>
                    <a:pt x="6746" y="175273"/>
                  </a:lnTo>
                  <a:lnTo>
                    <a:pt x="3813" y="177801"/>
                  </a:lnTo>
                  <a:lnTo>
                    <a:pt x="0" y="180539"/>
                  </a:lnTo>
                  <a:lnTo>
                    <a:pt x="0" y="233416"/>
                  </a:lnTo>
                  <a:lnTo>
                    <a:pt x="3813" y="236155"/>
                  </a:lnTo>
                  <a:lnTo>
                    <a:pt x="6746" y="238683"/>
                  </a:lnTo>
                  <a:lnTo>
                    <a:pt x="13786" y="238683"/>
                  </a:lnTo>
                  <a:lnTo>
                    <a:pt x="17599" y="236155"/>
                  </a:lnTo>
                  <a:lnTo>
                    <a:pt x="21119" y="233416"/>
                  </a:lnTo>
                  <a:lnTo>
                    <a:pt x="21119" y="180539"/>
                  </a:lnTo>
                  <a:lnTo>
                    <a:pt x="17599" y="177801"/>
                  </a:lnTo>
                  <a:lnTo>
                    <a:pt x="13786" y="175273"/>
                  </a:lnTo>
                  <a:close/>
                </a:path>
                <a:path w="21589" h="541020">
                  <a:moveTo>
                    <a:pt x="13786" y="286925"/>
                  </a:moveTo>
                  <a:lnTo>
                    <a:pt x="6746" y="286925"/>
                  </a:lnTo>
                  <a:lnTo>
                    <a:pt x="3813" y="289664"/>
                  </a:lnTo>
                  <a:lnTo>
                    <a:pt x="0" y="292192"/>
                  </a:lnTo>
                  <a:lnTo>
                    <a:pt x="0" y="297458"/>
                  </a:lnTo>
                  <a:lnTo>
                    <a:pt x="3813" y="299565"/>
                  </a:lnTo>
                  <a:lnTo>
                    <a:pt x="6746" y="302093"/>
                  </a:lnTo>
                  <a:lnTo>
                    <a:pt x="13786" y="302093"/>
                  </a:lnTo>
                  <a:lnTo>
                    <a:pt x="17599" y="299565"/>
                  </a:lnTo>
                  <a:lnTo>
                    <a:pt x="21119" y="297458"/>
                  </a:lnTo>
                  <a:lnTo>
                    <a:pt x="21119" y="292192"/>
                  </a:lnTo>
                  <a:lnTo>
                    <a:pt x="13786" y="286925"/>
                  </a:lnTo>
                  <a:close/>
                </a:path>
                <a:path w="21589" h="541020">
                  <a:moveTo>
                    <a:pt x="13786" y="411217"/>
                  </a:moveTo>
                  <a:lnTo>
                    <a:pt x="6746" y="411217"/>
                  </a:lnTo>
                  <a:lnTo>
                    <a:pt x="10266" y="413745"/>
                  </a:lnTo>
                  <a:lnTo>
                    <a:pt x="13786" y="411217"/>
                  </a:lnTo>
                  <a:close/>
                </a:path>
                <a:path w="21589" h="541020">
                  <a:moveTo>
                    <a:pt x="13786" y="350335"/>
                  </a:moveTo>
                  <a:lnTo>
                    <a:pt x="6746" y="350335"/>
                  </a:lnTo>
                  <a:lnTo>
                    <a:pt x="3813" y="353074"/>
                  </a:lnTo>
                  <a:lnTo>
                    <a:pt x="0" y="355602"/>
                  </a:lnTo>
                  <a:lnTo>
                    <a:pt x="0" y="408689"/>
                  </a:lnTo>
                  <a:lnTo>
                    <a:pt x="3813" y="411217"/>
                  </a:lnTo>
                  <a:lnTo>
                    <a:pt x="17599" y="411217"/>
                  </a:lnTo>
                  <a:lnTo>
                    <a:pt x="21119" y="408689"/>
                  </a:lnTo>
                  <a:lnTo>
                    <a:pt x="21119" y="355602"/>
                  </a:lnTo>
                  <a:lnTo>
                    <a:pt x="13786" y="350335"/>
                  </a:lnTo>
                  <a:close/>
                </a:path>
                <a:path w="21589" h="541020">
                  <a:moveTo>
                    <a:pt x="13786" y="474627"/>
                  </a:moveTo>
                  <a:lnTo>
                    <a:pt x="6746" y="474627"/>
                  </a:lnTo>
                  <a:lnTo>
                    <a:pt x="10266" y="477155"/>
                  </a:lnTo>
                  <a:lnTo>
                    <a:pt x="13786" y="474627"/>
                  </a:lnTo>
                  <a:close/>
                </a:path>
                <a:path w="21589" h="541020">
                  <a:moveTo>
                    <a:pt x="17599" y="462198"/>
                  </a:moveTo>
                  <a:lnTo>
                    <a:pt x="3813" y="462198"/>
                  </a:lnTo>
                  <a:lnTo>
                    <a:pt x="0" y="464726"/>
                  </a:lnTo>
                  <a:lnTo>
                    <a:pt x="0" y="472100"/>
                  </a:lnTo>
                  <a:lnTo>
                    <a:pt x="3813" y="474627"/>
                  </a:lnTo>
                  <a:lnTo>
                    <a:pt x="17599" y="474627"/>
                  </a:lnTo>
                  <a:lnTo>
                    <a:pt x="21119" y="472100"/>
                  </a:lnTo>
                  <a:lnTo>
                    <a:pt x="21119" y="464726"/>
                  </a:lnTo>
                  <a:lnTo>
                    <a:pt x="17599" y="462198"/>
                  </a:lnTo>
                  <a:close/>
                </a:path>
                <a:path w="21589" h="541020">
                  <a:moveTo>
                    <a:pt x="10266" y="459460"/>
                  </a:moveTo>
                  <a:lnTo>
                    <a:pt x="6746" y="462198"/>
                  </a:lnTo>
                  <a:lnTo>
                    <a:pt x="13786" y="462198"/>
                  </a:lnTo>
                  <a:lnTo>
                    <a:pt x="10266" y="459460"/>
                  </a:lnTo>
                  <a:close/>
                </a:path>
                <a:path w="21589" h="541020">
                  <a:moveTo>
                    <a:pt x="17599" y="525608"/>
                  </a:moveTo>
                  <a:lnTo>
                    <a:pt x="3813" y="525608"/>
                  </a:lnTo>
                  <a:lnTo>
                    <a:pt x="0" y="528136"/>
                  </a:lnTo>
                  <a:lnTo>
                    <a:pt x="0" y="535931"/>
                  </a:lnTo>
                  <a:lnTo>
                    <a:pt x="3813" y="538038"/>
                  </a:lnTo>
                  <a:lnTo>
                    <a:pt x="6746" y="540566"/>
                  </a:lnTo>
                  <a:lnTo>
                    <a:pt x="13786" y="540566"/>
                  </a:lnTo>
                  <a:lnTo>
                    <a:pt x="17599" y="538038"/>
                  </a:lnTo>
                  <a:lnTo>
                    <a:pt x="21119" y="535931"/>
                  </a:lnTo>
                  <a:lnTo>
                    <a:pt x="21119" y="528136"/>
                  </a:lnTo>
                  <a:lnTo>
                    <a:pt x="17599" y="525608"/>
                  </a:lnTo>
                  <a:close/>
                </a:path>
                <a:path w="21589" h="541020">
                  <a:moveTo>
                    <a:pt x="10266" y="522870"/>
                  </a:moveTo>
                  <a:lnTo>
                    <a:pt x="6746" y="525608"/>
                  </a:lnTo>
                  <a:lnTo>
                    <a:pt x="13786" y="525608"/>
                  </a:lnTo>
                  <a:lnTo>
                    <a:pt x="10266" y="522870"/>
                  </a:lnTo>
                  <a:close/>
                </a:path>
              </a:pathLst>
            </a:custGeom>
            <a:solidFill>
              <a:srgbClr val="000000"/>
            </a:solidFill>
          </p:spPr>
          <p:txBody>
            <a:bodyPr wrap="square" lIns="0" tIns="0" rIns="0" bIns="0" rtlCol="0"/>
            <a:lstStyle/>
            <a:p/>
          </p:txBody>
        </p:sp>
        <p:sp>
          <p:nvSpPr>
            <p:cNvPr id="66" name="object 66" descr=""/>
            <p:cNvSpPr/>
            <p:nvPr/>
          </p:nvSpPr>
          <p:spPr>
            <a:xfrm>
              <a:off x="5280341" y="2838725"/>
              <a:ext cx="21590" cy="477520"/>
            </a:xfrm>
            <a:custGeom>
              <a:avLst/>
              <a:gdLst/>
              <a:ahLst/>
              <a:cxnLst/>
              <a:rect l="l" t="t" r="r" b="b"/>
              <a:pathLst>
                <a:path w="21589" h="477520">
                  <a:moveTo>
                    <a:pt x="21119" y="7794"/>
                  </a:moveTo>
                  <a:lnTo>
                    <a:pt x="21119" y="56247"/>
                  </a:lnTo>
                  <a:lnTo>
                    <a:pt x="21119" y="58775"/>
                  </a:lnTo>
                  <a:lnTo>
                    <a:pt x="17599" y="60882"/>
                  </a:lnTo>
                  <a:lnTo>
                    <a:pt x="13786" y="63410"/>
                  </a:lnTo>
                  <a:lnTo>
                    <a:pt x="10266" y="63410"/>
                  </a:lnTo>
                  <a:lnTo>
                    <a:pt x="6746" y="63410"/>
                  </a:lnTo>
                  <a:lnTo>
                    <a:pt x="3813" y="60882"/>
                  </a:lnTo>
                  <a:lnTo>
                    <a:pt x="0" y="58775"/>
                  </a:lnTo>
                  <a:lnTo>
                    <a:pt x="0" y="56247"/>
                  </a:lnTo>
                  <a:lnTo>
                    <a:pt x="0" y="7794"/>
                  </a:lnTo>
                  <a:lnTo>
                    <a:pt x="0" y="5266"/>
                  </a:lnTo>
                  <a:lnTo>
                    <a:pt x="3813" y="2738"/>
                  </a:lnTo>
                  <a:lnTo>
                    <a:pt x="6746" y="0"/>
                  </a:lnTo>
                  <a:lnTo>
                    <a:pt x="10266" y="0"/>
                  </a:lnTo>
                  <a:lnTo>
                    <a:pt x="13786" y="0"/>
                  </a:lnTo>
                  <a:lnTo>
                    <a:pt x="17599" y="2738"/>
                  </a:lnTo>
                  <a:lnTo>
                    <a:pt x="21119" y="5266"/>
                  </a:lnTo>
                  <a:lnTo>
                    <a:pt x="21119" y="7794"/>
                  </a:lnTo>
                  <a:close/>
                </a:path>
                <a:path w="21589" h="477520">
                  <a:moveTo>
                    <a:pt x="21119" y="119657"/>
                  </a:moveTo>
                  <a:lnTo>
                    <a:pt x="21119" y="122185"/>
                  </a:lnTo>
                  <a:lnTo>
                    <a:pt x="17599" y="124924"/>
                  </a:lnTo>
                  <a:lnTo>
                    <a:pt x="13786" y="126820"/>
                  </a:lnTo>
                  <a:lnTo>
                    <a:pt x="10266" y="126820"/>
                  </a:lnTo>
                  <a:lnTo>
                    <a:pt x="6746" y="126820"/>
                  </a:lnTo>
                  <a:lnTo>
                    <a:pt x="3813" y="124924"/>
                  </a:lnTo>
                  <a:lnTo>
                    <a:pt x="0" y="122185"/>
                  </a:lnTo>
                  <a:lnTo>
                    <a:pt x="0" y="119657"/>
                  </a:lnTo>
                  <a:lnTo>
                    <a:pt x="0" y="117129"/>
                  </a:lnTo>
                  <a:lnTo>
                    <a:pt x="3813" y="114391"/>
                  </a:lnTo>
                  <a:lnTo>
                    <a:pt x="6746" y="111863"/>
                  </a:lnTo>
                  <a:lnTo>
                    <a:pt x="10266" y="111863"/>
                  </a:lnTo>
                  <a:lnTo>
                    <a:pt x="13786" y="111863"/>
                  </a:lnTo>
                  <a:lnTo>
                    <a:pt x="17599" y="114391"/>
                  </a:lnTo>
                  <a:lnTo>
                    <a:pt x="21119" y="117129"/>
                  </a:lnTo>
                  <a:lnTo>
                    <a:pt x="21119" y="119657"/>
                  </a:lnTo>
                  <a:close/>
                </a:path>
                <a:path w="21589" h="477520">
                  <a:moveTo>
                    <a:pt x="21119" y="183067"/>
                  </a:moveTo>
                  <a:lnTo>
                    <a:pt x="21119" y="231310"/>
                  </a:lnTo>
                  <a:lnTo>
                    <a:pt x="21119" y="233416"/>
                  </a:lnTo>
                  <a:lnTo>
                    <a:pt x="17599" y="236155"/>
                  </a:lnTo>
                  <a:lnTo>
                    <a:pt x="13786" y="238683"/>
                  </a:lnTo>
                  <a:lnTo>
                    <a:pt x="10266" y="238683"/>
                  </a:lnTo>
                  <a:lnTo>
                    <a:pt x="6746" y="238683"/>
                  </a:lnTo>
                  <a:lnTo>
                    <a:pt x="3813" y="236155"/>
                  </a:lnTo>
                  <a:lnTo>
                    <a:pt x="0" y="233416"/>
                  </a:lnTo>
                  <a:lnTo>
                    <a:pt x="0" y="231310"/>
                  </a:lnTo>
                  <a:lnTo>
                    <a:pt x="0" y="183067"/>
                  </a:lnTo>
                  <a:lnTo>
                    <a:pt x="0" y="180539"/>
                  </a:lnTo>
                  <a:lnTo>
                    <a:pt x="3813" y="177801"/>
                  </a:lnTo>
                  <a:lnTo>
                    <a:pt x="6746" y="175273"/>
                  </a:lnTo>
                  <a:lnTo>
                    <a:pt x="10266" y="175273"/>
                  </a:lnTo>
                  <a:lnTo>
                    <a:pt x="13786" y="175273"/>
                  </a:lnTo>
                  <a:lnTo>
                    <a:pt x="17599" y="177801"/>
                  </a:lnTo>
                  <a:lnTo>
                    <a:pt x="21119" y="180539"/>
                  </a:lnTo>
                  <a:lnTo>
                    <a:pt x="21119" y="183067"/>
                  </a:lnTo>
                  <a:close/>
                </a:path>
                <a:path w="21589" h="477520">
                  <a:moveTo>
                    <a:pt x="21119" y="294720"/>
                  </a:moveTo>
                  <a:lnTo>
                    <a:pt x="21119" y="297458"/>
                  </a:lnTo>
                  <a:lnTo>
                    <a:pt x="17599" y="299565"/>
                  </a:lnTo>
                  <a:lnTo>
                    <a:pt x="13786" y="302093"/>
                  </a:lnTo>
                  <a:lnTo>
                    <a:pt x="10266" y="302093"/>
                  </a:lnTo>
                  <a:lnTo>
                    <a:pt x="6746" y="302093"/>
                  </a:lnTo>
                  <a:lnTo>
                    <a:pt x="3813" y="299565"/>
                  </a:lnTo>
                  <a:lnTo>
                    <a:pt x="0" y="297458"/>
                  </a:lnTo>
                  <a:lnTo>
                    <a:pt x="0" y="294720"/>
                  </a:lnTo>
                  <a:lnTo>
                    <a:pt x="0" y="292192"/>
                  </a:lnTo>
                  <a:lnTo>
                    <a:pt x="3813" y="289664"/>
                  </a:lnTo>
                  <a:lnTo>
                    <a:pt x="6746" y="286925"/>
                  </a:lnTo>
                  <a:lnTo>
                    <a:pt x="10266" y="286925"/>
                  </a:lnTo>
                  <a:lnTo>
                    <a:pt x="13786" y="286925"/>
                  </a:lnTo>
                  <a:lnTo>
                    <a:pt x="17599" y="289664"/>
                  </a:lnTo>
                  <a:lnTo>
                    <a:pt x="21119" y="292192"/>
                  </a:lnTo>
                  <a:lnTo>
                    <a:pt x="21119" y="294720"/>
                  </a:lnTo>
                  <a:close/>
                </a:path>
                <a:path w="21589" h="477520">
                  <a:moveTo>
                    <a:pt x="21119" y="358130"/>
                  </a:moveTo>
                  <a:lnTo>
                    <a:pt x="21119" y="403844"/>
                  </a:lnTo>
                  <a:lnTo>
                    <a:pt x="21119" y="408689"/>
                  </a:lnTo>
                  <a:lnTo>
                    <a:pt x="17599" y="411217"/>
                  </a:lnTo>
                  <a:lnTo>
                    <a:pt x="13786" y="411217"/>
                  </a:lnTo>
                  <a:lnTo>
                    <a:pt x="10266" y="413745"/>
                  </a:lnTo>
                  <a:lnTo>
                    <a:pt x="6746" y="411217"/>
                  </a:lnTo>
                  <a:lnTo>
                    <a:pt x="3813" y="411217"/>
                  </a:lnTo>
                  <a:lnTo>
                    <a:pt x="0" y="408689"/>
                  </a:lnTo>
                  <a:lnTo>
                    <a:pt x="0" y="403844"/>
                  </a:lnTo>
                  <a:lnTo>
                    <a:pt x="0" y="358130"/>
                  </a:lnTo>
                  <a:lnTo>
                    <a:pt x="0" y="355602"/>
                  </a:lnTo>
                  <a:lnTo>
                    <a:pt x="3813" y="353074"/>
                  </a:lnTo>
                  <a:lnTo>
                    <a:pt x="6746" y="350335"/>
                  </a:lnTo>
                  <a:lnTo>
                    <a:pt x="10266" y="350335"/>
                  </a:lnTo>
                  <a:lnTo>
                    <a:pt x="13786" y="350335"/>
                  </a:lnTo>
                  <a:lnTo>
                    <a:pt x="17599" y="353074"/>
                  </a:lnTo>
                  <a:lnTo>
                    <a:pt x="21119" y="355602"/>
                  </a:lnTo>
                  <a:lnTo>
                    <a:pt x="21119" y="358130"/>
                  </a:lnTo>
                  <a:close/>
                </a:path>
                <a:path w="21589" h="477520">
                  <a:moveTo>
                    <a:pt x="21119" y="467254"/>
                  </a:moveTo>
                  <a:lnTo>
                    <a:pt x="21119" y="472100"/>
                  </a:lnTo>
                  <a:lnTo>
                    <a:pt x="17599" y="474627"/>
                  </a:lnTo>
                  <a:lnTo>
                    <a:pt x="13786" y="474627"/>
                  </a:lnTo>
                  <a:lnTo>
                    <a:pt x="10266" y="477155"/>
                  </a:lnTo>
                  <a:lnTo>
                    <a:pt x="6746" y="474627"/>
                  </a:lnTo>
                  <a:lnTo>
                    <a:pt x="3813" y="474627"/>
                  </a:lnTo>
                  <a:lnTo>
                    <a:pt x="0" y="472100"/>
                  </a:lnTo>
                  <a:lnTo>
                    <a:pt x="0" y="467254"/>
                  </a:lnTo>
                  <a:lnTo>
                    <a:pt x="0" y="464726"/>
                  </a:lnTo>
                  <a:lnTo>
                    <a:pt x="3813" y="462198"/>
                  </a:lnTo>
                  <a:lnTo>
                    <a:pt x="6746" y="462198"/>
                  </a:lnTo>
                  <a:lnTo>
                    <a:pt x="10266" y="459460"/>
                  </a:lnTo>
                  <a:lnTo>
                    <a:pt x="13786" y="462198"/>
                  </a:lnTo>
                  <a:lnTo>
                    <a:pt x="17599" y="462198"/>
                  </a:lnTo>
                  <a:lnTo>
                    <a:pt x="21119" y="464726"/>
                  </a:lnTo>
                  <a:lnTo>
                    <a:pt x="21119" y="467254"/>
                  </a:lnTo>
                  <a:close/>
                </a:path>
              </a:pathLst>
            </a:custGeom>
            <a:ln w="3527">
              <a:solidFill>
                <a:srgbClr val="000000"/>
              </a:solidFill>
            </a:ln>
          </p:spPr>
          <p:txBody>
            <a:bodyPr wrap="square" lIns="0" tIns="0" rIns="0" bIns="0" rtlCol="0"/>
            <a:lstStyle/>
            <a:p/>
          </p:txBody>
        </p:sp>
        <p:sp>
          <p:nvSpPr>
            <p:cNvPr id="67" name="object 67" descr=""/>
            <p:cNvSpPr/>
            <p:nvPr/>
          </p:nvSpPr>
          <p:spPr>
            <a:xfrm>
              <a:off x="5286208" y="2564439"/>
              <a:ext cx="0" cy="264160"/>
            </a:xfrm>
            <a:custGeom>
              <a:avLst/>
              <a:gdLst/>
              <a:ahLst/>
              <a:cxnLst/>
              <a:rect l="l" t="t" r="r" b="b"/>
              <a:pathLst>
                <a:path w="0" h="264160">
                  <a:moveTo>
                    <a:pt x="0" y="0"/>
                  </a:moveTo>
                  <a:lnTo>
                    <a:pt x="0" y="263963"/>
                  </a:lnTo>
                </a:path>
              </a:pathLst>
            </a:custGeom>
            <a:ln w="21070">
              <a:solidFill>
                <a:srgbClr val="000000"/>
              </a:solidFill>
            </a:ln>
          </p:spPr>
          <p:txBody>
            <a:bodyPr wrap="square" lIns="0" tIns="0" rIns="0" bIns="0" rtlCol="0"/>
            <a:lstStyle/>
            <a:p/>
          </p:txBody>
        </p:sp>
        <p:sp>
          <p:nvSpPr>
            <p:cNvPr id="68" name="object 68" descr=""/>
            <p:cNvSpPr/>
            <p:nvPr/>
          </p:nvSpPr>
          <p:spPr>
            <a:xfrm>
              <a:off x="5231062" y="2240015"/>
              <a:ext cx="120014" cy="337820"/>
            </a:xfrm>
            <a:custGeom>
              <a:avLst/>
              <a:gdLst/>
              <a:ahLst/>
              <a:cxnLst/>
              <a:rect l="l" t="t" r="r" b="b"/>
              <a:pathLst>
                <a:path w="120014" h="337819">
                  <a:moveTo>
                    <a:pt x="59545" y="83633"/>
                  </a:moveTo>
                  <a:lnTo>
                    <a:pt x="45758" y="93632"/>
                  </a:lnTo>
                  <a:lnTo>
                    <a:pt x="45758" y="332639"/>
                  </a:lnTo>
                  <a:lnTo>
                    <a:pt x="49278" y="334746"/>
                  </a:lnTo>
                  <a:lnTo>
                    <a:pt x="53092" y="337274"/>
                  </a:lnTo>
                  <a:lnTo>
                    <a:pt x="66878" y="337274"/>
                  </a:lnTo>
                  <a:lnTo>
                    <a:pt x="70398" y="334746"/>
                  </a:lnTo>
                  <a:lnTo>
                    <a:pt x="73918" y="332639"/>
                  </a:lnTo>
                  <a:lnTo>
                    <a:pt x="73918" y="93906"/>
                  </a:lnTo>
                  <a:lnTo>
                    <a:pt x="59545" y="83633"/>
                  </a:lnTo>
                  <a:close/>
                </a:path>
                <a:path w="120014" h="337819">
                  <a:moveTo>
                    <a:pt x="59545" y="0"/>
                  </a:moveTo>
                  <a:lnTo>
                    <a:pt x="0" y="126820"/>
                  </a:lnTo>
                  <a:lnTo>
                    <a:pt x="45758" y="93632"/>
                  </a:lnTo>
                  <a:lnTo>
                    <a:pt x="45758" y="81105"/>
                  </a:lnTo>
                  <a:lnTo>
                    <a:pt x="49278" y="75839"/>
                  </a:lnTo>
                  <a:lnTo>
                    <a:pt x="53092" y="75839"/>
                  </a:lnTo>
                  <a:lnTo>
                    <a:pt x="59545" y="73943"/>
                  </a:lnTo>
                  <a:lnTo>
                    <a:pt x="94776" y="73943"/>
                  </a:lnTo>
                  <a:lnTo>
                    <a:pt x="59545" y="0"/>
                  </a:lnTo>
                  <a:close/>
                </a:path>
                <a:path w="120014" h="337819">
                  <a:moveTo>
                    <a:pt x="94776" y="73943"/>
                  </a:moveTo>
                  <a:lnTo>
                    <a:pt x="59545" y="73943"/>
                  </a:lnTo>
                  <a:lnTo>
                    <a:pt x="66878" y="75839"/>
                  </a:lnTo>
                  <a:lnTo>
                    <a:pt x="70398" y="75839"/>
                  </a:lnTo>
                  <a:lnTo>
                    <a:pt x="73918" y="81105"/>
                  </a:lnTo>
                  <a:lnTo>
                    <a:pt x="73918" y="93906"/>
                  </a:lnTo>
                  <a:lnTo>
                    <a:pt x="119970" y="126820"/>
                  </a:lnTo>
                  <a:lnTo>
                    <a:pt x="94776" y="73943"/>
                  </a:lnTo>
                  <a:close/>
                </a:path>
                <a:path w="120014" h="337819">
                  <a:moveTo>
                    <a:pt x="73918" y="83633"/>
                  </a:moveTo>
                  <a:lnTo>
                    <a:pt x="59545" y="83633"/>
                  </a:lnTo>
                  <a:lnTo>
                    <a:pt x="73918" y="93906"/>
                  </a:lnTo>
                  <a:lnTo>
                    <a:pt x="73918" y="83633"/>
                  </a:lnTo>
                  <a:close/>
                </a:path>
                <a:path w="120014" h="337819">
                  <a:moveTo>
                    <a:pt x="70398" y="75839"/>
                  </a:moveTo>
                  <a:lnTo>
                    <a:pt x="49278" y="75839"/>
                  </a:lnTo>
                  <a:lnTo>
                    <a:pt x="45758" y="81105"/>
                  </a:lnTo>
                  <a:lnTo>
                    <a:pt x="45758" y="93632"/>
                  </a:lnTo>
                  <a:lnTo>
                    <a:pt x="59545" y="83633"/>
                  </a:lnTo>
                  <a:lnTo>
                    <a:pt x="73918" y="83633"/>
                  </a:lnTo>
                  <a:lnTo>
                    <a:pt x="73918" y="81105"/>
                  </a:lnTo>
                  <a:lnTo>
                    <a:pt x="70398" y="75839"/>
                  </a:lnTo>
                  <a:close/>
                </a:path>
                <a:path w="120014" h="337819">
                  <a:moveTo>
                    <a:pt x="59545" y="73943"/>
                  </a:moveTo>
                  <a:lnTo>
                    <a:pt x="53092" y="75839"/>
                  </a:lnTo>
                  <a:lnTo>
                    <a:pt x="66878" y="75839"/>
                  </a:lnTo>
                  <a:lnTo>
                    <a:pt x="59545" y="73943"/>
                  </a:lnTo>
                  <a:close/>
                </a:path>
              </a:pathLst>
            </a:custGeom>
            <a:solidFill>
              <a:srgbClr val="000000"/>
            </a:solidFill>
          </p:spPr>
          <p:txBody>
            <a:bodyPr wrap="square" lIns="0" tIns="0" rIns="0" bIns="0" rtlCol="0"/>
            <a:lstStyle/>
            <a:p/>
          </p:txBody>
        </p:sp>
        <p:sp>
          <p:nvSpPr>
            <p:cNvPr id="69" name="object 69" descr=""/>
            <p:cNvSpPr/>
            <p:nvPr/>
          </p:nvSpPr>
          <p:spPr>
            <a:xfrm>
              <a:off x="5231062" y="2240015"/>
              <a:ext cx="120014" cy="337820"/>
            </a:xfrm>
            <a:custGeom>
              <a:avLst/>
              <a:gdLst/>
              <a:ahLst/>
              <a:cxnLst/>
              <a:rect l="l" t="t" r="r" b="b"/>
              <a:pathLst>
                <a:path w="120014" h="337819">
                  <a:moveTo>
                    <a:pt x="45758" y="327583"/>
                  </a:moveTo>
                  <a:lnTo>
                    <a:pt x="45758" y="83633"/>
                  </a:lnTo>
                  <a:lnTo>
                    <a:pt x="45758" y="81105"/>
                  </a:lnTo>
                  <a:lnTo>
                    <a:pt x="49278" y="75839"/>
                  </a:lnTo>
                  <a:lnTo>
                    <a:pt x="53092" y="75839"/>
                  </a:lnTo>
                  <a:lnTo>
                    <a:pt x="59545" y="73943"/>
                  </a:lnTo>
                  <a:lnTo>
                    <a:pt x="66878" y="75839"/>
                  </a:lnTo>
                  <a:lnTo>
                    <a:pt x="70398" y="75839"/>
                  </a:lnTo>
                  <a:lnTo>
                    <a:pt x="73918" y="81105"/>
                  </a:lnTo>
                  <a:lnTo>
                    <a:pt x="73918" y="83633"/>
                  </a:lnTo>
                  <a:lnTo>
                    <a:pt x="73918" y="327583"/>
                  </a:lnTo>
                  <a:lnTo>
                    <a:pt x="73918" y="332639"/>
                  </a:lnTo>
                  <a:lnTo>
                    <a:pt x="70398" y="334746"/>
                  </a:lnTo>
                  <a:lnTo>
                    <a:pt x="66878" y="337274"/>
                  </a:lnTo>
                  <a:lnTo>
                    <a:pt x="59545" y="337274"/>
                  </a:lnTo>
                  <a:lnTo>
                    <a:pt x="53092" y="337274"/>
                  </a:lnTo>
                  <a:lnTo>
                    <a:pt x="49278" y="334746"/>
                  </a:lnTo>
                  <a:lnTo>
                    <a:pt x="45758" y="332639"/>
                  </a:lnTo>
                  <a:lnTo>
                    <a:pt x="45758" y="327583"/>
                  </a:lnTo>
                  <a:close/>
                </a:path>
                <a:path w="120014" h="337819">
                  <a:moveTo>
                    <a:pt x="59545" y="83633"/>
                  </a:moveTo>
                  <a:lnTo>
                    <a:pt x="0" y="126820"/>
                  </a:lnTo>
                  <a:lnTo>
                    <a:pt x="59545" y="0"/>
                  </a:lnTo>
                  <a:lnTo>
                    <a:pt x="119970" y="126820"/>
                  </a:lnTo>
                  <a:lnTo>
                    <a:pt x="59545" y="83633"/>
                  </a:lnTo>
                  <a:close/>
                </a:path>
              </a:pathLst>
            </a:custGeom>
            <a:ln w="3527">
              <a:solidFill>
                <a:srgbClr val="000000"/>
              </a:solidFill>
            </a:ln>
          </p:spPr>
          <p:txBody>
            <a:bodyPr wrap="square" lIns="0" tIns="0" rIns="0" bIns="0" rtlCol="0"/>
            <a:lstStyle/>
            <a:p/>
          </p:txBody>
        </p:sp>
      </p:grpSp>
      <p:sp>
        <p:nvSpPr>
          <p:cNvPr id="70" name="object 70" descr=""/>
          <p:cNvSpPr txBox="1"/>
          <p:nvPr/>
        </p:nvSpPr>
        <p:spPr>
          <a:xfrm>
            <a:off x="1738279" y="4905716"/>
            <a:ext cx="291465" cy="599440"/>
          </a:xfrm>
          <a:prstGeom prst="rect">
            <a:avLst/>
          </a:prstGeom>
        </p:spPr>
        <p:txBody>
          <a:bodyPr wrap="square" lIns="0" tIns="12700" rIns="0" bIns="0" rtlCol="0" vert="horz">
            <a:spAutoFit/>
          </a:bodyPr>
          <a:lstStyle/>
          <a:p>
            <a:pPr marL="12700" marR="5080">
              <a:lnSpc>
                <a:spcPct val="125499"/>
              </a:lnSpc>
              <a:spcBef>
                <a:spcPts val="100"/>
              </a:spcBef>
            </a:pPr>
            <a:r>
              <a:rPr dirty="0" sz="1500" spc="535">
                <a:latin typeface="宋体"/>
                <a:cs typeface="宋体"/>
              </a:rPr>
              <a:t>输入</a:t>
            </a:r>
            <a:endParaRPr sz="1500">
              <a:latin typeface="宋体"/>
              <a:cs typeface="宋体"/>
            </a:endParaRPr>
          </a:p>
        </p:txBody>
      </p:sp>
      <p:sp>
        <p:nvSpPr>
          <p:cNvPr id="71" name="object 71" descr=""/>
          <p:cNvSpPr txBox="1"/>
          <p:nvPr/>
        </p:nvSpPr>
        <p:spPr>
          <a:xfrm>
            <a:off x="4448966" y="2000516"/>
            <a:ext cx="1317625" cy="254635"/>
          </a:xfrm>
          <a:prstGeom prst="rect">
            <a:avLst/>
          </a:prstGeom>
        </p:spPr>
        <p:txBody>
          <a:bodyPr wrap="square" lIns="0" tIns="12700" rIns="0" bIns="0" rtlCol="0" vert="horz">
            <a:spAutoFit/>
          </a:bodyPr>
          <a:lstStyle/>
          <a:p>
            <a:pPr marL="12700">
              <a:lnSpc>
                <a:spcPct val="100000"/>
              </a:lnSpc>
              <a:spcBef>
                <a:spcPts val="100"/>
              </a:spcBef>
              <a:tabLst>
                <a:tab pos="389255" algn="l"/>
                <a:tab pos="752475" algn="l"/>
                <a:tab pos="1112520" algn="l"/>
              </a:tabLst>
            </a:pPr>
            <a:r>
              <a:rPr dirty="0" baseline="1851" sz="2250" spc="555">
                <a:latin typeface="Times New Roman"/>
                <a:cs typeface="Times New Roman"/>
              </a:rPr>
              <a:t>A</a:t>
            </a:r>
            <a:r>
              <a:rPr dirty="0" baseline="1851" sz="2250">
                <a:latin typeface="Times New Roman"/>
                <a:cs typeface="Times New Roman"/>
              </a:rPr>
              <a:t>	</a:t>
            </a:r>
            <a:r>
              <a:rPr dirty="0" sz="1500" spc="340">
                <a:latin typeface="Times New Roman"/>
                <a:cs typeface="Times New Roman"/>
              </a:rPr>
              <a:t>B</a:t>
            </a:r>
            <a:r>
              <a:rPr dirty="0" sz="1500">
                <a:latin typeface="Times New Roman"/>
                <a:cs typeface="Times New Roman"/>
              </a:rPr>
              <a:t>	</a:t>
            </a:r>
            <a:r>
              <a:rPr dirty="0" baseline="1851" sz="2250" spc="509">
                <a:latin typeface="Times New Roman"/>
                <a:cs typeface="Times New Roman"/>
              </a:rPr>
              <a:t>C</a:t>
            </a:r>
            <a:r>
              <a:rPr dirty="0" baseline="1851" sz="2250">
                <a:latin typeface="Times New Roman"/>
                <a:cs typeface="Times New Roman"/>
              </a:rPr>
              <a:t>	</a:t>
            </a:r>
            <a:r>
              <a:rPr dirty="0" baseline="1851" sz="2250" spc="555">
                <a:latin typeface="Times New Roman"/>
                <a:cs typeface="Times New Roman"/>
              </a:rPr>
              <a:t>D</a:t>
            </a:r>
            <a:endParaRPr baseline="1851" sz="2250">
              <a:latin typeface="Times New Roman"/>
              <a:cs typeface="Times New Roman"/>
            </a:endParaRPr>
          </a:p>
        </p:txBody>
      </p:sp>
      <p:sp>
        <p:nvSpPr>
          <p:cNvPr id="72" name="object 72" descr=""/>
          <p:cNvSpPr txBox="1"/>
          <p:nvPr/>
        </p:nvSpPr>
        <p:spPr>
          <a:xfrm>
            <a:off x="2229221" y="4605494"/>
            <a:ext cx="7058659" cy="875030"/>
          </a:xfrm>
          <a:prstGeom prst="rect">
            <a:avLst/>
          </a:prstGeom>
        </p:spPr>
        <p:txBody>
          <a:bodyPr wrap="square" lIns="0" tIns="44450" rIns="0" bIns="0" rtlCol="0" vert="horz">
            <a:spAutoFit/>
          </a:bodyPr>
          <a:lstStyle/>
          <a:p>
            <a:pPr marL="63500">
              <a:lnSpc>
                <a:spcPct val="100000"/>
              </a:lnSpc>
              <a:spcBef>
                <a:spcPts val="350"/>
              </a:spcBef>
              <a:tabLst>
                <a:tab pos="433705" algn="l"/>
                <a:tab pos="803275" algn="l"/>
                <a:tab pos="1174115" algn="l"/>
                <a:tab pos="1543685" algn="l"/>
                <a:tab pos="1914525" algn="l"/>
                <a:tab pos="2284095" algn="l"/>
                <a:tab pos="2654935" algn="l"/>
                <a:tab pos="3025775" algn="l"/>
                <a:tab pos="3395345" algn="l"/>
                <a:tab pos="3766185" algn="l"/>
                <a:tab pos="4505960" algn="l"/>
              </a:tabLst>
            </a:pPr>
            <a:r>
              <a:rPr dirty="0" sz="1500" spc="240">
                <a:latin typeface="Times New Roman"/>
                <a:cs typeface="Times New Roman"/>
              </a:rPr>
              <a:t>0</a:t>
            </a:r>
            <a:r>
              <a:rPr dirty="0" sz="1500">
                <a:latin typeface="Times New Roman"/>
                <a:cs typeface="Times New Roman"/>
              </a:rPr>
              <a:t>	</a:t>
            </a:r>
            <a:r>
              <a:rPr dirty="0" sz="1500" spc="240">
                <a:latin typeface="Times New Roman"/>
                <a:cs typeface="Times New Roman"/>
              </a:rPr>
              <a:t>1</a:t>
            </a:r>
            <a:r>
              <a:rPr dirty="0" sz="1500">
                <a:latin typeface="Times New Roman"/>
                <a:cs typeface="Times New Roman"/>
              </a:rPr>
              <a:t>	</a:t>
            </a:r>
            <a:r>
              <a:rPr dirty="0" sz="1500" spc="240">
                <a:latin typeface="Times New Roman"/>
                <a:cs typeface="Times New Roman"/>
              </a:rPr>
              <a:t>2</a:t>
            </a:r>
            <a:r>
              <a:rPr dirty="0" sz="1500">
                <a:latin typeface="Times New Roman"/>
                <a:cs typeface="Times New Roman"/>
              </a:rPr>
              <a:t>	</a:t>
            </a:r>
            <a:r>
              <a:rPr dirty="0" sz="1500" spc="240">
                <a:latin typeface="Times New Roman"/>
                <a:cs typeface="Times New Roman"/>
              </a:rPr>
              <a:t>3</a:t>
            </a:r>
            <a:r>
              <a:rPr dirty="0" sz="1500">
                <a:latin typeface="Times New Roman"/>
                <a:cs typeface="Times New Roman"/>
              </a:rPr>
              <a:t>	</a:t>
            </a:r>
            <a:r>
              <a:rPr dirty="0" sz="1500" spc="240">
                <a:latin typeface="Times New Roman"/>
                <a:cs typeface="Times New Roman"/>
              </a:rPr>
              <a:t>4</a:t>
            </a:r>
            <a:r>
              <a:rPr dirty="0" sz="1500">
                <a:latin typeface="Times New Roman"/>
                <a:cs typeface="Times New Roman"/>
              </a:rPr>
              <a:t>	</a:t>
            </a:r>
            <a:r>
              <a:rPr dirty="0" sz="1500" spc="229">
                <a:latin typeface="Times New Roman"/>
                <a:cs typeface="Times New Roman"/>
              </a:rPr>
              <a:t>5</a:t>
            </a:r>
            <a:r>
              <a:rPr dirty="0" sz="1500">
                <a:latin typeface="Times New Roman"/>
                <a:cs typeface="Times New Roman"/>
              </a:rPr>
              <a:t>	</a:t>
            </a:r>
            <a:r>
              <a:rPr dirty="0" sz="1500" spc="240">
                <a:latin typeface="Times New Roman"/>
                <a:cs typeface="Times New Roman"/>
              </a:rPr>
              <a:t>6</a:t>
            </a:r>
            <a:r>
              <a:rPr dirty="0" sz="1500">
                <a:latin typeface="Times New Roman"/>
                <a:cs typeface="Times New Roman"/>
              </a:rPr>
              <a:t>	</a:t>
            </a:r>
            <a:r>
              <a:rPr dirty="0" sz="1500" spc="240">
                <a:latin typeface="Times New Roman"/>
                <a:cs typeface="Times New Roman"/>
              </a:rPr>
              <a:t>7</a:t>
            </a:r>
            <a:r>
              <a:rPr dirty="0" sz="1500">
                <a:latin typeface="Times New Roman"/>
                <a:cs typeface="Times New Roman"/>
              </a:rPr>
              <a:t>	</a:t>
            </a:r>
            <a:r>
              <a:rPr dirty="0" sz="1500" spc="240">
                <a:latin typeface="Times New Roman"/>
                <a:cs typeface="Times New Roman"/>
              </a:rPr>
              <a:t>8</a:t>
            </a:r>
            <a:r>
              <a:rPr dirty="0" sz="1500">
                <a:latin typeface="Times New Roman"/>
                <a:cs typeface="Times New Roman"/>
              </a:rPr>
              <a:t>	</a:t>
            </a:r>
            <a:r>
              <a:rPr dirty="0" sz="1500" spc="240">
                <a:latin typeface="Times New Roman"/>
                <a:cs typeface="Times New Roman"/>
              </a:rPr>
              <a:t>9</a:t>
            </a:r>
            <a:r>
              <a:rPr dirty="0" sz="1500">
                <a:latin typeface="Times New Roman"/>
                <a:cs typeface="Times New Roman"/>
              </a:rPr>
              <a:t>	</a:t>
            </a:r>
            <a:r>
              <a:rPr dirty="0" sz="1500" spc="295">
                <a:latin typeface="Times New Roman"/>
                <a:cs typeface="Times New Roman"/>
              </a:rPr>
              <a:t>10</a:t>
            </a:r>
            <a:r>
              <a:rPr dirty="0" sz="1500" spc="295">
                <a:latin typeface="Times New Roman"/>
                <a:cs typeface="Times New Roman"/>
              </a:rPr>
              <a:t> </a:t>
            </a:r>
            <a:r>
              <a:rPr dirty="0" sz="1500" spc="229">
                <a:latin typeface="Times New Roman"/>
                <a:cs typeface="Times New Roman"/>
              </a:rPr>
              <a:t>11</a:t>
            </a:r>
            <a:r>
              <a:rPr dirty="0" sz="1500">
                <a:latin typeface="Times New Roman"/>
                <a:cs typeface="Times New Roman"/>
              </a:rPr>
              <a:t>	</a:t>
            </a:r>
            <a:r>
              <a:rPr dirty="0" sz="1500" spc="295">
                <a:latin typeface="Times New Roman"/>
                <a:cs typeface="Times New Roman"/>
              </a:rPr>
              <a:t>12</a:t>
            </a:r>
            <a:r>
              <a:rPr dirty="0" sz="1500" spc="434">
                <a:latin typeface="Times New Roman"/>
                <a:cs typeface="Times New Roman"/>
              </a:rPr>
              <a:t> </a:t>
            </a:r>
            <a:r>
              <a:rPr dirty="0" sz="1500" spc="295">
                <a:latin typeface="Times New Roman"/>
                <a:cs typeface="Times New Roman"/>
              </a:rPr>
              <a:t>13</a:t>
            </a:r>
            <a:r>
              <a:rPr dirty="0" sz="1500" spc="300">
                <a:latin typeface="Times New Roman"/>
                <a:cs typeface="Times New Roman"/>
              </a:rPr>
              <a:t> </a:t>
            </a:r>
            <a:r>
              <a:rPr dirty="0" sz="1500" spc="295">
                <a:latin typeface="Times New Roman"/>
                <a:cs typeface="Times New Roman"/>
              </a:rPr>
              <a:t>14</a:t>
            </a:r>
            <a:r>
              <a:rPr dirty="0" sz="1500" spc="100">
                <a:latin typeface="Times New Roman"/>
                <a:cs typeface="Times New Roman"/>
              </a:rPr>
              <a:t>  </a:t>
            </a:r>
            <a:r>
              <a:rPr dirty="0" sz="1500" spc="295">
                <a:latin typeface="Times New Roman"/>
                <a:cs typeface="Times New Roman"/>
              </a:rPr>
              <a:t>15</a:t>
            </a:r>
            <a:r>
              <a:rPr dirty="0" sz="1500" spc="440">
                <a:latin typeface="Times New Roman"/>
                <a:cs typeface="Times New Roman"/>
              </a:rPr>
              <a:t> </a:t>
            </a:r>
            <a:r>
              <a:rPr dirty="0" sz="1500" spc="295">
                <a:latin typeface="Times New Roman"/>
                <a:cs typeface="Times New Roman"/>
              </a:rPr>
              <a:t>16</a:t>
            </a:r>
            <a:r>
              <a:rPr dirty="0" sz="1500" spc="305">
                <a:latin typeface="Times New Roman"/>
                <a:cs typeface="Times New Roman"/>
              </a:rPr>
              <a:t> </a:t>
            </a:r>
            <a:r>
              <a:rPr dirty="0" sz="1500" spc="295">
                <a:latin typeface="Times New Roman"/>
                <a:cs typeface="Times New Roman"/>
              </a:rPr>
              <a:t>17</a:t>
            </a:r>
            <a:r>
              <a:rPr dirty="0" sz="1500" spc="95">
                <a:latin typeface="Times New Roman"/>
                <a:cs typeface="Times New Roman"/>
              </a:rPr>
              <a:t>  </a:t>
            </a:r>
            <a:r>
              <a:rPr dirty="0" sz="1500" spc="270">
                <a:latin typeface="Times New Roman"/>
                <a:cs typeface="Times New Roman"/>
              </a:rPr>
              <a:t>18</a:t>
            </a:r>
            <a:endParaRPr sz="1500">
              <a:latin typeface="Times New Roman"/>
              <a:cs typeface="Times New Roman"/>
            </a:endParaRPr>
          </a:p>
          <a:p>
            <a:pPr marL="63500">
              <a:lnSpc>
                <a:spcPct val="100000"/>
              </a:lnSpc>
              <a:spcBef>
                <a:spcPts val="254"/>
              </a:spcBef>
              <a:tabLst>
                <a:tab pos="3271520" algn="l"/>
                <a:tab pos="3766185" algn="l"/>
                <a:tab pos="4999355" algn="l"/>
              </a:tabLst>
            </a:pPr>
            <a:r>
              <a:rPr dirty="0" sz="1500" spc="285">
                <a:latin typeface="Times New Roman"/>
                <a:cs typeface="Times New Roman"/>
              </a:rPr>
              <a:t>A</a:t>
            </a:r>
            <a:r>
              <a:rPr dirty="0" baseline="-13888" sz="1500" spc="427">
                <a:latin typeface="Times New Roman"/>
                <a:cs typeface="Times New Roman"/>
              </a:rPr>
              <a:t>1</a:t>
            </a:r>
            <a:r>
              <a:rPr dirty="0" baseline="-13888" sz="1500" spc="742">
                <a:latin typeface="Times New Roman"/>
                <a:cs typeface="Times New Roman"/>
              </a:rPr>
              <a:t> </a:t>
            </a:r>
            <a:r>
              <a:rPr dirty="0" sz="1500" spc="285">
                <a:latin typeface="Times New Roman"/>
                <a:cs typeface="Times New Roman"/>
              </a:rPr>
              <a:t>A</a:t>
            </a:r>
            <a:r>
              <a:rPr dirty="0" baseline="-13888" sz="1500" spc="427">
                <a:latin typeface="Times New Roman"/>
                <a:cs typeface="Times New Roman"/>
              </a:rPr>
              <a:t>2</a:t>
            </a:r>
            <a:r>
              <a:rPr dirty="0" baseline="-13888" sz="1500" spc="742">
                <a:latin typeface="Times New Roman"/>
                <a:cs typeface="Times New Roman"/>
              </a:rPr>
              <a:t> </a:t>
            </a:r>
            <a:r>
              <a:rPr dirty="0" sz="1500" spc="285">
                <a:latin typeface="Times New Roman"/>
                <a:cs typeface="Times New Roman"/>
              </a:rPr>
              <a:t>A</a:t>
            </a:r>
            <a:r>
              <a:rPr dirty="0" baseline="-13888" sz="1500" spc="427">
                <a:latin typeface="Times New Roman"/>
                <a:cs typeface="Times New Roman"/>
              </a:rPr>
              <a:t>3</a:t>
            </a:r>
            <a:r>
              <a:rPr dirty="0" baseline="-13888" sz="1500" spc="187">
                <a:latin typeface="Times New Roman"/>
                <a:cs typeface="Times New Roman"/>
              </a:rPr>
              <a:t>  </a:t>
            </a:r>
            <a:r>
              <a:rPr dirty="0" sz="1500" spc="260">
                <a:latin typeface="Times New Roman"/>
                <a:cs typeface="Times New Roman"/>
              </a:rPr>
              <a:t>A</a:t>
            </a:r>
            <a:r>
              <a:rPr dirty="0" baseline="-13888" sz="1500" spc="390">
                <a:latin typeface="Times New Roman"/>
                <a:cs typeface="Times New Roman"/>
              </a:rPr>
              <a:t>4</a:t>
            </a:r>
            <a:r>
              <a:rPr dirty="0" baseline="-13888" sz="1500">
                <a:latin typeface="Times New Roman"/>
                <a:cs typeface="Times New Roman"/>
              </a:rPr>
              <a:t>	</a:t>
            </a:r>
            <a:r>
              <a:rPr dirty="0" sz="1500" spc="370">
                <a:latin typeface="Times New Roman"/>
                <a:cs typeface="Times New Roman"/>
              </a:rPr>
              <a:t>A</a:t>
            </a:r>
            <a:r>
              <a:rPr dirty="0" sz="1500">
                <a:latin typeface="Times New Roman"/>
                <a:cs typeface="Times New Roman"/>
              </a:rPr>
              <a:t>	</a:t>
            </a:r>
            <a:r>
              <a:rPr dirty="0" sz="1500" spc="340">
                <a:latin typeface="Times New Roman"/>
                <a:cs typeface="Times New Roman"/>
              </a:rPr>
              <a:t>C</a:t>
            </a:r>
            <a:r>
              <a:rPr dirty="0" sz="1500">
                <a:latin typeface="Times New Roman"/>
                <a:cs typeface="Times New Roman"/>
              </a:rPr>
              <a:t>	</a:t>
            </a:r>
            <a:r>
              <a:rPr dirty="0" sz="1500" spc="420">
                <a:latin typeface="Times New Roman"/>
                <a:cs typeface="Times New Roman"/>
              </a:rPr>
              <a:t>A</a:t>
            </a:r>
            <a:r>
              <a:rPr dirty="0" sz="1500" spc="420">
                <a:latin typeface="宋体"/>
                <a:cs typeface="宋体"/>
              </a:rPr>
              <a:t>×</a:t>
            </a:r>
            <a:r>
              <a:rPr dirty="0" sz="1500" spc="420">
                <a:latin typeface="Times New Roman"/>
                <a:cs typeface="Times New Roman"/>
              </a:rPr>
              <a:t>B</a:t>
            </a:r>
            <a:endParaRPr sz="1500">
              <a:latin typeface="Times New Roman"/>
              <a:cs typeface="Times New Roman"/>
            </a:endParaRPr>
          </a:p>
          <a:p>
            <a:pPr marL="63500">
              <a:lnSpc>
                <a:spcPct val="100000"/>
              </a:lnSpc>
              <a:spcBef>
                <a:spcPts val="780"/>
              </a:spcBef>
              <a:tabLst>
                <a:tab pos="3271520" algn="l"/>
                <a:tab pos="3766185" algn="l"/>
                <a:tab pos="4999355" algn="l"/>
              </a:tabLst>
            </a:pPr>
            <a:r>
              <a:rPr dirty="0" sz="1500" spc="285">
                <a:latin typeface="Times New Roman"/>
                <a:cs typeface="Times New Roman"/>
              </a:rPr>
              <a:t>B</a:t>
            </a:r>
            <a:r>
              <a:rPr dirty="0" baseline="-13888" sz="1500" spc="427">
                <a:latin typeface="Times New Roman"/>
                <a:cs typeface="Times New Roman"/>
              </a:rPr>
              <a:t>1</a:t>
            </a:r>
            <a:r>
              <a:rPr dirty="0" baseline="-13888" sz="1500" spc="652">
                <a:latin typeface="Times New Roman"/>
                <a:cs typeface="Times New Roman"/>
              </a:rPr>
              <a:t> </a:t>
            </a:r>
            <a:r>
              <a:rPr dirty="0" sz="1500" spc="285">
                <a:latin typeface="Times New Roman"/>
                <a:cs typeface="Times New Roman"/>
              </a:rPr>
              <a:t>B</a:t>
            </a:r>
            <a:r>
              <a:rPr dirty="0" baseline="-13888" sz="1500" spc="427">
                <a:latin typeface="Times New Roman"/>
                <a:cs typeface="Times New Roman"/>
              </a:rPr>
              <a:t>2</a:t>
            </a:r>
            <a:r>
              <a:rPr dirty="0" baseline="-13888" sz="1500" spc="352">
                <a:latin typeface="Times New Roman"/>
                <a:cs typeface="Times New Roman"/>
              </a:rPr>
              <a:t>  </a:t>
            </a:r>
            <a:r>
              <a:rPr dirty="0" sz="1500" spc="285">
                <a:latin typeface="Times New Roman"/>
                <a:cs typeface="Times New Roman"/>
              </a:rPr>
              <a:t>B</a:t>
            </a:r>
            <a:r>
              <a:rPr dirty="0" baseline="-13888" sz="1500" spc="427">
                <a:latin typeface="Times New Roman"/>
                <a:cs typeface="Times New Roman"/>
              </a:rPr>
              <a:t>3</a:t>
            </a:r>
            <a:r>
              <a:rPr dirty="0" baseline="-13888" sz="1500" spc="247">
                <a:latin typeface="Times New Roman"/>
                <a:cs typeface="Times New Roman"/>
              </a:rPr>
              <a:t>  </a:t>
            </a:r>
            <a:r>
              <a:rPr dirty="0" sz="1500" spc="260">
                <a:latin typeface="Times New Roman"/>
                <a:cs typeface="Times New Roman"/>
              </a:rPr>
              <a:t>B</a:t>
            </a:r>
            <a:r>
              <a:rPr dirty="0" baseline="-13888" sz="1500" spc="390">
                <a:latin typeface="Times New Roman"/>
                <a:cs typeface="Times New Roman"/>
              </a:rPr>
              <a:t>4</a:t>
            </a:r>
            <a:r>
              <a:rPr dirty="0" baseline="-13888" sz="1500">
                <a:latin typeface="Times New Roman"/>
                <a:cs typeface="Times New Roman"/>
              </a:rPr>
              <a:t>	</a:t>
            </a:r>
            <a:r>
              <a:rPr dirty="0" sz="1500" spc="340">
                <a:latin typeface="Times New Roman"/>
                <a:cs typeface="Times New Roman"/>
              </a:rPr>
              <a:t>B</a:t>
            </a:r>
            <a:r>
              <a:rPr dirty="0" sz="1500">
                <a:latin typeface="Times New Roman"/>
                <a:cs typeface="Times New Roman"/>
              </a:rPr>
              <a:t>	</a:t>
            </a:r>
            <a:r>
              <a:rPr dirty="0" sz="1500" spc="370">
                <a:latin typeface="Times New Roman"/>
                <a:cs typeface="Times New Roman"/>
              </a:rPr>
              <a:t>D</a:t>
            </a:r>
            <a:r>
              <a:rPr dirty="0" sz="1500">
                <a:latin typeface="Times New Roman"/>
                <a:cs typeface="Times New Roman"/>
              </a:rPr>
              <a:t>	</a:t>
            </a:r>
            <a:r>
              <a:rPr dirty="0" sz="1500" spc="430">
                <a:latin typeface="Times New Roman"/>
                <a:cs typeface="Times New Roman"/>
              </a:rPr>
              <a:t>C</a:t>
            </a:r>
            <a:r>
              <a:rPr dirty="0" sz="1500" spc="430">
                <a:latin typeface="宋体"/>
                <a:cs typeface="宋体"/>
              </a:rPr>
              <a:t>×</a:t>
            </a:r>
            <a:r>
              <a:rPr dirty="0" sz="1500" spc="430">
                <a:latin typeface="Times New Roman"/>
                <a:cs typeface="Times New Roman"/>
              </a:rPr>
              <a:t>D</a:t>
            </a:r>
            <a:endParaRPr sz="1500">
              <a:latin typeface="Times New Roman"/>
              <a:cs typeface="Times New Roman"/>
            </a:endParaRPr>
          </a:p>
        </p:txBody>
      </p:sp>
      <p:sp>
        <p:nvSpPr>
          <p:cNvPr id="73" name="object 73" descr=""/>
          <p:cNvSpPr txBox="1"/>
          <p:nvPr/>
        </p:nvSpPr>
        <p:spPr>
          <a:xfrm>
            <a:off x="6599638" y="1997987"/>
            <a:ext cx="3338195" cy="254635"/>
          </a:xfrm>
          <a:prstGeom prst="rect">
            <a:avLst/>
          </a:prstGeom>
        </p:spPr>
        <p:txBody>
          <a:bodyPr wrap="square" lIns="0" tIns="12700" rIns="0" bIns="0" rtlCol="0" vert="horz">
            <a:spAutoFit/>
          </a:bodyPr>
          <a:lstStyle/>
          <a:p>
            <a:pPr marL="12700">
              <a:lnSpc>
                <a:spcPct val="100000"/>
              </a:lnSpc>
              <a:spcBef>
                <a:spcPts val="100"/>
              </a:spcBef>
              <a:tabLst>
                <a:tab pos="822960" algn="l"/>
                <a:tab pos="1800225" algn="l"/>
              </a:tabLst>
            </a:pPr>
            <a:r>
              <a:rPr dirty="0" sz="1500" spc="420">
                <a:latin typeface="Times New Roman"/>
                <a:cs typeface="Times New Roman"/>
              </a:rPr>
              <a:t>A</a:t>
            </a:r>
            <a:r>
              <a:rPr dirty="0" sz="1500" spc="420">
                <a:latin typeface="宋体"/>
                <a:cs typeface="宋体"/>
              </a:rPr>
              <a:t>×</a:t>
            </a:r>
            <a:r>
              <a:rPr dirty="0" sz="1500" spc="420">
                <a:latin typeface="Times New Roman"/>
                <a:cs typeface="Times New Roman"/>
              </a:rPr>
              <a:t>B</a:t>
            </a:r>
            <a:r>
              <a:rPr dirty="0" sz="1500">
                <a:latin typeface="Times New Roman"/>
                <a:cs typeface="Times New Roman"/>
              </a:rPr>
              <a:t>	</a:t>
            </a:r>
            <a:r>
              <a:rPr dirty="0" sz="1500" spc="430">
                <a:latin typeface="Times New Roman"/>
                <a:cs typeface="Times New Roman"/>
              </a:rPr>
              <a:t>C</a:t>
            </a:r>
            <a:r>
              <a:rPr dirty="0" sz="1500" spc="430">
                <a:latin typeface="宋体"/>
                <a:cs typeface="宋体"/>
              </a:rPr>
              <a:t>×</a:t>
            </a:r>
            <a:r>
              <a:rPr dirty="0" sz="1500" spc="430">
                <a:latin typeface="Times New Roman"/>
                <a:cs typeface="Times New Roman"/>
              </a:rPr>
              <a:t>D</a:t>
            </a:r>
            <a:r>
              <a:rPr dirty="0" sz="1500">
                <a:latin typeface="Times New Roman"/>
                <a:cs typeface="Times New Roman"/>
              </a:rPr>
              <a:t>	</a:t>
            </a:r>
            <a:r>
              <a:rPr dirty="0" sz="1500" spc="455">
                <a:latin typeface="Times New Roman"/>
                <a:cs typeface="Times New Roman"/>
              </a:rPr>
              <a:t>A</a:t>
            </a:r>
            <a:r>
              <a:rPr dirty="0" sz="1500" spc="455">
                <a:latin typeface="宋体"/>
                <a:cs typeface="宋体"/>
              </a:rPr>
              <a:t>×</a:t>
            </a:r>
            <a:r>
              <a:rPr dirty="0" sz="1500" spc="455">
                <a:latin typeface="Times New Roman"/>
                <a:cs typeface="Times New Roman"/>
              </a:rPr>
              <a:t>B</a:t>
            </a:r>
            <a:r>
              <a:rPr dirty="0" sz="1500" spc="455">
                <a:latin typeface="宋体"/>
                <a:cs typeface="宋体"/>
              </a:rPr>
              <a:t>×</a:t>
            </a:r>
            <a:r>
              <a:rPr dirty="0" sz="1500" spc="455">
                <a:latin typeface="Times New Roman"/>
                <a:cs typeface="Times New Roman"/>
              </a:rPr>
              <a:t>C</a:t>
            </a:r>
            <a:r>
              <a:rPr dirty="0" sz="1500" spc="455">
                <a:latin typeface="宋体"/>
                <a:cs typeface="宋体"/>
              </a:rPr>
              <a:t>×</a:t>
            </a:r>
            <a:r>
              <a:rPr dirty="0" sz="1500" spc="455">
                <a:latin typeface="Times New Roman"/>
                <a:cs typeface="Times New Roman"/>
              </a:rPr>
              <a:t>D</a:t>
            </a:r>
            <a:endParaRPr sz="1500">
              <a:latin typeface="Times New Roman"/>
              <a:cs typeface="Times New Roman"/>
            </a:endParaRPr>
          </a:p>
        </p:txBody>
      </p:sp>
      <p:sp>
        <p:nvSpPr>
          <p:cNvPr id="74" name="object 74" descr=""/>
          <p:cNvSpPr txBox="1"/>
          <p:nvPr/>
        </p:nvSpPr>
        <p:spPr>
          <a:xfrm>
            <a:off x="10192597" y="3025651"/>
            <a:ext cx="114300" cy="178435"/>
          </a:xfrm>
          <a:prstGeom prst="rect">
            <a:avLst/>
          </a:prstGeom>
        </p:spPr>
        <p:txBody>
          <a:bodyPr wrap="square" lIns="0" tIns="12700" rIns="0" bIns="0" rtlCol="0" vert="horz">
            <a:spAutoFit/>
          </a:bodyPr>
          <a:lstStyle/>
          <a:p>
            <a:pPr marL="12700">
              <a:lnSpc>
                <a:spcPct val="100000"/>
              </a:lnSpc>
              <a:spcBef>
                <a:spcPts val="100"/>
              </a:spcBef>
            </a:pPr>
            <a:r>
              <a:rPr dirty="0" sz="1000" spc="145">
                <a:latin typeface="Times New Roman"/>
                <a:cs typeface="Times New Roman"/>
              </a:rPr>
              <a:t>1</a:t>
            </a:r>
            <a:endParaRPr sz="1000">
              <a:latin typeface="Times New Roman"/>
              <a:cs typeface="Times New Roman"/>
            </a:endParaRPr>
          </a:p>
        </p:txBody>
      </p:sp>
      <p:sp>
        <p:nvSpPr>
          <p:cNvPr id="75" name="object 75" descr=""/>
          <p:cNvSpPr txBox="1"/>
          <p:nvPr/>
        </p:nvSpPr>
        <p:spPr>
          <a:xfrm>
            <a:off x="10178811" y="3292353"/>
            <a:ext cx="114300" cy="440055"/>
          </a:xfrm>
          <a:prstGeom prst="rect">
            <a:avLst/>
          </a:prstGeom>
        </p:spPr>
        <p:txBody>
          <a:bodyPr wrap="square" lIns="0" tIns="12700" rIns="0" bIns="0" rtlCol="0" vert="horz">
            <a:spAutoFit/>
          </a:bodyPr>
          <a:lstStyle/>
          <a:p>
            <a:pPr marL="12700">
              <a:lnSpc>
                <a:spcPct val="100000"/>
              </a:lnSpc>
              <a:spcBef>
                <a:spcPts val="100"/>
              </a:spcBef>
            </a:pPr>
            <a:r>
              <a:rPr dirty="0" sz="1000" spc="145">
                <a:latin typeface="Times New Roman"/>
                <a:cs typeface="Times New Roman"/>
              </a:rPr>
              <a:t>2</a:t>
            </a:r>
            <a:endParaRPr sz="1000">
              <a:latin typeface="Times New Roman"/>
              <a:cs typeface="Times New Roman"/>
            </a:endParaRPr>
          </a:p>
          <a:p>
            <a:pPr marL="12700">
              <a:lnSpc>
                <a:spcPct val="100000"/>
              </a:lnSpc>
              <a:spcBef>
                <a:spcPts val="860"/>
              </a:spcBef>
            </a:pPr>
            <a:r>
              <a:rPr dirty="0" sz="1000" spc="145">
                <a:latin typeface="Times New Roman"/>
                <a:cs typeface="Times New Roman"/>
              </a:rPr>
              <a:t>3</a:t>
            </a:r>
            <a:endParaRPr sz="1000">
              <a:latin typeface="Times New Roman"/>
              <a:cs typeface="Times New Roman"/>
            </a:endParaRPr>
          </a:p>
        </p:txBody>
      </p:sp>
      <p:sp>
        <p:nvSpPr>
          <p:cNvPr id="76" name="object 76" descr=""/>
          <p:cNvSpPr txBox="1"/>
          <p:nvPr/>
        </p:nvSpPr>
        <p:spPr>
          <a:xfrm>
            <a:off x="10192597" y="3815223"/>
            <a:ext cx="114300" cy="178435"/>
          </a:xfrm>
          <a:prstGeom prst="rect">
            <a:avLst/>
          </a:prstGeom>
        </p:spPr>
        <p:txBody>
          <a:bodyPr wrap="square" lIns="0" tIns="12700" rIns="0" bIns="0" rtlCol="0" vert="horz">
            <a:spAutoFit/>
          </a:bodyPr>
          <a:lstStyle/>
          <a:p>
            <a:pPr marL="12700">
              <a:lnSpc>
                <a:spcPct val="100000"/>
              </a:lnSpc>
              <a:spcBef>
                <a:spcPts val="100"/>
              </a:spcBef>
            </a:pPr>
            <a:r>
              <a:rPr dirty="0" sz="1000" spc="145">
                <a:latin typeface="Times New Roman"/>
                <a:cs typeface="Times New Roman"/>
              </a:rPr>
              <a:t>4</a:t>
            </a:r>
            <a:endParaRPr sz="1000">
              <a:latin typeface="Times New Roman"/>
              <a:cs typeface="Times New Roman"/>
            </a:endParaRPr>
          </a:p>
        </p:txBody>
      </p:sp>
      <p:sp>
        <p:nvSpPr>
          <p:cNvPr id="77" name="object 77" descr=""/>
          <p:cNvSpPr/>
          <p:nvPr/>
        </p:nvSpPr>
        <p:spPr>
          <a:xfrm>
            <a:off x="3484806" y="6087296"/>
            <a:ext cx="499745" cy="0"/>
          </a:xfrm>
          <a:custGeom>
            <a:avLst/>
            <a:gdLst/>
            <a:ahLst/>
            <a:cxnLst/>
            <a:rect l="l" t="t" r="r" b="b"/>
            <a:pathLst>
              <a:path w="499745" h="0">
                <a:moveTo>
                  <a:pt x="0" y="0"/>
                </a:moveTo>
                <a:lnTo>
                  <a:pt x="499609" y="0"/>
                </a:lnTo>
              </a:path>
            </a:pathLst>
          </a:custGeom>
          <a:ln w="10425">
            <a:solidFill>
              <a:srgbClr val="000000"/>
            </a:solidFill>
          </a:ln>
        </p:spPr>
        <p:txBody>
          <a:bodyPr wrap="square" lIns="0" tIns="0" rIns="0" bIns="0" rtlCol="0"/>
          <a:lstStyle/>
          <a:p/>
        </p:txBody>
      </p:sp>
      <p:sp>
        <p:nvSpPr>
          <p:cNvPr id="78" name="object 78" descr=""/>
          <p:cNvSpPr txBox="1"/>
          <p:nvPr/>
        </p:nvSpPr>
        <p:spPr>
          <a:xfrm>
            <a:off x="2886416" y="5880951"/>
            <a:ext cx="541020" cy="334645"/>
          </a:xfrm>
          <a:prstGeom prst="rect">
            <a:avLst/>
          </a:prstGeom>
        </p:spPr>
        <p:txBody>
          <a:bodyPr wrap="square" lIns="0" tIns="15875" rIns="0" bIns="0" rtlCol="0" vert="horz">
            <a:spAutoFit/>
          </a:bodyPr>
          <a:lstStyle/>
          <a:p>
            <a:pPr marL="12700">
              <a:lnSpc>
                <a:spcPct val="100000"/>
              </a:lnSpc>
              <a:spcBef>
                <a:spcPts val="125"/>
              </a:spcBef>
            </a:pPr>
            <a:r>
              <a:rPr dirty="0" sz="2000" i="1">
                <a:latin typeface="Times New Roman"/>
                <a:cs typeface="Times New Roman"/>
              </a:rPr>
              <a:t>TP</a:t>
            </a:r>
            <a:r>
              <a:rPr dirty="0" sz="2000" spc="70" i="1">
                <a:latin typeface="Times New Roman"/>
                <a:cs typeface="Times New Roman"/>
              </a:rPr>
              <a:t> </a:t>
            </a:r>
            <a:r>
              <a:rPr dirty="0" sz="2000" spc="-50">
                <a:latin typeface="Symbol"/>
                <a:cs typeface="Symbol"/>
              </a:rPr>
              <a:t></a:t>
            </a:r>
            <a:endParaRPr sz="2000">
              <a:latin typeface="Symbol"/>
              <a:cs typeface="Symbol"/>
            </a:endParaRPr>
          </a:p>
        </p:txBody>
      </p:sp>
      <p:sp>
        <p:nvSpPr>
          <p:cNvPr id="79" name="object 79" descr=""/>
          <p:cNvSpPr txBox="1"/>
          <p:nvPr/>
        </p:nvSpPr>
        <p:spPr>
          <a:xfrm>
            <a:off x="3461089" y="6081353"/>
            <a:ext cx="510540" cy="334645"/>
          </a:xfrm>
          <a:prstGeom prst="rect">
            <a:avLst/>
          </a:prstGeom>
        </p:spPr>
        <p:txBody>
          <a:bodyPr wrap="square" lIns="0" tIns="15875" rIns="0" bIns="0" rtlCol="0" vert="horz">
            <a:spAutoFit/>
          </a:bodyPr>
          <a:lstStyle/>
          <a:p>
            <a:pPr marL="12700">
              <a:lnSpc>
                <a:spcPct val="100000"/>
              </a:lnSpc>
              <a:spcBef>
                <a:spcPts val="125"/>
              </a:spcBef>
            </a:pPr>
            <a:r>
              <a:rPr dirty="0" sz="2000" spc="-20">
                <a:latin typeface="Times New Roman"/>
                <a:cs typeface="Times New Roman"/>
              </a:rPr>
              <a:t>18</a:t>
            </a:r>
            <a:r>
              <a:rPr dirty="0" sz="2000" spc="-20">
                <a:latin typeface="Symbol"/>
                <a:cs typeface="Symbol"/>
              </a:rPr>
              <a:t></a:t>
            </a:r>
            <a:r>
              <a:rPr dirty="0" sz="2000" spc="-20" i="1">
                <a:latin typeface="Times New Roman"/>
                <a:cs typeface="Times New Roman"/>
              </a:rPr>
              <a:t>t</a:t>
            </a:r>
            <a:endParaRPr sz="2000">
              <a:latin typeface="Times New Roman"/>
              <a:cs typeface="Times New Roman"/>
            </a:endParaRPr>
          </a:p>
        </p:txBody>
      </p:sp>
      <p:sp>
        <p:nvSpPr>
          <p:cNvPr id="80" name="object 80" descr=""/>
          <p:cNvSpPr txBox="1"/>
          <p:nvPr/>
        </p:nvSpPr>
        <p:spPr>
          <a:xfrm>
            <a:off x="3657895" y="5719483"/>
            <a:ext cx="155575" cy="334645"/>
          </a:xfrm>
          <a:prstGeom prst="rect">
            <a:avLst/>
          </a:prstGeom>
        </p:spPr>
        <p:txBody>
          <a:bodyPr wrap="square" lIns="0" tIns="15875" rIns="0" bIns="0" rtlCol="0" vert="horz">
            <a:spAutoFit/>
          </a:bodyPr>
          <a:lstStyle/>
          <a:p>
            <a:pPr marL="12700">
              <a:lnSpc>
                <a:spcPct val="100000"/>
              </a:lnSpc>
              <a:spcBef>
                <a:spcPts val="125"/>
              </a:spcBef>
            </a:pPr>
            <a:r>
              <a:rPr dirty="0" sz="2000" spc="-50">
                <a:latin typeface="Times New Roman"/>
                <a:cs typeface="Times New Roman"/>
              </a:rPr>
              <a:t>7</a:t>
            </a:r>
            <a:endParaRPr sz="2000">
              <a:latin typeface="Times New Roman"/>
              <a:cs typeface="Times New Roman"/>
            </a:endParaRPr>
          </a:p>
        </p:txBody>
      </p:sp>
      <p:sp>
        <p:nvSpPr>
          <p:cNvPr id="81" name="object 81" descr=""/>
          <p:cNvSpPr/>
          <p:nvPr/>
        </p:nvSpPr>
        <p:spPr>
          <a:xfrm>
            <a:off x="5199314" y="6108110"/>
            <a:ext cx="534670" cy="0"/>
          </a:xfrm>
          <a:custGeom>
            <a:avLst/>
            <a:gdLst/>
            <a:ahLst/>
            <a:cxnLst/>
            <a:rect l="l" t="t" r="r" b="b"/>
            <a:pathLst>
              <a:path w="534670" h="0">
                <a:moveTo>
                  <a:pt x="0" y="0"/>
                </a:moveTo>
                <a:lnTo>
                  <a:pt x="534140" y="0"/>
                </a:lnTo>
              </a:path>
            </a:pathLst>
          </a:custGeom>
          <a:ln w="11591">
            <a:solidFill>
              <a:srgbClr val="000000"/>
            </a:solidFill>
          </a:ln>
        </p:spPr>
        <p:txBody>
          <a:bodyPr wrap="square" lIns="0" tIns="0" rIns="0" bIns="0" rtlCol="0"/>
          <a:lstStyle/>
          <a:p/>
        </p:txBody>
      </p:sp>
      <p:sp>
        <p:nvSpPr>
          <p:cNvPr id="82" name="object 82" descr=""/>
          <p:cNvSpPr txBox="1"/>
          <p:nvPr/>
        </p:nvSpPr>
        <p:spPr>
          <a:xfrm>
            <a:off x="5190098" y="6103050"/>
            <a:ext cx="517525" cy="339090"/>
          </a:xfrm>
          <a:prstGeom prst="rect">
            <a:avLst/>
          </a:prstGeom>
        </p:spPr>
        <p:txBody>
          <a:bodyPr wrap="square" lIns="0" tIns="13335" rIns="0" bIns="0" rtlCol="0" vert="horz">
            <a:spAutoFit/>
          </a:bodyPr>
          <a:lstStyle/>
          <a:p>
            <a:pPr marL="12700">
              <a:lnSpc>
                <a:spcPct val="100000"/>
              </a:lnSpc>
              <a:spcBef>
                <a:spcPts val="105"/>
              </a:spcBef>
            </a:pPr>
            <a:r>
              <a:rPr dirty="0" sz="2050" spc="-20">
                <a:latin typeface="Times New Roman"/>
                <a:cs typeface="Times New Roman"/>
              </a:rPr>
              <a:t>18</a:t>
            </a:r>
            <a:r>
              <a:rPr dirty="0" sz="2050" spc="-20">
                <a:latin typeface="Symbol"/>
                <a:cs typeface="Symbol"/>
              </a:rPr>
              <a:t></a:t>
            </a:r>
            <a:r>
              <a:rPr dirty="0" sz="2050" spc="-20" i="1">
                <a:latin typeface="Times New Roman"/>
                <a:cs typeface="Times New Roman"/>
              </a:rPr>
              <a:t>t</a:t>
            </a:r>
            <a:endParaRPr sz="2050">
              <a:latin typeface="Times New Roman"/>
              <a:cs typeface="Times New Roman"/>
            </a:endParaRPr>
          </a:p>
        </p:txBody>
      </p:sp>
      <p:sp>
        <p:nvSpPr>
          <p:cNvPr id="83" name="object 83" descr=""/>
          <p:cNvSpPr/>
          <p:nvPr/>
        </p:nvSpPr>
        <p:spPr>
          <a:xfrm>
            <a:off x="7145346" y="6115072"/>
            <a:ext cx="1169670" cy="0"/>
          </a:xfrm>
          <a:custGeom>
            <a:avLst/>
            <a:gdLst/>
            <a:ahLst/>
            <a:cxnLst/>
            <a:rect l="l" t="t" r="r" b="b"/>
            <a:pathLst>
              <a:path w="1169670" h="0">
                <a:moveTo>
                  <a:pt x="0" y="0"/>
                </a:moveTo>
                <a:lnTo>
                  <a:pt x="1169426" y="0"/>
                </a:lnTo>
              </a:path>
            </a:pathLst>
          </a:custGeom>
          <a:ln w="11323">
            <a:solidFill>
              <a:srgbClr val="000000"/>
            </a:solidFill>
          </a:ln>
        </p:spPr>
        <p:txBody>
          <a:bodyPr wrap="square" lIns="0" tIns="0" rIns="0" bIns="0" rtlCol="0"/>
          <a:lstStyle/>
          <a:p/>
        </p:txBody>
      </p:sp>
      <p:sp>
        <p:nvSpPr>
          <p:cNvPr id="84" name="object 84" descr=""/>
          <p:cNvSpPr txBox="1"/>
          <p:nvPr/>
        </p:nvSpPr>
        <p:spPr>
          <a:xfrm>
            <a:off x="7439116" y="6109818"/>
            <a:ext cx="589280" cy="332105"/>
          </a:xfrm>
          <a:prstGeom prst="rect">
            <a:avLst/>
          </a:prstGeom>
        </p:spPr>
        <p:txBody>
          <a:bodyPr wrap="square" lIns="0" tIns="13970" rIns="0" bIns="0" rtlCol="0" vert="horz">
            <a:spAutoFit/>
          </a:bodyPr>
          <a:lstStyle/>
          <a:p>
            <a:pPr marL="12700">
              <a:lnSpc>
                <a:spcPct val="100000"/>
              </a:lnSpc>
              <a:spcBef>
                <a:spcPts val="110"/>
              </a:spcBef>
            </a:pPr>
            <a:r>
              <a:rPr dirty="0" sz="2000">
                <a:latin typeface="Times New Roman"/>
                <a:cs typeface="Times New Roman"/>
              </a:rPr>
              <a:t>8</a:t>
            </a:r>
            <a:r>
              <a:rPr dirty="0" sz="2000" spc="-305">
                <a:latin typeface="Times New Roman"/>
                <a:cs typeface="Times New Roman"/>
              </a:rPr>
              <a:t> </a:t>
            </a:r>
            <a:r>
              <a:rPr dirty="0" sz="2000" spc="-25">
                <a:latin typeface="Symbol"/>
                <a:cs typeface="Symbol"/>
              </a:rPr>
              <a:t></a:t>
            </a:r>
            <a:r>
              <a:rPr dirty="0" sz="2000" spc="-25">
                <a:latin typeface="Times New Roman"/>
                <a:cs typeface="Times New Roman"/>
              </a:rPr>
              <a:t>18</a:t>
            </a:r>
            <a:endParaRPr sz="2000">
              <a:latin typeface="Times New Roman"/>
              <a:cs typeface="Times New Roman"/>
            </a:endParaRPr>
          </a:p>
        </p:txBody>
      </p:sp>
      <p:sp>
        <p:nvSpPr>
          <p:cNvPr id="85" name="object 85" descr=""/>
          <p:cNvSpPr txBox="1"/>
          <p:nvPr/>
        </p:nvSpPr>
        <p:spPr>
          <a:xfrm>
            <a:off x="6683751" y="5749466"/>
            <a:ext cx="2376805" cy="332105"/>
          </a:xfrm>
          <a:prstGeom prst="rect">
            <a:avLst/>
          </a:prstGeom>
        </p:spPr>
        <p:txBody>
          <a:bodyPr wrap="square" lIns="0" tIns="13970" rIns="0" bIns="0" rtlCol="0" vert="horz">
            <a:spAutoFit/>
          </a:bodyPr>
          <a:lstStyle/>
          <a:p>
            <a:pPr marL="38100">
              <a:lnSpc>
                <a:spcPct val="100000"/>
              </a:lnSpc>
              <a:spcBef>
                <a:spcPts val="110"/>
              </a:spcBef>
            </a:pPr>
            <a:r>
              <a:rPr dirty="0" baseline="-34722" sz="3000" i="1">
                <a:latin typeface="Times New Roman"/>
                <a:cs typeface="Times New Roman"/>
              </a:rPr>
              <a:t>E</a:t>
            </a:r>
            <a:r>
              <a:rPr dirty="0" baseline="-34722" sz="3000" spc="44" i="1">
                <a:latin typeface="Times New Roman"/>
                <a:cs typeface="Times New Roman"/>
              </a:rPr>
              <a:t> </a:t>
            </a:r>
            <a:r>
              <a:rPr dirty="0" baseline="-34722" sz="3000">
                <a:latin typeface="Symbol"/>
                <a:cs typeface="Symbol"/>
              </a:rPr>
              <a:t></a:t>
            </a:r>
            <a:r>
              <a:rPr dirty="0" baseline="-34722" sz="3000" spc="187">
                <a:latin typeface="Times New Roman"/>
                <a:cs typeface="Times New Roman"/>
              </a:rPr>
              <a:t> </a:t>
            </a:r>
            <a:r>
              <a:rPr dirty="0" sz="2000">
                <a:latin typeface="Times New Roman"/>
                <a:cs typeface="Times New Roman"/>
              </a:rPr>
              <a:t>4</a:t>
            </a:r>
            <a:r>
              <a:rPr dirty="0" sz="2000" spc="-285">
                <a:latin typeface="Times New Roman"/>
                <a:cs typeface="Times New Roman"/>
              </a:rPr>
              <a:t> </a:t>
            </a:r>
            <a:r>
              <a:rPr dirty="0" sz="2000">
                <a:latin typeface="Symbol"/>
                <a:cs typeface="Symbol"/>
              </a:rPr>
              <a:t></a:t>
            </a:r>
            <a:r>
              <a:rPr dirty="0" sz="2000" spc="-235">
                <a:latin typeface="Times New Roman"/>
                <a:cs typeface="Times New Roman"/>
              </a:rPr>
              <a:t> </a:t>
            </a:r>
            <a:r>
              <a:rPr dirty="0" sz="2000">
                <a:latin typeface="Times New Roman"/>
                <a:cs typeface="Times New Roman"/>
              </a:rPr>
              <a:t>6</a:t>
            </a:r>
            <a:r>
              <a:rPr dirty="0" sz="2000" spc="-160">
                <a:latin typeface="Times New Roman"/>
                <a:cs typeface="Times New Roman"/>
              </a:rPr>
              <a:t> </a:t>
            </a:r>
            <a:r>
              <a:rPr dirty="0" sz="2000">
                <a:latin typeface="Symbol"/>
                <a:cs typeface="Symbol"/>
              </a:rPr>
              <a:t></a:t>
            </a:r>
            <a:r>
              <a:rPr dirty="0" sz="2000" spc="-160">
                <a:latin typeface="Times New Roman"/>
                <a:cs typeface="Times New Roman"/>
              </a:rPr>
              <a:t> </a:t>
            </a:r>
            <a:r>
              <a:rPr dirty="0" sz="2000" spc="85">
                <a:latin typeface="Times New Roman"/>
                <a:cs typeface="Times New Roman"/>
              </a:rPr>
              <a:t>3</a:t>
            </a:r>
            <a:r>
              <a:rPr dirty="0" sz="2000" spc="85">
                <a:latin typeface="Symbol"/>
                <a:cs typeface="Symbol"/>
              </a:rPr>
              <a:t></a:t>
            </a:r>
            <a:r>
              <a:rPr dirty="0" sz="2000" spc="-200">
                <a:latin typeface="Times New Roman"/>
                <a:cs typeface="Times New Roman"/>
              </a:rPr>
              <a:t> </a:t>
            </a:r>
            <a:r>
              <a:rPr dirty="0" sz="2000">
                <a:latin typeface="Times New Roman"/>
                <a:cs typeface="Times New Roman"/>
              </a:rPr>
              <a:t>4</a:t>
            </a:r>
            <a:r>
              <a:rPr dirty="0" sz="2000" spc="100">
                <a:latin typeface="Times New Roman"/>
                <a:cs typeface="Times New Roman"/>
              </a:rPr>
              <a:t> </a:t>
            </a:r>
            <a:r>
              <a:rPr dirty="0" baseline="-34722" sz="3000">
                <a:latin typeface="Symbol"/>
                <a:cs typeface="Symbol"/>
              </a:rPr>
              <a:t></a:t>
            </a:r>
            <a:r>
              <a:rPr dirty="0" baseline="-34722" sz="3000" spc="-150">
                <a:latin typeface="Times New Roman"/>
                <a:cs typeface="Times New Roman"/>
              </a:rPr>
              <a:t> </a:t>
            </a:r>
            <a:r>
              <a:rPr dirty="0" baseline="-34722" sz="3000" spc="-30">
                <a:latin typeface="Times New Roman"/>
                <a:cs typeface="Times New Roman"/>
              </a:rPr>
              <a:t>0.25</a:t>
            </a:r>
            <a:endParaRPr baseline="-34722" sz="3000">
              <a:latin typeface="Times New Roman"/>
              <a:cs typeface="Times New Roman"/>
            </a:endParaRPr>
          </a:p>
        </p:txBody>
      </p:sp>
      <p:grpSp>
        <p:nvGrpSpPr>
          <p:cNvPr id="86" name="object 86" descr=""/>
          <p:cNvGrpSpPr/>
          <p:nvPr/>
        </p:nvGrpSpPr>
        <p:grpSpPr>
          <a:xfrm>
            <a:off x="2321620" y="755263"/>
            <a:ext cx="5439410" cy="615950"/>
            <a:chOff x="2321620" y="755263"/>
            <a:chExt cx="5439410" cy="615950"/>
          </a:xfrm>
        </p:grpSpPr>
        <p:sp>
          <p:nvSpPr>
            <p:cNvPr id="87" name="object 87" descr=""/>
            <p:cNvSpPr/>
            <p:nvPr/>
          </p:nvSpPr>
          <p:spPr>
            <a:xfrm>
              <a:off x="2816228" y="764153"/>
              <a:ext cx="429895" cy="598170"/>
            </a:xfrm>
            <a:custGeom>
              <a:avLst/>
              <a:gdLst/>
              <a:ahLst/>
              <a:cxnLst/>
              <a:rect l="l" t="t" r="r" b="b"/>
              <a:pathLst>
                <a:path w="429894" h="598169">
                  <a:moveTo>
                    <a:pt x="0" y="597941"/>
                  </a:moveTo>
                  <a:lnTo>
                    <a:pt x="429899" y="597941"/>
                  </a:lnTo>
                  <a:lnTo>
                    <a:pt x="429899" y="0"/>
                  </a:lnTo>
                  <a:lnTo>
                    <a:pt x="0" y="0"/>
                  </a:lnTo>
                  <a:lnTo>
                    <a:pt x="0" y="597941"/>
                  </a:lnTo>
                  <a:close/>
                </a:path>
              </a:pathLst>
            </a:custGeom>
            <a:ln w="17318">
              <a:solidFill>
                <a:srgbClr val="000000"/>
              </a:solidFill>
            </a:ln>
          </p:spPr>
          <p:txBody>
            <a:bodyPr wrap="square" lIns="0" tIns="0" rIns="0" bIns="0" rtlCol="0"/>
            <a:lstStyle/>
            <a:p/>
          </p:txBody>
        </p:sp>
        <p:sp>
          <p:nvSpPr>
            <p:cNvPr id="88" name="object 88" descr=""/>
            <p:cNvSpPr/>
            <p:nvPr/>
          </p:nvSpPr>
          <p:spPr>
            <a:xfrm>
              <a:off x="2323208" y="857794"/>
              <a:ext cx="497205" cy="85090"/>
            </a:xfrm>
            <a:custGeom>
              <a:avLst/>
              <a:gdLst/>
              <a:ahLst/>
              <a:cxnLst/>
              <a:rect l="l" t="t" r="r" b="b"/>
              <a:pathLst>
                <a:path w="497205" h="85090">
                  <a:moveTo>
                    <a:pt x="343399" y="0"/>
                  </a:moveTo>
                  <a:lnTo>
                    <a:pt x="392636" y="40750"/>
                  </a:lnTo>
                  <a:lnTo>
                    <a:pt x="343399" y="84675"/>
                  </a:lnTo>
                  <a:lnTo>
                    <a:pt x="450579" y="53983"/>
                  </a:lnTo>
                  <a:lnTo>
                    <a:pt x="392636" y="53983"/>
                  </a:lnTo>
                  <a:lnTo>
                    <a:pt x="398956" y="51324"/>
                  </a:lnTo>
                  <a:lnTo>
                    <a:pt x="405276" y="46048"/>
                  </a:lnTo>
                  <a:lnTo>
                    <a:pt x="405276" y="38627"/>
                  </a:lnTo>
                  <a:lnTo>
                    <a:pt x="402116" y="33351"/>
                  </a:lnTo>
                  <a:lnTo>
                    <a:pt x="398956" y="33351"/>
                  </a:lnTo>
                  <a:lnTo>
                    <a:pt x="392636" y="30691"/>
                  </a:lnTo>
                  <a:lnTo>
                    <a:pt x="458928" y="30691"/>
                  </a:lnTo>
                  <a:lnTo>
                    <a:pt x="343399" y="0"/>
                  </a:lnTo>
                  <a:close/>
                </a:path>
                <a:path w="497205" h="85090">
                  <a:moveTo>
                    <a:pt x="380482" y="30691"/>
                  </a:moveTo>
                  <a:lnTo>
                    <a:pt x="12625" y="30691"/>
                  </a:lnTo>
                  <a:lnTo>
                    <a:pt x="6312" y="33351"/>
                  </a:lnTo>
                  <a:lnTo>
                    <a:pt x="3154" y="33351"/>
                  </a:lnTo>
                  <a:lnTo>
                    <a:pt x="0" y="38627"/>
                  </a:lnTo>
                  <a:lnTo>
                    <a:pt x="0" y="46048"/>
                  </a:lnTo>
                  <a:lnTo>
                    <a:pt x="6312" y="51324"/>
                  </a:lnTo>
                  <a:lnTo>
                    <a:pt x="12625" y="53983"/>
                  </a:lnTo>
                  <a:lnTo>
                    <a:pt x="377802" y="53983"/>
                  </a:lnTo>
                  <a:lnTo>
                    <a:pt x="392636" y="40750"/>
                  </a:lnTo>
                  <a:lnTo>
                    <a:pt x="380482" y="30691"/>
                  </a:lnTo>
                  <a:close/>
                </a:path>
                <a:path w="497205" h="85090">
                  <a:moveTo>
                    <a:pt x="458928" y="30691"/>
                  </a:moveTo>
                  <a:lnTo>
                    <a:pt x="392636" y="30691"/>
                  </a:lnTo>
                  <a:lnTo>
                    <a:pt x="398956" y="33351"/>
                  </a:lnTo>
                  <a:lnTo>
                    <a:pt x="402116" y="33351"/>
                  </a:lnTo>
                  <a:lnTo>
                    <a:pt x="405276" y="38627"/>
                  </a:lnTo>
                  <a:lnTo>
                    <a:pt x="405276" y="46048"/>
                  </a:lnTo>
                  <a:lnTo>
                    <a:pt x="398956" y="51324"/>
                  </a:lnTo>
                  <a:lnTo>
                    <a:pt x="392636" y="53983"/>
                  </a:lnTo>
                  <a:lnTo>
                    <a:pt x="450579" y="53983"/>
                  </a:lnTo>
                  <a:lnTo>
                    <a:pt x="496791" y="40750"/>
                  </a:lnTo>
                  <a:lnTo>
                    <a:pt x="458928" y="30691"/>
                  </a:lnTo>
                  <a:close/>
                </a:path>
              </a:pathLst>
            </a:custGeom>
            <a:solidFill>
              <a:srgbClr val="993366"/>
            </a:solidFill>
          </p:spPr>
          <p:txBody>
            <a:bodyPr wrap="square" lIns="0" tIns="0" rIns="0" bIns="0" rtlCol="0"/>
            <a:lstStyle/>
            <a:p/>
          </p:txBody>
        </p:sp>
        <p:sp>
          <p:nvSpPr>
            <p:cNvPr id="89" name="object 89" descr=""/>
            <p:cNvSpPr/>
            <p:nvPr/>
          </p:nvSpPr>
          <p:spPr>
            <a:xfrm>
              <a:off x="2323208" y="857794"/>
              <a:ext cx="497205" cy="85090"/>
            </a:xfrm>
            <a:custGeom>
              <a:avLst/>
              <a:gdLst/>
              <a:ahLst/>
              <a:cxnLst/>
              <a:rect l="l" t="t" r="r" b="b"/>
              <a:pathLst>
                <a:path w="497205" h="85090">
                  <a:moveTo>
                    <a:pt x="12625" y="30691"/>
                  </a:moveTo>
                  <a:lnTo>
                    <a:pt x="392636" y="30691"/>
                  </a:lnTo>
                  <a:lnTo>
                    <a:pt x="398956" y="33351"/>
                  </a:lnTo>
                  <a:lnTo>
                    <a:pt x="402116" y="33351"/>
                  </a:lnTo>
                  <a:lnTo>
                    <a:pt x="405276" y="38627"/>
                  </a:lnTo>
                  <a:lnTo>
                    <a:pt x="405276" y="40750"/>
                  </a:lnTo>
                  <a:lnTo>
                    <a:pt x="405276" y="46048"/>
                  </a:lnTo>
                  <a:lnTo>
                    <a:pt x="402116" y="48686"/>
                  </a:lnTo>
                  <a:lnTo>
                    <a:pt x="398956" y="51324"/>
                  </a:lnTo>
                  <a:lnTo>
                    <a:pt x="392636" y="53983"/>
                  </a:lnTo>
                  <a:lnTo>
                    <a:pt x="12625" y="53983"/>
                  </a:lnTo>
                  <a:lnTo>
                    <a:pt x="0" y="38627"/>
                  </a:lnTo>
                  <a:lnTo>
                    <a:pt x="3154" y="33351"/>
                  </a:lnTo>
                  <a:lnTo>
                    <a:pt x="6312" y="33351"/>
                  </a:lnTo>
                  <a:lnTo>
                    <a:pt x="12625" y="30691"/>
                  </a:lnTo>
                  <a:close/>
                </a:path>
                <a:path w="497205" h="85090">
                  <a:moveTo>
                    <a:pt x="392636" y="40750"/>
                  </a:moveTo>
                  <a:lnTo>
                    <a:pt x="343399" y="0"/>
                  </a:lnTo>
                  <a:lnTo>
                    <a:pt x="496791" y="40750"/>
                  </a:lnTo>
                  <a:lnTo>
                    <a:pt x="343399" y="84675"/>
                  </a:lnTo>
                  <a:lnTo>
                    <a:pt x="392636" y="40750"/>
                  </a:lnTo>
                  <a:close/>
                </a:path>
              </a:pathLst>
            </a:custGeom>
            <a:ln w="3285">
              <a:solidFill>
                <a:srgbClr val="993366"/>
              </a:solidFill>
            </a:ln>
          </p:spPr>
          <p:txBody>
            <a:bodyPr wrap="square" lIns="0" tIns="0" rIns="0" bIns="0" rtlCol="0"/>
            <a:lstStyle/>
            <a:p/>
          </p:txBody>
        </p:sp>
        <p:sp>
          <p:nvSpPr>
            <p:cNvPr id="90" name="object 90" descr=""/>
            <p:cNvSpPr/>
            <p:nvPr/>
          </p:nvSpPr>
          <p:spPr>
            <a:xfrm>
              <a:off x="2323208" y="1192765"/>
              <a:ext cx="497205" cy="85725"/>
            </a:xfrm>
            <a:custGeom>
              <a:avLst/>
              <a:gdLst/>
              <a:ahLst/>
              <a:cxnLst/>
              <a:rect l="l" t="t" r="r" b="b"/>
              <a:pathLst>
                <a:path w="497205" h="85725">
                  <a:moveTo>
                    <a:pt x="343399" y="0"/>
                  </a:moveTo>
                  <a:lnTo>
                    <a:pt x="392636" y="41265"/>
                  </a:lnTo>
                  <a:lnTo>
                    <a:pt x="343399" y="85190"/>
                  </a:lnTo>
                  <a:lnTo>
                    <a:pt x="452451" y="53962"/>
                  </a:lnTo>
                  <a:lnTo>
                    <a:pt x="392636" y="53962"/>
                  </a:lnTo>
                  <a:lnTo>
                    <a:pt x="398956" y="51324"/>
                  </a:lnTo>
                  <a:lnTo>
                    <a:pt x="402116" y="48664"/>
                  </a:lnTo>
                  <a:lnTo>
                    <a:pt x="405276" y="46563"/>
                  </a:lnTo>
                  <a:lnTo>
                    <a:pt x="405276" y="38627"/>
                  </a:lnTo>
                  <a:lnTo>
                    <a:pt x="402116" y="33329"/>
                  </a:lnTo>
                  <a:lnTo>
                    <a:pt x="398956" y="33329"/>
                  </a:lnTo>
                  <a:lnTo>
                    <a:pt x="392636" y="30670"/>
                  </a:lnTo>
                  <a:lnTo>
                    <a:pt x="457407" y="30670"/>
                  </a:lnTo>
                  <a:lnTo>
                    <a:pt x="343399" y="0"/>
                  </a:lnTo>
                  <a:close/>
                </a:path>
                <a:path w="497205" h="85725">
                  <a:moveTo>
                    <a:pt x="379994" y="30670"/>
                  </a:moveTo>
                  <a:lnTo>
                    <a:pt x="12625" y="30670"/>
                  </a:lnTo>
                  <a:lnTo>
                    <a:pt x="6312" y="33329"/>
                  </a:lnTo>
                  <a:lnTo>
                    <a:pt x="3154" y="33329"/>
                  </a:lnTo>
                  <a:lnTo>
                    <a:pt x="0" y="38627"/>
                  </a:lnTo>
                  <a:lnTo>
                    <a:pt x="0" y="46563"/>
                  </a:lnTo>
                  <a:lnTo>
                    <a:pt x="3154" y="48664"/>
                  </a:lnTo>
                  <a:lnTo>
                    <a:pt x="6312" y="51324"/>
                  </a:lnTo>
                  <a:lnTo>
                    <a:pt x="12625" y="53962"/>
                  </a:lnTo>
                  <a:lnTo>
                    <a:pt x="378403" y="53962"/>
                  </a:lnTo>
                  <a:lnTo>
                    <a:pt x="392636" y="41265"/>
                  </a:lnTo>
                  <a:lnTo>
                    <a:pt x="379994" y="30670"/>
                  </a:lnTo>
                  <a:close/>
                </a:path>
                <a:path w="497205" h="85725">
                  <a:moveTo>
                    <a:pt x="457407" y="30670"/>
                  </a:moveTo>
                  <a:lnTo>
                    <a:pt x="392636" y="30670"/>
                  </a:lnTo>
                  <a:lnTo>
                    <a:pt x="398956" y="33329"/>
                  </a:lnTo>
                  <a:lnTo>
                    <a:pt x="402116" y="33329"/>
                  </a:lnTo>
                  <a:lnTo>
                    <a:pt x="405276" y="38627"/>
                  </a:lnTo>
                  <a:lnTo>
                    <a:pt x="405276" y="46563"/>
                  </a:lnTo>
                  <a:lnTo>
                    <a:pt x="402116" y="48664"/>
                  </a:lnTo>
                  <a:lnTo>
                    <a:pt x="398956" y="51324"/>
                  </a:lnTo>
                  <a:lnTo>
                    <a:pt x="392636" y="53962"/>
                  </a:lnTo>
                  <a:lnTo>
                    <a:pt x="452451" y="53962"/>
                  </a:lnTo>
                  <a:lnTo>
                    <a:pt x="496791" y="41265"/>
                  </a:lnTo>
                  <a:lnTo>
                    <a:pt x="457407" y="30670"/>
                  </a:lnTo>
                  <a:close/>
                </a:path>
              </a:pathLst>
            </a:custGeom>
            <a:solidFill>
              <a:srgbClr val="0000FF"/>
            </a:solidFill>
          </p:spPr>
          <p:txBody>
            <a:bodyPr wrap="square" lIns="0" tIns="0" rIns="0" bIns="0" rtlCol="0"/>
            <a:lstStyle/>
            <a:p/>
          </p:txBody>
        </p:sp>
        <p:sp>
          <p:nvSpPr>
            <p:cNvPr id="91" name="object 91" descr=""/>
            <p:cNvSpPr/>
            <p:nvPr/>
          </p:nvSpPr>
          <p:spPr>
            <a:xfrm>
              <a:off x="2323208" y="1192765"/>
              <a:ext cx="497205" cy="85725"/>
            </a:xfrm>
            <a:custGeom>
              <a:avLst/>
              <a:gdLst/>
              <a:ahLst/>
              <a:cxnLst/>
              <a:rect l="l" t="t" r="r" b="b"/>
              <a:pathLst>
                <a:path w="497205" h="85725">
                  <a:moveTo>
                    <a:pt x="12625" y="30670"/>
                  </a:moveTo>
                  <a:lnTo>
                    <a:pt x="392636" y="30670"/>
                  </a:lnTo>
                  <a:lnTo>
                    <a:pt x="398956" y="33329"/>
                  </a:lnTo>
                  <a:lnTo>
                    <a:pt x="402116" y="33329"/>
                  </a:lnTo>
                  <a:lnTo>
                    <a:pt x="405276" y="38627"/>
                  </a:lnTo>
                  <a:lnTo>
                    <a:pt x="405276" y="41265"/>
                  </a:lnTo>
                  <a:lnTo>
                    <a:pt x="405276" y="46563"/>
                  </a:lnTo>
                  <a:lnTo>
                    <a:pt x="402116" y="48664"/>
                  </a:lnTo>
                  <a:lnTo>
                    <a:pt x="398956" y="51324"/>
                  </a:lnTo>
                  <a:lnTo>
                    <a:pt x="392636" y="53962"/>
                  </a:lnTo>
                  <a:lnTo>
                    <a:pt x="12625" y="53962"/>
                  </a:lnTo>
                  <a:lnTo>
                    <a:pt x="6312" y="51324"/>
                  </a:lnTo>
                  <a:lnTo>
                    <a:pt x="3154" y="48664"/>
                  </a:lnTo>
                  <a:lnTo>
                    <a:pt x="0" y="46563"/>
                  </a:lnTo>
                  <a:lnTo>
                    <a:pt x="0" y="41265"/>
                  </a:lnTo>
                  <a:lnTo>
                    <a:pt x="0" y="38627"/>
                  </a:lnTo>
                  <a:lnTo>
                    <a:pt x="3154" y="33329"/>
                  </a:lnTo>
                  <a:lnTo>
                    <a:pt x="6312" y="33329"/>
                  </a:lnTo>
                  <a:lnTo>
                    <a:pt x="12625" y="30670"/>
                  </a:lnTo>
                  <a:close/>
                </a:path>
                <a:path w="497205" h="85725">
                  <a:moveTo>
                    <a:pt x="392636" y="41265"/>
                  </a:moveTo>
                  <a:lnTo>
                    <a:pt x="343399" y="0"/>
                  </a:lnTo>
                  <a:lnTo>
                    <a:pt x="496791" y="41265"/>
                  </a:lnTo>
                  <a:lnTo>
                    <a:pt x="343399" y="85190"/>
                  </a:lnTo>
                  <a:lnTo>
                    <a:pt x="392636" y="41265"/>
                  </a:lnTo>
                  <a:close/>
                </a:path>
              </a:pathLst>
            </a:custGeom>
            <a:ln w="3285">
              <a:solidFill>
                <a:srgbClr val="0000FF"/>
              </a:solidFill>
            </a:ln>
          </p:spPr>
          <p:txBody>
            <a:bodyPr wrap="square" lIns="0" tIns="0" rIns="0" bIns="0" rtlCol="0"/>
            <a:lstStyle/>
            <a:p/>
          </p:txBody>
        </p:sp>
        <p:sp>
          <p:nvSpPr>
            <p:cNvPr id="92" name="object 92" descr=""/>
            <p:cNvSpPr/>
            <p:nvPr/>
          </p:nvSpPr>
          <p:spPr>
            <a:xfrm>
              <a:off x="7368923" y="1195403"/>
              <a:ext cx="390525" cy="87630"/>
            </a:xfrm>
            <a:custGeom>
              <a:avLst/>
              <a:gdLst/>
              <a:ahLst/>
              <a:cxnLst/>
              <a:rect l="l" t="t" r="r" b="b"/>
              <a:pathLst>
                <a:path w="390525" h="87630">
                  <a:moveTo>
                    <a:pt x="236751" y="0"/>
                  </a:moveTo>
                  <a:lnTo>
                    <a:pt x="285172" y="43924"/>
                  </a:lnTo>
                  <a:lnTo>
                    <a:pt x="236751" y="87313"/>
                  </a:lnTo>
                  <a:lnTo>
                    <a:pt x="354677" y="53962"/>
                  </a:lnTo>
                  <a:lnTo>
                    <a:pt x="291543" y="53962"/>
                  </a:lnTo>
                  <a:lnTo>
                    <a:pt x="294856" y="51324"/>
                  </a:lnTo>
                  <a:lnTo>
                    <a:pt x="297914" y="48686"/>
                  </a:lnTo>
                  <a:lnTo>
                    <a:pt x="297914" y="38627"/>
                  </a:lnTo>
                  <a:lnTo>
                    <a:pt x="294856" y="35989"/>
                  </a:lnTo>
                  <a:lnTo>
                    <a:pt x="291543" y="33329"/>
                  </a:lnTo>
                  <a:lnTo>
                    <a:pt x="353163" y="33329"/>
                  </a:lnTo>
                  <a:lnTo>
                    <a:pt x="236751" y="0"/>
                  </a:lnTo>
                  <a:close/>
                </a:path>
                <a:path w="390525" h="87630">
                  <a:moveTo>
                    <a:pt x="273493" y="33329"/>
                  </a:moveTo>
                  <a:lnTo>
                    <a:pt x="6371" y="33329"/>
                  </a:lnTo>
                  <a:lnTo>
                    <a:pt x="3058" y="35989"/>
                  </a:lnTo>
                  <a:lnTo>
                    <a:pt x="0" y="38627"/>
                  </a:lnTo>
                  <a:lnTo>
                    <a:pt x="0" y="48686"/>
                  </a:lnTo>
                  <a:lnTo>
                    <a:pt x="3058" y="51324"/>
                  </a:lnTo>
                  <a:lnTo>
                    <a:pt x="6371" y="53962"/>
                  </a:lnTo>
                  <a:lnTo>
                    <a:pt x="273971" y="53962"/>
                  </a:lnTo>
                  <a:lnTo>
                    <a:pt x="285172" y="43924"/>
                  </a:lnTo>
                  <a:lnTo>
                    <a:pt x="273493" y="33329"/>
                  </a:lnTo>
                  <a:close/>
                </a:path>
                <a:path w="390525" h="87630">
                  <a:moveTo>
                    <a:pt x="353163" y="33329"/>
                  </a:moveTo>
                  <a:lnTo>
                    <a:pt x="291543" y="33329"/>
                  </a:lnTo>
                  <a:lnTo>
                    <a:pt x="294856" y="35989"/>
                  </a:lnTo>
                  <a:lnTo>
                    <a:pt x="297914" y="38627"/>
                  </a:lnTo>
                  <a:lnTo>
                    <a:pt x="297914" y="48686"/>
                  </a:lnTo>
                  <a:lnTo>
                    <a:pt x="294856" y="51324"/>
                  </a:lnTo>
                  <a:lnTo>
                    <a:pt x="291543" y="53962"/>
                  </a:lnTo>
                  <a:lnTo>
                    <a:pt x="354677" y="53962"/>
                  </a:lnTo>
                  <a:lnTo>
                    <a:pt x="390169" y="43924"/>
                  </a:lnTo>
                  <a:lnTo>
                    <a:pt x="353163" y="33329"/>
                  </a:lnTo>
                  <a:close/>
                </a:path>
              </a:pathLst>
            </a:custGeom>
            <a:solidFill>
              <a:srgbClr val="0000FF"/>
            </a:solidFill>
          </p:spPr>
          <p:txBody>
            <a:bodyPr wrap="square" lIns="0" tIns="0" rIns="0" bIns="0" rtlCol="0"/>
            <a:lstStyle/>
            <a:p/>
          </p:txBody>
        </p:sp>
        <p:sp>
          <p:nvSpPr>
            <p:cNvPr id="93" name="object 93" descr=""/>
            <p:cNvSpPr/>
            <p:nvPr/>
          </p:nvSpPr>
          <p:spPr>
            <a:xfrm>
              <a:off x="7368923" y="1195403"/>
              <a:ext cx="390525" cy="87630"/>
            </a:xfrm>
            <a:custGeom>
              <a:avLst/>
              <a:gdLst/>
              <a:ahLst/>
              <a:cxnLst/>
              <a:rect l="l" t="t" r="r" b="b"/>
              <a:pathLst>
                <a:path w="390525" h="87630">
                  <a:moveTo>
                    <a:pt x="12487" y="33329"/>
                  </a:moveTo>
                  <a:lnTo>
                    <a:pt x="285172" y="33329"/>
                  </a:lnTo>
                  <a:lnTo>
                    <a:pt x="291543" y="33329"/>
                  </a:lnTo>
                  <a:lnTo>
                    <a:pt x="294856" y="35989"/>
                  </a:lnTo>
                  <a:lnTo>
                    <a:pt x="297914" y="38627"/>
                  </a:lnTo>
                  <a:lnTo>
                    <a:pt x="297914" y="43924"/>
                  </a:lnTo>
                  <a:lnTo>
                    <a:pt x="297914" y="48686"/>
                  </a:lnTo>
                  <a:lnTo>
                    <a:pt x="294856" y="51324"/>
                  </a:lnTo>
                  <a:lnTo>
                    <a:pt x="291543" y="53962"/>
                  </a:lnTo>
                  <a:lnTo>
                    <a:pt x="285172" y="53962"/>
                  </a:lnTo>
                  <a:lnTo>
                    <a:pt x="12487" y="53962"/>
                  </a:lnTo>
                  <a:lnTo>
                    <a:pt x="0" y="38627"/>
                  </a:lnTo>
                  <a:lnTo>
                    <a:pt x="3058" y="35989"/>
                  </a:lnTo>
                  <a:lnTo>
                    <a:pt x="6371" y="33329"/>
                  </a:lnTo>
                  <a:lnTo>
                    <a:pt x="12487" y="33329"/>
                  </a:lnTo>
                  <a:close/>
                </a:path>
                <a:path w="390525" h="87630">
                  <a:moveTo>
                    <a:pt x="285172" y="43924"/>
                  </a:moveTo>
                  <a:lnTo>
                    <a:pt x="236751" y="0"/>
                  </a:lnTo>
                  <a:lnTo>
                    <a:pt x="390169" y="43924"/>
                  </a:lnTo>
                  <a:lnTo>
                    <a:pt x="236751" y="87313"/>
                  </a:lnTo>
                  <a:lnTo>
                    <a:pt x="285172" y="43924"/>
                  </a:lnTo>
                  <a:close/>
                </a:path>
              </a:pathLst>
            </a:custGeom>
            <a:ln w="3285">
              <a:solidFill>
                <a:srgbClr val="0000FF"/>
              </a:solidFill>
            </a:ln>
          </p:spPr>
          <p:txBody>
            <a:bodyPr wrap="square" lIns="0" tIns="0" rIns="0" bIns="0" rtlCol="0"/>
            <a:lstStyle/>
            <a:p/>
          </p:txBody>
        </p:sp>
      </p:grpSp>
      <p:sp>
        <p:nvSpPr>
          <p:cNvPr id="94" name="object 94" descr=""/>
          <p:cNvSpPr txBox="1"/>
          <p:nvPr/>
        </p:nvSpPr>
        <p:spPr>
          <a:xfrm>
            <a:off x="2816228" y="764153"/>
            <a:ext cx="429895" cy="598170"/>
          </a:xfrm>
          <a:prstGeom prst="rect">
            <a:avLst/>
          </a:prstGeom>
          <a:solidFill>
            <a:srgbClr val="FFFF99"/>
          </a:solidFill>
        </p:spPr>
        <p:txBody>
          <a:bodyPr wrap="square" lIns="0" tIns="155575" rIns="0" bIns="0" rtlCol="0" vert="horz">
            <a:spAutoFit/>
          </a:bodyPr>
          <a:lstStyle/>
          <a:p>
            <a:pPr algn="ctr" marL="5715">
              <a:lnSpc>
                <a:spcPct val="100000"/>
              </a:lnSpc>
              <a:spcBef>
                <a:spcPts val="1225"/>
              </a:spcBef>
            </a:pPr>
            <a:r>
              <a:rPr dirty="0" sz="1800" spc="110" b="1">
                <a:latin typeface="Times New Roman"/>
                <a:cs typeface="Times New Roman"/>
              </a:rPr>
              <a:t>1</a:t>
            </a:r>
            <a:endParaRPr sz="1800">
              <a:latin typeface="Times New Roman"/>
              <a:cs typeface="Times New Roman"/>
            </a:endParaRPr>
          </a:p>
        </p:txBody>
      </p:sp>
      <p:sp>
        <p:nvSpPr>
          <p:cNvPr id="95" name="object 95" descr=""/>
          <p:cNvSpPr txBox="1"/>
          <p:nvPr/>
        </p:nvSpPr>
        <p:spPr>
          <a:xfrm>
            <a:off x="3889996"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2</a:t>
            </a:r>
            <a:endParaRPr sz="1800">
              <a:latin typeface="Times New Roman"/>
              <a:cs typeface="Times New Roman"/>
            </a:endParaRPr>
          </a:p>
        </p:txBody>
      </p:sp>
      <p:sp>
        <p:nvSpPr>
          <p:cNvPr id="96" name="object 96" descr=""/>
          <p:cNvSpPr txBox="1"/>
          <p:nvPr/>
        </p:nvSpPr>
        <p:spPr>
          <a:xfrm>
            <a:off x="4816692"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algn="ctr">
              <a:lnSpc>
                <a:spcPct val="100000"/>
              </a:lnSpc>
              <a:spcBef>
                <a:spcPts val="1285"/>
              </a:spcBef>
            </a:pPr>
            <a:r>
              <a:rPr dirty="0" sz="1800" spc="110" b="1">
                <a:latin typeface="Times New Roman"/>
                <a:cs typeface="Times New Roman"/>
              </a:rPr>
              <a:t>3</a:t>
            </a:r>
            <a:endParaRPr sz="1800">
              <a:latin typeface="Times New Roman"/>
              <a:cs typeface="Times New Roman"/>
            </a:endParaRPr>
          </a:p>
        </p:txBody>
      </p:sp>
      <p:sp>
        <p:nvSpPr>
          <p:cNvPr id="97" name="object 97" descr=""/>
          <p:cNvSpPr txBox="1"/>
          <p:nvPr/>
        </p:nvSpPr>
        <p:spPr>
          <a:xfrm>
            <a:off x="5754729" y="764153"/>
            <a:ext cx="429895" cy="598170"/>
          </a:xfrm>
          <a:prstGeom prst="rect">
            <a:avLst/>
          </a:prstGeom>
          <a:solidFill>
            <a:srgbClr val="FFFF99"/>
          </a:solidFill>
          <a:ln w="17529">
            <a:solidFill>
              <a:srgbClr val="000000"/>
            </a:solidFill>
          </a:ln>
        </p:spPr>
        <p:txBody>
          <a:bodyPr wrap="square" lIns="0" tIns="163195" rIns="0" bIns="0" rtlCol="0" vert="horz">
            <a:spAutoFit/>
          </a:bodyPr>
          <a:lstStyle/>
          <a:p>
            <a:pPr marL="156210">
              <a:lnSpc>
                <a:spcPct val="100000"/>
              </a:lnSpc>
              <a:spcBef>
                <a:spcPts val="1285"/>
              </a:spcBef>
            </a:pPr>
            <a:r>
              <a:rPr dirty="0" sz="1800" spc="110" b="1">
                <a:latin typeface="Times New Roman"/>
                <a:cs typeface="Times New Roman"/>
              </a:rPr>
              <a:t>4</a:t>
            </a:r>
            <a:endParaRPr sz="1800">
              <a:latin typeface="Times New Roman"/>
              <a:cs typeface="Times New Roman"/>
            </a:endParaRPr>
          </a:p>
        </p:txBody>
      </p:sp>
      <p:sp>
        <p:nvSpPr>
          <p:cNvPr id="98" name="object 98" descr=""/>
          <p:cNvSpPr txBox="1"/>
          <p:nvPr/>
        </p:nvSpPr>
        <p:spPr>
          <a:xfrm>
            <a:off x="6681349" y="764153"/>
            <a:ext cx="429259" cy="598170"/>
          </a:xfrm>
          <a:prstGeom prst="rect">
            <a:avLst/>
          </a:prstGeom>
          <a:solidFill>
            <a:srgbClr val="FFFF99"/>
          </a:solidFill>
          <a:ln w="17531">
            <a:solidFill>
              <a:srgbClr val="000000"/>
            </a:solidFill>
          </a:ln>
        </p:spPr>
        <p:txBody>
          <a:bodyPr wrap="square" lIns="0" tIns="163195" rIns="0" bIns="0" rtlCol="0" vert="horz">
            <a:spAutoFit/>
          </a:bodyPr>
          <a:lstStyle/>
          <a:p>
            <a:pPr marL="153035">
              <a:lnSpc>
                <a:spcPct val="100000"/>
              </a:lnSpc>
              <a:spcBef>
                <a:spcPts val="1285"/>
              </a:spcBef>
            </a:pPr>
            <a:r>
              <a:rPr dirty="0" sz="1800" spc="110" b="1">
                <a:latin typeface="Times New Roman"/>
                <a:cs typeface="Times New Roman"/>
              </a:rPr>
              <a:t>5</a:t>
            </a:r>
            <a:endParaRPr sz="1800">
              <a:latin typeface="Times New Roman"/>
              <a:cs typeface="Times New Roman"/>
            </a:endParaRPr>
          </a:p>
        </p:txBody>
      </p:sp>
      <p:sp>
        <p:nvSpPr>
          <p:cNvPr id="99" name="object 99" descr=""/>
          <p:cNvSpPr txBox="1"/>
          <p:nvPr/>
        </p:nvSpPr>
        <p:spPr>
          <a:xfrm>
            <a:off x="5027441" y="1609488"/>
            <a:ext cx="491490" cy="258445"/>
          </a:xfrm>
          <a:prstGeom prst="rect">
            <a:avLst/>
          </a:prstGeom>
        </p:spPr>
        <p:txBody>
          <a:bodyPr wrap="square" lIns="0" tIns="15875" rIns="0" bIns="0" rtlCol="0" vert="horz">
            <a:spAutoFit/>
          </a:bodyPr>
          <a:lstStyle/>
          <a:p>
            <a:pPr marL="12700">
              <a:lnSpc>
                <a:spcPct val="100000"/>
              </a:lnSpc>
              <a:spcBef>
                <a:spcPts val="125"/>
              </a:spcBef>
            </a:pPr>
            <a:r>
              <a:rPr dirty="0" sz="1500" spc="290">
                <a:solidFill>
                  <a:srgbClr val="0000FF"/>
                </a:solidFill>
                <a:latin typeface="宋体"/>
                <a:cs typeface="宋体"/>
              </a:rPr>
              <a:t>乘法</a:t>
            </a:r>
            <a:endParaRPr sz="1500">
              <a:latin typeface="宋体"/>
              <a:cs typeface="宋体"/>
            </a:endParaRPr>
          </a:p>
        </p:txBody>
      </p:sp>
      <p:sp>
        <p:nvSpPr>
          <p:cNvPr id="100" name="object 100" descr=""/>
          <p:cNvSpPr txBox="1"/>
          <p:nvPr/>
        </p:nvSpPr>
        <p:spPr>
          <a:xfrm>
            <a:off x="7819024" y="209336"/>
            <a:ext cx="719455" cy="258445"/>
          </a:xfrm>
          <a:prstGeom prst="rect">
            <a:avLst/>
          </a:prstGeom>
        </p:spPr>
        <p:txBody>
          <a:bodyPr wrap="square" lIns="0" tIns="15875" rIns="0" bIns="0" rtlCol="0" vert="horz">
            <a:spAutoFit/>
          </a:bodyPr>
          <a:lstStyle/>
          <a:p>
            <a:pPr marL="12700">
              <a:lnSpc>
                <a:spcPct val="100000"/>
              </a:lnSpc>
              <a:spcBef>
                <a:spcPts val="125"/>
              </a:spcBef>
            </a:pPr>
            <a:r>
              <a:rPr dirty="0" sz="1500" spc="285">
                <a:solidFill>
                  <a:srgbClr val="993366"/>
                </a:solidFill>
                <a:latin typeface="宋体"/>
                <a:cs typeface="宋体"/>
              </a:rPr>
              <a:t>加减法</a:t>
            </a:r>
            <a:endParaRPr sz="1500">
              <a:latin typeface="宋体"/>
              <a:cs typeface="宋体"/>
            </a:endParaRPr>
          </a:p>
        </p:txBody>
      </p:sp>
      <p:grpSp>
        <p:nvGrpSpPr>
          <p:cNvPr id="101" name="object 101" descr=""/>
          <p:cNvGrpSpPr/>
          <p:nvPr/>
        </p:nvGrpSpPr>
        <p:grpSpPr>
          <a:xfrm>
            <a:off x="3232536" y="747306"/>
            <a:ext cx="5429885" cy="619125"/>
            <a:chOff x="3232536" y="747306"/>
            <a:chExt cx="5429885" cy="619125"/>
          </a:xfrm>
        </p:grpSpPr>
        <p:sp>
          <p:nvSpPr>
            <p:cNvPr id="102" name="object 102" descr=""/>
            <p:cNvSpPr/>
            <p:nvPr/>
          </p:nvSpPr>
          <p:spPr>
            <a:xfrm>
              <a:off x="3234124" y="862555"/>
              <a:ext cx="659765" cy="88265"/>
            </a:xfrm>
            <a:custGeom>
              <a:avLst/>
              <a:gdLst/>
              <a:ahLst/>
              <a:cxnLst/>
              <a:rect l="l" t="t" r="r" b="b"/>
              <a:pathLst>
                <a:path w="659764" h="88265">
                  <a:moveTo>
                    <a:pt x="506276" y="0"/>
                  </a:moveTo>
                  <a:lnTo>
                    <a:pt x="555513" y="43924"/>
                  </a:lnTo>
                  <a:lnTo>
                    <a:pt x="506276" y="87849"/>
                  </a:lnTo>
                  <a:lnTo>
                    <a:pt x="622743" y="54498"/>
                  </a:lnTo>
                  <a:lnTo>
                    <a:pt x="561807" y="54498"/>
                  </a:lnTo>
                  <a:lnTo>
                    <a:pt x="564330" y="51860"/>
                  </a:lnTo>
                  <a:lnTo>
                    <a:pt x="567490" y="49222"/>
                  </a:lnTo>
                  <a:lnTo>
                    <a:pt x="567490" y="38627"/>
                  </a:lnTo>
                  <a:lnTo>
                    <a:pt x="561807" y="33866"/>
                  </a:lnTo>
                  <a:lnTo>
                    <a:pt x="624541" y="33866"/>
                  </a:lnTo>
                  <a:lnTo>
                    <a:pt x="506276" y="0"/>
                  </a:lnTo>
                  <a:close/>
                </a:path>
                <a:path w="659764" h="88265">
                  <a:moveTo>
                    <a:pt x="544237" y="33865"/>
                  </a:moveTo>
                  <a:lnTo>
                    <a:pt x="9454" y="33865"/>
                  </a:lnTo>
                  <a:lnTo>
                    <a:pt x="6294" y="35989"/>
                  </a:lnTo>
                  <a:lnTo>
                    <a:pt x="3160" y="38627"/>
                  </a:lnTo>
                  <a:lnTo>
                    <a:pt x="0" y="43924"/>
                  </a:lnTo>
                  <a:lnTo>
                    <a:pt x="3160" y="49222"/>
                  </a:lnTo>
                  <a:lnTo>
                    <a:pt x="9454" y="54498"/>
                  </a:lnTo>
                  <a:lnTo>
                    <a:pt x="543660" y="54498"/>
                  </a:lnTo>
                  <a:lnTo>
                    <a:pt x="555513" y="43924"/>
                  </a:lnTo>
                  <a:lnTo>
                    <a:pt x="544237" y="33865"/>
                  </a:lnTo>
                  <a:close/>
                </a:path>
                <a:path w="659764" h="88265">
                  <a:moveTo>
                    <a:pt x="624541" y="33866"/>
                  </a:moveTo>
                  <a:lnTo>
                    <a:pt x="561807" y="33866"/>
                  </a:lnTo>
                  <a:lnTo>
                    <a:pt x="567490" y="38627"/>
                  </a:lnTo>
                  <a:lnTo>
                    <a:pt x="567490" y="49222"/>
                  </a:lnTo>
                  <a:lnTo>
                    <a:pt x="564330" y="51860"/>
                  </a:lnTo>
                  <a:lnTo>
                    <a:pt x="561807" y="54498"/>
                  </a:lnTo>
                  <a:lnTo>
                    <a:pt x="622743" y="54498"/>
                  </a:lnTo>
                  <a:lnTo>
                    <a:pt x="659668" y="43924"/>
                  </a:lnTo>
                  <a:lnTo>
                    <a:pt x="624541" y="33866"/>
                  </a:lnTo>
                  <a:close/>
                </a:path>
              </a:pathLst>
            </a:custGeom>
            <a:solidFill>
              <a:srgbClr val="993366"/>
            </a:solidFill>
          </p:spPr>
          <p:txBody>
            <a:bodyPr wrap="square" lIns="0" tIns="0" rIns="0" bIns="0" rtlCol="0"/>
            <a:lstStyle/>
            <a:p/>
          </p:txBody>
        </p:sp>
        <p:sp>
          <p:nvSpPr>
            <p:cNvPr id="103" name="object 103" descr=""/>
            <p:cNvSpPr/>
            <p:nvPr/>
          </p:nvSpPr>
          <p:spPr>
            <a:xfrm>
              <a:off x="3234124" y="862555"/>
              <a:ext cx="659765" cy="88265"/>
            </a:xfrm>
            <a:custGeom>
              <a:avLst/>
              <a:gdLst/>
              <a:ahLst/>
              <a:cxnLst/>
              <a:rect l="l" t="t" r="r" b="b"/>
              <a:pathLst>
                <a:path w="659764" h="88265">
                  <a:moveTo>
                    <a:pt x="15774" y="33865"/>
                  </a:moveTo>
                  <a:lnTo>
                    <a:pt x="555513" y="33866"/>
                  </a:lnTo>
                  <a:lnTo>
                    <a:pt x="561807" y="33866"/>
                  </a:lnTo>
                  <a:lnTo>
                    <a:pt x="564330" y="35989"/>
                  </a:lnTo>
                  <a:lnTo>
                    <a:pt x="567491" y="38627"/>
                  </a:lnTo>
                  <a:lnTo>
                    <a:pt x="567491" y="43924"/>
                  </a:lnTo>
                  <a:lnTo>
                    <a:pt x="567491" y="49222"/>
                  </a:lnTo>
                  <a:lnTo>
                    <a:pt x="564330" y="51860"/>
                  </a:lnTo>
                  <a:lnTo>
                    <a:pt x="561807" y="54498"/>
                  </a:lnTo>
                  <a:lnTo>
                    <a:pt x="555513" y="54498"/>
                  </a:lnTo>
                  <a:lnTo>
                    <a:pt x="15774" y="54498"/>
                  </a:lnTo>
                  <a:lnTo>
                    <a:pt x="9454" y="54498"/>
                  </a:lnTo>
                  <a:lnTo>
                    <a:pt x="6294" y="51860"/>
                  </a:lnTo>
                  <a:lnTo>
                    <a:pt x="3160" y="49222"/>
                  </a:lnTo>
                  <a:lnTo>
                    <a:pt x="0" y="43924"/>
                  </a:lnTo>
                  <a:lnTo>
                    <a:pt x="3160" y="38627"/>
                  </a:lnTo>
                  <a:lnTo>
                    <a:pt x="6294" y="35989"/>
                  </a:lnTo>
                  <a:lnTo>
                    <a:pt x="9454" y="33865"/>
                  </a:lnTo>
                  <a:lnTo>
                    <a:pt x="15774" y="33865"/>
                  </a:lnTo>
                  <a:close/>
                </a:path>
                <a:path w="659764" h="88265">
                  <a:moveTo>
                    <a:pt x="555513" y="43924"/>
                  </a:moveTo>
                  <a:lnTo>
                    <a:pt x="506276" y="0"/>
                  </a:lnTo>
                  <a:lnTo>
                    <a:pt x="659668" y="43924"/>
                  </a:lnTo>
                  <a:lnTo>
                    <a:pt x="506277" y="87849"/>
                  </a:lnTo>
                  <a:lnTo>
                    <a:pt x="555513" y="43924"/>
                  </a:lnTo>
                  <a:close/>
                </a:path>
              </a:pathLst>
            </a:custGeom>
            <a:ln w="3285">
              <a:solidFill>
                <a:srgbClr val="993366"/>
              </a:solidFill>
            </a:ln>
          </p:spPr>
          <p:txBody>
            <a:bodyPr wrap="square" lIns="0" tIns="0" rIns="0" bIns="0" rtlCol="0"/>
            <a:lstStyle/>
            <a:p/>
          </p:txBody>
        </p:sp>
        <p:sp>
          <p:nvSpPr>
            <p:cNvPr id="104" name="object 104" descr=""/>
            <p:cNvSpPr/>
            <p:nvPr/>
          </p:nvSpPr>
          <p:spPr>
            <a:xfrm>
              <a:off x="7742527" y="756196"/>
              <a:ext cx="429259" cy="601345"/>
            </a:xfrm>
            <a:custGeom>
              <a:avLst/>
              <a:gdLst/>
              <a:ahLst/>
              <a:cxnLst/>
              <a:rect l="l" t="t" r="r" b="b"/>
              <a:pathLst>
                <a:path w="429259" h="601344">
                  <a:moveTo>
                    <a:pt x="429262" y="0"/>
                  </a:moveTo>
                  <a:lnTo>
                    <a:pt x="0" y="0"/>
                  </a:lnTo>
                  <a:lnTo>
                    <a:pt x="0" y="601116"/>
                  </a:lnTo>
                  <a:lnTo>
                    <a:pt x="429262" y="601116"/>
                  </a:lnTo>
                  <a:lnTo>
                    <a:pt x="429262" y="0"/>
                  </a:lnTo>
                  <a:close/>
                </a:path>
              </a:pathLst>
            </a:custGeom>
            <a:solidFill>
              <a:srgbClr val="FFFF99"/>
            </a:solidFill>
          </p:spPr>
          <p:txBody>
            <a:bodyPr wrap="square" lIns="0" tIns="0" rIns="0" bIns="0" rtlCol="0"/>
            <a:lstStyle/>
            <a:p/>
          </p:txBody>
        </p:sp>
        <p:sp>
          <p:nvSpPr>
            <p:cNvPr id="105" name="object 105" descr=""/>
            <p:cNvSpPr/>
            <p:nvPr/>
          </p:nvSpPr>
          <p:spPr>
            <a:xfrm>
              <a:off x="7742527" y="756196"/>
              <a:ext cx="429259" cy="601345"/>
            </a:xfrm>
            <a:custGeom>
              <a:avLst/>
              <a:gdLst/>
              <a:ahLst/>
              <a:cxnLst/>
              <a:rect l="l" t="t" r="r" b="b"/>
              <a:pathLst>
                <a:path w="429259" h="601344">
                  <a:moveTo>
                    <a:pt x="0" y="601116"/>
                  </a:moveTo>
                  <a:lnTo>
                    <a:pt x="429262" y="601116"/>
                  </a:lnTo>
                  <a:lnTo>
                    <a:pt x="429262" y="0"/>
                  </a:lnTo>
                  <a:lnTo>
                    <a:pt x="0" y="0"/>
                  </a:lnTo>
                  <a:lnTo>
                    <a:pt x="0" y="601116"/>
                  </a:lnTo>
                  <a:close/>
                </a:path>
              </a:pathLst>
            </a:custGeom>
            <a:ln w="17327">
              <a:solidFill>
                <a:srgbClr val="000000"/>
              </a:solidFill>
            </a:ln>
          </p:spPr>
          <p:txBody>
            <a:bodyPr wrap="square" lIns="0" tIns="0" rIns="0" bIns="0" rtlCol="0"/>
            <a:lstStyle/>
            <a:p/>
          </p:txBody>
        </p:sp>
        <p:sp>
          <p:nvSpPr>
            <p:cNvPr id="106" name="object 106" descr=""/>
            <p:cNvSpPr/>
            <p:nvPr/>
          </p:nvSpPr>
          <p:spPr>
            <a:xfrm>
              <a:off x="8163533" y="1182170"/>
              <a:ext cx="497205" cy="88265"/>
            </a:xfrm>
            <a:custGeom>
              <a:avLst/>
              <a:gdLst/>
              <a:ahLst/>
              <a:cxnLst/>
              <a:rect l="l" t="t" r="r" b="b"/>
              <a:pathLst>
                <a:path w="497204" h="88265">
                  <a:moveTo>
                    <a:pt x="343532" y="0"/>
                  </a:moveTo>
                  <a:lnTo>
                    <a:pt x="392717" y="43924"/>
                  </a:lnTo>
                  <a:lnTo>
                    <a:pt x="343532" y="87849"/>
                  </a:lnTo>
                  <a:lnTo>
                    <a:pt x="460018" y="54498"/>
                  </a:lnTo>
                  <a:lnTo>
                    <a:pt x="399088" y="54498"/>
                  </a:lnTo>
                  <a:lnTo>
                    <a:pt x="401637" y="51860"/>
                  </a:lnTo>
                  <a:lnTo>
                    <a:pt x="404695" y="49222"/>
                  </a:lnTo>
                  <a:lnTo>
                    <a:pt x="408008" y="43924"/>
                  </a:lnTo>
                  <a:lnTo>
                    <a:pt x="404695" y="39163"/>
                  </a:lnTo>
                  <a:lnTo>
                    <a:pt x="401637" y="36504"/>
                  </a:lnTo>
                  <a:lnTo>
                    <a:pt x="399088" y="33866"/>
                  </a:lnTo>
                  <a:lnTo>
                    <a:pt x="461816" y="33866"/>
                  </a:lnTo>
                  <a:lnTo>
                    <a:pt x="343532" y="0"/>
                  </a:lnTo>
                  <a:close/>
                </a:path>
                <a:path w="497204" h="88265">
                  <a:moveTo>
                    <a:pt x="381454" y="33865"/>
                  </a:moveTo>
                  <a:lnTo>
                    <a:pt x="9684" y="33865"/>
                  </a:lnTo>
                  <a:lnTo>
                    <a:pt x="3312" y="36504"/>
                  </a:lnTo>
                  <a:lnTo>
                    <a:pt x="0" y="39163"/>
                  </a:lnTo>
                  <a:lnTo>
                    <a:pt x="0" y="49222"/>
                  </a:lnTo>
                  <a:lnTo>
                    <a:pt x="3312" y="51860"/>
                  </a:lnTo>
                  <a:lnTo>
                    <a:pt x="9684" y="54498"/>
                  </a:lnTo>
                  <a:lnTo>
                    <a:pt x="380877" y="54498"/>
                  </a:lnTo>
                  <a:lnTo>
                    <a:pt x="392717" y="43924"/>
                  </a:lnTo>
                  <a:lnTo>
                    <a:pt x="381454" y="33865"/>
                  </a:lnTo>
                  <a:close/>
                </a:path>
                <a:path w="497204" h="88265">
                  <a:moveTo>
                    <a:pt x="461816" y="33866"/>
                  </a:moveTo>
                  <a:lnTo>
                    <a:pt x="399088" y="33866"/>
                  </a:lnTo>
                  <a:lnTo>
                    <a:pt x="401637" y="36504"/>
                  </a:lnTo>
                  <a:lnTo>
                    <a:pt x="404695" y="39163"/>
                  </a:lnTo>
                  <a:lnTo>
                    <a:pt x="408008" y="43924"/>
                  </a:lnTo>
                  <a:lnTo>
                    <a:pt x="404695" y="49222"/>
                  </a:lnTo>
                  <a:lnTo>
                    <a:pt x="401637" y="51860"/>
                  </a:lnTo>
                  <a:lnTo>
                    <a:pt x="399088" y="54498"/>
                  </a:lnTo>
                  <a:lnTo>
                    <a:pt x="460018" y="54498"/>
                  </a:lnTo>
                  <a:lnTo>
                    <a:pt x="496949" y="43924"/>
                  </a:lnTo>
                  <a:lnTo>
                    <a:pt x="461816" y="33866"/>
                  </a:lnTo>
                  <a:close/>
                </a:path>
              </a:pathLst>
            </a:custGeom>
            <a:solidFill>
              <a:srgbClr val="0000FF"/>
            </a:solidFill>
          </p:spPr>
          <p:txBody>
            <a:bodyPr wrap="square" lIns="0" tIns="0" rIns="0" bIns="0" rtlCol="0"/>
            <a:lstStyle/>
            <a:p/>
          </p:txBody>
        </p:sp>
        <p:sp>
          <p:nvSpPr>
            <p:cNvPr id="107" name="object 107" descr=""/>
            <p:cNvSpPr/>
            <p:nvPr/>
          </p:nvSpPr>
          <p:spPr>
            <a:xfrm>
              <a:off x="8163533" y="1182170"/>
              <a:ext cx="497205" cy="88265"/>
            </a:xfrm>
            <a:custGeom>
              <a:avLst/>
              <a:gdLst/>
              <a:ahLst/>
              <a:cxnLst/>
              <a:rect l="l" t="t" r="r" b="b"/>
              <a:pathLst>
                <a:path w="497204" h="88265">
                  <a:moveTo>
                    <a:pt x="12232" y="33865"/>
                  </a:moveTo>
                  <a:lnTo>
                    <a:pt x="392717" y="33866"/>
                  </a:lnTo>
                  <a:lnTo>
                    <a:pt x="399088" y="33866"/>
                  </a:lnTo>
                  <a:lnTo>
                    <a:pt x="401637" y="36504"/>
                  </a:lnTo>
                  <a:lnTo>
                    <a:pt x="404695" y="39163"/>
                  </a:lnTo>
                  <a:lnTo>
                    <a:pt x="408008" y="43924"/>
                  </a:lnTo>
                  <a:lnTo>
                    <a:pt x="404695" y="49222"/>
                  </a:lnTo>
                  <a:lnTo>
                    <a:pt x="401637" y="51860"/>
                  </a:lnTo>
                  <a:lnTo>
                    <a:pt x="399088" y="54498"/>
                  </a:lnTo>
                  <a:lnTo>
                    <a:pt x="392717" y="54498"/>
                  </a:lnTo>
                  <a:lnTo>
                    <a:pt x="12232" y="54498"/>
                  </a:lnTo>
                  <a:lnTo>
                    <a:pt x="9684" y="54498"/>
                  </a:lnTo>
                  <a:lnTo>
                    <a:pt x="3312" y="51860"/>
                  </a:lnTo>
                  <a:lnTo>
                    <a:pt x="0" y="49222"/>
                  </a:lnTo>
                  <a:lnTo>
                    <a:pt x="0" y="43924"/>
                  </a:lnTo>
                  <a:lnTo>
                    <a:pt x="0" y="39163"/>
                  </a:lnTo>
                  <a:lnTo>
                    <a:pt x="3312" y="36504"/>
                  </a:lnTo>
                  <a:lnTo>
                    <a:pt x="9684" y="33865"/>
                  </a:lnTo>
                  <a:lnTo>
                    <a:pt x="12232" y="33865"/>
                  </a:lnTo>
                  <a:close/>
                </a:path>
                <a:path w="497204" h="88265">
                  <a:moveTo>
                    <a:pt x="392717" y="43924"/>
                  </a:moveTo>
                  <a:lnTo>
                    <a:pt x="343532" y="0"/>
                  </a:lnTo>
                  <a:lnTo>
                    <a:pt x="496949" y="43924"/>
                  </a:lnTo>
                  <a:lnTo>
                    <a:pt x="343532" y="87849"/>
                  </a:lnTo>
                  <a:lnTo>
                    <a:pt x="392717" y="43924"/>
                  </a:lnTo>
                  <a:close/>
                </a:path>
              </a:pathLst>
            </a:custGeom>
            <a:ln w="3285">
              <a:solidFill>
                <a:srgbClr val="0000FF"/>
              </a:solidFill>
            </a:ln>
          </p:spPr>
          <p:txBody>
            <a:bodyPr wrap="square" lIns="0" tIns="0" rIns="0" bIns="0" rtlCol="0"/>
            <a:lstStyle/>
            <a:p/>
          </p:txBody>
        </p:sp>
      </p:grpSp>
      <p:sp>
        <p:nvSpPr>
          <p:cNvPr id="108" name="object 108" descr=""/>
          <p:cNvSpPr txBox="1"/>
          <p:nvPr/>
        </p:nvSpPr>
        <p:spPr>
          <a:xfrm>
            <a:off x="7883245" y="907700"/>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6</a:t>
            </a:r>
            <a:endParaRPr sz="1800">
              <a:latin typeface="Times New Roman"/>
              <a:cs typeface="Times New Roman"/>
            </a:endParaRPr>
          </a:p>
        </p:txBody>
      </p:sp>
      <p:grpSp>
        <p:nvGrpSpPr>
          <p:cNvPr id="109" name="object 109" descr=""/>
          <p:cNvGrpSpPr/>
          <p:nvPr/>
        </p:nvGrpSpPr>
        <p:grpSpPr>
          <a:xfrm>
            <a:off x="8647770" y="747306"/>
            <a:ext cx="925830" cy="619125"/>
            <a:chOff x="8647770" y="747306"/>
            <a:chExt cx="925830" cy="619125"/>
          </a:xfrm>
        </p:grpSpPr>
        <p:sp>
          <p:nvSpPr>
            <p:cNvPr id="110" name="object 110" descr=""/>
            <p:cNvSpPr/>
            <p:nvPr/>
          </p:nvSpPr>
          <p:spPr>
            <a:xfrm>
              <a:off x="8656660" y="756196"/>
              <a:ext cx="429259" cy="601345"/>
            </a:xfrm>
            <a:custGeom>
              <a:avLst/>
              <a:gdLst/>
              <a:ahLst/>
              <a:cxnLst/>
              <a:rect l="l" t="t" r="r" b="b"/>
              <a:pathLst>
                <a:path w="429259" h="601344">
                  <a:moveTo>
                    <a:pt x="429262" y="0"/>
                  </a:moveTo>
                  <a:lnTo>
                    <a:pt x="0" y="0"/>
                  </a:lnTo>
                  <a:lnTo>
                    <a:pt x="0" y="601116"/>
                  </a:lnTo>
                  <a:lnTo>
                    <a:pt x="429262" y="601116"/>
                  </a:lnTo>
                  <a:lnTo>
                    <a:pt x="429262" y="0"/>
                  </a:lnTo>
                  <a:close/>
                </a:path>
              </a:pathLst>
            </a:custGeom>
            <a:solidFill>
              <a:srgbClr val="FFFF99"/>
            </a:solidFill>
          </p:spPr>
          <p:txBody>
            <a:bodyPr wrap="square" lIns="0" tIns="0" rIns="0" bIns="0" rtlCol="0"/>
            <a:lstStyle/>
            <a:p/>
          </p:txBody>
        </p:sp>
        <p:sp>
          <p:nvSpPr>
            <p:cNvPr id="111" name="object 111" descr=""/>
            <p:cNvSpPr/>
            <p:nvPr/>
          </p:nvSpPr>
          <p:spPr>
            <a:xfrm>
              <a:off x="8656660" y="756196"/>
              <a:ext cx="429259" cy="601345"/>
            </a:xfrm>
            <a:custGeom>
              <a:avLst/>
              <a:gdLst/>
              <a:ahLst/>
              <a:cxnLst/>
              <a:rect l="l" t="t" r="r" b="b"/>
              <a:pathLst>
                <a:path w="429259" h="601344">
                  <a:moveTo>
                    <a:pt x="0" y="601116"/>
                  </a:moveTo>
                  <a:lnTo>
                    <a:pt x="429262" y="601116"/>
                  </a:lnTo>
                  <a:lnTo>
                    <a:pt x="429262" y="0"/>
                  </a:lnTo>
                  <a:lnTo>
                    <a:pt x="0" y="0"/>
                  </a:lnTo>
                  <a:lnTo>
                    <a:pt x="0" y="601116"/>
                  </a:lnTo>
                  <a:close/>
                </a:path>
              </a:pathLst>
            </a:custGeom>
            <a:ln w="17327">
              <a:solidFill>
                <a:srgbClr val="000000"/>
              </a:solidFill>
            </a:ln>
          </p:spPr>
          <p:txBody>
            <a:bodyPr wrap="square" lIns="0" tIns="0" rIns="0" bIns="0" rtlCol="0"/>
            <a:lstStyle/>
            <a:p/>
          </p:txBody>
        </p:sp>
        <p:sp>
          <p:nvSpPr>
            <p:cNvPr id="112" name="object 112" descr=""/>
            <p:cNvSpPr/>
            <p:nvPr/>
          </p:nvSpPr>
          <p:spPr>
            <a:xfrm>
              <a:off x="9077665" y="1182170"/>
              <a:ext cx="494030" cy="88265"/>
            </a:xfrm>
            <a:custGeom>
              <a:avLst/>
              <a:gdLst/>
              <a:ahLst/>
              <a:cxnLst/>
              <a:rect l="l" t="t" r="r" b="b"/>
              <a:pathLst>
                <a:path w="494029" h="88265">
                  <a:moveTo>
                    <a:pt x="340219" y="0"/>
                  </a:moveTo>
                  <a:lnTo>
                    <a:pt x="392717" y="43924"/>
                  </a:lnTo>
                  <a:lnTo>
                    <a:pt x="340219" y="87849"/>
                  </a:lnTo>
                  <a:lnTo>
                    <a:pt x="456705" y="54498"/>
                  </a:lnTo>
                  <a:lnTo>
                    <a:pt x="399088" y="54498"/>
                  </a:lnTo>
                  <a:lnTo>
                    <a:pt x="401637" y="51860"/>
                  </a:lnTo>
                  <a:lnTo>
                    <a:pt x="404695" y="49222"/>
                  </a:lnTo>
                  <a:lnTo>
                    <a:pt x="404695" y="39163"/>
                  </a:lnTo>
                  <a:lnTo>
                    <a:pt x="401637" y="36504"/>
                  </a:lnTo>
                  <a:lnTo>
                    <a:pt x="399088" y="33866"/>
                  </a:lnTo>
                  <a:lnTo>
                    <a:pt x="458503" y="33866"/>
                  </a:lnTo>
                  <a:lnTo>
                    <a:pt x="340219" y="0"/>
                  </a:lnTo>
                  <a:close/>
                </a:path>
                <a:path w="494029" h="88265">
                  <a:moveTo>
                    <a:pt x="380695" y="33865"/>
                  </a:moveTo>
                  <a:lnTo>
                    <a:pt x="6371" y="33865"/>
                  </a:lnTo>
                  <a:lnTo>
                    <a:pt x="3312" y="36504"/>
                  </a:lnTo>
                  <a:lnTo>
                    <a:pt x="0" y="39163"/>
                  </a:lnTo>
                  <a:lnTo>
                    <a:pt x="0" y="49222"/>
                  </a:lnTo>
                  <a:lnTo>
                    <a:pt x="3312" y="51860"/>
                  </a:lnTo>
                  <a:lnTo>
                    <a:pt x="6371" y="54498"/>
                  </a:lnTo>
                  <a:lnTo>
                    <a:pt x="380080" y="54498"/>
                  </a:lnTo>
                  <a:lnTo>
                    <a:pt x="392717" y="43924"/>
                  </a:lnTo>
                  <a:lnTo>
                    <a:pt x="380695" y="33865"/>
                  </a:lnTo>
                  <a:close/>
                </a:path>
                <a:path w="494029" h="88265">
                  <a:moveTo>
                    <a:pt x="458503" y="33866"/>
                  </a:moveTo>
                  <a:lnTo>
                    <a:pt x="399088" y="33866"/>
                  </a:lnTo>
                  <a:lnTo>
                    <a:pt x="401637" y="36504"/>
                  </a:lnTo>
                  <a:lnTo>
                    <a:pt x="404695" y="39163"/>
                  </a:lnTo>
                  <a:lnTo>
                    <a:pt x="404695" y="49222"/>
                  </a:lnTo>
                  <a:lnTo>
                    <a:pt x="401637" y="51860"/>
                  </a:lnTo>
                  <a:lnTo>
                    <a:pt x="399088" y="54498"/>
                  </a:lnTo>
                  <a:lnTo>
                    <a:pt x="456705" y="54498"/>
                  </a:lnTo>
                  <a:lnTo>
                    <a:pt x="493636" y="43924"/>
                  </a:lnTo>
                  <a:lnTo>
                    <a:pt x="458503" y="33866"/>
                  </a:lnTo>
                  <a:close/>
                </a:path>
              </a:pathLst>
            </a:custGeom>
            <a:solidFill>
              <a:srgbClr val="0000FF"/>
            </a:solidFill>
          </p:spPr>
          <p:txBody>
            <a:bodyPr wrap="square" lIns="0" tIns="0" rIns="0" bIns="0" rtlCol="0"/>
            <a:lstStyle/>
            <a:p/>
          </p:txBody>
        </p:sp>
        <p:sp>
          <p:nvSpPr>
            <p:cNvPr id="113" name="object 113" descr=""/>
            <p:cNvSpPr/>
            <p:nvPr/>
          </p:nvSpPr>
          <p:spPr>
            <a:xfrm>
              <a:off x="9077666" y="1182170"/>
              <a:ext cx="494030" cy="88265"/>
            </a:xfrm>
            <a:custGeom>
              <a:avLst/>
              <a:gdLst/>
              <a:ahLst/>
              <a:cxnLst/>
              <a:rect l="l" t="t" r="r" b="b"/>
              <a:pathLst>
                <a:path w="494029" h="88265">
                  <a:moveTo>
                    <a:pt x="11977" y="33865"/>
                  </a:moveTo>
                  <a:lnTo>
                    <a:pt x="392717" y="33866"/>
                  </a:lnTo>
                  <a:lnTo>
                    <a:pt x="399088" y="33866"/>
                  </a:lnTo>
                  <a:lnTo>
                    <a:pt x="401637" y="36504"/>
                  </a:lnTo>
                  <a:lnTo>
                    <a:pt x="404695" y="39163"/>
                  </a:lnTo>
                  <a:lnTo>
                    <a:pt x="404695" y="43924"/>
                  </a:lnTo>
                  <a:lnTo>
                    <a:pt x="404695" y="49222"/>
                  </a:lnTo>
                  <a:lnTo>
                    <a:pt x="401637" y="51860"/>
                  </a:lnTo>
                  <a:lnTo>
                    <a:pt x="399088" y="54498"/>
                  </a:lnTo>
                  <a:lnTo>
                    <a:pt x="392717" y="54498"/>
                  </a:lnTo>
                  <a:lnTo>
                    <a:pt x="11977" y="54498"/>
                  </a:lnTo>
                  <a:lnTo>
                    <a:pt x="6371" y="54498"/>
                  </a:lnTo>
                  <a:lnTo>
                    <a:pt x="3312" y="51860"/>
                  </a:lnTo>
                  <a:lnTo>
                    <a:pt x="0" y="49222"/>
                  </a:lnTo>
                  <a:lnTo>
                    <a:pt x="0" y="43924"/>
                  </a:lnTo>
                  <a:lnTo>
                    <a:pt x="0" y="39163"/>
                  </a:lnTo>
                  <a:lnTo>
                    <a:pt x="3312" y="36504"/>
                  </a:lnTo>
                  <a:lnTo>
                    <a:pt x="6371" y="33865"/>
                  </a:lnTo>
                  <a:lnTo>
                    <a:pt x="11977" y="33865"/>
                  </a:lnTo>
                  <a:close/>
                </a:path>
                <a:path w="494029" h="88265">
                  <a:moveTo>
                    <a:pt x="392717" y="43924"/>
                  </a:moveTo>
                  <a:lnTo>
                    <a:pt x="340219" y="0"/>
                  </a:lnTo>
                  <a:lnTo>
                    <a:pt x="493636" y="43924"/>
                  </a:lnTo>
                  <a:lnTo>
                    <a:pt x="340219" y="87849"/>
                  </a:lnTo>
                  <a:lnTo>
                    <a:pt x="392717" y="43924"/>
                  </a:lnTo>
                  <a:close/>
                </a:path>
              </a:pathLst>
            </a:custGeom>
            <a:ln w="3285">
              <a:solidFill>
                <a:srgbClr val="0000FF"/>
              </a:solidFill>
            </a:ln>
          </p:spPr>
          <p:txBody>
            <a:bodyPr wrap="square" lIns="0" tIns="0" rIns="0" bIns="0" rtlCol="0"/>
            <a:lstStyle/>
            <a:p/>
          </p:txBody>
        </p:sp>
      </p:grpSp>
      <p:sp>
        <p:nvSpPr>
          <p:cNvPr id="114" name="object 114" descr=""/>
          <p:cNvSpPr txBox="1"/>
          <p:nvPr/>
        </p:nvSpPr>
        <p:spPr>
          <a:xfrm>
            <a:off x="8794319" y="907700"/>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7</a:t>
            </a:r>
            <a:endParaRPr sz="1800">
              <a:latin typeface="Times New Roman"/>
              <a:cs typeface="Times New Roman"/>
            </a:endParaRPr>
          </a:p>
        </p:txBody>
      </p:sp>
      <p:grpSp>
        <p:nvGrpSpPr>
          <p:cNvPr id="115" name="object 115" descr=""/>
          <p:cNvGrpSpPr/>
          <p:nvPr/>
        </p:nvGrpSpPr>
        <p:grpSpPr>
          <a:xfrm>
            <a:off x="9571332" y="755263"/>
            <a:ext cx="925194" cy="615950"/>
            <a:chOff x="9571332" y="755263"/>
            <a:chExt cx="925194" cy="615950"/>
          </a:xfrm>
        </p:grpSpPr>
        <p:sp>
          <p:nvSpPr>
            <p:cNvPr id="116" name="object 116" descr=""/>
            <p:cNvSpPr/>
            <p:nvPr/>
          </p:nvSpPr>
          <p:spPr>
            <a:xfrm>
              <a:off x="9580222" y="764153"/>
              <a:ext cx="429259" cy="598170"/>
            </a:xfrm>
            <a:custGeom>
              <a:avLst/>
              <a:gdLst/>
              <a:ahLst/>
              <a:cxnLst/>
              <a:rect l="l" t="t" r="r" b="b"/>
              <a:pathLst>
                <a:path w="429259" h="598169">
                  <a:moveTo>
                    <a:pt x="429262" y="0"/>
                  </a:moveTo>
                  <a:lnTo>
                    <a:pt x="0" y="0"/>
                  </a:lnTo>
                  <a:lnTo>
                    <a:pt x="0" y="597941"/>
                  </a:lnTo>
                  <a:lnTo>
                    <a:pt x="429262" y="597941"/>
                  </a:lnTo>
                  <a:lnTo>
                    <a:pt x="429262" y="0"/>
                  </a:lnTo>
                  <a:close/>
                </a:path>
              </a:pathLst>
            </a:custGeom>
            <a:solidFill>
              <a:srgbClr val="FFFF99"/>
            </a:solidFill>
          </p:spPr>
          <p:txBody>
            <a:bodyPr wrap="square" lIns="0" tIns="0" rIns="0" bIns="0" rtlCol="0"/>
            <a:lstStyle/>
            <a:p/>
          </p:txBody>
        </p:sp>
        <p:sp>
          <p:nvSpPr>
            <p:cNvPr id="117" name="object 117" descr=""/>
            <p:cNvSpPr/>
            <p:nvPr/>
          </p:nvSpPr>
          <p:spPr>
            <a:xfrm>
              <a:off x="9580222" y="764153"/>
              <a:ext cx="429259" cy="598170"/>
            </a:xfrm>
            <a:custGeom>
              <a:avLst/>
              <a:gdLst/>
              <a:ahLst/>
              <a:cxnLst/>
              <a:rect l="l" t="t" r="r" b="b"/>
              <a:pathLst>
                <a:path w="429259" h="598169">
                  <a:moveTo>
                    <a:pt x="0" y="597941"/>
                  </a:moveTo>
                  <a:lnTo>
                    <a:pt x="429262" y="597941"/>
                  </a:lnTo>
                  <a:lnTo>
                    <a:pt x="429262" y="0"/>
                  </a:lnTo>
                  <a:lnTo>
                    <a:pt x="0" y="0"/>
                  </a:lnTo>
                  <a:lnTo>
                    <a:pt x="0" y="597941"/>
                  </a:lnTo>
                  <a:close/>
                </a:path>
              </a:pathLst>
            </a:custGeom>
            <a:ln w="17320">
              <a:solidFill>
                <a:srgbClr val="000000"/>
              </a:solidFill>
            </a:ln>
          </p:spPr>
          <p:txBody>
            <a:bodyPr wrap="square" lIns="0" tIns="0" rIns="0" bIns="0" rtlCol="0"/>
            <a:lstStyle/>
            <a:p/>
          </p:txBody>
        </p:sp>
        <p:sp>
          <p:nvSpPr>
            <p:cNvPr id="118" name="object 118" descr=""/>
            <p:cNvSpPr/>
            <p:nvPr/>
          </p:nvSpPr>
          <p:spPr>
            <a:xfrm>
              <a:off x="9998169" y="857794"/>
              <a:ext cx="497205" cy="85090"/>
            </a:xfrm>
            <a:custGeom>
              <a:avLst/>
              <a:gdLst/>
              <a:ahLst/>
              <a:cxnLst/>
              <a:rect l="l" t="t" r="r" b="b"/>
              <a:pathLst>
                <a:path w="497204" h="85090">
                  <a:moveTo>
                    <a:pt x="343277" y="0"/>
                  </a:moveTo>
                  <a:lnTo>
                    <a:pt x="395011" y="40750"/>
                  </a:lnTo>
                  <a:lnTo>
                    <a:pt x="343277" y="84675"/>
                  </a:lnTo>
                  <a:lnTo>
                    <a:pt x="450474" y="53983"/>
                  </a:lnTo>
                  <a:lnTo>
                    <a:pt x="395011" y="53983"/>
                  </a:lnTo>
                  <a:lnTo>
                    <a:pt x="398324" y="51324"/>
                  </a:lnTo>
                  <a:lnTo>
                    <a:pt x="404440" y="48686"/>
                  </a:lnTo>
                  <a:lnTo>
                    <a:pt x="407753" y="46048"/>
                  </a:lnTo>
                  <a:lnTo>
                    <a:pt x="407753" y="38627"/>
                  </a:lnTo>
                  <a:lnTo>
                    <a:pt x="404440" y="33351"/>
                  </a:lnTo>
                  <a:lnTo>
                    <a:pt x="398324" y="33351"/>
                  </a:lnTo>
                  <a:lnTo>
                    <a:pt x="395011" y="30691"/>
                  </a:lnTo>
                  <a:lnTo>
                    <a:pt x="458824" y="30691"/>
                  </a:lnTo>
                  <a:lnTo>
                    <a:pt x="343277" y="0"/>
                  </a:lnTo>
                  <a:close/>
                </a:path>
                <a:path w="497204" h="85090">
                  <a:moveTo>
                    <a:pt x="382241" y="30691"/>
                  </a:moveTo>
                  <a:lnTo>
                    <a:pt x="15035" y="30691"/>
                  </a:lnTo>
                  <a:lnTo>
                    <a:pt x="8664" y="33351"/>
                  </a:lnTo>
                  <a:lnTo>
                    <a:pt x="5606" y="33351"/>
                  </a:lnTo>
                  <a:lnTo>
                    <a:pt x="3058" y="38627"/>
                  </a:lnTo>
                  <a:lnTo>
                    <a:pt x="0" y="40750"/>
                  </a:lnTo>
                  <a:lnTo>
                    <a:pt x="3058" y="46048"/>
                  </a:lnTo>
                  <a:lnTo>
                    <a:pt x="5606" y="48686"/>
                  </a:lnTo>
                  <a:lnTo>
                    <a:pt x="8664" y="51324"/>
                  </a:lnTo>
                  <a:lnTo>
                    <a:pt x="15035" y="53983"/>
                  </a:lnTo>
                  <a:lnTo>
                    <a:pt x="379425" y="53983"/>
                  </a:lnTo>
                  <a:lnTo>
                    <a:pt x="395011" y="40750"/>
                  </a:lnTo>
                  <a:lnTo>
                    <a:pt x="382241" y="30691"/>
                  </a:lnTo>
                  <a:close/>
                </a:path>
                <a:path w="497204" h="85090">
                  <a:moveTo>
                    <a:pt x="458824" y="30691"/>
                  </a:moveTo>
                  <a:lnTo>
                    <a:pt x="395011" y="30691"/>
                  </a:lnTo>
                  <a:lnTo>
                    <a:pt x="398324" y="33351"/>
                  </a:lnTo>
                  <a:lnTo>
                    <a:pt x="404440" y="33351"/>
                  </a:lnTo>
                  <a:lnTo>
                    <a:pt x="407753" y="38627"/>
                  </a:lnTo>
                  <a:lnTo>
                    <a:pt x="407753" y="46048"/>
                  </a:lnTo>
                  <a:lnTo>
                    <a:pt x="404440" y="48686"/>
                  </a:lnTo>
                  <a:lnTo>
                    <a:pt x="398324" y="51324"/>
                  </a:lnTo>
                  <a:lnTo>
                    <a:pt x="395011" y="53983"/>
                  </a:lnTo>
                  <a:lnTo>
                    <a:pt x="450474" y="53983"/>
                  </a:lnTo>
                  <a:lnTo>
                    <a:pt x="496694" y="40750"/>
                  </a:lnTo>
                  <a:lnTo>
                    <a:pt x="458824" y="30691"/>
                  </a:lnTo>
                  <a:close/>
                </a:path>
              </a:pathLst>
            </a:custGeom>
            <a:solidFill>
              <a:srgbClr val="993366"/>
            </a:solidFill>
          </p:spPr>
          <p:txBody>
            <a:bodyPr wrap="square" lIns="0" tIns="0" rIns="0" bIns="0" rtlCol="0"/>
            <a:lstStyle/>
            <a:p/>
          </p:txBody>
        </p:sp>
        <p:sp>
          <p:nvSpPr>
            <p:cNvPr id="119" name="object 119" descr=""/>
            <p:cNvSpPr/>
            <p:nvPr/>
          </p:nvSpPr>
          <p:spPr>
            <a:xfrm>
              <a:off x="9998169" y="857794"/>
              <a:ext cx="497205" cy="85090"/>
            </a:xfrm>
            <a:custGeom>
              <a:avLst/>
              <a:gdLst/>
              <a:ahLst/>
              <a:cxnLst/>
              <a:rect l="l" t="t" r="r" b="b"/>
              <a:pathLst>
                <a:path w="497204" h="85090">
                  <a:moveTo>
                    <a:pt x="15035" y="30691"/>
                  </a:moveTo>
                  <a:lnTo>
                    <a:pt x="395011" y="30691"/>
                  </a:lnTo>
                  <a:lnTo>
                    <a:pt x="398324" y="33351"/>
                  </a:lnTo>
                  <a:lnTo>
                    <a:pt x="404440" y="33351"/>
                  </a:lnTo>
                  <a:lnTo>
                    <a:pt x="407753" y="38627"/>
                  </a:lnTo>
                  <a:lnTo>
                    <a:pt x="407753" y="40750"/>
                  </a:lnTo>
                  <a:lnTo>
                    <a:pt x="407753" y="46048"/>
                  </a:lnTo>
                  <a:lnTo>
                    <a:pt x="404440" y="48686"/>
                  </a:lnTo>
                  <a:lnTo>
                    <a:pt x="398324" y="51324"/>
                  </a:lnTo>
                  <a:lnTo>
                    <a:pt x="395011" y="53983"/>
                  </a:lnTo>
                  <a:lnTo>
                    <a:pt x="15035" y="53983"/>
                  </a:lnTo>
                  <a:lnTo>
                    <a:pt x="0" y="40750"/>
                  </a:lnTo>
                  <a:lnTo>
                    <a:pt x="3058" y="38627"/>
                  </a:lnTo>
                  <a:lnTo>
                    <a:pt x="5606" y="33351"/>
                  </a:lnTo>
                  <a:lnTo>
                    <a:pt x="8664" y="33351"/>
                  </a:lnTo>
                  <a:lnTo>
                    <a:pt x="15035" y="30691"/>
                  </a:lnTo>
                  <a:close/>
                </a:path>
                <a:path w="497204" h="85090">
                  <a:moveTo>
                    <a:pt x="395011" y="40750"/>
                  </a:moveTo>
                  <a:lnTo>
                    <a:pt x="343277" y="0"/>
                  </a:lnTo>
                  <a:lnTo>
                    <a:pt x="496694" y="40750"/>
                  </a:lnTo>
                  <a:lnTo>
                    <a:pt x="343277" y="84675"/>
                  </a:lnTo>
                  <a:lnTo>
                    <a:pt x="395011" y="40750"/>
                  </a:lnTo>
                  <a:close/>
                </a:path>
              </a:pathLst>
            </a:custGeom>
            <a:ln w="3285">
              <a:solidFill>
                <a:srgbClr val="993366"/>
              </a:solidFill>
            </a:ln>
          </p:spPr>
          <p:txBody>
            <a:bodyPr wrap="square" lIns="0" tIns="0" rIns="0" bIns="0" rtlCol="0"/>
            <a:lstStyle/>
            <a:p/>
          </p:txBody>
        </p:sp>
        <p:sp>
          <p:nvSpPr>
            <p:cNvPr id="120" name="object 120" descr=""/>
            <p:cNvSpPr/>
            <p:nvPr/>
          </p:nvSpPr>
          <p:spPr>
            <a:xfrm>
              <a:off x="9998169" y="1190106"/>
              <a:ext cx="497205" cy="85725"/>
            </a:xfrm>
            <a:custGeom>
              <a:avLst/>
              <a:gdLst/>
              <a:ahLst/>
              <a:cxnLst/>
              <a:rect l="l" t="t" r="r" b="b"/>
              <a:pathLst>
                <a:path w="497204" h="85725">
                  <a:moveTo>
                    <a:pt x="343277" y="0"/>
                  </a:moveTo>
                  <a:lnTo>
                    <a:pt x="395011" y="43924"/>
                  </a:lnTo>
                  <a:lnTo>
                    <a:pt x="343277" y="85190"/>
                  </a:lnTo>
                  <a:lnTo>
                    <a:pt x="459297" y="53983"/>
                  </a:lnTo>
                  <a:lnTo>
                    <a:pt x="395011" y="53983"/>
                  </a:lnTo>
                  <a:lnTo>
                    <a:pt x="398324" y="51324"/>
                  </a:lnTo>
                  <a:lnTo>
                    <a:pt x="404440" y="51324"/>
                  </a:lnTo>
                  <a:lnTo>
                    <a:pt x="407753" y="46563"/>
                  </a:lnTo>
                  <a:lnTo>
                    <a:pt x="407753" y="38627"/>
                  </a:lnTo>
                  <a:lnTo>
                    <a:pt x="404440" y="35989"/>
                  </a:lnTo>
                  <a:lnTo>
                    <a:pt x="398324" y="33329"/>
                  </a:lnTo>
                  <a:lnTo>
                    <a:pt x="395011" y="31227"/>
                  </a:lnTo>
                  <a:lnTo>
                    <a:pt x="452347" y="31227"/>
                  </a:lnTo>
                  <a:lnTo>
                    <a:pt x="343277" y="0"/>
                  </a:lnTo>
                  <a:close/>
                </a:path>
                <a:path w="497204" h="85725">
                  <a:moveTo>
                    <a:pt x="380056" y="31227"/>
                  </a:moveTo>
                  <a:lnTo>
                    <a:pt x="15035" y="31227"/>
                  </a:lnTo>
                  <a:lnTo>
                    <a:pt x="0" y="43924"/>
                  </a:lnTo>
                  <a:lnTo>
                    <a:pt x="3058" y="46563"/>
                  </a:lnTo>
                  <a:lnTo>
                    <a:pt x="5606" y="51324"/>
                  </a:lnTo>
                  <a:lnTo>
                    <a:pt x="8664" y="51324"/>
                  </a:lnTo>
                  <a:lnTo>
                    <a:pt x="15035" y="53983"/>
                  </a:lnTo>
                  <a:lnTo>
                    <a:pt x="382400" y="53983"/>
                  </a:lnTo>
                  <a:lnTo>
                    <a:pt x="395011" y="43924"/>
                  </a:lnTo>
                  <a:lnTo>
                    <a:pt x="380056" y="31227"/>
                  </a:lnTo>
                  <a:close/>
                </a:path>
                <a:path w="497204" h="85725">
                  <a:moveTo>
                    <a:pt x="452347" y="31227"/>
                  </a:moveTo>
                  <a:lnTo>
                    <a:pt x="395011" y="31227"/>
                  </a:lnTo>
                  <a:lnTo>
                    <a:pt x="398324" y="33329"/>
                  </a:lnTo>
                  <a:lnTo>
                    <a:pt x="404440" y="35989"/>
                  </a:lnTo>
                  <a:lnTo>
                    <a:pt x="407753" y="38627"/>
                  </a:lnTo>
                  <a:lnTo>
                    <a:pt x="407753" y="46563"/>
                  </a:lnTo>
                  <a:lnTo>
                    <a:pt x="404440" y="51324"/>
                  </a:lnTo>
                  <a:lnTo>
                    <a:pt x="398324" y="51324"/>
                  </a:lnTo>
                  <a:lnTo>
                    <a:pt x="395011" y="53983"/>
                  </a:lnTo>
                  <a:lnTo>
                    <a:pt x="459297" y="53983"/>
                  </a:lnTo>
                  <a:lnTo>
                    <a:pt x="496694" y="43924"/>
                  </a:lnTo>
                  <a:lnTo>
                    <a:pt x="452347" y="31227"/>
                  </a:lnTo>
                  <a:close/>
                </a:path>
              </a:pathLst>
            </a:custGeom>
            <a:solidFill>
              <a:srgbClr val="0000FF"/>
            </a:solidFill>
          </p:spPr>
          <p:txBody>
            <a:bodyPr wrap="square" lIns="0" tIns="0" rIns="0" bIns="0" rtlCol="0"/>
            <a:lstStyle/>
            <a:p/>
          </p:txBody>
        </p:sp>
        <p:sp>
          <p:nvSpPr>
            <p:cNvPr id="121" name="object 121" descr=""/>
            <p:cNvSpPr/>
            <p:nvPr/>
          </p:nvSpPr>
          <p:spPr>
            <a:xfrm>
              <a:off x="9998169" y="1190106"/>
              <a:ext cx="497205" cy="85725"/>
            </a:xfrm>
            <a:custGeom>
              <a:avLst/>
              <a:gdLst/>
              <a:ahLst/>
              <a:cxnLst/>
              <a:rect l="l" t="t" r="r" b="b"/>
              <a:pathLst>
                <a:path w="497204" h="85725">
                  <a:moveTo>
                    <a:pt x="15035" y="31227"/>
                  </a:moveTo>
                  <a:lnTo>
                    <a:pt x="395011" y="31227"/>
                  </a:lnTo>
                  <a:lnTo>
                    <a:pt x="398324" y="33329"/>
                  </a:lnTo>
                  <a:lnTo>
                    <a:pt x="404440" y="35989"/>
                  </a:lnTo>
                  <a:lnTo>
                    <a:pt x="407753" y="38627"/>
                  </a:lnTo>
                  <a:lnTo>
                    <a:pt x="407753" y="43924"/>
                  </a:lnTo>
                  <a:lnTo>
                    <a:pt x="407753" y="46563"/>
                  </a:lnTo>
                  <a:lnTo>
                    <a:pt x="404440" y="51324"/>
                  </a:lnTo>
                  <a:lnTo>
                    <a:pt x="398324" y="51324"/>
                  </a:lnTo>
                  <a:lnTo>
                    <a:pt x="395011" y="53983"/>
                  </a:lnTo>
                  <a:lnTo>
                    <a:pt x="15035" y="53983"/>
                  </a:lnTo>
                  <a:lnTo>
                    <a:pt x="8664" y="51324"/>
                  </a:lnTo>
                  <a:lnTo>
                    <a:pt x="5606" y="51324"/>
                  </a:lnTo>
                  <a:lnTo>
                    <a:pt x="3058" y="46563"/>
                  </a:lnTo>
                  <a:lnTo>
                    <a:pt x="0" y="43924"/>
                  </a:lnTo>
                  <a:lnTo>
                    <a:pt x="3058" y="38627"/>
                  </a:lnTo>
                  <a:lnTo>
                    <a:pt x="5606" y="35989"/>
                  </a:lnTo>
                  <a:lnTo>
                    <a:pt x="8664" y="33329"/>
                  </a:lnTo>
                  <a:lnTo>
                    <a:pt x="15035" y="31227"/>
                  </a:lnTo>
                  <a:close/>
                </a:path>
                <a:path w="497204" h="85725">
                  <a:moveTo>
                    <a:pt x="395011" y="43924"/>
                  </a:moveTo>
                  <a:lnTo>
                    <a:pt x="343277" y="0"/>
                  </a:lnTo>
                  <a:lnTo>
                    <a:pt x="496694" y="43924"/>
                  </a:lnTo>
                  <a:lnTo>
                    <a:pt x="343277" y="85190"/>
                  </a:lnTo>
                  <a:lnTo>
                    <a:pt x="395011" y="43924"/>
                  </a:lnTo>
                  <a:close/>
                </a:path>
              </a:pathLst>
            </a:custGeom>
            <a:ln w="3285">
              <a:solidFill>
                <a:srgbClr val="0000FF"/>
              </a:solidFill>
            </a:ln>
          </p:spPr>
          <p:txBody>
            <a:bodyPr wrap="square" lIns="0" tIns="0" rIns="0" bIns="0" rtlCol="0"/>
            <a:lstStyle/>
            <a:p/>
          </p:txBody>
        </p:sp>
      </p:grpSp>
      <p:sp>
        <p:nvSpPr>
          <p:cNvPr id="122" name="object 122" descr=""/>
          <p:cNvSpPr txBox="1"/>
          <p:nvPr/>
        </p:nvSpPr>
        <p:spPr>
          <a:xfrm>
            <a:off x="9717627" y="915636"/>
            <a:ext cx="161290" cy="299085"/>
          </a:xfrm>
          <a:prstGeom prst="rect">
            <a:avLst/>
          </a:prstGeom>
        </p:spPr>
        <p:txBody>
          <a:bodyPr wrap="square" lIns="0" tIns="12065" rIns="0" bIns="0" rtlCol="0" vert="horz">
            <a:spAutoFit/>
          </a:bodyPr>
          <a:lstStyle/>
          <a:p>
            <a:pPr marL="12700">
              <a:lnSpc>
                <a:spcPct val="100000"/>
              </a:lnSpc>
              <a:spcBef>
                <a:spcPts val="95"/>
              </a:spcBef>
            </a:pPr>
            <a:r>
              <a:rPr dirty="0" sz="1800" spc="110" b="1">
                <a:latin typeface="Times New Roman"/>
                <a:cs typeface="Times New Roman"/>
              </a:rPr>
              <a:t>8</a:t>
            </a:r>
            <a:endParaRPr sz="1800">
              <a:latin typeface="Times New Roman"/>
              <a:cs typeface="Times New Roman"/>
            </a:endParaRPr>
          </a:p>
        </p:txBody>
      </p:sp>
      <p:grpSp>
        <p:nvGrpSpPr>
          <p:cNvPr id="123" name="object 123" descr=""/>
          <p:cNvGrpSpPr/>
          <p:nvPr/>
        </p:nvGrpSpPr>
        <p:grpSpPr>
          <a:xfrm>
            <a:off x="4318393" y="860965"/>
            <a:ext cx="497840" cy="91440"/>
            <a:chOff x="4318393" y="860965"/>
            <a:chExt cx="497840" cy="91440"/>
          </a:xfrm>
        </p:grpSpPr>
        <p:sp>
          <p:nvSpPr>
            <p:cNvPr id="124" name="object 124" descr=""/>
            <p:cNvSpPr/>
            <p:nvPr/>
          </p:nvSpPr>
          <p:spPr>
            <a:xfrm>
              <a:off x="4319895" y="862555"/>
              <a:ext cx="494665" cy="88265"/>
            </a:xfrm>
            <a:custGeom>
              <a:avLst/>
              <a:gdLst/>
              <a:ahLst/>
              <a:cxnLst/>
              <a:rect l="l" t="t" r="r" b="b"/>
              <a:pathLst>
                <a:path w="494664" h="88265">
                  <a:moveTo>
                    <a:pt x="340881" y="0"/>
                  </a:moveTo>
                  <a:lnTo>
                    <a:pt x="392641" y="43924"/>
                  </a:lnTo>
                  <a:lnTo>
                    <a:pt x="340881" y="87849"/>
                  </a:lnTo>
                  <a:lnTo>
                    <a:pt x="457348" y="54498"/>
                  </a:lnTo>
                  <a:lnTo>
                    <a:pt x="398961" y="54498"/>
                  </a:lnTo>
                  <a:lnTo>
                    <a:pt x="405256" y="49222"/>
                  </a:lnTo>
                  <a:lnTo>
                    <a:pt x="405256" y="38627"/>
                  </a:lnTo>
                  <a:lnTo>
                    <a:pt x="402095" y="35989"/>
                  </a:lnTo>
                  <a:lnTo>
                    <a:pt x="398961" y="33866"/>
                  </a:lnTo>
                  <a:lnTo>
                    <a:pt x="459146" y="33866"/>
                  </a:lnTo>
                  <a:lnTo>
                    <a:pt x="340881" y="0"/>
                  </a:lnTo>
                  <a:close/>
                </a:path>
                <a:path w="494664" h="88265">
                  <a:moveTo>
                    <a:pt x="380788" y="33865"/>
                  </a:moveTo>
                  <a:lnTo>
                    <a:pt x="6294" y="33865"/>
                  </a:lnTo>
                  <a:lnTo>
                    <a:pt x="3160" y="35989"/>
                  </a:lnTo>
                  <a:lnTo>
                    <a:pt x="0" y="38627"/>
                  </a:lnTo>
                  <a:lnTo>
                    <a:pt x="0" y="49222"/>
                  </a:lnTo>
                  <a:lnTo>
                    <a:pt x="6294" y="54498"/>
                  </a:lnTo>
                  <a:lnTo>
                    <a:pt x="380181" y="54498"/>
                  </a:lnTo>
                  <a:lnTo>
                    <a:pt x="392641" y="43924"/>
                  </a:lnTo>
                  <a:lnTo>
                    <a:pt x="380788" y="33865"/>
                  </a:lnTo>
                  <a:close/>
                </a:path>
                <a:path w="494664" h="88265">
                  <a:moveTo>
                    <a:pt x="459146" y="33866"/>
                  </a:moveTo>
                  <a:lnTo>
                    <a:pt x="398961" y="33866"/>
                  </a:lnTo>
                  <a:lnTo>
                    <a:pt x="402095" y="35989"/>
                  </a:lnTo>
                  <a:lnTo>
                    <a:pt x="405256" y="38627"/>
                  </a:lnTo>
                  <a:lnTo>
                    <a:pt x="405256" y="49222"/>
                  </a:lnTo>
                  <a:lnTo>
                    <a:pt x="398961" y="54498"/>
                  </a:lnTo>
                  <a:lnTo>
                    <a:pt x="457348" y="54498"/>
                  </a:lnTo>
                  <a:lnTo>
                    <a:pt x="494273" y="43924"/>
                  </a:lnTo>
                  <a:lnTo>
                    <a:pt x="459146" y="33866"/>
                  </a:lnTo>
                  <a:close/>
                </a:path>
              </a:pathLst>
            </a:custGeom>
            <a:solidFill>
              <a:srgbClr val="993366"/>
            </a:solidFill>
          </p:spPr>
          <p:txBody>
            <a:bodyPr wrap="square" lIns="0" tIns="0" rIns="0" bIns="0" rtlCol="0"/>
            <a:lstStyle/>
            <a:p/>
          </p:txBody>
        </p:sp>
        <p:sp>
          <p:nvSpPr>
            <p:cNvPr id="125" name="object 125" descr=""/>
            <p:cNvSpPr/>
            <p:nvPr/>
          </p:nvSpPr>
          <p:spPr>
            <a:xfrm>
              <a:off x="4319895" y="862555"/>
              <a:ext cx="494665" cy="88265"/>
            </a:xfrm>
            <a:custGeom>
              <a:avLst/>
              <a:gdLst/>
              <a:ahLst/>
              <a:cxnLst/>
              <a:rect l="l" t="t" r="r" b="b"/>
              <a:pathLst>
                <a:path w="494664" h="88265">
                  <a:moveTo>
                    <a:pt x="12614" y="33865"/>
                  </a:moveTo>
                  <a:lnTo>
                    <a:pt x="392641" y="33866"/>
                  </a:lnTo>
                  <a:lnTo>
                    <a:pt x="398961" y="33866"/>
                  </a:lnTo>
                  <a:lnTo>
                    <a:pt x="402095" y="35989"/>
                  </a:lnTo>
                  <a:lnTo>
                    <a:pt x="405256" y="38627"/>
                  </a:lnTo>
                  <a:lnTo>
                    <a:pt x="405256" y="43924"/>
                  </a:lnTo>
                  <a:lnTo>
                    <a:pt x="405256" y="49222"/>
                  </a:lnTo>
                  <a:lnTo>
                    <a:pt x="402095" y="51860"/>
                  </a:lnTo>
                  <a:lnTo>
                    <a:pt x="398961" y="54498"/>
                  </a:lnTo>
                  <a:lnTo>
                    <a:pt x="392641" y="54498"/>
                  </a:lnTo>
                  <a:lnTo>
                    <a:pt x="12614" y="54498"/>
                  </a:lnTo>
                  <a:lnTo>
                    <a:pt x="6294" y="54498"/>
                  </a:lnTo>
                  <a:lnTo>
                    <a:pt x="3160" y="51860"/>
                  </a:lnTo>
                  <a:lnTo>
                    <a:pt x="0" y="49222"/>
                  </a:lnTo>
                  <a:lnTo>
                    <a:pt x="0" y="43924"/>
                  </a:lnTo>
                  <a:lnTo>
                    <a:pt x="0" y="38627"/>
                  </a:lnTo>
                  <a:lnTo>
                    <a:pt x="3160" y="35989"/>
                  </a:lnTo>
                  <a:lnTo>
                    <a:pt x="6294" y="33865"/>
                  </a:lnTo>
                  <a:lnTo>
                    <a:pt x="12614" y="33865"/>
                  </a:lnTo>
                  <a:close/>
                </a:path>
                <a:path w="494664" h="88265">
                  <a:moveTo>
                    <a:pt x="392641" y="43924"/>
                  </a:moveTo>
                  <a:lnTo>
                    <a:pt x="340881" y="0"/>
                  </a:lnTo>
                  <a:lnTo>
                    <a:pt x="494273" y="43924"/>
                  </a:lnTo>
                  <a:lnTo>
                    <a:pt x="340881" y="87849"/>
                  </a:lnTo>
                  <a:lnTo>
                    <a:pt x="392641" y="43924"/>
                  </a:lnTo>
                  <a:close/>
                </a:path>
              </a:pathLst>
            </a:custGeom>
            <a:ln w="3285">
              <a:solidFill>
                <a:srgbClr val="993366"/>
              </a:solidFill>
            </a:ln>
          </p:spPr>
          <p:txBody>
            <a:bodyPr wrap="square" lIns="0" tIns="0" rIns="0" bIns="0" rtlCol="0"/>
            <a:lstStyle/>
            <a:p/>
          </p:txBody>
        </p:sp>
      </p:grpSp>
      <p:grpSp>
        <p:nvGrpSpPr>
          <p:cNvPr id="126" name="object 126" descr=""/>
          <p:cNvGrpSpPr/>
          <p:nvPr/>
        </p:nvGrpSpPr>
        <p:grpSpPr>
          <a:xfrm>
            <a:off x="6177545" y="860965"/>
            <a:ext cx="500380" cy="91440"/>
            <a:chOff x="6177545" y="860965"/>
            <a:chExt cx="500380" cy="91440"/>
          </a:xfrm>
        </p:grpSpPr>
        <p:sp>
          <p:nvSpPr>
            <p:cNvPr id="127" name="object 127" descr=""/>
            <p:cNvSpPr/>
            <p:nvPr/>
          </p:nvSpPr>
          <p:spPr>
            <a:xfrm>
              <a:off x="6179048" y="862555"/>
              <a:ext cx="497205" cy="88265"/>
            </a:xfrm>
            <a:custGeom>
              <a:avLst/>
              <a:gdLst/>
              <a:ahLst/>
              <a:cxnLst/>
              <a:rect l="l" t="t" r="r" b="b"/>
              <a:pathLst>
                <a:path w="497204" h="88265">
                  <a:moveTo>
                    <a:pt x="343277" y="0"/>
                  </a:moveTo>
                  <a:lnTo>
                    <a:pt x="395775" y="43924"/>
                  </a:lnTo>
                  <a:lnTo>
                    <a:pt x="343277" y="87849"/>
                  </a:lnTo>
                  <a:lnTo>
                    <a:pt x="459763" y="54498"/>
                  </a:lnTo>
                  <a:lnTo>
                    <a:pt x="398833" y="54498"/>
                  </a:lnTo>
                  <a:lnTo>
                    <a:pt x="404440" y="51860"/>
                  </a:lnTo>
                  <a:lnTo>
                    <a:pt x="407753" y="49222"/>
                  </a:lnTo>
                  <a:lnTo>
                    <a:pt x="407753" y="38627"/>
                  </a:lnTo>
                  <a:lnTo>
                    <a:pt x="404440" y="35989"/>
                  </a:lnTo>
                  <a:lnTo>
                    <a:pt x="398833" y="33866"/>
                  </a:lnTo>
                  <a:lnTo>
                    <a:pt x="461561" y="33866"/>
                  </a:lnTo>
                  <a:lnTo>
                    <a:pt x="343277" y="0"/>
                  </a:lnTo>
                  <a:close/>
                </a:path>
                <a:path w="497204" h="88265">
                  <a:moveTo>
                    <a:pt x="383753" y="33865"/>
                  </a:moveTo>
                  <a:lnTo>
                    <a:pt x="9429" y="33865"/>
                  </a:lnTo>
                  <a:lnTo>
                    <a:pt x="6116" y="35989"/>
                  </a:lnTo>
                  <a:lnTo>
                    <a:pt x="3058" y="38627"/>
                  </a:lnTo>
                  <a:lnTo>
                    <a:pt x="0" y="43924"/>
                  </a:lnTo>
                  <a:lnTo>
                    <a:pt x="3058" y="49222"/>
                  </a:lnTo>
                  <a:lnTo>
                    <a:pt x="6116" y="51860"/>
                  </a:lnTo>
                  <a:lnTo>
                    <a:pt x="9429" y="54498"/>
                  </a:lnTo>
                  <a:lnTo>
                    <a:pt x="383138" y="54498"/>
                  </a:lnTo>
                  <a:lnTo>
                    <a:pt x="395775" y="43924"/>
                  </a:lnTo>
                  <a:lnTo>
                    <a:pt x="383753" y="33865"/>
                  </a:lnTo>
                  <a:close/>
                </a:path>
                <a:path w="497204" h="88265">
                  <a:moveTo>
                    <a:pt x="461561" y="33866"/>
                  </a:moveTo>
                  <a:lnTo>
                    <a:pt x="398833" y="33866"/>
                  </a:lnTo>
                  <a:lnTo>
                    <a:pt x="404440" y="35989"/>
                  </a:lnTo>
                  <a:lnTo>
                    <a:pt x="407753" y="38627"/>
                  </a:lnTo>
                  <a:lnTo>
                    <a:pt x="407753" y="49222"/>
                  </a:lnTo>
                  <a:lnTo>
                    <a:pt x="404440" y="51860"/>
                  </a:lnTo>
                  <a:lnTo>
                    <a:pt x="398833" y="54498"/>
                  </a:lnTo>
                  <a:lnTo>
                    <a:pt x="459763" y="54498"/>
                  </a:lnTo>
                  <a:lnTo>
                    <a:pt x="496694" y="43924"/>
                  </a:lnTo>
                  <a:lnTo>
                    <a:pt x="461561" y="33866"/>
                  </a:lnTo>
                  <a:close/>
                </a:path>
              </a:pathLst>
            </a:custGeom>
            <a:solidFill>
              <a:srgbClr val="993366"/>
            </a:solidFill>
          </p:spPr>
          <p:txBody>
            <a:bodyPr wrap="square" lIns="0" tIns="0" rIns="0" bIns="0" rtlCol="0"/>
            <a:lstStyle/>
            <a:p/>
          </p:txBody>
        </p:sp>
        <p:sp>
          <p:nvSpPr>
            <p:cNvPr id="128" name="object 128" descr=""/>
            <p:cNvSpPr/>
            <p:nvPr/>
          </p:nvSpPr>
          <p:spPr>
            <a:xfrm>
              <a:off x="6179048" y="862555"/>
              <a:ext cx="497205" cy="88265"/>
            </a:xfrm>
            <a:custGeom>
              <a:avLst/>
              <a:gdLst/>
              <a:ahLst/>
              <a:cxnLst/>
              <a:rect l="l" t="t" r="r" b="b"/>
              <a:pathLst>
                <a:path w="497204" h="88265">
                  <a:moveTo>
                    <a:pt x="15035" y="33865"/>
                  </a:moveTo>
                  <a:lnTo>
                    <a:pt x="395775" y="33866"/>
                  </a:lnTo>
                  <a:lnTo>
                    <a:pt x="407753" y="43924"/>
                  </a:lnTo>
                  <a:lnTo>
                    <a:pt x="407753" y="49222"/>
                  </a:lnTo>
                  <a:lnTo>
                    <a:pt x="404440" y="51860"/>
                  </a:lnTo>
                  <a:lnTo>
                    <a:pt x="398833" y="54498"/>
                  </a:lnTo>
                  <a:lnTo>
                    <a:pt x="395775" y="54498"/>
                  </a:lnTo>
                  <a:lnTo>
                    <a:pt x="15035" y="54498"/>
                  </a:lnTo>
                  <a:lnTo>
                    <a:pt x="9429" y="54498"/>
                  </a:lnTo>
                  <a:lnTo>
                    <a:pt x="6116" y="51860"/>
                  </a:lnTo>
                  <a:lnTo>
                    <a:pt x="3058" y="49222"/>
                  </a:lnTo>
                  <a:lnTo>
                    <a:pt x="0" y="43924"/>
                  </a:lnTo>
                  <a:lnTo>
                    <a:pt x="3058" y="38627"/>
                  </a:lnTo>
                  <a:lnTo>
                    <a:pt x="6116" y="35989"/>
                  </a:lnTo>
                  <a:lnTo>
                    <a:pt x="9429" y="33865"/>
                  </a:lnTo>
                  <a:lnTo>
                    <a:pt x="15035" y="33865"/>
                  </a:lnTo>
                  <a:close/>
                </a:path>
                <a:path w="497204" h="88265">
                  <a:moveTo>
                    <a:pt x="395775" y="43924"/>
                  </a:moveTo>
                  <a:lnTo>
                    <a:pt x="343277" y="0"/>
                  </a:lnTo>
                  <a:lnTo>
                    <a:pt x="496694" y="43924"/>
                  </a:lnTo>
                  <a:lnTo>
                    <a:pt x="343277" y="87849"/>
                  </a:lnTo>
                  <a:lnTo>
                    <a:pt x="395775" y="43924"/>
                  </a:lnTo>
                  <a:close/>
                </a:path>
              </a:pathLst>
            </a:custGeom>
            <a:ln w="3285">
              <a:solidFill>
                <a:srgbClr val="993366"/>
              </a:solidFill>
            </a:ln>
          </p:spPr>
          <p:txBody>
            <a:bodyPr wrap="square" lIns="0" tIns="0" rIns="0" bIns="0" rtlCol="0"/>
            <a:lstStyle/>
            <a:p/>
          </p:txBody>
        </p:sp>
      </p:grpSp>
      <p:grpSp>
        <p:nvGrpSpPr>
          <p:cNvPr id="129" name="object 129" descr=""/>
          <p:cNvGrpSpPr/>
          <p:nvPr/>
        </p:nvGrpSpPr>
        <p:grpSpPr>
          <a:xfrm>
            <a:off x="5254493" y="860965"/>
            <a:ext cx="497205" cy="91440"/>
            <a:chOff x="5254493" y="860965"/>
            <a:chExt cx="497205" cy="91440"/>
          </a:xfrm>
        </p:grpSpPr>
        <p:sp>
          <p:nvSpPr>
            <p:cNvPr id="130" name="object 130" descr=""/>
            <p:cNvSpPr/>
            <p:nvPr/>
          </p:nvSpPr>
          <p:spPr>
            <a:xfrm>
              <a:off x="5255995" y="862555"/>
              <a:ext cx="494030" cy="88265"/>
            </a:xfrm>
            <a:custGeom>
              <a:avLst/>
              <a:gdLst/>
              <a:ahLst/>
              <a:cxnLst/>
              <a:rect l="l" t="t" r="r" b="b"/>
              <a:pathLst>
                <a:path w="494029" h="88265">
                  <a:moveTo>
                    <a:pt x="340219" y="0"/>
                  </a:moveTo>
                  <a:lnTo>
                    <a:pt x="391953" y="43924"/>
                  </a:lnTo>
                  <a:lnTo>
                    <a:pt x="340219" y="87849"/>
                  </a:lnTo>
                  <a:lnTo>
                    <a:pt x="456705" y="54498"/>
                  </a:lnTo>
                  <a:lnTo>
                    <a:pt x="398324" y="54498"/>
                  </a:lnTo>
                  <a:lnTo>
                    <a:pt x="401637" y="51860"/>
                  </a:lnTo>
                  <a:lnTo>
                    <a:pt x="404695" y="49222"/>
                  </a:lnTo>
                  <a:lnTo>
                    <a:pt x="404695" y="38627"/>
                  </a:lnTo>
                  <a:lnTo>
                    <a:pt x="401637" y="35989"/>
                  </a:lnTo>
                  <a:lnTo>
                    <a:pt x="398324" y="33866"/>
                  </a:lnTo>
                  <a:lnTo>
                    <a:pt x="458503" y="33866"/>
                  </a:lnTo>
                  <a:lnTo>
                    <a:pt x="340219" y="0"/>
                  </a:lnTo>
                  <a:close/>
                </a:path>
                <a:path w="494029" h="88265">
                  <a:moveTo>
                    <a:pt x="380105" y="33865"/>
                  </a:moveTo>
                  <a:lnTo>
                    <a:pt x="5861" y="33865"/>
                  </a:lnTo>
                  <a:lnTo>
                    <a:pt x="2548" y="35989"/>
                  </a:lnTo>
                  <a:lnTo>
                    <a:pt x="0" y="38627"/>
                  </a:lnTo>
                  <a:lnTo>
                    <a:pt x="0" y="49222"/>
                  </a:lnTo>
                  <a:lnTo>
                    <a:pt x="2548" y="51860"/>
                  </a:lnTo>
                  <a:lnTo>
                    <a:pt x="5861" y="54498"/>
                  </a:lnTo>
                  <a:lnTo>
                    <a:pt x="379499" y="54498"/>
                  </a:lnTo>
                  <a:lnTo>
                    <a:pt x="391953" y="43924"/>
                  </a:lnTo>
                  <a:lnTo>
                    <a:pt x="380105" y="33865"/>
                  </a:lnTo>
                  <a:close/>
                </a:path>
                <a:path w="494029" h="88265">
                  <a:moveTo>
                    <a:pt x="458503" y="33866"/>
                  </a:moveTo>
                  <a:lnTo>
                    <a:pt x="398324" y="33866"/>
                  </a:lnTo>
                  <a:lnTo>
                    <a:pt x="401637" y="35989"/>
                  </a:lnTo>
                  <a:lnTo>
                    <a:pt x="404695" y="38627"/>
                  </a:lnTo>
                  <a:lnTo>
                    <a:pt x="404695" y="49222"/>
                  </a:lnTo>
                  <a:lnTo>
                    <a:pt x="401637" y="51860"/>
                  </a:lnTo>
                  <a:lnTo>
                    <a:pt x="398324" y="54498"/>
                  </a:lnTo>
                  <a:lnTo>
                    <a:pt x="456705" y="54498"/>
                  </a:lnTo>
                  <a:lnTo>
                    <a:pt x="493636" y="43924"/>
                  </a:lnTo>
                  <a:lnTo>
                    <a:pt x="458503" y="33866"/>
                  </a:lnTo>
                  <a:close/>
                </a:path>
              </a:pathLst>
            </a:custGeom>
            <a:solidFill>
              <a:srgbClr val="993366"/>
            </a:solidFill>
          </p:spPr>
          <p:txBody>
            <a:bodyPr wrap="square" lIns="0" tIns="0" rIns="0" bIns="0" rtlCol="0"/>
            <a:lstStyle/>
            <a:p/>
          </p:txBody>
        </p:sp>
        <p:sp>
          <p:nvSpPr>
            <p:cNvPr id="131" name="object 131" descr=""/>
            <p:cNvSpPr/>
            <p:nvPr/>
          </p:nvSpPr>
          <p:spPr>
            <a:xfrm>
              <a:off x="5255995" y="862555"/>
              <a:ext cx="494030" cy="88265"/>
            </a:xfrm>
            <a:custGeom>
              <a:avLst/>
              <a:gdLst/>
              <a:ahLst/>
              <a:cxnLst/>
              <a:rect l="l" t="t" r="r" b="b"/>
              <a:pathLst>
                <a:path w="494029" h="88265">
                  <a:moveTo>
                    <a:pt x="11977" y="33865"/>
                  </a:moveTo>
                  <a:lnTo>
                    <a:pt x="391953" y="33866"/>
                  </a:lnTo>
                  <a:lnTo>
                    <a:pt x="398324" y="33866"/>
                  </a:lnTo>
                  <a:lnTo>
                    <a:pt x="401637" y="35989"/>
                  </a:lnTo>
                  <a:lnTo>
                    <a:pt x="404695" y="38627"/>
                  </a:lnTo>
                  <a:lnTo>
                    <a:pt x="404695" y="43924"/>
                  </a:lnTo>
                  <a:lnTo>
                    <a:pt x="404695" y="49222"/>
                  </a:lnTo>
                  <a:lnTo>
                    <a:pt x="401637" y="51860"/>
                  </a:lnTo>
                  <a:lnTo>
                    <a:pt x="398324" y="54498"/>
                  </a:lnTo>
                  <a:lnTo>
                    <a:pt x="391953" y="54498"/>
                  </a:lnTo>
                  <a:lnTo>
                    <a:pt x="11977" y="54498"/>
                  </a:lnTo>
                  <a:lnTo>
                    <a:pt x="5861" y="54498"/>
                  </a:lnTo>
                  <a:lnTo>
                    <a:pt x="2548" y="51860"/>
                  </a:lnTo>
                  <a:lnTo>
                    <a:pt x="0" y="49222"/>
                  </a:lnTo>
                  <a:lnTo>
                    <a:pt x="0" y="43924"/>
                  </a:lnTo>
                  <a:lnTo>
                    <a:pt x="0" y="38627"/>
                  </a:lnTo>
                  <a:lnTo>
                    <a:pt x="2548" y="35989"/>
                  </a:lnTo>
                  <a:lnTo>
                    <a:pt x="5861" y="33865"/>
                  </a:lnTo>
                  <a:lnTo>
                    <a:pt x="11977" y="33865"/>
                  </a:lnTo>
                  <a:close/>
                </a:path>
                <a:path w="494029" h="88265">
                  <a:moveTo>
                    <a:pt x="391953" y="43924"/>
                  </a:moveTo>
                  <a:lnTo>
                    <a:pt x="340219" y="0"/>
                  </a:lnTo>
                  <a:lnTo>
                    <a:pt x="493636" y="43924"/>
                  </a:lnTo>
                  <a:lnTo>
                    <a:pt x="340219" y="87849"/>
                  </a:lnTo>
                  <a:lnTo>
                    <a:pt x="391953" y="43924"/>
                  </a:lnTo>
                  <a:close/>
                </a:path>
              </a:pathLst>
            </a:custGeom>
            <a:ln w="3285">
              <a:solidFill>
                <a:srgbClr val="993366"/>
              </a:solidFill>
            </a:ln>
          </p:spPr>
          <p:txBody>
            <a:bodyPr wrap="square" lIns="0" tIns="0" rIns="0" bIns="0" rtlCol="0"/>
            <a:lstStyle/>
            <a:p/>
          </p:txBody>
        </p:sp>
      </p:grpSp>
      <p:grpSp>
        <p:nvGrpSpPr>
          <p:cNvPr id="132" name="object 132" descr=""/>
          <p:cNvGrpSpPr/>
          <p:nvPr/>
        </p:nvGrpSpPr>
        <p:grpSpPr>
          <a:xfrm>
            <a:off x="3246102" y="560635"/>
            <a:ext cx="6343015" cy="1018540"/>
            <a:chOff x="3246102" y="560635"/>
            <a:chExt cx="6343015" cy="1018540"/>
          </a:xfrm>
        </p:grpSpPr>
        <p:sp>
          <p:nvSpPr>
            <p:cNvPr id="133" name="object 133" descr=""/>
            <p:cNvSpPr/>
            <p:nvPr/>
          </p:nvSpPr>
          <p:spPr>
            <a:xfrm>
              <a:off x="3246102" y="1236154"/>
              <a:ext cx="4131945" cy="332740"/>
            </a:xfrm>
            <a:custGeom>
              <a:avLst/>
              <a:gdLst/>
              <a:ahLst/>
              <a:cxnLst/>
              <a:rect l="l" t="t" r="r" b="b"/>
              <a:pathLst>
                <a:path w="4131945" h="332740">
                  <a:moveTo>
                    <a:pt x="0" y="0"/>
                  </a:moveTo>
                  <a:lnTo>
                    <a:pt x="214631" y="0"/>
                  </a:lnTo>
                </a:path>
                <a:path w="4131945" h="332740">
                  <a:moveTo>
                    <a:pt x="214631" y="0"/>
                  </a:moveTo>
                  <a:lnTo>
                    <a:pt x="214631" y="332311"/>
                  </a:lnTo>
                </a:path>
                <a:path w="4131945" h="332740">
                  <a:moveTo>
                    <a:pt x="214631" y="332311"/>
                  </a:moveTo>
                  <a:lnTo>
                    <a:pt x="4131741" y="332311"/>
                  </a:lnTo>
                </a:path>
                <a:path w="4131945" h="332740">
                  <a:moveTo>
                    <a:pt x="4131741" y="0"/>
                  </a:moveTo>
                  <a:lnTo>
                    <a:pt x="4131741" y="332311"/>
                  </a:lnTo>
                </a:path>
              </a:pathLst>
            </a:custGeom>
            <a:ln w="22669">
              <a:solidFill>
                <a:srgbClr val="0000FF"/>
              </a:solidFill>
            </a:ln>
          </p:spPr>
          <p:txBody>
            <a:bodyPr wrap="square" lIns="0" tIns="0" rIns="0" bIns="0" rtlCol="0"/>
            <a:lstStyle/>
            <a:p/>
          </p:txBody>
        </p:sp>
        <p:sp>
          <p:nvSpPr>
            <p:cNvPr id="134" name="object 134" descr=""/>
            <p:cNvSpPr/>
            <p:nvPr/>
          </p:nvSpPr>
          <p:spPr>
            <a:xfrm>
              <a:off x="7110764" y="570995"/>
              <a:ext cx="2092325" cy="332740"/>
            </a:xfrm>
            <a:custGeom>
              <a:avLst/>
              <a:gdLst/>
              <a:ahLst/>
              <a:cxnLst/>
              <a:rect l="l" t="t" r="r" b="b"/>
              <a:pathLst>
                <a:path w="2092325" h="332740">
                  <a:moveTo>
                    <a:pt x="0" y="332311"/>
                  </a:moveTo>
                  <a:lnTo>
                    <a:pt x="159533" y="332311"/>
                  </a:lnTo>
                </a:path>
                <a:path w="2092325" h="332740">
                  <a:moveTo>
                    <a:pt x="159533" y="332311"/>
                  </a:moveTo>
                  <a:lnTo>
                    <a:pt x="159533" y="0"/>
                  </a:lnTo>
                </a:path>
                <a:path w="2092325" h="332740">
                  <a:moveTo>
                    <a:pt x="159533" y="0"/>
                  </a:moveTo>
                  <a:lnTo>
                    <a:pt x="2092030" y="0"/>
                  </a:lnTo>
                </a:path>
                <a:path w="2092325" h="332740">
                  <a:moveTo>
                    <a:pt x="2092030" y="0"/>
                  </a:moveTo>
                  <a:lnTo>
                    <a:pt x="2092030" y="332311"/>
                  </a:lnTo>
                </a:path>
              </a:pathLst>
            </a:custGeom>
            <a:ln w="22669">
              <a:solidFill>
                <a:srgbClr val="993366"/>
              </a:solidFill>
            </a:ln>
          </p:spPr>
          <p:txBody>
            <a:bodyPr wrap="square" lIns="0" tIns="0" rIns="0" bIns="0" rtlCol="0"/>
            <a:lstStyle/>
            <a:p/>
          </p:txBody>
        </p:sp>
        <p:sp>
          <p:nvSpPr>
            <p:cNvPr id="135" name="object 135" descr=""/>
            <p:cNvSpPr/>
            <p:nvPr/>
          </p:nvSpPr>
          <p:spPr>
            <a:xfrm>
              <a:off x="9196933" y="862556"/>
              <a:ext cx="390525" cy="88265"/>
            </a:xfrm>
            <a:custGeom>
              <a:avLst/>
              <a:gdLst/>
              <a:ahLst/>
              <a:cxnLst/>
              <a:rect l="l" t="t" r="r" b="b"/>
              <a:pathLst>
                <a:path w="390525" h="88265">
                  <a:moveTo>
                    <a:pt x="236751" y="0"/>
                  </a:moveTo>
                  <a:lnTo>
                    <a:pt x="288485" y="43924"/>
                  </a:lnTo>
                  <a:lnTo>
                    <a:pt x="236751" y="87849"/>
                  </a:lnTo>
                  <a:lnTo>
                    <a:pt x="353238" y="54498"/>
                  </a:lnTo>
                  <a:lnTo>
                    <a:pt x="291798" y="54498"/>
                  </a:lnTo>
                  <a:lnTo>
                    <a:pt x="294856" y="51860"/>
                  </a:lnTo>
                  <a:lnTo>
                    <a:pt x="298169" y="49222"/>
                  </a:lnTo>
                  <a:lnTo>
                    <a:pt x="301227" y="43924"/>
                  </a:lnTo>
                  <a:lnTo>
                    <a:pt x="298169" y="38627"/>
                  </a:lnTo>
                  <a:lnTo>
                    <a:pt x="294856" y="35989"/>
                  </a:lnTo>
                  <a:lnTo>
                    <a:pt x="291798" y="33866"/>
                  </a:lnTo>
                  <a:lnTo>
                    <a:pt x="355036" y="33866"/>
                  </a:lnTo>
                  <a:lnTo>
                    <a:pt x="236751" y="0"/>
                  </a:lnTo>
                  <a:close/>
                </a:path>
                <a:path w="390525" h="88265">
                  <a:moveTo>
                    <a:pt x="276638" y="33865"/>
                  </a:moveTo>
                  <a:lnTo>
                    <a:pt x="9429" y="33865"/>
                  </a:lnTo>
                  <a:lnTo>
                    <a:pt x="3312" y="35989"/>
                  </a:lnTo>
                  <a:lnTo>
                    <a:pt x="0" y="38627"/>
                  </a:lnTo>
                  <a:lnTo>
                    <a:pt x="0" y="49222"/>
                  </a:lnTo>
                  <a:lnTo>
                    <a:pt x="3312" y="51860"/>
                  </a:lnTo>
                  <a:lnTo>
                    <a:pt x="9429" y="54498"/>
                  </a:lnTo>
                  <a:lnTo>
                    <a:pt x="276032" y="54498"/>
                  </a:lnTo>
                  <a:lnTo>
                    <a:pt x="288485" y="43924"/>
                  </a:lnTo>
                  <a:lnTo>
                    <a:pt x="276638" y="33865"/>
                  </a:lnTo>
                  <a:close/>
                </a:path>
                <a:path w="390525" h="88265">
                  <a:moveTo>
                    <a:pt x="355036" y="33866"/>
                  </a:moveTo>
                  <a:lnTo>
                    <a:pt x="291798" y="33866"/>
                  </a:lnTo>
                  <a:lnTo>
                    <a:pt x="294856" y="35989"/>
                  </a:lnTo>
                  <a:lnTo>
                    <a:pt x="298169" y="38627"/>
                  </a:lnTo>
                  <a:lnTo>
                    <a:pt x="301227" y="43924"/>
                  </a:lnTo>
                  <a:lnTo>
                    <a:pt x="298169" y="49222"/>
                  </a:lnTo>
                  <a:lnTo>
                    <a:pt x="294856" y="51860"/>
                  </a:lnTo>
                  <a:lnTo>
                    <a:pt x="291798" y="54498"/>
                  </a:lnTo>
                  <a:lnTo>
                    <a:pt x="353238" y="54498"/>
                  </a:lnTo>
                  <a:lnTo>
                    <a:pt x="390169" y="43924"/>
                  </a:lnTo>
                  <a:lnTo>
                    <a:pt x="355036" y="33866"/>
                  </a:lnTo>
                  <a:close/>
                </a:path>
              </a:pathLst>
            </a:custGeom>
            <a:solidFill>
              <a:srgbClr val="993366"/>
            </a:solidFill>
          </p:spPr>
          <p:txBody>
            <a:bodyPr wrap="square" lIns="0" tIns="0" rIns="0" bIns="0" rtlCol="0"/>
            <a:lstStyle/>
            <a:p/>
          </p:txBody>
        </p:sp>
        <p:sp>
          <p:nvSpPr>
            <p:cNvPr id="136" name="object 136" descr=""/>
            <p:cNvSpPr/>
            <p:nvPr/>
          </p:nvSpPr>
          <p:spPr>
            <a:xfrm>
              <a:off x="9196933" y="862555"/>
              <a:ext cx="390525" cy="88265"/>
            </a:xfrm>
            <a:custGeom>
              <a:avLst/>
              <a:gdLst/>
              <a:ahLst/>
              <a:cxnLst/>
              <a:rect l="l" t="t" r="r" b="b"/>
              <a:pathLst>
                <a:path w="390525" h="88265">
                  <a:moveTo>
                    <a:pt x="12742" y="33865"/>
                  </a:moveTo>
                  <a:lnTo>
                    <a:pt x="288485" y="33866"/>
                  </a:lnTo>
                  <a:lnTo>
                    <a:pt x="301227" y="43924"/>
                  </a:lnTo>
                  <a:lnTo>
                    <a:pt x="298169" y="49222"/>
                  </a:lnTo>
                  <a:lnTo>
                    <a:pt x="294856" y="51860"/>
                  </a:lnTo>
                  <a:lnTo>
                    <a:pt x="291798" y="54498"/>
                  </a:lnTo>
                  <a:lnTo>
                    <a:pt x="288485" y="54498"/>
                  </a:lnTo>
                  <a:lnTo>
                    <a:pt x="12742" y="54498"/>
                  </a:lnTo>
                  <a:lnTo>
                    <a:pt x="9429" y="54498"/>
                  </a:lnTo>
                  <a:lnTo>
                    <a:pt x="3312" y="51860"/>
                  </a:lnTo>
                  <a:lnTo>
                    <a:pt x="0" y="49222"/>
                  </a:lnTo>
                  <a:lnTo>
                    <a:pt x="0" y="43924"/>
                  </a:lnTo>
                  <a:lnTo>
                    <a:pt x="0" y="38627"/>
                  </a:lnTo>
                  <a:lnTo>
                    <a:pt x="3312" y="35989"/>
                  </a:lnTo>
                  <a:lnTo>
                    <a:pt x="9429" y="33865"/>
                  </a:lnTo>
                  <a:lnTo>
                    <a:pt x="12742" y="33865"/>
                  </a:lnTo>
                  <a:close/>
                </a:path>
                <a:path w="390525" h="88265">
                  <a:moveTo>
                    <a:pt x="288485" y="43924"/>
                  </a:moveTo>
                  <a:lnTo>
                    <a:pt x="236751" y="0"/>
                  </a:lnTo>
                  <a:lnTo>
                    <a:pt x="390169" y="43924"/>
                  </a:lnTo>
                  <a:lnTo>
                    <a:pt x="236751" y="87849"/>
                  </a:lnTo>
                  <a:lnTo>
                    <a:pt x="288485" y="43924"/>
                  </a:lnTo>
                  <a:close/>
                </a:path>
              </a:pathLst>
            </a:custGeom>
            <a:ln w="3285">
              <a:solidFill>
                <a:srgbClr val="993366"/>
              </a:solidFill>
            </a:ln>
          </p:spPr>
          <p:txBody>
            <a:bodyPr wrap="square" lIns="0" tIns="0" rIns="0" bIns="0" rtlCol="0"/>
            <a:lstStyle/>
            <a:p/>
          </p:txBody>
        </p:sp>
      </p:grpSp>
      <p:grpSp>
        <p:nvGrpSpPr>
          <p:cNvPr id="137" name="object 137" descr=""/>
          <p:cNvGrpSpPr/>
          <p:nvPr/>
        </p:nvGrpSpPr>
        <p:grpSpPr>
          <a:xfrm>
            <a:off x="4516437" y="4722939"/>
            <a:ext cx="2357755" cy="1479550"/>
            <a:chOff x="4516437" y="4722939"/>
            <a:chExt cx="2357755" cy="1479550"/>
          </a:xfrm>
        </p:grpSpPr>
        <p:sp>
          <p:nvSpPr>
            <p:cNvPr id="138" name="object 138" descr=""/>
            <p:cNvSpPr/>
            <p:nvPr/>
          </p:nvSpPr>
          <p:spPr>
            <a:xfrm>
              <a:off x="4521200" y="4727702"/>
              <a:ext cx="2348230" cy="1470025"/>
            </a:xfrm>
            <a:custGeom>
              <a:avLst/>
              <a:gdLst/>
              <a:ahLst/>
              <a:cxnLst/>
              <a:rect l="l" t="t" r="r" b="b"/>
              <a:pathLst>
                <a:path w="2348229" h="1470025">
                  <a:moveTo>
                    <a:pt x="2237867" y="809498"/>
                  </a:moveTo>
                  <a:lnTo>
                    <a:pt x="110109" y="809498"/>
                  </a:lnTo>
                  <a:lnTo>
                    <a:pt x="67240" y="818147"/>
                  </a:lnTo>
                  <a:lnTo>
                    <a:pt x="32242" y="841735"/>
                  </a:lnTo>
                  <a:lnTo>
                    <a:pt x="8649" y="876722"/>
                  </a:lnTo>
                  <a:lnTo>
                    <a:pt x="0" y="919568"/>
                  </a:lnTo>
                  <a:lnTo>
                    <a:pt x="0" y="1359827"/>
                  </a:lnTo>
                  <a:lnTo>
                    <a:pt x="8649" y="1402673"/>
                  </a:lnTo>
                  <a:lnTo>
                    <a:pt x="32242" y="1437660"/>
                  </a:lnTo>
                  <a:lnTo>
                    <a:pt x="67240" y="1461248"/>
                  </a:lnTo>
                  <a:lnTo>
                    <a:pt x="110109" y="1469898"/>
                  </a:lnTo>
                  <a:lnTo>
                    <a:pt x="2237867" y="1469898"/>
                  </a:lnTo>
                  <a:lnTo>
                    <a:pt x="2280681" y="1461248"/>
                  </a:lnTo>
                  <a:lnTo>
                    <a:pt x="2315686" y="1437660"/>
                  </a:lnTo>
                  <a:lnTo>
                    <a:pt x="2339308" y="1402673"/>
                  </a:lnTo>
                  <a:lnTo>
                    <a:pt x="2347976" y="1359827"/>
                  </a:lnTo>
                  <a:lnTo>
                    <a:pt x="2347976" y="919568"/>
                  </a:lnTo>
                  <a:lnTo>
                    <a:pt x="2339308" y="876722"/>
                  </a:lnTo>
                  <a:lnTo>
                    <a:pt x="2315686" y="841735"/>
                  </a:lnTo>
                  <a:lnTo>
                    <a:pt x="2280681" y="818147"/>
                  </a:lnTo>
                  <a:lnTo>
                    <a:pt x="2237867" y="809498"/>
                  </a:lnTo>
                  <a:close/>
                </a:path>
                <a:path w="2348229" h="1470025">
                  <a:moveTo>
                    <a:pt x="1188339" y="0"/>
                  </a:moveTo>
                  <a:lnTo>
                    <a:pt x="1369567" y="809498"/>
                  </a:lnTo>
                  <a:lnTo>
                    <a:pt x="1956562" y="809498"/>
                  </a:lnTo>
                  <a:lnTo>
                    <a:pt x="1188339" y="0"/>
                  </a:lnTo>
                  <a:close/>
                </a:path>
              </a:pathLst>
            </a:custGeom>
            <a:solidFill>
              <a:srgbClr val="FFACFF"/>
            </a:solidFill>
          </p:spPr>
          <p:txBody>
            <a:bodyPr wrap="square" lIns="0" tIns="0" rIns="0" bIns="0" rtlCol="0"/>
            <a:lstStyle/>
            <a:p/>
          </p:txBody>
        </p:sp>
        <p:sp>
          <p:nvSpPr>
            <p:cNvPr id="139" name="object 139" descr=""/>
            <p:cNvSpPr/>
            <p:nvPr/>
          </p:nvSpPr>
          <p:spPr>
            <a:xfrm>
              <a:off x="4521200" y="4727702"/>
              <a:ext cx="2348230" cy="1470025"/>
            </a:xfrm>
            <a:custGeom>
              <a:avLst/>
              <a:gdLst/>
              <a:ahLst/>
              <a:cxnLst/>
              <a:rect l="l" t="t" r="r" b="b"/>
              <a:pathLst>
                <a:path w="2348229" h="1470025">
                  <a:moveTo>
                    <a:pt x="0" y="919568"/>
                  </a:moveTo>
                  <a:lnTo>
                    <a:pt x="8649" y="876722"/>
                  </a:lnTo>
                  <a:lnTo>
                    <a:pt x="32242" y="841735"/>
                  </a:lnTo>
                  <a:lnTo>
                    <a:pt x="67240" y="818147"/>
                  </a:lnTo>
                  <a:lnTo>
                    <a:pt x="110109" y="809498"/>
                  </a:lnTo>
                  <a:lnTo>
                    <a:pt x="1369567" y="809498"/>
                  </a:lnTo>
                  <a:lnTo>
                    <a:pt x="1188339" y="0"/>
                  </a:lnTo>
                  <a:lnTo>
                    <a:pt x="1956562" y="809498"/>
                  </a:lnTo>
                  <a:lnTo>
                    <a:pt x="2237867" y="809498"/>
                  </a:lnTo>
                  <a:lnTo>
                    <a:pt x="2280681" y="818147"/>
                  </a:lnTo>
                  <a:lnTo>
                    <a:pt x="2315686" y="841735"/>
                  </a:lnTo>
                  <a:lnTo>
                    <a:pt x="2339308" y="876722"/>
                  </a:lnTo>
                  <a:lnTo>
                    <a:pt x="2347976" y="919568"/>
                  </a:lnTo>
                  <a:lnTo>
                    <a:pt x="2347976" y="1084668"/>
                  </a:lnTo>
                  <a:lnTo>
                    <a:pt x="2347976" y="1359827"/>
                  </a:lnTo>
                  <a:lnTo>
                    <a:pt x="2339308" y="1402673"/>
                  </a:lnTo>
                  <a:lnTo>
                    <a:pt x="2315686" y="1437660"/>
                  </a:lnTo>
                  <a:lnTo>
                    <a:pt x="2280681" y="1461248"/>
                  </a:lnTo>
                  <a:lnTo>
                    <a:pt x="2237867" y="1469898"/>
                  </a:lnTo>
                  <a:lnTo>
                    <a:pt x="1956562" y="1469898"/>
                  </a:lnTo>
                  <a:lnTo>
                    <a:pt x="1369567" y="1469898"/>
                  </a:lnTo>
                  <a:lnTo>
                    <a:pt x="110109" y="1469898"/>
                  </a:lnTo>
                  <a:lnTo>
                    <a:pt x="67240" y="1461248"/>
                  </a:lnTo>
                  <a:lnTo>
                    <a:pt x="32242" y="1437660"/>
                  </a:lnTo>
                  <a:lnTo>
                    <a:pt x="8649" y="1402673"/>
                  </a:lnTo>
                  <a:lnTo>
                    <a:pt x="0" y="1359827"/>
                  </a:lnTo>
                  <a:lnTo>
                    <a:pt x="0" y="1084668"/>
                  </a:lnTo>
                  <a:lnTo>
                    <a:pt x="0" y="919568"/>
                  </a:lnTo>
                  <a:close/>
                </a:path>
              </a:pathLst>
            </a:custGeom>
            <a:ln w="9525">
              <a:solidFill>
                <a:srgbClr val="40458B"/>
              </a:solidFill>
            </a:ln>
          </p:spPr>
          <p:txBody>
            <a:bodyPr wrap="square" lIns="0" tIns="0" rIns="0" bIns="0" rtlCol="0"/>
            <a:lstStyle/>
            <a:p/>
          </p:txBody>
        </p:sp>
      </p:grpSp>
      <p:sp>
        <p:nvSpPr>
          <p:cNvPr id="140" name="object 140" descr=""/>
          <p:cNvSpPr txBox="1"/>
          <p:nvPr/>
        </p:nvSpPr>
        <p:spPr>
          <a:xfrm>
            <a:off x="4632705" y="5603849"/>
            <a:ext cx="2172970"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FF0000"/>
                </a:solidFill>
                <a:latin typeface="黑体"/>
                <a:cs typeface="黑体"/>
              </a:rPr>
              <a:t>乘法任务</a:t>
            </a:r>
            <a:r>
              <a:rPr dirty="0" sz="1600" spc="-10">
                <a:solidFill>
                  <a:srgbClr val="FF0000"/>
                </a:solidFill>
                <a:latin typeface="Tahoma"/>
                <a:cs typeface="Tahoma"/>
              </a:rPr>
              <a:t>1</a:t>
            </a:r>
            <a:r>
              <a:rPr dirty="0" sz="1600" spc="-30">
                <a:solidFill>
                  <a:srgbClr val="FF0000"/>
                </a:solidFill>
                <a:latin typeface="黑体"/>
                <a:cs typeface="黑体"/>
              </a:rPr>
              <a:t>开始的时间为</a:t>
            </a:r>
            <a:endParaRPr sz="1600">
              <a:latin typeface="黑体"/>
              <a:cs typeface="黑体"/>
            </a:endParaRPr>
          </a:p>
        </p:txBody>
      </p:sp>
      <p:sp>
        <p:nvSpPr>
          <p:cNvPr id="141" name="object 141" descr=""/>
          <p:cNvSpPr txBox="1"/>
          <p:nvPr/>
        </p:nvSpPr>
        <p:spPr>
          <a:xfrm>
            <a:off x="4607305" y="5789000"/>
            <a:ext cx="1818005" cy="339090"/>
          </a:xfrm>
          <a:prstGeom prst="rect">
            <a:avLst/>
          </a:prstGeom>
        </p:spPr>
        <p:txBody>
          <a:bodyPr wrap="square" lIns="0" tIns="13335" rIns="0" bIns="0" rtlCol="0" vert="horz">
            <a:spAutoFit/>
          </a:bodyPr>
          <a:lstStyle/>
          <a:p>
            <a:pPr marL="38100">
              <a:lnSpc>
                <a:spcPct val="100000"/>
              </a:lnSpc>
              <a:spcBef>
                <a:spcPts val="105"/>
              </a:spcBef>
            </a:pPr>
            <a:r>
              <a:rPr dirty="0" sz="1600" spc="-515">
                <a:solidFill>
                  <a:srgbClr val="FF0000"/>
                </a:solidFill>
                <a:latin typeface="黑体"/>
                <a:cs typeface="黑体"/>
              </a:rPr>
              <a:t>什</a:t>
            </a:r>
            <a:r>
              <a:rPr dirty="0" baseline="-23035" sz="3075" spc="-787" i="1">
                <a:latin typeface="Times New Roman"/>
                <a:cs typeface="Times New Roman"/>
              </a:rPr>
              <a:t>S</a:t>
            </a:r>
            <a:r>
              <a:rPr dirty="0" sz="1600" spc="-475">
                <a:solidFill>
                  <a:srgbClr val="FF0000"/>
                </a:solidFill>
                <a:latin typeface="黑体"/>
                <a:cs typeface="黑体"/>
              </a:rPr>
              <a:t>么</a:t>
            </a:r>
            <a:r>
              <a:rPr dirty="0" baseline="-23035" sz="3075" spc="-997">
                <a:latin typeface="Symbol"/>
                <a:cs typeface="Symbol"/>
              </a:rPr>
              <a:t></a:t>
            </a:r>
            <a:r>
              <a:rPr dirty="0" sz="1600" spc="-380">
                <a:solidFill>
                  <a:srgbClr val="FF0000"/>
                </a:solidFill>
                <a:latin typeface="黑体"/>
                <a:cs typeface="黑体"/>
              </a:rPr>
              <a:t>从</a:t>
            </a:r>
            <a:r>
              <a:rPr dirty="0" baseline="12195" sz="3075" spc="-982">
                <a:latin typeface="Times New Roman"/>
                <a:cs typeface="Times New Roman"/>
              </a:rPr>
              <a:t>3</a:t>
            </a:r>
            <a:r>
              <a:rPr dirty="0" sz="1600" spc="-940">
                <a:solidFill>
                  <a:srgbClr val="FF0000"/>
                </a:solidFill>
                <a:latin typeface="黑体"/>
                <a:cs typeface="黑体"/>
              </a:rPr>
              <a:t>时</a:t>
            </a:r>
            <a:r>
              <a:rPr dirty="0" baseline="12195" sz="3075" spc="-157">
                <a:latin typeface="Times New Roman"/>
                <a:cs typeface="Times New Roman"/>
              </a:rPr>
              <a:t>6</a:t>
            </a:r>
            <a:r>
              <a:rPr dirty="0" sz="1600" spc="-1515">
                <a:solidFill>
                  <a:srgbClr val="FF0000"/>
                </a:solidFill>
                <a:latin typeface="黑体"/>
                <a:cs typeface="黑体"/>
              </a:rPr>
              <a:t>间</a:t>
            </a:r>
            <a:r>
              <a:rPr dirty="0" baseline="12195" sz="3075" spc="-179">
                <a:latin typeface="Symbol"/>
                <a:cs typeface="Symbol"/>
              </a:rPr>
              <a:t></a:t>
            </a:r>
            <a:r>
              <a:rPr dirty="0" baseline="12195" sz="3075" spc="-179" i="1">
                <a:latin typeface="Times New Roman"/>
                <a:cs typeface="Times New Roman"/>
              </a:rPr>
              <a:t>t</a:t>
            </a:r>
            <a:r>
              <a:rPr dirty="0" sz="1600" spc="-120">
                <a:solidFill>
                  <a:srgbClr val="FF0000"/>
                </a:solidFill>
                <a:latin typeface="Tahoma"/>
                <a:cs typeface="Tahoma"/>
              </a:rPr>
              <a:t>9</a:t>
            </a:r>
            <a:r>
              <a:rPr dirty="0" sz="1600" spc="-1440">
                <a:solidFill>
                  <a:srgbClr val="FF0000"/>
                </a:solidFill>
                <a:latin typeface="黑体"/>
                <a:cs typeface="黑体"/>
              </a:rPr>
              <a:t>开</a:t>
            </a:r>
            <a:r>
              <a:rPr dirty="0" baseline="-23035" sz="3075">
                <a:latin typeface="Symbol"/>
                <a:cs typeface="Symbol"/>
              </a:rPr>
              <a:t></a:t>
            </a:r>
            <a:r>
              <a:rPr dirty="0" baseline="-23035" sz="3075" spc="-300">
                <a:latin typeface="Times New Roman"/>
                <a:cs typeface="Times New Roman"/>
              </a:rPr>
              <a:t> </a:t>
            </a:r>
            <a:r>
              <a:rPr dirty="0" sz="1600" spc="-1460">
                <a:solidFill>
                  <a:srgbClr val="FF0000"/>
                </a:solidFill>
                <a:latin typeface="黑体"/>
                <a:cs typeface="黑体"/>
              </a:rPr>
              <a:t>始</a:t>
            </a:r>
            <a:r>
              <a:rPr dirty="0" baseline="-23035" sz="3075">
                <a:latin typeface="Times New Roman"/>
                <a:cs typeface="Times New Roman"/>
              </a:rPr>
              <a:t>2</a:t>
            </a:r>
            <a:r>
              <a:rPr dirty="0" baseline="-23035" sz="3075" spc="-89">
                <a:latin typeface="Times New Roman"/>
                <a:cs typeface="Times New Roman"/>
              </a:rPr>
              <a:t> </a:t>
            </a:r>
            <a:r>
              <a:rPr dirty="0" sz="1600" spc="-50">
                <a:solidFill>
                  <a:srgbClr val="FF0000"/>
                </a:solidFill>
                <a:latin typeface="黑体"/>
                <a:cs typeface="黑体"/>
              </a:rPr>
              <a:t>？</a:t>
            </a:r>
            <a:endParaRPr sz="1600">
              <a:latin typeface="黑体"/>
              <a:cs typeface="黑体"/>
            </a:endParaRPr>
          </a:p>
        </p:txBody>
      </p:sp>
      <p:grpSp>
        <p:nvGrpSpPr>
          <p:cNvPr id="142" name="object 142" descr=""/>
          <p:cNvGrpSpPr/>
          <p:nvPr/>
        </p:nvGrpSpPr>
        <p:grpSpPr>
          <a:xfrm>
            <a:off x="2346388" y="1652587"/>
            <a:ext cx="2098675" cy="1512570"/>
            <a:chOff x="2346388" y="1652587"/>
            <a:chExt cx="2098675" cy="1512570"/>
          </a:xfrm>
        </p:grpSpPr>
        <p:sp>
          <p:nvSpPr>
            <p:cNvPr id="143" name="object 143" descr=""/>
            <p:cNvSpPr/>
            <p:nvPr/>
          </p:nvSpPr>
          <p:spPr>
            <a:xfrm>
              <a:off x="2351151" y="1657350"/>
              <a:ext cx="2089150" cy="1503045"/>
            </a:xfrm>
            <a:custGeom>
              <a:avLst/>
              <a:gdLst/>
              <a:ahLst/>
              <a:cxnLst/>
              <a:rect l="l" t="t" r="r" b="b"/>
              <a:pathLst>
                <a:path w="2089150" h="1503045">
                  <a:moveTo>
                    <a:pt x="870457" y="660400"/>
                  </a:moveTo>
                  <a:lnTo>
                    <a:pt x="348106" y="660400"/>
                  </a:lnTo>
                  <a:lnTo>
                    <a:pt x="859155" y="1503045"/>
                  </a:lnTo>
                  <a:lnTo>
                    <a:pt x="870457" y="660400"/>
                  </a:lnTo>
                  <a:close/>
                </a:path>
                <a:path w="2089150" h="1503045">
                  <a:moveTo>
                    <a:pt x="1979040" y="0"/>
                  </a:moveTo>
                  <a:lnTo>
                    <a:pt x="109981" y="0"/>
                  </a:lnTo>
                  <a:lnTo>
                    <a:pt x="67186" y="8649"/>
                  </a:lnTo>
                  <a:lnTo>
                    <a:pt x="32226" y="32242"/>
                  </a:lnTo>
                  <a:lnTo>
                    <a:pt x="8647" y="67240"/>
                  </a:lnTo>
                  <a:lnTo>
                    <a:pt x="0" y="110109"/>
                  </a:lnTo>
                  <a:lnTo>
                    <a:pt x="0" y="550290"/>
                  </a:lnTo>
                  <a:lnTo>
                    <a:pt x="8647" y="593159"/>
                  </a:lnTo>
                  <a:lnTo>
                    <a:pt x="32226" y="628157"/>
                  </a:lnTo>
                  <a:lnTo>
                    <a:pt x="67186" y="651750"/>
                  </a:lnTo>
                  <a:lnTo>
                    <a:pt x="109981" y="660400"/>
                  </a:lnTo>
                  <a:lnTo>
                    <a:pt x="1979040" y="660400"/>
                  </a:lnTo>
                  <a:lnTo>
                    <a:pt x="2021855" y="651750"/>
                  </a:lnTo>
                  <a:lnTo>
                    <a:pt x="2056860" y="628157"/>
                  </a:lnTo>
                  <a:lnTo>
                    <a:pt x="2080482" y="593159"/>
                  </a:lnTo>
                  <a:lnTo>
                    <a:pt x="2089150" y="550290"/>
                  </a:lnTo>
                  <a:lnTo>
                    <a:pt x="2089150" y="110109"/>
                  </a:lnTo>
                  <a:lnTo>
                    <a:pt x="2080482" y="67240"/>
                  </a:lnTo>
                  <a:lnTo>
                    <a:pt x="2056860" y="32242"/>
                  </a:lnTo>
                  <a:lnTo>
                    <a:pt x="2021855" y="8649"/>
                  </a:lnTo>
                  <a:lnTo>
                    <a:pt x="1979040" y="0"/>
                  </a:lnTo>
                  <a:close/>
                </a:path>
              </a:pathLst>
            </a:custGeom>
            <a:solidFill>
              <a:srgbClr val="FFACFF"/>
            </a:solidFill>
          </p:spPr>
          <p:txBody>
            <a:bodyPr wrap="square" lIns="0" tIns="0" rIns="0" bIns="0" rtlCol="0"/>
            <a:lstStyle/>
            <a:p/>
          </p:txBody>
        </p:sp>
        <p:sp>
          <p:nvSpPr>
            <p:cNvPr id="144" name="object 144" descr=""/>
            <p:cNvSpPr/>
            <p:nvPr/>
          </p:nvSpPr>
          <p:spPr>
            <a:xfrm>
              <a:off x="2351151" y="1657350"/>
              <a:ext cx="2089150" cy="1503045"/>
            </a:xfrm>
            <a:custGeom>
              <a:avLst/>
              <a:gdLst/>
              <a:ahLst/>
              <a:cxnLst/>
              <a:rect l="l" t="t" r="r" b="b"/>
              <a:pathLst>
                <a:path w="2089150" h="1503045">
                  <a:moveTo>
                    <a:pt x="0" y="110109"/>
                  </a:moveTo>
                  <a:lnTo>
                    <a:pt x="8647" y="67240"/>
                  </a:lnTo>
                  <a:lnTo>
                    <a:pt x="32226" y="32242"/>
                  </a:lnTo>
                  <a:lnTo>
                    <a:pt x="67186" y="8649"/>
                  </a:lnTo>
                  <a:lnTo>
                    <a:pt x="109981" y="0"/>
                  </a:lnTo>
                  <a:lnTo>
                    <a:pt x="348106" y="0"/>
                  </a:lnTo>
                  <a:lnTo>
                    <a:pt x="870457" y="0"/>
                  </a:lnTo>
                  <a:lnTo>
                    <a:pt x="1979040" y="0"/>
                  </a:lnTo>
                  <a:lnTo>
                    <a:pt x="2021855" y="8649"/>
                  </a:lnTo>
                  <a:lnTo>
                    <a:pt x="2056860" y="32242"/>
                  </a:lnTo>
                  <a:lnTo>
                    <a:pt x="2080482" y="67240"/>
                  </a:lnTo>
                  <a:lnTo>
                    <a:pt x="2089150" y="110109"/>
                  </a:lnTo>
                  <a:lnTo>
                    <a:pt x="2089150" y="385190"/>
                  </a:lnTo>
                  <a:lnTo>
                    <a:pt x="2089150" y="550290"/>
                  </a:lnTo>
                  <a:lnTo>
                    <a:pt x="2080482" y="593159"/>
                  </a:lnTo>
                  <a:lnTo>
                    <a:pt x="2056860" y="628157"/>
                  </a:lnTo>
                  <a:lnTo>
                    <a:pt x="2021855" y="651750"/>
                  </a:lnTo>
                  <a:lnTo>
                    <a:pt x="1979040" y="660400"/>
                  </a:lnTo>
                  <a:lnTo>
                    <a:pt x="870457" y="660400"/>
                  </a:lnTo>
                  <a:lnTo>
                    <a:pt x="859155" y="1503045"/>
                  </a:lnTo>
                  <a:lnTo>
                    <a:pt x="348106" y="660400"/>
                  </a:lnTo>
                  <a:lnTo>
                    <a:pt x="109981" y="660400"/>
                  </a:lnTo>
                  <a:lnTo>
                    <a:pt x="67186" y="651750"/>
                  </a:lnTo>
                  <a:lnTo>
                    <a:pt x="32226" y="628157"/>
                  </a:lnTo>
                  <a:lnTo>
                    <a:pt x="8647" y="593159"/>
                  </a:lnTo>
                  <a:lnTo>
                    <a:pt x="0" y="550290"/>
                  </a:lnTo>
                  <a:lnTo>
                    <a:pt x="0" y="385190"/>
                  </a:lnTo>
                  <a:lnTo>
                    <a:pt x="0" y="110109"/>
                  </a:lnTo>
                  <a:close/>
                </a:path>
              </a:pathLst>
            </a:custGeom>
            <a:ln w="9525">
              <a:solidFill>
                <a:srgbClr val="40458B"/>
              </a:solidFill>
            </a:ln>
          </p:spPr>
          <p:txBody>
            <a:bodyPr wrap="square" lIns="0" tIns="0" rIns="0" bIns="0" rtlCol="0"/>
            <a:lstStyle/>
            <a:p/>
          </p:txBody>
        </p:sp>
      </p:grpSp>
      <p:grpSp>
        <p:nvGrpSpPr>
          <p:cNvPr id="145" name="object 145" descr=""/>
          <p:cNvGrpSpPr/>
          <p:nvPr/>
        </p:nvGrpSpPr>
        <p:grpSpPr>
          <a:xfrm>
            <a:off x="5586412" y="3279838"/>
            <a:ext cx="4835525" cy="2508250"/>
            <a:chOff x="5586412" y="3279838"/>
            <a:chExt cx="4835525" cy="2508250"/>
          </a:xfrm>
        </p:grpSpPr>
        <p:sp>
          <p:nvSpPr>
            <p:cNvPr id="146" name="object 146" descr=""/>
            <p:cNvSpPr/>
            <p:nvPr/>
          </p:nvSpPr>
          <p:spPr>
            <a:xfrm>
              <a:off x="5591175" y="4868799"/>
              <a:ext cx="914400" cy="915035"/>
            </a:xfrm>
            <a:custGeom>
              <a:avLst/>
              <a:gdLst/>
              <a:ahLst/>
              <a:cxnLst/>
              <a:rect l="l" t="t" r="r" b="b"/>
              <a:pathLst>
                <a:path w="914400" h="915035">
                  <a:moveTo>
                    <a:pt x="0" y="0"/>
                  </a:moveTo>
                  <a:lnTo>
                    <a:pt x="457200" y="0"/>
                  </a:lnTo>
                  <a:lnTo>
                    <a:pt x="457200" y="914463"/>
                  </a:lnTo>
                  <a:lnTo>
                    <a:pt x="914400" y="914463"/>
                  </a:lnTo>
                </a:path>
              </a:pathLst>
            </a:custGeom>
            <a:ln w="9525">
              <a:solidFill>
                <a:srgbClr val="40458B"/>
              </a:solidFill>
            </a:ln>
          </p:spPr>
          <p:txBody>
            <a:bodyPr wrap="square" lIns="0" tIns="0" rIns="0" bIns="0" rtlCol="0"/>
            <a:lstStyle/>
            <a:p/>
          </p:txBody>
        </p:sp>
        <p:sp>
          <p:nvSpPr>
            <p:cNvPr id="147" name="object 147" descr=""/>
            <p:cNvSpPr/>
            <p:nvPr/>
          </p:nvSpPr>
          <p:spPr>
            <a:xfrm>
              <a:off x="6600825" y="3284601"/>
              <a:ext cx="3816350" cy="1394460"/>
            </a:xfrm>
            <a:custGeom>
              <a:avLst/>
              <a:gdLst/>
              <a:ahLst/>
              <a:cxnLst/>
              <a:rect l="l" t="t" r="r" b="b"/>
              <a:pathLst>
                <a:path w="3816350" h="1394460">
                  <a:moveTo>
                    <a:pt x="1590167" y="660400"/>
                  </a:moveTo>
                  <a:lnTo>
                    <a:pt x="636016" y="660400"/>
                  </a:lnTo>
                  <a:lnTo>
                    <a:pt x="922147" y="1393952"/>
                  </a:lnTo>
                  <a:lnTo>
                    <a:pt x="1590167" y="660400"/>
                  </a:lnTo>
                  <a:close/>
                </a:path>
                <a:path w="3816350" h="1394460">
                  <a:moveTo>
                    <a:pt x="3706241" y="0"/>
                  </a:moveTo>
                  <a:lnTo>
                    <a:pt x="110108" y="0"/>
                  </a:lnTo>
                  <a:lnTo>
                    <a:pt x="67240" y="8647"/>
                  </a:lnTo>
                  <a:lnTo>
                    <a:pt x="32242" y="32226"/>
                  </a:lnTo>
                  <a:lnTo>
                    <a:pt x="8649" y="67186"/>
                  </a:lnTo>
                  <a:lnTo>
                    <a:pt x="0" y="109982"/>
                  </a:lnTo>
                  <a:lnTo>
                    <a:pt x="0" y="550291"/>
                  </a:lnTo>
                  <a:lnTo>
                    <a:pt x="8649" y="593105"/>
                  </a:lnTo>
                  <a:lnTo>
                    <a:pt x="32242" y="628110"/>
                  </a:lnTo>
                  <a:lnTo>
                    <a:pt x="67240" y="651732"/>
                  </a:lnTo>
                  <a:lnTo>
                    <a:pt x="110108" y="660400"/>
                  </a:lnTo>
                  <a:lnTo>
                    <a:pt x="3706241" y="660400"/>
                  </a:lnTo>
                  <a:lnTo>
                    <a:pt x="3749109" y="651732"/>
                  </a:lnTo>
                  <a:lnTo>
                    <a:pt x="3784107" y="628110"/>
                  </a:lnTo>
                  <a:lnTo>
                    <a:pt x="3807700" y="593105"/>
                  </a:lnTo>
                  <a:lnTo>
                    <a:pt x="3816350" y="550291"/>
                  </a:lnTo>
                  <a:lnTo>
                    <a:pt x="3816350" y="109982"/>
                  </a:lnTo>
                  <a:lnTo>
                    <a:pt x="3807700" y="67186"/>
                  </a:lnTo>
                  <a:lnTo>
                    <a:pt x="3784107" y="32226"/>
                  </a:lnTo>
                  <a:lnTo>
                    <a:pt x="3749109" y="8647"/>
                  </a:lnTo>
                  <a:lnTo>
                    <a:pt x="3706241" y="0"/>
                  </a:lnTo>
                  <a:close/>
                </a:path>
              </a:pathLst>
            </a:custGeom>
            <a:solidFill>
              <a:srgbClr val="FFACFF"/>
            </a:solidFill>
          </p:spPr>
          <p:txBody>
            <a:bodyPr wrap="square" lIns="0" tIns="0" rIns="0" bIns="0" rtlCol="0"/>
            <a:lstStyle/>
            <a:p/>
          </p:txBody>
        </p:sp>
        <p:sp>
          <p:nvSpPr>
            <p:cNvPr id="148" name="object 148" descr=""/>
            <p:cNvSpPr/>
            <p:nvPr/>
          </p:nvSpPr>
          <p:spPr>
            <a:xfrm>
              <a:off x="6600825" y="3284601"/>
              <a:ext cx="3816350" cy="1394460"/>
            </a:xfrm>
            <a:custGeom>
              <a:avLst/>
              <a:gdLst/>
              <a:ahLst/>
              <a:cxnLst/>
              <a:rect l="l" t="t" r="r" b="b"/>
              <a:pathLst>
                <a:path w="3816350" h="1394460">
                  <a:moveTo>
                    <a:pt x="0" y="109982"/>
                  </a:moveTo>
                  <a:lnTo>
                    <a:pt x="8649" y="67186"/>
                  </a:lnTo>
                  <a:lnTo>
                    <a:pt x="32242" y="32226"/>
                  </a:lnTo>
                  <a:lnTo>
                    <a:pt x="67240" y="8647"/>
                  </a:lnTo>
                  <a:lnTo>
                    <a:pt x="110108" y="0"/>
                  </a:lnTo>
                  <a:lnTo>
                    <a:pt x="636016" y="0"/>
                  </a:lnTo>
                  <a:lnTo>
                    <a:pt x="1590167" y="0"/>
                  </a:lnTo>
                  <a:lnTo>
                    <a:pt x="3706241" y="0"/>
                  </a:lnTo>
                  <a:lnTo>
                    <a:pt x="3749109" y="8647"/>
                  </a:lnTo>
                  <a:lnTo>
                    <a:pt x="3784107" y="32226"/>
                  </a:lnTo>
                  <a:lnTo>
                    <a:pt x="3807700" y="67186"/>
                  </a:lnTo>
                  <a:lnTo>
                    <a:pt x="3816350" y="109982"/>
                  </a:lnTo>
                  <a:lnTo>
                    <a:pt x="3816350" y="385191"/>
                  </a:lnTo>
                  <a:lnTo>
                    <a:pt x="3816350" y="550291"/>
                  </a:lnTo>
                  <a:lnTo>
                    <a:pt x="3807700" y="593105"/>
                  </a:lnTo>
                  <a:lnTo>
                    <a:pt x="3784107" y="628110"/>
                  </a:lnTo>
                  <a:lnTo>
                    <a:pt x="3749109" y="651732"/>
                  </a:lnTo>
                  <a:lnTo>
                    <a:pt x="3706241" y="660400"/>
                  </a:lnTo>
                  <a:lnTo>
                    <a:pt x="1590167" y="660400"/>
                  </a:lnTo>
                  <a:lnTo>
                    <a:pt x="922147" y="1393952"/>
                  </a:lnTo>
                  <a:lnTo>
                    <a:pt x="636016" y="660400"/>
                  </a:lnTo>
                  <a:lnTo>
                    <a:pt x="110108" y="660400"/>
                  </a:lnTo>
                  <a:lnTo>
                    <a:pt x="67240" y="651732"/>
                  </a:lnTo>
                  <a:lnTo>
                    <a:pt x="32242" y="628110"/>
                  </a:lnTo>
                  <a:lnTo>
                    <a:pt x="8649" y="593105"/>
                  </a:lnTo>
                  <a:lnTo>
                    <a:pt x="0" y="550291"/>
                  </a:lnTo>
                  <a:lnTo>
                    <a:pt x="0" y="385191"/>
                  </a:lnTo>
                  <a:lnTo>
                    <a:pt x="0" y="109982"/>
                  </a:lnTo>
                  <a:close/>
                </a:path>
              </a:pathLst>
            </a:custGeom>
            <a:ln w="9525">
              <a:solidFill>
                <a:srgbClr val="40458B"/>
              </a:solidFill>
            </a:ln>
          </p:spPr>
          <p:txBody>
            <a:bodyPr wrap="square" lIns="0" tIns="0" rIns="0" bIns="0" rtlCol="0"/>
            <a:lstStyle/>
            <a:p/>
          </p:txBody>
        </p:sp>
      </p:grpSp>
      <p:sp>
        <p:nvSpPr>
          <p:cNvPr id="149" name="object 149" descr=""/>
          <p:cNvSpPr txBox="1"/>
          <p:nvPr/>
        </p:nvSpPr>
        <p:spPr>
          <a:xfrm>
            <a:off x="2462276" y="1723136"/>
            <a:ext cx="2057400"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FF0000"/>
                </a:solidFill>
                <a:latin typeface="黑体"/>
                <a:cs typeface="黑体"/>
              </a:rPr>
              <a:t>建立时间</a:t>
            </a:r>
            <a:r>
              <a:rPr dirty="0" sz="1600" spc="-30">
                <a:solidFill>
                  <a:srgbClr val="006FC0"/>
                </a:solidFill>
                <a:latin typeface="黑体"/>
                <a:cs typeface="黑体"/>
              </a:rPr>
              <a:t>：第一个任务</a:t>
            </a:r>
            <a:endParaRPr sz="1600">
              <a:latin typeface="黑体"/>
              <a:cs typeface="黑体"/>
            </a:endParaRPr>
          </a:p>
        </p:txBody>
      </p:sp>
      <p:sp>
        <p:nvSpPr>
          <p:cNvPr id="150" name="object 150" descr=""/>
          <p:cNvSpPr txBox="1"/>
          <p:nvPr/>
        </p:nvSpPr>
        <p:spPr>
          <a:xfrm>
            <a:off x="2462276" y="1966975"/>
            <a:ext cx="1447165"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006FC0"/>
                </a:solidFill>
                <a:latin typeface="黑体"/>
                <a:cs typeface="黑体"/>
              </a:rPr>
              <a:t>进出流水的时间</a:t>
            </a:r>
            <a:endParaRPr sz="1600">
              <a:latin typeface="黑体"/>
              <a:cs typeface="黑体"/>
            </a:endParaRPr>
          </a:p>
        </p:txBody>
      </p:sp>
      <p:sp>
        <p:nvSpPr>
          <p:cNvPr id="151" name="object 151" descr=""/>
          <p:cNvSpPr txBox="1"/>
          <p:nvPr/>
        </p:nvSpPr>
        <p:spPr>
          <a:xfrm>
            <a:off x="9869474" y="3350209"/>
            <a:ext cx="359410" cy="269240"/>
          </a:xfrm>
          <a:prstGeom prst="rect">
            <a:avLst/>
          </a:prstGeom>
        </p:spPr>
        <p:txBody>
          <a:bodyPr wrap="square" lIns="0" tIns="12065" rIns="0" bIns="0" rtlCol="0" vert="horz">
            <a:spAutoFit/>
          </a:bodyPr>
          <a:lstStyle/>
          <a:p>
            <a:pPr marL="38100">
              <a:lnSpc>
                <a:spcPct val="100000"/>
              </a:lnSpc>
              <a:spcBef>
                <a:spcPts val="95"/>
              </a:spcBef>
            </a:pPr>
            <a:r>
              <a:rPr dirty="0" sz="1600" spc="-434">
                <a:solidFill>
                  <a:srgbClr val="006FC0"/>
                </a:solidFill>
                <a:latin typeface="黑体"/>
                <a:cs typeface="黑体"/>
              </a:rPr>
              <a:t>？</a:t>
            </a:r>
            <a:r>
              <a:rPr dirty="0" baseline="-27777" sz="2250" spc="472">
                <a:latin typeface="Times New Roman"/>
                <a:cs typeface="Times New Roman"/>
              </a:rPr>
              <a:t>B</a:t>
            </a:r>
            <a:endParaRPr baseline="-27777" sz="2250">
              <a:latin typeface="Times New Roman"/>
              <a:cs typeface="Times New Roman"/>
            </a:endParaRPr>
          </a:p>
        </p:txBody>
      </p:sp>
      <p:graphicFrame>
        <p:nvGraphicFramePr>
          <p:cNvPr id="152" name="object 152" descr=""/>
          <p:cNvGraphicFramePr>
            <a:graphicFrameLocks noGrp="1"/>
          </p:cNvGraphicFramePr>
          <p:nvPr/>
        </p:nvGraphicFramePr>
        <p:xfrm>
          <a:off x="2312462" y="2234138"/>
          <a:ext cx="7994015" cy="2418080"/>
        </p:xfrm>
        <a:graphic>
          <a:graphicData uri="http://schemas.openxmlformats.org/drawingml/2006/table">
            <a:tbl>
              <a:tblPr firstRow="1" bandRow="1">
                <a:tableStyleId>{2D5ABB26-0587-4C30-8999-92F81FD0307C}</a:tableStyleId>
              </a:tblPr>
              <a:tblGrid>
                <a:gridCol w="365760"/>
                <a:gridCol w="370205"/>
                <a:gridCol w="369570"/>
                <a:gridCol w="370205"/>
                <a:gridCol w="370205"/>
                <a:gridCol w="369569"/>
                <a:gridCol w="370205"/>
                <a:gridCol w="369569"/>
                <a:gridCol w="370205"/>
                <a:gridCol w="740410"/>
                <a:gridCol w="3816985"/>
              </a:tblGrid>
              <a:tr h="1104900">
                <a:tc gridSpan="11">
                  <a:txBody>
                    <a:bodyPr/>
                    <a:lstStyle/>
                    <a:p>
                      <a:pPr marR="204470">
                        <a:lnSpc>
                          <a:spcPct val="100000"/>
                        </a:lnSpc>
                      </a:pPr>
                      <a:endParaRPr sz="1500">
                        <a:latin typeface="Times New Roman"/>
                        <a:cs typeface="Times New Roman"/>
                      </a:endParaRPr>
                    </a:p>
                    <a:p>
                      <a:pPr marR="204470">
                        <a:lnSpc>
                          <a:spcPct val="100000"/>
                        </a:lnSpc>
                        <a:spcBef>
                          <a:spcPts val="1655"/>
                        </a:spcBef>
                      </a:pPr>
                      <a:endParaRPr sz="1500">
                        <a:latin typeface="Times New Roman"/>
                        <a:cs typeface="Times New Roman"/>
                      </a:endParaRPr>
                    </a:p>
                    <a:p>
                      <a:pPr algn="r" marL="6935470">
                        <a:lnSpc>
                          <a:spcPts val="2100"/>
                        </a:lnSpc>
                      </a:pPr>
                      <a:r>
                        <a:rPr dirty="0" sz="1500" spc="320">
                          <a:latin typeface="Times New Roman"/>
                          <a:cs typeface="Times New Roman"/>
                        </a:rPr>
                        <a:t>A=A</a:t>
                      </a:r>
                      <a:r>
                        <a:rPr dirty="0" baseline="-13888" sz="1500" spc="480">
                          <a:latin typeface="Times New Roman"/>
                          <a:cs typeface="Times New Roman"/>
                        </a:rPr>
                        <a:t>1</a:t>
                      </a:r>
                      <a:r>
                        <a:rPr dirty="0" sz="1500" spc="320">
                          <a:latin typeface="Times New Roman"/>
                          <a:cs typeface="Times New Roman"/>
                        </a:rPr>
                        <a:t>+B </a:t>
                      </a:r>
                      <a:r>
                        <a:rPr dirty="0" sz="1500" spc="315">
                          <a:latin typeface="Times New Roman"/>
                          <a:cs typeface="Times New Roman"/>
                        </a:rPr>
                        <a:t>B=A</a:t>
                      </a:r>
                      <a:r>
                        <a:rPr dirty="0" baseline="-13888" sz="1500" spc="472">
                          <a:latin typeface="Times New Roman"/>
                          <a:cs typeface="Times New Roman"/>
                        </a:rPr>
                        <a:t>2</a:t>
                      </a:r>
                      <a:r>
                        <a:rPr dirty="0" sz="1500" spc="315">
                          <a:latin typeface="Times New Roman"/>
                          <a:cs typeface="Times New Roman"/>
                        </a:rPr>
                        <a:t>+B</a:t>
                      </a:r>
                      <a:endParaRPr sz="1500">
                        <a:latin typeface="Times New Roman"/>
                        <a:cs typeface="Times New Roman"/>
                      </a:endParaRPr>
                    </a:p>
                  </a:txBody>
                  <a:tcPr marL="0" marR="0" marB="0" marT="0">
                    <a:lnL w="38100">
                      <a:solidFill>
                        <a:srgbClr val="000000"/>
                      </a:solidFill>
                      <a:prstDash val="solid"/>
                    </a:ln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263525">
                <a:tc gridSpan="4">
                  <a:txBody>
                    <a:bodyPr/>
                    <a:lstStyle/>
                    <a:p>
                      <a:pPr>
                        <a:lnSpc>
                          <a:spcPct val="100000"/>
                        </a:lnSpc>
                      </a:pPr>
                      <a:endParaRPr sz="1600">
                        <a:latin typeface="Times New Roman"/>
                        <a:cs typeface="Times New Roman"/>
                      </a:endParaRPr>
                    </a:p>
                  </a:txBody>
                  <a:tcPr marL="0" marR="0" marB="0" marT="0">
                    <a:lnL w="38100">
                      <a:solidFill>
                        <a:srgbClr val="000000"/>
                      </a:solidFill>
                      <a:prstDash val="solid"/>
                    </a:lnL>
                    <a:lnR w="28575">
                      <a:solidFill>
                        <a:srgbClr val="000000"/>
                      </a:solidFill>
                      <a:prstDash val="solid"/>
                    </a:lnR>
                    <a:solidFill>
                      <a:srgbClr val="F6EBC0"/>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0C0C0"/>
                    </a:solidFill>
                  </a:tcPr>
                </a:tc>
                <a:tc gridSpan="3" rowSpan="4">
                  <a:txBody>
                    <a:bodyPr/>
                    <a:lstStyle/>
                    <a:p>
                      <a:pPr marL="1438910" marR="204470">
                        <a:lnSpc>
                          <a:spcPct val="100000"/>
                        </a:lnSpc>
                        <a:spcBef>
                          <a:spcPts val="90"/>
                        </a:spcBef>
                      </a:pPr>
                      <a:r>
                        <a:rPr dirty="0" sz="1600" spc="-20">
                          <a:solidFill>
                            <a:srgbClr val="006FC0"/>
                          </a:solidFill>
                          <a:latin typeface="黑体"/>
                          <a:cs typeface="黑体"/>
                        </a:rPr>
                        <a:t>为什么</a:t>
                      </a:r>
                      <a:r>
                        <a:rPr dirty="0" sz="1600" spc="-30">
                          <a:solidFill>
                            <a:srgbClr val="FF0000"/>
                          </a:solidFill>
                          <a:latin typeface="黑体"/>
                          <a:cs typeface="黑体"/>
                        </a:rPr>
                        <a:t>乘法任务</a:t>
                      </a:r>
                      <a:r>
                        <a:rPr dirty="0" sz="1600" spc="-10">
                          <a:solidFill>
                            <a:srgbClr val="FF0000"/>
                          </a:solidFill>
                          <a:latin typeface="Tahoma"/>
                          <a:cs typeface="Tahoma"/>
                        </a:rPr>
                        <a:t>3</a:t>
                      </a:r>
                      <a:r>
                        <a:rPr dirty="0" sz="1600" spc="-25">
                          <a:solidFill>
                            <a:srgbClr val="006FC0"/>
                          </a:solidFill>
                          <a:latin typeface="黑体"/>
                          <a:cs typeface="黑体"/>
                        </a:rPr>
                        <a:t>的时间从</a:t>
                      </a:r>
                      <a:r>
                        <a:rPr dirty="0" sz="1600" spc="20">
                          <a:solidFill>
                            <a:srgbClr val="006FC0"/>
                          </a:solidFill>
                          <a:latin typeface="Tahoma"/>
                          <a:cs typeface="Tahoma"/>
                        </a:rPr>
                        <a:t>1</a:t>
                      </a:r>
                      <a:r>
                        <a:rPr dirty="0" sz="1600" spc="-265">
                          <a:solidFill>
                            <a:srgbClr val="006FC0"/>
                          </a:solidFill>
                          <a:latin typeface="Tahoma"/>
                          <a:cs typeface="Tahoma"/>
                        </a:rPr>
                        <a:t>4</a:t>
                      </a:r>
                      <a:r>
                        <a:rPr dirty="0" baseline="-27777" sz="2250" spc="-1192">
                          <a:latin typeface="Times New Roman"/>
                          <a:cs typeface="Times New Roman"/>
                        </a:rPr>
                        <a:t>C</a:t>
                      </a:r>
                      <a:r>
                        <a:rPr dirty="0" sz="1600" spc="-495">
                          <a:solidFill>
                            <a:srgbClr val="006FC0"/>
                          </a:solidFill>
                          <a:latin typeface="黑体"/>
                          <a:cs typeface="黑体"/>
                        </a:rPr>
                        <a:t>处</a:t>
                      </a:r>
                      <a:r>
                        <a:rPr dirty="0" baseline="-27777" sz="2250" spc="-569">
                          <a:latin typeface="Times New Roman"/>
                          <a:cs typeface="Times New Roman"/>
                        </a:rPr>
                        <a:t>=</a:t>
                      </a:r>
                      <a:r>
                        <a:rPr dirty="0" sz="1600" spc="-935">
                          <a:solidFill>
                            <a:srgbClr val="006FC0"/>
                          </a:solidFill>
                          <a:latin typeface="黑体"/>
                          <a:cs typeface="黑体"/>
                        </a:rPr>
                        <a:t>开</a:t>
                      </a:r>
                      <a:r>
                        <a:rPr dirty="0" baseline="-27777" sz="2250" spc="-277">
                          <a:latin typeface="Times New Roman"/>
                          <a:cs typeface="Times New Roman"/>
                        </a:rPr>
                        <a:t>A</a:t>
                      </a:r>
                      <a:r>
                        <a:rPr dirty="0" sz="1600" spc="-350">
                          <a:solidFill>
                            <a:srgbClr val="006FC0"/>
                          </a:solidFill>
                          <a:latin typeface="黑体"/>
                          <a:cs typeface="黑体"/>
                        </a:rPr>
                        <a:t>始</a:t>
                      </a:r>
                      <a:r>
                        <a:rPr dirty="0" baseline="-27777" sz="2250" spc="-885">
                          <a:latin typeface="Times New Roman"/>
                          <a:cs typeface="Times New Roman"/>
                        </a:rPr>
                        <a:t>+</a:t>
                      </a:r>
                      <a:endParaRPr baseline="-27777" sz="2250">
                        <a:latin typeface="Times New Roman"/>
                        <a:cs typeface="Times New Roman"/>
                      </a:endParaRPr>
                    </a:p>
                    <a:p>
                      <a:pPr marL="1438910" marR="204470">
                        <a:lnSpc>
                          <a:spcPts val="1450"/>
                        </a:lnSpc>
                        <a:spcBef>
                          <a:spcPts val="5"/>
                        </a:spcBef>
                        <a:tabLst>
                          <a:tab pos="4488180" algn="l"/>
                        </a:tabLst>
                      </a:pPr>
                      <a:r>
                        <a:rPr dirty="0" sz="1600" spc="-10">
                          <a:solidFill>
                            <a:srgbClr val="FF0000"/>
                          </a:solidFill>
                          <a:latin typeface="黑体"/>
                          <a:cs typeface="黑体"/>
                        </a:rPr>
                        <a:t>理</a:t>
                      </a:r>
                      <a:r>
                        <a:rPr dirty="0" sz="1600" spc="-25">
                          <a:solidFill>
                            <a:srgbClr val="FF0000"/>
                          </a:solidFill>
                          <a:latin typeface="黑体"/>
                          <a:cs typeface="黑体"/>
                        </a:rPr>
                        <a:t>想状</a:t>
                      </a:r>
                      <a:r>
                        <a:rPr dirty="0" sz="1600" spc="-10">
                          <a:solidFill>
                            <a:srgbClr val="FF0000"/>
                          </a:solidFill>
                          <a:latin typeface="黑体"/>
                          <a:cs typeface="黑体"/>
                        </a:rPr>
                        <a:t>况</a:t>
                      </a:r>
                      <a:r>
                        <a:rPr dirty="0" sz="1600" spc="-25">
                          <a:solidFill>
                            <a:srgbClr val="006FC0"/>
                          </a:solidFill>
                          <a:latin typeface="黑体"/>
                          <a:cs typeface="黑体"/>
                        </a:rPr>
                        <a:t>下应该</a:t>
                      </a:r>
                      <a:r>
                        <a:rPr dirty="0" sz="1600" spc="-10">
                          <a:solidFill>
                            <a:srgbClr val="006FC0"/>
                          </a:solidFill>
                          <a:latin typeface="黑体"/>
                          <a:cs typeface="黑体"/>
                        </a:rPr>
                        <a:t>从</a:t>
                      </a:r>
                      <a:r>
                        <a:rPr dirty="0" sz="1600" spc="-25">
                          <a:solidFill>
                            <a:srgbClr val="FF0000"/>
                          </a:solidFill>
                          <a:latin typeface="黑体"/>
                          <a:cs typeface="黑体"/>
                        </a:rPr>
                        <a:t>哪里</a:t>
                      </a:r>
                      <a:r>
                        <a:rPr dirty="0" sz="1600" spc="-10">
                          <a:solidFill>
                            <a:srgbClr val="006FC0"/>
                          </a:solidFill>
                          <a:latin typeface="黑体"/>
                          <a:cs typeface="黑体"/>
                        </a:rPr>
                        <a:t>开</a:t>
                      </a:r>
                      <a:r>
                        <a:rPr dirty="0" sz="1600" spc="-25">
                          <a:solidFill>
                            <a:srgbClr val="006FC0"/>
                          </a:solidFill>
                          <a:latin typeface="黑体"/>
                          <a:cs typeface="黑体"/>
                        </a:rPr>
                        <a:t>始</a:t>
                      </a:r>
                      <a:r>
                        <a:rPr dirty="0" sz="1600" spc="-50">
                          <a:solidFill>
                            <a:srgbClr val="006FC0"/>
                          </a:solidFill>
                          <a:latin typeface="黑体"/>
                          <a:cs typeface="黑体"/>
                        </a:rPr>
                        <a:t>？</a:t>
                      </a:r>
                      <a:r>
                        <a:rPr dirty="0" sz="1600">
                          <a:solidFill>
                            <a:srgbClr val="006FC0"/>
                          </a:solidFill>
                          <a:latin typeface="黑体"/>
                          <a:cs typeface="黑体"/>
                        </a:rPr>
                        <a:t>	</a:t>
                      </a:r>
                      <a:r>
                        <a:rPr dirty="0" baseline="50000" sz="1500" spc="217">
                          <a:latin typeface="Times New Roman"/>
                          <a:cs typeface="Times New Roman"/>
                        </a:rPr>
                        <a:t>3</a:t>
                      </a:r>
                      <a:endParaRPr baseline="50000" sz="1500">
                        <a:latin typeface="Times New Roman"/>
                        <a:cs typeface="Times New Roman"/>
                      </a:endParaRPr>
                    </a:p>
                    <a:p>
                      <a:pPr algn="r">
                        <a:lnSpc>
                          <a:spcPts val="1330"/>
                        </a:lnSpc>
                      </a:pPr>
                      <a:r>
                        <a:rPr dirty="0" sz="1500" spc="320">
                          <a:latin typeface="Times New Roman"/>
                          <a:cs typeface="Times New Roman"/>
                        </a:rPr>
                        <a:t>D=A</a:t>
                      </a:r>
                      <a:r>
                        <a:rPr dirty="0" baseline="-13888" sz="1500" spc="480">
                          <a:latin typeface="Times New Roman"/>
                          <a:cs typeface="Times New Roman"/>
                        </a:rPr>
                        <a:t>4</a:t>
                      </a:r>
                      <a:r>
                        <a:rPr dirty="0" sz="1500" spc="320">
                          <a:latin typeface="Times New Roman"/>
                          <a:cs typeface="Times New Roman"/>
                        </a:rPr>
                        <a:t>+B</a:t>
                      </a:r>
                      <a:endParaRPr sz="1500">
                        <a:latin typeface="Times New Roman"/>
                        <a:cs typeface="Times New Roman"/>
                      </a:endParaRPr>
                    </a:p>
                  </a:txBody>
                  <a:tcPr marL="0" marR="0" marB="0" marT="11430"/>
                </a:tc>
                <a:tc rowSpan="4" hMerge="1">
                  <a:txBody>
                    <a:bodyPr/>
                    <a:lstStyle/>
                    <a:p>
                      <a:pPr/>
                    </a:p>
                  </a:txBody>
                  <a:tcPr marL="0" marR="0" marB="0" marT="0"/>
                </a:tc>
                <a:tc rowSpan="4" hMerge="1">
                  <a:txBody>
                    <a:bodyPr/>
                    <a:lstStyle/>
                    <a:p>
                      <a:pPr/>
                    </a:p>
                  </a:txBody>
                  <a:tcPr marL="0" marR="0" marB="0" marT="0"/>
                </a:tc>
              </a:tr>
              <a:tr h="260985">
                <a:tc gridSpan="3">
                  <a:txBody>
                    <a:bodyPr/>
                    <a:lstStyle/>
                    <a:p>
                      <a:pPr>
                        <a:lnSpc>
                          <a:spcPct val="100000"/>
                        </a:lnSpc>
                      </a:pPr>
                      <a:endParaRPr sz="1600">
                        <a:latin typeface="Times New Roman"/>
                        <a:cs typeface="Times New Roman"/>
                      </a:endParaRPr>
                    </a:p>
                  </a:txBody>
                  <a:tcPr marL="0" marR="0" marB="0" marT="0">
                    <a:lnL w="38100">
                      <a:solidFill>
                        <a:srgbClr val="000000"/>
                      </a:solidFill>
                      <a:prstDash val="solid"/>
                    </a:lnL>
                    <a:lnR w="19050">
                      <a:solidFill>
                        <a:srgbClr val="000000"/>
                      </a:solidFill>
                      <a:prstDash val="solid"/>
                    </a:lnR>
                    <a:solidFill>
                      <a:srgbClr val="F6EBC0"/>
                    </a:solidFill>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0C0C0"/>
                    </a:solidFill>
                  </a:tcPr>
                </a:tc>
                <a:tc rowSpan="4">
                  <a:txBody>
                    <a:bodyPr/>
                    <a:lstStyle/>
                    <a:p>
                      <a:pPr>
                        <a:lnSpc>
                          <a:spcPct val="100000"/>
                        </a:lnSpc>
                      </a:pPr>
                      <a:endParaRPr sz="1800">
                        <a:latin typeface="Times New Roman"/>
                        <a:cs typeface="Times New Roman"/>
                      </a:endParaRPr>
                    </a:p>
                  </a:txBody>
                  <a:tcPr marL="0" marR="0" marB="0" marT="0">
                    <a:lnT w="19050">
                      <a:solidFill>
                        <a:srgbClr val="000000"/>
                      </a:solidFill>
                      <a:prstDash val="solid"/>
                    </a:lnT>
                    <a:lnB w="28575">
                      <a:solidFill>
                        <a:srgbClr val="000000"/>
                      </a:solidFill>
                      <a:prstDash val="solid"/>
                    </a:lnB>
                    <a:solidFill>
                      <a:srgbClr val="F6EBC0"/>
                    </a:solidFill>
                  </a:tcPr>
                </a:tc>
                <a:tc gridSpan="3" vMerge="1">
                  <a:txBody>
                    <a:bodyPr/>
                    <a:lstStyle/>
                    <a:p>
                      <a:pPr/>
                    </a:p>
                  </a:txBody>
                  <a:tcPr marL="0" marR="0" marB="0" marT="11430"/>
                </a:tc>
                <a:tc hMerge="1" vMerge="1">
                  <a:txBody>
                    <a:bodyPr/>
                    <a:lstStyle/>
                    <a:p>
                      <a:pPr/>
                    </a:p>
                  </a:txBody>
                  <a:tcPr marL="0" marR="0" marB="0" marT="0"/>
                </a:tc>
                <a:tc hMerge="1" vMerge="1">
                  <a:txBody>
                    <a:bodyPr/>
                    <a:lstStyle/>
                    <a:p>
                      <a:pPr/>
                    </a:p>
                  </a:txBody>
                  <a:tcPr marL="0" marR="0" marB="0" marT="0"/>
                </a:tc>
              </a:tr>
              <a:tr h="260985">
                <a:tc gridSpan="2">
                  <a:txBody>
                    <a:bodyPr/>
                    <a:lstStyle/>
                    <a:p>
                      <a:pPr>
                        <a:lnSpc>
                          <a:spcPct val="100000"/>
                        </a:lnSpc>
                      </a:pPr>
                      <a:endParaRPr sz="1600">
                        <a:latin typeface="Times New Roman"/>
                        <a:cs typeface="Times New Roman"/>
                      </a:endParaRPr>
                    </a:p>
                  </a:txBody>
                  <a:tcPr marL="0" marR="0" marB="0" marT="0">
                    <a:lnL w="38100">
                      <a:solidFill>
                        <a:srgbClr val="000000"/>
                      </a:solidFill>
                      <a:prstDash val="solid"/>
                    </a:lnL>
                    <a:lnR w="28575">
                      <a:solidFill>
                        <a:srgbClr val="000000"/>
                      </a:solidFill>
                      <a:prstDash val="solid"/>
                    </a:lnR>
                    <a:solidFill>
                      <a:srgbClr val="F6EBC0"/>
                    </a:solidFill>
                  </a:tcPr>
                </a:tc>
                <a:tc hMerge="1">
                  <a:txBody>
                    <a:bodyPr/>
                    <a:lstStyle/>
                    <a:p>
                      <a:pPr/>
                    </a:p>
                  </a:txBody>
                  <a:tcPr marL="0" marR="0" marB="0" marT="0"/>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rowSpan="3">
                  <a:txBody>
                    <a:bodyPr/>
                    <a:lstStyle/>
                    <a:p>
                      <a:pPr>
                        <a:lnSpc>
                          <a:spcPct val="100000"/>
                        </a:lnSpc>
                      </a:pPr>
                      <a:endParaRPr sz="1800">
                        <a:latin typeface="Times New Roman"/>
                        <a:cs typeface="Times New Roman"/>
                      </a:endParaRPr>
                    </a:p>
                  </a:txBody>
                  <a:tcPr marL="0" marR="0" marB="0" marT="0">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gridSpan="3" vMerge="1">
                  <a:txBody>
                    <a:bodyPr/>
                    <a:lstStyle/>
                    <a:p>
                      <a:pPr/>
                    </a:p>
                  </a:txBody>
                  <a:tcPr marL="0" marR="0" marB="0" marT="11430"/>
                </a:tc>
                <a:tc hMerge="1" vMerge="1">
                  <a:txBody>
                    <a:bodyPr/>
                    <a:lstStyle/>
                    <a:p>
                      <a:pPr/>
                    </a:p>
                  </a:txBody>
                  <a:tcPr marL="0" marR="0" marB="0" marT="0"/>
                </a:tc>
                <a:tc hMerge="1" vMerge="1">
                  <a:txBody>
                    <a:bodyPr/>
                    <a:lstStyle/>
                    <a:p>
                      <a:pPr/>
                    </a:p>
                  </a:txBody>
                  <a:tcPr marL="0" marR="0" marB="0" marT="0"/>
                </a:tc>
              </a:tr>
              <a:tr h="263525">
                <a:tc>
                  <a:txBody>
                    <a:bodyPr/>
                    <a:lstStyle/>
                    <a:p>
                      <a:pPr>
                        <a:lnSpc>
                          <a:spcPct val="100000"/>
                        </a:lnSpc>
                      </a:pPr>
                      <a:endParaRPr sz="1600">
                        <a:latin typeface="Times New Roman"/>
                        <a:cs typeface="Times New Roman"/>
                      </a:endParaRPr>
                    </a:p>
                  </a:txBody>
                  <a:tcPr marL="0" marR="0" marB="0" marT="0">
                    <a:lnL w="38100">
                      <a:solidFill>
                        <a:srgbClr val="000000"/>
                      </a:solidFill>
                      <a:prstDash val="solid"/>
                    </a:lnL>
                    <a:lnR w="19050">
                      <a:solidFill>
                        <a:srgbClr val="000000"/>
                      </a:solidFill>
                      <a:prstDash val="solid"/>
                    </a:lnR>
                    <a:lnB w="19050">
                      <a:solidFill>
                        <a:srgbClr val="000000"/>
                      </a:solidFill>
                      <a:prstDash val="solid"/>
                    </a:lnB>
                    <a:solidFill>
                      <a:srgbClr val="F6EBC0"/>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19050">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0C0C0"/>
                    </a:solidFill>
                  </a:tcPr>
                </a:tc>
                <a:tc rowSpan="2">
                  <a:txBody>
                    <a:bodyPr/>
                    <a:lstStyle/>
                    <a:p>
                      <a:pPr>
                        <a:lnSpc>
                          <a:spcPct val="100000"/>
                        </a:lnSpc>
                      </a:pPr>
                      <a:endParaRPr sz="1800">
                        <a:latin typeface="Times New Roman"/>
                        <a:cs typeface="Times New Roman"/>
                      </a:endParaRPr>
                    </a:p>
                  </a:txBody>
                  <a:tcPr marL="0" marR="0" marB="0" marT="0">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gridSpan="3" vMerge="1">
                  <a:txBody>
                    <a:bodyPr/>
                    <a:lstStyle/>
                    <a:p>
                      <a:pPr/>
                    </a:p>
                  </a:txBody>
                  <a:tcPr marL="0" marR="0" marB="0" marT="11430"/>
                </a:tc>
                <a:tc hMerge="1" vMerge="1">
                  <a:txBody>
                    <a:bodyPr/>
                    <a:lstStyle/>
                    <a:p>
                      <a:pPr/>
                    </a:p>
                  </a:txBody>
                  <a:tcPr marL="0" marR="0" marB="0" marT="0"/>
                </a:tc>
                <a:tc hMerge="1" vMerge="1">
                  <a:txBody>
                    <a:bodyPr/>
                    <a:lstStyle/>
                    <a:p>
                      <a:pPr/>
                    </a:p>
                  </a:txBody>
                  <a:tcPr marL="0" marR="0" marB="0" marT="0"/>
                </a:tc>
              </a:tr>
              <a:tr h="264160">
                <a:tc>
                  <a:txBody>
                    <a:bodyPr/>
                    <a:lstStyle/>
                    <a:p>
                      <a:pPr>
                        <a:lnSpc>
                          <a:spcPct val="100000"/>
                        </a:lnSpc>
                      </a:pPr>
                      <a:endParaRPr sz="1600">
                        <a:latin typeface="Times New Roman"/>
                        <a:cs typeface="Times New Roman"/>
                      </a:endParaRPr>
                    </a:p>
                  </a:txBody>
                  <a:tcPr marL="0" marR="0" marB="0" marT="0">
                    <a:lnL w="38100">
                      <a:solidFill>
                        <a:srgbClr val="000000"/>
                      </a:solidFill>
                      <a:prstDash val="solid"/>
                    </a:lnL>
                    <a:lnR w="28575">
                      <a:solidFill>
                        <a:srgbClr val="000000"/>
                      </a:solidFill>
                      <a:prstDash val="solid"/>
                    </a:lnR>
                    <a:lnT w="19050">
                      <a:solidFill>
                        <a:srgbClr val="000000"/>
                      </a:solidFill>
                      <a:prstDash val="solid"/>
                    </a:lnT>
                    <a:lnB w="28575">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28575">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28575">
                      <a:solidFill>
                        <a:srgbClr val="000000"/>
                      </a:solidFill>
                      <a:prstDash val="solid"/>
                    </a:lnR>
                    <a:lnT w="19050">
                      <a:solidFill>
                        <a:srgbClr val="000000"/>
                      </a:solidFill>
                      <a:prstDash val="solid"/>
                    </a:lnT>
                    <a:lnB w="28575">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28575">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solidFill>
                      <a:srgbClr val="C0C0C0"/>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vMerge="1">
                  <a:txBody>
                    <a:bodyPr/>
                    <a:lstStyle/>
                    <a:p>
                      <a:pPr/>
                    </a:p>
                  </a:txBody>
                  <a:tcPr marL="0" marR="0" marB="0" marT="0">
                    <a:lnT w="19050">
                      <a:solidFill>
                        <a:srgbClr val="000000"/>
                      </a:solidFill>
                      <a:prstDash val="solid"/>
                    </a:lnT>
                    <a:lnB w="28575">
                      <a:solidFill>
                        <a:srgbClr val="000000"/>
                      </a:solidFill>
                      <a:prstDash val="solid"/>
                    </a:lnB>
                    <a:solidFill>
                      <a:srgbClr val="F6EBC0"/>
                    </a:solidFill>
                  </a:tcPr>
                </a:tc>
                <a:tc>
                  <a:txBody>
                    <a:bodyPr/>
                    <a:lstStyle/>
                    <a:p>
                      <a:pPr>
                        <a:lnSpc>
                          <a:spcPct val="100000"/>
                        </a:lnSpc>
                      </a:pPr>
                      <a:endParaRPr sz="1600">
                        <a:latin typeface="Times New Roman"/>
                        <a:cs typeface="Times New Roman"/>
                      </a:endParaRPr>
                    </a:p>
                  </a:txBody>
                  <a:tcPr marL="0" marR="0" marB="0" marT="0">
                    <a:lnR w="19050">
                      <a:solidFill>
                        <a:srgbClr val="000000"/>
                      </a:solidFill>
                      <a:prstDash val="solid"/>
                    </a:lnR>
                    <a:lnB w="28575">
                      <a:solidFill>
                        <a:srgbClr val="000000"/>
                      </a:solidFill>
                      <a:prstDash val="solid"/>
                    </a:lnB>
                    <a:solidFill>
                      <a:srgbClr val="F6EBC0"/>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tc>
                  <a:txBody>
                    <a:bodyPr/>
                    <a:lstStyle/>
                    <a:p>
                      <a:pPr marR="204470">
                        <a:lnSpc>
                          <a:spcPct val="100000"/>
                        </a:lnSpc>
                      </a:pPr>
                      <a:endParaRPr sz="1600">
                        <a:latin typeface="Times New Roman"/>
                        <a:cs typeface="Times New Roman"/>
                      </a:endParaRPr>
                    </a:p>
                  </a:txBody>
                  <a:tcPr marL="0" marR="0" marB="0" marT="0">
                    <a:lnL w="19050">
                      <a:solidFill>
                        <a:srgbClr val="000000"/>
                      </a:solidFill>
                      <a:prstDash val="solid"/>
                    </a:lnL>
                    <a:lnB w="28575">
                      <a:solidFill>
                        <a:srgbClr val="000000"/>
                      </a:solidFill>
                      <a:prstDash val="solid"/>
                    </a:lnB>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8" name="object 8" descr=""/>
          <p:cNvPicPr/>
          <p:nvPr/>
        </p:nvPicPr>
        <p:blipFill>
          <a:blip r:embed="rId2" cstate="print"/>
          <a:stretch>
            <a:fillRect/>
          </a:stretch>
        </p:blipFill>
        <p:spPr>
          <a:xfrm>
            <a:off x="5129605" y="2355976"/>
            <a:ext cx="276225" cy="292100"/>
          </a:xfrm>
          <a:prstGeom prst="rect">
            <a:avLst/>
          </a:prstGeom>
        </p:spPr>
      </p:pic>
      <p:sp>
        <p:nvSpPr>
          <p:cNvPr id="9" name="object 9" descr=""/>
          <p:cNvSpPr txBox="1"/>
          <p:nvPr/>
        </p:nvSpPr>
        <p:spPr>
          <a:xfrm>
            <a:off x="799591" y="892143"/>
            <a:ext cx="10723880" cy="1818005"/>
          </a:xfrm>
          <a:prstGeom prst="rect">
            <a:avLst/>
          </a:prstGeom>
        </p:spPr>
        <p:txBody>
          <a:bodyPr wrap="square" lIns="0" tIns="12065" rIns="0" bIns="0" rtlCol="0" vert="horz">
            <a:spAutoFit/>
          </a:bodyPr>
          <a:lstStyle/>
          <a:p>
            <a:pPr algn="just" marL="12700" marR="5080" indent="80645">
              <a:lnSpc>
                <a:spcPct val="140000"/>
              </a:lnSpc>
              <a:spcBef>
                <a:spcPts val="95"/>
              </a:spcBef>
            </a:pPr>
            <a:r>
              <a:rPr dirty="0" sz="2800" spc="-10" b="1">
                <a:solidFill>
                  <a:srgbClr val="FF0000"/>
                </a:solidFill>
                <a:latin typeface="黑体"/>
                <a:cs typeface="黑体"/>
              </a:rPr>
              <a:t>例</a:t>
            </a:r>
            <a:r>
              <a:rPr dirty="0" sz="2800" b="1">
                <a:solidFill>
                  <a:srgbClr val="FF0000"/>
                </a:solidFill>
                <a:latin typeface="黑体"/>
                <a:cs typeface="黑体"/>
              </a:rPr>
              <a:t>3.2 </a:t>
            </a:r>
            <a:r>
              <a:rPr dirty="0" sz="2800" spc="-20" b="1">
                <a:solidFill>
                  <a:srgbClr val="006FC0"/>
                </a:solidFill>
                <a:latin typeface="黑体"/>
                <a:cs typeface="黑体"/>
              </a:rPr>
              <a:t>有一条</a:t>
            </a:r>
            <a:r>
              <a:rPr dirty="0" sz="2800" spc="-25" b="1">
                <a:solidFill>
                  <a:srgbClr val="FF0000"/>
                </a:solidFill>
                <a:latin typeface="黑体"/>
                <a:cs typeface="黑体"/>
              </a:rPr>
              <a:t>动态多功能</a:t>
            </a:r>
            <a:r>
              <a:rPr dirty="0" sz="2800" spc="-25" b="1">
                <a:solidFill>
                  <a:srgbClr val="006FC0"/>
                </a:solidFill>
                <a:latin typeface="黑体"/>
                <a:cs typeface="黑体"/>
              </a:rPr>
              <a:t>流水线由</a:t>
            </a:r>
            <a:r>
              <a:rPr dirty="0" sz="2800" spc="-30" b="1">
                <a:solidFill>
                  <a:srgbClr val="FF09FF"/>
                </a:solidFill>
                <a:latin typeface="黑体"/>
                <a:cs typeface="黑体"/>
              </a:rPr>
              <a:t>5</a:t>
            </a:r>
            <a:r>
              <a:rPr dirty="0" sz="2800" spc="-20" b="1">
                <a:solidFill>
                  <a:srgbClr val="006FC0"/>
                </a:solidFill>
                <a:latin typeface="黑体"/>
                <a:cs typeface="黑体"/>
              </a:rPr>
              <a:t>段组成，</a:t>
            </a:r>
            <a:r>
              <a:rPr dirty="0" sz="2800" spc="-25" b="1">
                <a:solidFill>
                  <a:srgbClr val="FF09FF"/>
                </a:solidFill>
                <a:latin typeface="黑体"/>
                <a:cs typeface="黑体"/>
              </a:rPr>
              <a:t>加法</a:t>
            </a:r>
            <a:r>
              <a:rPr dirty="0" sz="2800" spc="-10" b="1">
                <a:solidFill>
                  <a:srgbClr val="006FC0"/>
                </a:solidFill>
                <a:latin typeface="黑体"/>
                <a:cs typeface="黑体"/>
              </a:rPr>
              <a:t>用</a:t>
            </a:r>
            <a:r>
              <a:rPr dirty="0" sz="2800" spc="-30" b="1">
                <a:solidFill>
                  <a:srgbClr val="FF09FF"/>
                </a:solidFill>
                <a:latin typeface="黑体"/>
                <a:cs typeface="黑体"/>
              </a:rPr>
              <a:t>1</a:t>
            </a:r>
            <a:r>
              <a:rPr dirty="0" sz="2800" spc="-10" b="1">
                <a:solidFill>
                  <a:srgbClr val="FF09FF"/>
                </a:solidFill>
                <a:latin typeface="黑体"/>
                <a:cs typeface="黑体"/>
              </a:rPr>
              <a:t>、</a:t>
            </a:r>
            <a:r>
              <a:rPr dirty="0" sz="2800" spc="-20" b="1">
                <a:solidFill>
                  <a:srgbClr val="FF09FF"/>
                </a:solidFill>
                <a:latin typeface="黑体"/>
                <a:cs typeface="黑体"/>
              </a:rPr>
              <a:t>3、4</a:t>
            </a:r>
            <a:r>
              <a:rPr dirty="0" sz="2800" spc="-10" b="1">
                <a:solidFill>
                  <a:srgbClr val="FF09FF"/>
                </a:solidFill>
                <a:latin typeface="黑体"/>
                <a:cs typeface="黑体"/>
              </a:rPr>
              <a:t>、</a:t>
            </a:r>
            <a:r>
              <a:rPr dirty="0" sz="2800" spc="-30" b="1">
                <a:solidFill>
                  <a:srgbClr val="FF09FF"/>
                </a:solidFill>
                <a:latin typeface="黑体"/>
                <a:cs typeface="黑体"/>
              </a:rPr>
              <a:t>5</a:t>
            </a:r>
            <a:r>
              <a:rPr dirty="0" sz="2800" spc="-10" b="1">
                <a:solidFill>
                  <a:srgbClr val="FF09FF"/>
                </a:solidFill>
                <a:latin typeface="黑体"/>
                <a:cs typeface="黑体"/>
              </a:rPr>
              <a:t>段</a:t>
            </a:r>
            <a:r>
              <a:rPr dirty="0" sz="2800" spc="-50" b="1">
                <a:solidFill>
                  <a:srgbClr val="006FC0"/>
                </a:solidFill>
                <a:latin typeface="黑体"/>
                <a:cs typeface="黑体"/>
              </a:rPr>
              <a:t>，</a:t>
            </a:r>
            <a:r>
              <a:rPr dirty="0" sz="2800" spc="-20" b="1">
                <a:solidFill>
                  <a:srgbClr val="FF09FF"/>
                </a:solidFill>
                <a:latin typeface="黑体"/>
                <a:cs typeface="黑体"/>
              </a:rPr>
              <a:t>乘法</a:t>
            </a:r>
            <a:r>
              <a:rPr dirty="0" sz="2800" spc="-10" b="1">
                <a:solidFill>
                  <a:srgbClr val="006FC0"/>
                </a:solidFill>
                <a:latin typeface="黑体"/>
                <a:cs typeface="黑体"/>
              </a:rPr>
              <a:t>用</a:t>
            </a:r>
            <a:r>
              <a:rPr dirty="0" sz="2800" spc="-20" b="1">
                <a:solidFill>
                  <a:srgbClr val="FF09FF"/>
                </a:solidFill>
                <a:latin typeface="黑体"/>
                <a:cs typeface="黑体"/>
              </a:rPr>
              <a:t>1</a:t>
            </a:r>
            <a:r>
              <a:rPr dirty="0" sz="2800" spc="-10" b="1">
                <a:solidFill>
                  <a:srgbClr val="FF09FF"/>
                </a:solidFill>
                <a:latin typeface="黑体"/>
                <a:cs typeface="黑体"/>
              </a:rPr>
              <a:t>、</a:t>
            </a:r>
            <a:r>
              <a:rPr dirty="0" sz="2800" spc="-20" b="1">
                <a:solidFill>
                  <a:srgbClr val="FF09FF"/>
                </a:solidFill>
                <a:latin typeface="黑体"/>
                <a:cs typeface="黑体"/>
              </a:rPr>
              <a:t>2</a:t>
            </a:r>
            <a:r>
              <a:rPr dirty="0" sz="2800" spc="-10" b="1">
                <a:solidFill>
                  <a:srgbClr val="FF09FF"/>
                </a:solidFill>
                <a:latin typeface="黑体"/>
                <a:cs typeface="黑体"/>
              </a:rPr>
              <a:t>、</a:t>
            </a:r>
            <a:r>
              <a:rPr dirty="0" sz="2800" b="1">
                <a:solidFill>
                  <a:srgbClr val="FF09FF"/>
                </a:solidFill>
                <a:latin typeface="黑体"/>
                <a:cs typeface="黑体"/>
              </a:rPr>
              <a:t>5</a:t>
            </a:r>
            <a:r>
              <a:rPr dirty="0" sz="2800" spc="-30" b="1">
                <a:solidFill>
                  <a:srgbClr val="FF09FF"/>
                </a:solidFill>
                <a:latin typeface="黑体"/>
                <a:cs typeface="黑体"/>
              </a:rPr>
              <a:t>段</a:t>
            </a:r>
            <a:r>
              <a:rPr dirty="0" sz="2800" spc="-20" b="1">
                <a:solidFill>
                  <a:srgbClr val="006FC0"/>
                </a:solidFill>
                <a:latin typeface="黑体"/>
                <a:cs typeface="黑体"/>
              </a:rPr>
              <a:t>，第</a:t>
            </a:r>
            <a:r>
              <a:rPr dirty="0" sz="2800" b="1">
                <a:solidFill>
                  <a:srgbClr val="006FC0"/>
                </a:solidFill>
                <a:latin typeface="黑体"/>
                <a:cs typeface="黑体"/>
              </a:rPr>
              <a:t>4</a:t>
            </a:r>
            <a:r>
              <a:rPr dirty="0" sz="2800" spc="-30" b="1">
                <a:solidFill>
                  <a:srgbClr val="006FC0"/>
                </a:solidFill>
                <a:latin typeface="黑体"/>
                <a:cs typeface="黑体"/>
              </a:rPr>
              <a:t>段的时间为</a:t>
            </a:r>
            <a:r>
              <a:rPr dirty="0" sz="2800" spc="-10" b="1">
                <a:solidFill>
                  <a:srgbClr val="006FC0"/>
                </a:solidFill>
                <a:latin typeface="黑体"/>
                <a:cs typeface="黑体"/>
              </a:rPr>
              <a:t>2△t</a:t>
            </a:r>
            <a:r>
              <a:rPr dirty="0" sz="2800" spc="-30" b="1">
                <a:solidFill>
                  <a:srgbClr val="006FC0"/>
                </a:solidFill>
                <a:latin typeface="黑体"/>
                <a:cs typeface="黑体"/>
              </a:rPr>
              <a:t>，其余各段时间均为△</a:t>
            </a:r>
            <a:r>
              <a:rPr dirty="0" sz="2800" spc="-20" b="1">
                <a:solidFill>
                  <a:srgbClr val="006FC0"/>
                </a:solidFill>
                <a:latin typeface="黑体"/>
                <a:cs typeface="黑体"/>
              </a:rPr>
              <a:t>t</a:t>
            </a:r>
            <a:r>
              <a:rPr dirty="0" sz="2800" spc="-35" b="1">
                <a:solidFill>
                  <a:srgbClr val="006FC0"/>
                </a:solidFill>
                <a:latin typeface="黑体"/>
                <a:cs typeface="黑体"/>
              </a:rPr>
              <a:t>，而且流水线的输出可以直接返  输入端或暂存于相应的流水寄存器中。</a:t>
            </a:r>
            <a:endParaRPr sz="2800">
              <a:latin typeface="黑体"/>
              <a:cs typeface="黑体"/>
            </a:endParaRPr>
          </a:p>
        </p:txBody>
      </p:sp>
      <p:sp>
        <p:nvSpPr>
          <p:cNvPr id="10" name="object 10" descr=""/>
          <p:cNvSpPr txBox="1"/>
          <p:nvPr/>
        </p:nvSpPr>
        <p:spPr>
          <a:xfrm>
            <a:off x="799591" y="2855163"/>
            <a:ext cx="3417570" cy="452120"/>
          </a:xfrm>
          <a:prstGeom prst="rect">
            <a:avLst/>
          </a:prstGeom>
        </p:spPr>
        <p:txBody>
          <a:bodyPr wrap="square" lIns="0" tIns="12065" rIns="0" bIns="0" rtlCol="0" vert="horz">
            <a:spAutoFit/>
          </a:bodyPr>
          <a:lstStyle/>
          <a:p>
            <a:pPr marL="12700">
              <a:lnSpc>
                <a:spcPct val="100000"/>
              </a:lnSpc>
              <a:spcBef>
                <a:spcPts val="95"/>
              </a:spcBef>
            </a:pPr>
            <a:r>
              <a:rPr dirty="0" sz="2800" spc="-35" b="1">
                <a:solidFill>
                  <a:srgbClr val="006FC0"/>
                </a:solidFill>
                <a:latin typeface="黑体"/>
                <a:cs typeface="黑体"/>
              </a:rPr>
              <a:t>若在该流水线上计算:</a:t>
            </a:r>
            <a:endParaRPr sz="2800">
              <a:latin typeface="黑体"/>
              <a:cs typeface="黑体"/>
            </a:endParaRPr>
          </a:p>
        </p:txBody>
      </p:sp>
      <p:sp>
        <p:nvSpPr>
          <p:cNvPr id="11" name="object 11" descr=""/>
          <p:cNvSpPr/>
          <p:nvPr/>
        </p:nvSpPr>
        <p:spPr>
          <a:xfrm>
            <a:off x="5088001" y="2708275"/>
            <a:ext cx="1511300" cy="850900"/>
          </a:xfrm>
          <a:custGeom>
            <a:avLst/>
            <a:gdLst/>
            <a:ahLst/>
            <a:cxnLst/>
            <a:rect l="l" t="t" r="r" b="b"/>
            <a:pathLst>
              <a:path w="1511300" h="850900">
                <a:moveTo>
                  <a:pt x="1511300" y="0"/>
                </a:moveTo>
                <a:lnTo>
                  <a:pt x="0" y="0"/>
                </a:lnTo>
                <a:lnTo>
                  <a:pt x="0" y="850900"/>
                </a:lnTo>
                <a:lnTo>
                  <a:pt x="1511300" y="850900"/>
                </a:lnTo>
                <a:lnTo>
                  <a:pt x="1511300" y="0"/>
                </a:lnTo>
                <a:close/>
              </a:path>
            </a:pathLst>
          </a:custGeom>
          <a:solidFill>
            <a:srgbClr val="F4E8B4"/>
          </a:solidFill>
        </p:spPr>
        <p:txBody>
          <a:bodyPr wrap="square" lIns="0" tIns="0" rIns="0" bIns="0" rtlCol="0"/>
          <a:lstStyle/>
          <a:p/>
        </p:txBody>
      </p:sp>
      <p:sp>
        <p:nvSpPr>
          <p:cNvPr id="12" name="object 12" descr=""/>
          <p:cNvSpPr txBox="1"/>
          <p:nvPr/>
        </p:nvSpPr>
        <p:spPr>
          <a:xfrm>
            <a:off x="5249798" y="2715645"/>
            <a:ext cx="102235" cy="236854"/>
          </a:xfrm>
          <a:prstGeom prst="rect">
            <a:avLst/>
          </a:prstGeom>
        </p:spPr>
        <p:txBody>
          <a:bodyPr wrap="square" lIns="0" tIns="17145" rIns="0" bIns="0" rtlCol="0" vert="horz">
            <a:spAutoFit/>
          </a:bodyPr>
          <a:lstStyle/>
          <a:p>
            <a:pPr>
              <a:lnSpc>
                <a:spcPct val="100000"/>
              </a:lnSpc>
              <a:spcBef>
                <a:spcPts val="135"/>
              </a:spcBef>
            </a:pPr>
            <a:r>
              <a:rPr dirty="0" sz="1350" spc="-50">
                <a:latin typeface="Times New Roman"/>
                <a:cs typeface="Times New Roman"/>
              </a:rPr>
              <a:t>4</a:t>
            </a:r>
            <a:endParaRPr sz="1350">
              <a:latin typeface="Times New Roman"/>
              <a:cs typeface="Times New Roman"/>
            </a:endParaRPr>
          </a:p>
        </p:txBody>
      </p:sp>
      <p:sp>
        <p:nvSpPr>
          <p:cNvPr id="13" name="object 13" descr=""/>
          <p:cNvSpPr txBox="1"/>
          <p:nvPr/>
        </p:nvSpPr>
        <p:spPr>
          <a:xfrm>
            <a:off x="5105901" y="2689621"/>
            <a:ext cx="1471295" cy="856615"/>
          </a:xfrm>
          <a:prstGeom prst="rect">
            <a:avLst/>
          </a:prstGeom>
        </p:spPr>
        <p:txBody>
          <a:bodyPr wrap="square" lIns="0" tIns="69215" rIns="0" bIns="0" rtlCol="0" vert="horz">
            <a:spAutoFit/>
          </a:bodyPr>
          <a:lstStyle/>
          <a:p>
            <a:pPr marL="25400">
              <a:lnSpc>
                <a:spcPct val="100000"/>
              </a:lnSpc>
              <a:spcBef>
                <a:spcPts val="545"/>
              </a:spcBef>
            </a:pPr>
            <a:r>
              <a:rPr dirty="0" baseline="-8607" sz="5325" spc="209">
                <a:latin typeface="Symbol"/>
                <a:cs typeface="Symbol"/>
              </a:rPr>
              <a:t></a:t>
            </a:r>
            <a:r>
              <a:rPr dirty="0" sz="2350" spc="140">
                <a:latin typeface="Times New Roman"/>
                <a:cs typeface="Times New Roman"/>
              </a:rPr>
              <a:t>(</a:t>
            </a:r>
            <a:r>
              <a:rPr dirty="0" sz="2350" spc="-345">
                <a:latin typeface="Times New Roman"/>
                <a:cs typeface="Times New Roman"/>
              </a:rPr>
              <a:t> </a:t>
            </a:r>
            <a:r>
              <a:rPr dirty="0" sz="2350" i="1">
                <a:latin typeface="Times New Roman"/>
                <a:cs typeface="Times New Roman"/>
              </a:rPr>
              <a:t>A</a:t>
            </a:r>
            <a:r>
              <a:rPr dirty="0" baseline="-24691" sz="2025" i="1">
                <a:latin typeface="Times New Roman"/>
                <a:cs typeface="Times New Roman"/>
              </a:rPr>
              <a:t>i</a:t>
            </a:r>
            <a:r>
              <a:rPr dirty="0" baseline="-24691" sz="2025" spc="465" i="1">
                <a:latin typeface="Times New Roman"/>
                <a:cs typeface="Times New Roman"/>
              </a:rPr>
              <a:t> </a:t>
            </a:r>
            <a:r>
              <a:rPr dirty="0" sz="2350">
                <a:latin typeface="Symbol"/>
                <a:cs typeface="Symbol"/>
              </a:rPr>
              <a:t></a:t>
            </a:r>
            <a:r>
              <a:rPr dirty="0" sz="2350" spc="-145">
                <a:latin typeface="Times New Roman"/>
                <a:cs typeface="Times New Roman"/>
              </a:rPr>
              <a:t> </a:t>
            </a:r>
            <a:r>
              <a:rPr dirty="0" sz="2350" i="1">
                <a:latin typeface="Times New Roman"/>
                <a:cs typeface="Times New Roman"/>
              </a:rPr>
              <a:t>B</a:t>
            </a:r>
            <a:r>
              <a:rPr dirty="0" baseline="-24691" sz="2025" i="1">
                <a:latin typeface="Times New Roman"/>
                <a:cs typeface="Times New Roman"/>
              </a:rPr>
              <a:t>i</a:t>
            </a:r>
            <a:r>
              <a:rPr dirty="0" baseline="-24691" sz="2025" spc="37" i="1">
                <a:latin typeface="Times New Roman"/>
                <a:cs typeface="Times New Roman"/>
              </a:rPr>
              <a:t> </a:t>
            </a:r>
            <a:r>
              <a:rPr dirty="0" sz="2350" spc="-50">
                <a:latin typeface="Times New Roman"/>
                <a:cs typeface="Times New Roman"/>
              </a:rPr>
              <a:t>)</a:t>
            </a:r>
            <a:endParaRPr sz="2350">
              <a:latin typeface="Times New Roman"/>
              <a:cs typeface="Times New Roman"/>
            </a:endParaRPr>
          </a:p>
          <a:p>
            <a:pPr marL="72390">
              <a:lnSpc>
                <a:spcPct val="100000"/>
              </a:lnSpc>
              <a:spcBef>
                <a:spcPts val="210"/>
              </a:spcBef>
            </a:pPr>
            <a:r>
              <a:rPr dirty="0" sz="1350" spc="-25" i="1">
                <a:latin typeface="Times New Roman"/>
                <a:cs typeface="Times New Roman"/>
              </a:rPr>
              <a:t>i</a:t>
            </a:r>
            <a:r>
              <a:rPr dirty="0" sz="1350" spc="-25">
                <a:latin typeface="Symbol"/>
                <a:cs typeface="Symbol"/>
              </a:rPr>
              <a:t></a:t>
            </a:r>
            <a:r>
              <a:rPr dirty="0" sz="1350" spc="-25">
                <a:latin typeface="Times New Roman"/>
                <a:cs typeface="Times New Roman"/>
              </a:rPr>
              <a:t>1</a:t>
            </a:r>
            <a:endParaRPr sz="1350">
              <a:latin typeface="Times New Roman"/>
              <a:cs typeface="Times New Roman"/>
            </a:endParaRPr>
          </a:p>
        </p:txBody>
      </p:sp>
      <p:grpSp>
        <p:nvGrpSpPr>
          <p:cNvPr id="14" name="object 14" descr=""/>
          <p:cNvGrpSpPr/>
          <p:nvPr/>
        </p:nvGrpSpPr>
        <p:grpSpPr>
          <a:xfrm>
            <a:off x="9714499" y="4774563"/>
            <a:ext cx="697230" cy="113030"/>
            <a:chOff x="9714499" y="4774563"/>
            <a:chExt cx="697230" cy="113030"/>
          </a:xfrm>
        </p:grpSpPr>
        <p:sp>
          <p:nvSpPr>
            <p:cNvPr id="15" name="object 15" descr=""/>
            <p:cNvSpPr/>
            <p:nvPr/>
          </p:nvSpPr>
          <p:spPr>
            <a:xfrm>
              <a:off x="9717683" y="4778132"/>
              <a:ext cx="690880" cy="106045"/>
            </a:xfrm>
            <a:custGeom>
              <a:avLst/>
              <a:gdLst/>
              <a:ahLst/>
              <a:cxnLst/>
              <a:rect l="l" t="t" r="r" b="b"/>
              <a:pathLst>
                <a:path w="690879" h="106045">
                  <a:moveTo>
                    <a:pt x="477601" y="0"/>
                  </a:moveTo>
                  <a:lnTo>
                    <a:pt x="545069" y="49996"/>
                  </a:lnTo>
                  <a:lnTo>
                    <a:pt x="477601" y="105687"/>
                  </a:lnTo>
                  <a:lnTo>
                    <a:pt x="620153" y="68363"/>
                  </a:lnTo>
                  <a:lnTo>
                    <a:pt x="545069" y="68363"/>
                  </a:lnTo>
                  <a:lnTo>
                    <a:pt x="553946" y="62027"/>
                  </a:lnTo>
                  <a:lnTo>
                    <a:pt x="562824" y="62027"/>
                  </a:lnTo>
                  <a:lnTo>
                    <a:pt x="562824" y="43685"/>
                  </a:lnTo>
                  <a:lnTo>
                    <a:pt x="553946" y="43685"/>
                  </a:lnTo>
                  <a:lnTo>
                    <a:pt x="545069" y="37349"/>
                  </a:lnTo>
                  <a:lnTo>
                    <a:pt x="636500" y="37349"/>
                  </a:lnTo>
                  <a:lnTo>
                    <a:pt x="477601" y="0"/>
                  </a:lnTo>
                  <a:close/>
                </a:path>
                <a:path w="690879" h="106045">
                  <a:moveTo>
                    <a:pt x="528003" y="37349"/>
                  </a:moveTo>
                  <a:lnTo>
                    <a:pt x="16689" y="37349"/>
                  </a:lnTo>
                  <a:lnTo>
                    <a:pt x="8522" y="43685"/>
                  </a:lnTo>
                  <a:lnTo>
                    <a:pt x="0" y="49996"/>
                  </a:lnTo>
                  <a:lnTo>
                    <a:pt x="0" y="55691"/>
                  </a:lnTo>
                  <a:lnTo>
                    <a:pt x="8522" y="62027"/>
                  </a:lnTo>
                  <a:lnTo>
                    <a:pt x="16689" y="68363"/>
                  </a:lnTo>
                  <a:lnTo>
                    <a:pt x="522818" y="68363"/>
                  </a:lnTo>
                  <a:lnTo>
                    <a:pt x="545069" y="49996"/>
                  </a:lnTo>
                  <a:lnTo>
                    <a:pt x="528003" y="37349"/>
                  </a:lnTo>
                  <a:close/>
                </a:path>
                <a:path w="690879" h="106045">
                  <a:moveTo>
                    <a:pt x="636500" y="37349"/>
                  </a:moveTo>
                  <a:lnTo>
                    <a:pt x="545069" y="37349"/>
                  </a:lnTo>
                  <a:lnTo>
                    <a:pt x="553946" y="43685"/>
                  </a:lnTo>
                  <a:lnTo>
                    <a:pt x="562824" y="43685"/>
                  </a:lnTo>
                  <a:lnTo>
                    <a:pt x="562824" y="62027"/>
                  </a:lnTo>
                  <a:lnTo>
                    <a:pt x="553946" y="62027"/>
                  </a:lnTo>
                  <a:lnTo>
                    <a:pt x="545069" y="68363"/>
                  </a:lnTo>
                  <a:lnTo>
                    <a:pt x="620153" y="68363"/>
                  </a:lnTo>
                  <a:lnTo>
                    <a:pt x="690303" y="49996"/>
                  </a:lnTo>
                  <a:lnTo>
                    <a:pt x="636500" y="37349"/>
                  </a:lnTo>
                  <a:close/>
                </a:path>
              </a:pathLst>
            </a:custGeom>
            <a:solidFill>
              <a:srgbClr val="0000FF"/>
            </a:solidFill>
          </p:spPr>
          <p:txBody>
            <a:bodyPr wrap="square" lIns="0" tIns="0" rIns="0" bIns="0" rtlCol="0"/>
            <a:lstStyle/>
            <a:p/>
          </p:txBody>
        </p:sp>
        <p:sp>
          <p:nvSpPr>
            <p:cNvPr id="16" name="object 16" descr=""/>
            <p:cNvSpPr/>
            <p:nvPr/>
          </p:nvSpPr>
          <p:spPr>
            <a:xfrm>
              <a:off x="9717683" y="4778132"/>
              <a:ext cx="690880" cy="106045"/>
            </a:xfrm>
            <a:custGeom>
              <a:avLst/>
              <a:gdLst/>
              <a:ahLst/>
              <a:cxnLst/>
              <a:rect l="l" t="t" r="r" b="b"/>
              <a:pathLst>
                <a:path w="690879" h="106045">
                  <a:moveTo>
                    <a:pt x="16689" y="37349"/>
                  </a:moveTo>
                  <a:lnTo>
                    <a:pt x="545069" y="37349"/>
                  </a:lnTo>
                  <a:lnTo>
                    <a:pt x="553946" y="43685"/>
                  </a:lnTo>
                  <a:lnTo>
                    <a:pt x="562824" y="43685"/>
                  </a:lnTo>
                  <a:lnTo>
                    <a:pt x="562824" y="49996"/>
                  </a:lnTo>
                  <a:lnTo>
                    <a:pt x="562824" y="55691"/>
                  </a:lnTo>
                  <a:lnTo>
                    <a:pt x="562824" y="62027"/>
                  </a:lnTo>
                  <a:lnTo>
                    <a:pt x="553946" y="62027"/>
                  </a:lnTo>
                  <a:lnTo>
                    <a:pt x="545069" y="68363"/>
                  </a:lnTo>
                  <a:lnTo>
                    <a:pt x="16689" y="68363"/>
                  </a:lnTo>
                  <a:lnTo>
                    <a:pt x="8522" y="62027"/>
                  </a:lnTo>
                  <a:lnTo>
                    <a:pt x="0" y="55691"/>
                  </a:lnTo>
                  <a:lnTo>
                    <a:pt x="0" y="49996"/>
                  </a:lnTo>
                  <a:lnTo>
                    <a:pt x="8522" y="43685"/>
                  </a:lnTo>
                  <a:lnTo>
                    <a:pt x="16689" y="37349"/>
                  </a:lnTo>
                  <a:close/>
                </a:path>
                <a:path w="690879" h="106045">
                  <a:moveTo>
                    <a:pt x="545069" y="49996"/>
                  </a:moveTo>
                  <a:lnTo>
                    <a:pt x="477601" y="0"/>
                  </a:lnTo>
                  <a:lnTo>
                    <a:pt x="690303" y="49996"/>
                  </a:lnTo>
                  <a:lnTo>
                    <a:pt x="477601" y="105687"/>
                  </a:lnTo>
                  <a:lnTo>
                    <a:pt x="545069" y="49996"/>
                  </a:lnTo>
                  <a:close/>
                </a:path>
              </a:pathLst>
            </a:custGeom>
            <a:ln w="7574">
              <a:solidFill>
                <a:srgbClr val="0000FF"/>
              </a:solidFill>
            </a:ln>
          </p:spPr>
          <p:txBody>
            <a:bodyPr wrap="square" lIns="0" tIns="0" rIns="0" bIns="0" rtlCol="0"/>
            <a:lstStyle/>
            <a:p/>
          </p:txBody>
        </p:sp>
      </p:grpSp>
      <p:grpSp>
        <p:nvGrpSpPr>
          <p:cNvPr id="17" name="object 17" descr=""/>
          <p:cNvGrpSpPr/>
          <p:nvPr/>
        </p:nvGrpSpPr>
        <p:grpSpPr>
          <a:xfrm>
            <a:off x="9714501" y="5177751"/>
            <a:ext cx="697230" cy="106045"/>
            <a:chOff x="9714501" y="5177751"/>
            <a:chExt cx="697230" cy="106045"/>
          </a:xfrm>
        </p:grpSpPr>
        <p:sp>
          <p:nvSpPr>
            <p:cNvPr id="18" name="object 18" descr=""/>
            <p:cNvSpPr/>
            <p:nvPr/>
          </p:nvSpPr>
          <p:spPr>
            <a:xfrm>
              <a:off x="9717683" y="5181285"/>
              <a:ext cx="690880" cy="99060"/>
            </a:xfrm>
            <a:custGeom>
              <a:avLst/>
              <a:gdLst/>
              <a:ahLst/>
              <a:cxnLst/>
              <a:rect l="l" t="t" r="r" b="b"/>
              <a:pathLst>
                <a:path w="690879" h="99060">
                  <a:moveTo>
                    <a:pt x="477601" y="0"/>
                  </a:moveTo>
                  <a:lnTo>
                    <a:pt x="545069" y="49380"/>
                  </a:lnTo>
                  <a:lnTo>
                    <a:pt x="477601" y="98735"/>
                  </a:lnTo>
                  <a:lnTo>
                    <a:pt x="635801" y="62027"/>
                  </a:lnTo>
                  <a:lnTo>
                    <a:pt x="562824" y="62027"/>
                  </a:lnTo>
                  <a:lnTo>
                    <a:pt x="562824" y="43044"/>
                  </a:lnTo>
                  <a:lnTo>
                    <a:pt x="553946" y="36708"/>
                  </a:lnTo>
                  <a:lnTo>
                    <a:pt x="635718" y="36708"/>
                  </a:lnTo>
                  <a:lnTo>
                    <a:pt x="477601" y="0"/>
                  </a:lnTo>
                  <a:close/>
                </a:path>
                <a:path w="690879" h="99060">
                  <a:moveTo>
                    <a:pt x="527755" y="36708"/>
                  </a:moveTo>
                  <a:lnTo>
                    <a:pt x="8522" y="36708"/>
                  </a:lnTo>
                  <a:lnTo>
                    <a:pt x="8522" y="43044"/>
                  </a:lnTo>
                  <a:lnTo>
                    <a:pt x="0" y="43044"/>
                  </a:lnTo>
                  <a:lnTo>
                    <a:pt x="0" y="55691"/>
                  </a:lnTo>
                  <a:lnTo>
                    <a:pt x="8522" y="62027"/>
                  </a:lnTo>
                  <a:lnTo>
                    <a:pt x="527781" y="62027"/>
                  </a:lnTo>
                  <a:lnTo>
                    <a:pt x="545069" y="49380"/>
                  </a:lnTo>
                  <a:lnTo>
                    <a:pt x="527755" y="36708"/>
                  </a:lnTo>
                  <a:close/>
                </a:path>
                <a:path w="690879" h="99060">
                  <a:moveTo>
                    <a:pt x="635718" y="36708"/>
                  </a:moveTo>
                  <a:lnTo>
                    <a:pt x="553946" y="36708"/>
                  </a:lnTo>
                  <a:lnTo>
                    <a:pt x="562824" y="43044"/>
                  </a:lnTo>
                  <a:lnTo>
                    <a:pt x="562824" y="62027"/>
                  </a:lnTo>
                  <a:lnTo>
                    <a:pt x="635801" y="62027"/>
                  </a:lnTo>
                  <a:lnTo>
                    <a:pt x="690303" y="49380"/>
                  </a:lnTo>
                  <a:lnTo>
                    <a:pt x="635718" y="36708"/>
                  </a:lnTo>
                  <a:close/>
                </a:path>
              </a:pathLst>
            </a:custGeom>
            <a:solidFill>
              <a:srgbClr val="000080"/>
            </a:solidFill>
          </p:spPr>
          <p:txBody>
            <a:bodyPr wrap="square" lIns="0" tIns="0" rIns="0" bIns="0" rtlCol="0"/>
            <a:lstStyle/>
            <a:p/>
          </p:txBody>
        </p:sp>
        <p:sp>
          <p:nvSpPr>
            <p:cNvPr id="19" name="object 19" descr=""/>
            <p:cNvSpPr/>
            <p:nvPr/>
          </p:nvSpPr>
          <p:spPr>
            <a:xfrm>
              <a:off x="9717683" y="5181285"/>
              <a:ext cx="690880" cy="99060"/>
            </a:xfrm>
            <a:custGeom>
              <a:avLst/>
              <a:gdLst/>
              <a:ahLst/>
              <a:cxnLst/>
              <a:rect l="l" t="t" r="r" b="b"/>
              <a:pathLst>
                <a:path w="690879" h="99060">
                  <a:moveTo>
                    <a:pt x="16689" y="36708"/>
                  </a:moveTo>
                  <a:lnTo>
                    <a:pt x="545069" y="36708"/>
                  </a:lnTo>
                  <a:lnTo>
                    <a:pt x="553946" y="36708"/>
                  </a:lnTo>
                  <a:lnTo>
                    <a:pt x="562824" y="43044"/>
                  </a:lnTo>
                  <a:lnTo>
                    <a:pt x="562824" y="49380"/>
                  </a:lnTo>
                  <a:lnTo>
                    <a:pt x="562824" y="55691"/>
                  </a:lnTo>
                  <a:lnTo>
                    <a:pt x="562824" y="62027"/>
                  </a:lnTo>
                  <a:lnTo>
                    <a:pt x="553946" y="62027"/>
                  </a:lnTo>
                  <a:lnTo>
                    <a:pt x="545069" y="62027"/>
                  </a:lnTo>
                  <a:lnTo>
                    <a:pt x="16689" y="62027"/>
                  </a:lnTo>
                  <a:lnTo>
                    <a:pt x="8522" y="62027"/>
                  </a:lnTo>
                  <a:lnTo>
                    <a:pt x="0" y="55691"/>
                  </a:lnTo>
                  <a:lnTo>
                    <a:pt x="0" y="49380"/>
                  </a:lnTo>
                  <a:lnTo>
                    <a:pt x="0" y="43044"/>
                  </a:lnTo>
                  <a:lnTo>
                    <a:pt x="8522" y="43044"/>
                  </a:lnTo>
                  <a:lnTo>
                    <a:pt x="8522" y="36708"/>
                  </a:lnTo>
                  <a:lnTo>
                    <a:pt x="16689" y="36708"/>
                  </a:lnTo>
                  <a:close/>
                </a:path>
                <a:path w="690879" h="99060">
                  <a:moveTo>
                    <a:pt x="545069" y="49380"/>
                  </a:moveTo>
                  <a:lnTo>
                    <a:pt x="477601" y="0"/>
                  </a:lnTo>
                  <a:lnTo>
                    <a:pt x="690303" y="49380"/>
                  </a:lnTo>
                  <a:lnTo>
                    <a:pt x="477601" y="98735"/>
                  </a:lnTo>
                  <a:lnTo>
                    <a:pt x="545069" y="49380"/>
                  </a:lnTo>
                  <a:close/>
                </a:path>
              </a:pathLst>
            </a:custGeom>
            <a:ln w="7574">
              <a:solidFill>
                <a:srgbClr val="000080"/>
              </a:solidFill>
            </a:ln>
          </p:spPr>
          <p:txBody>
            <a:bodyPr wrap="square" lIns="0" tIns="0" rIns="0" bIns="0" rtlCol="0"/>
            <a:lstStyle/>
            <a:p/>
          </p:txBody>
        </p:sp>
      </p:grpSp>
      <p:grpSp>
        <p:nvGrpSpPr>
          <p:cNvPr id="20" name="object 20" descr=""/>
          <p:cNvGrpSpPr/>
          <p:nvPr/>
        </p:nvGrpSpPr>
        <p:grpSpPr>
          <a:xfrm>
            <a:off x="2477157" y="4495494"/>
            <a:ext cx="6664325" cy="1066165"/>
            <a:chOff x="2477157" y="4495494"/>
            <a:chExt cx="6664325" cy="1066165"/>
          </a:xfrm>
        </p:grpSpPr>
        <p:sp>
          <p:nvSpPr>
            <p:cNvPr id="21" name="object 21" descr=""/>
            <p:cNvSpPr/>
            <p:nvPr/>
          </p:nvSpPr>
          <p:spPr>
            <a:xfrm>
              <a:off x="2480342" y="4778132"/>
              <a:ext cx="690880" cy="106045"/>
            </a:xfrm>
            <a:custGeom>
              <a:avLst/>
              <a:gdLst/>
              <a:ahLst/>
              <a:cxnLst/>
              <a:rect l="l" t="t" r="r" b="b"/>
              <a:pathLst>
                <a:path w="690880" h="106045">
                  <a:moveTo>
                    <a:pt x="477626" y="0"/>
                  </a:moveTo>
                  <a:lnTo>
                    <a:pt x="545342" y="49996"/>
                  </a:lnTo>
                  <a:lnTo>
                    <a:pt x="477626" y="105687"/>
                  </a:lnTo>
                  <a:lnTo>
                    <a:pt x="620273" y="68363"/>
                  </a:lnTo>
                  <a:lnTo>
                    <a:pt x="545342" y="68363"/>
                  </a:lnTo>
                  <a:lnTo>
                    <a:pt x="554149" y="62027"/>
                  </a:lnTo>
                  <a:lnTo>
                    <a:pt x="562920" y="62027"/>
                  </a:lnTo>
                  <a:lnTo>
                    <a:pt x="562920" y="43685"/>
                  </a:lnTo>
                  <a:lnTo>
                    <a:pt x="554149" y="43685"/>
                  </a:lnTo>
                  <a:lnTo>
                    <a:pt x="545342" y="37349"/>
                  </a:lnTo>
                  <a:lnTo>
                    <a:pt x="636631" y="37349"/>
                  </a:lnTo>
                  <a:lnTo>
                    <a:pt x="477626" y="0"/>
                  </a:lnTo>
                  <a:close/>
                </a:path>
                <a:path w="690880" h="106045">
                  <a:moveTo>
                    <a:pt x="528214" y="37349"/>
                  </a:moveTo>
                  <a:lnTo>
                    <a:pt x="17591" y="37349"/>
                  </a:lnTo>
                  <a:lnTo>
                    <a:pt x="0" y="49996"/>
                  </a:lnTo>
                  <a:lnTo>
                    <a:pt x="0" y="55691"/>
                  </a:lnTo>
                  <a:lnTo>
                    <a:pt x="17591" y="68363"/>
                  </a:lnTo>
                  <a:lnTo>
                    <a:pt x="523009" y="68363"/>
                  </a:lnTo>
                  <a:lnTo>
                    <a:pt x="545342" y="49996"/>
                  </a:lnTo>
                  <a:lnTo>
                    <a:pt x="528214" y="37349"/>
                  </a:lnTo>
                  <a:close/>
                </a:path>
                <a:path w="690880" h="106045">
                  <a:moveTo>
                    <a:pt x="636631" y="37349"/>
                  </a:moveTo>
                  <a:lnTo>
                    <a:pt x="545342" y="37349"/>
                  </a:lnTo>
                  <a:lnTo>
                    <a:pt x="554149" y="43685"/>
                  </a:lnTo>
                  <a:lnTo>
                    <a:pt x="562920" y="43685"/>
                  </a:lnTo>
                  <a:lnTo>
                    <a:pt x="562920" y="62027"/>
                  </a:lnTo>
                  <a:lnTo>
                    <a:pt x="554149" y="62027"/>
                  </a:lnTo>
                  <a:lnTo>
                    <a:pt x="545342" y="68363"/>
                  </a:lnTo>
                  <a:lnTo>
                    <a:pt x="620273" y="68363"/>
                  </a:lnTo>
                  <a:lnTo>
                    <a:pt x="690469" y="49996"/>
                  </a:lnTo>
                  <a:lnTo>
                    <a:pt x="636631" y="37349"/>
                  </a:lnTo>
                  <a:close/>
                </a:path>
              </a:pathLst>
            </a:custGeom>
            <a:solidFill>
              <a:srgbClr val="0000FF"/>
            </a:solidFill>
          </p:spPr>
          <p:txBody>
            <a:bodyPr wrap="square" lIns="0" tIns="0" rIns="0" bIns="0" rtlCol="0"/>
            <a:lstStyle/>
            <a:p/>
          </p:txBody>
        </p:sp>
        <p:sp>
          <p:nvSpPr>
            <p:cNvPr id="22" name="object 22" descr=""/>
            <p:cNvSpPr/>
            <p:nvPr/>
          </p:nvSpPr>
          <p:spPr>
            <a:xfrm>
              <a:off x="2480342" y="4778132"/>
              <a:ext cx="690880" cy="106045"/>
            </a:xfrm>
            <a:custGeom>
              <a:avLst/>
              <a:gdLst/>
              <a:ahLst/>
              <a:cxnLst/>
              <a:rect l="l" t="t" r="r" b="b"/>
              <a:pathLst>
                <a:path w="690880" h="106045">
                  <a:moveTo>
                    <a:pt x="17591" y="37349"/>
                  </a:moveTo>
                  <a:lnTo>
                    <a:pt x="545342" y="37349"/>
                  </a:lnTo>
                  <a:lnTo>
                    <a:pt x="554149" y="43685"/>
                  </a:lnTo>
                  <a:lnTo>
                    <a:pt x="562920" y="43685"/>
                  </a:lnTo>
                  <a:lnTo>
                    <a:pt x="562920" y="49996"/>
                  </a:lnTo>
                  <a:lnTo>
                    <a:pt x="562920" y="55691"/>
                  </a:lnTo>
                  <a:lnTo>
                    <a:pt x="562920" y="62027"/>
                  </a:lnTo>
                  <a:lnTo>
                    <a:pt x="554149" y="62027"/>
                  </a:lnTo>
                  <a:lnTo>
                    <a:pt x="545342" y="68363"/>
                  </a:lnTo>
                  <a:lnTo>
                    <a:pt x="17591" y="68363"/>
                  </a:lnTo>
                  <a:lnTo>
                    <a:pt x="8795" y="62027"/>
                  </a:lnTo>
                  <a:lnTo>
                    <a:pt x="0" y="55691"/>
                  </a:lnTo>
                  <a:lnTo>
                    <a:pt x="0" y="49996"/>
                  </a:lnTo>
                  <a:lnTo>
                    <a:pt x="8795" y="43685"/>
                  </a:lnTo>
                  <a:lnTo>
                    <a:pt x="17591" y="37349"/>
                  </a:lnTo>
                  <a:close/>
                </a:path>
                <a:path w="690880" h="106045">
                  <a:moveTo>
                    <a:pt x="545342" y="49996"/>
                  </a:moveTo>
                  <a:lnTo>
                    <a:pt x="477626" y="0"/>
                  </a:lnTo>
                  <a:lnTo>
                    <a:pt x="690469" y="49996"/>
                  </a:lnTo>
                  <a:lnTo>
                    <a:pt x="477626" y="105687"/>
                  </a:lnTo>
                  <a:lnTo>
                    <a:pt x="545342" y="49996"/>
                  </a:lnTo>
                  <a:close/>
                </a:path>
              </a:pathLst>
            </a:custGeom>
            <a:ln w="7574">
              <a:solidFill>
                <a:srgbClr val="0000FF"/>
              </a:solidFill>
            </a:ln>
          </p:spPr>
          <p:txBody>
            <a:bodyPr wrap="square" lIns="0" tIns="0" rIns="0" bIns="0" rtlCol="0"/>
            <a:lstStyle/>
            <a:p/>
          </p:txBody>
        </p:sp>
        <p:sp>
          <p:nvSpPr>
            <p:cNvPr id="23" name="object 23" descr=""/>
            <p:cNvSpPr/>
            <p:nvPr/>
          </p:nvSpPr>
          <p:spPr>
            <a:xfrm>
              <a:off x="2480342" y="5181285"/>
              <a:ext cx="690880" cy="105410"/>
            </a:xfrm>
            <a:custGeom>
              <a:avLst/>
              <a:gdLst/>
              <a:ahLst/>
              <a:cxnLst/>
              <a:rect l="l" t="t" r="r" b="b"/>
              <a:pathLst>
                <a:path w="690880" h="105410">
                  <a:moveTo>
                    <a:pt x="477626" y="0"/>
                  </a:moveTo>
                  <a:lnTo>
                    <a:pt x="545342" y="49380"/>
                  </a:lnTo>
                  <a:lnTo>
                    <a:pt x="477626" y="105072"/>
                  </a:lnTo>
                  <a:lnTo>
                    <a:pt x="620371" y="67722"/>
                  </a:lnTo>
                  <a:lnTo>
                    <a:pt x="545342" y="67722"/>
                  </a:lnTo>
                  <a:lnTo>
                    <a:pt x="554149" y="62027"/>
                  </a:lnTo>
                  <a:lnTo>
                    <a:pt x="562920" y="62027"/>
                  </a:lnTo>
                  <a:lnTo>
                    <a:pt x="562920" y="43044"/>
                  </a:lnTo>
                  <a:lnTo>
                    <a:pt x="554149" y="43044"/>
                  </a:lnTo>
                  <a:lnTo>
                    <a:pt x="545342" y="36708"/>
                  </a:lnTo>
                  <a:lnTo>
                    <a:pt x="635849" y="36708"/>
                  </a:lnTo>
                  <a:lnTo>
                    <a:pt x="477626" y="0"/>
                  </a:lnTo>
                  <a:close/>
                </a:path>
                <a:path w="690880" h="105410">
                  <a:moveTo>
                    <a:pt x="527965" y="36708"/>
                  </a:moveTo>
                  <a:lnTo>
                    <a:pt x="17591" y="36708"/>
                  </a:lnTo>
                  <a:lnTo>
                    <a:pt x="0" y="49380"/>
                  </a:lnTo>
                  <a:lnTo>
                    <a:pt x="0" y="55691"/>
                  </a:lnTo>
                  <a:lnTo>
                    <a:pt x="8795" y="62027"/>
                  </a:lnTo>
                  <a:lnTo>
                    <a:pt x="17591" y="67722"/>
                  </a:lnTo>
                  <a:lnTo>
                    <a:pt x="523041" y="67722"/>
                  </a:lnTo>
                  <a:lnTo>
                    <a:pt x="545342" y="49380"/>
                  </a:lnTo>
                  <a:lnTo>
                    <a:pt x="527965" y="36708"/>
                  </a:lnTo>
                  <a:close/>
                </a:path>
                <a:path w="690880" h="105410">
                  <a:moveTo>
                    <a:pt x="635849" y="36708"/>
                  </a:moveTo>
                  <a:lnTo>
                    <a:pt x="545342" y="36708"/>
                  </a:lnTo>
                  <a:lnTo>
                    <a:pt x="554149" y="43044"/>
                  </a:lnTo>
                  <a:lnTo>
                    <a:pt x="562920" y="43044"/>
                  </a:lnTo>
                  <a:lnTo>
                    <a:pt x="562920" y="62027"/>
                  </a:lnTo>
                  <a:lnTo>
                    <a:pt x="554149" y="62027"/>
                  </a:lnTo>
                  <a:lnTo>
                    <a:pt x="545342" y="67722"/>
                  </a:lnTo>
                  <a:lnTo>
                    <a:pt x="620371" y="67722"/>
                  </a:lnTo>
                  <a:lnTo>
                    <a:pt x="690469" y="49380"/>
                  </a:lnTo>
                  <a:lnTo>
                    <a:pt x="635849" y="36708"/>
                  </a:lnTo>
                  <a:close/>
                </a:path>
              </a:pathLst>
            </a:custGeom>
            <a:solidFill>
              <a:srgbClr val="000080"/>
            </a:solidFill>
          </p:spPr>
          <p:txBody>
            <a:bodyPr wrap="square" lIns="0" tIns="0" rIns="0" bIns="0" rtlCol="0"/>
            <a:lstStyle/>
            <a:p/>
          </p:txBody>
        </p:sp>
        <p:sp>
          <p:nvSpPr>
            <p:cNvPr id="24" name="object 24" descr=""/>
            <p:cNvSpPr/>
            <p:nvPr/>
          </p:nvSpPr>
          <p:spPr>
            <a:xfrm>
              <a:off x="2480342" y="5181285"/>
              <a:ext cx="690880" cy="105410"/>
            </a:xfrm>
            <a:custGeom>
              <a:avLst/>
              <a:gdLst/>
              <a:ahLst/>
              <a:cxnLst/>
              <a:rect l="l" t="t" r="r" b="b"/>
              <a:pathLst>
                <a:path w="690880" h="105410">
                  <a:moveTo>
                    <a:pt x="17591" y="36708"/>
                  </a:moveTo>
                  <a:lnTo>
                    <a:pt x="545342" y="36708"/>
                  </a:lnTo>
                  <a:lnTo>
                    <a:pt x="554149" y="43044"/>
                  </a:lnTo>
                  <a:lnTo>
                    <a:pt x="562920" y="43044"/>
                  </a:lnTo>
                  <a:lnTo>
                    <a:pt x="562920" y="49380"/>
                  </a:lnTo>
                  <a:lnTo>
                    <a:pt x="562920" y="55691"/>
                  </a:lnTo>
                  <a:lnTo>
                    <a:pt x="562920" y="62027"/>
                  </a:lnTo>
                  <a:lnTo>
                    <a:pt x="554149" y="62027"/>
                  </a:lnTo>
                  <a:lnTo>
                    <a:pt x="545342" y="67722"/>
                  </a:lnTo>
                  <a:lnTo>
                    <a:pt x="17591" y="67722"/>
                  </a:lnTo>
                  <a:lnTo>
                    <a:pt x="8795" y="62027"/>
                  </a:lnTo>
                  <a:lnTo>
                    <a:pt x="0" y="55691"/>
                  </a:lnTo>
                  <a:lnTo>
                    <a:pt x="0" y="49380"/>
                  </a:lnTo>
                  <a:lnTo>
                    <a:pt x="8795" y="43044"/>
                  </a:lnTo>
                  <a:lnTo>
                    <a:pt x="17591" y="36708"/>
                  </a:lnTo>
                  <a:close/>
                </a:path>
                <a:path w="690880" h="105410">
                  <a:moveTo>
                    <a:pt x="545342" y="49380"/>
                  </a:moveTo>
                  <a:lnTo>
                    <a:pt x="477626" y="0"/>
                  </a:lnTo>
                  <a:lnTo>
                    <a:pt x="690469" y="49380"/>
                  </a:lnTo>
                  <a:lnTo>
                    <a:pt x="477626" y="105072"/>
                  </a:lnTo>
                  <a:lnTo>
                    <a:pt x="545342" y="49380"/>
                  </a:lnTo>
                  <a:close/>
                </a:path>
              </a:pathLst>
            </a:custGeom>
            <a:ln w="7574">
              <a:solidFill>
                <a:srgbClr val="000080"/>
              </a:solidFill>
            </a:ln>
          </p:spPr>
          <p:txBody>
            <a:bodyPr wrap="square" lIns="0" tIns="0" rIns="0" bIns="0" rtlCol="0"/>
            <a:lstStyle/>
            <a:p/>
          </p:txBody>
        </p:sp>
        <p:sp>
          <p:nvSpPr>
            <p:cNvPr id="25" name="object 25" descr=""/>
            <p:cNvSpPr/>
            <p:nvPr/>
          </p:nvSpPr>
          <p:spPr>
            <a:xfrm>
              <a:off x="5617801" y="4778132"/>
              <a:ext cx="527685" cy="106045"/>
            </a:xfrm>
            <a:custGeom>
              <a:avLst/>
              <a:gdLst/>
              <a:ahLst/>
              <a:cxnLst/>
              <a:rect l="l" t="t" r="r" b="b"/>
              <a:pathLst>
                <a:path w="527685" h="106045">
                  <a:moveTo>
                    <a:pt x="314897" y="0"/>
                  </a:moveTo>
                  <a:lnTo>
                    <a:pt x="391278" y="49996"/>
                  </a:lnTo>
                  <a:lnTo>
                    <a:pt x="314897" y="105687"/>
                  </a:lnTo>
                  <a:lnTo>
                    <a:pt x="457473" y="68363"/>
                  </a:lnTo>
                  <a:lnTo>
                    <a:pt x="391278" y="68363"/>
                  </a:lnTo>
                  <a:lnTo>
                    <a:pt x="409032" y="55691"/>
                  </a:lnTo>
                  <a:lnTo>
                    <a:pt x="409032" y="49996"/>
                  </a:lnTo>
                  <a:lnTo>
                    <a:pt x="391278" y="37349"/>
                  </a:lnTo>
                  <a:lnTo>
                    <a:pt x="473822" y="37349"/>
                  </a:lnTo>
                  <a:lnTo>
                    <a:pt x="314897" y="0"/>
                  </a:lnTo>
                  <a:close/>
                </a:path>
                <a:path w="527685" h="106045">
                  <a:moveTo>
                    <a:pt x="371957" y="37349"/>
                  </a:moveTo>
                  <a:lnTo>
                    <a:pt x="16724" y="37349"/>
                  </a:lnTo>
                  <a:lnTo>
                    <a:pt x="7918" y="43685"/>
                  </a:lnTo>
                  <a:lnTo>
                    <a:pt x="0" y="43685"/>
                  </a:lnTo>
                  <a:lnTo>
                    <a:pt x="0" y="62027"/>
                  </a:lnTo>
                  <a:lnTo>
                    <a:pt x="7918" y="62027"/>
                  </a:lnTo>
                  <a:lnTo>
                    <a:pt x="16724" y="68363"/>
                  </a:lnTo>
                  <a:lnTo>
                    <a:pt x="366087" y="68363"/>
                  </a:lnTo>
                  <a:lnTo>
                    <a:pt x="391278" y="49996"/>
                  </a:lnTo>
                  <a:lnTo>
                    <a:pt x="371957" y="37349"/>
                  </a:lnTo>
                  <a:close/>
                </a:path>
                <a:path w="527685" h="106045">
                  <a:moveTo>
                    <a:pt x="473822" y="37349"/>
                  </a:moveTo>
                  <a:lnTo>
                    <a:pt x="391278" y="37349"/>
                  </a:lnTo>
                  <a:lnTo>
                    <a:pt x="409032" y="49996"/>
                  </a:lnTo>
                  <a:lnTo>
                    <a:pt x="409032" y="55691"/>
                  </a:lnTo>
                  <a:lnTo>
                    <a:pt x="391278" y="68363"/>
                  </a:lnTo>
                  <a:lnTo>
                    <a:pt x="457473" y="68363"/>
                  </a:lnTo>
                  <a:lnTo>
                    <a:pt x="527634" y="49996"/>
                  </a:lnTo>
                  <a:lnTo>
                    <a:pt x="473822" y="37349"/>
                  </a:lnTo>
                  <a:close/>
                </a:path>
              </a:pathLst>
            </a:custGeom>
            <a:solidFill>
              <a:srgbClr val="0000FF"/>
            </a:solidFill>
          </p:spPr>
          <p:txBody>
            <a:bodyPr wrap="square" lIns="0" tIns="0" rIns="0" bIns="0" rtlCol="0"/>
            <a:lstStyle/>
            <a:p/>
          </p:txBody>
        </p:sp>
        <p:sp>
          <p:nvSpPr>
            <p:cNvPr id="26" name="object 26" descr=""/>
            <p:cNvSpPr/>
            <p:nvPr/>
          </p:nvSpPr>
          <p:spPr>
            <a:xfrm>
              <a:off x="5617801" y="4778132"/>
              <a:ext cx="527685" cy="106045"/>
            </a:xfrm>
            <a:custGeom>
              <a:avLst/>
              <a:gdLst/>
              <a:ahLst/>
              <a:cxnLst/>
              <a:rect l="l" t="t" r="r" b="b"/>
              <a:pathLst>
                <a:path w="527685" h="106045">
                  <a:moveTo>
                    <a:pt x="16724" y="37349"/>
                  </a:moveTo>
                  <a:lnTo>
                    <a:pt x="391278" y="37349"/>
                  </a:lnTo>
                  <a:lnTo>
                    <a:pt x="400155" y="43685"/>
                  </a:lnTo>
                  <a:lnTo>
                    <a:pt x="409032" y="49996"/>
                  </a:lnTo>
                  <a:lnTo>
                    <a:pt x="409032" y="55691"/>
                  </a:lnTo>
                  <a:lnTo>
                    <a:pt x="400155" y="62027"/>
                  </a:lnTo>
                  <a:lnTo>
                    <a:pt x="391278" y="68363"/>
                  </a:lnTo>
                  <a:lnTo>
                    <a:pt x="16724" y="68363"/>
                  </a:lnTo>
                  <a:lnTo>
                    <a:pt x="7918" y="62027"/>
                  </a:lnTo>
                  <a:lnTo>
                    <a:pt x="0" y="62027"/>
                  </a:lnTo>
                  <a:lnTo>
                    <a:pt x="0" y="55691"/>
                  </a:lnTo>
                  <a:lnTo>
                    <a:pt x="0" y="49996"/>
                  </a:lnTo>
                  <a:lnTo>
                    <a:pt x="0" y="43685"/>
                  </a:lnTo>
                  <a:lnTo>
                    <a:pt x="7918" y="43685"/>
                  </a:lnTo>
                  <a:lnTo>
                    <a:pt x="16724" y="37349"/>
                  </a:lnTo>
                  <a:close/>
                </a:path>
                <a:path w="527685" h="106045">
                  <a:moveTo>
                    <a:pt x="391278" y="49996"/>
                  </a:moveTo>
                  <a:lnTo>
                    <a:pt x="314897" y="0"/>
                  </a:lnTo>
                  <a:lnTo>
                    <a:pt x="527634" y="49996"/>
                  </a:lnTo>
                  <a:lnTo>
                    <a:pt x="314897" y="105687"/>
                  </a:lnTo>
                  <a:lnTo>
                    <a:pt x="391278" y="49996"/>
                  </a:lnTo>
                  <a:close/>
                </a:path>
              </a:pathLst>
            </a:custGeom>
            <a:ln w="7574">
              <a:solidFill>
                <a:srgbClr val="0000FF"/>
              </a:solidFill>
            </a:ln>
          </p:spPr>
          <p:txBody>
            <a:bodyPr wrap="square" lIns="0" tIns="0" rIns="0" bIns="0" rtlCol="0"/>
            <a:lstStyle/>
            <a:p/>
          </p:txBody>
        </p:sp>
        <p:sp>
          <p:nvSpPr>
            <p:cNvPr id="27" name="object 27" descr=""/>
            <p:cNvSpPr/>
            <p:nvPr/>
          </p:nvSpPr>
          <p:spPr>
            <a:xfrm>
              <a:off x="6733826" y="4778132"/>
              <a:ext cx="912494" cy="106045"/>
            </a:xfrm>
            <a:custGeom>
              <a:avLst/>
              <a:gdLst/>
              <a:ahLst/>
              <a:cxnLst/>
              <a:rect l="l" t="t" r="r" b="b"/>
              <a:pathLst>
                <a:path w="912495" h="106045">
                  <a:moveTo>
                    <a:pt x="699535" y="0"/>
                  </a:moveTo>
                  <a:lnTo>
                    <a:pt x="767003" y="49996"/>
                  </a:lnTo>
                  <a:lnTo>
                    <a:pt x="699535" y="105687"/>
                  </a:lnTo>
                  <a:lnTo>
                    <a:pt x="842087" y="68363"/>
                  </a:lnTo>
                  <a:lnTo>
                    <a:pt x="767003" y="68363"/>
                  </a:lnTo>
                  <a:lnTo>
                    <a:pt x="775880" y="62027"/>
                  </a:lnTo>
                  <a:lnTo>
                    <a:pt x="784758" y="62027"/>
                  </a:lnTo>
                  <a:lnTo>
                    <a:pt x="784758" y="43685"/>
                  </a:lnTo>
                  <a:lnTo>
                    <a:pt x="775880" y="43685"/>
                  </a:lnTo>
                  <a:lnTo>
                    <a:pt x="767003" y="37349"/>
                  </a:lnTo>
                  <a:lnTo>
                    <a:pt x="858434" y="37349"/>
                  </a:lnTo>
                  <a:lnTo>
                    <a:pt x="699535" y="0"/>
                  </a:lnTo>
                  <a:close/>
                </a:path>
                <a:path w="912495" h="106045">
                  <a:moveTo>
                    <a:pt x="749937" y="37349"/>
                  </a:moveTo>
                  <a:lnTo>
                    <a:pt x="17044" y="37349"/>
                  </a:lnTo>
                  <a:lnTo>
                    <a:pt x="8877" y="43685"/>
                  </a:lnTo>
                  <a:lnTo>
                    <a:pt x="0" y="49996"/>
                  </a:lnTo>
                  <a:lnTo>
                    <a:pt x="0" y="55691"/>
                  </a:lnTo>
                  <a:lnTo>
                    <a:pt x="8877" y="62027"/>
                  </a:lnTo>
                  <a:lnTo>
                    <a:pt x="17044" y="68363"/>
                  </a:lnTo>
                  <a:lnTo>
                    <a:pt x="744752" y="68363"/>
                  </a:lnTo>
                  <a:lnTo>
                    <a:pt x="767003" y="49996"/>
                  </a:lnTo>
                  <a:lnTo>
                    <a:pt x="749937" y="37349"/>
                  </a:lnTo>
                  <a:close/>
                </a:path>
                <a:path w="912495" h="106045">
                  <a:moveTo>
                    <a:pt x="858434" y="37349"/>
                  </a:moveTo>
                  <a:lnTo>
                    <a:pt x="767003" y="37349"/>
                  </a:lnTo>
                  <a:lnTo>
                    <a:pt x="775880" y="43685"/>
                  </a:lnTo>
                  <a:lnTo>
                    <a:pt x="784758" y="43685"/>
                  </a:lnTo>
                  <a:lnTo>
                    <a:pt x="784758" y="62027"/>
                  </a:lnTo>
                  <a:lnTo>
                    <a:pt x="775880" y="62027"/>
                  </a:lnTo>
                  <a:lnTo>
                    <a:pt x="767003" y="68363"/>
                  </a:lnTo>
                  <a:lnTo>
                    <a:pt x="842087" y="68363"/>
                  </a:lnTo>
                  <a:lnTo>
                    <a:pt x="912236" y="49996"/>
                  </a:lnTo>
                  <a:lnTo>
                    <a:pt x="858434" y="37349"/>
                  </a:lnTo>
                  <a:close/>
                </a:path>
              </a:pathLst>
            </a:custGeom>
            <a:solidFill>
              <a:srgbClr val="0000FF"/>
            </a:solidFill>
          </p:spPr>
          <p:txBody>
            <a:bodyPr wrap="square" lIns="0" tIns="0" rIns="0" bIns="0" rtlCol="0"/>
            <a:lstStyle/>
            <a:p/>
          </p:txBody>
        </p:sp>
        <p:sp>
          <p:nvSpPr>
            <p:cNvPr id="28" name="object 28" descr=""/>
            <p:cNvSpPr/>
            <p:nvPr/>
          </p:nvSpPr>
          <p:spPr>
            <a:xfrm>
              <a:off x="6733827" y="4778132"/>
              <a:ext cx="912494" cy="106045"/>
            </a:xfrm>
            <a:custGeom>
              <a:avLst/>
              <a:gdLst/>
              <a:ahLst/>
              <a:cxnLst/>
              <a:rect l="l" t="t" r="r" b="b"/>
              <a:pathLst>
                <a:path w="912495" h="106045">
                  <a:moveTo>
                    <a:pt x="17044" y="37349"/>
                  </a:moveTo>
                  <a:lnTo>
                    <a:pt x="767003" y="37349"/>
                  </a:lnTo>
                  <a:lnTo>
                    <a:pt x="775880" y="43685"/>
                  </a:lnTo>
                  <a:lnTo>
                    <a:pt x="784758" y="43685"/>
                  </a:lnTo>
                  <a:lnTo>
                    <a:pt x="784758" y="49996"/>
                  </a:lnTo>
                  <a:lnTo>
                    <a:pt x="784758" y="55691"/>
                  </a:lnTo>
                  <a:lnTo>
                    <a:pt x="784758" y="62027"/>
                  </a:lnTo>
                  <a:lnTo>
                    <a:pt x="775880" y="62027"/>
                  </a:lnTo>
                  <a:lnTo>
                    <a:pt x="767003" y="68363"/>
                  </a:lnTo>
                  <a:lnTo>
                    <a:pt x="17044" y="68363"/>
                  </a:lnTo>
                  <a:lnTo>
                    <a:pt x="8877" y="62027"/>
                  </a:lnTo>
                  <a:lnTo>
                    <a:pt x="0" y="55691"/>
                  </a:lnTo>
                  <a:lnTo>
                    <a:pt x="0" y="49996"/>
                  </a:lnTo>
                  <a:lnTo>
                    <a:pt x="8877" y="43685"/>
                  </a:lnTo>
                  <a:lnTo>
                    <a:pt x="17044" y="37349"/>
                  </a:lnTo>
                  <a:close/>
                </a:path>
                <a:path w="912495" h="106045">
                  <a:moveTo>
                    <a:pt x="767003" y="49996"/>
                  </a:moveTo>
                  <a:lnTo>
                    <a:pt x="699535" y="0"/>
                  </a:lnTo>
                  <a:lnTo>
                    <a:pt x="912236" y="49996"/>
                  </a:lnTo>
                  <a:lnTo>
                    <a:pt x="699535" y="105687"/>
                  </a:lnTo>
                  <a:lnTo>
                    <a:pt x="767003" y="49996"/>
                  </a:lnTo>
                  <a:close/>
                </a:path>
              </a:pathLst>
            </a:custGeom>
            <a:ln w="7574">
              <a:solidFill>
                <a:srgbClr val="0000FF"/>
              </a:solidFill>
            </a:ln>
          </p:spPr>
          <p:txBody>
            <a:bodyPr wrap="square" lIns="0" tIns="0" rIns="0" bIns="0" rtlCol="0"/>
            <a:lstStyle/>
            <a:p/>
          </p:txBody>
        </p:sp>
        <p:sp>
          <p:nvSpPr>
            <p:cNvPr id="29" name="object 29" descr=""/>
            <p:cNvSpPr/>
            <p:nvPr/>
          </p:nvSpPr>
          <p:spPr>
            <a:xfrm>
              <a:off x="8225932" y="4778132"/>
              <a:ext cx="912494" cy="106045"/>
            </a:xfrm>
            <a:custGeom>
              <a:avLst/>
              <a:gdLst/>
              <a:ahLst/>
              <a:cxnLst/>
              <a:rect l="l" t="t" r="r" b="b"/>
              <a:pathLst>
                <a:path w="912495" h="106045">
                  <a:moveTo>
                    <a:pt x="699180" y="0"/>
                  </a:moveTo>
                  <a:lnTo>
                    <a:pt x="766648" y="49996"/>
                  </a:lnTo>
                  <a:lnTo>
                    <a:pt x="699180" y="105687"/>
                  </a:lnTo>
                  <a:lnTo>
                    <a:pt x="841732" y="68363"/>
                  </a:lnTo>
                  <a:lnTo>
                    <a:pt x="766648" y="68363"/>
                  </a:lnTo>
                  <a:lnTo>
                    <a:pt x="775525" y="62027"/>
                  </a:lnTo>
                  <a:lnTo>
                    <a:pt x="784403" y="62027"/>
                  </a:lnTo>
                  <a:lnTo>
                    <a:pt x="784403" y="43685"/>
                  </a:lnTo>
                  <a:lnTo>
                    <a:pt x="775525" y="43685"/>
                  </a:lnTo>
                  <a:lnTo>
                    <a:pt x="766648" y="37349"/>
                  </a:lnTo>
                  <a:lnTo>
                    <a:pt x="858078" y="37349"/>
                  </a:lnTo>
                  <a:lnTo>
                    <a:pt x="699180" y="0"/>
                  </a:lnTo>
                  <a:close/>
                </a:path>
                <a:path w="912495" h="106045">
                  <a:moveTo>
                    <a:pt x="749582" y="37349"/>
                  </a:moveTo>
                  <a:lnTo>
                    <a:pt x="16689" y="37349"/>
                  </a:lnTo>
                  <a:lnTo>
                    <a:pt x="8522" y="43685"/>
                  </a:lnTo>
                  <a:lnTo>
                    <a:pt x="0" y="49996"/>
                  </a:lnTo>
                  <a:lnTo>
                    <a:pt x="0" y="55691"/>
                  </a:lnTo>
                  <a:lnTo>
                    <a:pt x="8522" y="62027"/>
                  </a:lnTo>
                  <a:lnTo>
                    <a:pt x="16689" y="68363"/>
                  </a:lnTo>
                  <a:lnTo>
                    <a:pt x="744397" y="68363"/>
                  </a:lnTo>
                  <a:lnTo>
                    <a:pt x="766648" y="49996"/>
                  </a:lnTo>
                  <a:lnTo>
                    <a:pt x="749582" y="37349"/>
                  </a:lnTo>
                  <a:close/>
                </a:path>
                <a:path w="912495" h="106045">
                  <a:moveTo>
                    <a:pt x="858078" y="37349"/>
                  </a:moveTo>
                  <a:lnTo>
                    <a:pt x="766648" y="37349"/>
                  </a:lnTo>
                  <a:lnTo>
                    <a:pt x="775525" y="43685"/>
                  </a:lnTo>
                  <a:lnTo>
                    <a:pt x="784403" y="43685"/>
                  </a:lnTo>
                  <a:lnTo>
                    <a:pt x="784403" y="62027"/>
                  </a:lnTo>
                  <a:lnTo>
                    <a:pt x="775525" y="62027"/>
                  </a:lnTo>
                  <a:lnTo>
                    <a:pt x="766648" y="68363"/>
                  </a:lnTo>
                  <a:lnTo>
                    <a:pt x="841732" y="68363"/>
                  </a:lnTo>
                  <a:lnTo>
                    <a:pt x="911881" y="49996"/>
                  </a:lnTo>
                  <a:lnTo>
                    <a:pt x="858078" y="37349"/>
                  </a:lnTo>
                  <a:close/>
                </a:path>
              </a:pathLst>
            </a:custGeom>
            <a:solidFill>
              <a:srgbClr val="0000FF"/>
            </a:solidFill>
          </p:spPr>
          <p:txBody>
            <a:bodyPr wrap="square" lIns="0" tIns="0" rIns="0" bIns="0" rtlCol="0"/>
            <a:lstStyle/>
            <a:p/>
          </p:txBody>
        </p:sp>
        <p:sp>
          <p:nvSpPr>
            <p:cNvPr id="30" name="object 30" descr=""/>
            <p:cNvSpPr/>
            <p:nvPr/>
          </p:nvSpPr>
          <p:spPr>
            <a:xfrm>
              <a:off x="8225932" y="4778132"/>
              <a:ext cx="912494" cy="106045"/>
            </a:xfrm>
            <a:custGeom>
              <a:avLst/>
              <a:gdLst/>
              <a:ahLst/>
              <a:cxnLst/>
              <a:rect l="l" t="t" r="r" b="b"/>
              <a:pathLst>
                <a:path w="912495" h="106045">
                  <a:moveTo>
                    <a:pt x="16689" y="37349"/>
                  </a:moveTo>
                  <a:lnTo>
                    <a:pt x="766648" y="37349"/>
                  </a:lnTo>
                  <a:lnTo>
                    <a:pt x="775525" y="43685"/>
                  </a:lnTo>
                  <a:lnTo>
                    <a:pt x="784403" y="43685"/>
                  </a:lnTo>
                  <a:lnTo>
                    <a:pt x="784403" y="49996"/>
                  </a:lnTo>
                  <a:lnTo>
                    <a:pt x="784403" y="55691"/>
                  </a:lnTo>
                  <a:lnTo>
                    <a:pt x="784403" y="62027"/>
                  </a:lnTo>
                  <a:lnTo>
                    <a:pt x="775525" y="62027"/>
                  </a:lnTo>
                  <a:lnTo>
                    <a:pt x="766648" y="68363"/>
                  </a:lnTo>
                  <a:lnTo>
                    <a:pt x="16689" y="68363"/>
                  </a:lnTo>
                  <a:lnTo>
                    <a:pt x="8522" y="62027"/>
                  </a:lnTo>
                  <a:lnTo>
                    <a:pt x="0" y="55691"/>
                  </a:lnTo>
                  <a:lnTo>
                    <a:pt x="0" y="49996"/>
                  </a:lnTo>
                  <a:lnTo>
                    <a:pt x="8522" y="43685"/>
                  </a:lnTo>
                  <a:lnTo>
                    <a:pt x="16689" y="37349"/>
                  </a:lnTo>
                  <a:close/>
                </a:path>
                <a:path w="912495" h="106045">
                  <a:moveTo>
                    <a:pt x="766648" y="49996"/>
                  </a:moveTo>
                  <a:lnTo>
                    <a:pt x="699180" y="0"/>
                  </a:lnTo>
                  <a:lnTo>
                    <a:pt x="911881" y="49996"/>
                  </a:lnTo>
                  <a:lnTo>
                    <a:pt x="699180" y="105687"/>
                  </a:lnTo>
                  <a:lnTo>
                    <a:pt x="766648" y="49996"/>
                  </a:lnTo>
                  <a:close/>
                </a:path>
              </a:pathLst>
            </a:custGeom>
            <a:ln w="7574">
              <a:solidFill>
                <a:srgbClr val="0000FF"/>
              </a:solidFill>
            </a:ln>
          </p:spPr>
          <p:txBody>
            <a:bodyPr wrap="square" lIns="0" tIns="0" rIns="0" bIns="0" rtlCol="0"/>
            <a:lstStyle/>
            <a:p/>
          </p:txBody>
        </p:sp>
        <p:sp>
          <p:nvSpPr>
            <p:cNvPr id="31" name="object 31" descr=""/>
            <p:cNvSpPr/>
            <p:nvPr/>
          </p:nvSpPr>
          <p:spPr>
            <a:xfrm>
              <a:off x="3750467" y="5181285"/>
              <a:ext cx="912494" cy="105410"/>
            </a:xfrm>
            <a:custGeom>
              <a:avLst/>
              <a:gdLst/>
              <a:ahLst/>
              <a:cxnLst/>
              <a:rect l="l" t="t" r="r" b="b"/>
              <a:pathLst>
                <a:path w="912495" h="105410">
                  <a:moveTo>
                    <a:pt x="699251" y="0"/>
                  </a:moveTo>
                  <a:lnTo>
                    <a:pt x="766967" y="49380"/>
                  </a:lnTo>
                  <a:lnTo>
                    <a:pt x="699251" y="105072"/>
                  </a:lnTo>
                  <a:lnTo>
                    <a:pt x="842020" y="67722"/>
                  </a:lnTo>
                  <a:lnTo>
                    <a:pt x="766967" y="67722"/>
                  </a:lnTo>
                  <a:lnTo>
                    <a:pt x="775774" y="62027"/>
                  </a:lnTo>
                  <a:lnTo>
                    <a:pt x="784580" y="62027"/>
                  </a:lnTo>
                  <a:lnTo>
                    <a:pt x="784580" y="43044"/>
                  </a:lnTo>
                  <a:lnTo>
                    <a:pt x="775774" y="43044"/>
                  </a:lnTo>
                  <a:lnTo>
                    <a:pt x="766967" y="36708"/>
                  </a:lnTo>
                  <a:lnTo>
                    <a:pt x="857500" y="36708"/>
                  </a:lnTo>
                  <a:lnTo>
                    <a:pt x="699251" y="0"/>
                  </a:lnTo>
                  <a:close/>
                </a:path>
                <a:path w="912495" h="105410">
                  <a:moveTo>
                    <a:pt x="749590" y="36708"/>
                  </a:moveTo>
                  <a:lnTo>
                    <a:pt x="17577" y="36708"/>
                  </a:lnTo>
                  <a:lnTo>
                    <a:pt x="0" y="49380"/>
                  </a:lnTo>
                  <a:lnTo>
                    <a:pt x="0" y="55691"/>
                  </a:lnTo>
                  <a:lnTo>
                    <a:pt x="8770" y="62027"/>
                  </a:lnTo>
                  <a:lnTo>
                    <a:pt x="17577" y="67722"/>
                  </a:lnTo>
                  <a:lnTo>
                    <a:pt x="744666" y="67722"/>
                  </a:lnTo>
                  <a:lnTo>
                    <a:pt x="766967" y="49380"/>
                  </a:lnTo>
                  <a:lnTo>
                    <a:pt x="749590" y="36708"/>
                  </a:lnTo>
                  <a:close/>
                </a:path>
                <a:path w="912495" h="105410">
                  <a:moveTo>
                    <a:pt x="857500" y="36708"/>
                  </a:moveTo>
                  <a:lnTo>
                    <a:pt x="766967" y="36708"/>
                  </a:lnTo>
                  <a:lnTo>
                    <a:pt x="775774" y="43044"/>
                  </a:lnTo>
                  <a:lnTo>
                    <a:pt x="784580" y="43044"/>
                  </a:lnTo>
                  <a:lnTo>
                    <a:pt x="784580" y="62027"/>
                  </a:lnTo>
                  <a:lnTo>
                    <a:pt x="775774" y="62027"/>
                  </a:lnTo>
                  <a:lnTo>
                    <a:pt x="766967" y="67722"/>
                  </a:lnTo>
                  <a:lnTo>
                    <a:pt x="842020" y="67722"/>
                  </a:lnTo>
                  <a:lnTo>
                    <a:pt x="912130" y="49380"/>
                  </a:lnTo>
                  <a:lnTo>
                    <a:pt x="857500" y="36708"/>
                  </a:lnTo>
                  <a:close/>
                </a:path>
              </a:pathLst>
            </a:custGeom>
            <a:solidFill>
              <a:srgbClr val="000080"/>
            </a:solidFill>
          </p:spPr>
          <p:txBody>
            <a:bodyPr wrap="square" lIns="0" tIns="0" rIns="0" bIns="0" rtlCol="0"/>
            <a:lstStyle/>
            <a:p/>
          </p:txBody>
        </p:sp>
        <p:sp>
          <p:nvSpPr>
            <p:cNvPr id="32" name="object 32" descr=""/>
            <p:cNvSpPr/>
            <p:nvPr/>
          </p:nvSpPr>
          <p:spPr>
            <a:xfrm>
              <a:off x="3750467" y="5181285"/>
              <a:ext cx="912494" cy="105410"/>
            </a:xfrm>
            <a:custGeom>
              <a:avLst/>
              <a:gdLst/>
              <a:ahLst/>
              <a:cxnLst/>
              <a:rect l="l" t="t" r="r" b="b"/>
              <a:pathLst>
                <a:path w="912495" h="105410">
                  <a:moveTo>
                    <a:pt x="17577" y="36708"/>
                  </a:moveTo>
                  <a:lnTo>
                    <a:pt x="766967" y="36708"/>
                  </a:lnTo>
                  <a:lnTo>
                    <a:pt x="775774" y="43044"/>
                  </a:lnTo>
                  <a:lnTo>
                    <a:pt x="784580" y="43044"/>
                  </a:lnTo>
                  <a:lnTo>
                    <a:pt x="784580" y="49380"/>
                  </a:lnTo>
                  <a:lnTo>
                    <a:pt x="784580" y="55691"/>
                  </a:lnTo>
                  <a:lnTo>
                    <a:pt x="784580" y="62027"/>
                  </a:lnTo>
                  <a:lnTo>
                    <a:pt x="775774" y="62027"/>
                  </a:lnTo>
                  <a:lnTo>
                    <a:pt x="766967" y="67722"/>
                  </a:lnTo>
                  <a:lnTo>
                    <a:pt x="17577" y="67722"/>
                  </a:lnTo>
                  <a:lnTo>
                    <a:pt x="8770" y="62027"/>
                  </a:lnTo>
                  <a:lnTo>
                    <a:pt x="0" y="55691"/>
                  </a:lnTo>
                  <a:lnTo>
                    <a:pt x="0" y="49380"/>
                  </a:lnTo>
                  <a:lnTo>
                    <a:pt x="8770" y="43044"/>
                  </a:lnTo>
                  <a:lnTo>
                    <a:pt x="17577" y="36708"/>
                  </a:lnTo>
                  <a:close/>
                </a:path>
                <a:path w="912495" h="105410">
                  <a:moveTo>
                    <a:pt x="766967" y="49380"/>
                  </a:moveTo>
                  <a:lnTo>
                    <a:pt x="699251" y="0"/>
                  </a:lnTo>
                  <a:lnTo>
                    <a:pt x="912130" y="49380"/>
                  </a:lnTo>
                  <a:lnTo>
                    <a:pt x="699251" y="105072"/>
                  </a:lnTo>
                  <a:lnTo>
                    <a:pt x="766967" y="49380"/>
                  </a:lnTo>
                  <a:close/>
                </a:path>
              </a:pathLst>
            </a:custGeom>
            <a:ln w="7574">
              <a:solidFill>
                <a:srgbClr val="000080"/>
              </a:solidFill>
            </a:ln>
          </p:spPr>
          <p:txBody>
            <a:bodyPr wrap="square" lIns="0" tIns="0" rIns="0" bIns="0" rtlCol="0"/>
            <a:lstStyle/>
            <a:p/>
          </p:txBody>
        </p:sp>
        <p:sp>
          <p:nvSpPr>
            <p:cNvPr id="33" name="object 33" descr=""/>
            <p:cNvSpPr/>
            <p:nvPr/>
          </p:nvSpPr>
          <p:spPr>
            <a:xfrm>
              <a:off x="3762753" y="4824332"/>
              <a:ext cx="375285" cy="0"/>
            </a:xfrm>
            <a:custGeom>
              <a:avLst/>
              <a:gdLst/>
              <a:ahLst/>
              <a:cxnLst/>
              <a:rect l="l" t="t" r="r" b="b"/>
              <a:pathLst>
                <a:path w="375285" h="0">
                  <a:moveTo>
                    <a:pt x="0" y="0"/>
                  </a:moveTo>
                  <a:lnTo>
                    <a:pt x="374730" y="0"/>
                  </a:lnTo>
                </a:path>
              </a:pathLst>
            </a:custGeom>
            <a:ln w="24781">
              <a:solidFill>
                <a:srgbClr val="0000FF"/>
              </a:solidFill>
            </a:ln>
          </p:spPr>
          <p:txBody>
            <a:bodyPr wrap="square" lIns="0" tIns="0" rIns="0" bIns="0" rtlCol="0"/>
            <a:lstStyle/>
            <a:p/>
          </p:txBody>
        </p:sp>
        <p:sp>
          <p:nvSpPr>
            <p:cNvPr id="34" name="object 34" descr=""/>
            <p:cNvSpPr/>
            <p:nvPr/>
          </p:nvSpPr>
          <p:spPr>
            <a:xfrm>
              <a:off x="5254540" y="5226869"/>
              <a:ext cx="451484" cy="0"/>
            </a:xfrm>
            <a:custGeom>
              <a:avLst/>
              <a:gdLst/>
              <a:ahLst/>
              <a:cxnLst/>
              <a:rect l="l" t="t" r="r" b="b"/>
              <a:pathLst>
                <a:path w="451485" h="0">
                  <a:moveTo>
                    <a:pt x="0" y="0"/>
                  </a:moveTo>
                  <a:lnTo>
                    <a:pt x="451218" y="0"/>
                  </a:lnTo>
                </a:path>
              </a:pathLst>
            </a:custGeom>
            <a:ln w="24781">
              <a:solidFill>
                <a:srgbClr val="000080"/>
              </a:solidFill>
            </a:ln>
          </p:spPr>
          <p:txBody>
            <a:bodyPr wrap="square" lIns="0" tIns="0" rIns="0" bIns="0" rtlCol="0"/>
            <a:lstStyle/>
            <a:p/>
          </p:txBody>
        </p:sp>
        <p:sp>
          <p:nvSpPr>
            <p:cNvPr id="35" name="object 35" descr=""/>
            <p:cNvSpPr/>
            <p:nvPr/>
          </p:nvSpPr>
          <p:spPr>
            <a:xfrm>
              <a:off x="8600557" y="5181285"/>
              <a:ext cx="537845" cy="99060"/>
            </a:xfrm>
            <a:custGeom>
              <a:avLst/>
              <a:gdLst/>
              <a:ahLst/>
              <a:cxnLst/>
              <a:rect l="l" t="t" r="r" b="b"/>
              <a:pathLst>
                <a:path w="537845" h="99060">
                  <a:moveTo>
                    <a:pt x="324556" y="0"/>
                  </a:moveTo>
                  <a:lnTo>
                    <a:pt x="392023" y="49380"/>
                  </a:lnTo>
                  <a:lnTo>
                    <a:pt x="324556" y="98735"/>
                  </a:lnTo>
                  <a:lnTo>
                    <a:pt x="482755" y="62027"/>
                  </a:lnTo>
                  <a:lnTo>
                    <a:pt x="409778" y="62027"/>
                  </a:lnTo>
                  <a:lnTo>
                    <a:pt x="409778" y="43044"/>
                  </a:lnTo>
                  <a:lnTo>
                    <a:pt x="400901" y="36708"/>
                  </a:lnTo>
                  <a:lnTo>
                    <a:pt x="482673" y="36708"/>
                  </a:lnTo>
                  <a:lnTo>
                    <a:pt x="324556" y="0"/>
                  </a:lnTo>
                  <a:close/>
                </a:path>
                <a:path w="537845" h="99060">
                  <a:moveTo>
                    <a:pt x="374710" y="36708"/>
                  </a:moveTo>
                  <a:lnTo>
                    <a:pt x="8877" y="36708"/>
                  </a:lnTo>
                  <a:lnTo>
                    <a:pt x="0" y="43044"/>
                  </a:lnTo>
                  <a:lnTo>
                    <a:pt x="0" y="62027"/>
                  </a:lnTo>
                  <a:lnTo>
                    <a:pt x="374736" y="62027"/>
                  </a:lnTo>
                  <a:lnTo>
                    <a:pt x="392023" y="49380"/>
                  </a:lnTo>
                  <a:lnTo>
                    <a:pt x="374710" y="36708"/>
                  </a:lnTo>
                  <a:close/>
                </a:path>
                <a:path w="537845" h="99060">
                  <a:moveTo>
                    <a:pt x="482673" y="36708"/>
                  </a:moveTo>
                  <a:lnTo>
                    <a:pt x="400901" y="36708"/>
                  </a:lnTo>
                  <a:lnTo>
                    <a:pt x="409778" y="43044"/>
                  </a:lnTo>
                  <a:lnTo>
                    <a:pt x="409778" y="62027"/>
                  </a:lnTo>
                  <a:lnTo>
                    <a:pt x="482755" y="62027"/>
                  </a:lnTo>
                  <a:lnTo>
                    <a:pt x="537257" y="49380"/>
                  </a:lnTo>
                  <a:lnTo>
                    <a:pt x="482673" y="36708"/>
                  </a:lnTo>
                  <a:close/>
                </a:path>
              </a:pathLst>
            </a:custGeom>
            <a:solidFill>
              <a:srgbClr val="000080"/>
            </a:solidFill>
          </p:spPr>
          <p:txBody>
            <a:bodyPr wrap="square" lIns="0" tIns="0" rIns="0" bIns="0" rtlCol="0"/>
            <a:lstStyle/>
            <a:p/>
          </p:txBody>
        </p:sp>
        <p:sp>
          <p:nvSpPr>
            <p:cNvPr id="36" name="object 36" descr=""/>
            <p:cNvSpPr/>
            <p:nvPr/>
          </p:nvSpPr>
          <p:spPr>
            <a:xfrm>
              <a:off x="8600557" y="5181285"/>
              <a:ext cx="537845" cy="99060"/>
            </a:xfrm>
            <a:custGeom>
              <a:avLst/>
              <a:gdLst/>
              <a:ahLst/>
              <a:cxnLst/>
              <a:rect l="l" t="t" r="r" b="b"/>
              <a:pathLst>
                <a:path w="537845" h="99060">
                  <a:moveTo>
                    <a:pt x="17399" y="36708"/>
                  </a:moveTo>
                  <a:lnTo>
                    <a:pt x="392023" y="36708"/>
                  </a:lnTo>
                  <a:lnTo>
                    <a:pt x="400901" y="36708"/>
                  </a:lnTo>
                  <a:lnTo>
                    <a:pt x="409778" y="43044"/>
                  </a:lnTo>
                  <a:lnTo>
                    <a:pt x="409778" y="49380"/>
                  </a:lnTo>
                  <a:lnTo>
                    <a:pt x="409778" y="55691"/>
                  </a:lnTo>
                  <a:lnTo>
                    <a:pt x="409778" y="62027"/>
                  </a:lnTo>
                  <a:lnTo>
                    <a:pt x="400901" y="62027"/>
                  </a:lnTo>
                  <a:lnTo>
                    <a:pt x="392023" y="62027"/>
                  </a:lnTo>
                  <a:lnTo>
                    <a:pt x="17399" y="62027"/>
                  </a:lnTo>
                  <a:lnTo>
                    <a:pt x="8877" y="62027"/>
                  </a:lnTo>
                  <a:lnTo>
                    <a:pt x="0" y="62027"/>
                  </a:lnTo>
                  <a:lnTo>
                    <a:pt x="0" y="55691"/>
                  </a:lnTo>
                  <a:lnTo>
                    <a:pt x="0" y="49380"/>
                  </a:lnTo>
                  <a:lnTo>
                    <a:pt x="0" y="43044"/>
                  </a:lnTo>
                  <a:lnTo>
                    <a:pt x="8877" y="36708"/>
                  </a:lnTo>
                  <a:lnTo>
                    <a:pt x="17399" y="36708"/>
                  </a:lnTo>
                  <a:close/>
                </a:path>
                <a:path w="537845" h="99060">
                  <a:moveTo>
                    <a:pt x="392023" y="49380"/>
                  </a:moveTo>
                  <a:lnTo>
                    <a:pt x="324556" y="0"/>
                  </a:lnTo>
                  <a:lnTo>
                    <a:pt x="537257" y="49380"/>
                  </a:lnTo>
                  <a:lnTo>
                    <a:pt x="324556" y="98735"/>
                  </a:lnTo>
                  <a:lnTo>
                    <a:pt x="392023" y="49380"/>
                  </a:lnTo>
                  <a:close/>
                </a:path>
              </a:pathLst>
            </a:custGeom>
            <a:ln w="7574">
              <a:solidFill>
                <a:srgbClr val="000080"/>
              </a:solidFill>
            </a:ln>
          </p:spPr>
          <p:txBody>
            <a:bodyPr wrap="square" lIns="0" tIns="0" rIns="0" bIns="0" rtlCol="0"/>
            <a:lstStyle/>
            <a:p/>
          </p:txBody>
        </p:sp>
        <p:sp>
          <p:nvSpPr>
            <p:cNvPr id="37" name="object 37" descr=""/>
            <p:cNvSpPr/>
            <p:nvPr/>
          </p:nvSpPr>
          <p:spPr>
            <a:xfrm>
              <a:off x="3165521" y="4669289"/>
              <a:ext cx="597535" cy="719455"/>
            </a:xfrm>
            <a:custGeom>
              <a:avLst/>
              <a:gdLst/>
              <a:ahLst/>
              <a:cxnLst/>
              <a:rect l="l" t="t" r="r" b="b"/>
              <a:pathLst>
                <a:path w="597535" h="719454">
                  <a:moveTo>
                    <a:pt x="597232" y="0"/>
                  </a:moveTo>
                  <a:lnTo>
                    <a:pt x="0" y="0"/>
                  </a:lnTo>
                  <a:lnTo>
                    <a:pt x="0" y="718958"/>
                  </a:lnTo>
                  <a:lnTo>
                    <a:pt x="597232" y="718958"/>
                  </a:lnTo>
                  <a:lnTo>
                    <a:pt x="597232" y="0"/>
                  </a:lnTo>
                  <a:close/>
                </a:path>
              </a:pathLst>
            </a:custGeom>
            <a:solidFill>
              <a:srgbClr val="FFFF99"/>
            </a:solidFill>
          </p:spPr>
          <p:txBody>
            <a:bodyPr wrap="square" lIns="0" tIns="0" rIns="0" bIns="0" rtlCol="0"/>
            <a:lstStyle/>
            <a:p/>
          </p:txBody>
        </p:sp>
        <p:sp>
          <p:nvSpPr>
            <p:cNvPr id="38" name="object 38" descr=""/>
            <p:cNvSpPr/>
            <p:nvPr/>
          </p:nvSpPr>
          <p:spPr>
            <a:xfrm>
              <a:off x="3165521" y="4669289"/>
              <a:ext cx="597535" cy="719455"/>
            </a:xfrm>
            <a:custGeom>
              <a:avLst/>
              <a:gdLst/>
              <a:ahLst/>
              <a:cxnLst/>
              <a:rect l="l" t="t" r="r" b="b"/>
              <a:pathLst>
                <a:path w="597535" h="719454">
                  <a:moveTo>
                    <a:pt x="0" y="718958"/>
                  </a:moveTo>
                  <a:lnTo>
                    <a:pt x="597232" y="718958"/>
                  </a:lnTo>
                  <a:lnTo>
                    <a:pt x="597232" y="0"/>
                  </a:lnTo>
                  <a:lnTo>
                    <a:pt x="0" y="0"/>
                  </a:lnTo>
                  <a:lnTo>
                    <a:pt x="0" y="718958"/>
                  </a:lnTo>
                  <a:close/>
                </a:path>
              </a:pathLst>
            </a:custGeom>
            <a:ln w="22616">
              <a:solidFill>
                <a:srgbClr val="000000"/>
              </a:solidFill>
            </a:ln>
          </p:spPr>
          <p:txBody>
            <a:bodyPr wrap="square" lIns="0" tIns="0" rIns="0" bIns="0" rtlCol="0"/>
            <a:lstStyle/>
            <a:p/>
          </p:txBody>
        </p:sp>
        <p:sp>
          <p:nvSpPr>
            <p:cNvPr id="39" name="object 39" descr=""/>
            <p:cNvSpPr/>
            <p:nvPr/>
          </p:nvSpPr>
          <p:spPr>
            <a:xfrm>
              <a:off x="4657307" y="4669289"/>
              <a:ext cx="597535" cy="719455"/>
            </a:xfrm>
            <a:custGeom>
              <a:avLst/>
              <a:gdLst/>
              <a:ahLst/>
              <a:cxnLst/>
              <a:rect l="l" t="t" r="r" b="b"/>
              <a:pathLst>
                <a:path w="597535" h="719454">
                  <a:moveTo>
                    <a:pt x="597232" y="0"/>
                  </a:moveTo>
                  <a:lnTo>
                    <a:pt x="0" y="0"/>
                  </a:lnTo>
                  <a:lnTo>
                    <a:pt x="0" y="718958"/>
                  </a:lnTo>
                  <a:lnTo>
                    <a:pt x="597232" y="718958"/>
                  </a:lnTo>
                  <a:lnTo>
                    <a:pt x="597232" y="0"/>
                  </a:lnTo>
                  <a:close/>
                </a:path>
              </a:pathLst>
            </a:custGeom>
            <a:solidFill>
              <a:srgbClr val="CCFFCC"/>
            </a:solidFill>
          </p:spPr>
          <p:txBody>
            <a:bodyPr wrap="square" lIns="0" tIns="0" rIns="0" bIns="0" rtlCol="0"/>
            <a:lstStyle/>
            <a:p/>
          </p:txBody>
        </p:sp>
        <p:sp>
          <p:nvSpPr>
            <p:cNvPr id="40" name="object 40" descr=""/>
            <p:cNvSpPr/>
            <p:nvPr/>
          </p:nvSpPr>
          <p:spPr>
            <a:xfrm>
              <a:off x="4657307" y="4669289"/>
              <a:ext cx="597535" cy="719455"/>
            </a:xfrm>
            <a:custGeom>
              <a:avLst/>
              <a:gdLst/>
              <a:ahLst/>
              <a:cxnLst/>
              <a:rect l="l" t="t" r="r" b="b"/>
              <a:pathLst>
                <a:path w="597535" h="719454">
                  <a:moveTo>
                    <a:pt x="0" y="718958"/>
                  </a:moveTo>
                  <a:lnTo>
                    <a:pt x="597232" y="718958"/>
                  </a:lnTo>
                  <a:lnTo>
                    <a:pt x="597232" y="0"/>
                  </a:lnTo>
                  <a:lnTo>
                    <a:pt x="0" y="0"/>
                  </a:lnTo>
                  <a:lnTo>
                    <a:pt x="0" y="718958"/>
                  </a:lnTo>
                  <a:close/>
                </a:path>
              </a:pathLst>
            </a:custGeom>
            <a:ln w="22616">
              <a:solidFill>
                <a:srgbClr val="000000"/>
              </a:solidFill>
            </a:ln>
          </p:spPr>
          <p:txBody>
            <a:bodyPr wrap="square" lIns="0" tIns="0" rIns="0" bIns="0" rtlCol="0"/>
            <a:lstStyle/>
            <a:p/>
          </p:txBody>
        </p:sp>
        <p:sp>
          <p:nvSpPr>
            <p:cNvPr id="41" name="object 41" descr=""/>
            <p:cNvSpPr/>
            <p:nvPr/>
          </p:nvSpPr>
          <p:spPr>
            <a:xfrm>
              <a:off x="6148986" y="4669289"/>
              <a:ext cx="596900" cy="719455"/>
            </a:xfrm>
            <a:custGeom>
              <a:avLst/>
              <a:gdLst/>
              <a:ahLst/>
              <a:cxnLst/>
              <a:rect l="l" t="t" r="r" b="b"/>
              <a:pathLst>
                <a:path w="596900" h="719454">
                  <a:moveTo>
                    <a:pt x="596345" y="0"/>
                  </a:moveTo>
                  <a:lnTo>
                    <a:pt x="0" y="0"/>
                  </a:lnTo>
                  <a:lnTo>
                    <a:pt x="0" y="718958"/>
                  </a:lnTo>
                  <a:lnTo>
                    <a:pt x="596345" y="718958"/>
                  </a:lnTo>
                  <a:lnTo>
                    <a:pt x="596345" y="0"/>
                  </a:lnTo>
                  <a:close/>
                </a:path>
              </a:pathLst>
            </a:custGeom>
            <a:solidFill>
              <a:srgbClr val="CCFFFF"/>
            </a:solidFill>
          </p:spPr>
          <p:txBody>
            <a:bodyPr wrap="square" lIns="0" tIns="0" rIns="0" bIns="0" rtlCol="0"/>
            <a:lstStyle/>
            <a:p/>
          </p:txBody>
        </p:sp>
        <p:sp>
          <p:nvSpPr>
            <p:cNvPr id="42" name="object 42" descr=""/>
            <p:cNvSpPr/>
            <p:nvPr/>
          </p:nvSpPr>
          <p:spPr>
            <a:xfrm>
              <a:off x="6148986" y="4669289"/>
              <a:ext cx="596900" cy="719455"/>
            </a:xfrm>
            <a:custGeom>
              <a:avLst/>
              <a:gdLst/>
              <a:ahLst/>
              <a:cxnLst/>
              <a:rect l="l" t="t" r="r" b="b"/>
              <a:pathLst>
                <a:path w="596900" h="719454">
                  <a:moveTo>
                    <a:pt x="0" y="718958"/>
                  </a:moveTo>
                  <a:lnTo>
                    <a:pt x="596345" y="718958"/>
                  </a:lnTo>
                  <a:lnTo>
                    <a:pt x="596345" y="0"/>
                  </a:lnTo>
                  <a:lnTo>
                    <a:pt x="0" y="0"/>
                  </a:lnTo>
                  <a:lnTo>
                    <a:pt x="0" y="718958"/>
                  </a:lnTo>
                  <a:close/>
                </a:path>
              </a:pathLst>
            </a:custGeom>
            <a:ln w="22621">
              <a:solidFill>
                <a:srgbClr val="000000"/>
              </a:solidFill>
            </a:ln>
          </p:spPr>
          <p:txBody>
            <a:bodyPr wrap="square" lIns="0" tIns="0" rIns="0" bIns="0" rtlCol="0"/>
            <a:lstStyle/>
            <a:p/>
          </p:txBody>
        </p:sp>
        <p:sp>
          <p:nvSpPr>
            <p:cNvPr id="43" name="object 43" descr=""/>
            <p:cNvSpPr/>
            <p:nvPr/>
          </p:nvSpPr>
          <p:spPr>
            <a:xfrm>
              <a:off x="7640737" y="4669289"/>
              <a:ext cx="596900" cy="719455"/>
            </a:xfrm>
            <a:custGeom>
              <a:avLst/>
              <a:gdLst/>
              <a:ahLst/>
              <a:cxnLst/>
              <a:rect l="l" t="t" r="r" b="b"/>
              <a:pathLst>
                <a:path w="596900" h="719454">
                  <a:moveTo>
                    <a:pt x="596345" y="0"/>
                  </a:moveTo>
                  <a:lnTo>
                    <a:pt x="0" y="0"/>
                  </a:lnTo>
                  <a:lnTo>
                    <a:pt x="0" y="718958"/>
                  </a:lnTo>
                  <a:lnTo>
                    <a:pt x="596345" y="718958"/>
                  </a:lnTo>
                  <a:lnTo>
                    <a:pt x="596345" y="0"/>
                  </a:lnTo>
                  <a:close/>
                </a:path>
              </a:pathLst>
            </a:custGeom>
            <a:solidFill>
              <a:srgbClr val="FFCC99"/>
            </a:solidFill>
          </p:spPr>
          <p:txBody>
            <a:bodyPr wrap="square" lIns="0" tIns="0" rIns="0" bIns="0" rtlCol="0"/>
            <a:lstStyle/>
            <a:p/>
          </p:txBody>
        </p:sp>
        <p:sp>
          <p:nvSpPr>
            <p:cNvPr id="44" name="object 44" descr=""/>
            <p:cNvSpPr/>
            <p:nvPr/>
          </p:nvSpPr>
          <p:spPr>
            <a:xfrm>
              <a:off x="7640737" y="4669289"/>
              <a:ext cx="596900" cy="719455"/>
            </a:xfrm>
            <a:custGeom>
              <a:avLst/>
              <a:gdLst/>
              <a:ahLst/>
              <a:cxnLst/>
              <a:rect l="l" t="t" r="r" b="b"/>
              <a:pathLst>
                <a:path w="596900" h="719454">
                  <a:moveTo>
                    <a:pt x="0" y="718958"/>
                  </a:moveTo>
                  <a:lnTo>
                    <a:pt x="596345" y="718958"/>
                  </a:lnTo>
                  <a:lnTo>
                    <a:pt x="596345" y="0"/>
                  </a:lnTo>
                  <a:lnTo>
                    <a:pt x="0" y="0"/>
                  </a:lnTo>
                  <a:lnTo>
                    <a:pt x="0" y="718958"/>
                  </a:lnTo>
                  <a:close/>
                </a:path>
              </a:pathLst>
            </a:custGeom>
            <a:ln w="22621">
              <a:solidFill>
                <a:srgbClr val="000000"/>
              </a:solidFill>
            </a:ln>
          </p:spPr>
          <p:txBody>
            <a:bodyPr wrap="square" lIns="0" tIns="0" rIns="0" bIns="0" rtlCol="0"/>
            <a:lstStyle/>
            <a:p/>
          </p:txBody>
        </p:sp>
        <p:sp>
          <p:nvSpPr>
            <p:cNvPr id="45" name="object 45" descr=""/>
            <p:cNvSpPr/>
            <p:nvPr/>
          </p:nvSpPr>
          <p:spPr>
            <a:xfrm>
              <a:off x="4137484" y="4507885"/>
              <a:ext cx="1492250" cy="316865"/>
            </a:xfrm>
            <a:custGeom>
              <a:avLst/>
              <a:gdLst/>
              <a:ahLst/>
              <a:cxnLst/>
              <a:rect l="l" t="t" r="r" b="b"/>
              <a:pathLst>
                <a:path w="1492250" h="316864">
                  <a:moveTo>
                    <a:pt x="0" y="0"/>
                  </a:moveTo>
                  <a:lnTo>
                    <a:pt x="0" y="316447"/>
                  </a:lnTo>
                </a:path>
                <a:path w="1492250" h="316864">
                  <a:moveTo>
                    <a:pt x="0" y="0"/>
                  </a:moveTo>
                  <a:lnTo>
                    <a:pt x="1491750" y="0"/>
                  </a:lnTo>
                </a:path>
                <a:path w="1492250" h="316864">
                  <a:moveTo>
                    <a:pt x="1491750" y="0"/>
                  </a:moveTo>
                  <a:lnTo>
                    <a:pt x="1491750" y="316447"/>
                  </a:lnTo>
                </a:path>
              </a:pathLst>
            </a:custGeom>
            <a:ln w="29542">
              <a:solidFill>
                <a:srgbClr val="0000FF"/>
              </a:solidFill>
            </a:ln>
          </p:spPr>
          <p:txBody>
            <a:bodyPr wrap="square" lIns="0" tIns="0" rIns="0" bIns="0" rtlCol="0"/>
            <a:lstStyle/>
            <a:p/>
          </p:txBody>
        </p:sp>
        <p:sp>
          <p:nvSpPr>
            <p:cNvPr id="46" name="object 46" descr=""/>
            <p:cNvSpPr/>
            <p:nvPr/>
          </p:nvSpPr>
          <p:spPr>
            <a:xfrm>
              <a:off x="5705758" y="5226869"/>
              <a:ext cx="2907030" cy="322580"/>
            </a:xfrm>
            <a:custGeom>
              <a:avLst/>
              <a:gdLst/>
              <a:ahLst/>
              <a:cxnLst/>
              <a:rect l="l" t="t" r="r" b="b"/>
              <a:pathLst>
                <a:path w="2907029" h="322579">
                  <a:moveTo>
                    <a:pt x="0" y="0"/>
                  </a:moveTo>
                  <a:lnTo>
                    <a:pt x="0" y="322142"/>
                  </a:lnTo>
                </a:path>
                <a:path w="2907029" h="322579">
                  <a:moveTo>
                    <a:pt x="0" y="322142"/>
                  </a:moveTo>
                  <a:lnTo>
                    <a:pt x="2906872" y="322142"/>
                  </a:lnTo>
                </a:path>
                <a:path w="2907029" h="322579">
                  <a:moveTo>
                    <a:pt x="2906872" y="322142"/>
                  </a:moveTo>
                  <a:lnTo>
                    <a:pt x="2906871" y="0"/>
                  </a:lnTo>
                </a:path>
              </a:pathLst>
            </a:custGeom>
            <a:ln w="29542">
              <a:solidFill>
                <a:srgbClr val="000080"/>
              </a:solidFill>
            </a:ln>
          </p:spPr>
          <p:txBody>
            <a:bodyPr wrap="square" lIns="0" tIns="0" rIns="0" bIns="0" rtlCol="0"/>
            <a:lstStyle/>
            <a:p/>
          </p:txBody>
        </p:sp>
      </p:grpSp>
      <p:sp>
        <p:nvSpPr>
          <p:cNvPr id="47" name="object 47" descr=""/>
          <p:cNvSpPr txBox="1"/>
          <p:nvPr/>
        </p:nvSpPr>
        <p:spPr>
          <a:xfrm>
            <a:off x="7849971" y="4853600"/>
            <a:ext cx="215265" cy="354330"/>
          </a:xfrm>
          <a:prstGeom prst="rect">
            <a:avLst/>
          </a:prstGeom>
        </p:spPr>
        <p:txBody>
          <a:bodyPr wrap="square" lIns="0" tIns="13335" rIns="0" bIns="0" rtlCol="0" vert="horz">
            <a:spAutoFit/>
          </a:bodyPr>
          <a:lstStyle/>
          <a:p>
            <a:pPr marL="12700">
              <a:lnSpc>
                <a:spcPct val="100000"/>
              </a:lnSpc>
              <a:spcBef>
                <a:spcPts val="105"/>
              </a:spcBef>
            </a:pPr>
            <a:r>
              <a:rPr dirty="0" sz="2150" spc="355" b="1">
                <a:latin typeface="Times New Roman"/>
                <a:cs typeface="Times New Roman"/>
              </a:rPr>
              <a:t>4</a:t>
            </a:r>
            <a:endParaRPr sz="2150">
              <a:latin typeface="Times New Roman"/>
              <a:cs typeface="Times New Roman"/>
            </a:endParaRPr>
          </a:p>
        </p:txBody>
      </p:sp>
      <p:sp>
        <p:nvSpPr>
          <p:cNvPr id="48" name="object 48" descr=""/>
          <p:cNvSpPr txBox="1"/>
          <p:nvPr/>
        </p:nvSpPr>
        <p:spPr>
          <a:xfrm>
            <a:off x="9132488" y="4669289"/>
            <a:ext cx="596900" cy="719455"/>
          </a:xfrm>
          <a:prstGeom prst="rect">
            <a:avLst/>
          </a:prstGeom>
          <a:solidFill>
            <a:srgbClr val="FFC5E1"/>
          </a:solidFill>
          <a:ln w="23637">
            <a:solidFill>
              <a:srgbClr val="000000"/>
            </a:solidFill>
          </a:ln>
        </p:spPr>
        <p:txBody>
          <a:bodyPr wrap="square" lIns="0" tIns="197485" rIns="0" bIns="0" rtlCol="0" vert="horz">
            <a:spAutoFit/>
          </a:bodyPr>
          <a:lstStyle/>
          <a:p>
            <a:pPr marL="255904">
              <a:lnSpc>
                <a:spcPct val="100000"/>
              </a:lnSpc>
              <a:spcBef>
                <a:spcPts val="1555"/>
              </a:spcBef>
            </a:pPr>
            <a:r>
              <a:rPr dirty="0" sz="2150" spc="355" b="1">
                <a:latin typeface="Times New Roman"/>
                <a:cs typeface="Times New Roman"/>
              </a:rPr>
              <a:t>5</a:t>
            </a:r>
            <a:endParaRPr sz="2150">
              <a:latin typeface="Times New Roman"/>
              <a:cs typeface="Times New Roman"/>
            </a:endParaRPr>
          </a:p>
        </p:txBody>
      </p:sp>
      <p:sp>
        <p:nvSpPr>
          <p:cNvPr id="49" name="object 49" descr=""/>
          <p:cNvSpPr txBox="1"/>
          <p:nvPr/>
        </p:nvSpPr>
        <p:spPr>
          <a:xfrm>
            <a:off x="1060196" y="3310392"/>
            <a:ext cx="5374005" cy="1115695"/>
          </a:xfrm>
          <a:prstGeom prst="rect">
            <a:avLst/>
          </a:prstGeom>
        </p:spPr>
        <p:txBody>
          <a:bodyPr wrap="square" lIns="0" tIns="240029" rIns="0" bIns="0" rtlCol="0" vert="horz">
            <a:spAutoFit/>
          </a:bodyPr>
          <a:lstStyle/>
          <a:p>
            <a:pPr marL="12700">
              <a:lnSpc>
                <a:spcPct val="100000"/>
              </a:lnSpc>
              <a:spcBef>
                <a:spcPts val="1889"/>
              </a:spcBef>
            </a:pPr>
            <a:r>
              <a:rPr dirty="0" sz="2800" spc="-35" b="1">
                <a:solidFill>
                  <a:srgbClr val="006FC0"/>
                </a:solidFill>
                <a:latin typeface="黑体"/>
                <a:cs typeface="黑体"/>
              </a:rPr>
              <a:t>试计算其吞吐率、加速比和效率。</a:t>
            </a:r>
            <a:endParaRPr sz="2800">
              <a:latin typeface="黑体"/>
              <a:cs typeface="黑体"/>
            </a:endParaRPr>
          </a:p>
          <a:p>
            <a:pPr marL="3418204">
              <a:lnSpc>
                <a:spcPct val="100000"/>
              </a:lnSpc>
              <a:spcBef>
                <a:spcPts val="1205"/>
              </a:spcBef>
            </a:pPr>
            <a:r>
              <a:rPr dirty="0" sz="1850" spc="665">
                <a:solidFill>
                  <a:srgbClr val="0000FF"/>
                </a:solidFill>
                <a:latin typeface="宋体"/>
                <a:cs typeface="宋体"/>
              </a:rPr>
              <a:t>加法</a:t>
            </a:r>
            <a:endParaRPr sz="1850">
              <a:latin typeface="宋体"/>
              <a:cs typeface="宋体"/>
            </a:endParaRPr>
          </a:p>
        </p:txBody>
      </p:sp>
      <p:sp>
        <p:nvSpPr>
          <p:cNvPr id="50" name="object 50" descr=""/>
          <p:cNvSpPr txBox="1"/>
          <p:nvPr/>
        </p:nvSpPr>
        <p:spPr>
          <a:xfrm>
            <a:off x="3221425" y="4853600"/>
            <a:ext cx="3335020" cy="904240"/>
          </a:xfrm>
          <a:prstGeom prst="rect">
            <a:avLst/>
          </a:prstGeom>
        </p:spPr>
        <p:txBody>
          <a:bodyPr wrap="square" lIns="0" tIns="13335" rIns="0" bIns="0" rtlCol="0" vert="horz">
            <a:spAutoFit/>
          </a:bodyPr>
          <a:lstStyle/>
          <a:p>
            <a:pPr marL="156845">
              <a:lnSpc>
                <a:spcPct val="100000"/>
              </a:lnSpc>
              <a:spcBef>
                <a:spcPts val="105"/>
              </a:spcBef>
              <a:tabLst>
                <a:tab pos="1648460" algn="l"/>
                <a:tab pos="3131820" algn="l"/>
              </a:tabLst>
            </a:pPr>
            <a:r>
              <a:rPr dirty="0" baseline="1291" sz="3225" spc="532" b="1">
                <a:latin typeface="Times New Roman"/>
                <a:cs typeface="Times New Roman"/>
              </a:rPr>
              <a:t>1</a:t>
            </a:r>
            <a:r>
              <a:rPr dirty="0" baseline="1291" sz="3225" b="1">
                <a:latin typeface="Times New Roman"/>
                <a:cs typeface="Times New Roman"/>
              </a:rPr>
              <a:t>	</a:t>
            </a:r>
            <a:r>
              <a:rPr dirty="0" sz="2150" spc="355" b="1">
                <a:latin typeface="Times New Roman"/>
                <a:cs typeface="Times New Roman"/>
              </a:rPr>
              <a:t>2</a:t>
            </a:r>
            <a:r>
              <a:rPr dirty="0" sz="2150" b="1">
                <a:latin typeface="Times New Roman"/>
                <a:cs typeface="Times New Roman"/>
              </a:rPr>
              <a:t>	</a:t>
            </a:r>
            <a:r>
              <a:rPr dirty="0" sz="2150" spc="355" b="1">
                <a:latin typeface="Times New Roman"/>
                <a:cs typeface="Times New Roman"/>
              </a:rPr>
              <a:t>3</a:t>
            </a:r>
            <a:endParaRPr sz="2150">
              <a:latin typeface="Times New Roman"/>
              <a:cs typeface="Times New Roman"/>
            </a:endParaRPr>
          </a:p>
          <a:p>
            <a:pPr marL="12700">
              <a:lnSpc>
                <a:spcPct val="100000"/>
              </a:lnSpc>
              <a:spcBef>
                <a:spcPts val="2110"/>
              </a:spcBef>
              <a:tabLst>
                <a:tab pos="1470025" algn="l"/>
              </a:tabLst>
            </a:pPr>
            <a:r>
              <a:rPr dirty="0" sz="1850" spc="440">
                <a:latin typeface="宋体"/>
                <a:cs typeface="宋体"/>
              </a:rPr>
              <a:t>△</a:t>
            </a:r>
            <a:r>
              <a:rPr dirty="0" sz="1850" spc="440" b="1">
                <a:latin typeface="Times New Roman"/>
                <a:cs typeface="Times New Roman"/>
              </a:rPr>
              <a:t>t</a:t>
            </a:r>
            <a:r>
              <a:rPr dirty="0" sz="1850" b="1">
                <a:latin typeface="Times New Roman"/>
                <a:cs typeface="Times New Roman"/>
              </a:rPr>
              <a:t>	</a:t>
            </a:r>
            <a:r>
              <a:rPr dirty="0" sz="1850" spc="440">
                <a:latin typeface="宋体"/>
                <a:cs typeface="宋体"/>
              </a:rPr>
              <a:t>△</a:t>
            </a:r>
            <a:r>
              <a:rPr dirty="0" sz="1850" spc="440" b="1">
                <a:latin typeface="Times New Roman"/>
                <a:cs typeface="Times New Roman"/>
              </a:rPr>
              <a:t>t</a:t>
            </a:r>
            <a:endParaRPr sz="1850">
              <a:latin typeface="Times New Roman"/>
              <a:cs typeface="Times New Roman"/>
            </a:endParaRPr>
          </a:p>
        </p:txBody>
      </p:sp>
      <p:sp>
        <p:nvSpPr>
          <p:cNvPr id="51" name="object 51" descr=""/>
          <p:cNvSpPr txBox="1"/>
          <p:nvPr/>
        </p:nvSpPr>
        <p:spPr>
          <a:xfrm>
            <a:off x="6921044" y="5603713"/>
            <a:ext cx="673100" cy="309245"/>
          </a:xfrm>
          <a:prstGeom prst="rect">
            <a:avLst/>
          </a:prstGeom>
        </p:spPr>
        <p:txBody>
          <a:bodyPr wrap="square" lIns="0" tIns="13970" rIns="0" bIns="0" rtlCol="0" vert="horz">
            <a:spAutoFit/>
          </a:bodyPr>
          <a:lstStyle/>
          <a:p>
            <a:pPr marL="12700">
              <a:lnSpc>
                <a:spcPct val="100000"/>
              </a:lnSpc>
              <a:spcBef>
                <a:spcPts val="110"/>
              </a:spcBef>
            </a:pPr>
            <a:r>
              <a:rPr dirty="0" sz="1850" spc="665">
                <a:solidFill>
                  <a:srgbClr val="000080"/>
                </a:solidFill>
                <a:latin typeface="宋体"/>
                <a:cs typeface="宋体"/>
              </a:rPr>
              <a:t>乘法</a:t>
            </a:r>
            <a:endParaRPr sz="1850">
              <a:latin typeface="宋体"/>
              <a:cs typeface="宋体"/>
            </a:endParaRPr>
          </a:p>
        </p:txBody>
      </p:sp>
      <p:sp>
        <p:nvSpPr>
          <p:cNvPr id="52" name="object 52" descr=""/>
          <p:cNvSpPr txBox="1"/>
          <p:nvPr/>
        </p:nvSpPr>
        <p:spPr>
          <a:xfrm>
            <a:off x="6187420" y="4314500"/>
            <a:ext cx="459105" cy="309245"/>
          </a:xfrm>
          <a:prstGeom prst="rect">
            <a:avLst/>
          </a:prstGeom>
        </p:spPr>
        <p:txBody>
          <a:bodyPr wrap="square" lIns="0" tIns="13970" rIns="0" bIns="0" rtlCol="0" vert="horz">
            <a:spAutoFit/>
          </a:bodyPr>
          <a:lstStyle/>
          <a:p>
            <a:pPr marL="12700">
              <a:lnSpc>
                <a:spcPct val="100000"/>
              </a:lnSpc>
              <a:spcBef>
                <a:spcPts val="110"/>
              </a:spcBef>
            </a:pPr>
            <a:r>
              <a:rPr dirty="0" sz="1850" spc="445">
                <a:latin typeface="宋体"/>
                <a:cs typeface="宋体"/>
              </a:rPr>
              <a:t>△</a:t>
            </a:r>
            <a:r>
              <a:rPr dirty="0" sz="1850" spc="445" b="1">
                <a:latin typeface="Times New Roman"/>
                <a:cs typeface="Times New Roman"/>
              </a:rPr>
              <a:t>t</a:t>
            </a:r>
            <a:endParaRPr sz="1850">
              <a:latin typeface="Times New Roman"/>
              <a:cs typeface="Times New Roman"/>
            </a:endParaRPr>
          </a:p>
        </p:txBody>
      </p:sp>
      <p:sp>
        <p:nvSpPr>
          <p:cNvPr id="53" name="object 53" descr=""/>
          <p:cNvSpPr txBox="1"/>
          <p:nvPr/>
        </p:nvSpPr>
        <p:spPr>
          <a:xfrm>
            <a:off x="7593948" y="4314500"/>
            <a:ext cx="621030" cy="309245"/>
          </a:xfrm>
          <a:prstGeom prst="rect">
            <a:avLst/>
          </a:prstGeom>
        </p:spPr>
        <p:txBody>
          <a:bodyPr wrap="square" lIns="0" tIns="13970" rIns="0" bIns="0" rtlCol="0" vert="horz">
            <a:spAutoFit/>
          </a:bodyPr>
          <a:lstStyle/>
          <a:p>
            <a:pPr marL="12700">
              <a:lnSpc>
                <a:spcPct val="100000"/>
              </a:lnSpc>
              <a:spcBef>
                <a:spcPts val="110"/>
              </a:spcBef>
            </a:pPr>
            <a:r>
              <a:rPr dirty="0" sz="1850" spc="400" b="1">
                <a:solidFill>
                  <a:srgbClr val="FF6600"/>
                </a:solidFill>
                <a:latin typeface="Times New Roman"/>
                <a:cs typeface="Times New Roman"/>
              </a:rPr>
              <a:t>2</a:t>
            </a:r>
            <a:r>
              <a:rPr dirty="0" sz="1850" spc="400">
                <a:solidFill>
                  <a:srgbClr val="FF6600"/>
                </a:solidFill>
                <a:latin typeface="宋体"/>
                <a:cs typeface="宋体"/>
              </a:rPr>
              <a:t>△</a:t>
            </a:r>
            <a:r>
              <a:rPr dirty="0" sz="1850" spc="400" b="1">
                <a:solidFill>
                  <a:srgbClr val="FF6600"/>
                </a:solidFill>
                <a:latin typeface="Times New Roman"/>
                <a:cs typeface="Times New Roman"/>
              </a:rPr>
              <a:t>t</a:t>
            </a:r>
            <a:endParaRPr sz="1850">
              <a:latin typeface="Times New Roman"/>
              <a:cs typeface="Times New Roman"/>
            </a:endParaRPr>
          </a:p>
        </p:txBody>
      </p:sp>
      <p:sp>
        <p:nvSpPr>
          <p:cNvPr id="54" name="object 54" descr=""/>
          <p:cNvSpPr txBox="1"/>
          <p:nvPr/>
        </p:nvSpPr>
        <p:spPr>
          <a:xfrm>
            <a:off x="9170921" y="4314500"/>
            <a:ext cx="458470" cy="309245"/>
          </a:xfrm>
          <a:prstGeom prst="rect">
            <a:avLst/>
          </a:prstGeom>
        </p:spPr>
        <p:txBody>
          <a:bodyPr wrap="square" lIns="0" tIns="13970" rIns="0" bIns="0" rtlCol="0" vert="horz">
            <a:spAutoFit/>
          </a:bodyPr>
          <a:lstStyle/>
          <a:p>
            <a:pPr marL="12700">
              <a:lnSpc>
                <a:spcPct val="100000"/>
              </a:lnSpc>
              <a:spcBef>
                <a:spcPts val="110"/>
              </a:spcBef>
            </a:pPr>
            <a:r>
              <a:rPr dirty="0" sz="1850" spc="440">
                <a:latin typeface="宋体"/>
                <a:cs typeface="宋体"/>
              </a:rPr>
              <a:t>△</a:t>
            </a:r>
            <a:r>
              <a:rPr dirty="0" sz="1850" spc="440" b="1">
                <a:latin typeface="Times New Roman"/>
                <a:cs typeface="Times New Roman"/>
              </a:rPr>
              <a:t>t</a:t>
            </a:r>
            <a:endParaRPr sz="1850">
              <a:latin typeface="Times New Roman"/>
              <a:cs typeface="Times New Roman"/>
            </a:endParaRPr>
          </a:p>
        </p:txBody>
      </p:sp>
      <p:sp>
        <p:nvSpPr>
          <p:cNvPr id="55" name="object 55"/>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66/154</a:t>
            </a:r>
            <a:endParaRPr sz="1600">
              <a:latin typeface="宋体"/>
              <a:cs typeface="宋体"/>
            </a:endParaRPr>
          </a:p>
        </p:txBody>
      </p:sp>
      <p:sp>
        <p:nvSpPr>
          <p:cNvPr id="3" name="object 3" descr=""/>
          <p:cNvSpPr/>
          <p:nvPr/>
        </p:nvSpPr>
        <p:spPr>
          <a:xfrm>
            <a:off x="1176337" y="692150"/>
            <a:ext cx="7656830" cy="0"/>
          </a:xfrm>
          <a:custGeom>
            <a:avLst/>
            <a:gdLst/>
            <a:ahLst/>
            <a:cxnLst/>
            <a:rect l="l" t="t" r="r" b="b"/>
            <a:pathLst>
              <a:path w="7656830" h="0">
                <a:moveTo>
                  <a:pt x="0" y="0"/>
                </a:moveTo>
                <a:lnTo>
                  <a:pt x="7656512" y="0"/>
                </a:lnTo>
              </a:path>
            </a:pathLst>
          </a:custGeom>
          <a:ln w="38100">
            <a:solidFill>
              <a:srgbClr val="2C44A3"/>
            </a:solidFill>
          </a:ln>
        </p:spPr>
        <p:txBody>
          <a:bodyPr wrap="square" lIns="0" tIns="0" rIns="0" bIns="0" rtlCol="0"/>
          <a:lstStyle/>
          <a:p/>
        </p:txBody>
      </p:sp>
      <p:sp>
        <p:nvSpPr>
          <p:cNvPr id="4" name="object 4" descr=""/>
          <p:cNvSpPr/>
          <p:nvPr/>
        </p:nvSpPr>
        <p:spPr>
          <a:xfrm>
            <a:off x="10344150" y="692150"/>
            <a:ext cx="1847850" cy="0"/>
          </a:xfrm>
          <a:custGeom>
            <a:avLst/>
            <a:gdLst/>
            <a:ahLst/>
            <a:cxnLst/>
            <a:rect l="l" t="t" r="r" b="b"/>
            <a:pathLst>
              <a:path w="1847850" h="0">
                <a:moveTo>
                  <a:pt x="0" y="0"/>
                </a:moveTo>
                <a:lnTo>
                  <a:pt x="1847850" y="0"/>
                </a:lnTo>
              </a:path>
            </a:pathLst>
          </a:custGeom>
          <a:ln w="38100">
            <a:solidFill>
              <a:srgbClr val="2C44A3"/>
            </a:solidFill>
          </a:ln>
        </p:spPr>
        <p:txBody>
          <a:bodyPr wrap="square" lIns="0" tIns="0" rIns="0" bIns="0" rtlCol="0"/>
          <a:lstStyle/>
          <a:p/>
        </p:txBody>
      </p:sp>
      <p:grpSp>
        <p:nvGrpSpPr>
          <p:cNvPr id="5" name="object 5" descr=""/>
          <p:cNvGrpSpPr/>
          <p:nvPr/>
        </p:nvGrpSpPr>
        <p:grpSpPr>
          <a:xfrm>
            <a:off x="192087" y="331850"/>
            <a:ext cx="1078230" cy="274955"/>
            <a:chOff x="192087" y="331850"/>
            <a:chExt cx="1078230" cy="274955"/>
          </a:xfrm>
        </p:grpSpPr>
        <p:sp>
          <p:nvSpPr>
            <p:cNvPr id="6" name="object 6"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7" name="object 7"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8" name="object 8"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txBox="1"/>
          <p:nvPr/>
        </p:nvSpPr>
        <p:spPr>
          <a:xfrm>
            <a:off x="5880100" y="3068701"/>
            <a:ext cx="4464050" cy="2402205"/>
          </a:xfrm>
          <a:prstGeom prst="rect">
            <a:avLst/>
          </a:prstGeom>
          <a:ln w="9525">
            <a:solidFill>
              <a:srgbClr val="FF5CFF"/>
            </a:solidFill>
          </a:ln>
        </p:spPr>
        <p:txBody>
          <a:bodyPr wrap="square" lIns="0" tIns="54610" rIns="0" bIns="0" rtlCol="0" vert="horz">
            <a:spAutoFit/>
          </a:bodyPr>
          <a:lstStyle/>
          <a:p>
            <a:pPr marL="434340" indent="-342265">
              <a:lnSpc>
                <a:spcPct val="100000"/>
              </a:lnSpc>
              <a:spcBef>
                <a:spcPts val="430"/>
              </a:spcBef>
              <a:buClr>
                <a:srgbClr val="006FC0"/>
              </a:buClr>
              <a:buFont typeface="Wingdings"/>
              <a:buChar char=""/>
              <a:tabLst>
                <a:tab pos="434340" algn="l"/>
              </a:tabLst>
            </a:pPr>
            <a:r>
              <a:rPr dirty="0" sz="2000" spc="-10" b="1">
                <a:solidFill>
                  <a:srgbClr val="FF5CFF"/>
                </a:solidFill>
                <a:latin typeface="宋体"/>
                <a:cs typeface="宋体"/>
              </a:rPr>
              <a:t>多功能、动态</a:t>
            </a:r>
            <a:r>
              <a:rPr dirty="0" sz="2000" spc="-20" b="1">
                <a:latin typeface="宋体"/>
                <a:cs typeface="宋体"/>
              </a:rPr>
              <a:t>线性流水线，不是一</a:t>
            </a:r>
            <a:endParaRPr sz="2000">
              <a:latin typeface="宋体"/>
              <a:cs typeface="宋体"/>
            </a:endParaRPr>
          </a:p>
          <a:p>
            <a:pPr marL="434975">
              <a:lnSpc>
                <a:spcPct val="100000"/>
              </a:lnSpc>
            </a:pPr>
            <a:r>
              <a:rPr dirty="0" sz="2000" spc="-30" b="1">
                <a:latin typeface="宋体"/>
                <a:cs typeface="宋体"/>
              </a:rPr>
              <a:t>批任务</a:t>
            </a:r>
            <a:endParaRPr sz="2000">
              <a:latin typeface="宋体"/>
              <a:cs typeface="宋体"/>
            </a:endParaRPr>
          </a:p>
          <a:p>
            <a:pPr marL="434975" marR="182245" indent="-342900">
              <a:lnSpc>
                <a:spcPct val="100000"/>
              </a:lnSpc>
              <a:spcBef>
                <a:spcPts val="1200"/>
              </a:spcBef>
              <a:buClr>
                <a:srgbClr val="006FC0"/>
              </a:buClr>
              <a:buFont typeface="Wingdings"/>
              <a:buChar char=""/>
              <a:tabLst>
                <a:tab pos="434975" algn="l"/>
              </a:tabLst>
            </a:pPr>
            <a:r>
              <a:rPr dirty="0" sz="2000" spc="-10" b="1">
                <a:latin typeface="宋体"/>
                <a:cs typeface="宋体"/>
              </a:rPr>
              <a:t>确定流水线顺序（</a:t>
            </a:r>
            <a:r>
              <a:rPr dirty="0" sz="2000" spc="-20" b="1">
                <a:latin typeface="宋体"/>
                <a:cs typeface="宋体"/>
              </a:rPr>
              <a:t>一批加法、一批</a:t>
            </a:r>
            <a:r>
              <a:rPr dirty="0" sz="2000" spc="-10" b="1">
                <a:latin typeface="宋体"/>
                <a:cs typeface="宋体"/>
              </a:rPr>
              <a:t>乘法</a:t>
            </a:r>
            <a:r>
              <a:rPr dirty="0" sz="2000" spc="-50" b="1">
                <a:latin typeface="宋体"/>
                <a:cs typeface="宋体"/>
              </a:rPr>
              <a:t>）</a:t>
            </a:r>
            <a:endParaRPr sz="2000">
              <a:latin typeface="宋体"/>
              <a:cs typeface="宋体"/>
            </a:endParaRPr>
          </a:p>
          <a:p>
            <a:pPr marL="434340" indent="-342265">
              <a:lnSpc>
                <a:spcPct val="100000"/>
              </a:lnSpc>
              <a:spcBef>
                <a:spcPts val="1200"/>
              </a:spcBef>
              <a:buClr>
                <a:srgbClr val="006FC0"/>
              </a:buClr>
              <a:buFont typeface="Wingdings"/>
              <a:buChar char=""/>
              <a:tabLst>
                <a:tab pos="434340" algn="l"/>
              </a:tabLst>
            </a:pPr>
            <a:r>
              <a:rPr dirty="0" sz="2000" spc="-20" b="1">
                <a:latin typeface="宋体"/>
                <a:cs typeface="宋体"/>
              </a:rPr>
              <a:t>每段的时间不等</a:t>
            </a:r>
            <a:endParaRPr sz="2000">
              <a:latin typeface="宋体"/>
              <a:cs typeface="宋体"/>
            </a:endParaRPr>
          </a:p>
          <a:p>
            <a:pPr marL="434340" indent="-342265">
              <a:lnSpc>
                <a:spcPct val="100000"/>
              </a:lnSpc>
              <a:spcBef>
                <a:spcPts val="1205"/>
              </a:spcBef>
              <a:buClr>
                <a:srgbClr val="006FC0"/>
              </a:buClr>
              <a:buFont typeface="Wingdings"/>
              <a:buChar char=""/>
              <a:tabLst>
                <a:tab pos="434340" algn="l"/>
              </a:tabLst>
            </a:pPr>
            <a:r>
              <a:rPr dirty="0" sz="2000" spc="-20" b="1">
                <a:latin typeface="宋体"/>
                <a:cs typeface="宋体"/>
              </a:rPr>
              <a:t>画时空图</a:t>
            </a:r>
            <a:endParaRPr sz="2000">
              <a:latin typeface="宋体"/>
              <a:cs typeface="宋体"/>
            </a:endParaRPr>
          </a:p>
        </p:txBody>
      </p:sp>
      <p:sp>
        <p:nvSpPr>
          <p:cNvPr id="11" name="object 11" descr=""/>
          <p:cNvSpPr txBox="1"/>
          <p:nvPr/>
        </p:nvSpPr>
        <p:spPr>
          <a:xfrm>
            <a:off x="1703451" y="2863850"/>
            <a:ext cx="3672204" cy="2400300"/>
          </a:xfrm>
          <a:prstGeom prst="rect">
            <a:avLst/>
          </a:prstGeom>
          <a:ln w="9525">
            <a:solidFill>
              <a:srgbClr val="647AD3"/>
            </a:solidFill>
          </a:ln>
        </p:spPr>
        <p:txBody>
          <a:bodyPr wrap="square" lIns="0" tIns="54610" rIns="0" bIns="0" rtlCol="0" vert="horz">
            <a:spAutoFit/>
          </a:bodyPr>
          <a:lstStyle/>
          <a:p>
            <a:pPr marL="91440">
              <a:lnSpc>
                <a:spcPct val="100000"/>
              </a:lnSpc>
              <a:spcBef>
                <a:spcPts val="430"/>
              </a:spcBef>
            </a:pPr>
            <a:r>
              <a:rPr dirty="0" sz="2000" spc="-25" b="1">
                <a:solidFill>
                  <a:srgbClr val="FF0000"/>
                </a:solidFill>
                <a:latin typeface="宋体"/>
                <a:cs typeface="宋体"/>
              </a:rPr>
              <a:t>分析：</a:t>
            </a:r>
            <a:endParaRPr sz="2000">
              <a:latin typeface="宋体"/>
              <a:cs typeface="宋体"/>
            </a:endParaRPr>
          </a:p>
          <a:p>
            <a:pPr marL="433705" indent="-342265">
              <a:lnSpc>
                <a:spcPct val="100000"/>
              </a:lnSpc>
              <a:spcBef>
                <a:spcPts val="1200"/>
              </a:spcBef>
              <a:buClr>
                <a:srgbClr val="006FC0"/>
              </a:buClr>
              <a:buFont typeface="Wingdings"/>
              <a:buChar char=""/>
              <a:tabLst>
                <a:tab pos="433705" algn="l"/>
              </a:tabLst>
            </a:pPr>
            <a:r>
              <a:rPr dirty="0" sz="2000" spc="-15" b="1">
                <a:latin typeface="宋体"/>
                <a:cs typeface="宋体"/>
              </a:rPr>
              <a:t>流水线分为</a:t>
            </a:r>
            <a:r>
              <a:rPr dirty="0" sz="2000" spc="-10" b="1">
                <a:solidFill>
                  <a:srgbClr val="9933FF"/>
                </a:solidFill>
                <a:latin typeface="宋体"/>
                <a:cs typeface="宋体"/>
              </a:rPr>
              <a:t>5</a:t>
            </a:r>
            <a:r>
              <a:rPr dirty="0" sz="2000" spc="-50" b="1">
                <a:latin typeface="宋体"/>
                <a:cs typeface="宋体"/>
              </a:rPr>
              <a:t>段</a:t>
            </a:r>
            <a:endParaRPr sz="2000">
              <a:latin typeface="宋体"/>
              <a:cs typeface="宋体"/>
            </a:endParaRPr>
          </a:p>
          <a:p>
            <a:pPr marL="434340" marR="283210" indent="-342900">
              <a:lnSpc>
                <a:spcPct val="100000"/>
              </a:lnSpc>
              <a:spcBef>
                <a:spcPts val="1200"/>
              </a:spcBef>
              <a:buClr>
                <a:srgbClr val="006FC0"/>
              </a:buClr>
              <a:buFont typeface="Wingdings"/>
              <a:buChar char=""/>
              <a:tabLst>
                <a:tab pos="434340" algn="l"/>
              </a:tabLst>
            </a:pPr>
            <a:r>
              <a:rPr dirty="0" sz="2000" spc="-10" b="1">
                <a:solidFill>
                  <a:srgbClr val="9933FF"/>
                </a:solidFill>
                <a:latin typeface="宋体"/>
                <a:cs typeface="宋体"/>
              </a:rPr>
              <a:t>1,2,5段</a:t>
            </a:r>
            <a:r>
              <a:rPr dirty="0" sz="2000" spc="-25" b="1">
                <a:latin typeface="宋体"/>
                <a:cs typeface="宋体"/>
              </a:rPr>
              <a:t>是一个组合，完成乘法；</a:t>
            </a:r>
            <a:endParaRPr sz="2000">
              <a:latin typeface="宋体"/>
              <a:cs typeface="宋体"/>
            </a:endParaRPr>
          </a:p>
          <a:p>
            <a:pPr marL="433705" indent="-342265">
              <a:lnSpc>
                <a:spcPct val="100000"/>
              </a:lnSpc>
              <a:spcBef>
                <a:spcPts val="1200"/>
              </a:spcBef>
              <a:buClr>
                <a:srgbClr val="006FC0"/>
              </a:buClr>
              <a:buFont typeface="Wingdings"/>
              <a:buChar char=""/>
              <a:tabLst>
                <a:tab pos="433705" algn="l"/>
              </a:tabLst>
            </a:pPr>
            <a:r>
              <a:rPr dirty="0" sz="2000" b="1">
                <a:solidFill>
                  <a:srgbClr val="9933FF"/>
                </a:solidFill>
                <a:latin typeface="宋体"/>
                <a:cs typeface="宋体"/>
              </a:rPr>
              <a:t>1</a:t>
            </a:r>
            <a:r>
              <a:rPr dirty="0" sz="2000" spc="5" b="1">
                <a:solidFill>
                  <a:srgbClr val="9933FF"/>
                </a:solidFill>
                <a:latin typeface="宋体"/>
                <a:cs typeface="宋体"/>
              </a:rPr>
              <a:t>, </a:t>
            </a:r>
            <a:r>
              <a:rPr dirty="0" sz="2000" b="1">
                <a:solidFill>
                  <a:srgbClr val="9933FF"/>
                </a:solidFill>
                <a:latin typeface="宋体"/>
                <a:cs typeface="宋体"/>
              </a:rPr>
              <a:t>3,4,5</a:t>
            </a:r>
            <a:r>
              <a:rPr dirty="0" sz="2000" spc="-15" b="1">
                <a:solidFill>
                  <a:srgbClr val="9933FF"/>
                </a:solidFill>
                <a:latin typeface="宋体"/>
                <a:cs typeface="宋体"/>
              </a:rPr>
              <a:t>段</a:t>
            </a:r>
            <a:r>
              <a:rPr dirty="0" sz="2000" spc="-25" b="1">
                <a:latin typeface="宋体"/>
                <a:cs typeface="宋体"/>
              </a:rPr>
              <a:t>是一个组合，完</a:t>
            </a:r>
            <a:endParaRPr sz="2000">
              <a:latin typeface="宋体"/>
              <a:cs typeface="宋体"/>
            </a:endParaRPr>
          </a:p>
          <a:p>
            <a:pPr marL="434340">
              <a:lnSpc>
                <a:spcPct val="100000"/>
              </a:lnSpc>
            </a:pPr>
            <a:r>
              <a:rPr dirty="0" sz="2000" spc="-20" b="1">
                <a:latin typeface="宋体"/>
                <a:cs typeface="宋体"/>
              </a:rPr>
              <a:t>成加减法。</a:t>
            </a:r>
            <a:endParaRPr sz="2000">
              <a:latin typeface="宋体"/>
              <a:cs typeface="宋体"/>
            </a:endParaRPr>
          </a:p>
        </p:txBody>
      </p:sp>
      <p:grpSp>
        <p:nvGrpSpPr>
          <p:cNvPr id="12" name="object 12" descr=""/>
          <p:cNvGrpSpPr/>
          <p:nvPr/>
        </p:nvGrpSpPr>
        <p:grpSpPr>
          <a:xfrm>
            <a:off x="1827933" y="1317319"/>
            <a:ext cx="6664325" cy="1066165"/>
            <a:chOff x="1827933" y="1317319"/>
            <a:chExt cx="6664325" cy="1066165"/>
          </a:xfrm>
        </p:grpSpPr>
        <p:sp>
          <p:nvSpPr>
            <p:cNvPr id="13" name="object 13" descr=""/>
            <p:cNvSpPr/>
            <p:nvPr/>
          </p:nvSpPr>
          <p:spPr>
            <a:xfrm>
              <a:off x="1831118" y="1599957"/>
              <a:ext cx="690880" cy="106045"/>
            </a:xfrm>
            <a:custGeom>
              <a:avLst/>
              <a:gdLst/>
              <a:ahLst/>
              <a:cxnLst/>
              <a:rect l="l" t="t" r="r" b="b"/>
              <a:pathLst>
                <a:path w="690880" h="106044">
                  <a:moveTo>
                    <a:pt x="477626" y="0"/>
                  </a:moveTo>
                  <a:lnTo>
                    <a:pt x="545342" y="49996"/>
                  </a:lnTo>
                  <a:lnTo>
                    <a:pt x="477626" y="105687"/>
                  </a:lnTo>
                  <a:lnTo>
                    <a:pt x="620273" y="68363"/>
                  </a:lnTo>
                  <a:lnTo>
                    <a:pt x="545342" y="68363"/>
                  </a:lnTo>
                  <a:lnTo>
                    <a:pt x="554149" y="62027"/>
                  </a:lnTo>
                  <a:lnTo>
                    <a:pt x="562920" y="62027"/>
                  </a:lnTo>
                  <a:lnTo>
                    <a:pt x="562920" y="43685"/>
                  </a:lnTo>
                  <a:lnTo>
                    <a:pt x="554149" y="43685"/>
                  </a:lnTo>
                  <a:lnTo>
                    <a:pt x="545342" y="37349"/>
                  </a:lnTo>
                  <a:lnTo>
                    <a:pt x="636631" y="37349"/>
                  </a:lnTo>
                  <a:lnTo>
                    <a:pt x="477626" y="0"/>
                  </a:lnTo>
                  <a:close/>
                </a:path>
                <a:path w="690880" h="106044">
                  <a:moveTo>
                    <a:pt x="528214" y="37349"/>
                  </a:moveTo>
                  <a:lnTo>
                    <a:pt x="17591" y="37349"/>
                  </a:lnTo>
                  <a:lnTo>
                    <a:pt x="0" y="49996"/>
                  </a:lnTo>
                  <a:lnTo>
                    <a:pt x="0" y="55691"/>
                  </a:lnTo>
                  <a:lnTo>
                    <a:pt x="17591" y="68363"/>
                  </a:lnTo>
                  <a:lnTo>
                    <a:pt x="523009" y="68363"/>
                  </a:lnTo>
                  <a:lnTo>
                    <a:pt x="545342" y="49996"/>
                  </a:lnTo>
                  <a:lnTo>
                    <a:pt x="528214" y="37349"/>
                  </a:lnTo>
                  <a:close/>
                </a:path>
                <a:path w="690880" h="106044">
                  <a:moveTo>
                    <a:pt x="636631" y="37349"/>
                  </a:moveTo>
                  <a:lnTo>
                    <a:pt x="545342" y="37349"/>
                  </a:lnTo>
                  <a:lnTo>
                    <a:pt x="554149" y="43685"/>
                  </a:lnTo>
                  <a:lnTo>
                    <a:pt x="562920" y="43685"/>
                  </a:lnTo>
                  <a:lnTo>
                    <a:pt x="562920" y="62027"/>
                  </a:lnTo>
                  <a:lnTo>
                    <a:pt x="554149" y="62027"/>
                  </a:lnTo>
                  <a:lnTo>
                    <a:pt x="545342" y="68363"/>
                  </a:lnTo>
                  <a:lnTo>
                    <a:pt x="620273" y="68363"/>
                  </a:lnTo>
                  <a:lnTo>
                    <a:pt x="690469" y="49996"/>
                  </a:lnTo>
                  <a:lnTo>
                    <a:pt x="636631" y="37349"/>
                  </a:lnTo>
                  <a:close/>
                </a:path>
              </a:pathLst>
            </a:custGeom>
            <a:solidFill>
              <a:srgbClr val="0000FF"/>
            </a:solidFill>
          </p:spPr>
          <p:txBody>
            <a:bodyPr wrap="square" lIns="0" tIns="0" rIns="0" bIns="0" rtlCol="0"/>
            <a:lstStyle/>
            <a:p/>
          </p:txBody>
        </p:sp>
        <p:sp>
          <p:nvSpPr>
            <p:cNvPr id="14" name="object 14" descr=""/>
            <p:cNvSpPr/>
            <p:nvPr/>
          </p:nvSpPr>
          <p:spPr>
            <a:xfrm>
              <a:off x="1831118" y="1599957"/>
              <a:ext cx="690880" cy="106045"/>
            </a:xfrm>
            <a:custGeom>
              <a:avLst/>
              <a:gdLst/>
              <a:ahLst/>
              <a:cxnLst/>
              <a:rect l="l" t="t" r="r" b="b"/>
              <a:pathLst>
                <a:path w="690880" h="106044">
                  <a:moveTo>
                    <a:pt x="17591" y="37349"/>
                  </a:moveTo>
                  <a:lnTo>
                    <a:pt x="545342" y="37349"/>
                  </a:lnTo>
                  <a:lnTo>
                    <a:pt x="554149" y="43685"/>
                  </a:lnTo>
                  <a:lnTo>
                    <a:pt x="562920" y="43685"/>
                  </a:lnTo>
                  <a:lnTo>
                    <a:pt x="562920" y="49996"/>
                  </a:lnTo>
                  <a:lnTo>
                    <a:pt x="562920" y="55691"/>
                  </a:lnTo>
                  <a:lnTo>
                    <a:pt x="562920" y="62027"/>
                  </a:lnTo>
                  <a:lnTo>
                    <a:pt x="554149" y="62027"/>
                  </a:lnTo>
                  <a:lnTo>
                    <a:pt x="545342" y="68363"/>
                  </a:lnTo>
                  <a:lnTo>
                    <a:pt x="17591" y="68363"/>
                  </a:lnTo>
                  <a:lnTo>
                    <a:pt x="8795" y="62027"/>
                  </a:lnTo>
                  <a:lnTo>
                    <a:pt x="0" y="55691"/>
                  </a:lnTo>
                  <a:lnTo>
                    <a:pt x="0" y="49996"/>
                  </a:lnTo>
                  <a:lnTo>
                    <a:pt x="8795" y="43685"/>
                  </a:lnTo>
                  <a:lnTo>
                    <a:pt x="17591" y="37349"/>
                  </a:lnTo>
                  <a:close/>
                </a:path>
                <a:path w="690880" h="106044">
                  <a:moveTo>
                    <a:pt x="545342" y="49996"/>
                  </a:moveTo>
                  <a:lnTo>
                    <a:pt x="477626" y="0"/>
                  </a:lnTo>
                  <a:lnTo>
                    <a:pt x="690469" y="49996"/>
                  </a:lnTo>
                  <a:lnTo>
                    <a:pt x="477626" y="105687"/>
                  </a:lnTo>
                  <a:lnTo>
                    <a:pt x="545342" y="49996"/>
                  </a:lnTo>
                  <a:close/>
                </a:path>
              </a:pathLst>
            </a:custGeom>
            <a:ln w="7574">
              <a:solidFill>
                <a:srgbClr val="0000FF"/>
              </a:solidFill>
            </a:ln>
          </p:spPr>
          <p:txBody>
            <a:bodyPr wrap="square" lIns="0" tIns="0" rIns="0" bIns="0" rtlCol="0"/>
            <a:lstStyle/>
            <a:p/>
          </p:txBody>
        </p:sp>
        <p:sp>
          <p:nvSpPr>
            <p:cNvPr id="15" name="object 15" descr=""/>
            <p:cNvSpPr/>
            <p:nvPr/>
          </p:nvSpPr>
          <p:spPr>
            <a:xfrm>
              <a:off x="1831118" y="2003110"/>
              <a:ext cx="690880" cy="105410"/>
            </a:xfrm>
            <a:custGeom>
              <a:avLst/>
              <a:gdLst/>
              <a:ahLst/>
              <a:cxnLst/>
              <a:rect l="l" t="t" r="r" b="b"/>
              <a:pathLst>
                <a:path w="690880" h="105410">
                  <a:moveTo>
                    <a:pt x="477626" y="0"/>
                  </a:moveTo>
                  <a:lnTo>
                    <a:pt x="545342" y="49380"/>
                  </a:lnTo>
                  <a:lnTo>
                    <a:pt x="477626" y="105072"/>
                  </a:lnTo>
                  <a:lnTo>
                    <a:pt x="620371" y="67722"/>
                  </a:lnTo>
                  <a:lnTo>
                    <a:pt x="545342" y="67722"/>
                  </a:lnTo>
                  <a:lnTo>
                    <a:pt x="554149" y="62027"/>
                  </a:lnTo>
                  <a:lnTo>
                    <a:pt x="562920" y="62027"/>
                  </a:lnTo>
                  <a:lnTo>
                    <a:pt x="562920" y="43044"/>
                  </a:lnTo>
                  <a:lnTo>
                    <a:pt x="554149" y="43044"/>
                  </a:lnTo>
                  <a:lnTo>
                    <a:pt x="545342" y="36708"/>
                  </a:lnTo>
                  <a:lnTo>
                    <a:pt x="635849" y="36708"/>
                  </a:lnTo>
                  <a:lnTo>
                    <a:pt x="477626" y="0"/>
                  </a:lnTo>
                  <a:close/>
                </a:path>
                <a:path w="690880" h="105410">
                  <a:moveTo>
                    <a:pt x="527965" y="36708"/>
                  </a:moveTo>
                  <a:lnTo>
                    <a:pt x="17591" y="36708"/>
                  </a:lnTo>
                  <a:lnTo>
                    <a:pt x="0" y="49380"/>
                  </a:lnTo>
                  <a:lnTo>
                    <a:pt x="0" y="55691"/>
                  </a:lnTo>
                  <a:lnTo>
                    <a:pt x="8795" y="62027"/>
                  </a:lnTo>
                  <a:lnTo>
                    <a:pt x="17591" y="67722"/>
                  </a:lnTo>
                  <a:lnTo>
                    <a:pt x="523041" y="67722"/>
                  </a:lnTo>
                  <a:lnTo>
                    <a:pt x="545342" y="49380"/>
                  </a:lnTo>
                  <a:lnTo>
                    <a:pt x="527965" y="36708"/>
                  </a:lnTo>
                  <a:close/>
                </a:path>
                <a:path w="690880" h="105410">
                  <a:moveTo>
                    <a:pt x="635849" y="36708"/>
                  </a:moveTo>
                  <a:lnTo>
                    <a:pt x="545342" y="36708"/>
                  </a:lnTo>
                  <a:lnTo>
                    <a:pt x="554149" y="43044"/>
                  </a:lnTo>
                  <a:lnTo>
                    <a:pt x="562920" y="43044"/>
                  </a:lnTo>
                  <a:lnTo>
                    <a:pt x="562920" y="62027"/>
                  </a:lnTo>
                  <a:lnTo>
                    <a:pt x="554149" y="62027"/>
                  </a:lnTo>
                  <a:lnTo>
                    <a:pt x="545342" y="67722"/>
                  </a:lnTo>
                  <a:lnTo>
                    <a:pt x="620371" y="67722"/>
                  </a:lnTo>
                  <a:lnTo>
                    <a:pt x="690469" y="49380"/>
                  </a:lnTo>
                  <a:lnTo>
                    <a:pt x="635849" y="36708"/>
                  </a:lnTo>
                  <a:close/>
                </a:path>
              </a:pathLst>
            </a:custGeom>
            <a:solidFill>
              <a:srgbClr val="000080"/>
            </a:solidFill>
          </p:spPr>
          <p:txBody>
            <a:bodyPr wrap="square" lIns="0" tIns="0" rIns="0" bIns="0" rtlCol="0"/>
            <a:lstStyle/>
            <a:p/>
          </p:txBody>
        </p:sp>
        <p:sp>
          <p:nvSpPr>
            <p:cNvPr id="16" name="object 16" descr=""/>
            <p:cNvSpPr/>
            <p:nvPr/>
          </p:nvSpPr>
          <p:spPr>
            <a:xfrm>
              <a:off x="1831118" y="2003110"/>
              <a:ext cx="690880" cy="105410"/>
            </a:xfrm>
            <a:custGeom>
              <a:avLst/>
              <a:gdLst/>
              <a:ahLst/>
              <a:cxnLst/>
              <a:rect l="l" t="t" r="r" b="b"/>
              <a:pathLst>
                <a:path w="690880" h="105410">
                  <a:moveTo>
                    <a:pt x="17591" y="36708"/>
                  </a:moveTo>
                  <a:lnTo>
                    <a:pt x="545342" y="36708"/>
                  </a:lnTo>
                  <a:lnTo>
                    <a:pt x="554149" y="43044"/>
                  </a:lnTo>
                  <a:lnTo>
                    <a:pt x="562920" y="43044"/>
                  </a:lnTo>
                  <a:lnTo>
                    <a:pt x="562920" y="49380"/>
                  </a:lnTo>
                  <a:lnTo>
                    <a:pt x="562920" y="55691"/>
                  </a:lnTo>
                  <a:lnTo>
                    <a:pt x="562920" y="62027"/>
                  </a:lnTo>
                  <a:lnTo>
                    <a:pt x="554149" y="62027"/>
                  </a:lnTo>
                  <a:lnTo>
                    <a:pt x="545342" y="67722"/>
                  </a:lnTo>
                  <a:lnTo>
                    <a:pt x="17591" y="67722"/>
                  </a:lnTo>
                  <a:lnTo>
                    <a:pt x="8795" y="62027"/>
                  </a:lnTo>
                  <a:lnTo>
                    <a:pt x="0" y="55691"/>
                  </a:lnTo>
                  <a:lnTo>
                    <a:pt x="0" y="49380"/>
                  </a:lnTo>
                  <a:lnTo>
                    <a:pt x="8795" y="43044"/>
                  </a:lnTo>
                  <a:lnTo>
                    <a:pt x="17591" y="36708"/>
                  </a:lnTo>
                  <a:close/>
                </a:path>
                <a:path w="690880" h="105410">
                  <a:moveTo>
                    <a:pt x="545342" y="49380"/>
                  </a:moveTo>
                  <a:lnTo>
                    <a:pt x="477626" y="0"/>
                  </a:lnTo>
                  <a:lnTo>
                    <a:pt x="690469" y="49380"/>
                  </a:lnTo>
                  <a:lnTo>
                    <a:pt x="477626" y="105072"/>
                  </a:lnTo>
                  <a:lnTo>
                    <a:pt x="545342" y="49380"/>
                  </a:lnTo>
                  <a:close/>
                </a:path>
              </a:pathLst>
            </a:custGeom>
            <a:ln w="7574">
              <a:solidFill>
                <a:srgbClr val="000080"/>
              </a:solidFill>
            </a:ln>
          </p:spPr>
          <p:txBody>
            <a:bodyPr wrap="square" lIns="0" tIns="0" rIns="0" bIns="0" rtlCol="0"/>
            <a:lstStyle/>
            <a:p/>
          </p:txBody>
        </p:sp>
        <p:sp>
          <p:nvSpPr>
            <p:cNvPr id="17" name="object 17" descr=""/>
            <p:cNvSpPr/>
            <p:nvPr/>
          </p:nvSpPr>
          <p:spPr>
            <a:xfrm>
              <a:off x="4968577" y="1599957"/>
              <a:ext cx="527685" cy="106045"/>
            </a:xfrm>
            <a:custGeom>
              <a:avLst/>
              <a:gdLst/>
              <a:ahLst/>
              <a:cxnLst/>
              <a:rect l="l" t="t" r="r" b="b"/>
              <a:pathLst>
                <a:path w="527685" h="106044">
                  <a:moveTo>
                    <a:pt x="314897" y="0"/>
                  </a:moveTo>
                  <a:lnTo>
                    <a:pt x="391278" y="49996"/>
                  </a:lnTo>
                  <a:lnTo>
                    <a:pt x="314897" y="105687"/>
                  </a:lnTo>
                  <a:lnTo>
                    <a:pt x="457473" y="68363"/>
                  </a:lnTo>
                  <a:lnTo>
                    <a:pt x="391278" y="68363"/>
                  </a:lnTo>
                  <a:lnTo>
                    <a:pt x="409032" y="55691"/>
                  </a:lnTo>
                  <a:lnTo>
                    <a:pt x="409032" y="49996"/>
                  </a:lnTo>
                  <a:lnTo>
                    <a:pt x="391278" y="37349"/>
                  </a:lnTo>
                  <a:lnTo>
                    <a:pt x="473822" y="37349"/>
                  </a:lnTo>
                  <a:lnTo>
                    <a:pt x="314897" y="0"/>
                  </a:lnTo>
                  <a:close/>
                </a:path>
                <a:path w="527685" h="106044">
                  <a:moveTo>
                    <a:pt x="371957" y="37349"/>
                  </a:moveTo>
                  <a:lnTo>
                    <a:pt x="16724" y="37349"/>
                  </a:lnTo>
                  <a:lnTo>
                    <a:pt x="7918" y="43685"/>
                  </a:lnTo>
                  <a:lnTo>
                    <a:pt x="0" y="43685"/>
                  </a:lnTo>
                  <a:lnTo>
                    <a:pt x="0" y="62027"/>
                  </a:lnTo>
                  <a:lnTo>
                    <a:pt x="7918" y="62027"/>
                  </a:lnTo>
                  <a:lnTo>
                    <a:pt x="16724" y="68363"/>
                  </a:lnTo>
                  <a:lnTo>
                    <a:pt x="366087" y="68363"/>
                  </a:lnTo>
                  <a:lnTo>
                    <a:pt x="391278" y="49996"/>
                  </a:lnTo>
                  <a:lnTo>
                    <a:pt x="371957" y="37349"/>
                  </a:lnTo>
                  <a:close/>
                </a:path>
                <a:path w="527685" h="106044">
                  <a:moveTo>
                    <a:pt x="473822" y="37349"/>
                  </a:moveTo>
                  <a:lnTo>
                    <a:pt x="391278" y="37349"/>
                  </a:lnTo>
                  <a:lnTo>
                    <a:pt x="409032" y="49996"/>
                  </a:lnTo>
                  <a:lnTo>
                    <a:pt x="409032" y="55691"/>
                  </a:lnTo>
                  <a:lnTo>
                    <a:pt x="391278" y="68363"/>
                  </a:lnTo>
                  <a:lnTo>
                    <a:pt x="457473" y="68363"/>
                  </a:lnTo>
                  <a:lnTo>
                    <a:pt x="527634" y="49996"/>
                  </a:lnTo>
                  <a:lnTo>
                    <a:pt x="473822" y="37349"/>
                  </a:lnTo>
                  <a:close/>
                </a:path>
              </a:pathLst>
            </a:custGeom>
            <a:solidFill>
              <a:srgbClr val="0000FF"/>
            </a:solidFill>
          </p:spPr>
          <p:txBody>
            <a:bodyPr wrap="square" lIns="0" tIns="0" rIns="0" bIns="0" rtlCol="0"/>
            <a:lstStyle/>
            <a:p/>
          </p:txBody>
        </p:sp>
        <p:sp>
          <p:nvSpPr>
            <p:cNvPr id="18" name="object 18" descr=""/>
            <p:cNvSpPr/>
            <p:nvPr/>
          </p:nvSpPr>
          <p:spPr>
            <a:xfrm>
              <a:off x="4968577" y="1599957"/>
              <a:ext cx="527685" cy="106045"/>
            </a:xfrm>
            <a:custGeom>
              <a:avLst/>
              <a:gdLst/>
              <a:ahLst/>
              <a:cxnLst/>
              <a:rect l="l" t="t" r="r" b="b"/>
              <a:pathLst>
                <a:path w="527685" h="106044">
                  <a:moveTo>
                    <a:pt x="16724" y="37349"/>
                  </a:moveTo>
                  <a:lnTo>
                    <a:pt x="391278" y="37349"/>
                  </a:lnTo>
                  <a:lnTo>
                    <a:pt x="400155" y="43685"/>
                  </a:lnTo>
                  <a:lnTo>
                    <a:pt x="409032" y="49996"/>
                  </a:lnTo>
                  <a:lnTo>
                    <a:pt x="409032" y="55691"/>
                  </a:lnTo>
                  <a:lnTo>
                    <a:pt x="400155" y="62027"/>
                  </a:lnTo>
                  <a:lnTo>
                    <a:pt x="391278" y="68363"/>
                  </a:lnTo>
                  <a:lnTo>
                    <a:pt x="16724" y="68363"/>
                  </a:lnTo>
                  <a:lnTo>
                    <a:pt x="7918" y="62027"/>
                  </a:lnTo>
                  <a:lnTo>
                    <a:pt x="0" y="62027"/>
                  </a:lnTo>
                  <a:lnTo>
                    <a:pt x="0" y="55691"/>
                  </a:lnTo>
                  <a:lnTo>
                    <a:pt x="0" y="49996"/>
                  </a:lnTo>
                  <a:lnTo>
                    <a:pt x="0" y="43685"/>
                  </a:lnTo>
                  <a:lnTo>
                    <a:pt x="7918" y="43685"/>
                  </a:lnTo>
                  <a:lnTo>
                    <a:pt x="16724" y="37349"/>
                  </a:lnTo>
                  <a:close/>
                </a:path>
                <a:path w="527685" h="106044">
                  <a:moveTo>
                    <a:pt x="391278" y="49996"/>
                  </a:moveTo>
                  <a:lnTo>
                    <a:pt x="314897" y="0"/>
                  </a:lnTo>
                  <a:lnTo>
                    <a:pt x="527634" y="49996"/>
                  </a:lnTo>
                  <a:lnTo>
                    <a:pt x="314897" y="105687"/>
                  </a:lnTo>
                  <a:lnTo>
                    <a:pt x="391278" y="49996"/>
                  </a:lnTo>
                  <a:close/>
                </a:path>
              </a:pathLst>
            </a:custGeom>
            <a:ln w="7574">
              <a:solidFill>
                <a:srgbClr val="0000FF"/>
              </a:solidFill>
            </a:ln>
          </p:spPr>
          <p:txBody>
            <a:bodyPr wrap="square" lIns="0" tIns="0" rIns="0" bIns="0" rtlCol="0"/>
            <a:lstStyle/>
            <a:p/>
          </p:txBody>
        </p:sp>
        <p:sp>
          <p:nvSpPr>
            <p:cNvPr id="19" name="object 19" descr=""/>
            <p:cNvSpPr/>
            <p:nvPr/>
          </p:nvSpPr>
          <p:spPr>
            <a:xfrm>
              <a:off x="6084602" y="1599958"/>
              <a:ext cx="912494" cy="106045"/>
            </a:xfrm>
            <a:custGeom>
              <a:avLst/>
              <a:gdLst/>
              <a:ahLst/>
              <a:cxnLst/>
              <a:rect l="l" t="t" r="r" b="b"/>
              <a:pathLst>
                <a:path w="912495" h="106044">
                  <a:moveTo>
                    <a:pt x="699535" y="0"/>
                  </a:moveTo>
                  <a:lnTo>
                    <a:pt x="767003" y="49996"/>
                  </a:lnTo>
                  <a:lnTo>
                    <a:pt x="699535" y="105687"/>
                  </a:lnTo>
                  <a:lnTo>
                    <a:pt x="842087" y="68363"/>
                  </a:lnTo>
                  <a:lnTo>
                    <a:pt x="767003" y="68363"/>
                  </a:lnTo>
                  <a:lnTo>
                    <a:pt x="775880" y="62027"/>
                  </a:lnTo>
                  <a:lnTo>
                    <a:pt x="784758" y="62027"/>
                  </a:lnTo>
                  <a:lnTo>
                    <a:pt x="784758" y="43685"/>
                  </a:lnTo>
                  <a:lnTo>
                    <a:pt x="775880" y="43685"/>
                  </a:lnTo>
                  <a:lnTo>
                    <a:pt x="767003" y="37349"/>
                  </a:lnTo>
                  <a:lnTo>
                    <a:pt x="858434" y="37349"/>
                  </a:lnTo>
                  <a:lnTo>
                    <a:pt x="699535" y="0"/>
                  </a:lnTo>
                  <a:close/>
                </a:path>
                <a:path w="912495" h="106044">
                  <a:moveTo>
                    <a:pt x="749937" y="37349"/>
                  </a:moveTo>
                  <a:lnTo>
                    <a:pt x="17044" y="37349"/>
                  </a:lnTo>
                  <a:lnTo>
                    <a:pt x="8877" y="43685"/>
                  </a:lnTo>
                  <a:lnTo>
                    <a:pt x="0" y="49996"/>
                  </a:lnTo>
                  <a:lnTo>
                    <a:pt x="0" y="55691"/>
                  </a:lnTo>
                  <a:lnTo>
                    <a:pt x="8877" y="62027"/>
                  </a:lnTo>
                  <a:lnTo>
                    <a:pt x="17044" y="68363"/>
                  </a:lnTo>
                  <a:lnTo>
                    <a:pt x="744752" y="68363"/>
                  </a:lnTo>
                  <a:lnTo>
                    <a:pt x="767003" y="49996"/>
                  </a:lnTo>
                  <a:lnTo>
                    <a:pt x="749937" y="37349"/>
                  </a:lnTo>
                  <a:close/>
                </a:path>
                <a:path w="912495" h="106044">
                  <a:moveTo>
                    <a:pt x="858434" y="37349"/>
                  </a:moveTo>
                  <a:lnTo>
                    <a:pt x="767003" y="37349"/>
                  </a:lnTo>
                  <a:lnTo>
                    <a:pt x="775880" y="43685"/>
                  </a:lnTo>
                  <a:lnTo>
                    <a:pt x="784758" y="43685"/>
                  </a:lnTo>
                  <a:lnTo>
                    <a:pt x="784758" y="62027"/>
                  </a:lnTo>
                  <a:lnTo>
                    <a:pt x="775880" y="62027"/>
                  </a:lnTo>
                  <a:lnTo>
                    <a:pt x="767003" y="68363"/>
                  </a:lnTo>
                  <a:lnTo>
                    <a:pt x="842087" y="68363"/>
                  </a:lnTo>
                  <a:lnTo>
                    <a:pt x="912236" y="49996"/>
                  </a:lnTo>
                  <a:lnTo>
                    <a:pt x="858434" y="37349"/>
                  </a:lnTo>
                  <a:close/>
                </a:path>
              </a:pathLst>
            </a:custGeom>
            <a:solidFill>
              <a:srgbClr val="0000FF"/>
            </a:solidFill>
          </p:spPr>
          <p:txBody>
            <a:bodyPr wrap="square" lIns="0" tIns="0" rIns="0" bIns="0" rtlCol="0"/>
            <a:lstStyle/>
            <a:p/>
          </p:txBody>
        </p:sp>
        <p:sp>
          <p:nvSpPr>
            <p:cNvPr id="20" name="object 20" descr=""/>
            <p:cNvSpPr/>
            <p:nvPr/>
          </p:nvSpPr>
          <p:spPr>
            <a:xfrm>
              <a:off x="6084603" y="1599958"/>
              <a:ext cx="912494" cy="106045"/>
            </a:xfrm>
            <a:custGeom>
              <a:avLst/>
              <a:gdLst/>
              <a:ahLst/>
              <a:cxnLst/>
              <a:rect l="l" t="t" r="r" b="b"/>
              <a:pathLst>
                <a:path w="912495" h="106044">
                  <a:moveTo>
                    <a:pt x="17044" y="37349"/>
                  </a:moveTo>
                  <a:lnTo>
                    <a:pt x="767003" y="37349"/>
                  </a:lnTo>
                  <a:lnTo>
                    <a:pt x="775880" y="43685"/>
                  </a:lnTo>
                  <a:lnTo>
                    <a:pt x="784758" y="43685"/>
                  </a:lnTo>
                  <a:lnTo>
                    <a:pt x="784758" y="49996"/>
                  </a:lnTo>
                  <a:lnTo>
                    <a:pt x="784758" y="55691"/>
                  </a:lnTo>
                  <a:lnTo>
                    <a:pt x="784758" y="62027"/>
                  </a:lnTo>
                  <a:lnTo>
                    <a:pt x="775880" y="62027"/>
                  </a:lnTo>
                  <a:lnTo>
                    <a:pt x="767003" y="68363"/>
                  </a:lnTo>
                  <a:lnTo>
                    <a:pt x="17044" y="68363"/>
                  </a:lnTo>
                  <a:lnTo>
                    <a:pt x="8877" y="62027"/>
                  </a:lnTo>
                  <a:lnTo>
                    <a:pt x="0" y="55691"/>
                  </a:lnTo>
                  <a:lnTo>
                    <a:pt x="0" y="49996"/>
                  </a:lnTo>
                  <a:lnTo>
                    <a:pt x="8877" y="43685"/>
                  </a:lnTo>
                  <a:lnTo>
                    <a:pt x="17044" y="37349"/>
                  </a:lnTo>
                  <a:close/>
                </a:path>
                <a:path w="912495" h="106044">
                  <a:moveTo>
                    <a:pt x="767003" y="49996"/>
                  </a:moveTo>
                  <a:lnTo>
                    <a:pt x="699535" y="0"/>
                  </a:lnTo>
                  <a:lnTo>
                    <a:pt x="912236" y="49996"/>
                  </a:lnTo>
                  <a:lnTo>
                    <a:pt x="699535" y="105687"/>
                  </a:lnTo>
                  <a:lnTo>
                    <a:pt x="767003" y="49996"/>
                  </a:lnTo>
                  <a:close/>
                </a:path>
              </a:pathLst>
            </a:custGeom>
            <a:ln w="7574">
              <a:solidFill>
                <a:srgbClr val="0000FF"/>
              </a:solidFill>
            </a:ln>
          </p:spPr>
          <p:txBody>
            <a:bodyPr wrap="square" lIns="0" tIns="0" rIns="0" bIns="0" rtlCol="0"/>
            <a:lstStyle/>
            <a:p/>
          </p:txBody>
        </p:sp>
        <p:sp>
          <p:nvSpPr>
            <p:cNvPr id="21" name="object 21" descr=""/>
            <p:cNvSpPr/>
            <p:nvPr/>
          </p:nvSpPr>
          <p:spPr>
            <a:xfrm>
              <a:off x="7576708" y="1599958"/>
              <a:ext cx="912494" cy="106045"/>
            </a:xfrm>
            <a:custGeom>
              <a:avLst/>
              <a:gdLst/>
              <a:ahLst/>
              <a:cxnLst/>
              <a:rect l="l" t="t" r="r" b="b"/>
              <a:pathLst>
                <a:path w="912495" h="106044">
                  <a:moveTo>
                    <a:pt x="699180" y="0"/>
                  </a:moveTo>
                  <a:lnTo>
                    <a:pt x="766648" y="49996"/>
                  </a:lnTo>
                  <a:lnTo>
                    <a:pt x="699180" y="105687"/>
                  </a:lnTo>
                  <a:lnTo>
                    <a:pt x="841732" y="68363"/>
                  </a:lnTo>
                  <a:lnTo>
                    <a:pt x="766648" y="68363"/>
                  </a:lnTo>
                  <a:lnTo>
                    <a:pt x="775525" y="62027"/>
                  </a:lnTo>
                  <a:lnTo>
                    <a:pt x="784403" y="62027"/>
                  </a:lnTo>
                  <a:lnTo>
                    <a:pt x="784403" y="43685"/>
                  </a:lnTo>
                  <a:lnTo>
                    <a:pt x="775525" y="43685"/>
                  </a:lnTo>
                  <a:lnTo>
                    <a:pt x="766648" y="37349"/>
                  </a:lnTo>
                  <a:lnTo>
                    <a:pt x="858078" y="37349"/>
                  </a:lnTo>
                  <a:lnTo>
                    <a:pt x="699180" y="0"/>
                  </a:lnTo>
                  <a:close/>
                </a:path>
                <a:path w="912495" h="106044">
                  <a:moveTo>
                    <a:pt x="749582" y="37349"/>
                  </a:moveTo>
                  <a:lnTo>
                    <a:pt x="16689" y="37349"/>
                  </a:lnTo>
                  <a:lnTo>
                    <a:pt x="8522" y="43685"/>
                  </a:lnTo>
                  <a:lnTo>
                    <a:pt x="0" y="49996"/>
                  </a:lnTo>
                  <a:lnTo>
                    <a:pt x="0" y="55691"/>
                  </a:lnTo>
                  <a:lnTo>
                    <a:pt x="8522" y="62027"/>
                  </a:lnTo>
                  <a:lnTo>
                    <a:pt x="16689" y="68363"/>
                  </a:lnTo>
                  <a:lnTo>
                    <a:pt x="744397" y="68363"/>
                  </a:lnTo>
                  <a:lnTo>
                    <a:pt x="766648" y="49996"/>
                  </a:lnTo>
                  <a:lnTo>
                    <a:pt x="749582" y="37349"/>
                  </a:lnTo>
                  <a:close/>
                </a:path>
                <a:path w="912495" h="106044">
                  <a:moveTo>
                    <a:pt x="858078" y="37349"/>
                  </a:moveTo>
                  <a:lnTo>
                    <a:pt x="766648" y="37349"/>
                  </a:lnTo>
                  <a:lnTo>
                    <a:pt x="775525" y="43685"/>
                  </a:lnTo>
                  <a:lnTo>
                    <a:pt x="784403" y="43685"/>
                  </a:lnTo>
                  <a:lnTo>
                    <a:pt x="784403" y="62027"/>
                  </a:lnTo>
                  <a:lnTo>
                    <a:pt x="775525" y="62027"/>
                  </a:lnTo>
                  <a:lnTo>
                    <a:pt x="766648" y="68363"/>
                  </a:lnTo>
                  <a:lnTo>
                    <a:pt x="841732" y="68363"/>
                  </a:lnTo>
                  <a:lnTo>
                    <a:pt x="911881" y="49996"/>
                  </a:lnTo>
                  <a:lnTo>
                    <a:pt x="858078" y="37349"/>
                  </a:lnTo>
                  <a:close/>
                </a:path>
              </a:pathLst>
            </a:custGeom>
            <a:solidFill>
              <a:srgbClr val="0000FF"/>
            </a:solidFill>
          </p:spPr>
          <p:txBody>
            <a:bodyPr wrap="square" lIns="0" tIns="0" rIns="0" bIns="0" rtlCol="0"/>
            <a:lstStyle/>
            <a:p/>
          </p:txBody>
        </p:sp>
        <p:sp>
          <p:nvSpPr>
            <p:cNvPr id="22" name="object 22" descr=""/>
            <p:cNvSpPr/>
            <p:nvPr/>
          </p:nvSpPr>
          <p:spPr>
            <a:xfrm>
              <a:off x="7576708" y="1599958"/>
              <a:ext cx="912494" cy="106045"/>
            </a:xfrm>
            <a:custGeom>
              <a:avLst/>
              <a:gdLst/>
              <a:ahLst/>
              <a:cxnLst/>
              <a:rect l="l" t="t" r="r" b="b"/>
              <a:pathLst>
                <a:path w="912495" h="106044">
                  <a:moveTo>
                    <a:pt x="16689" y="37349"/>
                  </a:moveTo>
                  <a:lnTo>
                    <a:pt x="766648" y="37349"/>
                  </a:lnTo>
                  <a:lnTo>
                    <a:pt x="775525" y="43685"/>
                  </a:lnTo>
                  <a:lnTo>
                    <a:pt x="784403" y="43685"/>
                  </a:lnTo>
                  <a:lnTo>
                    <a:pt x="784403" y="49996"/>
                  </a:lnTo>
                  <a:lnTo>
                    <a:pt x="784403" y="55691"/>
                  </a:lnTo>
                  <a:lnTo>
                    <a:pt x="784403" y="62027"/>
                  </a:lnTo>
                  <a:lnTo>
                    <a:pt x="775525" y="62027"/>
                  </a:lnTo>
                  <a:lnTo>
                    <a:pt x="766648" y="68363"/>
                  </a:lnTo>
                  <a:lnTo>
                    <a:pt x="16689" y="68363"/>
                  </a:lnTo>
                  <a:lnTo>
                    <a:pt x="8522" y="62027"/>
                  </a:lnTo>
                  <a:lnTo>
                    <a:pt x="0" y="55691"/>
                  </a:lnTo>
                  <a:lnTo>
                    <a:pt x="0" y="49996"/>
                  </a:lnTo>
                  <a:lnTo>
                    <a:pt x="8522" y="43685"/>
                  </a:lnTo>
                  <a:lnTo>
                    <a:pt x="16689" y="37349"/>
                  </a:lnTo>
                  <a:close/>
                </a:path>
                <a:path w="912495" h="106044">
                  <a:moveTo>
                    <a:pt x="766648" y="49996"/>
                  </a:moveTo>
                  <a:lnTo>
                    <a:pt x="699180" y="0"/>
                  </a:lnTo>
                  <a:lnTo>
                    <a:pt x="911881" y="49996"/>
                  </a:lnTo>
                  <a:lnTo>
                    <a:pt x="699180" y="105687"/>
                  </a:lnTo>
                  <a:lnTo>
                    <a:pt x="766648" y="49996"/>
                  </a:lnTo>
                  <a:close/>
                </a:path>
              </a:pathLst>
            </a:custGeom>
            <a:ln w="7574">
              <a:solidFill>
                <a:srgbClr val="0000FF"/>
              </a:solidFill>
            </a:ln>
          </p:spPr>
          <p:txBody>
            <a:bodyPr wrap="square" lIns="0" tIns="0" rIns="0" bIns="0" rtlCol="0"/>
            <a:lstStyle/>
            <a:p/>
          </p:txBody>
        </p:sp>
        <p:sp>
          <p:nvSpPr>
            <p:cNvPr id="23" name="object 23" descr=""/>
            <p:cNvSpPr/>
            <p:nvPr/>
          </p:nvSpPr>
          <p:spPr>
            <a:xfrm>
              <a:off x="3101243" y="2003110"/>
              <a:ext cx="912494" cy="105410"/>
            </a:xfrm>
            <a:custGeom>
              <a:avLst/>
              <a:gdLst/>
              <a:ahLst/>
              <a:cxnLst/>
              <a:rect l="l" t="t" r="r" b="b"/>
              <a:pathLst>
                <a:path w="912495" h="105410">
                  <a:moveTo>
                    <a:pt x="699251" y="0"/>
                  </a:moveTo>
                  <a:lnTo>
                    <a:pt x="766967" y="49380"/>
                  </a:lnTo>
                  <a:lnTo>
                    <a:pt x="699251" y="105072"/>
                  </a:lnTo>
                  <a:lnTo>
                    <a:pt x="842020" y="67722"/>
                  </a:lnTo>
                  <a:lnTo>
                    <a:pt x="766967" y="67722"/>
                  </a:lnTo>
                  <a:lnTo>
                    <a:pt x="775774" y="62027"/>
                  </a:lnTo>
                  <a:lnTo>
                    <a:pt x="784580" y="62027"/>
                  </a:lnTo>
                  <a:lnTo>
                    <a:pt x="784580" y="43044"/>
                  </a:lnTo>
                  <a:lnTo>
                    <a:pt x="775774" y="43044"/>
                  </a:lnTo>
                  <a:lnTo>
                    <a:pt x="766967" y="36708"/>
                  </a:lnTo>
                  <a:lnTo>
                    <a:pt x="857500" y="36708"/>
                  </a:lnTo>
                  <a:lnTo>
                    <a:pt x="699251" y="0"/>
                  </a:lnTo>
                  <a:close/>
                </a:path>
                <a:path w="912495" h="105410">
                  <a:moveTo>
                    <a:pt x="749590" y="36708"/>
                  </a:moveTo>
                  <a:lnTo>
                    <a:pt x="17577" y="36708"/>
                  </a:lnTo>
                  <a:lnTo>
                    <a:pt x="0" y="49380"/>
                  </a:lnTo>
                  <a:lnTo>
                    <a:pt x="0" y="55691"/>
                  </a:lnTo>
                  <a:lnTo>
                    <a:pt x="8770" y="62027"/>
                  </a:lnTo>
                  <a:lnTo>
                    <a:pt x="17577" y="67722"/>
                  </a:lnTo>
                  <a:lnTo>
                    <a:pt x="744666" y="67722"/>
                  </a:lnTo>
                  <a:lnTo>
                    <a:pt x="766967" y="49380"/>
                  </a:lnTo>
                  <a:lnTo>
                    <a:pt x="749590" y="36708"/>
                  </a:lnTo>
                  <a:close/>
                </a:path>
                <a:path w="912495" h="105410">
                  <a:moveTo>
                    <a:pt x="857500" y="36708"/>
                  </a:moveTo>
                  <a:lnTo>
                    <a:pt x="766967" y="36708"/>
                  </a:lnTo>
                  <a:lnTo>
                    <a:pt x="775774" y="43044"/>
                  </a:lnTo>
                  <a:lnTo>
                    <a:pt x="784580" y="43044"/>
                  </a:lnTo>
                  <a:lnTo>
                    <a:pt x="784580" y="62027"/>
                  </a:lnTo>
                  <a:lnTo>
                    <a:pt x="775774" y="62027"/>
                  </a:lnTo>
                  <a:lnTo>
                    <a:pt x="766967" y="67722"/>
                  </a:lnTo>
                  <a:lnTo>
                    <a:pt x="842020" y="67722"/>
                  </a:lnTo>
                  <a:lnTo>
                    <a:pt x="912130" y="49380"/>
                  </a:lnTo>
                  <a:lnTo>
                    <a:pt x="857500" y="36708"/>
                  </a:lnTo>
                  <a:close/>
                </a:path>
              </a:pathLst>
            </a:custGeom>
            <a:solidFill>
              <a:srgbClr val="000080"/>
            </a:solidFill>
          </p:spPr>
          <p:txBody>
            <a:bodyPr wrap="square" lIns="0" tIns="0" rIns="0" bIns="0" rtlCol="0"/>
            <a:lstStyle/>
            <a:p/>
          </p:txBody>
        </p:sp>
        <p:sp>
          <p:nvSpPr>
            <p:cNvPr id="24" name="object 24" descr=""/>
            <p:cNvSpPr/>
            <p:nvPr/>
          </p:nvSpPr>
          <p:spPr>
            <a:xfrm>
              <a:off x="3101243" y="2003110"/>
              <a:ext cx="912494" cy="105410"/>
            </a:xfrm>
            <a:custGeom>
              <a:avLst/>
              <a:gdLst/>
              <a:ahLst/>
              <a:cxnLst/>
              <a:rect l="l" t="t" r="r" b="b"/>
              <a:pathLst>
                <a:path w="912495" h="105410">
                  <a:moveTo>
                    <a:pt x="17577" y="36708"/>
                  </a:moveTo>
                  <a:lnTo>
                    <a:pt x="766967" y="36708"/>
                  </a:lnTo>
                  <a:lnTo>
                    <a:pt x="775774" y="43044"/>
                  </a:lnTo>
                  <a:lnTo>
                    <a:pt x="784580" y="43044"/>
                  </a:lnTo>
                  <a:lnTo>
                    <a:pt x="784580" y="49380"/>
                  </a:lnTo>
                  <a:lnTo>
                    <a:pt x="784580" y="55691"/>
                  </a:lnTo>
                  <a:lnTo>
                    <a:pt x="784580" y="62027"/>
                  </a:lnTo>
                  <a:lnTo>
                    <a:pt x="775774" y="62027"/>
                  </a:lnTo>
                  <a:lnTo>
                    <a:pt x="766967" y="67722"/>
                  </a:lnTo>
                  <a:lnTo>
                    <a:pt x="17577" y="67722"/>
                  </a:lnTo>
                  <a:lnTo>
                    <a:pt x="8770" y="62027"/>
                  </a:lnTo>
                  <a:lnTo>
                    <a:pt x="0" y="55691"/>
                  </a:lnTo>
                  <a:lnTo>
                    <a:pt x="0" y="49380"/>
                  </a:lnTo>
                  <a:lnTo>
                    <a:pt x="8770" y="43044"/>
                  </a:lnTo>
                  <a:lnTo>
                    <a:pt x="17577" y="36708"/>
                  </a:lnTo>
                  <a:close/>
                </a:path>
                <a:path w="912495" h="105410">
                  <a:moveTo>
                    <a:pt x="766967" y="49380"/>
                  </a:moveTo>
                  <a:lnTo>
                    <a:pt x="699251" y="0"/>
                  </a:lnTo>
                  <a:lnTo>
                    <a:pt x="912130" y="49380"/>
                  </a:lnTo>
                  <a:lnTo>
                    <a:pt x="699251" y="105072"/>
                  </a:lnTo>
                  <a:lnTo>
                    <a:pt x="766967" y="49380"/>
                  </a:lnTo>
                  <a:close/>
                </a:path>
              </a:pathLst>
            </a:custGeom>
            <a:ln w="7574">
              <a:solidFill>
                <a:srgbClr val="000080"/>
              </a:solidFill>
            </a:ln>
          </p:spPr>
          <p:txBody>
            <a:bodyPr wrap="square" lIns="0" tIns="0" rIns="0" bIns="0" rtlCol="0"/>
            <a:lstStyle/>
            <a:p/>
          </p:txBody>
        </p:sp>
        <p:sp>
          <p:nvSpPr>
            <p:cNvPr id="25" name="object 25" descr=""/>
            <p:cNvSpPr/>
            <p:nvPr/>
          </p:nvSpPr>
          <p:spPr>
            <a:xfrm>
              <a:off x="3113530" y="1646157"/>
              <a:ext cx="375285" cy="0"/>
            </a:xfrm>
            <a:custGeom>
              <a:avLst/>
              <a:gdLst/>
              <a:ahLst/>
              <a:cxnLst/>
              <a:rect l="l" t="t" r="r" b="b"/>
              <a:pathLst>
                <a:path w="375285" h="0">
                  <a:moveTo>
                    <a:pt x="0" y="0"/>
                  </a:moveTo>
                  <a:lnTo>
                    <a:pt x="374730" y="0"/>
                  </a:lnTo>
                </a:path>
              </a:pathLst>
            </a:custGeom>
            <a:ln w="24781">
              <a:solidFill>
                <a:srgbClr val="0000FF"/>
              </a:solidFill>
            </a:ln>
          </p:spPr>
          <p:txBody>
            <a:bodyPr wrap="square" lIns="0" tIns="0" rIns="0" bIns="0" rtlCol="0"/>
            <a:lstStyle/>
            <a:p/>
          </p:txBody>
        </p:sp>
        <p:sp>
          <p:nvSpPr>
            <p:cNvPr id="26" name="object 26" descr=""/>
            <p:cNvSpPr/>
            <p:nvPr/>
          </p:nvSpPr>
          <p:spPr>
            <a:xfrm>
              <a:off x="4605316" y="2048694"/>
              <a:ext cx="451484" cy="0"/>
            </a:xfrm>
            <a:custGeom>
              <a:avLst/>
              <a:gdLst/>
              <a:ahLst/>
              <a:cxnLst/>
              <a:rect l="l" t="t" r="r" b="b"/>
              <a:pathLst>
                <a:path w="451485" h="0">
                  <a:moveTo>
                    <a:pt x="0" y="0"/>
                  </a:moveTo>
                  <a:lnTo>
                    <a:pt x="451218" y="0"/>
                  </a:lnTo>
                </a:path>
              </a:pathLst>
            </a:custGeom>
            <a:ln w="24781">
              <a:solidFill>
                <a:srgbClr val="000080"/>
              </a:solidFill>
            </a:ln>
          </p:spPr>
          <p:txBody>
            <a:bodyPr wrap="square" lIns="0" tIns="0" rIns="0" bIns="0" rtlCol="0"/>
            <a:lstStyle/>
            <a:p/>
          </p:txBody>
        </p:sp>
        <p:sp>
          <p:nvSpPr>
            <p:cNvPr id="27" name="object 27" descr=""/>
            <p:cNvSpPr/>
            <p:nvPr/>
          </p:nvSpPr>
          <p:spPr>
            <a:xfrm>
              <a:off x="7951333" y="2003110"/>
              <a:ext cx="537845" cy="99060"/>
            </a:xfrm>
            <a:custGeom>
              <a:avLst/>
              <a:gdLst/>
              <a:ahLst/>
              <a:cxnLst/>
              <a:rect l="l" t="t" r="r" b="b"/>
              <a:pathLst>
                <a:path w="537845" h="99060">
                  <a:moveTo>
                    <a:pt x="324556" y="0"/>
                  </a:moveTo>
                  <a:lnTo>
                    <a:pt x="392023" y="49380"/>
                  </a:lnTo>
                  <a:lnTo>
                    <a:pt x="324556" y="98735"/>
                  </a:lnTo>
                  <a:lnTo>
                    <a:pt x="482755" y="62027"/>
                  </a:lnTo>
                  <a:lnTo>
                    <a:pt x="409778" y="62027"/>
                  </a:lnTo>
                  <a:lnTo>
                    <a:pt x="409778" y="43044"/>
                  </a:lnTo>
                  <a:lnTo>
                    <a:pt x="400901" y="36708"/>
                  </a:lnTo>
                  <a:lnTo>
                    <a:pt x="482673" y="36708"/>
                  </a:lnTo>
                  <a:lnTo>
                    <a:pt x="324556" y="0"/>
                  </a:lnTo>
                  <a:close/>
                </a:path>
                <a:path w="537845" h="99060">
                  <a:moveTo>
                    <a:pt x="374710" y="36708"/>
                  </a:moveTo>
                  <a:lnTo>
                    <a:pt x="8877" y="36708"/>
                  </a:lnTo>
                  <a:lnTo>
                    <a:pt x="0" y="43044"/>
                  </a:lnTo>
                  <a:lnTo>
                    <a:pt x="0" y="62027"/>
                  </a:lnTo>
                  <a:lnTo>
                    <a:pt x="374736" y="62027"/>
                  </a:lnTo>
                  <a:lnTo>
                    <a:pt x="392023" y="49380"/>
                  </a:lnTo>
                  <a:lnTo>
                    <a:pt x="374710" y="36708"/>
                  </a:lnTo>
                  <a:close/>
                </a:path>
                <a:path w="537845" h="99060">
                  <a:moveTo>
                    <a:pt x="482673" y="36708"/>
                  </a:moveTo>
                  <a:lnTo>
                    <a:pt x="400901" y="36708"/>
                  </a:lnTo>
                  <a:lnTo>
                    <a:pt x="409778" y="43044"/>
                  </a:lnTo>
                  <a:lnTo>
                    <a:pt x="409778" y="62027"/>
                  </a:lnTo>
                  <a:lnTo>
                    <a:pt x="482755" y="62027"/>
                  </a:lnTo>
                  <a:lnTo>
                    <a:pt x="537257" y="49380"/>
                  </a:lnTo>
                  <a:lnTo>
                    <a:pt x="482673" y="36708"/>
                  </a:lnTo>
                  <a:close/>
                </a:path>
              </a:pathLst>
            </a:custGeom>
            <a:solidFill>
              <a:srgbClr val="000080"/>
            </a:solidFill>
          </p:spPr>
          <p:txBody>
            <a:bodyPr wrap="square" lIns="0" tIns="0" rIns="0" bIns="0" rtlCol="0"/>
            <a:lstStyle/>
            <a:p/>
          </p:txBody>
        </p:sp>
        <p:sp>
          <p:nvSpPr>
            <p:cNvPr id="28" name="object 28" descr=""/>
            <p:cNvSpPr/>
            <p:nvPr/>
          </p:nvSpPr>
          <p:spPr>
            <a:xfrm>
              <a:off x="7951333" y="2003110"/>
              <a:ext cx="537845" cy="99060"/>
            </a:xfrm>
            <a:custGeom>
              <a:avLst/>
              <a:gdLst/>
              <a:ahLst/>
              <a:cxnLst/>
              <a:rect l="l" t="t" r="r" b="b"/>
              <a:pathLst>
                <a:path w="537845" h="99060">
                  <a:moveTo>
                    <a:pt x="17399" y="36708"/>
                  </a:moveTo>
                  <a:lnTo>
                    <a:pt x="392023" y="36708"/>
                  </a:lnTo>
                  <a:lnTo>
                    <a:pt x="400901" y="36708"/>
                  </a:lnTo>
                  <a:lnTo>
                    <a:pt x="409778" y="43044"/>
                  </a:lnTo>
                  <a:lnTo>
                    <a:pt x="409778" y="49380"/>
                  </a:lnTo>
                  <a:lnTo>
                    <a:pt x="409778" y="55691"/>
                  </a:lnTo>
                  <a:lnTo>
                    <a:pt x="409778" y="62027"/>
                  </a:lnTo>
                  <a:lnTo>
                    <a:pt x="400901" y="62027"/>
                  </a:lnTo>
                  <a:lnTo>
                    <a:pt x="392023" y="62027"/>
                  </a:lnTo>
                  <a:lnTo>
                    <a:pt x="17399" y="62027"/>
                  </a:lnTo>
                  <a:lnTo>
                    <a:pt x="8877" y="62027"/>
                  </a:lnTo>
                  <a:lnTo>
                    <a:pt x="0" y="62027"/>
                  </a:lnTo>
                  <a:lnTo>
                    <a:pt x="0" y="55691"/>
                  </a:lnTo>
                  <a:lnTo>
                    <a:pt x="0" y="49380"/>
                  </a:lnTo>
                  <a:lnTo>
                    <a:pt x="0" y="43044"/>
                  </a:lnTo>
                  <a:lnTo>
                    <a:pt x="8877" y="36708"/>
                  </a:lnTo>
                  <a:lnTo>
                    <a:pt x="17399" y="36708"/>
                  </a:lnTo>
                  <a:close/>
                </a:path>
                <a:path w="537845" h="99060">
                  <a:moveTo>
                    <a:pt x="392023" y="49380"/>
                  </a:moveTo>
                  <a:lnTo>
                    <a:pt x="324556" y="0"/>
                  </a:lnTo>
                  <a:lnTo>
                    <a:pt x="537257" y="49380"/>
                  </a:lnTo>
                  <a:lnTo>
                    <a:pt x="324556" y="98735"/>
                  </a:lnTo>
                  <a:lnTo>
                    <a:pt x="392023" y="49380"/>
                  </a:lnTo>
                  <a:close/>
                </a:path>
              </a:pathLst>
            </a:custGeom>
            <a:ln w="7574">
              <a:solidFill>
                <a:srgbClr val="000080"/>
              </a:solidFill>
            </a:ln>
          </p:spPr>
          <p:txBody>
            <a:bodyPr wrap="square" lIns="0" tIns="0" rIns="0" bIns="0" rtlCol="0"/>
            <a:lstStyle/>
            <a:p/>
          </p:txBody>
        </p:sp>
        <p:sp>
          <p:nvSpPr>
            <p:cNvPr id="29" name="object 29" descr=""/>
            <p:cNvSpPr/>
            <p:nvPr/>
          </p:nvSpPr>
          <p:spPr>
            <a:xfrm>
              <a:off x="2516297" y="1491114"/>
              <a:ext cx="597535" cy="719455"/>
            </a:xfrm>
            <a:custGeom>
              <a:avLst/>
              <a:gdLst/>
              <a:ahLst/>
              <a:cxnLst/>
              <a:rect l="l" t="t" r="r" b="b"/>
              <a:pathLst>
                <a:path w="597535" h="719455">
                  <a:moveTo>
                    <a:pt x="597232" y="0"/>
                  </a:moveTo>
                  <a:lnTo>
                    <a:pt x="0" y="0"/>
                  </a:lnTo>
                  <a:lnTo>
                    <a:pt x="0" y="718958"/>
                  </a:lnTo>
                  <a:lnTo>
                    <a:pt x="597232" y="718958"/>
                  </a:lnTo>
                  <a:lnTo>
                    <a:pt x="597232" y="0"/>
                  </a:lnTo>
                  <a:close/>
                </a:path>
              </a:pathLst>
            </a:custGeom>
            <a:solidFill>
              <a:srgbClr val="FFFF99"/>
            </a:solidFill>
          </p:spPr>
          <p:txBody>
            <a:bodyPr wrap="square" lIns="0" tIns="0" rIns="0" bIns="0" rtlCol="0"/>
            <a:lstStyle/>
            <a:p/>
          </p:txBody>
        </p:sp>
        <p:sp>
          <p:nvSpPr>
            <p:cNvPr id="30" name="object 30" descr=""/>
            <p:cNvSpPr/>
            <p:nvPr/>
          </p:nvSpPr>
          <p:spPr>
            <a:xfrm>
              <a:off x="2516297" y="1491114"/>
              <a:ext cx="597535" cy="719455"/>
            </a:xfrm>
            <a:custGeom>
              <a:avLst/>
              <a:gdLst/>
              <a:ahLst/>
              <a:cxnLst/>
              <a:rect l="l" t="t" r="r" b="b"/>
              <a:pathLst>
                <a:path w="597535" h="719455">
                  <a:moveTo>
                    <a:pt x="0" y="718958"/>
                  </a:moveTo>
                  <a:lnTo>
                    <a:pt x="597232" y="718958"/>
                  </a:lnTo>
                  <a:lnTo>
                    <a:pt x="597232" y="0"/>
                  </a:lnTo>
                  <a:lnTo>
                    <a:pt x="0" y="0"/>
                  </a:lnTo>
                  <a:lnTo>
                    <a:pt x="0" y="718958"/>
                  </a:lnTo>
                  <a:close/>
                </a:path>
              </a:pathLst>
            </a:custGeom>
            <a:ln w="22616">
              <a:solidFill>
                <a:srgbClr val="000000"/>
              </a:solidFill>
            </a:ln>
          </p:spPr>
          <p:txBody>
            <a:bodyPr wrap="square" lIns="0" tIns="0" rIns="0" bIns="0" rtlCol="0"/>
            <a:lstStyle/>
            <a:p/>
          </p:txBody>
        </p:sp>
        <p:sp>
          <p:nvSpPr>
            <p:cNvPr id="31" name="object 31" descr=""/>
            <p:cNvSpPr/>
            <p:nvPr/>
          </p:nvSpPr>
          <p:spPr>
            <a:xfrm>
              <a:off x="4008083" y="1491114"/>
              <a:ext cx="597535" cy="719455"/>
            </a:xfrm>
            <a:custGeom>
              <a:avLst/>
              <a:gdLst/>
              <a:ahLst/>
              <a:cxnLst/>
              <a:rect l="l" t="t" r="r" b="b"/>
              <a:pathLst>
                <a:path w="597535" h="719455">
                  <a:moveTo>
                    <a:pt x="597232" y="0"/>
                  </a:moveTo>
                  <a:lnTo>
                    <a:pt x="0" y="0"/>
                  </a:lnTo>
                  <a:lnTo>
                    <a:pt x="0" y="718958"/>
                  </a:lnTo>
                  <a:lnTo>
                    <a:pt x="597232" y="718958"/>
                  </a:lnTo>
                  <a:lnTo>
                    <a:pt x="597232" y="0"/>
                  </a:lnTo>
                  <a:close/>
                </a:path>
              </a:pathLst>
            </a:custGeom>
            <a:solidFill>
              <a:srgbClr val="CCFFCC"/>
            </a:solidFill>
          </p:spPr>
          <p:txBody>
            <a:bodyPr wrap="square" lIns="0" tIns="0" rIns="0" bIns="0" rtlCol="0"/>
            <a:lstStyle/>
            <a:p/>
          </p:txBody>
        </p:sp>
        <p:sp>
          <p:nvSpPr>
            <p:cNvPr id="32" name="object 32" descr=""/>
            <p:cNvSpPr/>
            <p:nvPr/>
          </p:nvSpPr>
          <p:spPr>
            <a:xfrm>
              <a:off x="4008083" y="1491114"/>
              <a:ext cx="597535" cy="719455"/>
            </a:xfrm>
            <a:custGeom>
              <a:avLst/>
              <a:gdLst/>
              <a:ahLst/>
              <a:cxnLst/>
              <a:rect l="l" t="t" r="r" b="b"/>
              <a:pathLst>
                <a:path w="597535" h="719455">
                  <a:moveTo>
                    <a:pt x="0" y="718958"/>
                  </a:moveTo>
                  <a:lnTo>
                    <a:pt x="597232" y="718958"/>
                  </a:lnTo>
                  <a:lnTo>
                    <a:pt x="597232" y="0"/>
                  </a:lnTo>
                  <a:lnTo>
                    <a:pt x="0" y="0"/>
                  </a:lnTo>
                  <a:lnTo>
                    <a:pt x="0" y="718958"/>
                  </a:lnTo>
                  <a:close/>
                </a:path>
              </a:pathLst>
            </a:custGeom>
            <a:ln w="22616">
              <a:solidFill>
                <a:srgbClr val="000000"/>
              </a:solidFill>
            </a:ln>
          </p:spPr>
          <p:txBody>
            <a:bodyPr wrap="square" lIns="0" tIns="0" rIns="0" bIns="0" rtlCol="0"/>
            <a:lstStyle/>
            <a:p/>
          </p:txBody>
        </p:sp>
        <p:sp>
          <p:nvSpPr>
            <p:cNvPr id="33" name="object 33" descr=""/>
            <p:cNvSpPr/>
            <p:nvPr/>
          </p:nvSpPr>
          <p:spPr>
            <a:xfrm>
              <a:off x="5499762" y="1491114"/>
              <a:ext cx="596900" cy="719455"/>
            </a:xfrm>
            <a:custGeom>
              <a:avLst/>
              <a:gdLst/>
              <a:ahLst/>
              <a:cxnLst/>
              <a:rect l="l" t="t" r="r" b="b"/>
              <a:pathLst>
                <a:path w="596900" h="719455">
                  <a:moveTo>
                    <a:pt x="596345" y="0"/>
                  </a:moveTo>
                  <a:lnTo>
                    <a:pt x="0" y="0"/>
                  </a:lnTo>
                  <a:lnTo>
                    <a:pt x="0" y="718958"/>
                  </a:lnTo>
                  <a:lnTo>
                    <a:pt x="596345" y="718958"/>
                  </a:lnTo>
                  <a:lnTo>
                    <a:pt x="596345" y="0"/>
                  </a:lnTo>
                  <a:close/>
                </a:path>
              </a:pathLst>
            </a:custGeom>
            <a:solidFill>
              <a:srgbClr val="CCFFFF"/>
            </a:solidFill>
          </p:spPr>
          <p:txBody>
            <a:bodyPr wrap="square" lIns="0" tIns="0" rIns="0" bIns="0" rtlCol="0"/>
            <a:lstStyle/>
            <a:p/>
          </p:txBody>
        </p:sp>
        <p:sp>
          <p:nvSpPr>
            <p:cNvPr id="34" name="object 34" descr=""/>
            <p:cNvSpPr/>
            <p:nvPr/>
          </p:nvSpPr>
          <p:spPr>
            <a:xfrm>
              <a:off x="5499762" y="1491114"/>
              <a:ext cx="596900" cy="719455"/>
            </a:xfrm>
            <a:custGeom>
              <a:avLst/>
              <a:gdLst/>
              <a:ahLst/>
              <a:cxnLst/>
              <a:rect l="l" t="t" r="r" b="b"/>
              <a:pathLst>
                <a:path w="596900" h="719455">
                  <a:moveTo>
                    <a:pt x="0" y="718958"/>
                  </a:moveTo>
                  <a:lnTo>
                    <a:pt x="596345" y="718958"/>
                  </a:lnTo>
                  <a:lnTo>
                    <a:pt x="596345" y="0"/>
                  </a:lnTo>
                  <a:lnTo>
                    <a:pt x="0" y="0"/>
                  </a:lnTo>
                  <a:lnTo>
                    <a:pt x="0" y="718958"/>
                  </a:lnTo>
                  <a:close/>
                </a:path>
              </a:pathLst>
            </a:custGeom>
            <a:ln w="22621">
              <a:solidFill>
                <a:srgbClr val="000000"/>
              </a:solidFill>
            </a:ln>
          </p:spPr>
          <p:txBody>
            <a:bodyPr wrap="square" lIns="0" tIns="0" rIns="0" bIns="0" rtlCol="0"/>
            <a:lstStyle/>
            <a:p/>
          </p:txBody>
        </p:sp>
        <p:sp>
          <p:nvSpPr>
            <p:cNvPr id="35" name="object 35" descr=""/>
            <p:cNvSpPr/>
            <p:nvPr/>
          </p:nvSpPr>
          <p:spPr>
            <a:xfrm>
              <a:off x="6991513" y="1491115"/>
              <a:ext cx="596900" cy="719455"/>
            </a:xfrm>
            <a:custGeom>
              <a:avLst/>
              <a:gdLst/>
              <a:ahLst/>
              <a:cxnLst/>
              <a:rect l="l" t="t" r="r" b="b"/>
              <a:pathLst>
                <a:path w="596900" h="719455">
                  <a:moveTo>
                    <a:pt x="596345" y="0"/>
                  </a:moveTo>
                  <a:lnTo>
                    <a:pt x="0" y="0"/>
                  </a:lnTo>
                  <a:lnTo>
                    <a:pt x="0" y="718958"/>
                  </a:lnTo>
                  <a:lnTo>
                    <a:pt x="596345" y="718958"/>
                  </a:lnTo>
                  <a:lnTo>
                    <a:pt x="596345" y="0"/>
                  </a:lnTo>
                  <a:close/>
                </a:path>
              </a:pathLst>
            </a:custGeom>
            <a:solidFill>
              <a:srgbClr val="FFCC99"/>
            </a:solidFill>
          </p:spPr>
          <p:txBody>
            <a:bodyPr wrap="square" lIns="0" tIns="0" rIns="0" bIns="0" rtlCol="0"/>
            <a:lstStyle/>
            <a:p/>
          </p:txBody>
        </p:sp>
        <p:sp>
          <p:nvSpPr>
            <p:cNvPr id="36" name="object 36" descr=""/>
            <p:cNvSpPr/>
            <p:nvPr/>
          </p:nvSpPr>
          <p:spPr>
            <a:xfrm>
              <a:off x="6991513" y="1491115"/>
              <a:ext cx="596900" cy="719455"/>
            </a:xfrm>
            <a:custGeom>
              <a:avLst/>
              <a:gdLst/>
              <a:ahLst/>
              <a:cxnLst/>
              <a:rect l="l" t="t" r="r" b="b"/>
              <a:pathLst>
                <a:path w="596900" h="719455">
                  <a:moveTo>
                    <a:pt x="0" y="718958"/>
                  </a:moveTo>
                  <a:lnTo>
                    <a:pt x="596345" y="718958"/>
                  </a:lnTo>
                  <a:lnTo>
                    <a:pt x="596345" y="0"/>
                  </a:lnTo>
                  <a:lnTo>
                    <a:pt x="0" y="0"/>
                  </a:lnTo>
                  <a:lnTo>
                    <a:pt x="0" y="718958"/>
                  </a:lnTo>
                  <a:close/>
                </a:path>
              </a:pathLst>
            </a:custGeom>
            <a:ln w="22621">
              <a:solidFill>
                <a:srgbClr val="000000"/>
              </a:solidFill>
            </a:ln>
          </p:spPr>
          <p:txBody>
            <a:bodyPr wrap="square" lIns="0" tIns="0" rIns="0" bIns="0" rtlCol="0"/>
            <a:lstStyle/>
            <a:p/>
          </p:txBody>
        </p:sp>
        <p:sp>
          <p:nvSpPr>
            <p:cNvPr id="37" name="object 37" descr=""/>
            <p:cNvSpPr/>
            <p:nvPr/>
          </p:nvSpPr>
          <p:spPr>
            <a:xfrm>
              <a:off x="3488260" y="1329710"/>
              <a:ext cx="1492250" cy="316865"/>
            </a:xfrm>
            <a:custGeom>
              <a:avLst/>
              <a:gdLst/>
              <a:ahLst/>
              <a:cxnLst/>
              <a:rect l="l" t="t" r="r" b="b"/>
              <a:pathLst>
                <a:path w="1492250" h="316864">
                  <a:moveTo>
                    <a:pt x="0" y="0"/>
                  </a:moveTo>
                  <a:lnTo>
                    <a:pt x="0" y="316447"/>
                  </a:lnTo>
                </a:path>
                <a:path w="1492250" h="316864">
                  <a:moveTo>
                    <a:pt x="0" y="0"/>
                  </a:moveTo>
                  <a:lnTo>
                    <a:pt x="1491750" y="0"/>
                  </a:lnTo>
                </a:path>
                <a:path w="1492250" h="316864">
                  <a:moveTo>
                    <a:pt x="1491750" y="0"/>
                  </a:moveTo>
                  <a:lnTo>
                    <a:pt x="1491750" y="316447"/>
                  </a:lnTo>
                </a:path>
              </a:pathLst>
            </a:custGeom>
            <a:ln w="29542">
              <a:solidFill>
                <a:srgbClr val="0000FF"/>
              </a:solidFill>
            </a:ln>
          </p:spPr>
          <p:txBody>
            <a:bodyPr wrap="square" lIns="0" tIns="0" rIns="0" bIns="0" rtlCol="0"/>
            <a:lstStyle/>
            <a:p/>
          </p:txBody>
        </p:sp>
        <p:sp>
          <p:nvSpPr>
            <p:cNvPr id="38" name="object 38" descr=""/>
            <p:cNvSpPr/>
            <p:nvPr/>
          </p:nvSpPr>
          <p:spPr>
            <a:xfrm>
              <a:off x="5056534" y="2048694"/>
              <a:ext cx="2907030" cy="322580"/>
            </a:xfrm>
            <a:custGeom>
              <a:avLst/>
              <a:gdLst/>
              <a:ahLst/>
              <a:cxnLst/>
              <a:rect l="l" t="t" r="r" b="b"/>
              <a:pathLst>
                <a:path w="2907029" h="322580">
                  <a:moveTo>
                    <a:pt x="0" y="0"/>
                  </a:moveTo>
                  <a:lnTo>
                    <a:pt x="0" y="322142"/>
                  </a:lnTo>
                </a:path>
                <a:path w="2907029" h="322580">
                  <a:moveTo>
                    <a:pt x="0" y="322142"/>
                  </a:moveTo>
                  <a:lnTo>
                    <a:pt x="2906872" y="322142"/>
                  </a:lnTo>
                </a:path>
                <a:path w="2907029" h="322580">
                  <a:moveTo>
                    <a:pt x="2906872" y="322142"/>
                  </a:moveTo>
                  <a:lnTo>
                    <a:pt x="2906871" y="0"/>
                  </a:lnTo>
                </a:path>
              </a:pathLst>
            </a:custGeom>
            <a:ln w="29542">
              <a:solidFill>
                <a:srgbClr val="000080"/>
              </a:solidFill>
            </a:ln>
          </p:spPr>
          <p:txBody>
            <a:bodyPr wrap="square" lIns="0" tIns="0" rIns="0" bIns="0" rtlCol="0"/>
            <a:lstStyle/>
            <a:p/>
          </p:txBody>
        </p:sp>
      </p:grpSp>
      <p:grpSp>
        <p:nvGrpSpPr>
          <p:cNvPr id="39" name="object 39" descr=""/>
          <p:cNvGrpSpPr/>
          <p:nvPr/>
        </p:nvGrpSpPr>
        <p:grpSpPr>
          <a:xfrm>
            <a:off x="9065275" y="1596389"/>
            <a:ext cx="697230" cy="113030"/>
            <a:chOff x="9065275" y="1596389"/>
            <a:chExt cx="697230" cy="113030"/>
          </a:xfrm>
        </p:grpSpPr>
        <p:sp>
          <p:nvSpPr>
            <p:cNvPr id="40" name="object 40" descr=""/>
            <p:cNvSpPr/>
            <p:nvPr/>
          </p:nvSpPr>
          <p:spPr>
            <a:xfrm>
              <a:off x="9068459" y="1599958"/>
              <a:ext cx="690880" cy="106045"/>
            </a:xfrm>
            <a:custGeom>
              <a:avLst/>
              <a:gdLst/>
              <a:ahLst/>
              <a:cxnLst/>
              <a:rect l="l" t="t" r="r" b="b"/>
              <a:pathLst>
                <a:path w="690879" h="106044">
                  <a:moveTo>
                    <a:pt x="477601" y="0"/>
                  </a:moveTo>
                  <a:lnTo>
                    <a:pt x="545069" y="49996"/>
                  </a:lnTo>
                  <a:lnTo>
                    <a:pt x="477601" y="105687"/>
                  </a:lnTo>
                  <a:lnTo>
                    <a:pt x="620153" y="68363"/>
                  </a:lnTo>
                  <a:lnTo>
                    <a:pt x="545069" y="68363"/>
                  </a:lnTo>
                  <a:lnTo>
                    <a:pt x="553946" y="62027"/>
                  </a:lnTo>
                  <a:lnTo>
                    <a:pt x="562824" y="62027"/>
                  </a:lnTo>
                  <a:lnTo>
                    <a:pt x="562824" y="43685"/>
                  </a:lnTo>
                  <a:lnTo>
                    <a:pt x="553946" y="43685"/>
                  </a:lnTo>
                  <a:lnTo>
                    <a:pt x="545069" y="37349"/>
                  </a:lnTo>
                  <a:lnTo>
                    <a:pt x="636500" y="37349"/>
                  </a:lnTo>
                  <a:lnTo>
                    <a:pt x="477601" y="0"/>
                  </a:lnTo>
                  <a:close/>
                </a:path>
                <a:path w="690879" h="106044">
                  <a:moveTo>
                    <a:pt x="528003" y="37349"/>
                  </a:moveTo>
                  <a:lnTo>
                    <a:pt x="16689" y="37349"/>
                  </a:lnTo>
                  <a:lnTo>
                    <a:pt x="8522" y="43685"/>
                  </a:lnTo>
                  <a:lnTo>
                    <a:pt x="0" y="49996"/>
                  </a:lnTo>
                  <a:lnTo>
                    <a:pt x="0" y="55691"/>
                  </a:lnTo>
                  <a:lnTo>
                    <a:pt x="8522" y="62027"/>
                  </a:lnTo>
                  <a:lnTo>
                    <a:pt x="16689" y="68363"/>
                  </a:lnTo>
                  <a:lnTo>
                    <a:pt x="522818" y="68363"/>
                  </a:lnTo>
                  <a:lnTo>
                    <a:pt x="545069" y="49996"/>
                  </a:lnTo>
                  <a:lnTo>
                    <a:pt x="528003" y="37349"/>
                  </a:lnTo>
                  <a:close/>
                </a:path>
                <a:path w="690879" h="106044">
                  <a:moveTo>
                    <a:pt x="636500" y="37349"/>
                  </a:moveTo>
                  <a:lnTo>
                    <a:pt x="545069" y="37349"/>
                  </a:lnTo>
                  <a:lnTo>
                    <a:pt x="553946" y="43685"/>
                  </a:lnTo>
                  <a:lnTo>
                    <a:pt x="562824" y="43685"/>
                  </a:lnTo>
                  <a:lnTo>
                    <a:pt x="562824" y="62027"/>
                  </a:lnTo>
                  <a:lnTo>
                    <a:pt x="553946" y="62027"/>
                  </a:lnTo>
                  <a:lnTo>
                    <a:pt x="545069" y="68363"/>
                  </a:lnTo>
                  <a:lnTo>
                    <a:pt x="620153" y="68363"/>
                  </a:lnTo>
                  <a:lnTo>
                    <a:pt x="690303" y="49996"/>
                  </a:lnTo>
                  <a:lnTo>
                    <a:pt x="636500" y="37349"/>
                  </a:lnTo>
                  <a:close/>
                </a:path>
              </a:pathLst>
            </a:custGeom>
            <a:solidFill>
              <a:srgbClr val="0000FF"/>
            </a:solidFill>
          </p:spPr>
          <p:txBody>
            <a:bodyPr wrap="square" lIns="0" tIns="0" rIns="0" bIns="0" rtlCol="0"/>
            <a:lstStyle/>
            <a:p/>
          </p:txBody>
        </p:sp>
        <p:sp>
          <p:nvSpPr>
            <p:cNvPr id="41" name="object 41" descr=""/>
            <p:cNvSpPr/>
            <p:nvPr/>
          </p:nvSpPr>
          <p:spPr>
            <a:xfrm>
              <a:off x="9068459" y="1599958"/>
              <a:ext cx="690880" cy="106045"/>
            </a:xfrm>
            <a:custGeom>
              <a:avLst/>
              <a:gdLst/>
              <a:ahLst/>
              <a:cxnLst/>
              <a:rect l="l" t="t" r="r" b="b"/>
              <a:pathLst>
                <a:path w="690879" h="106044">
                  <a:moveTo>
                    <a:pt x="16689" y="37349"/>
                  </a:moveTo>
                  <a:lnTo>
                    <a:pt x="545069" y="37349"/>
                  </a:lnTo>
                  <a:lnTo>
                    <a:pt x="553946" y="43685"/>
                  </a:lnTo>
                  <a:lnTo>
                    <a:pt x="562824" y="43685"/>
                  </a:lnTo>
                  <a:lnTo>
                    <a:pt x="562824" y="49996"/>
                  </a:lnTo>
                  <a:lnTo>
                    <a:pt x="562824" y="55691"/>
                  </a:lnTo>
                  <a:lnTo>
                    <a:pt x="562824" y="62027"/>
                  </a:lnTo>
                  <a:lnTo>
                    <a:pt x="553946" y="62027"/>
                  </a:lnTo>
                  <a:lnTo>
                    <a:pt x="545069" y="68363"/>
                  </a:lnTo>
                  <a:lnTo>
                    <a:pt x="16689" y="68363"/>
                  </a:lnTo>
                  <a:lnTo>
                    <a:pt x="8522" y="62027"/>
                  </a:lnTo>
                  <a:lnTo>
                    <a:pt x="0" y="55691"/>
                  </a:lnTo>
                  <a:lnTo>
                    <a:pt x="0" y="49996"/>
                  </a:lnTo>
                  <a:lnTo>
                    <a:pt x="8522" y="43685"/>
                  </a:lnTo>
                  <a:lnTo>
                    <a:pt x="16689" y="37349"/>
                  </a:lnTo>
                  <a:close/>
                </a:path>
                <a:path w="690879" h="106044">
                  <a:moveTo>
                    <a:pt x="545069" y="49996"/>
                  </a:moveTo>
                  <a:lnTo>
                    <a:pt x="477601" y="0"/>
                  </a:lnTo>
                  <a:lnTo>
                    <a:pt x="690303" y="49996"/>
                  </a:lnTo>
                  <a:lnTo>
                    <a:pt x="477601" y="105687"/>
                  </a:lnTo>
                  <a:lnTo>
                    <a:pt x="545069" y="49996"/>
                  </a:lnTo>
                  <a:close/>
                </a:path>
              </a:pathLst>
            </a:custGeom>
            <a:ln w="7574">
              <a:solidFill>
                <a:srgbClr val="0000FF"/>
              </a:solidFill>
            </a:ln>
          </p:spPr>
          <p:txBody>
            <a:bodyPr wrap="square" lIns="0" tIns="0" rIns="0" bIns="0" rtlCol="0"/>
            <a:lstStyle/>
            <a:p/>
          </p:txBody>
        </p:sp>
      </p:grpSp>
      <p:grpSp>
        <p:nvGrpSpPr>
          <p:cNvPr id="42" name="object 42" descr=""/>
          <p:cNvGrpSpPr/>
          <p:nvPr/>
        </p:nvGrpSpPr>
        <p:grpSpPr>
          <a:xfrm>
            <a:off x="9065277" y="1999576"/>
            <a:ext cx="697230" cy="106045"/>
            <a:chOff x="9065277" y="1999576"/>
            <a:chExt cx="697230" cy="106045"/>
          </a:xfrm>
        </p:grpSpPr>
        <p:sp>
          <p:nvSpPr>
            <p:cNvPr id="43" name="object 43" descr=""/>
            <p:cNvSpPr/>
            <p:nvPr/>
          </p:nvSpPr>
          <p:spPr>
            <a:xfrm>
              <a:off x="9068459" y="2003110"/>
              <a:ext cx="690880" cy="99060"/>
            </a:xfrm>
            <a:custGeom>
              <a:avLst/>
              <a:gdLst/>
              <a:ahLst/>
              <a:cxnLst/>
              <a:rect l="l" t="t" r="r" b="b"/>
              <a:pathLst>
                <a:path w="690879" h="99060">
                  <a:moveTo>
                    <a:pt x="477601" y="0"/>
                  </a:moveTo>
                  <a:lnTo>
                    <a:pt x="545069" y="49380"/>
                  </a:lnTo>
                  <a:lnTo>
                    <a:pt x="477601" y="98735"/>
                  </a:lnTo>
                  <a:lnTo>
                    <a:pt x="635801" y="62027"/>
                  </a:lnTo>
                  <a:lnTo>
                    <a:pt x="562824" y="62027"/>
                  </a:lnTo>
                  <a:lnTo>
                    <a:pt x="562824" y="43044"/>
                  </a:lnTo>
                  <a:lnTo>
                    <a:pt x="553946" y="36708"/>
                  </a:lnTo>
                  <a:lnTo>
                    <a:pt x="635718" y="36708"/>
                  </a:lnTo>
                  <a:lnTo>
                    <a:pt x="477601" y="0"/>
                  </a:lnTo>
                  <a:close/>
                </a:path>
                <a:path w="690879" h="99060">
                  <a:moveTo>
                    <a:pt x="527755" y="36708"/>
                  </a:moveTo>
                  <a:lnTo>
                    <a:pt x="8522" y="36708"/>
                  </a:lnTo>
                  <a:lnTo>
                    <a:pt x="8522" y="43044"/>
                  </a:lnTo>
                  <a:lnTo>
                    <a:pt x="0" y="43044"/>
                  </a:lnTo>
                  <a:lnTo>
                    <a:pt x="0" y="55691"/>
                  </a:lnTo>
                  <a:lnTo>
                    <a:pt x="8522" y="62027"/>
                  </a:lnTo>
                  <a:lnTo>
                    <a:pt x="527781" y="62027"/>
                  </a:lnTo>
                  <a:lnTo>
                    <a:pt x="545069" y="49380"/>
                  </a:lnTo>
                  <a:lnTo>
                    <a:pt x="527755" y="36708"/>
                  </a:lnTo>
                  <a:close/>
                </a:path>
                <a:path w="690879" h="99060">
                  <a:moveTo>
                    <a:pt x="635718" y="36708"/>
                  </a:moveTo>
                  <a:lnTo>
                    <a:pt x="553946" y="36708"/>
                  </a:lnTo>
                  <a:lnTo>
                    <a:pt x="562824" y="43044"/>
                  </a:lnTo>
                  <a:lnTo>
                    <a:pt x="562824" y="62027"/>
                  </a:lnTo>
                  <a:lnTo>
                    <a:pt x="635801" y="62027"/>
                  </a:lnTo>
                  <a:lnTo>
                    <a:pt x="690303" y="49380"/>
                  </a:lnTo>
                  <a:lnTo>
                    <a:pt x="635718" y="36708"/>
                  </a:lnTo>
                  <a:close/>
                </a:path>
              </a:pathLst>
            </a:custGeom>
            <a:solidFill>
              <a:srgbClr val="000080"/>
            </a:solidFill>
          </p:spPr>
          <p:txBody>
            <a:bodyPr wrap="square" lIns="0" tIns="0" rIns="0" bIns="0" rtlCol="0"/>
            <a:lstStyle/>
            <a:p/>
          </p:txBody>
        </p:sp>
        <p:sp>
          <p:nvSpPr>
            <p:cNvPr id="44" name="object 44" descr=""/>
            <p:cNvSpPr/>
            <p:nvPr/>
          </p:nvSpPr>
          <p:spPr>
            <a:xfrm>
              <a:off x="9068459" y="2003110"/>
              <a:ext cx="690880" cy="99060"/>
            </a:xfrm>
            <a:custGeom>
              <a:avLst/>
              <a:gdLst/>
              <a:ahLst/>
              <a:cxnLst/>
              <a:rect l="l" t="t" r="r" b="b"/>
              <a:pathLst>
                <a:path w="690879" h="99060">
                  <a:moveTo>
                    <a:pt x="16689" y="36708"/>
                  </a:moveTo>
                  <a:lnTo>
                    <a:pt x="545069" y="36708"/>
                  </a:lnTo>
                  <a:lnTo>
                    <a:pt x="553946" y="36708"/>
                  </a:lnTo>
                  <a:lnTo>
                    <a:pt x="562824" y="43044"/>
                  </a:lnTo>
                  <a:lnTo>
                    <a:pt x="562824" y="49380"/>
                  </a:lnTo>
                  <a:lnTo>
                    <a:pt x="562824" y="55691"/>
                  </a:lnTo>
                  <a:lnTo>
                    <a:pt x="562824" y="62027"/>
                  </a:lnTo>
                  <a:lnTo>
                    <a:pt x="553946" y="62027"/>
                  </a:lnTo>
                  <a:lnTo>
                    <a:pt x="545069" y="62027"/>
                  </a:lnTo>
                  <a:lnTo>
                    <a:pt x="16689" y="62027"/>
                  </a:lnTo>
                  <a:lnTo>
                    <a:pt x="8522" y="62027"/>
                  </a:lnTo>
                  <a:lnTo>
                    <a:pt x="0" y="55691"/>
                  </a:lnTo>
                  <a:lnTo>
                    <a:pt x="0" y="49380"/>
                  </a:lnTo>
                  <a:lnTo>
                    <a:pt x="0" y="43044"/>
                  </a:lnTo>
                  <a:lnTo>
                    <a:pt x="8522" y="43044"/>
                  </a:lnTo>
                  <a:lnTo>
                    <a:pt x="8522" y="36708"/>
                  </a:lnTo>
                  <a:lnTo>
                    <a:pt x="16689" y="36708"/>
                  </a:lnTo>
                  <a:close/>
                </a:path>
                <a:path w="690879" h="99060">
                  <a:moveTo>
                    <a:pt x="545069" y="49380"/>
                  </a:moveTo>
                  <a:lnTo>
                    <a:pt x="477601" y="0"/>
                  </a:lnTo>
                  <a:lnTo>
                    <a:pt x="690303" y="49380"/>
                  </a:lnTo>
                  <a:lnTo>
                    <a:pt x="477601" y="98735"/>
                  </a:lnTo>
                  <a:lnTo>
                    <a:pt x="545069" y="49380"/>
                  </a:lnTo>
                  <a:close/>
                </a:path>
              </a:pathLst>
            </a:custGeom>
            <a:ln w="7574">
              <a:solidFill>
                <a:srgbClr val="000080"/>
              </a:solidFill>
            </a:ln>
          </p:spPr>
          <p:txBody>
            <a:bodyPr wrap="square" lIns="0" tIns="0" rIns="0" bIns="0" rtlCol="0"/>
            <a:lstStyle/>
            <a:p/>
          </p:txBody>
        </p:sp>
      </p:grpSp>
      <p:sp>
        <p:nvSpPr>
          <p:cNvPr id="45" name="object 45" descr=""/>
          <p:cNvSpPr txBox="1"/>
          <p:nvPr/>
        </p:nvSpPr>
        <p:spPr>
          <a:xfrm>
            <a:off x="2716476" y="1669088"/>
            <a:ext cx="215265" cy="354330"/>
          </a:xfrm>
          <a:prstGeom prst="rect">
            <a:avLst/>
          </a:prstGeom>
        </p:spPr>
        <p:txBody>
          <a:bodyPr wrap="square" lIns="0" tIns="13335" rIns="0" bIns="0" rtlCol="0" vert="horz">
            <a:spAutoFit/>
          </a:bodyPr>
          <a:lstStyle/>
          <a:p>
            <a:pPr marL="12700">
              <a:lnSpc>
                <a:spcPct val="100000"/>
              </a:lnSpc>
              <a:spcBef>
                <a:spcPts val="105"/>
              </a:spcBef>
            </a:pPr>
            <a:r>
              <a:rPr dirty="0" sz="2150" spc="355" b="1">
                <a:latin typeface="Times New Roman"/>
                <a:cs typeface="Times New Roman"/>
              </a:rPr>
              <a:t>1</a:t>
            </a:r>
            <a:endParaRPr sz="2150">
              <a:latin typeface="Times New Roman"/>
              <a:cs typeface="Times New Roman"/>
            </a:endParaRPr>
          </a:p>
        </p:txBody>
      </p:sp>
      <p:sp>
        <p:nvSpPr>
          <p:cNvPr id="46" name="object 46" descr=""/>
          <p:cNvSpPr txBox="1"/>
          <p:nvPr/>
        </p:nvSpPr>
        <p:spPr>
          <a:xfrm>
            <a:off x="4208226" y="1675425"/>
            <a:ext cx="215265" cy="354330"/>
          </a:xfrm>
          <a:prstGeom prst="rect">
            <a:avLst/>
          </a:prstGeom>
        </p:spPr>
        <p:txBody>
          <a:bodyPr wrap="square" lIns="0" tIns="13335" rIns="0" bIns="0" rtlCol="0" vert="horz">
            <a:spAutoFit/>
          </a:bodyPr>
          <a:lstStyle/>
          <a:p>
            <a:pPr marL="12700">
              <a:lnSpc>
                <a:spcPct val="100000"/>
              </a:lnSpc>
              <a:spcBef>
                <a:spcPts val="105"/>
              </a:spcBef>
            </a:pPr>
            <a:r>
              <a:rPr dirty="0" sz="2150" spc="355" b="1">
                <a:latin typeface="Times New Roman"/>
                <a:cs typeface="Times New Roman"/>
              </a:rPr>
              <a:t>2</a:t>
            </a:r>
            <a:endParaRPr sz="2150">
              <a:latin typeface="Times New Roman"/>
              <a:cs typeface="Times New Roman"/>
            </a:endParaRPr>
          </a:p>
        </p:txBody>
      </p:sp>
      <p:sp>
        <p:nvSpPr>
          <p:cNvPr id="47" name="object 47" descr=""/>
          <p:cNvSpPr txBox="1"/>
          <p:nvPr/>
        </p:nvSpPr>
        <p:spPr>
          <a:xfrm>
            <a:off x="5691952" y="1675425"/>
            <a:ext cx="215265" cy="354330"/>
          </a:xfrm>
          <a:prstGeom prst="rect">
            <a:avLst/>
          </a:prstGeom>
        </p:spPr>
        <p:txBody>
          <a:bodyPr wrap="square" lIns="0" tIns="13335" rIns="0" bIns="0" rtlCol="0" vert="horz">
            <a:spAutoFit/>
          </a:bodyPr>
          <a:lstStyle/>
          <a:p>
            <a:pPr marL="12700">
              <a:lnSpc>
                <a:spcPct val="100000"/>
              </a:lnSpc>
              <a:spcBef>
                <a:spcPts val="105"/>
              </a:spcBef>
            </a:pPr>
            <a:r>
              <a:rPr dirty="0" sz="2150" spc="355" b="1">
                <a:latin typeface="Times New Roman"/>
                <a:cs typeface="Times New Roman"/>
              </a:rPr>
              <a:t>3</a:t>
            </a:r>
            <a:endParaRPr sz="2150">
              <a:latin typeface="Times New Roman"/>
              <a:cs typeface="Times New Roman"/>
            </a:endParaRPr>
          </a:p>
        </p:txBody>
      </p:sp>
      <p:sp>
        <p:nvSpPr>
          <p:cNvPr id="48" name="object 48" descr=""/>
          <p:cNvSpPr txBox="1"/>
          <p:nvPr/>
        </p:nvSpPr>
        <p:spPr>
          <a:xfrm>
            <a:off x="7200747" y="1675425"/>
            <a:ext cx="215265" cy="354330"/>
          </a:xfrm>
          <a:prstGeom prst="rect">
            <a:avLst/>
          </a:prstGeom>
        </p:spPr>
        <p:txBody>
          <a:bodyPr wrap="square" lIns="0" tIns="13335" rIns="0" bIns="0" rtlCol="0" vert="horz">
            <a:spAutoFit/>
          </a:bodyPr>
          <a:lstStyle/>
          <a:p>
            <a:pPr marL="12700">
              <a:lnSpc>
                <a:spcPct val="100000"/>
              </a:lnSpc>
              <a:spcBef>
                <a:spcPts val="105"/>
              </a:spcBef>
            </a:pPr>
            <a:r>
              <a:rPr dirty="0" sz="2150" spc="355" b="1">
                <a:latin typeface="Times New Roman"/>
                <a:cs typeface="Times New Roman"/>
              </a:rPr>
              <a:t>4</a:t>
            </a:r>
            <a:endParaRPr sz="2150">
              <a:latin typeface="Times New Roman"/>
              <a:cs typeface="Times New Roman"/>
            </a:endParaRPr>
          </a:p>
        </p:txBody>
      </p:sp>
      <p:sp>
        <p:nvSpPr>
          <p:cNvPr id="49" name="object 49" descr=""/>
          <p:cNvSpPr txBox="1"/>
          <p:nvPr/>
        </p:nvSpPr>
        <p:spPr>
          <a:xfrm>
            <a:off x="8483264" y="1491115"/>
            <a:ext cx="596900" cy="719455"/>
          </a:xfrm>
          <a:prstGeom prst="rect">
            <a:avLst/>
          </a:prstGeom>
          <a:solidFill>
            <a:srgbClr val="FFC5E1"/>
          </a:solidFill>
          <a:ln w="23637">
            <a:solidFill>
              <a:srgbClr val="000000"/>
            </a:solidFill>
          </a:ln>
        </p:spPr>
        <p:txBody>
          <a:bodyPr wrap="square" lIns="0" tIns="197485" rIns="0" bIns="0" rtlCol="0" vert="horz">
            <a:spAutoFit/>
          </a:bodyPr>
          <a:lstStyle/>
          <a:p>
            <a:pPr marL="255904">
              <a:lnSpc>
                <a:spcPct val="100000"/>
              </a:lnSpc>
              <a:spcBef>
                <a:spcPts val="1555"/>
              </a:spcBef>
            </a:pPr>
            <a:r>
              <a:rPr dirty="0" sz="2150" spc="355" b="1">
                <a:latin typeface="Times New Roman"/>
                <a:cs typeface="Times New Roman"/>
              </a:rPr>
              <a:t>5</a:t>
            </a:r>
            <a:endParaRPr sz="2150">
              <a:latin typeface="Times New Roman"/>
              <a:cs typeface="Times New Roman"/>
            </a:endParaRPr>
          </a:p>
        </p:txBody>
      </p:sp>
      <p:sp>
        <p:nvSpPr>
          <p:cNvPr id="50" name="object 50" descr=""/>
          <p:cNvSpPr txBox="1"/>
          <p:nvPr/>
        </p:nvSpPr>
        <p:spPr>
          <a:xfrm>
            <a:off x="6271821" y="2425539"/>
            <a:ext cx="673100" cy="309245"/>
          </a:xfrm>
          <a:prstGeom prst="rect">
            <a:avLst/>
          </a:prstGeom>
        </p:spPr>
        <p:txBody>
          <a:bodyPr wrap="square" lIns="0" tIns="13970" rIns="0" bIns="0" rtlCol="0" vert="horz">
            <a:spAutoFit/>
          </a:bodyPr>
          <a:lstStyle/>
          <a:p>
            <a:pPr marL="12700">
              <a:lnSpc>
                <a:spcPct val="100000"/>
              </a:lnSpc>
              <a:spcBef>
                <a:spcPts val="110"/>
              </a:spcBef>
            </a:pPr>
            <a:r>
              <a:rPr dirty="0" sz="1850" spc="665">
                <a:solidFill>
                  <a:srgbClr val="000080"/>
                </a:solidFill>
                <a:latin typeface="宋体"/>
                <a:cs typeface="宋体"/>
              </a:rPr>
              <a:t>乘法</a:t>
            </a:r>
            <a:endParaRPr sz="1850">
              <a:latin typeface="宋体"/>
              <a:cs typeface="宋体"/>
            </a:endParaRPr>
          </a:p>
        </p:txBody>
      </p:sp>
      <p:sp>
        <p:nvSpPr>
          <p:cNvPr id="51" name="object 51" descr=""/>
          <p:cNvSpPr txBox="1"/>
          <p:nvPr/>
        </p:nvSpPr>
        <p:spPr>
          <a:xfrm>
            <a:off x="3816841" y="938237"/>
            <a:ext cx="673100" cy="309245"/>
          </a:xfrm>
          <a:prstGeom prst="rect">
            <a:avLst/>
          </a:prstGeom>
        </p:spPr>
        <p:txBody>
          <a:bodyPr wrap="square" lIns="0" tIns="13970" rIns="0" bIns="0" rtlCol="0" vert="horz">
            <a:spAutoFit/>
          </a:bodyPr>
          <a:lstStyle/>
          <a:p>
            <a:pPr marL="12700">
              <a:lnSpc>
                <a:spcPct val="100000"/>
              </a:lnSpc>
              <a:spcBef>
                <a:spcPts val="110"/>
              </a:spcBef>
            </a:pPr>
            <a:r>
              <a:rPr dirty="0" sz="1850" spc="665">
                <a:solidFill>
                  <a:srgbClr val="0000FF"/>
                </a:solidFill>
                <a:latin typeface="宋体"/>
                <a:cs typeface="宋体"/>
              </a:rPr>
              <a:t>加法</a:t>
            </a:r>
            <a:endParaRPr sz="1850">
              <a:latin typeface="宋体"/>
              <a:cs typeface="宋体"/>
            </a:endParaRPr>
          </a:p>
        </p:txBody>
      </p:sp>
      <p:sp>
        <p:nvSpPr>
          <p:cNvPr id="52" name="object 52" descr=""/>
          <p:cNvSpPr txBox="1"/>
          <p:nvPr/>
        </p:nvSpPr>
        <p:spPr>
          <a:xfrm>
            <a:off x="2572201" y="2270467"/>
            <a:ext cx="1915795" cy="309245"/>
          </a:xfrm>
          <a:prstGeom prst="rect">
            <a:avLst/>
          </a:prstGeom>
        </p:spPr>
        <p:txBody>
          <a:bodyPr wrap="square" lIns="0" tIns="13970" rIns="0" bIns="0" rtlCol="0" vert="horz">
            <a:spAutoFit/>
          </a:bodyPr>
          <a:lstStyle/>
          <a:p>
            <a:pPr marL="12700">
              <a:lnSpc>
                <a:spcPct val="100000"/>
              </a:lnSpc>
              <a:spcBef>
                <a:spcPts val="110"/>
              </a:spcBef>
              <a:tabLst>
                <a:tab pos="1470025" algn="l"/>
              </a:tabLst>
            </a:pPr>
            <a:r>
              <a:rPr dirty="0" sz="1850" spc="440">
                <a:latin typeface="宋体"/>
                <a:cs typeface="宋体"/>
              </a:rPr>
              <a:t>△</a:t>
            </a:r>
            <a:r>
              <a:rPr dirty="0" sz="1850" spc="440" b="1">
                <a:latin typeface="Times New Roman"/>
                <a:cs typeface="Times New Roman"/>
              </a:rPr>
              <a:t>t</a:t>
            </a:r>
            <a:r>
              <a:rPr dirty="0" sz="1850" b="1">
                <a:latin typeface="Times New Roman"/>
                <a:cs typeface="Times New Roman"/>
              </a:rPr>
              <a:t>	</a:t>
            </a:r>
            <a:r>
              <a:rPr dirty="0" sz="1850" spc="440">
                <a:latin typeface="宋体"/>
                <a:cs typeface="宋体"/>
              </a:rPr>
              <a:t>△</a:t>
            </a:r>
            <a:r>
              <a:rPr dirty="0" sz="1850" spc="440" b="1">
                <a:latin typeface="Times New Roman"/>
                <a:cs typeface="Times New Roman"/>
              </a:rPr>
              <a:t>t</a:t>
            </a:r>
            <a:endParaRPr sz="1850">
              <a:latin typeface="Times New Roman"/>
              <a:cs typeface="Times New Roman"/>
            </a:endParaRPr>
          </a:p>
        </p:txBody>
      </p:sp>
      <p:sp>
        <p:nvSpPr>
          <p:cNvPr id="53" name="object 53" descr=""/>
          <p:cNvSpPr txBox="1"/>
          <p:nvPr/>
        </p:nvSpPr>
        <p:spPr>
          <a:xfrm>
            <a:off x="5538196" y="1136325"/>
            <a:ext cx="459105" cy="309245"/>
          </a:xfrm>
          <a:prstGeom prst="rect">
            <a:avLst/>
          </a:prstGeom>
        </p:spPr>
        <p:txBody>
          <a:bodyPr wrap="square" lIns="0" tIns="13970" rIns="0" bIns="0" rtlCol="0" vert="horz">
            <a:spAutoFit/>
          </a:bodyPr>
          <a:lstStyle/>
          <a:p>
            <a:pPr marL="12700">
              <a:lnSpc>
                <a:spcPct val="100000"/>
              </a:lnSpc>
              <a:spcBef>
                <a:spcPts val="110"/>
              </a:spcBef>
            </a:pPr>
            <a:r>
              <a:rPr dirty="0" sz="1850" spc="445">
                <a:latin typeface="宋体"/>
                <a:cs typeface="宋体"/>
              </a:rPr>
              <a:t>△</a:t>
            </a:r>
            <a:r>
              <a:rPr dirty="0" sz="1850" spc="445" b="1">
                <a:latin typeface="Times New Roman"/>
                <a:cs typeface="Times New Roman"/>
              </a:rPr>
              <a:t>t</a:t>
            </a:r>
            <a:endParaRPr sz="1850">
              <a:latin typeface="Times New Roman"/>
              <a:cs typeface="Times New Roman"/>
            </a:endParaRPr>
          </a:p>
        </p:txBody>
      </p:sp>
      <p:sp>
        <p:nvSpPr>
          <p:cNvPr id="54" name="object 54" descr=""/>
          <p:cNvSpPr txBox="1"/>
          <p:nvPr/>
        </p:nvSpPr>
        <p:spPr>
          <a:xfrm>
            <a:off x="6944724" y="1136325"/>
            <a:ext cx="621030" cy="309245"/>
          </a:xfrm>
          <a:prstGeom prst="rect">
            <a:avLst/>
          </a:prstGeom>
        </p:spPr>
        <p:txBody>
          <a:bodyPr wrap="square" lIns="0" tIns="13970" rIns="0" bIns="0" rtlCol="0" vert="horz">
            <a:spAutoFit/>
          </a:bodyPr>
          <a:lstStyle/>
          <a:p>
            <a:pPr marL="12700">
              <a:lnSpc>
                <a:spcPct val="100000"/>
              </a:lnSpc>
              <a:spcBef>
                <a:spcPts val="110"/>
              </a:spcBef>
            </a:pPr>
            <a:r>
              <a:rPr dirty="0" sz="1850" spc="400" b="1">
                <a:solidFill>
                  <a:srgbClr val="FF6600"/>
                </a:solidFill>
                <a:latin typeface="Times New Roman"/>
                <a:cs typeface="Times New Roman"/>
              </a:rPr>
              <a:t>2</a:t>
            </a:r>
            <a:r>
              <a:rPr dirty="0" sz="1850" spc="400">
                <a:solidFill>
                  <a:srgbClr val="FF6600"/>
                </a:solidFill>
                <a:latin typeface="宋体"/>
                <a:cs typeface="宋体"/>
              </a:rPr>
              <a:t>△</a:t>
            </a:r>
            <a:r>
              <a:rPr dirty="0" sz="1850" spc="400" b="1">
                <a:solidFill>
                  <a:srgbClr val="FF6600"/>
                </a:solidFill>
                <a:latin typeface="Times New Roman"/>
                <a:cs typeface="Times New Roman"/>
              </a:rPr>
              <a:t>t</a:t>
            </a:r>
            <a:endParaRPr sz="1850">
              <a:latin typeface="Times New Roman"/>
              <a:cs typeface="Times New Roman"/>
            </a:endParaRPr>
          </a:p>
        </p:txBody>
      </p:sp>
      <p:sp>
        <p:nvSpPr>
          <p:cNvPr id="55" name="object 55" descr=""/>
          <p:cNvSpPr txBox="1"/>
          <p:nvPr/>
        </p:nvSpPr>
        <p:spPr>
          <a:xfrm>
            <a:off x="8521697" y="1136325"/>
            <a:ext cx="458470" cy="309245"/>
          </a:xfrm>
          <a:prstGeom prst="rect">
            <a:avLst/>
          </a:prstGeom>
        </p:spPr>
        <p:txBody>
          <a:bodyPr wrap="square" lIns="0" tIns="13970" rIns="0" bIns="0" rtlCol="0" vert="horz">
            <a:spAutoFit/>
          </a:bodyPr>
          <a:lstStyle/>
          <a:p>
            <a:pPr marL="12700">
              <a:lnSpc>
                <a:spcPct val="100000"/>
              </a:lnSpc>
              <a:spcBef>
                <a:spcPts val="110"/>
              </a:spcBef>
            </a:pPr>
            <a:r>
              <a:rPr dirty="0" sz="1850" spc="440">
                <a:latin typeface="宋体"/>
                <a:cs typeface="宋体"/>
              </a:rPr>
              <a:t>△</a:t>
            </a:r>
            <a:r>
              <a:rPr dirty="0" sz="1850" spc="440" b="1">
                <a:latin typeface="Times New Roman"/>
                <a:cs typeface="Times New Roman"/>
              </a:rPr>
              <a:t>t</a:t>
            </a:r>
            <a:endParaRPr sz="1850">
              <a:latin typeface="Times New Roman"/>
              <a:cs typeface="Times New Roman"/>
            </a:endParaRPr>
          </a:p>
        </p:txBody>
      </p:sp>
      <p:sp>
        <p:nvSpPr>
          <p:cNvPr id="56" name="object 56" descr=""/>
          <p:cNvSpPr/>
          <p:nvPr/>
        </p:nvSpPr>
        <p:spPr>
          <a:xfrm>
            <a:off x="8832850" y="228600"/>
            <a:ext cx="1511300" cy="850900"/>
          </a:xfrm>
          <a:custGeom>
            <a:avLst/>
            <a:gdLst/>
            <a:ahLst/>
            <a:cxnLst/>
            <a:rect l="l" t="t" r="r" b="b"/>
            <a:pathLst>
              <a:path w="1511300" h="850900">
                <a:moveTo>
                  <a:pt x="1511300" y="0"/>
                </a:moveTo>
                <a:lnTo>
                  <a:pt x="0" y="0"/>
                </a:lnTo>
                <a:lnTo>
                  <a:pt x="0" y="850900"/>
                </a:lnTo>
                <a:lnTo>
                  <a:pt x="1511300" y="850900"/>
                </a:lnTo>
                <a:lnTo>
                  <a:pt x="1511300" y="0"/>
                </a:lnTo>
                <a:close/>
              </a:path>
            </a:pathLst>
          </a:custGeom>
          <a:solidFill>
            <a:srgbClr val="F4E8B4"/>
          </a:solidFill>
        </p:spPr>
        <p:txBody>
          <a:bodyPr wrap="square" lIns="0" tIns="0" rIns="0" bIns="0" rtlCol="0"/>
          <a:lstStyle/>
          <a:p/>
        </p:txBody>
      </p:sp>
      <p:sp>
        <p:nvSpPr>
          <p:cNvPr id="57" name="object 57" descr=""/>
          <p:cNvSpPr txBox="1"/>
          <p:nvPr/>
        </p:nvSpPr>
        <p:spPr>
          <a:xfrm>
            <a:off x="8994773" y="235961"/>
            <a:ext cx="102235" cy="236854"/>
          </a:xfrm>
          <a:prstGeom prst="rect">
            <a:avLst/>
          </a:prstGeom>
        </p:spPr>
        <p:txBody>
          <a:bodyPr wrap="square" lIns="0" tIns="17145" rIns="0" bIns="0" rtlCol="0" vert="horz">
            <a:spAutoFit/>
          </a:bodyPr>
          <a:lstStyle/>
          <a:p>
            <a:pPr>
              <a:lnSpc>
                <a:spcPct val="100000"/>
              </a:lnSpc>
              <a:spcBef>
                <a:spcPts val="135"/>
              </a:spcBef>
            </a:pPr>
            <a:r>
              <a:rPr dirty="0" sz="1350" spc="-50">
                <a:latin typeface="Times New Roman"/>
                <a:cs typeface="Times New Roman"/>
              </a:rPr>
              <a:t>4</a:t>
            </a:r>
            <a:endParaRPr sz="1350">
              <a:latin typeface="Times New Roman"/>
              <a:cs typeface="Times New Roman"/>
            </a:endParaRPr>
          </a:p>
        </p:txBody>
      </p:sp>
      <p:sp>
        <p:nvSpPr>
          <p:cNvPr id="58" name="object 58"/>
          <p:cNvSpPr txBox="1">
            <a:spLocks noGrp="1"/>
          </p:cNvSpPr>
          <p:nvPr>
            <p:ph type="title"/>
          </p:nvPr>
        </p:nvSpPr>
        <p:spPr>
          <a:xfrm>
            <a:off x="8850876" y="264209"/>
            <a:ext cx="1458595" cy="570230"/>
          </a:xfrm>
          <a:prstGeom prst="rect"/>
        </p:spPr>
        <p:txBody>
          <a:bodyPr wrap="square" lIns="0" tIns="15240" rIns="0" bIns="0" rtlCol="0" vert="horz">
            <a:spAutoFit/>
          </a:bodyPr>
          <a:lstStyle/>
          <a:p>
            <a:pPr marL="25400">
              <a:lnSpc>
                <a:spcPct val="100000"/>
              </a:lnSpc>
              <a:spcBef>
                <a:spcPts val="120"/>
              </a:spcBef>
            </a:pPr>
            <a:r>
              <a:rPr dirty="0" u="none" baseline="-8607" sz="5325" spc="209">
                <a:solidFill>
                  <a:srgbClr val="000000"/>
                </a:solidFill>
                <a:latin typeface="Symbol"/>
                <a:cs typeface="Symbol"/>
              </a:rPr>
              <a:t></a:t>
            </a:r>
            <a:r>
              <a:rPr dirty="0" u="none" sz="2350" spc="140">
                <a:solidFill>
                  <a:srgbClr val="000000"/>
                </a:solidFill>
                <a:latin typeface="Times New Roman"/>
                <a:cs typeface="Times New Roman"/>
              </a:rPr>
              <a:t>(</a:t>
            </a:r>
            <a:r>
              <a:rPr dirty="0" u="none" sz="2350" spc="-345">
                <a:solidFill>
                  <a:srgbClr val="000000"/>
                </a:solidFill>
                <a:latin typeface="Times New Roman"/>
                <a:cs typeface="Times New Roman"/>
              </a:rPr>
              <a:t> </a:t>
            </a:r>
            <a:r>
              <a:rPr dirty="0" u="none" sz="2350" i="1">
                <a:solidFill>
                  <a:srgbClr val="000000"/>
                </a:solidFill>
                <a:latin typeface="Times New Roman"/>
                <a:cs typeface="Times New Roman"/>
              </a:rPr>
              <a:t>A</a:t>
            </a:r>
            <a:r>
              <a:rPr dirty="0" u="none" baseline="-24691" sz="2025" i="1">
                <a:solidFill>
                  <a:srgbClr val="000000"/>
                </a:solidFill>
                <a:latin typeface="Times New Roman"/>
                <a:cs typeface="Times New Roman"/>
              </a:rPr>
              <a:t>i</a:t>
            </a:r>
            <a:r>
              <a:rPr dirty="0" u="none" baseline="-24691" sz="2025" spc="465" i="1">
                <a:solidFill>
                  <a:srgbClr val="000000"/>
                </a:solidFill>
                <a:latin typeface="Times New Roman"/>
                <a:cs typeface="Times New Roman"/>
              </a:rPr>
              <a:t> </a:t>
            </a:r>
            <a:r>
              <a:rPr dirty="0" u="none" sz="2350">
                <a:solidFill>
                  <a:srgbClr val="000000"/>
                </a:solidFill>
                <a:latin typeface="Symbol"/>
                <a:cs typeface="Symbol"/>
              </a:rPr>
              <a:t></a:t>
            </a:r>
            <a:r>
              <a:rPr dirty="0" u="none" sz="2350" spc="-145">
                <a:solidFill>
                  <a:srgbClr val="000000"/>
                </a:solidFill>
                <a:latin typeface="Times New Roman"/>
                <a:cs typeface="Times New Roman"/>
              </a:rPr>
              <a:t> </a:t>
            </a:r>
            <a:r>
              <a:rPr dirty="0" u="none" sz="2350" i="1">
                <a:solidFill>
                  <a:srgbClr val="000000"/>
                </a:solidFill>
                <a:latin typeface="Times New Roman"/>
                <a:cs typeface="Times New Roman"/>
              </a:rPr>
              <a:t>B</a:t>
            </a:r>
            <a:r>
              <a:rPr dirty="0" u="none" baseline="-24691" sz="2025" i="1">
                <a:solidFill>
                  <a:srgbClr val="000000"/>
                </a:solidFill>
                <a:latin typeface="Times New Roman"/>
                <a:cs typeface="Times New Roman"/>
              </a:rPr>
              <a:t>i</a:t>
            </a:r>
            <a:r>
              <a:rPr dirty="0" u="none" baseline="-24691" sz="2025" spc="37" i="1">
                <a:solidFill>
                  <a:srgbClr val="000000"/>
                </a:solidFill>
                <a:latin typeface="Times New Roman"/>
                <a:cs typeface="Times New Roman"/>
              </a:rPr>
              <a:t> </a:t>
            </a:r>
            <a:r>
              <a:rPr dirty="0" u="none" sz="2350" spc="-50">
                <a:solidFill>
                  <a:srgbClr val="000000"/>
                </a:solidFill>
                <a:latin typeface="Times New Roman"/>
                <a:cs typeface="Times New Roman"/>
              </a:rPr>
              <a:t>)</a:t>
            </a:r>
            <a:endParaRPr sz="2350">
              <a:latin typeface="Times New Roman"/>
              <a:cs typeface="Times New Roman"/>
            </a:endParaRPr>
          </a:p>
        </p:txBody>
      </p:sp>
      <p:sp>
        <p:nvSpPr>
          <p:cNvPr id="59" name="object 59" descr=""/>
          <p:cNvSpPr txBox="1"/>
          <p:nvPr/>
        </p:nvSpPr>
        <p:spPr>
          <a:xfrm>
            <a:off x="8910728" y="829531"/>
            <a:ext cx="265430" cy="236854"/>
          </a:xfrm>
          <a:prstGeom prst="rect">
            <a:avLst/>
          </a:prstGeom>
        </p:spPr>
        <p:txBody>
          <a:bodyPr wrap="square" lIns="0" tIns="17145" rIns="0" bIns="0" rtlCol="0" vert="horz">
            <a:spAutoFit/>
          </a:bodyPr>
          <a:lstStyle/>
          <a:p>
            <a:pPr marL="12700">
              <a:lnSpc>
                <a:spcPct val="100000"/>
              </a:lnSpc>
              <a:spcBef>
                <a:spcPts val="135"/>
              </a:spcBef>
            </a:pPr>
            <a:r>
              <a:rPr dirty="0" sz="1350" spc="-25" i="1">
                <a:latin typeface="Times New Roman"/>
                <a:cs typeface="Times New Roman"/>
              </a:rPr>
              <a:t>i</a:t>
            </a:r>
            <a:r>
              <a:rPr dirty="0" sz="1350" spc="-25">
                <a:latin typeface="Symbol"/>
                <a:cs typeface="Symbol"/>
              </a:rPr>
              <a:t></a:t>
            </a:r>
            <a:r>
              <a:rPr dirty="0" sz="1350" spc="-25">
                <a:latin typeface="Times New Roman"/>
                <a:cs typeface="Times New Roman"/>
              </a:rPr>
              <a:t>1</a:t>
            </a:r>
            <a:endParaRPr sz="1350">
              <a:latin typeface="Times New Roman"/>
              <a:cs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1456689" y="1354912"/>
            <a:ext cx="8404860" cy="4391025"/>
          </a:xfrm>
          <a:prstGeom prst="rect">
            <a:avLst/>
          </a:prstGeom>
        </p:spPr>
        <p:txBody>
          <a:bodyPr wrap="square" lIns="0" tIns="12065" rIns="0" bIns="0" rtlCol="0" vert="horz">
            <a:spAutoFit/>
          </a:bodyPr>
          <a:lstStyle/>
          <a:p>
            <a:pPr marL="50800">
              <a:lnSpc>
                <a:spcPct val="100000"/>
              </a:lnSpc>
              <a:spcBef>
                <a:spcPts val="95"/>
              </a:spcBef>
            </a:pPr>
            <a:r>
              <a:rPr dirty="0" sz="2800" spc="5" b="1">
                <a:solidFill>
                  <a:srgbClr val="E14B04"/>
                </a:solidFill>
                <a:latin typeface="黑体"/>
                <a:cs typeface="黑体"/>
              </a:rPr>
              <a:t>解: </a:t>
            </a:r>
            <a:r>
              <a:rPr dirty="0" sz="2800" b="1">
                <a:solidFill>
                  <a:srgbClr val="40458B"/>
                </a:solidFill>
                <a:latin typeface="黑体"/>
                <a:cs typeface="黑体"/>
              </a:rPr>
              <a:t>(1</a:t>
            </a:r>
            <a:r>
              <a:rPr dirty="0" sz="2800" spc="-35" b="1">
                <a:solidFill>
                  <a:srgbClr val="40458B"/>
                </a:solidFill>
                <a:latin typeface="黑体"/>
                <a:cs typeface="黑体"/>
              </a:rPr>
              <a:t>) 选择适合于流水线工作的算法</a:t>
            </a:r>
            <a:endParaRPr sz="2800">
              <a:latin typeface="黑体"/>
              <a:cs typeface="黑体"/>
            </a:endParaRPr>
          </a:p>
          <a:p>
            <a:pPr marL="1059180" indent="-287655">
              <a:lnSpc>
                <a:spcPct val="100000"/>
              </a:lnSpc>
              <a:spcBef>
                <a:spcPts val="2120"/>
              </a:spcBef>
              <a:buClr>
                <a:srgbClr val="4668F5"/>
              </a:buClr>
              <a:buSzPct val="60416"/>
              <a:buFont typeface="Wingdings"/>
              <a:buChar char=""/>
              <a:tabLst>
                <a:tab pos="1059180" algn="l"/>
              </a:tabLst>
            </a:pPr>
            <a:r>
              <a:rPr dirty="0" sz="2400" spc="-20" b="1">
                <a:solidFill>
                  <a:srgbClr val="00AFEF"/>
                </a:solidFill>
                <a:latin typeface="黑体"/>
                <a:cs typeface="黑体"/>
              </a:rPr>
              <a:t>应先计算</a:t>
            </a:r>
            <a:r>
              <a:rPr dirty="0" sz="2400" spc="-10" b="1">
                <a:solidFill>
                  <a:srgbClr val="9933FF"/>
                </a:solidFill>
                <a:latin typeface="宋体"/>
                <a:cs typeface="宋体"/>
              </a:rPr>
              <a:t>A</a:t>
            </a:r>
            <a:r>
              <a:rPr dirty="0" baseline="-20833" sz="2400" spc="-15" b="1">
                <a:solidFill>
                  <a:srgbClr val="9933FF"/>
                </a:solidFill>
                <a:latin typeface="宋体"/>
                <a:cs typeface="宋体"/>
              </a:rPr>
              <a:t>1</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1</a:t>
            </a:r>
            <a:r>
              <a:rPr dirty="0" sz="2400" spc="-20" b="1">
                <a:solidFill>
                  <a:srgbClr val="9933FF"/>
                </a:solidFill>
                <a:latin typeface="黑体"/>
                <a:cs typeface="黑体"/>
              </a:rPr>
              <a:t>、</a:t>
            </a:r>
            <a:r>
              <a:rPr dirty="0" sz="2400" spc="-10" b="1">
                <a:solidFill>
                  <a:srgbClr val="9933FF"/>
                </a:solidFill>
                <a:latin typeface="宋体"/>
                <a:cs typeface="宋体"/>
              </a:rPr>
              <a:t>A</a:t>
            </a:r>
            <a:r>
              <a:rPr dirty="0" baseline="-20833" sz="2400" spc="-15" b="1">
                <a:solidFill>
                  <a:srgbClr val="9933FF"/>
                </a:solidFill>
                <a:latin typeface="宋体"/>
                <a:cs typeface="宋体"/>
              </a:rPr>
              <a:t>2</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2</a:t>
            </a:r>
            <a:r>
              <a:rPr dirty="0" sz="2400" spc="-20" b="1">
                <a:solidFill>
                  <a:srgbClr val="9933FF"/>
                </a:solidFill>
                <a:latin typeface="黑体"/>
                <a:cs typeface="黑体"/>
              </a:rPr>
              <a:t>、</a:t>
            </a:r>
            <a:r>
              <a:rPr dirty="0" sz="2400" spc="-10" b="1">
                <a:solidFill>
                  <a:srgbClr val="9933FF"/>
                </a:solidFill>
                <a:latin typeface="宋体"/>
                <a:cs typeface="宋体"/>
              </a:rPr>
              <a:t>A</a:t>
            </a:r>
            <a:r>
              <a:rPr dirty="0" baseline="-20833" sz="2400" spc="-15" b="1">
                <a:solidFill>
                  <a:srgbClr val="9933FF"/>
                </a:solidFill>
                <a:latin typeface="宋体"/>
                <a:cs typeface="宋体"/>
              </a:rPr>
              <a:t>3</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3</a:t>
            </a:r>
            <a:r>
              <a:rPr dirty="0" sz="2400" spc="-20" b="1">
                <a:solidFill>
                  <a:srgbClr val="00AFEF"/>
                </a:solidFill>
                <a:latin typeface="黑体"/>
                <a:cs typeface="黑体"/>
              </a:rPr>
              <a:t>和</a:t>
            </a:r>
            <a:r>
              <a:rPr dirty="0" sz="2400" spc="-20" b="1">
                <a:solidFill>
                  <a:srgbClr val="9933FF"/>
                </a:solidFill>
                <a:latin typeface="宋体"/>
                <a:cs typeface="宋体"/>
              </a:rPr>
              <a:t>A</a:t>
            </a:r>
            <a:r>
              <a:rPr dirty="0" baseline="-20833" sz="2400" spc="-30" b="1">
                <a:solidFill>
                  <a:srgbClr val="9933FF"/>
                </a:solidFill>
                <a:latin typeface="宋体"/>
                <a:cs typeface="宋体"/>
              </a:rPr>
              <a:t>4</a:t>
            </a:r>
            <a:r>
              <a:rPr dirty="0" sz="2400" spc="-20" b="1">
                <a:solidFill>
                  <a:srgbClr val="9933FF"/>
                </a:solidFill>
                <a:latin typeface="黑体"/>
                <a:cs typeface="黑体"/>
              </a:rPr>
              <a:t>×</a:t>
            </a:r>
            <a:r>
              <a:rPr dirty="0" sz="2400" spc="-20" b="1">
                <a:solidFill>
                  <a:srgbClr val="9933FF"/>
                </a:solidFill>
                <a:latin typeface="宋体"/>
                <a:cs typeface="宋体"/>
              </a:rPr>
              <a:t>B</a:t>
            </a:r>
            <a:r>
              <a:rPr dirty="0" baseline="-20833" sz="2400" spc="-30" b="1">
                <a:solidFill>
                  <a:srgbClr val="9933FF"/>
                </a:solidFill>
                <a:latin typeface="宋体"/>
                <a:cs typeface="宋体"/>
              </a:rPr>
              <a:t>4</a:t>
            </a:r>
            <a:r>
              <a:rPr dirty="0" sz="2400" spc="-20" b="1">
                <a:solidFill>
                  <a:srgbClr val="9933FF"/>
                </a:solidFill>
                <a:latin typeface="黑体"/>
                <a:cs typeface="黑体"/>
              </a:rPr>
              <a:t>；（最适合</a:t>
            </a:r>
            <a:r>
              <a:rPr dirty="0" sz="2400" spc="-50" b="1">
                <a:solidFill>
                  <a:srgbClr val="9933FF"/>
                </a:solidFill>
                <a:latin typeface="黑体"/>
                <a:cs typeface="黑体"/>
              </a:rPr>
              <a:t>）</a:t>
            </a:r>
            <a:endParaRPr sz="2400">
              <a:latin typeface="黑体"/>
              <a:cs typeface="黑体"/>
            </a:endParaRPr>
          </a:p>
          <a:p>
            <a:pPr marL="1059180" indent="-287655">
              <a:lnSpc>
                <a:spcPct val="100000"/>
              </a:lnSpc>
              <a:spcBef>
                <a:spcPts val="2014"/>
              </a:spcBef>
              <a:buClr>
                <a:srgbClr val="4668F5"/>
              </a:buClr>
              <a:buSzPct val="60416"/>
              <a:buFont typeface="Wingdings"/>
              <a:buChar char=""/>
              <a:tabLst>
                <a:tab pos="1059180" algn="l"/>
              </a:tabLst>
            </a:pPr>
            <a:r>
              <a:rPr dirty="0" sz="2400" spc="-25" b="1">
                <a:solidFill>
                  <a:srgbClr val="00AFEF"/>
                </a:solidFill>
                <a:latin typeface="黑体"/>
                <a:cs typeface="黑体"/>
              </a:rPr>
              <a:t>再计算</a:t>
            </a:r>
            <a:r>
              <a:rPr dirty="0" sz="2400" spc="-10" b="1">
                <a:solidFill>
                  <a:srgbClr val="9933FF"/>
                </a:solidFill>
                <a:latin typeface="宋体"/>
                <a:cs typeface="宋体"/>
              </a:rPr>
              <a:t>(A</a:t>
            </a:r>
            <a:r>
              <a:rPr dirty="0" baseline="-20833" sz="2400" spc="-15" b="1">
                <a:solidFill>
                  <a:srgbClr val="9933FF"/>
                </a:solidFill>
                <a:latin typeface="宋体"/>
                <a:cs typeface="宋体"/>
              </a:rPr>
              <a:t>1</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1</a:t>
            </a:r>
            <a:r>
              <a:rPr dirty="0" sz="2400" spc="-10" b="1">
                <a:solidFill>
                  <a:srgbClr val="9933FF"/>
                </a:solidFill>
                <a:latin typeface="宋体"/>
                <a:cs typeface="宋体"/>
              </a:rPr>
              <a:t>)</a:t>
            </a:r>
            <a:r>
              <a:rPr dirty="0" sz="2400" spc="-10" b="1">
                <a:solidFill>
                  <a:srgbClr val="9933FF"/>
                </a:solidFill>
                <a:latin typeface="黑体"/>
                <a:cs typeface="黑体"/>
              </a:rPr>
              <a:t>＋</a:t>
            </a:r>
            <a:r>
              <a:rPr dirty="0" sz="2400" spc="-10" b="1">
                <a:solidFill>
                  <a:srgbClr val="9933FF"/>
                </a:solidFill>
                <a:latin typeface="宋体"/>
                <a:cs typeface="宋体"/>
              </a:rPr>
              <a:t>(A</a:t>
            </a:r>
            <a:r>
              <a:rPr dirty="0" baseline="-20833" sz="2400" spc="-15" b="1">
                <a:solidFill>
                  <a:srgbClr val="9933FF"/>
                </a:solidFill>
                <a:latin typeface="宋体"/>
                <a:cs typeface="宋体"/>
              </a:rPr>
              <a:t>2</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2</a:t>
            </a:r>
            <a:r>
              <a:rPr dirty="0" sz="2400" spc="-10" b="1">
                <a:solidFill>
                  <a:srgbClr val="9933FF"/>
                </a:solidFill>
                <a:latin typeface="宋体"/>
                <a:cs typeface="宋体"/>
              </a:rPr>
              <a:t>)</a:t>
            </a:r>
            <a:endParaRPr sz="2400">
              <a:latin typeface="宋体"/>
              <a:cs typeface="宋体"/>
            </a:endParaRPr>
          </a:p>
          <a:p>
            <a:pPr marL="2157095">
              <a:lnSpc>
                <a:spcPct val="100000"/>
              </a:lnSpc>
              <a:spcBef>
                <a:spcPts val="2020"/>
              </a:spcBef>
            </a:pPr>
            <a:r>
              <a:rPr dirty="0" sz="2400" spc="-10" b="1">
                <a:solidFill>
                  <a:srgbClr val="9933FF"/>
                </a:solidFill>
                <a:latin typeface="宋体"/>
                <a:cs typeface="宋体"/>
              </a:rPr>
              <a:t>(A</a:t>
            </a:r>
            <a:r>
              <a:rPr dirty="0" baseline="-20833" sz="2400" spc="-15" b="1">
                <a:solidFill>
                  <a:srgbClr val="9933FF"/>
                </a:solidFill>
                <a:latin typeface="宋体"/>
                <a:cs typeface="宋体"/>
              </a:rPr>
              <a:t>3</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3</a:t>
            </a:r>
            <a:r>
              <a:rPr dirty="0" sz="2400" spc="-10" b="1">
                <a:solidFill>
                  <a:srgbClr val="9933FF"/>
                </a:solidFill>
                <a:latin typeface="宋体"/>
                <a:cs typeface="宋体"/>
              </a:rPr>
              <a:t>)</a:t>
            </a:r>
            <a:r>
              <a:rPr dirty="0" sz="2400" spc="-10" b="1">
                <a:solidFill>
                  <a:srgbClr val="9933FF"/>
                </a:solidFill>
                <a:latin typeface="黑体"/>
                <a:cs typeface="黑体"/>
              </a:rPr>
              <a:t>＋</a:t>
            </a:r>
            <a:r>
              <a:rPr dirty="0" sz="2400" spc="-10" b="1">
                <a:solidFill>
                  <a:srgbClr val="9933FF"/>
                </a:solidFill>
                <a:latin typeface="宋体"/>
                <a:cs typeface="宋体"/>
              </a:rPr>
              <a:t>(A</a:t>
            </a:r>
            <a:r>
              <a:rPr dirty="0" baseline="-20833" sz="2400" spc="-15" b="1">
                <a:solidFill>
                  <a:srgbClr val="9933FF"/>
                </a:solidFill>
                <a:latin typeface="宋体"/>
                <a:cs typeface="宋体"/>
              </a:rPr>
              <a:t>4</a:t>
            </a:r>
            <a:r>
              <a:rPr dirty="0" sz="2400" spc="-10" b="1">
                <a:solidFill>
                  <a:srgbClr val="9933FF"/>
                </a:solidFill>
                <a:latin typeface="黑体"/>
                <a:cs typeface="黑体"/>
              </a:rPr>
              <a:t>×</a:t>
            </a:r>
            <a:r>
              <a:rPr dirty="0" sz="2400" spc="-10" b="1">
                <a:solidFill>
                  <a:srgbClr val="9933FF"/>
                </a:solidFill>
                <a:latin typeface="宋体"/>
                <a:cs typeface="宋体"/>
              </a:rPr>
              <a:t>B</a:t>
            </a:r>
            <a:r>
              <a:rPr dirty="0" baseline="-20833" sz="2400" spc="-15" b="1">
                <a:solidFill>
                  <a:srgbClr val="9933FF"/>
                </a:solidFill>
                <a:latin typeface="宋体"/>
                <a:cs typeface="宋体"/>
              </a:rPr>
              <a:t>4</a:t>
            </a:r>
            <a:r>
              <a:rPr dirty="0" sz="2400" spc="-10" b="1">
                <a:solidFill>
                  <a:srgbClr val="9933FF"/>
                </a:solidFill>
                <a:latin typeface="宋体"/>
                <a:cs typeface="宋体"/>
              </a:rPr>
              <a:t>)</a:t>
            </a:r>
            <a:r>
              <a:rPr dirty="0" sz="2400" spc="-10" b="1">
                <a:solidFill>
                  <a:srgbClr val="9933FF"/>
                </a:solidFill>
                <a:latin typeface="黑体"/>
                <a:cs typeface="黑体"/>
              </a:rPr>
              <a:t>；</a:t>
            </a:r>
            <a:endParaRPr sz="2400">
              <a:latin typeface="黑体"/>
              <a:cs typeface="黑体"/>
            </a:endParaRPr>
          </a:p>
          <a:p>
            <a:pPr marL="1059180" indent="-287655">
              <a:lnSpc>
                <a:spcPct val="100000"/>
              </a:lnSpc>
              <a:spcBef>
                <a:spcPts val="2014"/>
              </a:spcBef>
              <a:buClr>
                <a:srgbClr val="4668F5"/>
              </a:buClr>
              <a:buSzPct val="60416"/>
              <a:buFont typeface="Wingdings"/>
              <a:buChar char=""/>
              <a:tabLst>
                <a:tab pos="1059180" algn="l"/>
              </a:tabLst>
            </a:pPr>
            <a:r>
              <a:rPr dirty="0" sz="2400" spc="-30" b="1">
                <a:solidFill>
                  <a:srgbClr val="00AFEF"/>
                </a:solidFill>
                <a:latin typeface="黑体"/>
                <a:cs typeface="黑体"/>
              </a:rPr>
              <a:t>然后求总的累加结果。</a:t>
            </a:r>
            <a:endParaRPr sz="2400">
              <a:latin typeface="黑体"/>
              <a:cs typeface="黑体"/>
            </a:endParaRPr>
          </a:p>
          <a:p>
            <a:pPr marL="1390650" indent="-710565">
              <a:lnSpc>
                <a:spcPct val="100000"/>
              </a:lnSpc>
              <a:spcBef>
                <a:spcPts val="2255"/>
              </a:spcBef>
              <a:buAutoNum type="arabicParenBoth" startAt="2"/>
              <a:tabLst>
                <a:tab pos="1390650" algn="l"/>
              </a:tabLst>
            </a:pPr>
            <a:r>
              <a:rPr dirty="0" sz="2800" spc="-30" b="1">
                <a:solidFill>
                  <a:srgbClr val="40458B"/>
                </a:solidFill>
                <a:latin typeface="黑体"/>
                <a:cs typeface="黑体"/>
              </a:rPr>
              <a:t>画出时空图</a:t>
            </a:r>
            <a:endParaRPr sz="2800">
              <a:latin typeface="黑体"/>
              <a:cs typeface="黑体"/>
            </a:endParaRPr>
          </a:p>
          <a:p>
            <a:pPr marL="1390650" indent="-710565">
              <a:lnSpc>
                <a:spcPct val="100000"/>
              </a:lnSpc>
              <a:spcBef>
                <a:spcPts val="2350"/>
              </a:spcBef>
              <a:buAutoNum type="arabicParenBoth" startAt="2"/>
              <a:tabLst>
                <a:tab pos="1390650" algn="l"/>
              </a:tabLst>
            </a:pPr>
            <a:r>
              <a:rPr dirty="0" sz="2800" spc="-35" b="1">
                <a:solidFill>
                  <a:srgbClr val="40458B"/>
                </a:solidFill>
                <a:latin typeface="黑体"/>
                <a:cs typeface="黑体"/>
              </a:rPr>
              <a:t>计算性能</a:t>
            </a:r>
            <a:endParaRPr sz="28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1614550" y="1946275"/>
            <a:ext cx="8963025" cy="3816350"/>
            <a:chOff x="1614550" y="1946275"/>
            <a:chExt cx="8963025" cy="3816350"/>
          </a:xfrm>
        </p:grpSpPr>
        <p:sp>
          <p:nvSpPr>
            <p:cNvPr id="10" name="object 10" descr=""/>
            <p:cNvSpPr/>
            <p:nvPr/>
          </p:nvSpPr>
          <p:spPr>
            <a:xfrm>
              <a:off x="1614550" y="1946275"/>
              <a:ext cx="8963025" cy="3816350"/>
            </a:xfrm>
            <a:custGeom>
              <a:avLst/>
              <a:gdLst/>
              <a:ahLst/>
              <a:cxnLst/>
              <a:rect l="l" t="t" r="r" b="b"/>
              <a:pathLst>
                <a:path w="8963025" h="3816350">
                  <a:moveTo>
                    <a:pt x="8963025" y="0"/>
                  </a:moveTo>
                  <a:lnTo>
                    <a:pt x="0" y="0"/>
                  </a:lnTo>
                  <a:lnTo>
                    <a:pt x="0" y="3816350"/>
                  </a:lnTo>
                  <a:lnTo>
                    <a:pt x="8963025" y="3816350"/>
                  </a:lnTo>
                  <a:lnTo>
                    <a:pt x="8963025" y="0"/>
                  </a:lnTo>
                  <a:close/>
                </a:path>
              </a:pathLst>
            </a:custGeom>
            <a:solidFill>
              <a:srgbClr val="D0D2EA"/>
            </a:solidFill>
          </p:spPr>
          <p:txBody>
            <a:bodyPr wrap="square" lIns="0" tIns="0" rIns="0" bIns="0" rtlCol="0"/>
            <a:lstStyle/>
            <a:p/>
          </p:txBody>
        </p:sp>
        <p:pic>
          <p:nvPicPr>
            <p:cNvPr id="11" name="object 11" descr=""/>
            <p:cNvPicPr/>
            <p:nvPr/>
          </p:nvPicPr>
          <p:blipFill>
            <a:blip r:embed="rId2" cstate="print"/>
            <a:stretch>
              <a:fillRect/>
            </a:stretch>
          </p:blipFill>
          <p:spPr>
            <a:xfrm>
              <a:off x="5341247" y="3379150"/>
              <a:ext cx="432624" cy="447759"/>
            </a:xfrm>
            <a:prstGeom prst="rect">
              <a:avLst/>
            </a:prstGeom>
          </p:spPr>
        </p:pic>
        <p:sp>
          <p:nvSpPr>
            <p:cNvPr id="12" name="object 12" descr=""/>
            <p:cNvSpPr/>
            <p:nvPr/>
          </p:nvSpPr>
          <p:spPr>
            <a:xfrm>
              <a:off x="5341247" y="3379150"/>
              <a:ext cx="433070" cy="448309"/>
            </a:xfrm>
            <a:custGeom>
              <a:avLst/>
              <a:gdLst/>
              <a:ahLst/>
              <a:cxnLst/>
              <a:rect l="l" t="t" r="r" b="b"/>
              <a:pathLst>
                <a:path w="433070" h="448310">
                  <a:moveTo>
                    <a:pt x="0" y="447759"/>
                  </a:moveTo>
                  <a:lnTo>
                    <a:pt x="432624" y="447759"/>
                  </a:lnTo>
                  <a:lnTo>
                    <a:pt x="432624" y="0"/>
                  </a:lnTo>
                  <a:lnTo>
                    <a:pt x="0" y="0"/>
                  </a:lnTo>
                  <a:lnTo>
                    <a:pt x="0" y="447759"/>
                  </a:lnTo>
                  <a:close/>
                </a:path>
              </a:pathLst>
            </a:custGeom>
            <a:ln w="17769">
              <a:solidFill>
                <a:srgbClr val="000000"/>
              </a:solidFill>
            </a:ln>
          </p:spPr>
          <p:txBody>
            <a:bodyPr wrap="square" lIns="0" tIns="0" rIns="0" bIns="0" rtlCol="0"/>
            <a:lstStyle/>
            <a:p/>
          </p:txBody>
        </p:sp>
        <p:pic>
          <p:nvPicPr>
            <p:cNvPr id="13" name="object 13" descr=""/>
            <p:cNvPicPr/>
            <p:nvPr/>
          </p:nvPicPr>
          <p:blipFill>
            <a:blip r:embed="rId3" cstate="print"/>
            <a:stretch>
              <a:fillRect/>
            </a:stretch>
          </p:blipFill>
          <p:spPr>
            <a:xfrm>
              <a:off x="4023348" y="4252286"/>
              <a:ext cx="452022" cy="425376"/>
            </a:xfrm>
            <a:prstGeom prst="rect">
              <a:avLst/>
            </a:prstGeom>
          </p:spPr>
        </p:pic>
        <p:sp>
          <p:nvSpPr>
            <p:cNvPr id="14" name="object 14" descr=""/>
            <p:cNvSpPr/>
            <p:nvPr/>
          </p:nvSpPr>
          <p:spPr>
            <a:xfrm>
              <a:off x="4023348" y="4252286"/>
              <a:ext cx="452120" cy="425450"/>
            </a:xfrm>
            <a:custGeom>
              <a:avLst/>
              <a:gdLst/>
              <a:ahLst/>
              <a:cxnLst/>
              <a:rect l="l" t="t" r="r" b="b"/>
              <a:pathLst>
                <a:path w="452120" h="425450">
                  <a:moveTo>
                    <a:pt x="0" y="425376"/>
                  </a:moveTo>
                  <a:lnTo>
                    <a:pt x="452022" y="425376"/>
                  </a:lnTo>
                  <a:lnTo>
                    <a:pt x="452022" y="0"/>
                  </a:lnTo>
                  <a:lnTo>
                    <a:pt x="0" y="0"/>
                  </a:lnTo>
                  <a:lnTo>
                    <a:pt x="0" y="425376"/>
                  </a:lnTo>
                  <a:close/>
                </a:path>
              </a:pathLst>
            </a:custGeom>
            <a:ln w="17672">
              <a:solidFill>
                <a:srgbClr val="000000"/>
              </a:solidFill>
            </a:ln>
          </p:spPr>
          <p:txBody>
            <a:bodyPr wrap="square" lIns="0" tIns="0" rIns="0" bIns="0" rtlCol="0"/>
            <a:lstStyle/>
            <a:p/>
          </p:txBody>
        </p:sp>
        <p:sp>
          <p:nvSpPr>
            <p:cNvPr id="15" name="object 15" descr=""/>
            <p:cNvSpPr/>
            <p:nvPr/>
          </p:nvSpPr>
          <p:spPr>
            <a:xfrm>
              <a:off x="2712498" y="3844151"/>
              <a:ext cx="1763395" cy="419734"/>
            </a:xfrm>
            <a:custGeom>
              <a:avLst/>
              <a:gdLst/>
              <a:ahLst/>
              <a:cxnLst/>
              <a:rect l="l" t="t" r="r" b="b"/>
              <a:pathLst>
                <a:path w="1763395" h="419735">
                  <a:moveTo>
                    <a:pt x="1762872" y="0"/>
                  </a:moveTo>
                  <a:lnTo>
                    <a:pt x="0" y="0"/>
                  </a:lnTo>
                  <a:lnTo>
                    <a:pt x="0" y="419629"/>
                  </a:lnTo>
                  <a:lnTo>
                    <a:pt x="1762872" y="419629"/>
                  </a:lnTo>
                  <a:lnTo>
                    <a:pt x="1762872" y="0"/>
                  </a:lnTo>
                  <a:close/>
                </a:path>
              </a:pathLst>
            </a:custGeom>
            <a:solidFill>
              <a:srgbClr val="EAEAEA"/>
            </a:solidFill>
          </p:spPr>
          <p:txBody>
            <a:bodyPr wrap="square" lIns="0" tIns="0" rIns="0" bIns="0" rtlCol="0"/>
            <a:lstStyle/>
            <a:p/>
          </p:txBody>
        </p:sp>
        <p:sp>
          <p:nvSpPr>
            <p:cNvPr id="16" name="object 16" descr=""/>
            <p:cNvSpPr/>
            <p:nvPr/>
          </p:nvSpPr>
          <p:spPr>
            <a:xfrm>
              <a:off x="2712498" y="3844151"/>
              <a:ext cx="1763395" cy="419734"/>
            </a:xfrm>
            <a:custGeom>
              <a:avLst/>
              <a:gdLst/>
              <a:ahLst/>
              <a:cxnLst/>
              <a:rect l="l" t="t" r="r" b="b"/>
              <a:pathLst>
                <a:path w="1763395" h="419735">
                  <a:moveTo>
                    <a:pt x="0" y="419629"/>
                  </a:moveTo>
                  <a:lnTo>
                    <a:pt x="1762872" y="419629"/>
                  </a:lnTo>
                  <a:lnTo>
                    <a:pt x="1762872" y="0"/>
                  </a:lnTo>
                  <a:lnTo>
                    <a:pt x="0" y="0"/>
                  </a:lnTo>
                  <a:lnTo>
                    <a:pt x="0" y="419629"/>
                  </a:lnTo>
                  <a:close/>
                </a:path>
              </a:pathLst>
            </a:custGeom>
            <a:ln w="16823">
              <a:solidFill>
                <a:srgbClr val="000000"/>
              </a:solidFill>
            </a:ln>
          </p:spPr>
          <p:txBody>
            <a:bodyPr wrap="square" lIns="0" tIns="0" rIns="0" bIns="0" rtlCol="0"/>
            <a:lstStyle/>
            <a:p/>
          </p:txBody>
        </p:sp>
        <p:sp>
          <p:nvSpPr>
            <p:cNvPr id="17" name="object 17" descr=""/>
            <p:cNvSpPr/>
            <p:nvPr/>
          </p:nvSpPr>
          <p:spPr>
            <a:xfrm>
              <a:off x="2273399" y="4252286"/>
              <a:ext cx="1763395" cy="420370"/>
            </a:xfrm>
            <a:custGeom>
              <a:avLst/>
              <a:gdLst/>
              <a:ahLst/>
              <a:cxnLst/>
              <a:rect l="l" t="t" r="r" b="b"/>
              <a:pathLst>
                <a:path w="1763395" h="420370">
                  <a:moveTo>
                    <a:pt x="1762872" y="0"/>
                  </a:moveTo>
                  <a:lnTo>
                    <a:pt x="0" y="0"/>
                  </a:lnTo>
                  <a:lnTo>
                    <a:pt x="0" y="420210"/>
                  </a:lnTo>
                  <a:lnTo>
                    <a:pt x="1762872" y="420210"/>
                  </a:lnTo>
                  <a:lnTo>
                    <a:pt x="1762872" y="0"/>
                  </a:lnTo>
                  <a:close/>
                </a:path>
              </a:pathLst>
            </a:custGeom>
            <a:solidFill>
              <a:srgbClr val="EAEAEA"/>
            </a:solidFill>
          </p:spPr>
          <p:txBody>
            <a:bodyPr wrap="square" lIns="0" tIns="0" rIns="0" bIns="0" rtlCol="0"/>
            <a:lstStyle/>
            <a:p/>
          </p:txBody>
        </p:sp>
        <p:sp>
          <p:nvSpPr>
            <p:cNvPr id="18" name="object 18" descr=""/>
            <p:cNvSpPr/>
            <p:nvPr/>
          </p:nvSpPr>
          <p:spPr>
            <a:xfrm>
              <a:off x="2273399" y="4252286"/>
              <a:ext cx="1763395" cy="420370"/>
            </a:xfrm>
            <a:custGeom>
              <a:avLst/>
              <a:gdLst/>
              <a:ahLst/>
              <a:cxnLst/>
              <a:rect l="l" t="t" r="r" b="b"/>
              <a:pathLst>
                <a:path w="1763395" h="420370">
                  <a:moveTo>
                    <a:pt x="0" y="420210"/>
                  </a:moveTo>
                  <a:lnTo>
                    <a:pt x="1762872" y="420210"/>
                  </a:lnTo>
                  <a:lnTo>
                    <a:pt x="1762872" y="0"/>
                  </a:lnTo>
                  <a:lnTo>
                    <a:pt x="0" y="0"/>
                  </a:lnTo>
                  <a:lnTo>
                    <a:pt x="0" y="420210"/>
                  </a:lnTo>
                  <a:close/>
                </a:path>
              </a:pathLst>
            </a:custGeom>
            <a:ln w="16823">
              <a:solidFill>
                <a:srgbClr val="000000"/>
              </a:solidFill>
            </a:ln>
          </p:spPr>
          <p:txBody>
            <a:bodyPr wrap="square" lIns="0" tIns="0" rIns="0" bIns="0" rtlCol="0"/>
            <a:lstStyle/>
            <a:p/>
          </p:txBody>
        </p:sp>
        <p:sp>
          <p:nvSpPr>
            <p:cNvPr id="19" name="object 19" descr=""/>
            <p:cNvSpPr/>
            <p:nvPr/>
          </p:nvSpPr>
          <p:spPr>
            <a:xfrm>
              <a:off x="2277289" y="4636339"/>
              <a:ext cx="8024495" cy="90170"/>
            </a:xfrm>
            <a:custGeom>
              <a:avLst/>
              <a:gdLst/>
              <a:ahLst/>
              <a:cxnLst/>
              <a:rect l="l" t="t" r="r" b="b"/>
              <a:pathLst>
                <a:path w="8024495" h="90170">
                  <a:moveTo>
                    <a:pt x="7866926" y="0"/>
                  </a:moveTo>
                  <a:lnTo>
                    <a:pt x="7917313" y="44766"/>
                  </a:lnTo>
                  <a:lnTo>
                    <a:pt x="7866926" y="89556"/>
                  </a:lnTo>
                  <a:lnTo>
                    <a:pt x="7983760" y="56260"/>
                  </a:lnTo>
                  <a:lnTo>
                    <a:pt x="7923840" y="56260"/>
                  </a:lnTo>
                  <a:lnTo>
                    <a:pt x="7929584" y="50513"/>
                  </a:lnTo>
                  <a:lnTo>
                    <a:pt x="7936111" y="44766"/>
                  </a:lnTo>
                  <a:lnTo>
                    <a:pt x="7929584" y="39601"/>
                  </a:lnTo>
                  <a:lnTo>
                    <a:pt x="7929584" y="33854"/>
                  </a:lnTo>
                  <a:lnTo>
                    <a:pt x="7985781" y="33854"/>
                  </a:lnTo>
                  <a:lnTo>
                    <a:pt x="7866926" y="0"/>
                  </a:lnTo>
                  <a:close/>
                </a:path>
                <a:path w="8024495" h="90170">
                  <a:moveTo>
                    <a:pt x="7905031" y="33854"/>
                  </a:moveTo>
                  <a:lnTo>
                    <a:pt x="0" y="33854"/>
                  </a:lnTo>
                  <a:lnTo>
                    <a:pt x="0" y="50513"/>
                  </a:lnTo>
                  <a:lnTo>
                    <a:pt x="5821" y="56260"/>
                  </a:lnTo>
                  <a:lnTo>
                    <a:pt x="7904383" y="56260"/>
                  </a:lnTo>
                  <a:lnTo>
                    <a:pt x="7917313" y="44766"/>
                  </a:lnTo>
                  <a:lnTo>
                    <a:pt x="7905031" y="33854"/>
                  </a:lnTo>
                  <a:close/>
                </a:path>
                <a:path w="8024495" h="90170">
                  <a:moveTo>
                    <a:pt x="7985781" y="33854"/>
                  </a:moveTo>
                  <a:lnTo>
                    <a:pt x="7929584" y="33854"/>
                  </a:lnTo>
                  <a:lnTo>
                    <a:pt x="7929584" y="39601"/>
                  </a:lnTo>
                  <a:lnTo>
                    <a:pt x="7936111" y="44766"/>
                  </a:lnTo>
                  <a:lnTo>
                    <a:pt x="7929584" y="50513"/>
                  </a:lnTo>
                  <a:lnTo>
                    <a:pt x="7923840" y="56260"/>
                  </a:lnTo>
                  <a:lnTo>
                    <a:pt x="7983760" y="56260"/>
                  </a:lnTo>
                  <a:lnTo>
                    <a:pt x="8024092" y="44766"/>
                  </a:lnTo>
                  <a:lnTo>
                    <a:pt x="7985781" y="33854"/>
                  </a:lnTo>
                  <a:close/>
                </a:path>
              </a:pathLst>
            </a:custGeom>
            <a:solidFill>
              <a:srgbClr val="000000"/>
            </a:solidFill>
          </p:spPr>
          <p:txBody>
            <a:bodyPr wrap="square" lIns="0" tIns="0" rIns="0" bIns="0" rtlCol="0"/>
            <a:lstStyle/>
            <a:p/>
          </p:txBody>
        </p:sp>
        <p:sp>
          <p:nvSpPr>
            <p:cNvPr id="20" name="object 20" descr=""/>
            <p:cNvSpPr/>
            <p:nvPr/>
          </p:nvSpPr>
          <p:spPr>
            <a:xfrm>
              <a:off x="2277289" y="4636339"/>
              <a:ext cx="8024495" cy="90170"/>
            </a:xfrm>
            <a:custGeom>
              <a:avLst/>
              <a:gdLst/>
              <a:ahLst/>
              <a:cxnLst/>
              <a:rect l="l" t="t" r="r" b="b"/>
              <a:pathLst>
                <a:path w="8024495" h="90170">
                  <a:moveTo>
                    <a:pt x="12270" y="33854"/>
                  </a:moveTo>
                  <a:lnTo>
                    <a:pt x="7917313" y="33854"/>
                  </a:lnTo>
                  <a:lnTo>
                    <a:pt x="7923840" y="33854"/>
                  </a:lnTo>
                  <a:lnTo>
                    <a:pt x="7929584" y="33854"/>
                  </a:lnTo>
                  <a:lnTo>
                    <a:pt x="7929584" y="39601"/>
                  </a:lnTo>
                  <a:lnTo>
                    <a:pt x="7936110" y="44766"/>
                  </a:lnTo>
                  <a:lnTo>
                    <a:pt x="7929584" y="50513"/>
                  </a:lnTo>
                  <a:lnTo>
                    <a:pt x="7923840" y="56260"/>
                  </a:lnTo>
                  <a:lnTo>
                    <a:pt x="7917313" y="56260"/>
                  </a:lnTo>
                  <a:lnTo>
                    <a:pt x="12270" y="56260"/>
                  </a:lnTo>
                  <a:lnTo>
                    <a:pt x="5821" y="56260"/>
                  </a:lnTo>
                  <a:lnTo>
                    <a:pt x="0" y="50513"/>
                  </a:lnTo>
                  <a:lnTo>
                    <a:pt x="0" y="44766"/>
                  </a:lnTo>
                  <a:lnTo>
                    <a:pt x="0" y="39601"/>
                  </a:lnTo>
                  <a:lnTo>
                    <a:pt x="0" y="33854"/>
                  </a:lnTo>
                  <a:lnTo>
                    <a:pt x="5821" y="33854"/>
                  </a:lnTo>
                  <a:lnTo>
                    <a:pt x="12270" y="33854"/>
                  </a:lnTo>
                  <a:close/>
                </a:path>
                <a:path w="8024495" h="90170">
                  <a:moveTo>
                    <a:pt x="7917313" y="44766"/>
                  </a:moveTo>
                  <a:lnTo>
                    <a:pt x="7866926" y="0"/>
                  </a:lnTo>
                  <a:lnTo>
                    <a:pt x="8024092" y="44766"/>
                  </a:lnTo>
                  <a:lnTo>
                    <a:pt x="7866926" y="89556"/>
                  </a:lnTo>
                  <a:lnTo>
                    <a:pt x="7917313" y="44766"/>
                  </a:lnTo>
                  <a:close/>
                </a:path>
              </a:pathLst>
            </a:custGeom>
            <a:ln w="6115">
              <a:solidFill>
                <a:srgbClr val="000000"/>
              </a:solidFill>
            </a:ln>
          </p:spPr>
          <p:txBody>
            <a:bodyPr wrap="square" lIns="0" tIns="0" rIns="0" bIns="0" rtlCol="0"/>
            <a:lstStyle/>
            <a:p/>
          </p:txBody>
        </p:sp>
        <p:sp>
          <p:nvSpPr>
            <p:cNvPr id="21" name="object 21" descr=""/>
            <p:cNvSpPr/>
            <p:nvPr/>
          </p:nvSpPr>
          <p:spPr>
            <a:xfrm>
              <a:off x="2233298" y="2297166"/>
              <a:ext cx="107314" cy="2395855"/>
            </a:xfrm>
            <a:custGeom>
              <a:avLst/>
              <a:gdLst/>
              <a:ahLst/>
              <a:cxnLst/>
              <a:rect l="l" t="t" r="r" b="b"/>
              <a:pathLst>
                <a:path w="107314" h="2395854">
                  <a:moveTo>
                    <a:pt x="56261" y="89347"/>
                  </a:moveTo>
                  <a:lnTo>
                    <a:pt x="43990" y="100257"/>
                  </a:lnTo>
                  <a:lnTo>
                    <a:pt x="43990" y="2389686"/>
                  </a:lnTo>
                  <a:lnTo>
                    <a:pt x="49812" y="2395433"/>
                  </a:lnTo>
                  <a:lnTo>
                    <a:pt x="56261" y="2395433"/>
                  </a:lnTo>
                  <a:lnTo>
                    <a:pt x="62736" y="2389686"/>
                  </a:lnTo>
                  <a:lnTo>
                    <a:pt x="68557" y="2389686"/>
                  </a:lnTo>
                  <a:lnTo>
                    <a:pt x="68557" y="101542"/>
                  </a:lnTo>
                  <a:lnTo>
                    <a:pt x="56261" y="89347"/>
                  </a:lnTo>
                  <a:close/>
                </a:path>
                <a:path w="107314" h="2395854">
                  <a:moveTo>
                    <a:pt x="56261" y="0"/>
                  </a:moveTo>
                  <a:lnTo>
                    <a:pt x="0" y="139372"/>
                  </a:lnTo>
                  <a:lnTo>
                    <a:pt x="43990" y="100257"/>
                  </a:lnTo>
                  <a:lnTo>
                    <a:pt x="43990" y="83762"/>
                  </a:lnTo>
                  <a:lnTo>
                    <a:pt x="49812" y="77946"/>
                  </a:lnTo>
                  <a:lnTo>
                    <a:pt x="84470" y="77946"/>
                  </a:lnTo>
                  <a:lnTo>
                    <a:pt x="56261" y="0"/>
                  </a:lnTo>
                  <a:close/>
                </a:path>
                <a:path w="107314" h="2395854">
                  <a:moveTo>
                    <a:pt x="84470" y="77946"/>
                  </a:moveTo>
                  <a:lnTo>
                    <a:pt x="56261" y="77946"/>
                  </a:lnTo>
                  <a:lnTo>
                    <a:pt x="62735" y="83762"/>
                  </a:lnTo>
                  <a:lnTo>
                    <a:pt x="68557" y="83762"/>
                  </a:lnTo>
                  <a:lnTo>
                    <a:pt x="68557" y="101542"/>
                  </a:lnTo>
                  <a:lnTo>
                    <a:pt x="106700" y="139372"/>
                  </a:lnTo>
                  <a:lnTo>
                    <a:pt x="84470" y="77946"/>
                  </a:lnTo>
                  <a:close/>
                </a:path>
                <a:path w="107314" h="2395854">
                  <a:moveTo>
                    <a:pt x="68557" y="89347"/>
                  </a:moveTo>
                  <a:lnTo>
                    <a:pt x="56261" y="89347"/>
                  </a:lnTo>
                  <a:lnTo>
                    <a:pt x="68557" y="101542"/>
                  </a:lnTo>
                  <a:lnTo>
                    <a:pt x="68557" y="89347"/>
                  </a:lnTo>
                  <a:close/>
                </a:path>
                <a:path w="107314" h="2395854">
                  <a:moveTo>
                    <a:pt x="56261" y="77946"/>
                  </a:moveTo>
                  <a:lnTo>
                    <a:pt x="49812" y="77946"/>
                  </a:lnTo>
                  <a:lnTo>
                    <a:pt x="43990" y="83762"/>
                  </a:lnTo>
                  <a:lnTo>
                    <a:pt x="43990" y="100257"/>
                  </a:lnTo>
                  <a:lnTo>
                    <a:pt x="56261" y="89347"/>
                  </a:lnTo>
                  <a:lnTo>
                    <a:pt x="68557" y="89347"/>
                  </a:lnTo>
                  <a:lnTo>
                    <a:pt x="68557" y="83762"/>
                  </a:lnTo>
                  <a:lnTo>
                    <a:pt x="62735" y="83762"/>
                  </a:lnTo>
                  <a:lnTo>
                    <a:pt x="56261" y="77946"/>
                  </a:lnTo>
                  <a:close/>
                </a:path>
              </a:pathLst>
            </a:custGeom>
            <a:solidFill>
              <a:srgbClr val="000000"/>
            </a:solidFill>
          </p:spPr>
          <p:txBody>
            <a:bodyPr wrap="square" lIns="0" tIns="0" rIns="0" bIns="0" rtlCol="0"/>
            <a:lstStyle/>
            <a:p/>
          </p:txBody>
        </p:sp>
        <p:sp>
          <p:nvSpPr>
            <p:cNvPr id="22" name="object 22" descr=""/>
            <p:cNvSpPr/>
            <p:nvPr/>
          </p:nvSpPr>
          <p:spPr>
            <a:xfrm>
              <a:off x="2233298" y="2297166"/>
              <a:ext cx="107314" cy="2395855"/>
            </a:xfrm>
            <a:custGeom>
              <a:avLst/>
              <a:gdLst/>
              <a:ahLst/>
              <a:cxnLst/>
              <a:rect l="l" t="t" r="r" b="b"/>
              <a:pathLst>
                <a:path w="107314" h="2395854">
                  <a:moveTo>
                    <a:pt x="43990" y="2383939"/>
                  </a:moveTo>
                  <a:lnTo>
                    <a:pt x="43990" y="89347"/>
                  </a:lnTo>
                  <a:lnTo>
                    <a:pt x="43990" y="83762"/>
                  </a:lnTo>
                  <a:lnTo>
                    <a:pt x="49812" y="77946"/>
                  </a:lnTo>
                  <a:lnTo>
                    <a:pt x="56261" y="77946"/>
                  </a:lnTo>
                  <a:lnTo>
                    <a:pt x="62735" y="83762"/>
                  </a:lnTo>
                  <a:lnTo>
                    <a:pt x="68557" y="83762"/>
                  </a:lnTo>
                  <a:lnTo>
                    <a:pt x="68557" y="89347"/>
                  </a:lnTo>
                  <a:lnTo>
                    <a:pt x="68557" y="2383939"/>
                  </a:lnTo>
                  <a:lnTo>
                    <a:pt x="68557" y="2389686"/>
                  </a:lnTo>
                  <a:lnTo>
                    <a:pt x="62736" y="2389686"/>
                  </a:lnTo>
                  <a:lnTo>
                    <a:pt x="56261" y="2395433"/>
                  </a:lnTo>
                  <a:lnTo>
                    <a:pt x="49812" y="2395433"/>
                  </a:lnTo>
                  <a:lnTo>
                    <a:pt x="43990" y="2389686"/>
                  </a:lnTo>
                  <a:lnTo>
                    <a:pt x="43990" y="2383939"/>
                  </a:lnTo>
                  <a:close/>
                </a:path>
                <a:path w="107314" h="2395854">
                  <a:moveTo>
                    <a:pt x="56261" y="89347"/>
                  </a:moveTo>
                  <a:lnTo>
                    <a:pt x="0" y="139372"/>
                  </a:lnTo>
                  <a:lnTo>
                    <a:pt x="56261" y="0"/>
                  </a:lnTo>
                  <a:lnTo>
                    <a:pt x="106700" y="139372"/>
                  </a:lnTo>
                  <a:lnTo>
                    <a:pt x="56261" y="89347"/>
                  </a:lnTo>
                  <a:close/>
                </a:path>
              </a:pathLst>
            </a:custGeom>
            <a:ln w="6115">
              <a:solidFill>
                <a:srgbClr val="000000"/>
              </a:solidFill>
            </a:ln>
          </p:spPr>
          <p:txBody>
            <a:bodyPr wrap="square" lIns="0" tIns="0" rIns="0" bIns="0" rtlCol="0"/>
            <a:lstStyle/>
            <a:p/>
          </p:txBody>
        </p:sp>
      </p:grpSp>
      <p:sp>
        <p:nvSpPr>
          <p:cNvPr id="23" name="object 23" descr=""/>
          <p:cNvSpPr txBox="1"/>
          <p:nvPr/>
        </p:nvSpPr>
        <p:spPr>
          <a:xfrm>
            <a:off x="9764185" y="4815088"/>
            <a:ext cx="502920" cy="282575"/>
          </a:xfrm>
          <a:prstGeom prst="rect">
            <a:avLst/>
          </a:prstGeom>
        </p:spPr>
        <p:txBody>
          <a:bodyPr wrap="square" lIns="0" tIns="16510" rIns="0" bIns="0" rtlCol="0" vert="horz">
            <a:spAutoFit/>
          </a:bodyPr>
          <a:lstStyle/>
          <a:p>
            <a:pPr marL="12700">
              <a:lnSpc>
                <a:spcPct val="100000"/>
              </a:lnSpc>
              <a:spcBef>
                <a:spcPts val="130"/>
              </a:spcBef>
            </a:pPr>
            <a:r>
              <a:rPr dirty="0" sz="1650" spc="190">
                <a:latin typeface="宋体"/>
                <a:cs typeface="宋体"/>
              </a:rPr>
              <a:t>时间</a:t>
            </a:r>
            <a:endParaRPr sz="1650">
              <a:latin typeface="宋体"/>
              <a:cs typeface="宋体"/>
            </a:endParaRPr>
          </a:p>
        </p:txBody>
      </p:sp>
      <p:sp>
        <p:nvSpPr>
          <p:cNvPr id="24" name="object 24" descr=""/>
          <p:cNvSpPr txBox="1"/>
          <p:nvPr/>
        </p:nvSpPr>
        <p:spPr>
          <a:xfrm>
            <a:off x="1859105" y="2134162"/>
            <a:ext cx="265430" cy="282575"/>
          </a:xfrm>
          <a:prstGeom prst="rect">
            <a:avLst/>
          </a:prstGeom>
        </p:spPr>
        <p:txBody>
          <a:bodyPr wrap="square" lIns="0" tIns="16510" rIns="0" bIns="0" rtlCol="0" vert="horz">
            <a:spAutoFit/>
          </a:bodyPr>
          <a:lstStyle/>
          <a:p>
            <a:pPr marL="12700">
              <a:lnSpc>
                <a:spcPct val="100000"/>
              </a:lnSpc>
              <a:spcBef>
                <a:spcPts val="130"/>
              </a:spcBef>
            </a:pPr>
            <a:r>
              <a:rPr dirty="0" sz="1650" spc="180">
                <a:latin typeface="宋体"/>
                <a:cs typeface="宋体"/>
              </a:rPr>
              <a:t>段</a:t>
            </a:r>
            <a:endParaRPr sz="1650">
              <a:latin typeface="宋体"/>
              <a:cs typeface="宋体"/>
            </a:endParaRPr>
          </a:p>
        </p:txBody>
      </p:sp>
      <p:sp>
        <p:nvSpPr>
          <p:cNvPr id="25" name="object 25" descr=""/>
          <p:cNvSpPr txBox="1"/>
          <p:nvPr/>
        </p:nvSpPr>
        <p:spPr>
          <a:xfrm>
            <a:off x="2022078" y="3908657"/>
            <a:ext cx="145415" cy="718820"/>
          </a:xfrm>
          <a:prstGeom prst="rect">
            <a:avLst/>
          </a:prstGeom>
        </p:spPr>
        <p:txBody>
          <a:bodyPr wrap="square" lIns="0" tIns="16510" rIns="0" bIns="0" rtlCol="0" vert="horz">
            <a:spAutoFit/>
          </a:bodyPr>
          <a:lstStyle/>
          <a:p>
            <a:pPr marL="12700">
              <a:lnSpc>
                <a:spcPct val="100000"/>
              </a:lnSpc>
              <a:spcBef>
                <a:spcPts val="130"/>
              </a:spcBef>
            </a:pPr>
            <a:r>
              <a:rPr dirty="0" sz="1650" spc="65">
                <a:latin typeface="Times New Roman"/>
                <a:cs typeface="Times New Roman"/>
              </a:rPr>
              <a:t>2</a:t>
            </a:r>
            <a:endParaRPr sz="1650">
              <a:latin typeface="Times New Roman"/>
              <a:cs typeface="Times New Roman"/>
            </a:endParaRPr>
          </a:p>
          <a:p>
            <a:pPr marL="12700">
              <a:lnSpc>
                <a:spcPct val="100000"/>
              </a:lnSpc>
              <a:spcBef>
                <a:spcPts val="1455"/>
              </a:spcBef>
            </a:pPr>
            <a:r>
              <a:rPr dirty="0" sz="1650" spc="65">
                <a:latin typeface="Times New Roman"/>
                <a:cs typeface="Times New Roman"/>
              </a:rPr>
              <a:t>1</a:t>
            </a:r>
            <a:endParaRPr sz="1650">
              <a:latin typeface="Times New Roman"/>
              <a:cs typeface="Times New Roman"/>
            </a:endParaRPr>
          </a:p>
        </p:txBody>
      </p:sp>
      <p:sp>
        <p:nvSpPr>
          <p:cNvPr id="26" name="object 26" descr=""/>
          <p:cNvSpPr txBox="1"/>
          <p:nvPr/>
        </p:nvSpPr>
        <p:spPr>
          <a:xfrm>
            <a:off x="2022078" y="2609517"/>
            <a:ext cx="145415" cy="1133475"/>
          </a:xfrm>
          <a:prstGeom prst="rect">
            <a:avLst/>
          </a:prstGeom>
        </p:spPr>
        <p:txBody>
          <a:bodyPr wrap="square" lIns="0" tIns="16510" rIns="0" bIns="0" rtlCol="0" vert="horz">
            <a:spAutoFit/>
          </a:bodyPr>
          <a:lstStyle/>
          <a:p>
            <a:pPr marL="12700">
              <a:lnSpc>
                <a:spcPct val="100000"/>
              </a:lnSpc>
              <a:spcBef>
                <a:spcPts val="130"/>
              </a:spcBef>
            </a:pPr>
            <a:r>
              <a:rPr dirty="0" sz="1650" spc="65">
                <a:latin typeface="Times New Roman"/>
                <a:cs typeface="Times New Roman"/>
              </a:rPr>
              <a:t>5</a:t>
            </a:r>
            <a:endParaRPr sz="1650">
              <a:latin typeface="Times New Roman"/>
              <a:cs typeface="Times New Roman"/>
            </a:endParaRPr>
          </a:p>
          <a:p>
            <a:pPr marL="12700">
              <a:lnSpc>
                <a:spcPct val="100000"/>
              </a:lnSpc>
              <a:spcBef>
                <a:spcPts val="1285"/>
              </a:spcBef>
            </a:pPr>
            <a:r>
              <a:rPr dirty="0" sz="1650" spc="65">
                <a:latin typeface="Times New Roman"/>
                <a:cs typeface="Times New Roman"/>
              </a:rPr>
              <a:t>4</a:t>
            </a:r>
            <a:endParaRPr sz="1650">
              <a:latin typeface="Times New Roman"/>
              <a:cs typeface="Times New Roman"/>
            </a:endParaRPr>
          </a:p>
          <a:p>
            <a:pPr marL="12700">
              <a:lnSpc>
                <a:spcPct val="100000"/>
              </a:lnSpc>
              <a:spcBef>
                <a:spcPts val="1460"/>
              </a:spcBef>
            </a:pPr>
            <a:r>
              <a:rPr dirty="0" sz="1650" spc="65">
                <a:latin typeface="Times New Roman"/>
                <a:cs typeface="Times New Roman"/>
              </a:rPr>
              <a:t>3</a:t>
            </a:r>
            <a:endParaRPr sz="1650">
              <a:latin typeface="Times New Roman"/>
              <a:cs typeface="Times New Roman"/>
            </a:endParaRPr>
          </a:p>
        </p:txBody>
      </p:sp>
      <p:sp>
        <p:nvSpPr>
          <p:cNvPr id="27" name="object 27" descr=""/>
          <p:cNvSpPr txBox="1"/>
          <p:nvPr/>
        </p:nvSpPr>
        <p:spPr>
          <a:xfrm>
            <a:off x="1762547" y="4657190"/>
            <a:ext cx="265430" cy="662940"/>
          </a:xfrm>
          <a:prstGeom prst="rect">
            <a:avLst/>
          </a:prstGeom>
        </p:spPr>
        <p:txBody>
          <a:bodyPr wrap="square" lIns="0" tIns="11430" rIns="0" bIns="0" rtlCol="0" vert="horz">
            <a:spAutoFit/>
          </a:bodyPr>
          <a:lstStyle/>
          <a:p>
            <a:pPr marL="12700" marR="5080">
              <a:lnSpc>
                <a:spcPct val="126699"/>
              </a:lnSpc>
              <a:spcBef>
                <a:spcPts val="90"/>
              </a:spcBef>
            </a:pPr>
            <a:r>
              <a:rPr dirty="0" sz="1650" spc="180">
                <a:latin typeface="宋体"/>
                <a:cs typeface="宋体"/>
              </a:rPr>
              <a:t>输入</a:t>
            </a:r>
            <a:endParaRPr sz="1650">
              <a:latin typeface="宋体"/>
              <a:cs typeface="宋体"/>
            </a:endParaRPr>
          </a:p>
        </p:txBody>
      </p:sp>
      <p:sp>
        <p:nvSpPr>
          <p:cNvPr id="28" name="object 28" descr=""/>
          <p:cNvSpPr txBox="1"/>
          <p:nvPr/>
        </p:nvSpPr>
        <p:spPr>
          <a:xfrm>
            <a:off x="3496516" y="1910329"/>
            <a:ext cx="1529080" cy="282575"/>
          </a:xfrm>
          <a:prstGeom prst="rect">
            <a:avLst/>
          </a:prstGeom>
        </p:spPr>
        <p:txBody>
          <a:bodyPr wrap="square" lIns="0" tIns="16510" rIns="0" bIns="0" rtlCol="0" vert="horz">
            <a:spAutoFit/>
          </a:bodyPr>
          <a:lstStyle/>
          <a:p>
            <a:pPr marL="12700">
              <a:lnSpc>
                <a:spcPct val="100000"/>
              </a:lnSpc>
              <a:spcBef>
                <a:spcPts val="130"/>
              </a:spcBef>
              <a:tabLst>
                <a:tab pos="463550" algn="l"/>
                <a:tab pos="909319" algn="l"/>
                <a:tab pos="1342390" algn="l"/>
              </a:tabLst>
            </a:pPr>
            <a:r>
              <a:rPr dirty="0" sz="1650" spc="114">
                <a:latin typeface="Times New Roman"/>
                <a:cs typeface="Times New Roman"/>
              </a:rPr>
              <a:t>A</a:t>
            </a:r>
            <a:r>
              <a:rPr dirty="0" sz="1650">
                <a:latin typeface="Times New Roman"/>
                <a:cs typeface="Times New Roman"/>
              </a:rPr>
              <a:t>	</a:t>
            </a:r>
            <a:r>
              <a:rPr dirty="0" sz="1650" spc="100">
                <a:latin typeface="Times New Roman"/>
                <a:cs typeface="Times New Roman"/>
              </a:rPr>
              <a:t>B</a:t>
            </a:r>
            <a:r>
              <a:rPr dirty="0" sz="1650">
                <a:latin typeface="Times New Roman"/>
                <a:cs typeface="Times New Roman"/>
              </a:rPr>
              <a:t>	</a:t>
            </a:r>
            <a:r>
              <a:rPr dirty="0" sz="1650" spc="100">
                <a:latin typeface="Times New Roman"/>
                <a:cs typeface="Times New Roman"/>
              </a:rPr>
              <a:t>C</a:t>
            </a:r>
            <a:r>
              <a:rPr dirty="0" sz="1650">
                <a:latin typeface="Times New Roman"/>
                <a:cs typeface="Times New Roman"/>
              </a:rPr>
              <a:t>	</a:t>
            </a:r>
            <a:r>
              <a:rPr dirty="0" sz="1650" spc="114">
                <a:latin typeface="Times New Roman"/>
                <a:cs typeface="Times New Roman"/>
              </a:rPr>
              <a:t>D</a:t>
            </a:r>
            <a:endParaRPr sz="1650">
              <a:latin typeface="Times New Roman"/>
              <a:cs typeface="Times New Roman"/>
            </a:endParaRPr>
          </a:p>
        </p:txBody>
      </p:sp>
      <p:sp>
        <p:nvSpPr>
          <p:cNvPr id="29" name="object 29" descr=""/>
          <p:cNvSpPr txBox="1"/>
          <p:nvPr/>
        </p:nvSpPr>
        <p:spPr>
          <a:xfrm>
            <a:off x="2165754" y="4635388"/>
            <a:ext cx="7329170" cy="965835"/>
          </a:xfrm>
          <a:prstGeom prst="rect">
            <a:avLst/>
          </a:prstGeom>
        </p:spPr>
        <p:txBody>
          <a:bodyPr wrap="square" lIns="0" tIns="51435" rIns="0" bIns="0" rtlCol="0" vert="horz">
            <a:spAutoFit/>
          </a:bodyPr>
          <a:lstStyle/>
          <a:p>
            <a:pPr marL="88900">
              <a:lnSpc>
                <a:spcPct val="100000"/>
              </a:lnSpc>
              <a:spcBef>
                <a:spcPts val="405"/>
              </a:spcBef>
              <a:tabLst>
                <a:tab pos="470534" algn="l"/>
                <a:tab pos="885190" algn="l"/>
                <a:tab pos="1311275" algn="l"/>
                <a:tab pos="1788795" algn="l"/>
                <a:tab pos="2214880" algn="l"/>
                <a:tab pos="2647950" algn="l"/>
                <a:tab pos="3093720" algn="l"/>
                <a:tab pos="3532504" algn="l"/>
                <a:tab pos="3996690" algn="l"/>
                <a:tab pos="4417695" algn="l"/>
                <a:tab pos="4862195" algn="l"/>
                <a:tab pos="5264150" algn="l"/>
                <a:tab pos="5715635" algn="l"/>
                <a:tab pos="6161405" algn="l"/>
                <a:tab pos="6606540" algn="l"/>
                <a:tab pos="7026909" algn="l"/>
              </a:tabLst>
            </a:pPr>
            <a:r>
              <a:rPr dirty="0" sz="1650" spc="65">
                <a:latin typeface="Times New Roman"/>
                <a:cs typeface="Times New Roman"/>
              </a:rPr>
              <a:t>0</a:t>
            </a:r>
            <a:r>
              <a:rPr dirty="0" sz="1650">
                <a:latin typeface="Times New Roman"/>
                <a:cs typeface="Times New Roman"/>
              </a:rPr>
              <a:t>	</a:t>
            </a:r>
            <a:r>
              <a:rPr dirty="0" sz="1650" spc="65">
                <a:latin typeface="Times New Roman"/>
                <a:cs typeface="Times New Roman"/>
              </a:rPr>
              <a:t>1</a:t>
            </a:r>
            <a:r>
              <a:rPr dirty="0" sz="1650">
                <a:latin typeface="Times New Roman"/>
                <a:cs typeface="Times New Roman"/>
              </a:rPr>
              <a:t>	</a:t>
            </a:r>
            <a:r>
              <a:rPr dirty="0" sz="1650" spc="55">
                <a:latin typeface="Times New Roman"/>
                <a:cs typeface="Times New Roman"/>
              </a:rPr>
              <a:t>2</a:t>
            </a:r>
            <a:r>
              <a:rPr dirty="0" sz="1650">
                <a:latin typeface="Times New Roman"/>
                <a:cs typeface="Times New Roman"/>
              </a:rPr>
              <a:t>	</a:t>
            </a:r>
            <a:r>
              <a:rPr dirty="0" sz="1650" spc="65">
                <a:latin typeface="Times New Roman"/>
                <a:cs typeface="Times New Roman"/>
              </a:rPr>
              <a:t>3</a:t>
            </a:r>
            <a:r>
              <a:rPr dirty="0" sz="1650">
                <a:latin typeface="Times New Roman"/>
                <a:cs typeface="Times New Roman"/>
              </a:rPr>
              <a:t>	</a:t>
            </a:r>
            <a:r>
              <a:rPr dirty="0" sz="1650" spc="65">
                <a:latin typeface="Times New Roman"/>
                <a:cs typeface="Times New Roman"/>
              </a:rPr>
              <a:t>4</a:t>
            </a:r>
            <a:r>
              <a:rPr dirty="0" sz="1650">
                <a:latin typeface="Times New Roman"/>
                <a:cs typeface="Times New Roman"/>
              </a:rPr>
              <a:t>	</a:t>
            </a:r>
            <a:r>
              <a:rPr dirty="0" sz="1650" spc="65">
                <a:latin typeface="Times New Roman"/>
                <a:cs typeface="Times New Roman"/>
              </a:rPr>
              <a:t>5</a:t>
            </a:r>
            <a:r>
              <a:rPr dirty="0" sz="1650">
                <a:latin typeface="Times New Roman"/>
                <a:cs typeface="Times New Roman"/>
              </a:rPr>
              <a:t>	</a:t>
            </a:r>
            <a:r>
              <a:rPr dirty="0" sz="1650" spc="65">
                <a:latin typeface="Times New Roman"/>
                <a:cs typeface="Times New Roman"/>
              </a:rPr>
              <a:t>6</a:t>
            </a:r>
            <a:r>
              <a:rPr dirty="0" sz="1650">
                <a:latin typeface="Times New Roman"/>
                <a:cs typeface="Times New Roman"/>
              </a:rPr>
              <a:t>	</a:t>
            </a:r>
            <a:r>
              <a:rPr dirty="0" sz="1650" spc="65">
                <a:latin typeface="Times New Roman"/>
                <a:cs typeface="Times New Roman"/>
              </a:rPr>
              <a:t>7</a:t>
            </a:r>
            <a:r>
              <a:rPr dirty="0" sz="1650">
                <a:latin typeface="Times New Roman"/>
                <a:cs typeface="Times New Roman"/>
              </a:rPr>
              <a:t>	</a:t>
            </a:r>
            <a:r>
              <a:rPr dirty="0" sz="1650" spc="65">
                <a:latin typeface="Times New Roman"/>
                <a:cs typeface="Times New Roman"/>
              </a:rPr>
              <a:t>8</a:t>
            </a:r>
            <a:r>
              <a:rPr dirty="0" sz="1650">
                <a:latin typeface="Times New Roman"/>
                <a:cs typeface="Times New Roman"/>
              </a:rPr>
              <a:t>	</a:t>
            </a:r>
            <a:r>
              <a:rPr dirty="0" baseline="1683" sz="2475" spc="97">
                <a:latin typeface="Times New Roman"/>
                <a:cs typeface="Times New Roman"/>
              </a:rPr>
              <a:t>9</a:t>
            </a:r>
            <a:r>
              <a:rPr dirty="0" baseline="1683" sz="2475">
                <a:latin typeface="Times New Roman"/>
                <a:cs typeface="Times New Roman"/>
              </a:rPr>
              <a:t>	</a:t>
            </a:r>
            <a:r>
              <a:rPr dirty="0" sz="1650" spc="85">
                <a:latin typeface="Times New Roman"/>
                <a:cs typeface="Times New Roman"/>
              </a:rPr>
              <a:t>10</a:t>
            </a:r>
            <a:r>
              <a:rPr dirty="0" sz="1650">
                <a:latin typeface="Times New Roman"/>
                <a:cs typeface="Times New Roman"/>
              </a:rPr>
              <a:t>	</a:t>
            </a:r>
            <a:r>
              <a:rPr dirty="0" sz="1650" spc="60">
                <a:latin typeface="Times New Roman"/>
                <a:cs typeface="Times New Roman"/>
              </a:rPr>
              <a:t>11</a:t>
            </a:r>
            <a:r>
              <a:rPr dirty="0" sz="1650">
                <a:latin typeface="Times New Roman"/>
                <a:cs typeface="Times New Roman"/>
              </a:rPr>
              <a:t>	</a:t>
            </a:r>
            <a:r>
              <a:rPr dirty="0" sz="1650" spc="85">
                <a:latin typeface="Times New Roman"/>
                <a:cs typeface="Times New Roman"/>
              </a:rPr>
              <a:t>12</a:t>
            </a:r>
            <a:r>
              <a:rPr dirty="0" sz="1650">
                <a:latin typeface="Times New Roman"/>
                <a:cs typeface="Times New Roman"/>
              </a:rPr>
              <a:t>	</a:t>
            </a:r>
            <a:r>
              <a:rPr dirty="0" sz="1650" spc="85">
                <a:latin typeface="Times New Roman"/>
                <a:cs typeface="Times New Roman"/>
              </a:rPr>
              <a:t>13</a:t>
            </a:r>
            <a:r>
              <a:rPr dirty="0" sz="1650">
                <a:latin typeface="Times New Roman"/>
                <a:cs typeface="Times New Roman"/>
              </a:rPr>
              <a:t>	</a:t>
            </a:r>
            <a:r>
              <a:rPr dirty="0" sz="1650" spc="85">
                <a:latin typeface="Times New Roman"/>
                <a:cs typeface="Times New Roman"/>
              </a:rPr>
              <a:t>14</a:t>
            </a:r>
            <a:r>
              <a:rPr dirty="0" sz="1650">
                <a:latin typeface="Times New Roman"/>
                <a:cs typeface="Times New Roman"/>
              </a:rPr>
              <a:t>	</a:t>
            </a:r>
            <a:r>
              <a:rPr dirty="0" sz="1650" spc="85">
                <a:latin typeface="Times New Roman"/>
                <a:cs typeface="Times New Roman"/>
              </a:rPr>
              <a:t>15</a:t>
            </a:r>
            <a:r>
              <a:rPr dirty="0" sz="1650">
                <a:latin typeface="Times New Roman"/>
                <a:cs typeface="Times New Roman"/>
              </a:rPr>
              <a:t>	</a:t>
            </a:r>
            <a:r>
              <a:rPr dirty="0" sz="1650" spc="80">
                <a:latin typeface="Times New Roman"/>
                <a:cs typeface="Times New Roman"/>
              </a:rPr>
              <a:t>16</a:t>
            </a:r>
            <a:endParaRPr sz="1650">
              <a:latin typeface="Times New Roman"/>
              <a:cs typeface="Times New Roman"/>
            </a:endParaRPr>
          </a:p>
          <a:p>
            <a:pPr marL="88900">
              <a:lnSpc>
                <a:spcPct val="100000"/>
              </a:lnSpc>
              <a:spcBef>
                <a:spcPts val="310"/>
              </a:spcBef>
              <a:tabLst>
                <a:tab pos="464820" algn="l"/>
                <a:tab pos="859790" algn="l"/>
                <a:tab pos="1292860" algn="l"/>
                <a:tab pos="1800860" algn="l"/>
                <a:tab pos="2660015" algn="l"/>
                <a:tab pos="4749800" algn="l"/>
              </a:tabLst>
            </a:pPr>
            <a:r>
              <a:rPr dirty="0" sz="1650" spc="70">
                <a:latin typeface="Times New Roman"/>
                <a:cs typeface="Times New Roman"/>
              </a:rPr>
              <a:t>A</a:t>
            </a:r>
            <a:r>
              <a:rPr dirty="0" baseline="-12626" sz="1650" spc="104">
                <a:latin typeface="Times New Roman"/>
                <a:cs typeface="Times New Roman"/>
              </a:rPr>
              <a:t>1</a:t>
            </a:r>
            <a:r>
              <a:rPr dirty="0" baseline="-12626" sz="1650">
                <a:latin typeface="Times New Roman"/>
                <a:cs typeface="Times New Roman"/>
              </a:rPr>
              <a:t>	</a:t>
            </a:r>
            <a:r>
              <a:rPr dirty="0" sz="1650" spc="70">
                <a:latin typeface="Times New Roman"/>
                <a:cs typeface="Times New Roman"/>
              </a:rPr>
              <a:t>A</a:t>
            </a:r>
            <a:r>
              <a:rPr dirty="0" baseline="-12626" sz="1650" spc="104">
                <a:latin typeface="Times New Roman"/>
                <a:cs typeface="Times New Roman"/>
              </a:rPr>
              <a:t>2</a:t>
            </a:r>
            <a:r>
              <a:rPr dirty="0" baseline="-12626" sz="1650">
                <a:latin typeface="Times New Roman"/>
                <a:cs typeface="Times New Roman"/>
              </a:rPr>
              <a:t>	</a:t>
            </a:r>
            <a:r>
              <a:rPr dirty="0" sz="1650" spc="70">
                <a:latin typeface="Times New Roman"/>
                <a:cs typeface="Times New Roman"/>
              </a:rPr>
              <a:t>A</a:t>
            </a:r>
            <a:r>
              <a:rPr dirty="0" baseline="-12626" sz="1650" spc="104">
                <a:latin typeface="Times New Roman"/>
                <a:cs typeface="Times New Roman"/>
              </a:rPr>
              <a:t>3</a:t>
            </a:r>
            <a:r>
              <a:rPr dirty="0" baseline="-12626" sz="1650">
                <a:latin typeface="Times New Roman"/>
                <a:cs typeface="Times New Roman"/>
              </a:rPr>
              <a:t>	</a:t>
            </a:r>
            <a:r>
              <a:rPr dirty="0" sz="1650" spc="70">
                <a:latin typeface="Times New Roman"/>
                <a:cs typeface="Times New Roman"/>
              </a:rPr>
              <a:t>A</a:t>
            </a:r>
            <a:r>
              <a:rPr dirty="0" baseline="-12626" sz="1650" spc="104">
                <a:latin typeface="Times New Roman"/>
                <a:cs typeface="Times New Roman"/>
              </a:rPr>
              <a:t>4</a:t>
            </a:r>
            <a:r>
              <a:rPr dirty="0" baseline="-12626" sz="1650">
                <a:latin typeface="Times New Roman"/>
                <a:cs typeface="Times New Roman"/>
              </a:rPr>
              <a:t>	</a:t>
            </a:r>
            <a:r>
              <a:rPr dirty="0" sz="1650" spc="114">
                <a:latin typeface="Times New Roman"/>
                <a:cs typeface="Times New Roman"/>
              </a:rPr>
              <a:t>A</a:t>
            </a:r>
            <a:r>
              <a:rPr dirty="0" sz="1650">
                <a:latin typeface="Times New Roman"/>
                <a:cs typeface="Times New Roman"/>
              </a:rPr>
              <a:t>	</a:t>
            </a:r>
            <a:r>
              <a:rPr dirty="0" sz="1650" spc="100">
                <a:latin typeface="Times New Roman"/>
                <a:cs typeface="Times New Roman"/>
              </a:rPr>
              <a:t>C</a:t>
            </a:r>
            <a:r>
              <a:rPr dirty="0" sz="1650">
                <a:latin typeface="Times New Roman"/>
                <a:cs typeface="Times New Roman"/>
              </a:rPr>
              <a:t>	</a:t>
            </a:r>
            <a:r>
              <a:rPr dirty="0" sz="1650" spc="125">
                <a:latin typeface="Times New Roman"/>
                <a:cs typeface="Times New Roman"/>
              </a:rPr>
              <a:t>A</a:t>
            </a:r>
            <a:r>
              <a:rPr dirty="0" sz="1650" spc="125">
                <a:latin typeface="宋体"/>
                <a:cs typeface="宋体"/>
              </a:rPr>
              <a:t>＋</a:t>
            </a:r>
            <a:r>
              <a:rPr dirty="0" sz="1650" spc="125">
                <a:latin typeface="Times New Roman"/>
                <a:cs typeface="Times New Roman"/>
              </a:rPr>
              <a:t>B</a:t>
            </a:r>
            <a:endParaRPr sz="1650">
              <a:latin typeface="Times New Roman"/>
              <a:cs typeface="Times New Roman"/>
            </a:endParaRPr>
          </a:p>
          <a:p>
            <a:pPr marL="88900">
              <a:lnSpc>
                <a:spcPct val="100000"/>
              </a:lnSpc>
              <a:spcBef>
                <a:spcPts val="840"/>
              </a:spcBef>
              <a:tabLst>
                <a:tab pos="452120" algn="l"/>
                <a:tab pos="859790" algn="l"/>
                <a:tab pos="1292860" algn="l"/>
                <a:tab pos="1800860" algn="l"/>
                <a:tab pos="2660015" algn="l"/>
                <a:tab pos="4749800" algn="l"/>
              </a:tabLst>
            </a:pPr>
            <a:r>
              <a:rPr dirty="0" sz="1650" spc="70">
                <a:latin typeface="Times New Roman"/>
                <a:cs typeface="Times New Roman"/>
              </a:rPr>
              <a:t>B</a:t>
            </a:r>
            <a:r>
              <a:rPr dirty="0" baseline="-12626" sz="1650" spc="104">
                <a:latin typeface="Times New Roman"/>
                <a:cs typeface="Times New Roman"/>
              </a:rPr>
              <a:t>1</a:t>
            </a:r>
            <a:r>
              <a:rPr dirty="0" baseline="-12626" sz="1650">
                <a:latin typeface="Times New Roman"/>
                <a:cs typeface="Times New Roman"/>
              </a:rPr>
              <a:t>	</a:t>
            </a:r>
            <a:r>
              <a:rPr dirty="0" sz="1650" spc="70">
                <a:latin typeface="Times New Roman"/>
                <a:cs typeface="Times New Roman"/>
              </a:rPr>
              <a:t>B</a:t>
            </a:r>
            <a:r>
              <a:rPr dirty="0" baseline="-12626" sz="1650" spc="104">
                <a:latin typeface="Times New Roman"/>
                <a:cs typeface="Times New Roman"/>
              </a:rPr>
              <a:t>2</a:t>
            </a:r>
            <a:r>
              <a:rPr dirty="0" baseline="-12626" sz="1650">
                <a:latin typeface="Times New Roman"/>
                <a:cs typeface="Times New Roman"/>
              </a:rPr>
              <a:t>	</a:t>
            </a:r>
            <a:r>
              <a:rPr dirty="0" sz="1650" spc="70">
                <a:latin typeface="Times New Roman"/>
                <a:cs typeface="Times New Roman"/>
              </a:rPr>
              <a:t>B</a:t>
            </a:r>
            <a:r>
              <a:rPr dirty="0" baseline="-12626" sz="1650" spc="104">
                <a:latin typeface="Times New Roman"/>
                <a:cs typeface="Times New Roman"/>
              </a:rPr>
              <a:t>3</a:t>
            </a:r>
            <a:r>
              <a:rPr dirty="0" baseline="-12626" sz="1650">
                <a:latin typeface="Times New Roman"/>
                <a:cs typeface="Times New Roman"/>
              </a:rPr>
              <a:t>	</a:t>
            </a:r>
            <a:r>
              <a:rPr dirty="0" sz="1650" spc="70">
                <a:latin typeface="Times New Roman"/>
                <a:cs typeface="Times New Roman"/>
              </a:rPr>
              <a:t>B</a:t>
            </a:r>
            <a:r>
              <a:rPr dirty="0" baseline="-12626" sz="1650" spc="104">
                <a:latin typeface="Times New Roman"/>
                <a:cs typeface="Times New Roman"/>
              </a:rPr>
              <a:t>4</a:t>
            </a:r>
            <a:r>
              <a:rPr dirty="0" baseline="-12626" sz="1650">
                <a:latin typeface="Times New Roman"/>
                <a:cs typeface="Times New Roman"/>
              </a:rPr>
              <a:t>	</a:t>
            </a:r>
            <a:r>
              <a:rPr dirty="0" sz="1650" spc="100">
                <a:latin typeface="Times New Roman"/>
                <a:cs typeface="Times New Roman"/>
              </a:rPr>
              <a:t>B</a:t>
            </a:r>
            <a:r>
              <a:rPr dirty="0" sz="1650">
                <a:latin typeface="Times New Roman"/>
                <a:cs typeface="Times New Roman"/>
              </a:rPr>
              <a:t>	</a:t>
            </a:r>
            <a:r>
              <a:rPr dirty="0" sz="1650" spc="114">
                <a:latin typeface="Times New Roman"/>
                <a:cs typeface="Times New Roman"/>
              </a:rPr>
              <a:t>D</a:t>
            </a:r>
            <a:r>
              <a:rPr dirty="0" sz="1650">
                <a:latin typeface="Times New Roman"/>
                <a:cs typeface="Times New Roman"/>
              </a:rPr>
              <a:t>	</a:t>
            </a:r>
            <a:r>
              <a:rPr dirty="0" sz="1650" spc="140">
                <a:latin typeface="Times New Roman"/>
                <a:cs typeface="Times New Roman"/>
              </a:rPr>
              <a:t>C</a:t>
            </a:r>
            <a:r>
              <a:rPr dirty="0" sz="1650" spc="140">
                <a:latin typeface="宋体"/>
                <a:cs typeface="宋体"/>
              </a:rPr>
              <a:t>＋</a:t>
            </a:r>
            <a:r>
              <a:rPr dirty="0" sz="1650" spc="140">
                <a:latin typeface="Times New Roman"/>
                <a:cs typeface="Times New Roman"/>
              </a:rPr>
              <a:t>D</a:t>
            </a:r>
            <a:endParaRPr sz="1650">
              <a:latin typeface="Times New Roman"/>
              <a:cs typeface="Times New Roman"/>
            </a:endParaRPr>
          </a:p>
        </p:txBody>
      </p:sp>
      <p:sp>
        <p:nvSpPr>
          <p:cNvPr id="30" name="object 30" descr=""/>
          <p:cNvSpPr txBox="1"/>
          <p:nvPr/>
        </p:nvSpPr>
        <p:spPr>
          <a:xfrm>
            <a:off x="5918312" y="1898928"/>
            <a:ext cx="587375" cy="282575"/>
          </a:xfrm>
          <a:prstGeom prst="rect">
            <a:avLst/>
          </a:prstGeom>
        </p:spPr>
        <p:txBody>
          <a:bodyPr wrap="square" lIns="0" tIns="16510" rIns="0" bIns="0" rtlCol="0" vert="horz">
            <a:spAutoFit/>
          </a:bodyPr>
          <a:lstStyle/>
          <a:p>
            <a:pPr marL="12700">
              <a:lnSpc>
                <a:spcPct val="100000"/>
              </a:lnSpc>
              <a:spcBef>
                <a:spcPts val="130"/>
              </a:spcBef>
            </a:pPr>
            <a:r>
              <a:rPr dirty="0" sz="1650" spc="125">
                <a:latin typeface="Times New Roman"/>
                <a:cs typeface="Times New Roman"/>
              </a:rPr>
              <a:t>A</a:t>
            </a:r>
            <a:r>
              <a:rPr dirty="0" sz="1650" spc="125">
                <a:latin typeface="宋体"/>
                <a:cs typeface="宋体"/>
              </a:rPr>
              <a:t>＋</a:t>
            </a:r>
            <a:r>
              <a:rPr dirty="0" sz="1650" spc="125">
                <a:latin typeface="Times New Roman"/>
                <a:cs typeface="Times New Roman"/>
              </a:rPr>
              <a:t>B</a:t>
            </a:r>
            <a:endParaRPr sz="1650">
              <a:latin typeface="Times New Roman"/>
              <a:cs typeface="Times New Roman"/>
            </a:endParaRPr>
          </a:p>
        </p:txBody>
      </p:sp>
      <p:sp>
        <p:nvSpPr>
          <p:cNvPr id="31" name="object 31" descr=""/>
          <p:cNvSpPr txBox="1"/>
          <p:nvPr/>
        </p:nvSpPr>
        <p:spPr>
          <a:xfrm>
            <a:off x="6815360" y="1910329"/>
            <a:ext cx="593725" cy="282575"/>
          </a:xfrm>
          <a:prstGeom prst="rect">
            <a:avLst/>
          </a:prstGeom>
        </p:spPr>
        <p:txBody>
          <a:bodyPr wrap="square" lIns="0" tIns="16510" rIns="0" bIns="0" rtlCol="0" vert="horz">
            <a:spAutoFit/>
          </a:bodyPr>
          <a:lstStyle/>
          <a:p>
            <a:pPr marL="12700">
              <a:lnSpc>
                <a:spcPct val="100000"/>
              </a:lnSpc>
              <a:spcBef>
                <a:spcPts val="130"/>
              </a:spcBef>
            </a:pPr>
            <a:r>
              <a:rPr dirty="0" sz="1650" spc="140">
                <a:latin typeface="Times New Roman"/>
                <a:cs typeface="Times New Roman"/>
              </a:rPr>
              <a:t>C</a:t>
            </a:r>
            <a:r>
              <a:rPr dirty="0" sz="1650" spc="140">
                <a:latin typeface="宋体"/>
                <a:cs typeface="宋体"/>
              </a:rPr>
              <a:t>＋</a:t>
            </a:r>
            <a:r>
              <a:rPr dirty="0" sz="1650" spc="140">
                <a:latin typeface="Times New Roman"/>
                <a:cs typeface="Times New Roman"/>
              </a:rPr>
              <a:t>D</a:t>
            </a:r>
            <a:endParaRPr sz="1650">
              <a:latin typeface="Times New Roman"/>
              <a:cs typeface="Times New Roman"/>
            </a:endParaRPr>
          </a:p>
        </p:txBody>
      </p:sp>
      <p:sp>
        <p:nvSpPr>
          <p:cNvPr id="32" name="object 32" descr=""/>
          <p:cNvSpPr txBox="1"/>
          <p:nvPr/>
        </p:nvSpPr>
        <p:spPr>
          <a:xfrm>
            <a:off x="8496673" y="1904745"/>
            <a:ext cx="1390650" cy="282575"/>
          </a:xfrm>
          <a:prstGeom prst="rect">
            <a:avLst/>
          </a:prstGeom>
        </p:spPr>
        <p:txBody>
          <a:bodyPr wrap="square" lIns="0" tIns="16510" rIns="0" bIns="0" rtlCol="0" vert="horz">
            <a:spAutoFit/>
          </a:bodyPr>
          <a:lstStyle/>
          <a:p>
            <a:pPr marL="12700">
              <a:lnSpc>
                <a:spcPct val="100000"/>
              </a:lnSpc>
              <a:spcBef>
                <a:spcPts val="130"/>
              </a:spcBef>
            </a:pPr>
            <a:r>
              <a:rPr dirty="0" sz="1650" spc="150">
                <a:latin typeface="Times New Roman"/>
                <a:cs typeface="Times New Roman"/>
              </a:rPr>
              <a:t>A</a:t>
            </a:r>
            <a:r>
              <a:rPr dirty="0" sz="1650" spc="150">
                <a:latin typeface="宋体"/>
                <a:cs typeface="宋体"/>
              </a:rPr>
              <a:t>＋</a:t>
            </a:r>
            <a:r>
              <a:rPr dirty="0" sz="1650" spc="150">
                <a:latin typeface="Times New Roman"/>
                <a:cs typeface="Times New Roman"/>
              </a:rPr>
              <a:t>B</a:t>
            </a:r>
            <a:r>
              <a:rPr dirty="0" sz="1650" spc="150">
                <a:latin typeface="宋体"/>
                <a:cs typeface="宋体"/>
              </a:rPr>
              <a:t>＋</a:t>
            </a:r>
            <a:r>
              <a:rPr dirty="0" sz="1650" spc="150">
                <a:latin typeface="Times New Roman"/>
                <a:cs typeface="Times New Roman"/>
              </a:rPr>
              <a:t>C</a:t>
            </a:r>
            <a:r>
              <a:rPr dirty="0" sz="1650" spc="150">
                <a:latin typeface="宋体"/>
                <a:cs typeface="宋体"/>
              </a:rPr>
              <a:t>＋</a:t>
            </a:r>
            <a:r>
              <a:rPr dirty="0" sz="1650" spc="150">
                <a:latin typeface="Times New Roman"/>
                <a:cs typeface="Times New Roman"/>
              </a:rPr>
              <a:t>D</a:t>
            </a:r>
            <a:endParaRPr sz="1650">
              <a:latin typeface="Times New Roman"/>
              <a:cs typeface="Times New Roman"/>
            </a:endParaRPr>
          </a:p>
        </p:txBody>
      </p:sp>
      <p:sp>
        <p:nvSpPr>
          <p:cNvPr id="33" name="object 33" descr=""/>
          <p:cNvSpPr txBox="1"/>
          <p:nvPr/>
        </p:nvSpPr>
        <p:spPr>
          <a:xfrm>
            <a:off x="9356051" y="2783558"/>
            <a:ext cx="1096010" cy="282575"/>
          </a:xfrm>
          <a:prstGeom prst="rect">
            <a:avLst/>
          </a:prstGeom>
        </p:spPr>
        <p:txBody>
          <a:bodyPr wrap="square" lIns="0" tIns="16510" rIns="0" bIns="0" rtlCol="0" vert="horz">
            <a:spAutoFit/>
          </a:bodyPr>
          <a:lstStyle/>
          <a:p>
            <a:pPr marL="38100">
              <a:lnSpc>
                <a:spcPct val="100000"/>
              </a:lnSpc>
              <a:spcBef>
                <a:spcPts val="130"/>
              </a:spcBef>
            </a:pPr>
            <a:r>
              <a:rPr dirty="0" sz="1650" spc="105">
                <a:latin typeface="Times New Roman"/>
                <a:cs typeface="Times New Roman"/>
              </a:rPr>
              <a:t>A=A</a:t>
            </a:r>
            <a:r>
              <a:rPr dirty="0" baseline="-12626" sz="1650" spc="157">
                <a:latin typeface="Times New Roman"/>
                <a:cs typeface="Times New Roman"/>
              </a:rPr>
              <a:t>1</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1</a:t>
            </a:r>
            <a:endParaRPr baseline="-12626" sz="1650">
              <a:latin typeface="Times New Roman"/>
              <a:cs typeface="Times New Roman"/>
            </a:endParaRPr>
          </a:p>
        </p:txBody>
      </p:sp>
      <p:sp>
        <p:nvSpPr>
          <p:cNvPr id="34" name="object 34" descr=""/>
          <p:cNvSpPr txBox="1"/>
          <p:nvPr/>
        </p:nvSpPr>
        <p:spPr>
          <a:xfrm>
            <a:off x="9356051" y="3079753"/>
            <a:ext cx="1083945" cy="282575"/>
          </a:xfrm>
          <a:prstGeom prst="rect">
            <a:avLst/>
          </a:prstGeom>
        </p:spPr>
        <p:txBody>
          <a:bodyPr wrap="square" lIns="0" tIns="16510" rIns="0" bIns="0" rtlCol="0" vert="horz">
            <a:spAutoFit/>
          </a:bodyPr>
          <a:lstStyle/>
          <a:p>
            <a:pPr marL="38100">
              <a:lnSpc>
                <a:spcPct val="100000"/>
              </a:lnSpc>
              <a:spcBef>
                <a:spcPts val="130"/>
              </a:spcBef>
            </a:pPr>
            <a:r>
              <a:rPr dirty="0" sz="1650" spc="105">
                <a:latin typeface="Times New Roman"/>
                <a:cs typeface="Times New Roman"/>
              </a:rPr>
              <a:t>B=A</a:t>
            </a:r>
            <a:r>
              <a:rPr dirty="0" baseline="-12626" sz="1650" spc="157">
                <a:latin typeface="Times New Roman"/>
                <a:cs typeface="Times New Roman"/>
              </a:rPr>
              <a:t>2</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2</a:t>
            </a:r>
            <a:endParaRPr baseline="-12626" sz="1650">
              <a:latin typeface="Times New Roman"/>
              <a:cs typeface="Times New Roman"/>
            </a:endParaRPr>
          </a:p>
        </p:txBody>
      </p:sp>
      <p:sp>
        <p:nvSpPr>
          <p:cNvPr id="35" name="object 35" descr=""/>
          <p:cNvSpPr txBox="1"/>
          <p:nvPr/>
        </p:nvSpPr>
        <p:spPr>
          <a:xfrm>
            <a:off x="9356051" y="3319682"/>
            <a:ext cx="1096010" cy="619125"/>
          </a:xfrm>
          <a:prstGeom prst="rect">
            <a:avLst/>
          </a:prstGeom>
        </p:spPr>
        <p:txBody>
          <a:bodyPr wrap="square" lIns="0" tIns="11430" rIns="0" bIns="0" rtlCol="0" vert="horz">
            <a:spAutoFit/>
          </a:bodyPr>
          <a:lstStyle/>
          <a:p>
            <a:pPr marL="38100" marR="30480">
              <a:lnSpc>
                <a:spcPct val="118000"/>
              </a:lnSpc>
              <a:spcBef>
                <a:spcPts val="90"/>
              </a:spcBef>
            </a:pPr>
            <a:r>
              <a:rPr dirty="0" sz="1650" spc="105">
                <a:latin typeface="Times New Roman"/>
                <a:cs typeface="Times New Roman"/>
              </a:rPr>
              <a:t>C=A</a:t>
            </a:r>
            <a:r>
              <a:rPr dirty="0" baseline="-12626" sz="1650" spc="157">
                <a:latin typeface="Times New Roman"/>
                <a:cs typeface="Times New Roman"/>
              </a:rPr>
              <a:t>3</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3 </a:t>
            </a:r>
            <a:r>
              <a:rPr dirty="0" sz="1650" spc="105">
                <a:latin typeface="Times New Roman"/>
                <a:cs typeface="Times New Roman"/>
              </a:rPr>
              <a:t>D=A</a:t>
            </a:r>
            <a:r>
              <a:rPr dirty="0" baseline="-12626" sz="1650" spc="157">
                <a:latin typeface="Times New Roman"/>
                <a:cs typeface="Times New Roman"/>
              </a:rPr>
              <a:t>4</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4</a:t>
            </a:r>
            <a:endParaRPr baseline="-12626" sz="1650">
              <a:latin typeface="Times New Roman"/>
              <a:cs typeface="Times New Roman"/>
            </a:endParaRPr>
          </a:p>
        </p:txBody>
      </p:sp>
      <p:grpSp>
        <p:nvGrpSpPr>
          <p:cNvPr id="36" name="object 36" descr=""/>
          <p:cNvGrpSpPr/>
          <p:nvPr/>
        </p:nvGrpSpPr>
        <p:grpSpPr>
          <a:xfrm>
            <a:off x="2703121" y="1916176"/>
            <a:ext cx="6610350" cy="3092450"/>
            <a:chOff x="2703121" y="1916176"/>
            <a:chExt cx="6610350" cy="3092450"/>
          </a:xfrm>
        </p:grpSpPr>
        <p:sp>
          <p:nvSpPr>
            <p:cNvPr id="37" name="object 37" descr=""/>
            <p:cNvSpPr/>
            <p:nvPr/>
          </p:nvSpPr>
          <p:spPr>
            <a:xfrm>
              <a:off x="3145123" y="2539962"/>
              <a:ext cx="1763395" cy="419734"/>
            </a:xfrm>
            <a:custGeom>
              <a:avLst/>
              <a:gdLst/>
              <a:ahLst/>
              <a:cxnLst/>
              <a:rect l="l" t="t" r="r" b="b"/>
              <a:pathLst>
                <a:path w="1763395" h="419735">
                  <a:moveTo>
                    <a:pt x="1762872" y="0"/>
                  </a:moveTo>
                  <a:lnTo>
                    <a:pt x="0" y="0"/>
                  </a:lnTo>
                  <a:lnTo>
                    <a:pt x="0" y="419629"/>
                  </a:lnTo>
                  <a:lnTo>
                    <a:pt x="1762872" y="419629"/>
                  </a:lnTo>
                  <a:lnTo>
                    <a:pt x="1762872" y="0"/>
                  </a:lnTo>
                  <a:close/>
                </a:path>
              </a:pathLst>
            </a:custGeom>
            <a:solidFill>
              <a:srgbClr val="EAEAEA"/>
            </a:solidFill>
          </p:spPr>
          <p:txBody>
            <a:bodyPr wrap="square" lIns="0" tIns="0" rIns="0" bIns="0" rtlCol="0"/>
            <a:lstStyle/>
            <a:p/>
          </p:txBody>
        </p:sp>
        <p:sp>
          <p:nvSpPr>
            <p:cNvPr id="38" name="object 38" descr=""/>
            <p:cNvSpPr/>
            <p:nvPr/>
          </p:nvSpPr>
          <p:spPr>
            <a:xfrm>
              <a:off x="2712498" y="2539962"/>
              <a:ext cx="2195830" cy="2143760"/>
            </a:xfrm>
            <a:custGeom>
              <a:avLst/>
              <a:gdLst/>
              <a:ahLst/>
              <a:cxnLst/>
              <a:rect l="l" t="t" r="r" b="b"/>
              <a:pathLst>
                <a:path w="2195829" h="2143760">
                  <a:moveTo>
                    <a:pt x="432624" y="419629"/>
                  </a:moveTo>
                  <a:lnTo>
                    <a:pt x="2195497" y="419629"/>
                  </a:lnTo>
                  <a:lnTo>
                    <a:pt x="2195497" y="0"/>
                  </a:lnTo>
                  <a:lnTo>
                    <a:pt x="432624" y="0"/>
                  </a:lnTo>
                  <a:lnTo>
                    <a:pt x="432624" y="419629"/>
                  </a:lnTo>
                  <a:close/>
                </a:path>
                <a:path w="2195829" h="2143760">
                  <a:moveTo>
                    <a:pt x="0" y="1679027"/>
                  </a:moveTo>
                  <a:lnTo>
                    <a:pt x="0" y="2143446"/>
                  </a:lnTo>
                </a:path>
                <a:path w="2195829" h="2143760">
                  <a:moveTo>
                    <a:pt x="432624" y="1315078"/>
                  </a:moveTo>
                  <a:lnTo>
                    <a:pt x="432624" y="2143446"/>
                  </a:lnTo>
                </a:path>
                <a:path w="2195829" h="2143760">
                  <a:moveTo>
                    <a:pt x="871724" y="1292694"/>
                  </a:moveTo>
                  <a:lnTo>
                    <a:pt x="871724" y="2143446"/>
                  </a:lnTo>
                </a:path>
                <a:path w="2195829" h="2143760">
                  <a:moveTo>
                    <a:pt x="1323772" y="1315078"/>
                  </a:moveTo>
                  <a:lnTo>
                    <a:pt x="1323772" y="1779496"/>
                  </a:lnTo>
                </a:path>
              </a:pathLst>
            </a:custGeom>
            <a:ln w="17733">
              <a:solidFill>
                <a:srgbClr val="000000"/>
              </a:solidFill>
            </a:ln>
          </p:spPr>
          <p:txBody>
            <a:bodyPr wrap="square" lIns="0" tIns="0" rIns="0" bIns="0" rtlCol="0"/>
            <a:lstStyle/>
            <a:p/>
          </p:txBody>
        </p:sp>
        <p:sp>
          <p:nvSpPr>
            <p:cNvPr id="39" name="object 39" descr=""/>
            <p:cNvSpPr/>
            <p:nvPr/>
          </p:nvSpPr>
          <p:spPr>
            <a:xfrm>
              <a:off x="3538326" y="2229923"/>
              <a:ext cx="100330" cy="727710"/>
            </a:xfrm>
            <a:custGeom>
              <a:avLst/>
              <a:gdLst/>
              <a:ahLst/>
              <a:cxnLst/>
              <a:rect l="l" t="t" r="r" b="b"/>
              <a:pathLst>
                <a:path w="100329" h="727710">
                  <a:moveTo>
                    <a:pt x="49786" y="94698"/>
                  </a:moveTo>
                  <a:lnTo>
                    <a:pt x="37490" y="105732"/>
                  </a:lnTo>
                  <a:lnTo>
                    <a:pt x="37490" y="721524"/>
                  </a:lnTo>
                  <a:lnTo>
                    <a:pt x="43964" y="727341"/>
                  </a:lnTo>
                  <a:lnTo>
                    <a:pt x="62735" y="727341"/>
                  </a:lnTo>
                  <a:lnTo>
                    <a:pt x="62735" y="106167"/>
                  </a:lnTo>
                  <a:lnTo>
                    <a:pt x="49786" y="94698"/>
                  </a:lnTo>
                  <a:close/>
                </a:path>
                <a:path w="100329" h="727710">
                  <a:moveTo>
                    <a:pt x="49786" y="0"/>
                  </a:moveTo>
                  <a:lnTo>
                    <a:pt x="0" y="139372"/>
                  </a:lnTo>
                  <a:lnTo>
                    <a:pt x="37490" y="105732"/>
                  </a:lnTo>
                  <a:lnTo>
                    <a:pt x="37490" y="89579"/>
                  </a:lnTo>
                  <a:lnTo>
                    <a:pt x="43964" y="83762"/>
                  </a:lnTo>
                  <a:lnTo>
                    <a:pt x="80100" y="83762"/>
                  </a:lnTo>
                  <a:lnTo>
                    <a:pt x="49786" y="0"/>
                  </a:lnTo>
                  <a:close/>
                </a:path>
                <a:path w="100329" h="727710">
                  <a:moveTo>
                    <a:pt x="80100" y="83762"/>
                  </a:moveTo>
                  <a:lnTo>
                    <a:pt x="62735" y="83762"/>
                  </a:lnTo>
                  <a:lnTo>
                    <a:pt x="62735" y="106167"/>
                  </a:lnTo>
                  <a:lnTo>
                    <a:pt x="100226" y="139372"/>
                  </a:lnTo>
                  <a:lnTo>
                    <a:pt x="80100" y="83762"/>
                  </a:lnTo>
                  <a:close/>
                </a:path>
                <a:path w="100329" h="727710">
                  <a:moveTo>
                    <a:pt x="62735" y="94698"/>
                  </a:moveTo>
                  <a:lnTo>
                    <a:pt x="49786" y="94698"/>
                  </a:lnTo>
                  <a:lnTo>
                    <a:pt x="62735" y="106167"/>
                  </a:lnTo>
                  <a:lnTo>
                    <a:pt x="62735" y="94698"/>
                  </a:lnTo>
                  <a:close/>
                </a:path>
                <a:path w="100329" h="727710">
                  <a:moveTo>
                    <a:pt x="62735" y="83762"/>
                  </a:moveTo>
                  <a:lnTo>
                    <a:pt x="43964" y="83762"/>
                  </a:lnTo>
                  <a:lnTo>
                    <a:pt x="37490" y="89579"/>
                  </a:lnTo>
                  <a:lnTo>
                    <a:pt x="37490" y="105732"/>
                  </a:lnTo>
                  <a:lnTo>
                    <a:pt x="49786" y="94698"/>
                  </a:lnTo>
                  <a:lnTo>
                    <a:pt x="62735" y="94698"/>
                  </a:lnTo>
                  <a:lnTo>
                    <a:pt x="62735" y="83762"/>
                  </a:lnTo>
                  <a:close/>
                </a:path>
              </a:pathLst>
            </a:custGeom>
            <a:solidFill>
              <a:srgbClr val="000000"/>
            </a:solidFill>
          </p:spPr>
          <p:txBody>
            <a:bodyPr wrap="square" lIns="0" tIns="0" rIns="0" bIns="0" rtlCol="0"/>
            <a:lstStyle/>
            <a:p/>
          </p:txBody>
        </p:sp>
        <p:sp>
          <p:nvSpPr>
            <p:cNvPr id="40" name="object 40" descr=""/>
            <p:cNvSpPr/>
            <p:nvPr/>
          </p:nvSpPr>
          <p:spPr>
            <a:xfrm>
              <a:off x="3538326" y="2229923"/>
              <a:ext cx="100330" cy="727710"/>
            </a:xfrm>
            <a:custGeom>
              <a:avLst/>
              <a:gdLst/>
              <a:ahLst/>
              <a:cxnLst/>
              <a:rect l="l" t="t" r="r" b="b"/>
              <a:pathLst>
                <a:path w="100329" h="727710">
                  <a:moveTo>
                    <a:pt x="37490" y="716405"/>
                  </a:moveTo>
                  <a:lnTo>
                    <a:pt x="37490" y="94698"/>
                  </a:lnTo>
                  <a:lnTo>
                    <a:pt x="37490" y="89579"/>
                  </a:lnTo>
                  <a:lnTo>
                    <a:pt x="43964" y="83762"/>
                  </a:lnTo>
                  <a:lnTo>
                    <a:pt x="49786" y="83762"/>
                  </a:lnTo>
                  <a:lnTo>
                    <a:pt x="56261" y="83762"/>
                  </a:lnTo>
                  <a:lnTo>
                    <a:pt x="62735" y="83762"/>
                  </a:lnTo>
                  <a:lnTo>
                    <a:pt x="62735" y="89579"/>
                  </a:lnTo>
                  <a:lnTo>
                    <a:pt x="62735" y="94698"/>
                  </a:lnTo>
                  <a:lnTo>
                    <a:pt x="62735" y="716405"/>
                  </a:lnTo>
                  <a:lnTo>
                    <a:pt x="62735" y="721524"/>
                  </a:lnTo>
                  <a:lnTo>
                    <a:pt x="62735" y="727341"/>
                  </a:lnTo>
                  <a:lnTo>
                    <a:pt x="56261" y="727341"/>
                  </a:lnTo>
                  <a:lnTo>
                    <a:pt x="49786" y="727341"/>
                  </a:lnTo>
                  <a:lnTo>
                    <a:pt x="43964" y="727341"/>
                  </a:lnTo>
                  <a:lnTo>
                    <a:pt x="37490" y="721524"/>
                  </a:lnTo>
                  <a:lnTo>
                    <a:pt x="37490" y="716405"/>
                  </a:lnTo>
                  <a:close/>
                </a:path>
                <a:path w="100329" h="727710">
                  <a:moveTo>
                    <a:pt x="49786" y="94698"/>
                  </a:moveTo>
                  <a:lnTo>
                    <a:pt x="0" y="139372"/>
                  </a:lnTo>
                  <a:lnTo>
                    <a:pt x="49786" y="0"/>
                  </a:lnTo>
                  <a:lnTo>
                    <a:pt x="100226" y="139372"/>
                  </a:lnTo>
                  <a:lnTo>
                    <a:pt x="49786" y="94698"/>
                  </a:lnTo>
                  <a:close/>
                </a:path>
              </a:pathLst>
            </a:custGeom>
            <a:ln w="6115">
              <a:solidFill>
                <a:srgbClr val="000000"/>
              </a:solidFill>
            </a:ln>
          </p:spPr>
          <p:txBody>
            <a:bodyPr wrap="square" lIns="0" tIns="0" rIns="0" bIns="0" rtlCol="0"/>
            <a:lstStyle/>
            <a:p/>
          </p:txBody>
        </p:sp>
        <p:sp>
          <p:nvSpPr>
            <p:cNvPr id="41" name="object 41" descr=""/>
            <p:cNvSpPr/>
            <p:nvPr/>
          </p:nvSpPr>
          <p:spPr>
            <a:xfrm>
              <a:off x="3989696" y="2229923"/>
              <a:ext cx="107314" cy="727710"/>
            </a:xfrm>
            <a:custGeom>
              <a:avLst/>
              <a:gdLst/>
              <a:ahLst/>
              <a:cxnLst/>
              <a:rect l="l" t="t" r="r" b="b"/>
              <a:pathLst>
                <a:path w="107314" h="727710">
                  <a:moveTo>
                    <a:pt x="50465" y="89579"/>
                  </a:moveTo>
                  <a:lnTo>
                    <a:pt x="37516" y="102356"/>
                  </a:lnTo>
                  <a:lnTo>
                    <a:pt x="37516" y="721524"/>
                  </a:lnTo>
                  <a:lnTo>
                    <a:pt x="43990" y="721524"/>
                  </a:lnTo>
                  <a:lnTo>
                    <a:pt x="43990" y="727341"/>
                  </a:lnTo>
                  <a:lnTo>
                    <a:pt x="56914" y="727341"/>
                  </a:lnTo>
                  <a:lnTo>
                    <a:pt x="62735" y="721524"/>
                  </a:lnTo>
                  <a:lnTo>
                    <a:pt x="62735" y="100439"/>
                  </a:lnTo>
                  <a:lnTo>
                    <a:pt x="50465" y="89579"/>
                  </a:lnTo>
                  <a:close/>
                </a:path>
                <a:path w="107314" h="727710">
                  <a:moveTo>
                    <a:pt x="50465" y="0"/>
                  </a:moveTo>
                  <a:lnTo>
                    <a:pt x="0" y="139372"/>
                  </a:lnTo>
                  <a:lnTo>
                    <a:pt x="37516" y="102356"/>
                  </a:lnTo>
                  <a:lnTo>
                    <a:pt x="37516" y="89579"/>
                  </a:lnTo>
                  <a:lnTo>
                    <a:pt x="50465" y="77946"/>
                  </a:lnTo>
                  <a:lnTo>
                    <a:pt x="81930" y="77946"/>
                  </a:lnTo>
                  <a:lnTo>
                    <a:pt x="50465" y="0"/>
                  </a:lnTo>
                  <a:close/>
                </a:path>
                <a:path w="107314" h="727710">
                  <a:moveTo>
                    <a:pt x="81930" y="77946"/>
                  </a:moveTo>
                  <a:lnTo>
                    <a:pt x="50465" y="77946"/>
                  </a:lnTo>
                  <a:lnTo>
                    <a:pt x="56914" y="83762"/>
                  </a:lnTo>
                  <a:lnTo>
                    <a:pt x="62735" y="83762"/>
                  </a:lnTo>
                  <a:lnTo>
                    <a:pt x="62735" y="100439"/>
                  </a:lnTo>
                  <a:lnTo>
                    <a:pt x="106726" y="139372"/>
                  </a:lnTo>
                  <a:lnTo>
                    <a:pt x="81930" y="77946"/>
                  </a:lnTo>
                  <a:close/>
                </a:path>
                <a:path w="107314" h="727710">
                  <a:moveTo>
                    <a:pt x="50465" y="77946"/>
                  </a:moveTo>
                  <a:lnTo>
                    <a:pt x="37516" y="89579"/>
                  </a:lnTo>
                  <a:lnTo>
                    <a:pt x="37516" y="102356"/>
                  </a:lnTo>
                  <a:lnTo>
                    <a:pt x="50465" y="89579"/>
                  </a:lnTo>
                  <a:lnTo>
                    <a:pt x="62735" y="89579"/>
                  </a:lnTo>
                  <a:lnTo>
                    <a:pt x="62735" y="83762"/>
                  </a:lnTo>
                  <a:lnTo>
                    <a:pt x="56914" y="83762"/>
                  </a:lnTo>
                  <a:lnTo>
                    <a:pt x="50465" y="77946"/>
                  </a:lnTo>
                  <a:close/>
                </a:path>
                <a:path w="107314" h="727710">
                  <a:moveTo>
                    <a:pt x="62735" y="89579"/>
                  </a:moveTo>
                  <a:lnTo>
                    <a:pt x="50465" y="89579"/>
                  </a:lnTo>
                  <a:lnTo>
                    <a:pt x="62735" y="100439"/>
                  </a:lnTo>
                  <a:lnTo>
                    <a:pt x="62735" y="89579"/>
                  </a:lnTo>
                  <a:close/>
                </a:path>
              </a:pathLst>
            </a:custGeom>
            <a:solidFill>
              <a:srgbClr val="000000"/>
            </a:solidFill>
          </p:spPr>
          <p:txBody>
            <a:bodyPr wrap="square" lIns="0" tIns="0" rIns="0" bIns="0" rtlCol="0"/>
            <a:lstStyle/>
            <a:p/>
          </p:txBody>
        </p:sp>
        <p:sp>
          <p:nvSpPr>
            <p:cNvPr id="42" name="object 42" descr=""/>
            <p:cNvSpPr/>
            <p:nvPr/>
          </p:nvSpPr>
          <p:spPr>
            <a:xfrm>
              <a:off x="3989696" y="2229923"/>
              <a:ext cx="107314" cy="727710"/>
            </a:xfrm>
            <a:custGeom>
              <a:avLst/>
              <a:gdLst/>
              <a:ahLst/>
              <a:cxnLst/>
              <a:rect l="l" t="t" r="r" b="b"/>
              <a:pathLst>
                <a:path w="107314" h="727710">
                  <a:moveTo>
                    <a:pt x="37516" y="716405"/>
                  </a:moveTo>
                  <a:lnTo>
                    <a:pt x="37516" y="89579"/>
                  </a:lnTo>
                  <a:lnTo>
                    <a:pt x="43990" y="83762"/>
                  </a:lnTo>
                  <a:lnTo>
                    <a:pt x="50465" y="77946"/>
                  </a:lnTo>
                  <a:lnTo>
                    <a:pt x="56914" y="83762"/>
                  </a:lnTo>
                  <a:lnTo>
                    <a:pt x="62735" y="83762"/>
                  </a:lnTo>
                  <a:lnTo>
                    <a:pt x="62735" y="89579"/>
                  </a:lnTo>
                  <a:lnTo>
                    <a:pt x="62735" y="716405"/>
                  </a:lnTo>
                  <a:lnTo>
                    <a:pt x="62735" y="721524"/>
                  </a:lnTo>
                  <a:lnTo>
                    <a:pt x="56914" y="727341"/>
                  </a:lnTo>
                  <a:lnTo>
                    <a:pt x="50465" y="727341"/>
                  </a:lnTo>
                  <a:lnTo>
                    <a:pt x="43990" y="727341"/>
                  </a:lnTo>
                  <a:lnTo>
                    <a:pt x="43990" y="721524"/>
                  </a:lnTo>
                  <a:lnTo>
                    <a:pt x="37516" y="721524"/>
                  </a:lnTo>
                  <a:lnTo>
                    <a:pt x="37516" y="716405"/>
                  </a:lnTo>
                  <a:close/>
                </a:path>
                <a:path w="107314" h="727710">
                  <a:moveTo>
                    <a:pt x="50465" y="89579"/>
                  </a:moveTo>
                  <a:lnTo>
                    <a:pt x="0" y="139372"/>
                  </a:lnTo>
                  <a:lnTo>
                    <a:pt x="50465" y="0"/>
                  </a:lnTo>
                  <a:lnTo>
                    <a:pt x="106726" y="139372"/>
                  </a:lnTo>
                  <a:lnTo>
                    <a:pt x="50465" y="89579"/>
                  </a:lnTo>
                  <a:close/>
                </a:path>
              </a:pathLst>
            </a:custGeom>
            <a:ln w="6115">
              <a:solidFill>
                <a:srgbClr val="000000"/>
              </a:solidFill>
            </a:ln>
          </p:spPr>
          <p:txBody>
            <a:bodyPr wrap="square" lIns="0" tIns="0" rIns="0" bIns="0" rtlCol="0"/>
            <a:lstStyle/>
            <a:p/>
          </p:txBody>
        </p:sp>
        <p:sp>
          <p:nvSpPr>
            <p:cNvPr id="43" name="object 43" descr=""/>
            <p:cNvSpPr/>
            <p:nvPr/>
          </p:nvSpPr>
          <p:spPr>
            <a:xfrm>
              <a:off x="4428795" y="2229923"/>
              <a:ext cx="107314" cy="727710"/>
            </a:xfrm>
            <a:custGeom>
              <a:avLst/>
              <a:gdLst/>
              <a:ahLst/>
              <a:cxnLst/>
              <a:rect l="l" t="t" r="r" b="b"/>
              <a:pathLst>
                <a:path w="107314" h="727710">
                  <a:moveTo>
                    <a:pt x="50387" y="89579"/>
                  </a:moveTo>
                  <a:lnTo>
                    <a:pt x="38116" y="101705"/>
                  </a:lnTo>
                  <a:lnTo>
                    <a:pt x="38116" y="716405"/>
                  </a:lnTo>
                  <a:lnTo>
                    <a:pt x="50387" y="727341"/>
                  </a:lnTo>
                  <a:lnTo>
                    <a:pt x="56914" y="727341"/>
                  </a:lnTo>
                  <a:lnTo>
                    <a:pt x="62657" y="721524"/>
                  </a:lnTo>
                  <a:lnTo>
                    <a:pt x="69184" y="716405"/>
                  </a:lnTo>
                  <a:lnTo>
                    <a:pt x="69184" y="106177"/>
                  </a:lnTo>
                  <a:lnTo>
                    <a:pt x="50387" y="89579"/>
                  </a:lnTo>
                  <a:close/>
                </a:path>
                <a:path w="107314" h="727710">
                  <a:moveTo>
                    <a:pt x="50387" y="0"/>
                  </a:moveTo>
                  <a:lnTo>
                    <a:pt x="0" y="139372"/>
                  </a:lnTo>
                  <a:lnTo>
                    <a:pt x="38116" y="101705"/>
                  </a:lnTo>
                  <a:lnTo>
                    <a:pt x="38116" y="89579"/>
                  </a:lnTo>
                  <a:lnTo>
                    <a:pt x="43860" y="89579"/>
                  </a:lnTo>
                  <a:lnTo>
                    <a:pt x="43860" y="83762"/>
                  </a:lnTo>
                  <a:lnTo>
                    <a:pt x="50387" y="83762"/>
                  </a:lnTo>
                  <a:lnTo>
                    <a:pt x="50387" y="77946"/>
                  </a:lnTo>
                  <a:lnTo>
                    <a:pt x="81925" y="77946"/>
                  </a:lnTo>
                  <a:lnTo>
                    <a:pt x="50387" y="0"/>
                  </a:lnTo>
                  <a:close/>
                </a:path>
                <a:path w="107314" h="727710">
                  <a:moveTo>
                    <a:pt x="81925" y="77946"/>
                  </a:moveTo>
                  <a:lnTo>
                    <a:pt x="50387" y="77946"/>
                  </a:lnTo>
                  <a:lnTo>
                    <a:pt x="56914" y="83762"/>
                  </a:lnTo>
                  <a:lnTo>
                    <a:pt x="62657" y="83762"/>
                  </a:lnTo>
                  <a:lnTo>
                    <a:pt x="62657" y="89579"/>
                  </a:lnTo>
                  <a:lnTo>
                    <a:pt x="69184" y="89579"/>
                  </a:lnTo>
                  <a:lnTo>
                    <a:pt x="69184" y="106177"/>
                  </a:lnTo>
                  <a:lnTo>
                    <a:pt x="106779" y="139372"/>
                  </a:lnTo>
                  <a:lnTo>
                    <a:pt x="81925" y="77946"/>
                  </a:lnTo>
                  <a:close/>
                </a:path>
                <a:path w="107314" h="727710">
                  <a:moveTo>
                    <a:pt x="69184" y="89579"/>
                  </a:moveTo>
                  <a:lnTo>
                    <a:pt x="50387" y="89579"/>
                  </a:lnTo>
                  <a:lnTo>
                    <a:pt x="69184" y="106177"/>
                  </a:lnTo>
                  <a:lnTo>
                    <a:pt x="69184" y="89579"/>
                  </a:lnTo>
                  <a:close/>
                </a:path>
                <a:path w="107314" h="727710">
                  <a:moveTo>
                    <a:pt x="50387" y="89579"/>
                  </a:moveTo>
                  <a:lnTo>
                    <a:pt x="38116" y="89579"/>
                  </a:lnTo>
                  <a:lnTo>
                    <a:pt x="38116" y="101705"/>
                  </a:lnTo>
                  <a:lnTo>
                    <a:pt x="50387" y="89579"/>
                  </a:lnTo>
                  <a:close/>
                </a:path>
                <a:path w="107314" h="727710">
                  <a:moveTo>
                    <a:pt x="62657" y="83762"/>
                  </a:moveTo>
                  <a:lnTo>
                    <a:pt x="43860" y="83762"/>
                  </a:lnTo>
                  <a:lnTo>
                    <a:pt x="43860" y="89579"/>
                  </a:lnTo>
                  <a:lnTo>
                    <a:pt x="62657" y="89579"/>
                  </a:lnTo>
                  <a:lnTo>
                    <a:pt x="62657" y="83762"/>
                  </a:lnTo>
                  <a:close/>
                </a:path>
                <a:path w="107314" h="727710">
                  <a:moveTo>
                    <a:pt x="50387" y="77946"/>
                  </a:moveTo>
                  <a:lnTo>
                    <a:pt x="50387" y="83762"/>
                  </a:lnTo>
                  <a:lnTo>
                    <a:pt x="56914" y="83762"/>
                  </a:lnTo>
                  <a:lnTo>
                    <a:pt x="50387" y="77946"/>
                  </a:lnTo>
                  <a:close/>
                </a:path>
              </a:pathLst>
            </a:custGeom>
            <a:solidFill>
              <a:srgbClr val="000000"/>
            </a:solidFill>
          </p:spPr>
          <p:txBody>
            <a:bodyPr wrap="square" lIns="0" tIns="0" rIns="0" bIns="0" rtlCol="0"/>
            <a:lstStyle/>
            <a:p/>
          </p:txBody>
        </p:sp>
        <p:sp>
          <p:nvSpPr>
            <p:cNvPr id="44" name="object 44" descr=""/>
            <p:cNvSpPr/>
            <p:nvPr/>
          </p:nvSpPr>
          <p:spPr>
            <a:xfrm>
              <a:off x="4428795" y="2229923"/>
              <a:ext cx="107314" cy="727710"/>
            </a:xfrm>
            <a:custGeom>
              <a:avLst/>
              <a:gdLst/>
              <a:ahLst/>
              <a:cxnLst/>
              <a:rect l="l" t="t" r="r" b="b"/>
              <a:pathLst>
                <a:path w="107314" h="727710">
                  <a:moveTo>
                    <a:pt x="38116" y="716405"/>
                  </a:moveTo>
                  <a:lnTo>
                    <a:pt x="38116" y="89579"/>
                  </a:lnTo>
                  <a:lnTo>
                    <a:pt x="43860" y="89579"/>
                  </a:lnTo>
                  <a:lnTo>
                    <a:pt x="43860" y="83762"/>
                  </a:lnTo>
                  <a:lnTo>
                    <a:pt x="50387" y="83762"/>
                  </a:lnTo>
                  <a:lnTo>
                    <a:pt x="50387" y="77946"/>
                  </a:lnTo>
                  <a:lnTo>
                    <a:pt x="56914" y="83762"/>
                  </a:lnTo>
                  <a:lnTo>
                    <a:pt x="62657" y="83762"/>
                  </a:lnTo>
                  <a:lnTo>
                    <a:pt x="62657" y="89579"/>
                  </a:lnTo>
                  <a:lnTo>
                    <a:pt x="69184" y="89579"/>
                  </a:lnTo>
                  <a:lnTo>
                    <a:pt x="69184" y="716405"/>
                  </a:lnTo>
                  <a:lnTo>
                    <a:pt x="62657" y="721524"/>
                  </a:lnTo>
                  <a:lnTo>
                    <a:pt x="56914" y="727341"/>
                  </a:lnTo>
                  <a:lnTo>
                    <a:pt x="50387" y="727341"/>
                  </a:lnTo>
                  <a:lnTo>
                    <a:pt x="43860" y="721524"/>
                  </a:lnTo>
                  <a:lnTo>
                    <a:pt x="38116" y="716405"/>
                  </a:lnTo>
                  <a:close/>
                </a:path>
                <a:path w="107314" h="727710">
                  <a:moveTo>
                    <a:pt x="50387" y="89579"/>
                  </a:moveTo>
                  <a:lnTo>
                    <a:pt x="0" y="139372"/>
                  </a:lnTo>
                  <a:lnTo>
                    <a:pt x="50387" y="0"/>
                  </a:lnTo>
                  <a:lnTo>
                    <a:pt x="106779" y="139372"/>
                  </a:lnTo>
                  <a:lnTo>
                    <a:pt x="50387" y="89579"/>
                  </a:lnTo>
                  <a:close/>
                </a:path>
              </a:pathLst>
            </a:custGeom>
            <a:ln w="6115">
              <a:solidFill>
                <a:srgbClr val="000000"/>
              </a:solidFill>
            </a:ln>
          </p:spPr>
          <p:txBody>
            <a:bodyPr wrap="square" lIns="0" tIns="0" rIns="0" bIns="0" rtlCol="0"/>
            <a:lstStyle/>
            <a:p/>
          </p:txBody>
        </p:sp>
        <p:sp>
          <p:nvSpPr>
            <p:cNvPr id="45" name="object 45" descr=""/>
            <p:cNvSpPr/>
            <p:nvPr/>
          </p:nvSpPr>
          <p:spPr>
            <a:xfrm>
              <a:off x="4862177" y="2246443"/>
              <a:ext cx="106680" cy="291465"/>
            </a:xfrm>
            <a:custGeom>
              <a:avLst/>
              <a:gdLst/>
              <a:ahLst/>
              <a:cxnLst/>
              <a:rect l="l" t="t" r="r" b="b"/>
              <a:pathLst>
                <a:path w="106679" h="291464">
                  <a:moveTo>
                    <a:pt x="49603" y="95396"/>
                  </a:moveTo>
                  <a:lnTo>
                    <a:pt x="37333" y="106447"/>
                  </a:lnTo>
                  <a:lnTo>
                    <a:pt x="37333" y="285491"/>
                  </a:lnTo>
                  <a:lnTo>
                    <a:pt x="43860" y="291076"/>
                  </a:lnTo>
                  <a:lnTo>
                    <a:pt x="62657" y="291076"/>
                  </a:lnTo>
                  <a:lnTo>
                    <a:pt x="62657" y="105642"/>
                  </a:lnTo>
                  <a:lnTo>
                    <a:pt x="49603" y="95396"/>
                  </a:lnTo>
                  <a:close/>
                </a:path>
                <a:path w="106679" h="291464">
                  <a:moveTo>
                    <a:pt x="49603" y="0"/>
                  </a:moveTo>
                  <a:lnTo>
                    <a:pt x="0" y="140070"/>
                  </a:lnTo>
                  <a:lnTo>
                    <a:pt x="37333" y="106447"/>
                  </a:lnTo>
                  <a:lnTo>
                    <a:pt x="37333" y="89579"/>
                  </a:lnTo>
                  <a:lnTo>
                    <a:pt x="43860" y="89579"/>
                  </a:lnTo>
                  <a:lnTo>
                    <a:pt x="43860" y="83995"/>
                  </a:lnTo>
                  <a:lnTo>
                    <a:pt x="83733" y="83995"/>
                  </a:lnTo>
                  <a:lnTo>
                    <a:pt x="49603" y="0"/>
                  </a:lnTo>
                  <a:close/>
                </a:path>
                <a:path w="106679" h="291464">
                  <a:moveTo>
                    <a:pt x="83733" y="83995"/>
                  </a:moveTo>
                  <a:lnTo>
                    <a:pt x="56130" y="83995"/>
                  </a:lnTo>
                  <a:lnTo>
                    <a:pt x="62657" y="89579"/>
                  </a:lnTo>
                  <a:lnTo>
                    <a:pt x="62657" y="105642"/>
                  </a:lnTo>
                  <a:lnTo>
                    <a:pt x="106517" y="140070"/>
                  </a:lnTo>
                  <a:lnTo>
                    <a:pt x="83733" y="83995"/>
                  </a:lnTo>
                  <a:close/>
                </a:path>
                <a:path w="106679" h="291464">
                  <a:moveTo>
                    <a:pt x="56130" y="83995"/>
                  </a:moveTo>
                  <a:lnTo>
                    <a:pt x="43860" y="83995"/>
                  </a:lnTo>
                  <a:lnTo>
                    <a:pt x="43860" y="89579"/>
                  </a:lnTo>
                  <a:lnTo>
                    <a:pt x="37333" y="89579"/>
                  </a:lnTo>
                  <a:lnTo>
                    <a:pt x="37333" y="106447"/>
                  </a:lnTo>
                  <a:lnTo>
                    <a:pt x="49603" y="95396"/>
                  </a:lnTo>
                  <a:lnTo>
                    <a:pt x="62657" y="95396"/>
                  </a:lnTo>
                  <a:lnTo>
                    <a:pt x="62657" y="89579"/>
                  </a:lnTo>
                  <a:lnTo>
                    <a:pt x="56130" y="83995"/>
                  </a:lnTo>
                  <a:close/>
                </a:path>
                <a:path w="106679" h="291464">
                  <a:moveTo>
                    <a:pt x="62657" y="95396"/>
                  </a:moveTo>
                  <a:lnTo>
                    <a:pt x="49603" y="95396"/>
                  </a:lnTo>
                  <a:lnTo>
                    <a:pt x="62657" y="105642"/>
                  </a:lnTo>
                  <a:lnTo>
                    <a:pt x="62657" y="95396"/>
                  </a:lnTo>
                  <a:close/>
                </a:path>
              </a:pathLst>
            </a:custGeom>
            <a:solidFill>
              <a:srgbClr val="000000"/>
            </a:solidFill>
          </p:spPr>
          <p:txBody>
            <a:bodyPr wrap="square" lIns="0" tIns="0" rIns="0" bIns="0" rtlCol="0"/>
            <a:lstStyle/>
            <a:p/>
          </p:txBody>
        </p:sp>
        <p:pic>
          <p:nvPicPr>
            <p:cNvPr id="46" name="object 46" descr=""/>
            <p:cNvPicPr/>
            <p:nvPr/>
          </p:nvPicPr>
          <p:blipFill>
            <a:blip r:embed="rId4" cstate="print"/>
            <a:stretch>
              <a:fillRect/>
            </a:stretch>
          </p:blipFill>
          <p:spPr>
            <a:xfrm>
              <a:off x="4859054" y="2243320"/>
              <a:ext cx="112763" cy="297428"/>
            </a:xfrm>
            <a:prstGeom prst="rect">
              <a:avLst/>
            </a:prstGeom>
          </p:spPr>
        </p:pic>
        <p:pic>
          <p:nvPicPr>
            <p:cNvPr id="47" name="object 47" descr=""/>
            <p:cNvPicPr/>
            <p:nvPr/>
          </p:nvPicPr>
          <p:blipFill>
            <a:blip r:embed="rId5" cstate="print"/>
            <a:stretch>
              <a:fillRect/>
            </a:stretch>
          </p:blipFill>
          <p:spPr>
            <a:xfrm>
              <a:off x="4475266" y="3401534"/>
              <a:ext cx="432624" cy="447759"/>
            </a:xfrm>
            <a:prstGeom prst="rect">
              <a:avLst/>
            </a:prstGeom>
          </p:spPr>
        </p:pic>
        <p:sp>
          <p:nvSpPr>
            <p:cNvPr id="48" name="object 48" descr=""/>
            <p:cNvSpPr/>
            <p:nvPr/>
          </p:nvSpPr>
          <p:spPr>
            <a:xfrm>
              <a:off x="4475266" y="3401534"/>
              <a:ext cx="433070" cy="448309"/>
            </a:xfrm>
            <a:custGeom>
              <a:avLst/>
              <a:gdLst/>
              <a:ahLst/>
              <a:cxnLst/>
              <a:rect l="l" t="t" r="r" b="b"/>
              <a:pathLst>
                <a:path w="433070" h="448310">
                  <a:moveTo>
                    <a:pt x="0" y="447759"/>
                  </a:moveTo>
                  <a:lnTo>
                    <a:pt x="432624" y="447759"/>
                  </a:lnTo>
                  <a:lnTo>
                    <a:pt x="432624" y="0"/>
                  </a:lnTo>
                  <a:lnTo>
                    <a:pt x="0" y="0"/>
                  </a:lnTo>
                  <a:lnTo>
                    <a:pt x="0" y="447759"/>
                  </a:lnTo>
                  <a:close/>
                </a:path>
              </a:pathLst>
            </a:custGeom>
            <a:ln w="17769">
              <a:solidFill>
                <a:srgbClr val="000000"/>
              </a:solidFill>
            </a:ln>
          </p:spPr>
          <p:txBody>
            <a:bodyPr wrap="square" lIns="0" tIns="0" rIns="0" bIns="0" rtlCol="0"/>
            <a:lstStyle/>
            <a:p/>
          </p:txBody>
        </p:sp>
        <p:pic>
          <p:nvPicPr>
            <p:cNvPr id="49" name="object 49" descr=""/>
            <p:cNvPicPr/>
            <p:nvPr/>
          </p:nvPicPr>
          <p:blipFill>
            <a:blip r:embed="rId6" cstate="print"/>
            <a:stretch>
              <a:fillRect/>
            </a:stretch>
          </p:blipFill>
          <p:spPr>
            <a:xfrm>
              <a:off x="4908126" y="2976274"/>
              <a:ext cx="859453" cy="414463"/>
            </a:xfrm>
            <a:prstGeom prst="rect">
              <a:avLst/>
            </a:prstGeom>
          </p:spPr>
        </p:pic>
        <p:sp>
          <p:nvSpPr>
            <p:cNvPr id="50" name="object 50" descr=""/>
            <p:cNvSpPr/>
            <p:nvPr/>
          </p:nvSpPr>
          <p:spPr>
            <a:xfrm>
              <a:off x="4908126" y="2976274"/>
              <a:ext cx="859790" cy="414655"/>
            </a:xfrm>
            <a:custGeom>
              <a:avLst/>
              <a:gdLst/>
              <a:ahLst/>
              <a:cxnLst/>
              <a:rect l="l" t="t" r="r" b="b"/>
              <a:pathLst>
                <a:path w="859789" h="414654">
                  <a:moveTo>
                    <a:pt x="0" y="414463"/>
                  </a:moveTo>
                  <a:lnTo>
                    <a:pt x="859453" y="414463"/>
                  </a:lnTo>
                  <a:lnTo>
                    <a:pt x="859453" y="0"/>
                  </a:lnTo>
                  <a:lnTo>
                    <a:pt x="0" y="0"/>
                  </a:lnTo>
                  <a:lnTo>
                    <a:pt x="0" y="414463"/>
                  </a:lnTo>
                  <a:close/>
                </a:path>
              </a:pathLst>
            </a:custGeom>
            <a:ln w="17098">
              <a:solidFill>
                <a:srgbClr val="000000"/>
              </a:solidFill>
            </a:ln>
          </p:spPr>
          <p:txBody>
            <a:bodyPr wrap="square" lIns="0" tIns="0" rIns="0" bIns="0" rtlCol="0"/>
            <a:lstStyle/>
            <a:p/>
          </p:txBody>
        </p:sp>
        <p:pic>
          <p:nvPicPr>
            <p:cNvPr id="51" name="object 51" descr=""/>
            <p:cNvPicPr/>
            <p:nvPr/>
          </p:nvPicPr>
          <p:blipFill>
            <a:blip r:embed="rId7" cstate="print"/>
            <a:stretch>
              <a:fillRect/>
            </a:stretch>
          </p:blipFill>
          <p:spPr>
            <a:xfrm>
              <a:off x="5767580" y="2545104"/>
              <a:ext cx="452022" cy="447759"/>
            </a:xfrm>
            <a:prstGeom prst="rect">
              <a:avLst/>
            </a:prstGeom>
          </p:spPr>
        </p:pic>
        <p:sp>
          <p:nvSpPr>
            <p:cNvPr id="52" name="object 52" descr=""/>
            <p:cNvSpPr/>
            <p:nvPr/>
          </p:nvSpPr>
          <p:spPr>
            <a:xfrm>
              <a:off x="5767580" y="2545104"/>
              <a:ext cx="452120" cy="448309"/>
            </a:xfrm>
            <a:custGeom>
              <a:avLst/>
              <a:gdLst/>
              <a:ahLst/>
              <a:cxnLst/>
              <a:rect l="l" t="t" r="r" b="b"/>
              <a:pathLst>
                <a:path w="452120" h="448310">
                  <a:moveTo>
                    <a:pt x="0" y="447759"/>
                  </a:moveTo>
                  <a:lnTo>
                    <a:pt x="452022" y="447759"/>
                  </a:lnTo>
                  <a:lnTo>
                    <a:pt x="452022" y="0"/>
                  </a:lnTo>
                  <a:lnTo>
                    <a:pt x="0" y="0"/>
                  </a:lnTo>
                  <a:lnTo>
                    <a:pt x="0" y="447759"/>
                  </a:lnTo>
                  <a:close/>
                </a:path>
              </a:pathLst>
            </a:custGeom>
            <a:ln w="17724">
              <a:solidFill>
                <a:srgbClr val="000000"/>
              </a:solidFill>
            </a:ln>
          </p:spPr>
          <p:txBody>
            <a:bodyPr wrap="square" lIns="0" tIns="0" rIns="0" bIns="0" rtlCol="0"/>
            <a:lstStyle/>
            <a:p/>
          </p:txBody>
        </p:sp>
        <p:sp>
          <p:nvSpPr>
            <p:cNvPr id="53" name="object 53" descr=""/>
            <p:cNvSpPr/>
            <p:nvPr/>
          </p:nvSpPr>
          <p:spPr>
            <a:xfrm>
              <a:off x="6167022" y="2246443"/>
              <a:ext cx="100330" cy="291465"/>
            </a:xfrm>
            <a:custGeom>
              <a:avLst/>
              <a:gdLst/>
              <a:ahLst/>
              <a:cxnLst/>
              <a:rect l="l" t="t" r="r" b="b"/>
              <a:pathLst>
                <a:path w="100329" h="291464">
                  <a:moveTo>
                    <a:pt x="49865" y="95396"/>
                  </a:moveTo>
                  <a:lnTo>
                    <a:pt x="37594" y="106389"/>
                  </a:lnTo>
                  <a:lnTo>
                    <a:pt x="37594" y="291076"/>
                  </a:lnTo>
                  <a:lnTo>
                    <a:pt x="56391" y="291076"/>
                  </a:lnTo>
                  <a:lnTo>
                    <a:pt x="62918" y="285491"/>
                  </a:lnTo>
                  <a:lnTo>
                    <a:pt x="62918" y="106970"/>
                  </a:lnTo>
                  <a:lnTo>
                    <a:pt x="49865" y="95396"/>
                  </a:lnTo>
                  <a:close/>
                </a:path>
                <a:path w="100329" h="291464">
                  <a:moveTo>
                    <a:pt x="49865" y="0"/>
                  </a:moveTo>
                  <a:lnTo>
                    <a:pt x="0" y="140070"/>
                  </a:lnTo>
                  <a:lnTo>
                    <a:pt x="37594" y="106389"/>
                  </a:lnTo>
                  <a:lnTo>
                    <a:pt x="37594" y="89579"/>
                  </a:lnTo>
                  <a:lnTo>
                    <a:pt x="44121" y="83995"/>
                  </a:lnTo>
                  <a:lnTo>
                    <a:pt x="80080" y="83995"/>
                  </a:lnTo>
                  <a:lnTo>
                    <a:pt x="49865" y="0"/>
                  </a:lnTo>
                  <a:close/>
                </a:path>
                <a:path w="100329" h="291464">
                  <a:moveTo>
                    <a:pt x="80080" y="83995"/>
                  </a:moveTo>
                  <a:lnTo>
                    <a:pt x="56391" y="83995"/>
                  </a:lnTo>
                  <a:lnTo>
                    <a:pt x="56391" y="89579"/>
                  </a:lnTo>
                  <a:lnTo>
                    <a:pt x="62918" y="89579"/>
                  </a:lnTo>
                  <a:lnTo>
                    <a:pt x="62918" y="106970"/>
                  </a:lnTo>
                  <a:lnTo>
                    <a:pt x="100252" y="140070"/>
                  </a:lnTo>
                  <a:lnTo>
                    <a:pt x="80080" y="83995"/>
                  </a:lnTo>
                  <a:close/>
                </a:path>
                <a:path w="100329" h="291464">
                  <a:moveTo>
                    <a:pt x="62918" y="95396"/>
                  </a:moveTo>
                  <a:lnTo>
                    <a:pt x="49865" y="95396"/>
                  </a:lnTo>
                  <a:lnTo>
                    <a:pt x="62918" y="106970"/>
                  </a:lnTo>
                  <a:lnTo>
                    <a:pt x="62918" y="95396"/>
                  </a:lnTo>
                  <a:close/>
                </a:path>
                <a:path w="100329" h="291464">
                  <a:moveTo>
                    <a:pt x="56391" y="83995"/>
                  </a:moveTo>
                  <a:lnTo>
                    <a:pt x="44121" y="83995"/>
                  </a:lnTo>
                  <a:lnTo>
                    <a:pt x="37594" y="89579"/>
                  </a:lnTo>
                  <a:lnTo>
                    <a:pt x="37594" y="106389"/>
                  </a:lnTo>
                  <a:lnTo>
                    <a:pt x="49865" y="95396"/>
                  </a:lnTo>
                  <a:lnTo>
                    <a:pt x="62918" y="95396"/>
                  </a:lnTo>
                  <a:lnTo>
                    <a:pt x="62918" y="89579"/>
                  </a:lnTo>
                  <a:lnTo>
                    <a:pt x="56391" y="89579"/>
                  </a:lnTo>
                  <a:lnTo>
                    <a:pt x="56391" y="83995"/>
                  </a:lnTo>
                  <a:close/>
                </a:path>
              </a:pathLst>
            </a:custGeom>
            <a:solidFill>
              <a:srgbClr val="000000"/>
            </a:solidFill>
          </p:spPr>
          <p:txBody>
            <a:bodyPr wrap="square" lIns="0" tIns="0" rIns="0" bIns="0" rtlCol="0"/>
            <a:lstStyle/>
            <a:p/>
          </p:txBody>
        </p:sp>
        <p:pic>
          <p:nvPicPr>
            <p:cNvPr id="54" name="object 54" descr=""/>
            <p:cNvPicPr/>
            <p:nvPr/>
          </p:nvPicPr>
          <p:blipFill>
            <a:blip r:embed="rId8" cstate="print"/>
            <a:stretch>
              <a:fillRect/>
            </a:stretch>
          </p:blipFill>
          <p:spPr>
            <a:xfrm>
              <a:off x="6163890" y="2243311"/>
              <a:ext cx="106515" cy="297437"/>
            </a:xfrm>
            <a:prstGeom prst="rect">
              <a:avLst/>
            </a:prstGeom>
          </p:spPr>
        </p:pic>
        <p:pic>
          <p:nvPicPr>
            <p:cNvPr id="55" name="object 55" descr=""/>
            <p:cNvPicPr/>
            <p:nvPr/>
          </p:nvPicPr>
          <p:blipFill>
            <a:blip r:embed="rId9" cstate="print"/>
            <a:stretch>
              <a:fillRect/>
            </a:stretch>
          </p:blipFill>
          <p:spPr>
            <a:xfrm>
              <a:off x="4902121" y="4263780"/>
              <a:ext cx="444921" cy="419629"/>
            </a:xfrm>
            <a:prstGeom prst="rect">
              <a:avLst/>
            </a:prstGeom>
          </p:spPr>
        </p:pic>
        <p:sp>
          <p:nvSpPr>
            <p:cNvPr id="56" name="object 56" descr=""/>
            <p:cNvSpPr/>
            <p:nvPr/>
          </p:nvSpPr>
          <p:spPr>
            <a:xfrm>
              <a:off x="4902121" y="4263780"/>
              <a:ext cx="445134" cy="419734"/>
            </a:xfrm>
            <a:custGeom>
              <a:avLst/>
              <a:gdLst/>
              <a:ahLst/>
              <a:cxnLst/>
              <a:rect l="l" t="t" r="r" b="b"/>
              <a:pathLst>
                <a:path w="445135" h="419735">
                  <a:moveTo>
                    <a:pt x="0" y="419629"/>
                  </a:moveTo>
                  <a:lnTo>
                    <a:pt x="444921" y="419629"/>
                  </a:lnTo>
                  <a:lnTo>
                    <a:pt x="444921" y="0"/>
                  </a:lnTo>
                  <a:lnTo>
                    <a:pt x="0" y="0"/>
                  </a:lnTo>
                  <a:lnTo>
                    <a:pt x="0" y="419629"/>
                  </a:lnTo>
                  <a:close/>
                </a:path>
              </a:pathLst>
            </a:custGeom>
            <a:ln w="17674">
              <a:solidFill>
                <a:srgbClr val="000000"/>
              </a:solidFill>
            </a:ln>
          </p:spPr>
          <p:txBody>
            <a:bodyPr wrap="square" lIns="0" tIns="0" rIns="0" bIns="0" rtlCol="0"/>
            <a:lstStyle/>
            <a:p/>
          </p:txBody>
        </p:sp>
        <p:pic>
          <p:nvPicPr>
            <p:cNvPr id="57" name="object 57" descr=""/>
            <p:cNvPicPr/>
            <p:nvPr/>
          </p:nvPicPr>
          <p:blipFill>
            <a:blip r:embed="rId10" cstate="print"/>
            <a:stretch>
              <a:fillRect/>
            </a:stretch>
          </p:blipFill>
          <p:spPr>
            <a:xfrm>
              <a:off x="5767580" y="2976274"/>
              <a:ext cx="860106" cy="414463"/>
            </a:xfrm>
            <a:prstGeom prst="rect">
              <a:avLst/>
            </a:prstGeom>
          </p:spPr>
        </p:pic>
        <p:sp>
          <p:nvSpPr>
            <p:cNvPr id="58" name="object 58" descr=""/>
            <p:cNvSpPr/>
            <p:nvPr/>
          </p:nvSpPr>
          <p:spPr>
            <a:xfrm>
              <a:off x="5767580" y="2976274"/>
              <a:ext cx="860425" cy="414655"/>
            </a:xfrm>
            <a:custGeom>
              <a:avLst/>
              <a:gdLst/>
              <a:ahLst/>
              <a:cxnLst/>
              <a:rect l="l" t="t" r="r" b="b"/>
              <a:pathLst>
                <a:path w="860425" h="414654">
                  <a:moveTo>
                    <a:pt x="0" y="414463"/>
                  </a:moveTo>
                  <a:lnTo>
                    <a:pt x="860106" y="414463"/>
                  </a:lnTo>
                  <a:lnTo>
                    <a:pt x="860106" y="0"/>
                  </a:lnTo>
                  <a:lnTo>
                    <a:pt x="0" y="0"/>
                  </a:lnTo>
                  <a:lnTo>
                    <a:pt x="0" y="414463"/>
                  </a:lnTo>
                  <a:close/>
                </a:path>
              </a:pathLst>
            </a:custGeom>
            <a:ln w="17098">
              <a:solidFill>
                <a:srgbClr val="000000"/>
              </a:solidFill>
            </a:ln>
          </p:spPr>
          <p:txBody>
            <a:bodyPr wrap="square" lIns="0" tIns="0" rIns="0" bIns="0" rtlCol="0"/>
            <a:lstStyle/>
            <a:p/>
          </p:txBody>
        </p:sp>
        <p:pic>
          <p:nvPicPr>
            <p:cNvPr id="59" name="object 59" descr=""/>
            <p:cNvPicPr/>
            <p:nvPr/>
          </p:nvPicPr>
          <p:blipFill>
            <a:blip r:embed="rId11" cstate="print"/>
            <a:stretch>
              <a:fillRect/>
            </a:stretch>
          </p:blipFill>
          <p:spPr>
            <a:xfrm>
              <a:off x="6627556" y="2522767"/>
              <a:ext cx="451396" cy="447759"/>
            </a:xfrm>
            <a:prstGeom prst="rect">
              <a:avLst/>
            </a:prstGeom>
          </p:spPr>
        </p:pic>
        <p:sp>
          <p:nvSpPr>
            <p:cNvPr id="60" name="object 60" descr=""/>
            <p:cNvSpPr/>
            <p:nvPr/>
          </p:nvSpPr>
          <p:spPr>
            <a:xfrm>
              <a:off x="6627556" y="2522767"/>
              <a:ext cx="451484" cy="448309"/>
            </a:xfrm>
            <a:custGeom>
              <a:avLst/>
              <a:gdLst/>
              <a:ahLst/>
              <a:cxnLst/>
              <a:rect l="l" t="t" r="r" b="b"/>
              <a:pathLst>
                <a:path w="451484" h="448310">
                  <a:moveTo>
                    <a:pt x="0" y="447759"/>
                  </a:moveTo>
                  <a:lnTo>
                    <a:pt x="451396" y="447759"/>
                  </a:lnTo>
                  <a:lnTo>
                    <a:pt x="451396" y="0"/>
                  </a:lnTo>
                  <a:lnTo>
                    <a:pt x="0" y="0"/>
                  </a:lnTo>
                  <a:lnTo>
                    <a:pt x="0" y="447759"/>
                  </a:lnTo>
                  <a:close/>
                </a:path>
              </a:pathLst>
            </a:custGeom>
            <a:ln w="17725">
              <a:solidFill>
                <a:srgbClr val="000000"/>
              </a:solidFill>
            </a:ln>
          </p:spPr>
          <p:txBody>
            <a:bodyPr wrap="square" lIns="0" tIns="0" rIns="0" bIns="0" rtlCol="0"/>
            <a:lstStyle/>
            <a:p/>
          </p:txBody>
        </p:sp>
        <p:sp>
          <p:nvSpPr>
            <p:cNvPr id="61" name="object 61" descr=""/>
            <p:cNvSpPr/>
            <p:nvPr/>
          </p:nvSpPr>
          <p:spPr>
            <a:xfrm>
              <a:off x="7020210" y="2246443"/>
              <a:ext cx="106680" cy="291465"/>
            </a:xfrm>
            <a:custGeom>
              <a:avLst/>
              <a:gdLst/>
              <a:ahLst/>
              <a:cxnLst/>
              <a:rect l="l" t="t" r="r" b="b"/>
              <a:pathLst>
                <a:path w="106679" h="291464">
                  <a:moveTo>
                    <a:pt x="56130" y="95396"/>
                  </a:moveTo>
                  <a:lnTo>
                    <a:pt x="37333" y="110357"/>
                  </a:lnTo>
                  <a:lnTo>
                    <a:pt x="37333" y="279675"/>
                  </a:lnTo>
                  <a:lnTo>
                    <a:pt x="43860" y="285491"/>
                  </a:lnTo>
                  <a:lnTo>
                    <a:pt x="43860" y="291076"/>
                  </a:lnTo>
                  <a:lnTo>
                    <a:pt x="62657" y="291076"/>
                  </a:lnTo>
                  <a:lnTo>
                    <a:pt x="62657" y="285491"/>
                  </a:lnTo>
                  <a:lnTo>
                    <a:pt x="69184" y="279675"/>
                  </a:lnTo>
                  <a:lnTo>
                    <a:pt x="69184" y="106970"/>
                  </a:lnTo>
                  <a:lnTo>
                    <a:pt x="56130" y="95396"/>
                  </a:lnTo>
                  <a:close/>
                </a:path>
                <a:path w="106679" h="291464">
                  <a:moveTo>
                    <a:pt x="56130" y="0"/>
                  </a:moveTo>
                  <a:lnTo>
                    <a:pt x="0" y="140070"/>
                  </a:lnTo>
                  <a:lnTo>
                    <a:pt x="37333" y="110357"/>
                  </a:lnTo>
                  <a:lnTo>
                    <a:pt x="37333" y="95396"/>
                  </a:lnTo>
                  <a:lnTo>
                    <a:pt x="43860" y="89579"/>
                  </a:lnTo>
                  <a:lnTo>
                    <a:pt x="50387" y="83995"/>
                  </a:lnTo>
                  <a:lnTo>
                    <a:pt x="86346" y="83995"/>
                  </a:lnTo>
                  <a:lnTo>
                    <a:pt x="56130" y="0"/>
                  </a:lnTo>
                  <a:close/>
                </a:path>
                <a:path w="106679" h="291464">
                  <a:moveTo>
                    <a:pt x="86346" y="83995"/>
                  </a:moveTo>
                  <a:lnTo>
                    <a:pt x="56130" y="83995"/>
                  </a:lnTo>
                  <a:lnTo>
                    <a:pt x="62657" y="89579"/>
                  </a:lnTo>
                  <a:lnTo>
                    <a:pt x="69184" y="95396"/>
                  </a:lnTo>
                  <a:lnTo>
                    <a:pt x="69184" y="106970"/>
                  </a:lnTo>
                  <a:lnTo>
                    <a:pt x="106517" y="140070"/>
                  </a:lnTo>
                  <a:lnTo>
                    <a:pt x="86346" y="83995"/>
                  </a:lnTo>
                  <a:close/>
                </a:path>
                <a:path w="106679" h="291464">
                  <a:moveTo>
                    <a:pt x="56130" y="83995"/>
                  </a:moveTo>
                  <a:lnTo>
                    <a:pt x="50387" y="83995"/>
                  </a:lnTo>
                  <a:lnTo>
                    <a:pt x="43860" y="89579"/>
                  </a:lnTo>
                  <a:lnTo>
                    <a:pt x="37333" y="95396"/>
                  </a:lnTo>
                  <a:lnTo>
                    <a:pt x="37333" y="110357"/>
                  </a:lnTo>
                  <a:lnTo>
                    <a:pt x="56130" y="95396"/>
                  </a:lnTo>
                  <a:lnTo>
                    <a:pt x="69184" y="95396"/>
                  </a:lnTo>
                  <a:lnTo>
                    <a:pt x="62657" y="89579"/>
                  </a:lnTo>
                  <a:lnTo>
                    <a:pt x="56130" y="83995"/>
                  </a:lnTo>
                  <a:close/>
                </a:path>
                <a:path w="106679" h="291464">
                  <a:moveTo>
                    <a:pt x="69184" y="95396"/>
                  </a:moveTo>
                  <a:lnTo>
                    <a:pt x="56130" y="95396"/>
                  </a:lnTo>
                  <a:lnTo>
                    <a:pt x="69184" y="106970"/>
                  </a:lnTo>
                  <a:lnTo>
                    <a:pt x="69184" y="95396"/>
                  </a:lnTo>
                  <a:close/>
                </a:path>
              </a:pathLst>
            </a:custGeom>
            <a:solidFill>
              <a:srgbClr val="000000"/>
            </a:solidFill>
          </p:spPr>
          <p:txBody>
            <a:bodyPr wrap="square" lIns="0" tIns="0" rIns="0" bIns="0" rtlCol="0"/>
            <a:lstStyle/>
            <a:p/>
          </p:txBody>
        </p:sp>
        <p:pic>
          <p:nvPicPr>
            <p:cNvPr id="62" name="object 62" descr=""/>
            <p:cNvPicPr/>
            <p:nvPr/>
          </p:nvPicPr>
          <p:blipFill>
            <a:blip r:embed="rId12" cstate="print"/>
            <a:stretch>
              <a:fillRect/>
            </a:stretch>
          </p:blipFill>
          <p:spPr>
            <a:xfrm>
              <a:off x="7017087" y="2243320"/>
              <a:ext cx="112763" cy="297425"/>
            </a:xfrm>
            <a:prstGeom prst="rect">
              <a:avLst/>
            </a:prstGeom>
          </p:spPr>
        </p:pic>
        <p:pic>
          <p:nvPicPr>
            <p:cNvPr id="63" name="object 63" descr=""/>
            <p:cNvPicPr/>
            <p:nvPr/>
          </p:nvPicPr>
          <p:blipFill>
            <a:blip r:embed="rId13" cstate="print"/>
            <a:stretch>
              <a:fillRect/>
            </a:stretch>
          </p:blipFill>
          <p:spPr>
            <a:xfrm>
              <a:off x="7066681" y="4263780"/>
              <a:ext cx="451396" cy="419629"/>
            </a:xfrm>
            <a:prstGeom prst="rect">
              <a:avLst/>
            </a:prstGeom>
          </p:spPr>
        </p:pic>
        <p:sp>
          <p:nvSpPr>
            <p:cNvPr id="64" name="object 64" descr=""/>
            <p:cNvSpPr/>
            <p:nvPr/>
          </p:nvSpPr>
          <p:spPr>
            <a:xfrm>
              <a:off x="7066681" y="4263780"/>
              <a:ext cx="451484" cy="419734"/>
            </a:xfrm>
            <a:custGeom>
              <a:avLst/>
              <a:gdLst/>
              <a:ahLst/>
              <a:cxnLst/>
              <a:rect l="l" t="t" r="r" b="b"/>
              <a:pathLst>
                <a:path w="451484" h="419735">
                  <a:moveTo>
                    <a:pt x="0" y="419629"/>
                  </a:moveTo>
                  <a:lnTo>
                    <a:pt x="451396" y="419629"/>
                  </a:lnTo>
                  <a:lnTo>
                    <a:pt x="451396" y="0"/>
                  </a:lnTo>
                  <a:lnTo>
                    <a:pt x="0" y="0"/>
                  </a:lnTo>
                  <a:lnTo>
                    <a:pt x="0" y="419629"/>
                  </a:lnTo>
                  <a:close/>
                </a:path>
              </a:pathLst>
            </a:custGeom>
            <a:ln w="17659">
              <a:solidFill>
                <a:srgbClr val="000000"/>
              </a:solidFill>
            </a:ln>
          </p:spPr>
          <p:txBody>
            <a:bodyPr wrap="square" lIns="0" tIns="0" rIns="0" bIns="0" rtlCol="0"/>
            <a:lstStyle/>
            <a:p/>
          </p:txBody>
        </p:sp>
        <p:pic>
          <p:nvPicPr>
            <p:cNvPr id="65" name="object 65" descr=""/>
            <p:cNvPicPr/>
            <p:nvPr/>
          </p:nvPicPr>
          <p:blipFill>
            <a:blip r:embed="rId14" cstate="print"/>
            <a:stretch>
              <a:fillRect/>
            </a:stretch>
          </p:blipFill>
          <p:spPr>
            <a:xfrm>
              <a:off x="7518077" y="3401534"/>
              <a:ext cx="433277" cy="447759"/>
            </a:xfrm>
            <a:prstGeom prst="rect">
              <a:avLst/>
            </a:prstGeom>
          </p:spPr>
        </p:pic>
        <p:sp>
          <p:nvSpPr>
            <p:cNvPr id="66" name="object 66" descr=""/>
            <p:cNvSpPr/>
            <p:nvPr/>
          </p:nvSpPr>
          <p:spPr>
            <a:xfrm>
              <a:off x="7518077" y="3401534"/>
              <a:ext cx="433705" cy="448309"/>
            </a:xfrm>
            <a:custGeom>
              <a:avLst/>
              <a:gdLst/>
              <a:ahLst/>
              <a:cxnLst/>
              <a:rect l="l" t="t" r="r" b="b"/>
              <a:pathLst>
                <a:path w="433704" h="448310">
                  <a:moveTo>
                    <a:pt x="0" y="447759"/>
                  </a:moveTo>
                  <a:lnTo>
                    <a:pt x="433277" y="447759"/>
                  </a:lnTo>
                  <a:lnTo>
                    <a:pt x="433277" y="0"/>
                  </a:lnTo>
                  <a:lnTo>
                    <a:pt x="0" y="0"/>
                  </a:lnTo>
                  <a:lnTo>
                    <a:pt x="0" y="447759"/>
                  </a:lnTo>
                  <a:close/>
                </a:path>
              </a:pathLst>
            </a:custGeom>
            <a:ln w="17767">
              <a:solidFill>
                <a:srgbClr val="000000"/>
              </a:solidFill>
            </a:ln>
          </p:spPr>
          <p:txBody>
            <a:bodyPr wrap="square" lIns="0" tIns="0" rIns="0" bIns="0" rtlCol="0"/>
            <a:lstStyle/>
            <a:p/>
          </p:txBody>
        </p:sp>
        <p:pic>
          <p:nvPicPr>
            <p:cNvPr id="67" name="object 67" descr=""/>
            <p:cNvPicPr/>
            <p:nvPr/>
          </p:nvPicPr>
          <p:blipFill>
            <a:blip r:embed="rId15" cstate="print"/>
            <a:stretch>
              <a:fillRect/>
            </a:stretch>
          </p:blipFill>
          <p:spPr>
            <a:xfrm>
              <a:off x="7951198" y="2976274"/>
              <a:ext cx="859453" cy="414463"/>
            </a:xfrm>
            <a:prstGeom prst="rect">
              <a:avLst/>
            </a:prstGeom>
          </p:spPr>
        </p:pic>
        <p:sp>
          <p:nvSpPr>
            <p:cNvPr id="68" name="object 68" descr=""/>
            <p:cNvSpPr/>
            <p:nvPr/>
          </p:nvSpPr>
          <p:spPr>
            <a:xfrm>
              <a:off x="7951198" y="2976274"/>
              <a:ext cx="859790" cy="414655"/>
            </a:xfrm>
            <a:custGeom>
              <a:avLst/>
              <a:gdLst/>
              <a:ahLst/>
              <a:cxnLst/>
              <a:rect l="l" t="t" r="r" b="b"/>
              <a:pathLst>
                <a:path w="859790" h="414654">
                  <a:moveTo>
                    <a:pt x="0" y="414463"/>
                  </a:moveTo>
                  <a:lnTo>
                    <a:pt x="859453" y="414463"/>
                  </a:lnTo>
                  <a:lnTo>
                    <a:pt x="859453" y="0"/>
                  </a:lnTo>
                  <a:lnTo>
                    <a:pt x="0" y="0"/>
                  </a:lnTo>
                  <a:lnTo>
                    <a:pt x="0" y="414463"/>
                  </a:lnTo>
                  <a:close/>
                </a:path>
              </a:pathLst>
            </a:custGeom>
            <a:ln w="17098">
              <a:solidFill>
                <a:srgbClr val="000000"/>
              </a:solidFill>
            </a:ln>
          </p:spPr>
          <p:txBody>
            <a:bodyPr wrap="square" lIns="0" tIns="0" rIns="0" bIns="0" rtlCol="0"/>
            <a:lstStyle/>
            <a:p/>
          </p:txBody>
        </p:sp>
        <p:pic>
          <p:nvPicPr>
            <p:cNvPr id="69" name="object 69" descr=""/>
            <p:cNvPicPr/>
            <p:nvPr/>
          </p:nvPicPr>
          <p:blipFill>
            <a:blip r:embed="rId16" cstate="print"/>
            <a:stretch>
              <a:fillRect/>
            </a:stretch>
          </p:blipFill>
          <p:spPr>
            <a:xfrm>
              <a:off x="8810652" y="2522767"/>
              <a:ext cx="451396" cy="447759"/>
            </a:xfrm>
            <a:prstGeom prst="rect">
              <a:avLst/>
            </a:prstGeom>
          </p:spPr>
        </p:pic>
        <p:sp>
          <p:nvSpPr>
            <p:cNvPr id="70" name="object 70" descr=""/>
            <p:cNvSpPr/>
            <p:nvPr/>
          </p:nvSpPr>
          <p:spPr>
            <a:xfrm>
              <a:off x="8810652" y="2522767"/>
              <a:ext cx="451484" cy="448309"/>
            </a:xfrm>
            <a:custGeom>
              <a:avLst/>
              <a:gdLst/>
              <a:ahLst/>
              <a:cxnLst/>
              <a:rect l="l" t="t" r="r" b="b"/>
              <a:pathLst>
                <a:path w="451484" h="448310">
                  <a:moveTo>
                    <a:pt x="0" y="447759"/>
                  </a:moveTo>
                  <a:lnTo>
                    <a:pt x="451396" y="447759"/>
                  </a:lnTo>
                  <a:lnTo>
                    <a:pt x="451396" y="0"/>
                  </a:lnTo>
                  <a:lnTo>
                    <a:pt x="0" y="0"/>
                  </a:lnTo>
                  <a:lnTo>
                    <a:pt x="0" y="447759"/>
                  </a:lnTo>
                  <a:close/>
                </a:path>
              </a:pathLst>
            </a:custGeom>
            <a:ln w="17725">
              <a:solidFill>
                <a:srgbClr val="000000"/>
              </a:solidFill>
            </a:ln>
          </p:spPr>
          <p:txBody>
            <a:bodyPr wrap="square" lIns="0" tIns="0" rIns="0" bIns="0" rtlCol="0"/>
            <a:lstStyle/>
            <a:p/>
          </p:txBody>
        </p:sp>
        <p:sp>
          <p:nvSpPr>
            <p:cNvPr id="71" name="object 71" descr=""/>
            <p:cNvSpPr/>
            <p:nvPr/>
          </p:nvSpPr>
          <p:spPr>
            <a:xfrm>
              <a:off x="9209833" y="2246443"/>
              <a:ext cx="100330" cy="291465"/>
            </a:xfrm>
            <a:custGeom>
              <a:avLst/>
              <a:gdLst/>
              <a:ahLst/>
              <a:cxnLst/>
              <a:rect l="l" t="t" r="r" b="b"/>
              <a:pathLst>
                <a:path w="100329" h="291464">
                  <a:moveTo>
                    <a:pt x="49865" y="95396"/>
                  </a:moveTo>
                  <a:lnTo>
                    <a:pt x="37204" y="106738"/>
                  </a:lnTo>
                  <a:lnTo>
                    <a:pt x="37333" y="106738"/>
                  </a:lnTo>
                  <a:lnTo>
                    <a:pt x="37333" y="291076"/>
                  </a:lnTo>
                  <a:lnTo>
                    <a:pt x="56130" y="291076"/>
                  </a:lnTo>
                  <a:lnTo>
                    <a:pt x="62657" y="285491"/>
                  </a:lnTo>
                  <a:lnTo>
                    <a:pt x="62657" y="106738"/>
                  </a:lnTo>
                  <a:lnTo>
                    <a:pt x="49865" y="95396"/>
                  </a:lnTo>
                  <a:close/>
                </a:path>
                <a:path w="100329" h="291464">
                  <a:moveTo>
                    <a:pt x="49865" y="0"/>
                  </a:moveTo>
                  <a:lnTo>
                    <a:pt x="0" y="140070"/>
                  </a:lnTo>
                  <a:lnTo>
                    <a:pt x="37204" y="106738"/>
                  </a:lnTo>
                  <a:lnTo>
                    <a:pt x="37333" y="106738"/>
                  </a:lnTo>
                  <a:lnTo>
                    <a:pt x="37333" y="89579"/>
                  </a:lnTo>
                  <a:lnTo>
                    <a:pt x="43860" y="83995"/>
                  </a:lnTo>
                  <a:lnTo>
                    <a:pt x="80080" y="83995"/>
                  </a:lnTo>
                  <a:lnTo>
                    <a:pt x="49865" y="0"/>
                  </a:lnTo>
                  <a:close/>
                </a:path>
                <a:path w="100329" h="291464">
                  <a:moveTo>
                    <a:pt x="80080" y="83995"/>
                  </a:moveTo>
                  <a:lnTo>
                    <a:pt x="56130" y="83995"/>
                  </a:lnTo>
                  <a:lnTo>
                    <a:pt x="56130" y="89579"/>
                  </a:lnTo>
                  <a:lnTo>
                    <a:pt x="62657" y="89579"/>
                  </a:lnTo>
                  <a:lnTo>
                    <a:pt x="62657" y="106738"/>
                  </a:lnTo>
                  <a:lnTo>
                    <a:pt x="100252" y="140070"/>
                  </a:lnTo>
                  <a:lnTo>
                    <a:pt x="80080" y="83995"/>
                  </a:lnTo>
                  <a:close/>
                </a:path>
                <a:path w="100329" h="291464">
                  <a:moveTo>
                    <a:pt x="56130" y="83995"/>
                  </a:moveTo>
                  <a:lnTo>
                    <a:pt x="43860" y="83995"/>
                  </a:lnTo>
                  <a:lnTo>
                    <a:pt x="37333" y="89579"/>
                  </a:lnTo>
                  <a:lnTo>
                    <a:pt x="37333" y="106738"/>
                  </a:lnTo>
                  <a:lnTo>
                    <a:pt x="37204" y="106738"/>
                  </a:lnTo>
                  <a:lnTo>
                    <a:pt x="49865" y="95396"/>
                  </a:lnTo>
                  <a:lnTo>
                    <a:pt x="62657" y="95396"/>
                  </a:lnTo>
                  <a:lnTo>
                    <a:pt x="62657" y="89579"/>
                  </a:lnTo>
                  <a:lnTo>
                    <a:pt x="56130" y="89579"/>
                  </a:lnTo>
                  <a:lnTo>
                    <a:pt x="56130" y="83995"/>
                  </a:lnTo>
                  <a:close/>
                </a:path>
                <a:path w="100329" h="291464">
                  <a:moveTo>
                    <a:pt x="62657" y="95396"/>
                  </a:moveTo>
                  <a:lnTo>
                    <a:pt x="49865" y="95396"/>
                  </a:lnTo>
                  <a:lnTo>
                    <a:pt x="62657" y="106738"/>
                  </a:lnTo>
                  <a:lnTo>
                    <a:pt x="62657" y="95396"/>
                  </a:lnTo>
                  <a:close/>
                </a:path>
              </a:pathLst>
            </a:custGeom>
            <a:solidFill>
              <a:srgbClr val="000000"/>
            </a:solidFill>
          </p:spPr>
          <p:txBody>
            <a:bodyPr wrap="square" lIns="0" tIns="0" rIns="0" bIns="0" rtlCol="0"/>
            <a:lstStyle/>
            <a:p/>
          </p:txBody>
        </p:sp>
        <p:pic>
          <p:nvPicPr>
            <p:cNvPr id="72" name="object 72" descr=""/>
            <p:cNvPicPr/>
            <p:nvPr/>
          </p:nvPicPr>
          <p:blipFill>
            <a:blip r:embed="rId17" cstate="print"/>
            <a:stretch>
              <a:fillRect/>
            </a:stretch>
          </p:blipFill>
          <p:spPr>
            <a:xfrm>
              <a:off x="9206702" y="2243311"/>
              <a:ext cx="106515" cy="297437"/>
            </a:xfrm>
            <a:prstGeom prst="rect">
              <a:avLst/>
            </a:prstGeom>
          </p:spPr>
        </p:pic>
        <p:sp>
          <p:nvSpPr>
            <p:cNvPr id="73" name="object 73" descr=""/>
            <p:cNvSpPr/>
            <p:nvPr/>
          </p:nvSpPr>
          <p:spPr>
            <a:xfrm>
              <a:off x="3136717" y="2929111"/>
              <a:ext cx="19050" cy="913130"/>
            </a:xfrm>
            <a:custGeom>
              <a:avLst/>
              <a:gdLst/>
              <a:ahLst/>
              <a:cxnLst/>
              <a:rect l="l" t="t" r="r" b="b"/>
              <a:pathLst>
                <a:path w="19050" h="913129">
                  <a:moveTo>
                    <a:pt x="12296" y="0"/>
                  </a:moveTo>
                  <a:lnTo>
                    <a:pt x="5821" y="5816"/>
                  </a:lnTo>
                  <a:lnTo>
                    <a:pt x="0" y="5816"/>
                  </a:lnTo>
                  <a:lnTo>
                    <a:pt x="0" y="67243"/>
                  </a:lnTo>
                  <a:lnTo>
                    <a:pt x="5821" y="67243"/>
                  </a:lnTo>
                  <a:lnTo>
                    <a:pt x="12296" y="72827"/>
                  </a:lnTo>
                  <a:lnTo>
                    <a:pt x="18771" y="67243"/>
                  </a:lnTo>
                  <a:lnTo>
                    <a:pt x="18771" y="5816"/>
                  </a:lnTo>
                  <a:lnTo>
                    <a:pt x="12296" y="0"/>
                  </a:lnTo>
                  <a:close/>
                </a:path>
                <a:path w="19050" h="913129">
                  <a:moveTo>
                    <a:pt x="18771" y="123317"/>
                  </a:moveTo>
                  <a:lnTo>
                    <a:pt x="5821" y="123317"/>
                  </a:lnTo>
                  <a:lnTo>
                    <a:pt x="0" y="129134"/>
                  </a:lnTo>
                  <a:lnTo>
                    <a:pt x="0" y="134253"/>
                  </a:lnTo>
                  <a:lnTo>
                    <a:pt x="5821" y="140070"/>
                  </a:lnTo>
                  <a:lnTo>
                    <a:pt x="18771" y="140070"/>
                  </a:lnTo>
                  <a:lnTo>
                    <a:pt x="18771" y="123317"/>
                  </a:lnTo>
                  <a:close/>
                </a:path>
                <a:path w="19050" h="913129">
                  <a:moveTo>
                    <a:pt x="12296" y="190560"/>
                  </a:moveTo>
                  <a:lnTo>
                    <a:pt x="5821" y="196377"/>
                  </a:lnTo>
                  <a:lnTo>
                    <a:pt x="0" y="196377"/>
                  </a:lnTo>
                  <a:lnTo>
                    <a:pt x="0" y="257803"/>
                  </a:lnTo>
                  <a:lnTo>
                    <a:pt x="5821" y="263387"/>
                  </a:lnTo>
                  <a:lnTo>
                    <a:pt x="18771" y="263387"/>
                  </a:lnTo>
                  <a:lnTo>
                    <a:pt x="18771" y="196377"/>
                  </a:lnTo>
                  <a:lnTo>
                    <a:pt x="12296" y="190560"/>
                  </a:lnTo>
                  <a:close/>
                </a:path>
                <a:path w="19050" h="913129">
                  <a:moveTo>
                    <a:pt x="12296" y="313412"/>
                  </a:moveTo>
                  <a:lnTo>
                    <a:pt x="5821" y="319229"/>
                  </a:lnTo>
                  <a:lnTo>
                    <a:pt x="0" y="319229"/>
                  </a:lnTo>
                  <a:lnTo>
                    <a:pt x="0" y="330630"/>
                  </a:lnTo>
                  <a:lnTo>
                    <a:pt x="18771" y="330630"/>
                  </a:lnTo>
                  <a:lnTo>
                    <a:pt x="18771" y="319229"/>
                  </a:lnTo>
                  <a:lnTo>
                    <a:pt x="12296" y="313412"/>
                  </a:lnTo>
                  <a:close/>
                </a:path>
                <a:path w="19050" h="913129">
                  <a:moveTo>
                    <a:pt x="18771" y="386240"/>
                  </a:moveTo>
                  <a:lnTo>
                    <a:pt x="5821" y="386240"/>
                  </a:lnTo>
                  <a:lnTo>
                    <a:pt x="0" y="392057"/>
                  </a:lnTo>
                  <a:lnTo>
                    <a:pt x="0" y="447666"/>
                  </a:lnTo>
                  <a:lnTo>
                    <a:pt x="5821" y="453483"/>
                  </a:lnTo>
                  <a:lnTo>
                    <a:pt x="18771" y="453483"/>
                  </a:lnTo>
                  <a:lnTo>
                    <a:pt x="18771" y="386240"/>
                  </a:lnTo>
                  <a:close/>
                </a:path>
                <a:path w="19050" h="913129">
                  <a:moveTo>
                    <a:pt x="18771" y="509743"/>
                  </a:moveTo>
                  <a:lnTo>
                    <a:pt x="5821" y="509743"/>
                  </a:lnTo>
                  <a:lnTo>
                    <a:pt x="0" y="514909"/>
                  </a:lnTo>
                  <a:lnTo>
                    <a:pt x="0" y="520656"/>
                  </a:lnTo>
                  <a:lnTo>
                    <a:pt x="5821" y="520656"/>
                  </a:lnTo>
                  <a:lnTo>
                    <a:pt x="5821" y="526403"/>
                  </a:lnTo>
                  <a:lnTo>
                    <a:pt x="18771" y="526403"/>
                  </a:lnTo>
                  <a:lnTo>
                    <a:pt x="18771" y="509743"/>
                  </a:lnTo>
                  <a:close/>
                </a:path>
                <a:path w="19050" h="913129">
                  <a:moveTo>
                    <a:pt x="12296" y="576917"/>
                  </a:moveTo>
                  <a:lnTo>
                    <a:pt x="5821" y="582640"/>
                  </a:lnTo>
                  <a:lnTo>
                    <a:pt x="0" y="582640"/>
                  </a:lnTo>
                  <a:lnTo>
                    <a:pt x="0" y="644067"/>
                  </a:lnTo>
                  <a:lnTo>
                    <a:pt x="5821" y="644067"/>
                  </a:lnTo>
                  <a:lnTo>
                    <a:pt x="5821" y="649814"/>
                  </a:lnTo>
                  <a:lnTo>
                    <a:pt x="18771" y="649814"/>
                  </a:lnTo>
                  <a:lnTo>
                    <a:pt x="18771" y="582640"/>
                  </a:lnTo>
                  <a:lnTo>
                    <a:pt x="12296" y="576917"/>
                  </a:lnTo>
                  <a:close/>
                </a:path>
                <a:path w="19050" h="913129">
                  <a:moveTo>
                    <a:pt x="12296" y="699746"/>
                  </a:moveTo>
                  <a:lnTo>
                    <a:pt x="5821" y="705493"/>
                  </a:lnTo>
                  <a:lnTo>
                    <a:pt x="0" y="705493"/>
                  </a:lnTo>
                  <a:lnTo>
                    <a:pt x="0" y="711240"/>
                  </a:lnTo>
                  <a:lnTo>
                    <a:pt x="5821" y="716987"/>
                  </a:lnTo>
                  <a:lnTo>
                    <a:pt x="18771" y="716987"/>
                  </a:lnTo>
                  <a:lnTo>
                    <a:pt x="18771" y="705493"/>
                  </a:lnTo>
                  <a:lnTo>
                    <a:pt x="12296" y="699746"/>
                  </a:lnTo>
                  <a:close/>
                </a:path>
                <a:path w="19050" h="913129">
                  <a:moveTo>
                    <a:pt x="18771" y="772666"/>
                  </a:moveTo>
                  <a:lnTo>
                    <a:pt x="5821" y="772666"/>
                  </a:lnTo>
                  <a:lnTo>
                    <a:pt x="0" y="778413"/>
                  </a:lnTo>
                  <a:lnTo>
                    <a:pt x="0" y="834092"/>
                  </a:lnTo>
                  <a:lnTo>
                    <a:pt x="5821" y="839816"/>
                  </a:lnTo>
                  <a:lnTo>
                    <a:pt x="18771" y="839816"/>
                  </a:lnTo>
                  <a:lnTo>
                    <a:pt x="18771" y="772666"/>
                  </a:lnTo>
                  <a:close/>
                </a:path>
                <a:path w="19050" h="913129">
                  <a:moveTo>
                    <a:pt x="12296" y="890353"/>
                  </a:moveTo>
                  <a:lnTo>
                    <a:pt x="5821" y="896077"/>
                  </a:lnTo>
                  <a:lnTo>
                    <a:pt x="0" y="896077"/>
                  </a:lnTo>
                  <a:lnTo>
                    <a:pt x="0" y="906989"/>
                  </a:lnTo>
                  <a:lnTo>
                    <a:pt x="5821" y="906989"/>
                  </a:lnTo>
                  <a:lnTo>
                    <a:pt x="12296" y="912736"/>
                  </a:lnTo>
                  <a:lnTo>
                    <a:pt x="18771" y="906989"/>
                  </a:lnTo>
                  <a:lnTo>
                    <a:pt x="18771" y="896077"/>
                  </a:lnTo>
                  <a:lnTo>
                    <a:pt x="12296" y="890353"/>
                  </a:lnTo>
                  <a:close/>
                </a:path>
              </a:pathLst>
            </a:custGeom>
            <a:solidFill>
              <a:srgbClr val="000000"/>
            </a:solidFill>
          </p:spPr>
          <p:txBody>
            <a:bodyPr wrap="square" lIns="0" tIns="0" rIns="0" bIns="0" rtlCol="0"/>
            <a:lstStyle/>
            <a:p/>
          </p:txBody>
        </p:sp>
        <p:sp>
          <p:nvSpPr>
            <p:cNvPr id="74" name="object 74" descr=""/>
            <p:cNvSpPr/>
            <p:nvPr/>
          </p:nvSpPr>
          <p:spPr>
            <a:xfrm>
              <a:off x="3136717" y="2929111"/>
              <a:ext cx="19050" cy="913130"/>
            </a:xfrm>
            <a:custGeom>
              <a:avLst/>
              <a:gdLst/>
              <a:ahLst/>
              <a:cxnLst/>
              <a:rect l="l" t="t" r="r" b="b"/>
              <a:pathLst>
                <a:path w="19050" h="913129">
                  <a:moveTo>
                    <a:pt x="18771" y="11401"/>
                  </a:moveTo>
                  <a:lnTo>
                    <a:pt x="18771" y="61891"/>
                  </a:lnTo>
                  <a:lnTo>
                    <a:pt x="18771" y="67243"/>
                  </a:lnTo>
                  <a:lnTo>
                    <a:pt x="12296" y="72827"/>
                  </a:lnTo>
                  <a:lnTo>
                    <a:pt x="5821" y="67243"/>
                  </a:lnTo>
                  <a:lnTo>
                    <a:pt x="0" y="67243"/>
                  </a:lnTo>
                  <a:lnTo>
                    <a:pt x="0" y="61891"/>
                  </a:lnTo>
                  <a:lnTo>
                    <a:pt x="0" y="11401"/>
                  </a:lnTo>
                  <a:lnTo>
                    <a:pt x="0" y="5816"/>
                  </a:lnTo>
                  <a:lnTo>
                    <a:pt x="5821" y="5816"/>
                  </a:lnTo>
                  <a:lnTo>
                    <a:pt x="12296" y="0"/>
                  </a:lnTo>
                  <a:lnTo>
                    <a:pt x="18771" y="5816"/>
                  </a:lnTo>
                  <a:lnTo>
                    <a:pt x="18771" y="11401"/>
                  </a:lnTo>
                  <a:close/>
                </a:path>
                <a:path w="19050" h="913129">
                  <a:moveTo>
                    <a:pt x="18771" y="134253"/>
                  </a:moveTo>
                  <a:lnTo>
                    <a:pt x="18771" y="140070"/>
                  </a:lnTo>
                  <a:lnTo>
                    <a:pt x="12296" y="140070"/>
                  </a:lnTo>
                  <a:lnTo>
                    <a:pt x="5821" y="140070"/>
                  </a:lnTo>
                  <a:lnTo>
                    <a:pt x="0" y="134253"/>
                  </a:lnTo>
                  <a:lnTo>
                    <a:pt x="0" y="129134"/>
                  </a:lnTo>
                  <a:lnTo>
                    <a:pt x="5821" y="123317"/>
                  </a:lnTo>
                  <a:lnTo>
                    <a:pt x="12296" y="123317"/>
                  </a:lnTo>
                  <a:lnTo>
                    <a:pt x="18771" y="123317"/>
                  </a:lnTo>
                  <a:lnTo>
                    <a:pt x="18771" y="129134"/>
                  </a:lnTo>
                  <a:lnTo>
                    <a:pt x="18771" y="134253"/>
                  </a:lnTo>
                  <a:close/>
                </a:path>
                <a:path w="19050" h="913129">
                  <a:moveTo>
                    <a:pt x="18771" y="201496"/>
                  </a:moveTo>
                  <a:lnTo>
                    <a:pt x="18771" y="251986"/>
                  </a:lnTo>
                  <a:lnTo>
                    <a:pt x="18771" y="257803"/>
                  </a:lnTo>
                  <a:lnTo>
                    <a:pt x="18771" y="263387"/>
                  </a:lnTo>
                  <a:lnTo>
                    <a:pt x="12296" y="263387"/>
                  </a:lnTo>
                  <a:lnTo>
                    <a:pt x="5821" y="263387"/>
                  </a:lnTo>
                  <a:lnTo>
                    <a:pt x="0" y="257803"/>
                  </a:lnTo>
                  <a:lnTo>
                    <a:pt x="0" y="251986"/>
                  </a:lnTo>
                  <a:lnTo>
                    <a:pt x="0" y="201496"/>
                  </a:lnTo>
                  <a:lnTo>
                    <a:pt x="0" y="196377"/>
                  </a:lnTo>
                  <a:lnTo>
                    <a:pt x="5821" y="196377"/>
                  </a:lnTo>
                  <a:lnTo>
                    <a:pt x="12296" y="190560"/>
                  </a:lnTo>
                  <a:lnTo>
                    <a:pt x="18771" y="196377"/>
                  </a:lnTo>
                  <a:lnTo>
                    <a:pt x="18771" y="201496"/>
                  </a:lnTo>
                  <a:close/>
                </a:path>
                <a:path w="19050" h="913129">
                  <a:moveTo>
                    <a:pt x="18771" y="324814"/>
                  </a:moveTo>
                  <a:lnTo>
                    <a:pt x="18771" y="330630"/>
                  </a:lnTo>
                  <a:lnTo>
                    <a:pt x="12296" y="330630"/>
                  </a:lnTo>
                  <a:lnTo>
                    <a:pt x="5821" y="330630"/>
                  </a:lnTo>
                  <a:lnTo>
                    <a:pt x="0" y="330630"/>
                  </a:lnTo>
                  <a:lnTo>
                    <a:pt x="0" y="324814"/>
                  </a:lnTo>
                  <a:lnTo>
                    <a:pt x="0" y="319229"/>
                  </a:lnTo>
                  <a:lnTo>
                    <a:pt x="5821" y="319229"/>
                  </a:lnTo>
                  <a:lnTo>
                    <a:pt x="12296" y="313412"/>
                  </a:lnTo>
                  <a:lnTo>
                    <a:pt x="18771" y="319229"/>
                  </a:lnTo>
                  <a:lnTo>
                    <a:pt x="18771" y="324814"/>
                  </a:lnTo>
                  <a:close/>
                </a:path>
                <a:path w="19050" h="913129">
                  <a:moveTo>
                    <a:pt x="18771" y="392057"/>
                  </a:moveTo>
                  <a:lnTo>
                    <a:pt x="18771" y="447666"/>
                  </a:lnTo>
                  <a:lnTo>
                    <a:pt x="18771" y="453483"/>
                  </a:lnTo>
                  <a:lnTo>
                    <a:pt x="12296" y="453483"/>
                  </a:lnTo>
                  <a:lnTo>
                    <a:pt x="5821" y="453483"/>
                  </a:lnTo>
                  <a:lnTo>
                    <a:pt x="0" y="447666"/>
                  </a:lnTo>
                  <a:lnTo>
                    <a:pt x="0" y="392057"/>
                  </a:lnTo>
                  <a:lnTo>
                    <a:pt x="5821" y="386240"/>
                  </a:lnTo>
                  <a:lnTo>
                    <a:pt x="12296" y="386240"/>
                  </a:lnTo>
                  <a:lnTo>
                    <a:pt x="18771" y="386240"/>
                  </a:lnTo>
                  <a:lnTo>
                    <a:pt x="18771" y="392057"/>
                  </a:lnTo>
                  <a:close/>
                </a:path>
                <a:path w="19050" h="913129">
                  <a:moveTo>
                    <a:pt x="18771" y="514909"/>
                  </a:moveTo>
                  <a:lnTo>
                    <a:pt x="18771" y="520656"/>
                  </a:lnTo>
                  <a:lnTo>
                    <a:pt x="18771" y="526403"/>
                  </a:lnTo>
                  <a:lnTo>
                    <a:pt x="12296" y="526403"/>
                  </a:lnTo>
                  <a:lnTo>
                    <a:pt x="5821" y="526403"/>
                  </a:lnTo>
                  <a:lnTo>
                    <a:pt x="5821" y="520656"/>
                  </a:lnTo>
                  <a:lnTo>
                    <a:pt x="0" y="520656"/>
                  </a:lnTo>
                  <a:lnTo>
                    <a:pt x="0" y="514909"/>
                  </a:lnTo>
                  <a:lnTo>
                    <a:pt x="5821" y="509743"/>
                  </a:lnTo>
                  <a:lnTo>
                    <a:pt x="12296" y="509743"/>
                  </a:lnTo>
                  <a:lnTo>
                    <a:pt x="18771" y="509743"/>
                  </a:lnTo>
                  <a:lnTo>
                    <a:pt x="18771" y="514909"/>
                  </a:lnTo>
                  <a:close/>
                </a:path>
                <a:path w="19050" h="913129">
                  <a:moveTo>
                    <a:pt x="18771" y="587806"/>
                  </a:moveTo>
                  <a:lnTo>
                    <a:pt x="18771" y="638343"/>
                  </a:lnTo>
                  <a:lnTo>
                    <a:pt x="18771" y="644067"/>
                  </a:lnTo>
                  <a:lnTo>
                    <a:pt x="18771" y="649814"/>
                  </a:lnTo>
                  <a:lnTo>
                    <a:pt x="12296" y="649814"/>
                  </a:lnTo>
                  <a:lnTo>
                    <a:pt x="5821" y="649814"/>
                  </a:lnTo>
                  <a:lnTo>
                    <a:pt x="5821" y="644067"/>
                  </a:lnTo>
                  <a:lnTo>
                    <a:pt x="0" y="644067"/>
                  </a:lnTo>
                  <a:lnTo>
                    <a:pt x="0" y="638343"/>
                  </a:lnTo>
                  <a:lnTo>
                    <a:pt x="0" y="587806"/>
                  </a:lnTo>
                  <a:lnTo>
                    <a:pt x="0" y="582640"/>
                  </a:lnTo>
                  <a:lnTo>
                    <a:pt x="5821" y="582640"/>
                  </a:lnTo>
                  <a:lnTo>
                    <a:pt x="12296" y="576917"/>
                  </a:lnTo>
                  <a:lnTo>
                    <a:pt x="18771" y="582640"/>
                  </a:lnTo>
                  <a:lnTo>
                    <a:pt x="18771" y="587806"/>
                  </a:lnTo>
                  <a:close/>
                </a:path>
                <a:path w="19050" h="913129">
                  <a:moveTo>
                    <a:pt x="18771" y="711240"/>
                  </a:moveTo>
                  <a:lnTo>
                    <a:pt x="18771" y="716987"/>
                  </a:lnTo>
                  <a:lnTo>
                    <a:pt x="12296" y="716987"/>
                  </a:lnTo>
                  <a:lnTo>
                    <a:pt x="5821" y="716987"/>
                  </a:lnTo>
                  <a:lnTo>
                    <a:pt x="0" y="711240"/>
                  </a:lnTo>
                  <a:lnTo>
                    <a:pt x="0" y="705493"/>
                  </a:lnTo>
                  <a:lnTo>
                    <a:pt x="5821" y="705493"/>
                  </a:lnTo>
                  <a:lnTo>
                    <a:pt x="12296" y="699746"/>
                  </a:lnTo>
                  <a:lnTo>
                    <a:pt x="18771" y="705493"/>
                  </a:lnTo>
                  <a:lnTo>
                    <a:pt x="18771" y="711240"/>
                  </a:lnTo>
                  <a:close/>
                </a:path>
                <a:path w="19050" h="913129">
                  <a:moveTo>
                    <a:pt x="18771" y="778413"/>
                  </a:moveTo>
                  <a:lnTo>
                    <a:pt x="18771" y="834092"/>
                  </a:lnTo>
                  <a:lnTo>
                    <a:pt x="18771" y="839816"/>
                  </a:lnTo>
                  <a:lnTo>
                    <a:pt x="12296" y="839816"/>
                  </a:lnTo>
                  <a:lnTo>
                    <a:pt x="5821" y="839816"/>
                  </a:lnTo>
                  <a:lnTo>
                    <a:pt x="0" y="834092"/>
                  </a:lnTo>
                  <a:lnTo>
                    <a:pt x="0" y="778413"/>
                  </a:lnTo>
                  <a:lnTo>
                    <a:pt x="5821" y="772666"/>
                  </a:lnTo>
                  <a:lnTo>
                    <a:pt x="12296" y="772666"/>
                  </a:lnTo>
                  <a:lnTo>
                    <a:pt x="18771" y="772666"/>
                  </a:lnTo>
                  <a:lnTo>
                    <a:pt x="18771" y="778413"/>
                  </a:lnTo>
                  <a:close/>
                </a:path>
                <a:path w="19050" h="913129">
                  <a:moveTo>
                    <a:pt x="18771" y="901242"/>
                  </a:moveTo>
                  <a:lnTo>
                    <a:pt x="18771" y="906989"/>
                  </a:lnTo>
                  <a:lnTo>
                    <a:pt x="12296" y="912736"/>
                  </a:lnTo>
                  <a:lnTo>
                    <a:pt x="5821" y="906989"/>
                  </a:lnTo>
                  <a:lnTo>
                    <a:pt x="0" y="906989"/>
                  </a:lnTo>
                  <a:lnTo>
                    <a:pt x="0" y="901242"/>
                  </a:lnTo>
                  <a:lnTo>
                    <a:pt x="0" y="896077"/>
                  </a:lnTo>
                  <a:lnTo>
                    <a:pt x="5821" y="896077"/>
                  </a:lnTo>
                  <a:lnTo>
                    <a:pt x="12296" y="890353"/>
                  </a:lnTo>
                  <a:lnTo>
                    <a:pt x="18771" y="896077"/>
                  </a:lnTo>
                  <a:lnTo>
                    <a:pt x="18771" y="901242"/>
                  </a:lnTo>
                  <a:close/>
                </a:path>
              </a:pathLst>
            </a:custGeom>
            <a:ln w="6115">
              <a:solidFill>
                <a:srgbClr val="000000"/>
              </a:solidFill>
            </a:ln>
          </p:spPr>
          <p:txBody>
            <a:bodyPr wrap="square" lIns="0" tIns="0" rIns="0" bIns="0" rtlCol="0"/>
            <a:lstStyle/>
            <a:p/>
          </p:txBody>
        </p:sp>
        <p:sp>
          <p:nvSpPr>
            <p:cNvPr id="75" name="object 75" descr=""/>
            <p:cNvSpPr/>
            <p:nvPr/>
          </p:nvSpPr>
          <p:spPr>
            <a:xfrm>
              <a:off x="3582291" y="2957265"/>
              <a:ext cx="19050" cy="907415"/>
            </a:xfrm>
            <a:custGeom>
              <a:avLst/>
              <a:gdLst/>
              <a:ahLst/>
              <a:cxnLst/>
              <a:rect l="l" t="t" r="r" b="b"/>
              <a:pathLst>
                <a:path w="19050" h="907414">
                  <a:moveTo>
                    <a:pt x="12296" y="0"/>
                  </a:moveTo>
                  <a:lnTo>
                    <a:pt x="0" y="0"/>
                  </a:lnTo>
                  <a:lnTo>
                    <a:pt x="0" y="67010"/>
                  </a:lnTo>
                  <a:lnTo>
                    <a:pt x="12296" y="67010"/>
                  </a:lnTo>
                  <a:lnTo>
                    <a:pt x="18771" y="61426"/>
                  </a:lnTo>
                  <a:lnTo>
                    <a:pt x="18771" y="5816"/>
                  </a:lnTo>
                  <a:lnTo>
                    <a:pt x="12296" y="0"/>
                  </a:lnTo>
                  <a:close/>
                </a:path>
                <a:path w="19050" h="907414">
                  <a:moveTo>
                    <a:pt x="12296" y="123317"/>
                  </a:moveTo>
                  <a:lnTo>
                    <a:pt x="0" y="123317"/>
                  </a:lnTo>
                  <a:lnTo>
                    <a:pt x="0" y="134253"/>
                  </a:lnTo>
                  <a:lnTo>
                    <a:pt x="5821" y="140070"/>
                  </a:lnTo>
                  <a:lnTo>
                    <a:pt x="12296" y="140070"/>
                  </a:lnTo>
                  <a:lnTo>
                    <a:pt x="12296" y="134253"/>
                  </a:lnTo>
                  <a:lnTo>
                    <a:pt x="18771" y="128436"/>
                  </a:lnTo>
                  <a:lnTo>
                    <a:pt x="12296" y="123317"/>
                  </a:lnTo>
                  <a:close/>
                </a:path>
                <a:path w="19050" h="907414">
                  <a:moveTo>
                    <a:pt x="12296" y="190560"/>
                  </a:moveTo>
                  <a:lnTo>
                    <a:pt x="5821" y="190560"/>
                  </a:lnTo>
                  <a:lnTo>
                    <a:pt x="0" y="195679"/>
                  </a:lnTo>
                  <a:lnTo>
                    <a:pt x="0" y="257803"/>
                  </a:lnTo>
                  <a:lnTo>
                    <a:pt x="5821" y="262922"/>
                  </a:lnTo>
                  <a:lnTo>
                    <a:pt x="12296" y="262922"/>
                  </a:lnTo>
                  <a:lnTo>
                    <a:pt x="12296" y="257803"/>
                  </a:lnTo>
                  <a:lnTo>
                    <a:pt x="18771" y="251986"/>
                  </a:lnTo>
                  <a:lnTo>
                    <a:pt x="18771" y="201496"/>
                  </a:lnTo>
                  <a:lnTo>
                    <a:pt x="12296" y="195679"/>
                  </a:lnTo>
                  <a:lnTo>
                    <a:pt x="12296" y="190560"/>
                  </a:lnTo>
                  <a:close/>
                </a:path>
                <a:path w="19050" h="907414">
                  <a:moveTo>
                    <a:pt x="12296" y="313412"/>
                  </a:moveTo>
                  <a:lnTo>
                    <a:pt x="5821" y="313412"/>
                  </a:lnTo>
                  <a:lnTo>
                    <a:pt x="0" y="319229"/>
                  </a:lnTo>
                  <a:lnTo>
                    <a:pt x="0" y="329932"/>
                  </a:lnTo>
                  <a:lnTo>
                    <a:pt x="12296" y="329932"/>
                  </a:lnTo>
                  <a:lnTo>
                    <a:pt x="18771" y="324814"/>
                  </a:lnTo>
                  <a:lnTo>
                    <a:pt x="12296" y="319229"/>
                  </a:lnTo>
                  <a:lnTo>
                    <a:pt x="12296" y="313412"/>
                  </a:lnTo>
                  <a:close/>
                </a:path>
                <a:path w="19050" h="907414">
                  <a:moveTo>
                    <a:pt x="12296" y="386240"/>
                  </a:moveTo>
                  <a:lnTo>
                    <a:pt x="0" y="386240"/>
                  </a:lnTo>
                  <a:lnTo>
                    <a:pt x="0" y="453483"/>
                  </a:lnTo>
                  <a:lnTo>
                    <a:pt x="12296" y="453483"/>
                  </a:lnTo>
                  <a:lnTo>
                    <a:pt x="18771" y="447666"/>
                  </a:lnTo>
                  <a:lnTo>
                    <a:pt x="18771" y="392057"/>
                  </a:lnTo>
                  <a:lnTo>
                    <a:pt x="12296" y="386240"/>
                  </a:lnTo>
                  <a:close/>
                </a:path>
                <a:path w="19050" h="907414">
                  <a:moveTo>
                    <a:pt x="12296" y="509138"/>
                  </a:moveTo>
                  <a:lnTo>
                    <a:pt x="0" y="509138"/>
                  </a:lnTo>
                  <a:lnTo>
                    <a:pt x="0" y="520633"/>
                  </a:lnTo>
                  <a:lnTo>
                    <a:pt x="5821" y="526356"/>
                  </a:lnTo>
                  <a:lnTo>
                    <a:pt x="12296" y="526356"/>
                  </a:lnTo>
                  <a:lnTo>
                    <a:pt x="12296" y="520633"/>
                  </a:lnTo>
                  <a:lnTo>
                    <a:pt x="18771" y="514886"/>
                  </a:lnTo>
                  <a:lnTo>
                    <a:pt x="12296" y="509138"/>
                  </a:lnTo>
                  <a:close/>
                </a:path>
                <a:path w="19050" h="907414">
                  <a:moveTo>
                    <a:pt x="12296" y="576893"/>
                  </a:moveTo>
                  <a:lnTo>
                    <a:pt x="0" y="576893"/>
                  </a:lnTo>
                  <a:lnTo>
                    <a:pt x="0" y="644043"/>
                  </a:lnTo>
                  <a:lnTo>
                    <a:pt x="5821" y="644043"/>
                  </a:lnTo>
                  <a:lnTo>
                    <a:pt x="5821" y="649209"/>
                  </a:lnTo>
                  <a:lnTo>
                    <a:pt x="12296" y="644043"/>
                  </a:lnTo>
                  <a:lnTo>
                    <a:pt x="18771" y="638320"/>
                  </a:lnTo>
                  <a:lnTo>
                    <a:pt x="18771" y="587783"/>
                  </a:lnTo>
                  <a:lnTo>
                    <a:pt x="12296" y="576893"/>
                  </a:lnTo>
                  <a:close/>
                </a:path>
                <a:path w="19050" h="907414">
                  <a:moveTo>
                    <a:pt x="12296" y="699722"/>
                  </a:moveTo>
                  <a:lnTo>
                    <a:pt x="0" y="699722"/>
                  </a:lnTo>
                  <a:lnTo>
                    <a:pt x="0" y="716382"/>
                  </a:lnTo>
                  <a:lnTo>
                    <a:pt x="12296" y="716382"/>
                  </a:lnTo>
                  <a:lnTo>
                    <a:pt x="18771" y="705469"/>
                  </a:lnTo>
                  <a:lnTo>
                    <a:pt x="12296" y="699722"/>
                  </a:lnTo>
                  <a:close/>
                </a:path>
                <a:path w="19050" h="907414">
                  <a:moveTo>
                    <a:pt x="5821" y="766896"/>
                  </a:moveTo>
                  <a:lnTo>
                    <a:pt x="5821" y="772643"/>
                  </a:lnTo>
                  <a:lnTo>
                    <a:pt x="0" y="772643"/>
                  </a:lnTo>
                  <a:lnTo>
                    <a:pt x="0" y="834069"/>
                  </a:lnTo>
                  <a:lnTo>
                    <a:pt x="5821" y="839793"/>
                  </a:lnTo>
                  <a:lnTo>
                    <a:pt x="12296" y="839793"/>
                  </a:lnTo>
                  <a:lnTo>
                    <a:pt x="12296" y="834069"/>
                  </a:lnTo>
                  <a:lnTo>
                    <a:pt x="18771" y="828322"/>
                  </a:lnTo>
                  <a:lnTo>
                    <a:pt x="18771" y="778367"/>
                  </a:lnTo>
                  <a:lnTo>
                    <a:pt x="5821" y="766896"/>
                  </a:lnTo>
                  <a:close/>
                </a:path>
                <a:path w="19050" h="907414">
                  <a:moveTo>
                    <a:pt x="12296" y="890306"/>
                  </a:moveTo>
                  <a:lnTo>
                    <a:pt x="5821" y="890306"/>
                  </a:lnTo>
                  <a:lnTo>
                    <a:pt x="0" y="895495"/>
                  </a:lnTo>
                  <a:lnTo>
                    <a:pt x="0" y="906966"/>
                  </a:lnTo>
                  <a:lnTo>
                    <a:pt x="12296" y="906966"/>
                  </a:lnTo>
                  <a:lnTo>
                    <a:pt x="18771" y="901219"/>
                  </a:lnTo>
                  <a:lnTo>
                    <a:pt x="12296" y="895495"/>
                  </a:lnTo>
                  <a:lnTo>
                    <a:pt x="12296" y="890306"/>
                  </a:lnTo>
                  <a:close/>
                </a:path>
              </a:pathLst>
            </a:custGeom>
            <a:solidFill>
              <a:srgbClr val="000000"/>
            </a:solidFill>
          </p:spPr>
          <p:txBody>
            <a:bodyPr wrap="square" lIns="0" tIns="0" rIns="0" bIns="0" rtlCol="0"/>
            <a:lstStyle/>
            <a:p/>
          </p:txBody>
        </p:sp>
        <p:sp>
          <p:nvSpPr>
            <p:cNvPr id="76" name="object 76" descr=""/>
            <p:cNvSpPr/>
            <p:nvPr/>
          </p:nvSpPr>
          <p:spPr>
            <a:xfrm>
              <a:off x="3582291" y="2957264"/>
              <a:ext cx="19050" cy="907415"/>
            </a:xfrm>
            <a:custGeom>
              <a:avLst/>
              <a:gdLst/>
              <a:ahLst/>
              <a:cxnLst/>
              <a:rect l="l" t="t" r="r" b="b"/>
              <a:pathLst>
                <a:path w="19050" h="907414">
                  <a:moveTo>
                    <a:pt x="18771" y="5816"/>
                  </a:moveTo>
                  <a:lnTo>
                    <a:pt x="18771" y="61426"/>
                  </a:lnTo>
                  <a:lnTo>
                    <a:pt x="12296" y="67010"/>
                  </a:lnTo>
                  <a:lnTo>
                    <a:pt x="5821" y="67010"/>
                  </a:lnTo>
                  <a:lnTo>
                    <a:pt x="0" y="67010"/>
                  </a:lnTo>
                  <a:lnTo>
                    <a:pt x="0" y="61426"/>
                  </a:lnTo>
                  <a:lnTo>
                    <a:pt x="0" y="5816"/>
                  </a:lnTo>
                  <a:lnTo>
                    <a:pt x="0" y="0"/>
                  </a:lnTo>
                  <a:lnTo>
                    <a:pt x="5821" y="0"/>
                  </a:lnTo>
                  <a:lnTo>
                    <a:pt x="12296" y="0"/>
                  </a:lnTo>
                  <a:lnTo>
                    <a:pt x="18771" y="5816"/>
                  </a:lnTo>
                  <a:close/>
                </a:path>
                <a:path w="19050" h="907414">
                  <a:moveTo>
                    <a:pt x="18771" y="128436"/>
                  </a:moveTo>
                  <a:lnTo>
                    <a:pt x="12296" y="134253"/>
                  </a:lnTo>
                  <a:lnTo>
                    <a:pt x="12296" y="140070"/>
                  </a:lnTo>
                  <a:lnTo>
                    <a:pt x="5821" y="140070"/>
                  </a:lnTo>
                  <a:lnTo>
                    <a:pt x="5821" y="140070"/>
                  </a:lnTo>
                  <a:lnTo>
                    <a:pt x="0" y="123317"/>
                  </a:lnTo>
                  <a:lnTo>
                    <a:pt x="5821" y="123317"/>
                  </a:lnTo>
                  <a:lnTo>
                    <a:pt x="12296" y="123317"/>
                  </a:lnTo>
                  <a:lnTo>
                    <a:pt x="18771" y="128436"/>
                  </a:lnTo>
                  <a:close/>
                </a:path>
                <a:path w="19050" h="907414">
                  <a:moveTo>
                    <a:pt x="18771" y="201496"/>
                  </a:moveTo>
                  <a:lnTo>
                    <a:pt x="18771" y="251986"/>
                  </a:lnTo>
                  <a:lnTo>
                    <a:pt x="12296" y="257803"/>
                  </a:lnTo>
                  <a:lnTo>
                    <a:pt x="12296" y="262922"/>
                  </a:lnTo>
                  <a:lnTo>
                    <a:pt x="5821" y="262922"/>
                  </a:lnTo>
                  <a:lnTo>
                    <a:pt x="0" y="257803"/>
                  </a:lnTo>
                  <a:lnTo>
                    <a:pt x="0" y="251986"/>
                  </a:lnTo>
                  <a:lnTo>
                    <a:pt x="0" y="201496"/>
                  </a:lnTo>
                  <a:lnTo>
                    <a:pt x="0" y="195679"/>
                  </a:lnTo>
                  <a:lnTo>
                    <a:pt x="5821" y="190560"/>
                  </a:lnTo>
                  <a:lnTo>
                    <a:pt x="12296" y="190560"/>
                  </a:lnTo>
                  <a:lnTo>
                    <a:pt x="12296" y="195679"/>
                  </a:lnTo>
                  <a:lnTo>
                    <a:pt x="18771" y="201496"/>
                  </a:lnTo>
                  <a:close/>
                </a:path>
                <a:path w="19050" h="907414">
                  <a:moveTo>
                    <a:pt x="18771" y="324814"/>
                  </a:moveTo>
                  <a:lnTo>
                    <a:pt x="12296" y="329932"/>
                  </a:lnTo>
                  <a:lnTo>
                    <a:pt x="5821" y="329932"/>
                  </a:lnTo>
                  <a:lnTo>
                    <a:pt x="0" y="329932"/>
                  </a:lnTo>
                  <a:lnTo>
                    <a:pt x="0" y="324814"/>
                  </a:lnTo>
                  <a:lnTo>
                    <a:pt x="0" y="319229"/>
                  </a:lnTo>
                  <a:lnTo>
                    <a:pt x="5821" y="313412"/>
                  </a:lnTo>
                  <a:lnTo>
                    <a:pt x="12296" y="313412"/>
                  </a:lnTo>
                  <a:lnTo>
                    <a:pt x="12296" y="319229"/>
                  </a:lnTo>
                  <a:lnTo>
                    <a:pt x="18771" y="324814"/>
                  </a:lnTo>
                  <a:close/>
                </a:path>
                <a:path w="19050" h="907414">
                  <a:moveTo>
                    <a:pt x="18771" y="392057"/>
                  </a:moveTo>
                  <a:lnTo>
                    <a:pt x="18771" y="447666"/>
                  </a:lnTo>
                  <a:lnTo>
                    <a:pt x="12296" y="453483"/>
                  </a:lnTo>
                  <a:lnTo>
                    <a:pt x="5821" y="453483"/>
                  </a:lnTo>
                  <a:lnTo>
                    <a:pt x="0" y="453483"/>
                  </a:lnTo>
                  <a:lnTo>
                    <a:pt x="0" y="447666"/>
                  </a:lnTo>
                  <a:lnTo>
                    <a:pt x="0" y="392057"/>
                  </a:lnTo>
                  <a:lnTo>
                    <a:pt x="0" y="386240"/>
                  </a:lnTo>
                  <a:lnTo>
                    <a:pt x="5821" y="386240"/>
                  </a:lnTo>
                  <a:lnTo>
                    <a:pt x="12296" y="386240"/>
                  </a:lnTo>
                  <a:lnTo>
                    <a:pt x="18771" y="392057"/>
                  </a:lnTo>
                  <a:close/>
                </a:path>
                <a:path w="19050" h="907414">
                  <a:moveTo>
                    <a:pt x="18771" y="514886"/>
                  </a:moveTo>
                  <a:lnTo>
                    <a:pt x="12296" y="520633"/>
                  </a:lnTo>
                  <a:lnTo>
                    <a:pt x="12296" y="526356"/>
                  </a:lnTo>
                  <a:lnTo>
                    <a:pt x="5821" y="526356"/>
                  </a:lnTo>
                  <a:lnTo>
                    <a:pt x="5821" y="526356"/>
                  </a:lnTo>
                  <a:lnTo>
                    <a:pt x="0" y="509139"/>
                  </a:lnTo>
                  <a:lnTo>
                    <a:pt x="5821" y="509139"/>
                  </a:lnTo>
                  <a:lnTo>
                    <a:pt x="12296" y="509139"/>
                  </a:lnTo>
                  <a:lnTo>
                    <a:pt x="18771" y="514886"/>
                  </a:lnTo>
                  <a:close/>
                </a:path>
                <a:path w="19050" h="907414">
                  <a:moveTo>
                    <a:pt x="18771" y="587783"/>
                  </a:moveTo>
                  <a:lnTo>
                    <a:pt x="18771" y="638320"/>
                  </a:lnTo>
                  <a:lnTo>
                    <a:pt x="12296" y="644043"/>
                  </a:lnTo>
                  <a:lnTo>
                    <a:pt x="5821" y="649209"/>
                  </a:lnTo>
                  <a:lnTo>
                    <a:pt x="5821" y="644043"/>
                  </a:lnTo>
                  <a:lnTo>
                    <a:pt x="0" y="644043"/>
                  </a:lnTo>
                  <a:lnTo>
                    <a:pt x="0" y="638320"/>
                  </a:lnTo>
                  <a:lnTo>
                    <a:pt x="0" y="587783"/>
                  </a:lnTo>
                  <a:lnTo>
                    <a:pt x="0" y="582059"/>
                  </a:lnTo>
                  <a:lnTo>
                    <a:pt x="0" y="576893"/>
                  </a:lnTo>
                  <a:lnTo>
                    <a:pt x="5821" y="576893"/>
                  </a:lnTo>
                  <a:lnTo>
                    <a:pt x="12296" y="576893"/>
                  </a:lnTo>
                  <a:lnTo>
                    <a:pt x="18771" y="587783"/>
                  </a:lnTo>
                  <a:close/>
                </a:path>
                <a:path w="19050" h="907414">
                  <a:moveTo>
                    <a:pt x="18771" y="705470"/>
                  </a:moveTo>
                  <a:lnTo>
                    <a:pt x="12296" y="716382"/>
                  </a:lnTo>
                  <a:lnTo>
                    <a:pt x="5821" y="716382"/>
                  </a:lnTo>
                  <a:lnTo>
                    <a:pt x="0" y="716382"/>
                  </a:lnTo>
                  <a:lnTo>
                    <a:pt x="0" y="711217"/>
                  </a:lnTo>
                  <a:lnTo>
                    <a:pt x="0" y="705470"/>
                  </a:lnTo>
                  <a:lnTo>
                    <a:pt x="0" y="699722"/>
                  </a:lnTo>
                  <a:lnTo>
                    <a:pt x="5821" y="699722"/>
                  </a:lnTo>
                  <a:lnTo>
                    <a:pt x="12296" y="699722"/>
                  </a:lnTo>
                  <a:lnTo>
                    <a:pt x="18771" y="705470"/>
                  </a:lnTo>
                  <a:close/>
                </a:path>
                <a:path w="19050" h="907414">
                  <a:moveTo>
                    <a:pt x="18771" y="778367"/>
                  </a:moveTo>
                  <a:lnTo>
                    <a:pt x="18771" y="828322"/>
                  </a:lnTo>
                  <a:lnTo>
                    <a:pt x="12296" y="834069"/>
                  </a:lnTo>
                  <a:lnTo>
                    <a:pt x="12296" y="839793"/>
                  </a:lnTo>
                  <a:lnTo>
                    <a:pt x="5821" y="839793"/>
                  </a:lnTo>
                  <a:lnTo>
                    <a:pt x="0" y="834069"/>
                  </a:lnTo>
                  <a:lnTo>
                    <a:pt x="0" y="828322"/>
                  </a:lnTo>
                  <a:lnTo>
                    <a:pt x="0" y="778367"/>
                  </a:lnTo>
                  <a:lnTo>
                    <a:pt x="0" y="772643"/>
                  </a:lnTo>
                  <a:lnTo>
                    <a:pt x="5821" y="772643"/>
                  </a:lnTo>
                  <a:lnTo>
                    <a:pt x="5821" y="766896"/>
                  </a:lnTo>
                  <a:lnTo>
                    <a:pt x="12296" y="772643"/>
                  </a:lnTo>
                  <a:lnTo>
                    <a:pt x="18771" y="778367"/>
                  </a:lnTo>
                  <a:close/>
                </a:path>
                <a:path w="19050" h="907414">
                  <a:moveTo>
                    <a:pt x="18771" y="901219"/>
                  </a:moveTo>
                  <a:lnTo>
                    <a:pt x="12296" y="906966"/>
                  </a:lnTo>
                  <a:lnTo>
                    <a:pt x="5821" y="906966"/>
                  </a:lnTo>
                  <a:lnTo>
                    <a:pt x="0" y="906966"/>
                  </a:lnTo>
                  <a:lnTo>
                    <a:pt x="0" y="901219"/>
                  </a:lnTo>
                  <a:lnTo>
                    <a:pt x="0" y="895495"/>
                  </a:lnTo>
                  <a:lnTo>
                    <a:pt x="5821" y="890306"/>
                  </a:lnTo>
                  <a:lnTo>
                    <a:pt x="12296" y="890306"/>
                  </a:lnTo>
                  <a:lnTo>
                    <a:pt x="12296" y="895495"/>
                  </a:lnTo>
                  <a:lnTo>
                    <a:pt x="18771" y="901219"/>
                  </a:lnTo>
                  <a:close/>
                </a:path>
              </a:pathLst>
            </a:custGeom>
            <a:ln w="6115">
              <a:solidFill>
                <a:srgbClr val="000000"/>
              </a:solidFill>
            </a:ln>
          </p:spPr>
          <p:txBody>
            <a:bodyPr wrap="square" lIns="0" tIns="0" rIns="0" bIns="0" rtlCol="0"/>
            <a:lstStyle/>
            <a:p/>
          </p:txBody>
        </p:sp>
        <p:sp>
          <p:nvSpPr>
            <p:cNvPr id="77" name="object 77" descr=""/>
            <p:cNvSpPr/>
            <p:nvPr/>
          </p:nvSpPr>
          <p:spPr>
            <a:xfrm>
              <a:off x="4033687" y="2957265"/>
              <a:ext cx="19050" cy="907415"/>
            </a:xfrm>
            <a:custGeom>
              <a:avLst/>
              <a:gdLst/>
              <a:ahLst/>
              <a:cxnLst/>
              <a:rect l="l" t="t" r="r" b="b"/>
              <a:pathLst>
                <a:path w="19050" h="907414">
                  <a:moveTo>
                    <a:pt x="12923" y="0"/>
                  </a:moveTo>
                  <a:lnTo>
                    <a:pt x="0" y="0"/>
                  </a:lnTo>
                  <a:lnTo>
                    <a:pt x="0" y="67010"/>
                  </a:lnTo>
                  <a:lnTo>
                    <a:pt x="12923" y="67010"/>
                  </a:lnTo>
                  <a:lnTo>
                    <a:pt x="18745" y="61426"/>
                  </a:lnTo>
                  <a:lnTo>
                    <a:pt x="18745" y="5816"/>
                  </a:lnTo>
                  <a:lnTo>
                    <a:pt x="12923" y="0"/>
                  </a:lnTo>
                  <a:close/>
                </a:path>
                <a:path w="19050" h="907414">
                  <a:moveTo>
                    <a:pt x="12923" y="123317"/>
                  </a:moveTo>
                  <a:lnTo>
                    <a:pt x="0" y="123317"/>
                  </a:lnTo>
                  <a:lnTo>
                    <a:pt x="0" y="134253"/>
                  </a:lnTo>
                  <a:lnTo>
                    <a:pt x="6474" y="140070"/>
                  </a:lnTo>
                  <a:lnTo>
                    <a:pt x="12923" y="134253"/>
                  </a:lnTo>
                  <a:lnTo>
                    <a:pt x="18745" y="128436"/>
                  </a:lnTo>
                  <a:lnTo>
                    <a:pt x="12923" y="123317"/>
                  </a:lnTo>
                  <a:close/>
                </a:path>
                <a:path w="19050" h="907414">
                  <a:moveTo>
                    <a:pt x="12923" y="190560"/>
                  </a:moveTo>
                  <a:lnTo>
                    <a:pt x="0" y="190560"/>
                  </a:lnTo>
                  <a:lnTo>
                    <a:pt x="0" y="257803"/>
                  </a:lnTo>
                  <a:lnTo>
                    <a:pt x="6474" y="262922"/>
                  </a:lnTo>
                  <a:lnTo>
                    <a:pt x="12923" y="257803"/>
                  </a:lnTo>
                  <a:lnTo>
                    <a:pt x="18745" y="251986"/>
                  </a:lnTo>
                  <a:lnTo>
                    <a:pt x="18745" y="201496"/>
                  </a:lnTo>
                  <a:lnTo>
                    <a:pt x="12923" y="190560"/>
                  </a:lnTo>
                  <a:close/>
                </a:path>
                <a:path w="19050" h="907414">
                  <a:moveTo>
                    <a:pt x="12923" y="313412"/>
                  </a:moveTo>
                  <a:lnTo>
                    <a:pt x="0" y="313412"/>
                  </a:lnTo>
                  <a:lnTo>
                    <a:pt x="0" y="329932"/>
                  </a:lnTo>
                  <a:lnTo>
                    <a:pt x="12923" y="329932"/>
                  </a:lnTo>
                  <a:lnTo>
                    <a:pt x="18745" y="319229"/>
                  </a:lnTo>
                  <a:lnTo>
                    <a:pt x="12923" y="313412"/>
                  </a:lnTo>
                  <a:close/>
                </a:path>
                <a:path w="19050" h="907414">
                  <a:moveTo>
                    <a:pt x="6474" y="380655"/>
                  </a:moveTo>
                  <a:lnTo>
                    <a:pt x="6474" y="386240"/>
                  </a:lnTo>
                  <a:lnTo>
                    <a:pt x="0" y="386240"/>
                  </a:lnTo>
                  <a:lnTo>
                    <a:pt x="0" y="447666"/>
                  </a:lnTo>
                  <a:lnTo>
                    <a:pt x="6474" y="453483"/>
                  </a:lnTo>
                  <a:lnTo>
                    <a:pt x="12923" y="447666"/>
                  </a:lnTo>
                  <a:lnTo>
                    <a:pt x="18745" y="442082"/>
                  </a:lnTo>
                  <a:lnTo>
                    <a:pt x="18745" y="392057"/>
                  </a:lnTo>
                  <a:lnTo>
                    <a:pt x="12923" y="386240"/>
                  </a:lnTo>
                  <a:lnTo>
                    <a:pt x="6474" y="380655"/>
                  </a:lnTo>
                  <a:close/>
                </a:path>
                <a:path w="19050" h="907414">
                  <a:moveTo>
                    <a:pt x="12923" y="503973"/>
                  </a:moveTo>
                  <a:lnTo>
                    <a:pt x="6474" y="503973"/>
                  </a:lnTo>
                  <a:lnTo>
                    <a:pt x="0" y="509138"/>
                  </a:lnTo>
                  <a:lnTo>
                    <a:pt x="0" y="520633"/>
                  </a:lnTo>
                  <a:lnTo>
                    <a:pt x="12923" y="520633"/>
                  </a:lnTo>
                  <a:lnTo>
                    <a:pt x="18745" y="514886"/>
                  </a:lnTo>
                  <a:lnTo>
                    <a:pt x="12923" y="509138"/>
                  </a:lnTo>
                  <a:lnTo>
                    <a:pt x="12923" y="503973"/>
                  </a:lnTo>
                  <a:close/>
                </a:path>
                <a:path w="19050" h="907414">
                  <a:moveTo>
                    <a:pt x="12923" y="576893"/>
                  </a:moveTo>
                  <a:lnTo>
                    <a:pt x="0" y="576893"/>
                  </a:lnTo>
                  <a:lnTo>
                    <a:pt x="0" y="644043"/>
                  </a:lnTo>
                  <a:lnTo>
                    <a:pt x="12923" y="644043"/>
                  </a:lnTo>
                  <a:lnTo>
                    <a:pt x="18745" y="638320"/>
                  </a:lnTo>
                  <a:lnTo>
                    <a:pt x="18745" y="582059"/>
                  </a:lnTo>
                  <a:lnTo>
                    <a:pt x="12923" y="576893"/>
                  </a:lnTo>
                  <a:close/>
                </a:path>
                <a:path w="19050" h="907414">
                  <a:moveTo>
                    <a:pt x="12923" y="699722"/>
                  </a:moveTo>
                  <a:lnTo>
                    <a:pt x="0" y="699722"/>
                  </a:lnTo>
                  <a:lnTo>
                    <a:pt x="0" y="711217"/>
                  </a:lnTo>
                  <a:lnTo>
                    <a:pt x="6474" y="716382"/>
                  </a:lnTo>
                  <a:lnTo>
                    <a:pt x="12923" y="711217"/>
                  </a:lnTo>
                  <a:lnTo>
                    <a:pt x="18745" y="705469"/>
                  </a:lnTo>
                  <a:lnTo>
                    <a:pt x="12923" y="699722"/>
                  </a:lnTo>
                  <a:close/>
                </a:path>
                <a:path w="19050" h="907414">
                  <a:moveTo>
                    <a:pt x="12923" y="766896"/>
                  </a:moveTo>
                  <a:lnTo>
                    <a:pt x="6474" y="766896"/>
                  </a:lnTo>
                  <a:lnTo>
                    <a:pt x="0" y="772643"/>
                  </a:lnTo>
                  <a:lnTo>
                    <a:pt x="0" y="834069"/>
                  </a:lnTo>
                  <a:lnTo>
                    <a:pt x="6474" y="839793"/>
                  </a:lnTo>
                  <a:lnTo>
                    <a:pt x="12923" y="834069"/>
                  </a:lnTo>
                  <a:lnTo>
                    <a:pt x="18745" y="828322"/>
                  </a:lnTo>
                  <a:lnTo>
                    <a:pt x="18745" y="778367"/>
                  </a:lnTo>
                  <a:lnTo>
                    <a:pt x="12923" y="772643"/>
                  </a:lnTo>
                  <a:lnTo>
                    <a:pt x="12923" y="766896"/>
                  </a:lnTo>
                  <a:close/>
                </a:path>
                <a:path w="19050" h="907414">
                  <a:moveTo>
                    <a:pt x="12923" y="890306"/>
                  </a:moveTo>
                  <a:lnTo>
                    <a:pt x="6474" y="890306"/>
                  </a:lnTo>
                  <a:lnTo>
                    <a:pt x="0" y="895495"/>
                  </a:lnTo>
                  <a:lnTo>
                    <a:pt x="0" y="906966"/>
                  </a:lnTo>
                  <a:lnTo>
                    <a:pt x="12923" y="906966"/>
                  </a:lnTo>
                  <a:lnTo>
                    <a:pt x="18745" y="901219"/>
                  </a:lnTo>
                  <a:lnTo>
                    <a:pt x="12923" y="895495"/>
                  </a:lnTo>
                  <a:lnTo>
                    <a:pt x="12923" y="890306"/>
                  </a:lnTo>
                  <a:close/>
                </a:path>
              </a:pathLst>
            </a:custGeom>
            <a:solidFill>
              <a:srgbClr val="000000"/>
            </a:solidFill>
          </p:spPr>
          <p:txBody>
            <a:bodyPr wrap="square" lIns="0" tIns="0" rIns="0" bIns="0" rtlCol="0"/>
            <a:lstStyle/>
            <a:p/>
          </p:txBody>
        </p:sp>
        <p:sp>
          <p:nvSpPr>
            <p:cNvPr id="78" name="object 78" descr=""/>
            <p:cNvSpPr/>
            <p:nvPr/>
          </p:nvSpPr>
          <p:spPr>
            <a:xfrm>
              <a:off x="4033687" y="2957264"/>
              <a:ext cx="19050" cy="907415"/>
            </a:xfrm>
            <a:custGeom>
              <a:avLst/>
              <a:gdLst/>
              <a:ahLst/>
              <a:cxnLst/>
              <a:rect l="l" t="t" r="r" b="b"/>
              <a:pathLst>
                <a:path w="19050" h="907414">
                  <a:moveTo>
                    <a:pt x="18745" y="5816"/>
                  </a:moveTo>
                  <a:lnTo>
                    <a:pt x="18745" y="61426"/>
                  </a:lnTo>
                  <a:lnTo>
                    <a:pt x="12923" y="67010"/>
                  </a:lnTo>
                  <a:lnTo>
                    <a:pt x="6474" y="67010"/>
                  </a:lnTo>
                  <a:lnTo>
                    <a:pt x="0" y="67010"/>
                  </a:lnTo>
                  <a:lnTo>
                    <a:pt x="0" y="0"/>
                  </a:lnTo>
                  <a:lnTo>
                    <a:pt x="6474" y="0"/>
                  </a:lnTo>
                  <a:lnTo>
                    <a:pt x="12923" y="0"/>
                  </a:lnTo>
                  <a:lnTo>
                    <a:pt x="18745" y="5816"/>
                  </a:lnTo>
                  <a:close/>
                </a:path>
                <a:path w="19050" h="907414">
                  <a:moveTo>
                    <a:pt x="18745" y="128436"/>
                  </a:moveTo>
                  <a:lnTo>
                    <a:pt x="12923" y="134253"/>
                  </a:lnTo>
                  <a:lnTo>
                    <a:pt x="6474" y="140070"/>
                  </a:lnTo>
                  <a:lnTo>
                    <a:pt x="0" y="123317"/>
                  </a:lnTo>
                  <a:lnTo>
                    <a:pt x="6474" y="123317"/>
                  </a:lnTo>
                  <a:lnTo>
                    <a:pt x="12923" y="123317"/>
                  </a:lnTo>
                  <a:lnTo>
                    <a:pt x="18745" y="128436"/>
                  </a:lnTo>
                  <a:close/>
                </a:path>
                <a:path w="19050" h="907414">
                  <a:moveTo>
                    <a:pt x="18745" y="201496"/>
                  </a:moveTo>
                  <a:lnTo>
                    <a:pt x="18745" y="251986"/>
                  </a:lnTo>
                  <a:lnTo>
                    <a:pt x="12923" y="257803"/>
                  </a:lnTo>
                  <a:lnTo>
                    <a:pt x="6474" y="262922"/>
                  </a:lnTo>
                  <a:lnTo>
                    <a:pt x="0" y="257803"/>
                  </a:lnTo>
                  <a:lnTo>
                    <a:pt x="0" y="251986"/>
                  </a:lnTo>
                  <a:lnTo>
                    <a:pt x="0" y="201496"/>
                  </a:lnTo>
                  <a:lnTo>
                    <a:pt x="0" y="195679"/>
                  </a:lnTo>
                  <a:lnTo>
                    <a:pt x="0" y="190560"/>
                  </a:lnTo>
                  <a:lnTo>
                    <a:pt x="6474" y="190560"/>
                  </a:lnTo>
                  <a:lnTo>
                    <a:pt x="12923" y="190560"/>
                  </a:lnTo>
                  <a:lnTo>
                    <a:pt x="18745" y="201496"/>
                  </a:lnTo>
                  <a:close/>
                </a:path>
                <a:path w="19050" h="907414">
                  <a:moveTo>
                    <a:pt x="18745" y="319229"/>
                  </a:moveTo>
                  <a:lnTo>
                    <a:pt x="12923" y="329932"/>
                  </a:lnTo>
                  <a:lnTo>
                    <a:pt x="6474" y="329932"/>
                  </a:lnTo>
                  <a:lnTo>
                    <a:pt x="0" y="329932"/>
                  </a:lnTo>
                  <a:lnTo>
                    <a:pt x="0" y="324814"/>
                  </a:lnTo>
                  <a:lnTo>
                    <a:pt x="0" y="319229"/>
                  </a:lnTo>
                  <a:lnTo>
                    <a:pt x="0" y="313412"/>
                  </a:lnTo>
                  <a:lnTo>
                    <a:pt x="6474" y="313412"/>
                  </a:lnTo>
                  <a:lnTo>
                    <a:pt x="12923" y="313412"/>
                  </a:lnTo>
                  <a:lnTo>
                    <a:pt x="18745" y="319229"/>
                  </a:lnTo>
                  <a:close/>
                </a:path>
                <a:path w="19050" h="907414">
                  <a:moveTo>
                    <a:pt x="18745" y="392057"/>
                  </a:moveTo>
                  <a:lnTo>
                    <a:pt x="18745" y="442082"/>
                  </a:lnTo>
                  <a:lnTo>
                    <a:pt x="12923" y="447666"/>
                  </a:lnTo>
                  <a:lnTo>
                    <a:pt x="6474" y="453483"/>
                  </a:lnTo>
                  <a:lnTo>
                    <a:pt x="0" y="447666"/>
                  </a:lnTo>
                  <a:lnTo>
                    <a:pt x="0" y="442082"/>
                  </a:lnTo>
                  <a:lnTo>
                    <a:pt x="0" y="392057"/>
                  </a:lnTo>
                  <a:lnTo>
                    <a:pt x="0" y="386240"/>
                  </a:lnTo>
                  <a:lnTo>
                    <a:pt x="6474" y="386240"/>
                  </a:lnTo>
                  <a:lnTo>
                    <a:pt x="6474" y="380655"/>
                  </a:lnTo>
                  <a:lnTo>
                    <a:pt x="12923" y="386240"/>
                  </a:lnTo>
                  <a:lnTo>
                    <a:pt x="18745" y="392057"/>
                  </a:lnTo>
                  <a:close/>
                </a:path>
                <a:path w="19050" h="907414">
                  <a:moveTo>
                    <a:pt x="18745" y="514886"/>
                  </a:moveTo>
                  <a:lnTo>
                    <a:pt x="12923" y="520633"/>
                  </a:lnTo>
                  <a:lnTo>
                    <a:pt x="6474" y="520633"/>
                  </a:lnTo>
                  <a:lnTo>
                    <a:pt x="0" y="520633"/>
                  </a:lnTo>
                  <a:lnTo>
                    <a:pt x="0" y="514886"/>
                  </a:lnTo>
                  <a:lnTo>
                    <a:pt x="0" y="509139"/>
                  </a:lnTo>
                  <a:lnTo>
                    <a:pt x="6474" y="503973"/>
                  </a:lnTo>
                  <a:lnTo>
                    <a:pt x="12923" y="503973"/>
                  </a:lnTo>
                  <a:lnTo>
                    <a:pt x="12923" y="509139"/>
                  </a:lnTo>
                  <a:lnTo>
                    <a:pt x="18745" y="514886"/>
                  </a:lnTo>
                  <a:close/>
                </a:path>
                <a:path w="19050" h="907414">
                  <a:moveTo>
                    <a:pt x="18745" y="582059"/>
                  </a:moveTo>
                  <a:lnTo>
                    <a:pt x="18745" y="638320"/>
                  </a:lnTo>
                  <a:lnTo>
                    <a:pt x="12923" y="644043"/>
                  </a:lnTo>
                  <a:lnTo>
                    <a:pt x="6474" y="644043"/>
                  </a:lnTo>
                  <a:lnTo>
                    <a:pt x="0" y="644043"/>
                  </a:lnTo>
                  <a:lnTo>
                    <a:pt x="0" y="576893"/>
                  </a:lnTo>
                  <a:lnTo>
                    <a:pt x="6474" y="576893"/>
                  </a:lnTo>
                  <a:lnTo>
                    <a:pt x="12923" y="576893"/>
                  </a:lnTo>
                  <a:lnTo>
                    <a:pt x="18745" y="582059"/>
                  </a:lnTo>
                  <a:close/>
                </a:path>
                <a:path w="19050" h="907414">
                  <a:moveTo>
                    <a:pt x="18745" y="705470"/>
                  </a:moveTo>
                  <a:lnTo>
                    <a:pt x="12923" y="711217"/>
                  </a:lnTo>
                  <a:lnTo>
                    <a:pt x="6474" y="716382"/>
                  </a:lnTo>
                  <a:lnTo>
                    <a:pt x="0" y="699722"/>
                  </a:lnTo>
                  <a:lnTo>
                    <a:pt x="6474" y="699722"/>
                  </a:lnTo>
                  <a:lnTo>
                    <a:pt x="12923" y="699722"/>
                  </a:lnTo>
                  <a:lnTo>
                    <a:pt x="18745" y="705470"/>
                  </a:lnTo>
                  <a:close/>
                </a:path>
                <a:path w="19050" h="907414">
                  <a:moveTo>
                    <a:pt x="18745" y="778367"/>
                  </a:moveTo>
                  <a:lnTo>
                    <a:pt x="18745" y="828322"/>
                  </a:lnTo>
                  <a:lnTo>
                    <a:pt x="12923" y="834069"/>
                  </a:lnTo>
                  <a:lnTo>
                    <a:pt x="6474" y="839793"/>
                  </a:lnTo>
                  <a:lnTo>
                    <a:pt x="0" y="834069"/>
                  </a:lnTo>
                  <a:lnTo>
                    <a:pt x="0" y="828322"/>
                  </a:lnTo>
                  <a:lnTo>
                    <a:pt x="0" y="778367"/>
                  </a:lnTo>
                  <a:lnTo>
                    <a:pt x="0" y="772643"/>
                  </a:lnTo>
                  <a:lnTo>
                    <a:pt x="6474" y="766896"/>
                  </a:lnTo>
                  <a:lnTo>
                    <a:pt x="12923" y="766896"/>
                  </a:lnTo>
                  <a:lnTo>
                    <a:pt x="12923" y="772643"/>
                  </a:lnTo>
                  <a:lnTo>
                    <a:pt x="18745" y="778367"/>
                  </a:lnTo>
                  <a:close/>
                </a:path>
                <a:path w="19050" h="907414">
                  <a:moveTo>
                    <a:pt x="18745" y="901219"/>
                  </a:moveTo>
                  <a:lnTo>
                    <a:pt x="12923" y="906966"/>
                  </a:lnTo>
                  <a:lnTo>
                    <a:pt x="6474" y="906966"/>
                  </a:lnTo>
                  <a:lnTo>
                    <a:pt x="0" y="906966"/>
                  </a:lnTo>
                  <a:lnTo>
                    <a:pt x="0" y="901219"/>
                  </a:lnTo>
                  <a:lnTo>
                    <a:pt x="0" y="895495"/>
                  </a:lnTo>
                  <a:lnTo>
                    <a:pt x="6474" y="890306"/>
                  </a:lnTo>
                  <a:lnTo>
                    <a:pt x="12923" y="890306"/>
                  </a:lnTo>
                  <a:lnTo>
                    <a:pt x="12923" y="895495"/>
                  </a:lnTo>
                  <a:lnTo>
                    <a:pt x="18745" y="901219"/>
                  </a:lnTo>
                  <a:close/>
                </a:path>
              </a:pathLst>
            </a:custGeom>
            <a:ln w="6115">
              <a:solidFill>
                <a:srgbClr val="000000"/>
              </a:solidFill>
            </a:ln>
          </p:spPr>
          <p:txBody>
            <a:bodyPr wrap="square" lIns="0" tIns="0" rIns="0" bIns="0" rtlCol="0"/>
            <a:lstStyle/>
            <a:p/>
          </p:txBody>
        </p:sp>
        <p:sp>
          <p:nvSpPr>
            <p:cNvPr id="79" name="object 79" descr=""/>
            <p:cNvSpPr/>
            <p:nvPr/>
          </p:nvSpPr>
          <p:spPr>
            <a:xfrm>
              <a:off x="4472656" y="2940512"/>
              <a:ext cx="19050" cy="454025"/>
            </a:xfrm>
            <a:custGeom>
              <a:avLst/>
              <a:gdLst/>
              <a:ahLst/>
              <a:cxnLst/>
              <a:rect l="l" t="t" r="r" b="b"/>
              <a:pathLst>
                <a:path w="19050" h="454025">
                  <a:moveTo>
                    <a:pt x="18797" y="0"/>
                  </a:moveTo>
                  <a:lnTo>
                    <a:pt x="0" y="0"/>
                  </a:lnTo>
                  <a:lnTo>
                    <a:pt x="0" y="67243"/>
                  </a:lnTo>
                  <a:lnTo>
                    <a:pt x="18797" y="67243"/>
                  </a:lnTo>
                  <a:lnTo>
                    <a:pt x="18797" y="0"/>
                  </a:lnTo>
                  <a:close/>
                </a:path>
                <a:path w="19050" h="454025">
                  <a:moveTo>
                    <a:pt x="18797" y="122852"/>
                  </a:moveTo>
                  <a:lnTo>
                    <a:pt x="0" y="122852"/>
                  </a:lnTo>
                  <a:lnTo>
                    <a:pt x="0" y="134486"/>
                  </a:lnTo>
                  <a:lnTo>
                    <a:pt x="6526" y="140070"/>
                  </a:lnTo>
                  <a:lnTo>
                    <a:pt x="18797" y="134486"/>
                  </a:lnTo>
                  <a:lnTo>
                    <a:pt x="18797" y="122852"/>
                  </a:lnTo>
                  <a:close/>
                </a:path>
                <a:path w="19050" h="454025">
                  <a:moveTo>
                    <a:pt x="6526" y="117733"/>
                  </a:moveTo>
                  <a:lnTo>
                    <a:pt x="6526" y="122852"/>
                  </a:lnTo>
                  <a:lnTo>
                    <a:pt x="13053" y="122852"/>
                  </a:lnTo>
                  <a:lnTo>
                    <a:pt x="6526" y="117733"/>
                  </a:lnTo>
                  <a:close/>
                </a:path>
                <a:path w="19050" h="454025">
                  <a:moveTo>
                    <a:pt x="18797" y="190095"/>
                  </a:moveTo>
                  <a:lnTo>
                    <a:pt x="0" y="190095"/>
                  </a:lnTo>
                  <a:lnTo>
                    <a:pt x="0" y="257338"/>
                  </a:lnTo>
                  <a:lnTo>
                    <a:pt x="18797" y="257338"/>
                  </a:lnTo>
                  <a:lnTo>
                    <a:pt x="18797" y="190095"/>
                  </a:lnTo>
                  <a:close/>
                </a:path>
                <a:path w="19050" h="454025">
                  <a:moveTo>
                    <a:pt x="18797" y="313412"/>
                  </a:moveTo>
                  <a:lnTo>
                    <a:pt x="0" y="313412"/>
                  </a:lnTo>
                  <a:lnTo>
                    <a:pt x="0" y="324348"/>
                  </a:lnTo>
                  <a:lnTo>
                    <a:pt x="6526" y="330165"/>
                  </a:lnTo>
                  <a:lnTo>
                    <a:pt x="18797" y="324348"/>
                  </a:lnTo>
                  <a:lnTo>
                    <a:pt x="18797" y="313412"/>
                  </a:lnTo>
                  <a:close/>
                </a:path>
                <a:path w="19050" h="454025">
                  <a:moveTo>
                    <a:pt x="13053" y="380655"/>
                  </a:moveTo>
                  <a:lnTo>
                    <a:pt x="6526" y="380655"/>
                  </a:lnTo>
                  <a:lnTo>
                    <a:pt x="0" y="386472"/>
                  </a:lnTo>
                  <a:lnTo>
                    <a:pt x="0" y="447898"/>
                  </a:lnTo>
                  <a:lnTo>
                    <a:pt x="6526" y="453483"/>
                  </a:lnTo>
                  <a:lnTo>
                    <a:pt x="18797" y="447898"/>
                  </a:lnTo>
                  <a:lnTo>
                    <a:pt x="18797" y="386472"/>
                  </a:lnTo>
                  <a:lnTo>
                    <a:pt x="13053" y="380655"/>
                  </a:lnTo>
                  <a:close/>
                </a:path>
              </a:pathLst>
            </a:custGeom>
            <a:solidFill>
              <a:srgbClr val="000000"/>
            </a:solidFill>
          </p:spPr>
          <p:txBody>
            <a:bodyPr wrap="square" lIns="0" tIns="0" rIns="0" bIns="0" rtlCol="0"/>
            <a:lstStyle/>
            <a:p/>
          </p:txBody>
        </p:sp>
        <p:sp>
          <p:nvSpPr>
            <p:cNvPr id="80" name="object 80" descr=""/>
            <p:cNvSpPr/>
            <p:nvPr/>
          </p:nvSpPr>
          <p:spPr>
            <a:xfrm>
              <a:off x="4472656" y="2940512"/>
              <a:ext cx="19050" cy="454025"/>
            </a:xfrm>
            <a:custGeom>
              <a:avLst/>
              <a:gdLst/>
              <a:ahLst/>
              <a:cxnLst/>
              <a:rect l="l" t="t" r="r" b="b"/>
              <a:pathLst>
                <a:path w="19050" h="454025">
                  <a:moveTo>
                    <a:pt x="18797" y="5816"/>
                  </a:moveTo>
                  <a:lnTo>
                    <a:pt x="18797" y="55841"/>
                  </a:lnTo>
                  <a:lnTo>
                    <a:pt x="18797" y="61426"/>
                  </a:lnTo>
                  <a:lnTo>
                    <a:pt x="18797" y="67243"/>
                  </a:lnTo>
                  <a:lnTo>
                    <a:pt x="6526" y="67243"/>
                  </a:lnTo>
                  <a:lnTo>
                    <a:pt x="0" y="67243"/>
                  </a:lnTo>
                  <a:lnTo>
                    <a:pt x="0" y="61426"/>
                  </a:lnTo>
                  <a:lnTo>
                    <a:pt x="0" y="55841"/>
                  </a:lnTo>
                  <a:lnTo>
                    <a:pt x="0" y="5816"/>
                  </a:lnTo>
                  <a:lnTo>
                    <a:pt x="0" y="0"/>
                  </a:lnTo>
                  <a:lnTo>
                    <a:pt x="6526" y="0"/>
                  </a:lnTo>
                  <a:lnTo>
                    <a:pt x="13053" y="0"/>
                  </a:lnTo>
                  <a:lnTo>
                    <a:pt x="18797" y="0"/>
                  </a:lnTo>
                  <a:lnTo>
                    <a:pt x="18797" y="5816"/>
                  </a:lnTo>
                  <a:close/>
                </a:path>
                <a:path w="19050" h="454025">
                  <a:moveTo>
                    <a:pt x="18797" y="128669"/>
                  </a:moveTo>
                  <a:lnTo>
                    <a:pt x="18797" y="134486"/>
                  </a:lnTo>
                  <a:lnTo>
                    <a:pt x="6526" y="140070"/>
                  </a:lnTo>
                  <a:lnTo>
                    <a:pt x="0" y="134486"/>
                  </a:lnTo>
                  <a:lnTo>
                    <a:pt x="0" y="128669"/>
                  </a:lnTo>
                  <a:lnTo>
                    <a:pt x="0" y="122852"/>
                  </a:lnTo>
                  <a:lnTo>
                    <a:pt x="6526" y="122852"/>
                  </a:lnTo>
                  <a:lnTo>
                    <a:pt x="6526" y="117733"/>
                  </a:lnTo>
                  <a:lnTo>
                    <a:pt x="13053" y="122852"/>
                  </a:lnTo>
                  <a:lnTo>
                    <a:pt x="18797" y="122852"/>
                  </a:lnTo>
                  <a:lnTo>
                    <a:pt x="18797" y="128669"/>
                  </a:lnTo>
                  <a:close/>
                </a:path>
                <a:path w="19050" h="454025">
                  <a:moveTo>
                    <a:pt x="18797" y="195912"/>
                  </a:moveTo>
                  <a:lnTo>
                    <a:pt x="18797" y="251986"/>
                  </a:lnTo>
                  <a:lnTo>
                    <a:pt x="18797" y="257338"/>
                  </a:lnTo>
                  <a:lnTo>
                    <a:pt x="6526" y="257338"/>
                  </a:lnTo>
                  <a:lnTo>
                    <a:pt x="0" y="257338"/>
                  </a:lnTo>
                  <a:lnTo>
                    <a:pt x="0" y="251986"/>
                  </a:lnTo>
                  <a:lnTo>
                    <a:pt x="0" y="195912"/>
                  </a:lnTo>
                  <a:lnTo>
                    <a:pt x="0" y="190095"/>
                  </a:lnTo>
                  <a:lnTo>
                    <a:pt x="6526" y="190095"/>
                  </a:lnTo>
                  <a:lnTo>
                    <a:pt x="13053" y="190095"/>
                  </a:lnTo>
                  <a:lnTo>
                    <a:pt x="18797" y="190095"/>
                  </a:lnTo>
                  <a:lnTo>
                    <a:pt x="18797" y="195912"/>
                  </a:lnTo>
                  <a:close/>
                </a:path>
                <a:path w="19050" h="454025">
                  <a:moveTo>
                    <a:pt x="18797" y="319229"/>
                  </a:moveTo>
                  <a:lnTo>
                    <a:pt x="18797" y="324348"/>
                  </a:lnTo>
                  <a:lnTo>
                    <a:pt x="6526" y="330165"/>
                  </a:lnTo>
                  <a:lnTo>
                    <a:pt x="0" y="324348"/>
                  </a:lnTo>
                  <a:lnTo>
                    <a:pt x="0" y="319229"/>
                  </a:lnTo>
                  <a:lnTo>
                    <a:pt x="0" y="313412"/>
                  </a:lnTo>
                  <a:lnTo>
                    <a:pt x="6526" y="313412"/>
                  </a:lnTo>
                  <a:lnTo>
                    <a:pt x="13053" y="313412"/>
                  </a:lnTo>
                  <a:lnTo>
                    <a:pt x="18797" y="313412"/>
                  </a:lnTo>
                  <a:lnTo>
                    <a:pt x="18797" y="319229"/>
                  </a:lnTo>
                  <a:close/>
                </a:path>
                <a:path w="19050" h="454025">
                  <a:moveTo>
                    <a:pt x="18797" y="391591"/>
                  </a:moveTo>
                  <a:lnTo>
                    <a:pt x="18797" y="442082"/>
                  </a:lnTo>
                  <a:lnTo>
                    <a:pt x="18797" y="447899"/>
                  </a:lnTo>
                  <a:lnTo>
                    <a:pt x="6526" y="453483"/>
                  </a:lnTo>
                  <a:lnTo>
                    <a:pt x="0" y="447899"/>
                  </a:lnTo>
                  <a:lnTo>
                    <a:pt x="0" y="442082"/>
                  </a:lnTo>
                  <a:lnTo>
                    <a:pt x="0" y="391591"/>
                  </a:lnTo>
                  <a:lnTo>
                    <a:pt x="0" y="386472"/>
                  </a:lnTo>
                  <a:lnTo>
                    <a:pt x="6526" y="380655"/>
                  </a:lnTo>
                  <a:lnTo>
                    <a:pt x="13053" y="380655"/>
                  </a:lnTo>
                  <a:lnTo>
                    <a:pt x="18797" y="386472"/>
                  </a:lnTo>
                  <a:lnTo>
                    <a:pt x="18797" y="391591"/>
                  </a:lnTo>
                  <a:close/>
                </a:path>
              </a:pathLst>
            </a:custGeom>
            <a:ln w="6115">
              <a:solidFill>
                <a:srgbClr val="000000"/>
              </a:solidFill>
            </a:ln>
          </p:spPr>
          <p:txBody>
            <a:bodyPr wrap="square" lIns="0" tIns="0" rIns="0" bIns="0" rtlCol="0"/>
            <a:lstStyle/>
            <a:p/>
          </p:txBody>
        </p:sp>
        <p:sp>
          <p:nvSpPr>
            <p:cNvPr id="81" name="object 81" descr=""/>
            <p:cNvSpPr/>
            <p:nvPr/>
          </p:nvSpPr>
          <p:spPr>
            <a:xfrm>
              <a:off x="4893245" y="3841848"/>
              <a:ext cx="19050" cy="436880"/>
            </a:xfrm>
            <a:custGeom>
              <a:avLst/>
              <a:gdLst/>
              <a:ahLst/>
              <a:cxnLst/>
              <a:rect l="l" t="t" r="r" b="b"/>
              <a:pathLst>
                <a:path w="19050" h="436879">
                  <a:moveTo>
                    <a:pt x="18536" y="0"/>
                  </a:moveTo>
                  <a:lnTo>
                    <a:pt x="0" y="0"/>
                  </a:lnTo>
                  <a:lnTo>
                    <a:pt x="0" y="67149"/>
                  </a:lnTo>
                  <a:lnTo>
                    <a:pt x="18536" y="67149"/>
                  </a:lnTo>
                  <a:lnTo>
                    <a:pt x="18536" y="0"/>
                  </a:lnTo>
                  <a:close/>
                </a:path>
                <a:path w="19050" h="436879">
                  <a:moveTo>
                    <a:pt x="12792" y="134323"/>
                  </a:moveTo>
                  <a:lnTo>
                    <a:pt x="6265" y="134323"/>
                  </a:lnTo>
                  <a:lnTo>
                    <a:pt x="12792" y="140070"/>
                  </a:lnTo>
                  <a:lnTo>
                    <a:pt x="12792" y="134323"/>
                  </a:lnTo>
                  <a:close/>
                </a:path>
                <a:path w="19050" h="436879">
                  <a:moveTo>
                    <a:pt x="12792" y="117686"/>
                  </a:moveTo>
                  <a:lnTo>
                    <a:pt x="0" y="122852"/>
                  </a:lnTo>
                  <a:lnTo>
                    <a:pt x="0" y="134323"/>
                  </a:lnTo>
                  <a:lnTo>
                    <a:pt x="18536" y="134323"/>
                  </a:lnTo>
                  <a:lnTo>
                    <a:pt x="18536" y="122852"/>
                  </a:lnTo>
                  <a:lnTo>
                    <a:pt x="12792" y="117686"/>
                  </a:lnTo>
                  <a:close/>
                </a:path>
                <a:path w="19050" h="436879">
                  <a:moveTo>
                    <a:pt x="18536" y="190002"/>
                  </a:moveTo>
                  <a:lnTo>
                    <a:pt x="0" y="190002"/>
                  </a:lnTo>
                  <a:lnTo>
                    <a:pt x="0" y="257175"/>
                  </a:lnTo>
                  <a:lnTo>
                    <a:pt x="18536" y="257175"/>
                  </a:lnTo>
                  <a:lnTo>
                    <a:pt x="18536" y="190002"/>
                  </a:lnTo>
                  <a:close/>
                </a:path>
                <a:path w="19050" h="436879">
                  <a:moveTo>
                    <a:pt x="18536" y="313436"/>
                  </a:moveTo>
                  <a:lnTo>
                    <a:pt x="0" y="313436"/>
                  </a:lnTo>
                  <a:lnTo>
                    <a:pt x="0" y="330072"/>
                  </a:lnTo>
                  <a:lnTo>
                    <a:pt x="18536" y="330072"/>
                  </a:lnTo>
                  <a:lnTo>
                    <a:pt x="18536" y="313436"/>
                  </a:lnTo>
                  <a:close/>
                </a:path>
                <a:path w="19050" h="436879">
                  <a:moveTo>
                    <a:pt x="12792" y="380586"/>
                  </a:moveTo>
                  <a:lnTo>
                    <a:pt x="0" y="386333"/>
                  </a:lnTo>
                  <a:lnTo>
                    <a:pt x="0" y="431099"/>
                  </a:lnTo>
                  <a:lnTo>
                    <a:pt x="6265" y="436265"/>
                  </a:lnTo>
                  <a:lnTo>
                    <a:pt x="12792" y="436265"/>
                  </a:lnTo>
                  <a:lnTo>
                    <a:pt x="18536" y="431099"/>
                  </a:lnTo>
                  <a:lnTo>
                    <a:pt x="18536" y="386333"/>
                  </a:lnTo>
                  <a:lnTo>
                    <a:pt x="12792" y="380586"/>
                  </a:lnTo>
                  <a:close/>
                </a:path>
              </a:pathLst>
            </a:custGeom>
            <a:solidFill>
              <a:srgbClr val="000000"/>
            </a:solidFill>
          </p:spPr>
          <p:txBody>
            <a:bodyPr wrap="square" lIns="0" tIns="0" rIns="0" bIns="0" rtlCol="0"/>
            <a:lstStyle/>
            <a:p/>
          </p:txBody>
        </p:sp>
        <p:sp>
          <p:nvSpPr>
            <p:cNvPr id="82" name="object 82" descr=""/>
            <p:cNvSpPr/>
            <p:nvPr/>
          </p:nvSpPr>
          <p:spPr>
            <a:xfrm>
              <a:off x="4893245" y="3841847"/>
              <a:ext cx="19050" cy="436880"/>
            </a:xfrm>
            <a:custGeom>
              <a:avLst/>
              <a:gdLst/>
              <a:ahLst/>
              <a:cxnLst/>
              <a:rect l="l" t="t" r="r" b="b"/>
              <a:pathLst>
                <a:path w="19050" h="436879">
                  <a:moveTo>
                    <a:pt x="18536" y="5723"/>
                  </a:moveTo>
                  <a:lnTo>
                    <a:pt x="18536" y="61426"/>
                  </a:lnTo>
                  <a:lnTo>
                    <a:pt x="18536" y="67149"/>
                  </a:lnTo>
                  <a:lnTo>
                    <a:pt x="12792" y="67149"/>
                  </a:lnTo>
                  <a:lnTo>
                    <a:pt x="6265" y="67149"/>
                  </a:lnTo>
                  <a:lnTo>
                    <a:pt x="0" y="67149"/>
                  </a:lnTo>
                  <a:lnTo>
                    <a:pt x="0" y="61426"/>
                  </a:lnTo>
                  <a:lnTo>
                    <a:pt x="0" y="5723"/>
                  </a:lnTo>
                  <a:lnTo>
                    <a:pt x="0" y="0"/>
                  </a:lnTo>
                  <a:lnTo>
                    <a:pt x="12792" y="0"/>
                  </a:lnTo>
                  <a:lnTo>
                    <a:pt x="18536" y="0"/>
                  </a:lnTo>
                  <a:lnTo>
                    <a:pt x="18536" y="5723"/>
                  </a:lnTo>
                  <a:close/>
                </a:path>
                <a:path w="19050" h="436879">
                  <a:moveTo>
                    <a:pt x="18536" y="128576"/>
                  </a:moveTo>
                  <a:lnTo>
                    <a:pt x="18536" y="134323"/>
                  </a:lnTo>
                  <a:lnTo>
                    <a:pt x="12792" y="134323"/>
                  </a:lnTo>
                  <a:lnTo>
                    <a:pt x="12792" y="140070"/>
                  </a:lnTo>
                  <a:lnTo>
                    <a:pt x="6265" y="134323"/>
                  </a:lnTo>
                  <a:lnTo>
                    <a:pt x="0" y="134323"/>
                  </a:lnTo>
                  <a:lnTo>
                    <a:pt x="0" y="128576"/>
                  </a:lnTo>
                  <a:lnTo>
                    <a:pt x="0" y="122852"/>
                  </a:lnTo>
                  <a:lnTo>
                    <a:pt x="12792" y="117686"/>
                  </a:lnTo>
                  <a:lnTo>
                    <a:pt x="18536" y="122852"/>
                  </a:lnTo>
                  <a:lnTo>
                    <a:pt x="18536" y="128576"/>
                  </a:lnTo>
                  <a:close/>
                </a:path>
                <a:path w="19050" h="436879">
                  <a:moveTo>
                    <a:pt x="18536" y="201496"/>
                  </a:moveTo>
                  <a:lnTo>
                    <a:pt x="18536" y="252010"/>
                  </a:lnTo>
                  <a:lnTo>
                    <a:pt x="18536" y="257175"/>
                  </a:lnTo>
                  <a:lnTo>
                    <a:pt x="12792" y="257175"/>
                  </a:lnTo>
                  <a:lnTo>
                    <a:pt x="6265" y="257175"/>
                  </a:lnTo>
                  <a:lnTo>
                    <a:pt x="0" y="257175"/>
                  </a:lnTo>
                  <a:lnTo>
                    <a:pt x="0" y="252010"/>
                  </a:lnTo>
                  <a:lnTo>
                    <a:pt x="0" y="201496"/>
                  </a:lnTo>
                  <a:lnTo>
                    <a:pt x="0" y="190002"/>
                  </a:lnTo>
                  <a:lnTo>
                    <a:pt x="12792" y="190002"/>
                  </a:lnTo>
                  <a:lnTo>
                    <a:pt x="18536" y="190002"/>
                  </a:lnTo>
                  <a:lnTo>
                    <a:pt x="18536" y="195749"/>
                  </a:lnTo>
                  <a:lnTo>
                    <a:pt x="18536" y="201496"/>
                  </a:lnTo>
                  <a:close/>
                </a:path>
                <a:path w="19050" h="436879">
                  <a:moveTo>
                    <a:pt x="18536" y="319160"/>
                  </a:moveTo>
                  <a:lnTo>
                    <a:pt x="18536" y="324325"/>
                  </a:lnTo>
                  <a:lnTo>
                    <a:pt x="18536" y="330072"/>
                  </a:lnTo>
                  <a:lnTo>
                    <a:pt x="12792" y="330072"/>
                  </a:lnTo>
                  <a:lnTo>
                    <a:pt x="6265" y="330072"/>
                  </a:lnTo>
                  <a:lnTo>
                    <a:pt x="0" y="330072"/>
                  </a:lnTo>
                  <a:lnTo>
                    <a:pt x="0" y="319160"/>
                  </a:lnTo>
                  <a:lnTo>
                    <a:pt x="0" y="313436"/>
                  </a:lnTo>
                  <a:lnTo>
                    <a:pt x="12792" y="313436"/>
                  </a:lnTo>
                  <a:lnTo>
                    <a:pt x="18536" y="313436"/>
                  </a:lnTo>
                  <a:lnTo>
                    <a:pt x="18536" y="319160"/>
                  </a:lnTo>
                  <a:close/>
                </a:path>
                <a:path w="19050" h="436879">
                  <a:moveTo>
                    <a:pt x="18536" y="391498"/>
                  </a:moveTo>
                  <a:lnTo>
                    <a:pt x="18536" y="425376"/>
                  </a:lnTo>
                  <a:lnTo>
                    <a:pt x="18536" y="431099"/>
                  </a:lnTo>
                  <a:lnTo>
                    <a:pt x="12792" y="436265"/>
                  </a:lnTo>
                  <a:lnTo>
                    <a:pt x="6265" y="436265"/>
                  </a:lnTo>
                  <a:lnTo>
                    <a:pt x="0" y="431099"/>
                  </a:lnTo>
                  <a:lnTo>
                    <a:pt x="0" y="425376"/>
                  </a:lnTo>
                  <a:lnTo>
                    <a:pt x="0" y="391498"/>
                  </a:lnTo>
                  <a:lnTo>
                    <a:pt x="0" y="386333"/>
                  </a:lnTo>
                  <a:lnTo>
                    <a:pt x="12792" y="380586"/>
                  </a:lnTo>
                  <a:lnTo>
                    <a:pt x="18536" y="386333"/>
                  </a:lnTo>
                  <a:lnTo>
                    <a:pt x="18536" y="391498"/>
                  </a:lnTo>
                  <a:close/>
                </a:path>
              </a:pathLst>
            </a:custGeom>
            <a:ln w="6115">
              <a:solidFill>
                <a:srgbClr val="000000"/>
              </a:solidFill>
            </a:ln>
          </p:spPr>
          <p:txBody>
            <a:bodyPr wrap="square" lIns="0" tIns="0" rIns="0" bIns="0" rtlCol="0"/>
            <a:lstStyle/>
            <a:p/>
          </p:txBody>
        </p:sp>
        <p:sp>
          <p:nvSpPr>
            <p:cNvPr id="83" name="object 83" descr=""/>
            <p:cNvSpPr/>
            <p:nvPr/>
          </p:nvSpPr>
          <p:spPr>
            <a:xfrm>
              <a:off x="5332109" y="3797058"/>
              <a:ext cx="19050" cy="454025"/>
            </a:xfrm>
            <a:custGeom>
              <a:avLst/>
              <a:gdLst/>
              <a:ahLst/>
              <a:cxnLst/>
              <a:rect l="l" t="t" r="r" b="b"/>
              <a:pathLst>
                <a:path w="19050" h="454025">
                  <a:moveTo>
                    <a:pt x="18797" y="0"/>
                  </a:moveTo>
                  <a:lnTo>
                    <a:pt x="6526" y="0"/>
                  </a:lnTo>
                  <a:lnTo>
                    <a:pt x="0" y="5747"/>
                  </a:lnTo>
                  <a:lnTo>
                    <a:pt x="0" y="61426"/>
                  </a:lnTo>
                  <a:lnTo>
                    <a:pt x="6526" y="67173"/>
                  </a:lnTo>
                  <a:lnTo>
                    <a:pt x="18797" y="67173"/>
                  </a:lnTo>
                  <a:lnTo>
                    <a:pt x="18797" y="0"/>
                  </a:lnTo>
                  <a:close/>
                </a:path>
                <a:path w="19050" h="454025">
                  <a:moveTo>
                    <a:pt x="18797" y="122852"/>
                  </a:moveTo>
                  <a:lnTo>
                    <a:pt x="0" y="122852"/>
                  </a:lnTo>
                  <a:lnTo>
                    <a:pt x="0" y="134346"/>
                  </a:lnTo>
                  <a:lnTo>
                    <a:pt x="6526" y="134346"/>
                  </a:lnTo>
                  <a:lnTo>
                    <a:pt x="13053" y="140070"/>
                  </a:lnTo>
                  <a:lnTo>
                    <a:pt x="18797" y="134346"/>
                  </a:lnTo>
                  <a:lnTo>
                    <a:pt x="18797" y="122852"/>
                  </a:lnTo>
                  <a:close/>
                </a:path>
                <a:path w="19050" h="454025">
                  <a:moveTo>
                    <a:pt x="18797" y="190025"/>
                  </a:moveTo>
                  <a:lnTo>
                    <a:pt x="6526" y="190025"/>
                  </a:lnTo>
                  <a:lnTo>
                    <a:pt x="0" y="195749"/>
                  </a:lnTo>
                  <a:lnTo>
                    <a:pt x="0" y="257175"/>
                  </a:lnTo>
                  <a:lnTo>
                    <a:pt x="6526" y="257175"/>
                  </a:lnTo>
                  <a:lnTo>
                    <a:pt x="13053" y="262922"/>
                  </a:lnTo>
                  <a:lnTo>
                    <a:pt x="18797" y="257175"/>
                  </a:lnTo>
                  <a:lnTo>
                    <a:pt x="18797" y="190025"/>
                  </a:lnTo>
                  <a:close/>
                </a:path>
                <a:path w="19050" h="454025">
                  <a:moveTo>
                    <a:pt x="18797" y="313436"/>
                  </a:moveTo>
                  <a:lnTo>
                    <a:pt x="6526" y="313436"/>
                  </a:lnTo>
                  <a:lnTo>
                    <a:pt x="0" y="319183"/>
                  </a:lnTo>
                  <a:lnTo>
                    <a:pt x="0" y="324348"/>
                  </a:lnTo>
                  <a:lnTo>
                    <a:pt x="6526" y="330095"/>
                  </a:lnTo>
                  <a:lnTo>
                    <a:pt x="18797" y="330095"/>
                  </a:lnTo>
                  <a:lnTo>
                    <a:pt x="18797" y="313436"/>
                  </a:lnTo>
                  <a:close/>
                </a:path>
                <a:path w="19050" h="454025">
                  <a:moveTo>
                    <a:pt x="13053" y="380609"/>
                  </a:moveTo>
                  <a:lnTo>
                    <a:pt x="6526" y="386356"/>
                  </a:lnTo>
                  <a:lnTo>
                    <a:pt x="0" y="386356"/>
                  </a:lnTo>
                  <a:lnTo>
                    <a:pt x="0" y="447759"/>
                  </a:lnTo>
                  <a:lnTo>
                    <a:pt x="6526" y="447759"/>
                  </a:lnTo>
                  <a:lnTo>
                    <a:pt x="13053" y="453506"/>
                  </a:lnTo>
                  <a:lnTo>
                    <a:pt x="18797" y="447759"/>
                  </a:lnTo>
                  <a:lnTo>
                    <a:pt x="18797" y="386356"/>
                  </a:lnTo>
                  <a:lnTo>
                    <a:pt x="13053" y="380609"/>
                  </a:lnTo>
                  <a:close/>
                </a:path>
              </a:pathLst>
            </a:custGeom>
            <a:solidFill>
              <a:srgbClr val="000000"/>
            </a:solidFill>
          </p:spPr>
          <p:txBody>
            <a:bodyPr wrap="square" lIns="0" tIns="0" rIns="0" bIns="0" rtlCol="0"/>
            <a:lstStyle/>
            <a:p/>
          </p:txBody>
        </p:sp>
        <p:sp>
          <p:nvSpPr>
            <p:cNvPr id="84" name="object 84" descr=""/>
            <p:cNvSpPr/>
            <p:nvPr/>
          </p:nvSpPr>
          <p:spPr>
            <a:xfrm>
              <a:off x="5332109" y="3797057"/>
              <a:ext cx="19050" cy="454025"/>
            </a:xfrm>
            <a:custGeom>
              <a:avLst/>
              <a:gdLst/>
              <a:ahLst/>
              <a:cxnLst/>
              <a:rect l="l" t="t" r="r" b="b"/>
              <a:pathLst>
                <a:path w="19050" h="454025">
                  <a:moveTo>
                    <a:pt x="18797" y="5747"/>
                  </a:moveTo>
                  <a:lnTo>
                    <a:pt x="18797" y="61426"/>
                  </a:lnTo>
                  <a:lnTo>
                    <a:pt x="18797" y="67173"/>
                  </a:lnTo>
                  <a:lnTo>
                    <a:pt x="13053" y="67173"/>
                  </a:lnTo>
                  <a:lnTo>
                    <a:pt x="6526" y="67173"/>
                  </a:lnTo>
                  <a:lnTo>
                    <a:pt x="0" y="61426"/>
                  </a:lnTo>
                  <a:lnTo>
                    <a:pt x="0" y="5747"/>
                  </a:lnTo>
                  <a:lnTo>
                    <a:pt x="6526" y="0"/>
                  </a:lnTo>
                  <a:lnTo>
                    <a:pt x="13053" y="0"/>
                  </a:lnTo>
                  <a:lnTo>
                    <a:pt x="18797" y="0"/>
                  </a:lnTo>
                  <a:lnTo>
                    <a:pt x="18797" y="5747"/>
                  </a:lnTo>
                  <a:close/>
                </a:path>
                <a:path w="19050" h="454025">
                  <a:moveTo>
                    <a:pt x="18797" y="128599"/>
                  </a:moveTo>
                  <a:lnTo>
                    <a:pt x="18797" y="134346"/>
                  </a:lnTo>
                  <a:lnTo>
                    <a:pt x="13053" y="140070"/>
                  </a:lnTo>
                  <a:lnTo>
                    <a:pt x="6526" y="134346"/>
                  </a:lnTo>
                  <a:lnTo>
                    <a:pt x="0" y="134346"/>
                  </a:lnTo>
                  <a:lnTo>
                    <a:pt x="0" y="128599"/>
                  </a:lnTo>
                  <a:lnTo>
                    <a:pt x="0" y="122852"/>
                  </a:lnTo>
                  <a:lnTo>
                    <a:pt x="6526" y="122852"/>
                  </a:lnTo>
                  <a:lnTo>
                    <a:pt x="13053" y="122852"/>
                  </a:lnTo>
                  <a:lnTo>
                    <a:pt x="18797" y="122852"/>
                  </a:lnTo>
                  <a:lnTo>
                    <a:pt x="18797" y="128599"/>
                  </a:lnTo>
                  <a:close/>
                </a:path>
                <a:path w="19050" h="454025">
                  <a:moveTo>
                    <a:pt x="18797" y="201496"/>
                  </a:moveTo>
                  <a:lnTo>
                    <a:pt x="18797" y="252010"/>
                  </a:lnTo>
                  <a:lnTo>
                    <a:pt x="18797" y="257175"/>
                  </a:lnTo>
                  <a:lnTo>
                    <a:pt x="13053" y="262922"/>
                  </a:lnTo>
                  <a:lnTo>
                    <a:pt x="6526" y="257175"/>
                  </a:lnTo>
                  <a:lnTo>
                    <a:pt x="0" y="257175"/>
                  </a:lnTo>
                  <a:lnTo>
                    <a:pt x="0" y="252010"/>
                  </a:lnTo>
                  <a:lnTo>
                    <a:pt x="0" y="201496"/>
                  </a:lnTo>
                  <a:lnTo>
                    <a:pt x="0" y="195749"/>
                  </a:lnTo>
                  <a:lnTo>
                    <a:pt x="6526" y="190025"/>
                  </a:lnTo>
                  <a:lnTo>
                    <a:pt x="13053" y="190025"/>
                  </a:lnTo>
                  <a:lnTo>
                    <a:pt x="18797" y="190025"/>
                  </a:lnTo>
                  <a:lnTo>
                    <a:pt x="18797" y="195749"/>
                  </a:lnTo>
                  <a:lnTo>
                    <a:pt x="18797" y="201496"/>
                  </a:lnTo>
                  <a:close/>
                </a:path>
                <a:path w="19050" h="454025">
                  <a:moveTo>
                    <a:pt x="18797" y="319183"/>
                  </a:moveTo>
                  <a:lnTo>
                    <a:pt x="18797" y="324348"/>
                  </a:lnTo>
                  <a:lnTo>
                    <a:pt x="18797" y="330095"/>
                  </a:lnTo>
                  <a:lnTo>
                    <a:pt x="13053" y="330095"/>
                  </a:lnTo>
                  <a:lnTo>
                    <a:pt x="6526" y="330095"/>
                  </a:lnTo>
                  <a:lnTo>
                    <a:pt x="0" y="324348"/>
                  </a:lnTo>
                  <a:lnTo>
                    <a:pt x="0" y="319183"/>
                  </a:lnTo>
                  <a:lnTo>
                    <a:pt x="6526" y="313436"/>
                  </a:lnTo>
                  <a:lnTo>
                    <a:pt x="13053" y="313436"/>
                  </a:lnTo>
                  <a:lnTo>
                    <a:pt x="18797" y="313436"/>
                  </a:lnTo>
                  <a:lnTo>
                    <a:pt x="18797" y="319183"/>
                  </a:lnTo>
                  <a:close/>
                </a:path>
                <a:path w="19050" h="454025">
                  <a:moveTo>
                    <a:pt x="18797" y="391521"/>
                  </a:moveTo>
                  <a:lnTo>
                    <a:pt x="18797" y="442035"/>
                  </a:lnTo>
                  <a:lnTo>
                    <a:pt x="18797" y="447759"/>
                  </a:lnTo>
                  <a:lnTo>
                    <a:pt x="13053" y="453506"/>
                  </a:lnTo>
                  <a:lnTo>
                    <a:pt x="6526" y="447759"/>
                  </a:lnTo>
                  <a:lnTo>
                    <a:pt x="0" y="447759"/>
                  </a:lnTo>
                  <a:lnTo>
                    <a:pt x="0" y="442035"/>
                  </a:lnTo>
                  <a:lnTo>
                    <a:pt x="0" y="391521"/>
                  </a:lnTo>
                  <a:lnTo>
                    <a:pt x="0" y="386356"/>
                  </a:lnTo>
                  <a:lnTo>
                    <a:pt x="6526" y="386356"/>
                  </a:lnTo>
                  <a:lnTo>
                    <a:pt x="13053" y="380609"/>
                  </a:lnTo>
                  <a:lnTo>
                    <a:pt x="18797" y="386356"/>
                  </a:lnTo>
                  <a:lnTo>
                    <a:pt x="18797" y="391521"/>
                  </a:lnTo>
                  <a:close/>
                </a:path>
              </a:pathLst>
            </a:custGeom>
            <a:ln w="6115">
              <a:solidFill>
                <a:srgbClr val="000000"/>
              </a:solidFill>
            </a:ln>
          </p:spPr>
          <p:txBody>
            <a:bodyPr wrap="square" lIns="0" tIns="0" rIns="0" bIns="0" rtlCol="0"/>
            <a:lstStyle/>
            <a:p/>
          </p:txBody>
        </p:sp>
        <p:sp>
          <p:nvSpPr>
            <p:cNvPr id="85" name="object 85" descr=""/>
            <p:cNvSpPr/>
            <p:nvPr/>
          </p:nvSpPr>
          <p:spPr>
            <a:xfrm>
              <a:off x="5752699" y="3813717"/>
              <a:ext cx="25400" cy="840105"/>
            </a:xfrm>
            <a:custGeom>
              <a:avLst/>
              <a:gdLst/>
              <a:ahLst/>
              <a:cxnLst/>
              <a:rect l="l" t="t" r="r" b="b"/>
              <a:pathLst>
                <a:path w="25400" h="840104">
                  <a:moveTo>
                    <a:pt x="18536" y="0"/>
                  </a:moveTo>
                  <a:lnTo>
                    <a:pt x="6265" y="0"/>
                  </a:lnTo>
                  <a:lnTo>
                    <a:pt x="0" y="5747"/>
                  </a:lnTo>
                  <a:lnTo>
                    <a:pt x="0" y="61426"/>
                  </a:lnTo>
                  <a:lnTo>
                    <a:pt x="6265" y="67149"/>
                  </a:lnTo>
                  <a:lnTo>
                    <a:pt x="18536" y="67149"/>
                  </a:lnTo>
                  <a:lnTo>
                    <a:pt x="18536" y="61426"/>
                  </a:lnTo>
                  <a:lnTo>
                    <a:pt x="25063" y="61426"/>
                  </a:lnTo>
                  <a:lnTo>
                    <a:pt x="25063" y="5747"/>
                  </a:lnTo>
                  <a:lnTo>
                    <a:pt x="18536" y="5747"/>
                  </a:lnTo>
                  <a:lnTo>
                    <a:pt x="18536" y="0"/>
                  </a:lnTo>
                  <a:close/>
                </a:path>
                <a:path w="25400" h="840104">
                  <a:moveTo>
                    <a:pt x="18536" y="123410"/>
                  </a:moveTo>
                  <a:lnTo>
                    <a:pt x="6265" y="123410"/>
                  </a:lnTo>
                  <a:lnTo>
                    <a:pt x="0" y="128576"/>
                  </a:lnTo>
                  <a:lnTo>
                    <a:pt x="6265" y="134323"/>
                  </a:lnTo>
                  <a:lnTo>
                    <a:pt x="12792" y="140070"/>
                  </a:lnTo>
                  <a:lnTo>
                    <a:pt x="18536" y="134323"/>
                  </a:lnTo>
                  <a:lnTo>
                    <a:pt x="25063" y="128576"/>
                  </a:lnTo>
                  <a:lnTo>
                    <a:pt x="18536" y="128576"/>
                  </a:lnTo>
                  <a:lnTo>
                    <a:pt x="18536" y="123410"/>
                  </a:lnTo>
                  <a:close/>
                </a:path>
                <a:path w="25400" h="840104">
                  <a:moveTo>
                    <a:pt x="18536" y="190583"/>
                  </a:moveTo>
                  <a:lnTo>
                    <a:pt x="6265" y="190583"/>
                  </a:lnTo>
                  <a:lnTo>
                    <a:pt x="6265" y="195749"/>
                  </a:lnTo>
                  <a:lnTo>
                    <a:pt x="0" y="201496"/>
                  </a:lnTo>
                  <a:lnTo>
                    <a:pt x="0" y="252010"/>
                  </a:lnTo>
                  <a:lnTo>
                    <a:pt x="6265" y="257757"/>
                  </a:lnTo>
                  <a:lnTo>
                    <a:pt x="12792" y="262922"/>
                  </a:lnTo>
                  <a:lnTo>
                    <a:pt x="18536" y="257757"/>
                  </a:lnTo>
                  <a:lnTo>
                    <a:pt x="25063" y="252010"/>
                  </a:lnTo>
                  <a:lnTo>
                    <a:pt x="25063" y="201496"/>
                  </a:lnTo>
                  <a:lnTo>
                    <a:pt x="18536" y="195749"/>
                  </a:lnTo>
                  <a:lnTo>
                    <a:pt x="18536" y="190583"/>
                  </a:lnTo>
                  <a:close/>
                </a:path>
                <a:path w="25400" h="840104">
                  <a:moveTo>
                    <a:pt x="18536" y="313436"/>
                  </a:moveTo>
                  <a:lnTo>
                    <a:pt x="6265" y="313436"/>
                  </a:lnTo>
                  <a:lnTo>
                    <a:pt x="0" y="324907"/>
                  </a:lnTo>
                  <a:lnTo>
                    <a:pt x="6265" y="330072"/>
                  </a:lnTo>
                  <a:lnTo>
                    <a:pt x="18536" y="330072"/>
                  </a:lnTo>
                  <a:lnTo>
                    <a:pt x="18536" y="324907"/>
                  </a:lnTo>
                  <a:lnTo>
                    <a:pt x="25063" y="324907"/>
                  </a:lnTo>
                  <a:lnTo>
                    <a:pt x="18536" y="319160"/>
                  </a:lnTo>
                  <a:lnTo>
                    <a:pt x="18536" y="313436"/>
                  </a:lnTo>
                  <a:close/>
                </a:path>
                <a:path w="25400" h="840104">
                  <a:moveTo>
                    <a:pt x="18536" y="386333"/>
                  </a:moveTo>
                  <a:lnTo>
                    <a:pt x="6265" y="386333"/>
                  </a:lnTo>
                  <a:lnTo>
                    <a:pt x="0" y="392080"/>
                  </a:lnTo>
                  <a:lnTo>
                    <a:pt x="0" y="442012"/>
                  </a:lnTo>
                  <a:lnTo>
                    <a:pt x="6265" y="453506"/>
                  </a:lnTo>
                  <a:lnTo>
                    <a:pt x="18536" y="453506"/>
                  </a:lnTo>
                  <a:lnTo>
                    <a:pt x="18536" y="447759"/>
                  </a:lnTo>
                  <a:lnTo>
                    <a:pt x="25063" y="442012"/>
                  </a:lnTo>
                  <a:lnTo>
                    <a:pt x="25063" y="392080"/>
                  </a:lnTo>
                  <a:lnTo>
                    <a:pt x="18536" y="386333"/>
                  </a:lnTo>
                  <a:close/>
                </a:path>
                <a:path w="25400" h="840104">
                  <a:moveTo>
                    <a:pt x="12792" y="504020"/>
                  </a:moveTo>
                  <a:lnTo>
                    <a:pt x="6265" y="509185"/>
                  </a:lnTo>
                  <a:lnTo>
                    <a:pt x="0" y="514932"/>
                  </a:lnTo>
                  <a:lnTo>
                    <a:pt x="6265" y="520656"/>
                  </a:lnTo>
                  <a:lnTo>
                    <a:pt x="12792" y="526403"/>
                  </a:lnTo>
                  <a:lnTo>
                    <a:pt x="18536" y="520656"/>
                  </a:lnTo>
                  <a:lnTo>
                    <a:pt x="25063" y="514932"/>
                  </a:lnTo>
                  <a:lnTo>
                    <a:pt x="18536" y="509185"/>
                  </a:lnTo>
                  <a:lnTo>
                    <a:pt x="12792" y="504020"/>
                  </a:lnTo>
                  <a:close/>
                </a:path>
                <a:path w="25400" h="840104">
                  <a:moveTo>
                    <a:pt x="18536" y="576335"/>
                  </a:moveTo>
                  <a:lnTo>
                    <a:pt x="6265" y="576335"/>
                  </a:lnTo>
                  <a:lnTo>
                    <a:pt x="0" y="582082"/>
                  </a:lnTo>
                  <a:lnTo>
                    <a:pt x="0" y="638343"/>
                  </a:lnTo>
                  <a:lnTo>
                    <a:pt x="6265" y="643508"/>
                  </a:lnTo>
                  <a:lnTo>
                    <a:pt x="18536" y="643508"/>
                  </a:lnTo>
                  <a:lnTo>
                    <a:pt x="18536" y="638343"/>
                  </a:lnTo>
                  <a:lnTo>
                    <a:pt x="25063" y="638343"/>
                  </a:lnTo>
                  <a:lnTo>
                    <a:pt x="25063" y="582082"/>
                  </a:lnTo>
                  <a:lnTo>
                    <a:pt x="18536" y="582082"/>
                  </a:lnTo>
                  <a:lnTo>
                    <a:pt x="18536" y="576335"/>
                  </a:lnTo>
                  <a:close/>
                </a:path>
                <a:path w="25400" h="840104">
                  <a:moveTo>
                    <a:pt x="18536" y="699769"/>
                  </a:moveTo>
                  <a:lnTo>
                    <a:pt x="6265" y="699769"/>
                  </a:lnTo>
                  <a:lnTo>
                    <a:pt x="0" y="705516"/>
                  </a:lnTo>
                  <a:lnTo>
                    <a:pt x="6265" y="710681"/>
                  </a:lnTo>
                  <a:lnTo>
                    <a:pt x="12792" y="716405"/>
                  </a:lnTo>
                  <a:lnTo>
                    <a:pt x="18536" y="710681"/>
                  </a:lnTo>
                  <a:lnTo>
                    <a:pt x="25063" y="705516"/>
                  </a:lnTo>
                  <a:lnTo>
                    <a:pt x="18536" y="705516"/>
                  </a:lnTo>
                  <a:lnTo>
                    <a:pt x="18536" y="699769"/>
                  </a:lnTo>
                  <a:close/>
                </a:path>
                <a:path w="25400" h="840104">
                  <a:moveTo>
                    <a:pt x="18536" y="766942"/>
                  </a:moveTo>
                  <a:lnTo>
                    <a:pt x="6265" y="766942"/>
                  </a:lnTo>
                  <a:lnTo>
                    <a:pt x="6265" y="772666"/>
                  </a:lnTo>
                  <a:lnTo>
                    <a:pt x="0" y="777831"/>
                  </a:lnTo>
                  <a:lnTo>
                    <a:pt x="0" y="828345"/>
                  </a:lnTo>
                  <a:lnTo>
                    <a:pt x="6265" y="834092"/>
                  </a:lnTo>
                  <a:lnTo>
                    <a:pt x="12792" y="839839"/>
                  </a:lnTo>
                  <a:lnTo>
                    <a:pt x="18536" y="834092"/>
                  </a:lnTo>
                  <a:lnTo>
                    <a:pt x="25063" y="828345"/>
                  </a:lnTo>
                  <a:lnTo>
                    <a:pt x="25063" y="777831"/>
                  </a:lnTo>
                  <a:lnTo>
                    <a:pt x="18536" y="772666"/>
                  </a:lnTo>
                  <a:lnTo>
                    <a:pt x="18536" y="766942"/>
                  </a:lnTo>
                  <a:close/>
                </a:path>
              </a:pathLst>
            </a:custGeom>
            <a:solidFill>
              <a:srgbClr val="000000"/>
            </a:solidFill>
          </p:spPr>
          <p:txBody>
            <a:bodyPr wrap="square" lIns="0" tIns="0" rIns="0" bIns="0" rtlCol="0"/>
            <a:lstStyle/>
            <a:p/>
          </p:txBody>
        </p:sp>
        <p:sp>
          <p:nvSpPr>
            <p:cNvPr id="86" name="object 86" descr=""/>
            <p:cNvSpPr/>
            <p:nvPr/>
          </p:nvSpPr>
          <p:spPr>
            <a:xfrm>
              <a:off x="5752699" y="3813717"/>
              <a:ext cx="25400" cy="840105"/>
            </a:xfrm>
            <a:custGeom>
              <a:avLst/>
              <a:gdLst/>
              <a:ahLst/>
              <a:cxnLst/>
              <a:rect l="l" t="t" r="r" b="b"/>
              <a:pathLst>
                <a:path w="25400" h="840104">
                  <a:moveTo>
                    <a:pt x="25063" y="5747"/>
                  </a:moveTo>
                  <a:lnTo>
                    <a:pt x="25063" y="61426"/>
                  </a:lnTo>
                  <a:lnTo>
                    <a:pt x="18536" y="61426"/>
                  </a:lnTo>
                  <a:lnTo>
                    <a:pt x="18536" y="67149"/>
                  </a:lnTo>
                  <a:lnTo>
                    <a:pt x="12792" y="67149"/>
                  </a:lnTo>
                  <a:lnTo>
                    <a:pt x="6265" y="67149"/>
                  </a:lnTo>
                  <a:lnTo>
                    <a:pt x="0" y="61426"/>
                  </a:lnTo>
                  <a:lnTo>
                    <a:pt x="0" y="5747"/>
                  </a:lnTo>
                  <a:lnTo>
                    <a:pt x="6265" y="0"/>
                  </a:lnTo>
                  <a:lnTo>
                    <a:pt x="12792" y="0"/>
                  </a:lnTo>
                  <a:lnTo>
                    <a:pt x="18536" y="0"/>
                  </a:lnTo>
                  <a:lnTo>
                    <a:pt x="18536" y="5747"/>
                  </a:lnTo>
                  <a:lnTo>
                    <a:pt x="25063" y="5747"/>
                  </a:lnTo>
                  <a:close/>
                </a:path>
                <a:path w="25400" h="840104">
                  <a:moveTo>
                    <a:pt x="25063" y="128576"/>
                  </a:moveTo>
                  <a:lnTo>
                    <a:pt x="18536" y="134323"/>
                  </a:lnTo>
                  <a:lnTo>
                    <a:pt x="12792" y="140070"/>
                  </a:lnTo>
                  <a:lnTo>
                    <a:pt x="6265" y="134323"/>
                  </a:lnTo>
                  <a:lnTo>
                    <a:pt x="0" y="128576"/>
                  </a:lnTo>
                  <a:lnTo>
                    <a:pt x="6265" y="123410"/>
                  </a:lnTo>
                  <a:lnTo>
                    <a:pt x="12792" y="123410"/>
                  </a:lnTo>
                  <a:lnTo>
                    <a:pt x="18536" y="123410"/>
                  </a:lnTo>
                  <a:lnTo>
                    <a:pt x="18536" y="128576"/>
                  </a:lnTo>
                  <a:lnTo>
                    <a:pt x="25063" y="128576"/>
                  </a:lnTo>
                  <a:close/>
                </a:path>
                <a:path w="25400" h="840104">
                  <a:moveTo>
                    <a:pt x="25063" y="201496"/>
                  </a:moveTo>
                  <a:lnTo>
                    <a:pt x="25063" y="252010"/>
                  </a:lnTo>
                  <a:lnTo>
                    <a:pt x="18536" y="257757"/>
                  </a:lnTo>
                  <a:lnTo>
                    <a:pt x="12792" y="262922"/>
                  </a:lnTo>
                  <a:lnTo>
                    <a:pt x="6265" y="257757"/>
                  </a:lnTo>
                  <a:lnTo>
                    <a:pt x="0" y="252010"/>
                  </a:lnTo>
                  <a:lnTo>
                    <a:pt x="0" y="201496"/>
                  </a:lnTo>
                  <a:lnTo>
                    <a:pt x="6265" y="195749"/>
                  </a:lnTo>
                  <a:lnTo>
                    <a:pt x="6265" y="190583"/>
                  </a:lnTo>
                  <a:lnTo>
                    <a:pt x="12792" y="190583"/>
                  </a:lnTo>
                  <a:lnTo>
                    <a:pt x="18536" y="190583"/>
                  </a:lnTo>
                  <a:lnTo>
                    <a:pt x="18536" y="195749"/>
                  </a:lnTo>
                  <a:lnTo>
                    <a:pt x="25063" y="201496"/>
                  </a:lnTo>
                  <a:close/>
                </a:path>
                <a:path w="25400" h="840104">
                  <a:moveTo>
                    <a:pt x="25063" y="324907"/>
                  </a:moveTo>
                  <a:lnTo>
                    <a:pt x="18536" y="324907"/>
                  </a:lnTo>
                  <a:lnTo>
                    <a:pt x="18536" y="330072"/>
                  </a:lnTo>
                  <a:lnTo>
                    <a:pt x="12792" y="330072"/>
                  </a:lnTo>
                  <a:lnTo>
                    <a:pt x="6265" y="330072"/>
                  </a:lnTo>
                  <a:lnTo>
                    <a:pt x="0" y="324907"/>
                  </a:lnTo>
                  <a:lnTo>
                    <a:pt x="6265" y="313436"/>
                  </a:lnTo>
                  <a:lnTo>
                    <a:pt x="12792" y="313436"/>
                  </a:lnTo>
                  <a:lnTo>
                    <a:pt x="18536" y="313436"/>
                  </a:lnTo>
                  <a:lnTo>
                    <a:pt x="18536" y="319160"/>
                  </a:lnTo>
                  <a:lnTo>
                    <a:pt x="25063" y="324907"/>
                  </a:lnTo>
                  <a:close/>
                </a:path>
                <a:path w="25400" h="840104">
                  <a:moveTo>
                    <a:pt x="25063" y="392080"/>
                  </a:moveTo>
                  <a:lnTo>
                    <a:pt x="25063" y="442012"/>
                  </a:lnTo>
                  <a:lnTo>
                    <a:pt x="18536" y="447759"/>
                  </a:lnTo>
                  <a:lnTo>
                    <a:pt x="18536" y="453506"/>
                  </a:lnTo>
                  <a:lnTo>
                    <a:pt x="12792" y="453506"/>
                  </a:lnTo>
                  <a:lnTo>
                    <a:pt x="6265" y="453506"/>
                  </a:lnTo>
                  <a:lnTo>
                    <a:pt x="0" y="442012"/>
                  </a:lnTo>
                  <a:lnTo>
                    <a:pt x="0" y="392080"/>
                  </a:lnTo>
                  <a:lnTo>
                    <a:pt x="6265" y="386333"/>
                  </a:lnTo>
                  <a:lnTo>
                    <a:pt x="12792" y="386333"/>
                  </a:lnTo>
                  <a:lnTo>
                    <a:pt x="18536" y="386333"/>
                  </a:lnTo>
                  <a:lnTo>
                    <a:pt x="25063" y="392080"/>
                  </a:lnTo>
                  <a:close/>
                </a:path>
                <a:path w="25400" h="840104">
                  <a:moveTo>
                    <a:pt x="25063" y="514932"/>
                  </a:moveTo>
                  <a:lnTo>
                    <a:pt x="18536" y="520656"/>
                  </a:lnTo>
                  <a:lnTo>
                    <a:pt x="12792" y="526403"/>
                  </a:lnTo>
                  <a:lnTo>
                    <a:pt x="6265" y="520656"/>
                  </a:lnTo>
                  <a:lnTo>
                    <a:pt x="0" y="514932"/>
                  </a:lnTo>
                  <a:lnTo>
                    <a:pt x="6265" y="509185"/>
                  </a:lnTo>
                  <a:lnTo>
                    <a:pt x="12792" y="504020"/>
                  </a:lnTo>
                  <a:lnTo>
                    <a:pt x="18536" y="509185"/>
                  </a:lnTo>
                  <a:lnTo>
                    <a:pt x="25063" y="514932"/>
                  </a:lnTo>
                  <a:close/>
                </a:path>
                <a:path w="25400" h="840104">
                  <a:moveTo>
                    <a:pt x="25063" y="582082"/>
                  </a:moveTo>
                  <a:lnTo>
                    <a:pt x="25063" y="638343"/>
                  </a:lnTo>
                  <a:lnTo>
                    <a:pt x="18536" y="638343"/>
                  </a:lnTo>
                  <a:lnTo>
                    <a:pt x="18536" y="643508"/>
                  </a:lnTo>
                  <a:lnTo>
                    <a:pt x="12792" y="643508"/>
                  </a:lnTo>
                  <a:lnTo>
                    <a:pt x="6265" y="643508"/>
                  </a:lnTo>
                  <a:lnTo>
                    <a:pt x="0" y="638343"/>
                  </a:lnTo>
                  <a:lnTo>
                    <a:pt x="0" y="582082"/>
                  </a:lnTo>
                  <a:lnTo>
                    <a:pt x="6265" y="576335"/>
                  </a:lnTo>
                  <a:lnTo>
                    <a:pt x="12792" y="576335"/>
                  </a:lnTo>
                  <a:lnTo>
                    <a:pt x="18536" y="576335"/>
                  </a:lnTo>
                  <a:lnTo>
                    <a:pt x="18536" y="582082"/>
                  </a:lnTo>
                  <a:lnTo>
                    <a:pt x="25063" y="582082"/>
                  </a:lnTo>
                  <a:close/>
                </a:path>
                <a:path w="25400" h="840104">
                  <a:moveTo>
                    <a:pt x="25063" y="705516"/>
                  </a:moveTo>
                  <a:lnTo>
                    <a:pt x="18536" y="710681"/>
                  </a:lnTo>
                  <a:lnTo>
                    <a:pt x="12792" y="716405"/>
                  </a:lnTo>
                  <a:lnTo>
                    <a:pt x="6265" y="710681"/>
                  </a:lnTo>
                  <a:lnTo>
                    <a:pt x="0" y="705516"/>
                  </a:lnTo>
                  <a:lnTo>
                    <a:pt x="6265" y="699769"/>
                  </a:lnTo>
                  <a:lnTo>
                    <a:pt x="12792" y="699769"/>
                  </a:lnTo>
                  <a:lnTo>
                    <a:pt x="18536" y="699769"/>
                  </a:lnTo>
                  <a:lnTo>
                    <a:pt x="18536" y="705516"/>
                  </a:lnTo>
                  <a:lnTo>
                    <a:pt x="25063" y="705516"/>
                  </a:lnTo>
                  <a:close/>
                </a:path>
                <a:path w="25400" h="840104">
                  <a:moveTo>
                    <a:pt x="25063" y="777831"/>
                  </a:moveTo>
                  <a:lnTo>
                    <a:pt x="25063" y="828345"/>
                  </a:lnTo>
                  <a:lnTo>
                    <a:pt x="18536" y="834092"/>
                  </a:lnTo>
                  <a:lnTo>
                    <a:pt x="12792" y="839839"/>
                  </a:lnTo>
                  <a:lnTo>
                    <a:pt x="6265" y="834092"/>
                  </a:lnTo>
                  <a:lnTo>
                    <a:pt x="0" y="828345"/>
                  </a:lnTo>
                  <a:lnTo>
                    <a:pt x="0" y="777831"/>
                  </a:lnTo>
                  <a:lnTo>
                    <a:pt x="6265" y="772666"/>
                  </a:lnTo>
                  <a:lnTo>
                    <a:pt x="6265" y="766942"/>
                  </a:lnTo>
                  <a:lnTo>
                    <a:pt x="12792" y="766942"/>
                  </a:lnTo>
                  <a:lnTo>
                    <a:pt x="18536" y="766942"/>
                  </a:lnTo>
                  <a:lnTo>
                    <a:pt x="18536" y="772666"/>
                  </a:lnTo>
                  <a:lnTo>
                    <a:pt x="25063" y="777831"/>
                  </a:lnTo>
                  <a:close/>
                </a:path>
              </a:pathLst>
            </a:custGeom>
            <a:ln w="6115">
              <a:solidFill>
                <a:srgbClr val="000000"/>
              </a:solidFill>
            </a:ln>
          </p:spPr>
          <p:txBody>
            <a:bodyPr wrap="square" lIns="0" tIns="0" rIns="0" bIns="0" rtlCol="0"/>
            <a:lstStyle/>
            <a:p/>
          </p:txBody>
        </p:sp>
        <p:sp>
          <p:nvSpPr>
            <p:cNvPr id="87" name="object 87" descr=""/>
            <p:cNvSpPr/>
            <p:nvPr/>
          </p:nvSpPr>
          <p:spPr>
            <a:xfrm>
              <a:off x="6216887" y="3393995"/>
              <a:ext cx="19050" cy="1226185"/>
            </a:xfrm>
            <a:custGeom>
              <a:avLst/>
              <a:gdLst/>
              <a:ahLst/>
              <a:cxnLst/>
              <a:rect l="l" t="t" r="r" b="b"/>
              <a:pathLst>
                <a:path w="19050" h="1226185">
                  <a:moveTo>
                    <a:pt x="18797" y="0"/>
                  </a:moveTo>
                  <a:lnTo>
                    <a:pt x="0" y="0"/>
                  </a:lnTo>
                  <a:lnTo>
                    <a:pt x="0" y="67243"/>
                  </a:lnTo>
                  <a:lnTo>
                    <a:pt x="18797" y="67243"/>
                  </a:lnTo>
                  <a:lnTo>
                    <a:pt x="18797" y="0"/>
                  </a:lnTo>
                  <a:close/>
                </a:path>
                <a:path w="19050" h="1226185">
                  <a:moveTo>
                    <a:pt x="18797" y="122922"/>
                  </a:moveTo>
                  <a:lnTo>
                    <a:pt x="0" y="122922"/>
                  </a:lnTo>
                  <a:lnTo>
                    <a:pt x="0" y="134416"/>
                  </a:lnTo>
                  <a:lnTo>
                    <a:pt x="13053" y="140163"/>
                  </a:lnTo>
                  <a:lnTo>
                    <a:pt x="18797" y="134416"/>
                  </a:lnTo>
                  <a:lnTo>
                    <a:pt x="18797" y="122922"/>
                  </a:lnTo>
                  <a:close/>
                </a:path>
                <a:path w="19050" h="1226185">
                  <a:moveTo>
                    <a:pt x="13053" y="190095"/>
                  </a:moveTo>
                  <a:lnTo>
                    <a:pt x="6526" y="190095"/>
                  </a:lnTo>
                  <a:lnTo>
                    <a:pt x="0" y="195842"/>
                  </a:lnTo>
                  <a:lnTo>
                    <a:pt x="0" y="257268"/>
                  </a:lnTo>
                  <a:lnTo>
                    <a:pt x="13053" y="262992"/>
                  </a:lnTo>
                  <a:lnTo>
                    <a:pt x="18797" y="257268"/>
                  </a:lnTo>
                  <a:lnTo>
                    <a:pt x="18797" y="195842"/>
                  </a:lnTo>
                  <a:lnTo>
                    <a:pt x="13053" y="190095"/>
                  </a:lnTo>
                  <a:close/>
                </a:path>
                <a:path w="19050" h="1226185">
                  <a:moveTo>
                    <a:pt x="18797" y="313529"/>
                  </a:moveTo>
                  <a:lnTo>
                    <a:pt x="0" y="313529"/>
                  </a:lnTo>
                  <a:lnTo>
                    <a:pt x="0" y="330165"/>
                  </a:lnTo>
                  <a:lnTo>
                    <a:pt x="18797" y="330165"/>
                  </a:lnTo>
                  <a:lnTo>
                    <a:pt x="18797" y="313529"/>
                  </a:lnTo>
                  <a:close/>
                </a:path>
                <a:path w="19050" h="1226185">
                  <a:moveTo>
                    <a:pt x="18797" y="386426"/>
                  </a:moveTo>
                  <a:lnTo>
                    <a:pt x="0" y="386426"/>
                  </a:lnTo>
                  <a:lnTo>
                    <a:pt x="0" y="453576"/>
                  </a:lnTo>
                  <a:lnTo>
                    <a:pt x="18797" y="453576"/>
                  </a:lnTo>
                  <a:lnTo>
                    <a:pt x="18797" y="386426"/>
                  </a:lnTo>
                  <a:close/>
                </a:path>
                <a:path w="19050" h="1226185">
                  <a:moveTo>
                    <a:pt x="18797" y="509278"/>
                  </a:moveTo>
                  <a:lnTo>
                    <a:pt x="0" y="509278"/>
                  </a:lnTo>
                  <a:lnTo>
                    <a:pt x="0" y="520749"/>
                  </a:lnTo>
                  <a:lnTo>
                    <a:pt x="13053" y="525914"/>
                  </a:lnTo>
                  <a:lnTo>
                    <a:pt x="18797" y="520749"/>
                  </a:lnTo>
                  <a:lnTo>
                    <a:pt x="18797" y="509278"/>
                  </a:lnTo>
                  <a:close/>
                </a:path>
                <a:path w="19050" h="1226185">
                  <a:moveTo>
                    <a:pt x="13053" y="503531"/>
                  </a:moveTo>
                  <a:lnTo>
                    <a:pt x="6526" y="509278"/>
                  </a:lnTo>
                  <a:lnTo>
                    <a:pt x="13053" y="509278"/>
                  </a:lnTo>
                  <a:lnTo>
                    <a:pt x="13053" y="503531"/>
                  </a:lnTo>
                  <a:close/>
                </a:path>
                <a:path w="19050" h="1226185">
                  <a:moveTo>
                    <a:pt x="18797" y="576428"/>
                  </a:moveTo>
                  <a:lnTo>
                    <a:pt x="0" y="576428"/>
                  </a:lnTo>
                  <a:lnTo>
                    <a:pt x="0" y="643601"/>
                  </a:lnTo>
                  <a:lnTo>
                    <a:pt x="18797" y="643601"/>
                  </a:lnTo>
                  <a:lnTo>
                    <a:pt x="18797" y="576428"/>
                  </a:lnTo>
                  <a:close/>
                </a:path>
                <a:path w="19050" h="1226185">
                  <a:moveTo>
                    <a:pt x="18797" y="699862"/>
                  </a:moveTo>
                  <a:lnTo>
                    <a:pt x="0" y="699862"/>
                  </a:lnTo>
                  <a:lnTo>
                    <a:pt x="0" y="710774"/>
                  </a:lnTo>
                  <a:lnTo>
                    <a:pt x="13053" y="716498"/>
                  </a:lnTo>
                  <a:lnTo>
                    <a:pt x="18797" y="710774"/>
                  </a:lnTo>
                  <a:lnTo>
                    <a:pt x="18797" y="699862"/>
                  </a:lnTo>
                  <a:close/>
                </a:path>
                <a:path w="19050" h="1226185">
                  <a:moveTo>
                    <a:pt x="13053" y="767012"/>
                  </a:moveTo>
                  <a:lnTo>
                    <a:pt x="6526" y="767012"/>
                  </a:lnTo>
                  <a:lnTo>
                    <a:pt x="0" y="772177"/>
                  </a:lnTo>
                  <a:lnTo>
                    <a:pt x="0" y="834185"/>
                  </a:lnTo>
                  <a:lnTo>
                    <a:pt x="13053" y="839351"/>
                  </a:lnTo>
                  <a:lnTo>
                    <a:pt x="18797" y="834185"/>
                  </a:lnTo>
                  <a:lnTo>
                    <a:pt x="18797" y="772177"/>
                  </a:lnTo>
                  <a:lnTo>
                    <a:pt x="13053" y="767012"/>
                  </a:lnTo>
                  <a:close/>
                </a:path>
                <a:path w="19050" h="1226185">
                  <a:moveTo>
                    <a:pt x="13053" y="889864"/>
                  </a:moveTo>
                  <a:lnTo>
                    <a:pt x="6526" y="889864"/>
                  </a:lnTo>
                  <a:lnTo>
                    <a:pt x="0" y="895611"/>
                  </a:lnTo>
                  <a:lnTo>
                    <a:pt x="0" y="906524"/>
                  </a:lnTo>
                  <a:lnTo>
                    <a:pt x="18797" y="906524"/>
                  </a:lnTo>
                  <a:lnTo>
                    <a:pt x="18797" y="895611"/>
                  </a:lnTo>
                  <a:lnTo>
                    <a:pt x="13053" y="889864"/>
                  </a:lnTo>
                  <a:close/>
                </a:path>
                <a:path w="19050" h="1226185">
                  <a:moveTo>
                    <a:pt x="18797" y="962761"/>
                  </a:moveTo>
                  <a:lnTo>
                    <a:pt x="0" y="962761"/>
                  </a:lnTo>
                  <a:lnTo>
                    <a:pt x="0" y="1029935"/>
                  </a:lnTo>
                  <a:lnTo>
                    <a:pt x="18797" y="1029935"/>
                  </a:lnTo>
                  <a:lnTo>
                    <a:pt x="18797" y="962761"/>
                  </a:lnTo>
                  <a:close/>
                </a:path>
                <a:path w="19050" h="1226185">
                  <a:moveTo>
                    <a:pt x="18797" y="1085614"/>
                  </a:moveTo>
                  <a:lnTo>
                    <a:pt x="0" y="1085614"/>
                  </a:lnTo>
                  <a:lnTo>
                    <a:pt x="0" y="1097108"/>
                  </a:lnTo>
                  <a:lnTo>
                    <a:pt x="13053" y="1102832"/>
                  </a:lnTo>
                  <a:lnTo>
                    <a:pt x="18797" y="1097108"/>
                  </a:lnTo>
                  <a:lnTo>
                    <a:pt x="18797" y="1085614"/>
                  </a:lnTo>
                  <a:close/>
                </a:path>
                <a:path w="19050" h="1226185">
                  <a:moveTo>
                    <a:pt x="13053" y="1152787"/>
                  </a:moveTo>
                  <a:lnTo>
                    <a:pt x="6526" y="1152787"/>
                  </a:lnTo>
                  <a:lnTo>
                    <a:pt x="0" y="1158534"/>
                  </a:lnTo>
                  <a:lnTo>
                    <a:pt x="0" y="1219960"/>
                  </a:lnTo>
                  <a:lnTo>
                    <a:pt x="13053" y="1225684"/>
                  </a:lnTo>
                  <a:lnTo>
                    <a:pt x="18797" y="1219960"/>
                  </a:lnTo>
                  <a:lnTo>
                    <a:pt x="18797" y="1158534"/>
                  </a:lnTo>
                  <a:lnTo>
                    <a:pt x="13053" y="1152787"/>
                  </a:lnTo>
                  <a:close/>
                </a:path>
              </a:pathLst>
            </a:custGeom>
            <a:solidFill>
              <a:srgbClr val="000000"/>
            </a:solidFill>
          </p:spPr>
          <p:txBody>
            <a:bodyPr wrap="square" lIns="0" tIns="0" rIns="0" bIns="0" rtlCol="0"/>
            <a:lstStyle/>
            <a:p/>
          </p:txBody>
        </p:sp>
        <p:sp>
          <p:nvSpPr>
            <p:cNvPr id="88" name="object 88" descr=""/>
            <p:cNvSpPr/>
            <p:nvPr/>
          </p:nvSpPr>
          <p:spPr>
            <a:xfrm>
              <a:off x="6216887" y="3393995"/>
              <a:ext cx="19050" cy="1226185"/>
            </a:xfrm>
            <a:custGeom>
              <a:avLst/>
              <a:gdLst/>
              <a:ahLst/>
              <a:cxnLst/>
              <a:rect l="l" t="t" r="r" b="b"/>
              <a:pathLst>
                <a:path w="19050" h="1226185">
                  <a:moveTo>
                    <a:pt x="18797" y="5351"/>
                  </a:moveTo>
                  <a:lnTo>
                    <a:pt x="18797" y="61519"/>
                  </a:lnTo>
                  <a:lnTo>
                    <a:pt x="18797" y="67243"/>
                  </a:lnTo>
                  <a:lnTo>
                    <a:pt x="13053" y="67243"/>
                  </a:lnTo>
                  <a:lnTo>
                    <a:pt x="0" y="67243"/>
                  </a:lnTo>
                  <a:lnTo>
                    <a:pt x="0" y="61519"/>
                  </a:lnTo>
                  <a:lnTo>
                    <a:pt x="0" y="5351"/>
                  </a:lnTo>
                  <a:lnTo>
                    <a:pt x="0" y="0"/>
                  </a:lnTo>
                  <a:lnTo>
                    <a:pt x="6526" y="0"/>
                  </a:lnTo>
                  <a:lnTo>
                    <a:pt x="13053" y="0"/>
                  </a:lnTo>
                  <a:lnTo>
                    <a:pt x="18797" y="0"/>
                  </a:lnTo>
                  <a:lnTo>
                    <a:pt x="18797" y="5351"/>
                  </a:lnTo>
                  <a:close/>
                </a:path>
                <a:path w="19050" h="1226185">
                  <a:moveTo>
                    <a:pt x="18797" y="128669"/>
                  </a:moveTo>
                  <a:lnTo>
                    <a:pt x="18797" y="134416"/>
                  </a:lnTo>
                  <a:lnTo>
                    <a:pt x="13053" y="140163"/>
                  </a:lnTo>
                  <a:lnTo>
                    <a:pt x="0" y="134416"/>
                  </a:lnTo>
                  <a:lnTo>
                    <a:pt x="0" y="128669"/>
                  </a:lnTo>
                  <a:lnTo>
                    <a:pt x="0" y="122922"/>
                  </a:lnTo>
                  <a:lnTo>
                    <a:pt x="6526" y="122922"/>
                  </a:lnTo>
                  <a:lnTo>
                    <a:pt x="13053" y="122922"/>
                  </a:lnTo>
                  <a:lnTo>
                    <a:pt x="18797" y="122922"/>
                  </a:lnTo>
                  <a:lnTo>
                    <a:pt x="18797" y="128669"/>
                  </a:lnTo>
                  <a:close/>
                </a:path>
                <a:path w="19050" h="1226185">
                  <a:moveTo>
                    <a:pt x="18797" y="201589"/>
                  </a:moveTo>
                  <a:lnTo>
                    <a:pt x="18797" y="252103"/>
                  </a:lnTo>
                  <a:lnTo>
                    <a:pt x="18797" y="257268"/>
                  </a:lnTo>
                  <a:lnTo>
                    <a:pt x="13053" y="262992"/>
                  </a:lnTo>
                  <a:lnTo>
                    <a:pt x="0" y="257268"/>
                  </a:lnTo>
                  <a:lnTo>
                    <a:pt x="0" y="252103"/>
                  </a:lnTo>
                  <a:lnTo>
                    <a:pt x="0" y="201589"/>
                  </a:lnTo>
                  <a:lnTo>
                    <a:pt x="0" y="195842"/>
                  </a:lnTo>
                  <a:lnTo>
                    <a:pt x="6526" y="190095"/>
                  </a:lnTo>
                  <a:lnTo>
                    <a:pt x="13053" y="190095"/>
                  </a:lnTo>
                  <a:lnTo>
                    <a:pt x="18797" y="195842"/>
                  </a:lnTo>
                  <a:lnTo>
                    <a:pt x="18797" y="201589"/>
                  </a:lnTo>
                  <a:close/>
                </a:path>
                <a:path w="19050" h="1226185">
                  <a:moveTo>
                    <a:pt x="18797" y="324418"/>
                  </a:moveTo>
                  <a:lnTo>
                    <a:pt x="18797" y="330165"/>
                  </a:lnTo>
                  <a:lnTo>
                    <a:pt x="13053" y="330165"/>
                  </a:lnTo>
                  <a:lnTo>
                    <a:pt x="0" y="330165"/>
                  </a:lnTo>
                  <a:lnTo>
                    <a:pt x="0" y="324418"/>
                  </a:lnTo>
                  <a:lnTo>
                    <a:pt x="0" y="319253"/>
                  </a:lnTo>
                  <a:lnTo>
                    <a:pt x="0" y="313529"/>
                  </a:lnTo>
                  <a:lnTo>
                    <a:pt x="6526" y="313529"/>
                  </a:lnTo>
                  <a:lnTo>
                    <a:pt x="13053" y="313529"/>
                  </a:lnTo>
                  <a:lnTo>
                    <a:pt x="18797" y="313529"/>
                  </a:lnTo>
                  <a:lnTo>
                    <a:pt x="18797" y="319253"/>
                  </a:lnTo>
                  <a:lnTo>
                    <a:pt x="18797" y="324418"/>
                  </a:lnTo>
                  <a:close/>
                </a:path>
                <a:path w="19050" h="1226185">
                  <a:moveTo>
                    <a:pt x="18797" y="391591"/>
                  </a:moveTo>
                  <a:lnTo>
                    <a:pt x="18797" y="442105"/>
                  </a:lnTo>
                  <a:lnTo>
                    <a:pt x="18797" y="447852"/>
                  </a:lnTo>
                  <a:lnTo>
                    <a:pt x="18797" y="453576"/>
                  </a:lnTo>
                  <a:lnTo>
                    <a:pt x="13053" y="453576"/>
                  </a:lnTo>
                  <a:lnTo>
                    <a:pt x="0" y="453576"/>
                  </a:lnTo>
                  <a:lnTo>
                    <a:pt x="0" y="447852"/>
                  </a:lnTo>
                  <a:lnTo>
                    <a:pt x="0" y="442105"/>
                  </a:lnTo>
                  <a:lnTo>
                    <a:pt x="0" y="391591"/>
                  </a:lnTo>
                  <a:lnTo>
                    <a:pt x="0" y="386426"/>
                  </a:lnTo>
                  <a:lnTo>
                    <a:pt x="6526" y="386426"/>
                  </a:lnTo>
                  <a:lnTo>
                    <a:pt x="13053" y="386426"/>
                  </a:lnTo>
                  <a:lnTo>
                    <a:pt x="18797" y="386426"/>
                  </a:lnTo>
                  <a:lnTo>
                    <a:pt x="18797" y="391591"/>
                  </a:lnTo>
                  <a:close/>
                </a:path>
                <a:path w="19050" h="1226185">
                  <a:moveTo>
                    <a:pt x="18797" y="515002"/>
                  </a:moveTo>
                  <a:lnTo>
                    <a:pt x="18797" y="520749"/>
                  </a:lnTo>
                  <a:lnTo>
                    <a:pt x="13053" y="525914"/>
                  </a:lnTo>
                  <a:lnTo>
                    <a:pt x="0" y="520749"/>
                  </a:lnTo>
                  <a:lnTo>
                    <a:pt x="0" y="515002"/>
                  </a:lnTo>
                  <a:lnTo>
                    <a:pt x="0" y="509278"/>
                  </a:lnTo>
                  <a:lnTo>
                    <a:pt x="6526" y="509278"/>
                  </a:lnTo>
                  <a:lnTo>
                    <a:pt x="13053" y="503531"/>
                  </a:lnTo>
                  <a:lnTo>
                    <a:pt x="13053" y="509278"/>
                  </a:lnTo>
                  <a:lnTo>
                    <a:pt x="18797" y="509278"/>
                  </a:lnTo>
                  <a:lnTo>
                    <a:pt x="18797" y="515002"/>
                  </a:lnTo>
                  <a:close/>
                </a:path>
                <a:path w="19050" h="1226185">
                  <a:moveTo>
                    <a:pt x="18797" y="582175"/>
                  </a:moveTo>
                  <a:lnTo>
                    <a:pt x="18797" y="637854"/>
                  </a:lnTo>
                  <a:lnTo>
                    <a:pt x="18797" y="643601"/>
                  </a:lnTo>
                  <a:lnTo>
                    <a:pt x="13053" y="643601"/>
                  </a:lnTo>
                  <a:lnTo>
                    <a:pt x="0" y="643601"/>
                  </a:lnTo>
                  <a:lnTo>
                    <a:pt x="0" y="637854"/>
                  </a:lnTo>
                  <a:lnTo>
                    <a:pt x="0" y="582175"/>
                  </a:lnTo>
                  <a:lnTo>
                    <a:pt x="0" y="576428"/>
                  </a:lnTo>
                  <a:lnTo>
                    <a:pt x="6526" y="576428"/>
                  </a:lnTo>
                  <a:lnTo>
                    <a:pt x="13053" y="576428"/>
                  </a:lnTo>
                  <a:lnTo>
                    <a:pt x="18797" y="576428"/>
                  </a:lnTo>
                  <a:lnTo>
                    <a:pt x="18797" y="582175"/>
                  </a:lnTo>
                  <a:close/>
                </a:path>
                <a:path w="19050" h="1226185">
                  <a:moveTo>
                    <a:pt x="18797" y="705027"/>
                  </a:moveTo>
                  <a:lnTo>
                    <a:pt x="18797" y="710775"/>
                  </a:lnTo>
                  <a:lnTo>
                    <a:pt x="13053" y="716498"/>
                  </a:lnTo>
                  <a:lnTo>
                    <a:pt x="0" y="710775"/>
                  </a:lnTo>
                  <a:lnTo>
                    <a:pt x="0" y="705027"/>
                  </a:lnTo>
                  <a:lnTo>
                    <a:pt x="0" y="699862"/>
                  </a:lnTo>
                  <a:lnTo>
                    <a:pt x="6526" y="699862"/>
                  </a:lnTo>
                  <a:lnTo>
                    <a:pt x="13053" y="699862"/>
                  </a:lnTo>
                  <a:lnTo>
                    <a:pt x="18797" y="699862"/>
                  </a:lnTo>
                  <a:lnTo>
                    <a:pt x="18797" y="705027"/>
                  </a:lnTo>
                  <a:close/>
                </a:path>
                <a:path w="19050" h="1226185">
                  <a:moveTo>
                    <a:pt x="18797" y="777924"/>
                  </a:moveTo>
                  <a:lnTo>
                    <a:pt x="18797" y="828438"/>
                  </a:lnTo>
                  <a:lnTo>
                    <a:pt x="18797" y="834185"/>
                  </a:lnTo>
                  <a:lnTo>
                    <a:pt x="13053" y="839351"/>
                  </a:lnTo>
                  <a:lnTo>
                    <a:pt x="0" y="834185"/>
                  </a:lnTo>
                  <a:lnTo>
                    <a:pt x="0" y="828438"/>
                  </a:lnTo>
                  <a:lnTo>
                    <a:pt x="0" y="777924"/>
                  </a:lnTo>
                  <a:lnTo>
                    <a:pt x="0" y="772177"/>
                  </a:lnTo>
                  <a:lnTo>
                    <a:pt x="6526" y="767012"/>
                  </a:lnTo>
                  <a:lnTo>
                    <a:pt x="13053" y="767012"/>
                  </a:lnTo>
                  <a:lnTo>
                    <a:pt x="18797" y="772177"/>
                  </a:lnTo>
                  <a:lnTo>
                    <a:pt x="18797" y="777924"/>
                  </a:lnTo>
                  <a:close/>
                </a:path>
                <a:path w="19050" h="1226185">
                  <a:moveTo>
                    <a:pt x="18797" y="901358"/>
                  </a:moveTo>
                  <a:lnTo>
                    <a:pt x="18797" y="906524"/>
                  </a:lnTo>
                  <a:lnTo>
                    <a:pt x="13053" y="906524"/>
                  </a:lnTo>
                  <a:lnTo>
                    <a:pt x="0" y="906524"/>
                  </a:lnTo>
                  <a:lnTo>
                    <a:pt x="0" y="901358"/>
                  </a:lnTo>
                  <a:lnTo>
                    <a:pt x="0" y="895611"/>
                  </a:lnTo>
                  <a:lnTo>
                    <a:pt x="6526" y="889864"/>
                  </a:lnTo>
                  <a:lnTo>
                    <a:pt x="13053" y="889864"/>
                  </a:lnTo>
                  <a:lnTo>
                    <a:pt x="18797" y="895611"/>
                  </a:lnTo>
                  <a:lnTo>
                    <a:pt x="18797" y="901358"/>
                  </a:lnTo>
                  <a:close/>
                </a:path>
                <a:path w="19050" h="1226185">
                  <a:moveTo>
                    <a:pt x="18797" y="968508"/>
                  </a:moveTo>
                  <a:lnTo>
                    <a:pt x="18797" y="1024187"/>
                  </a:lnTo>
                  <a:lnTo>
                    <a:pt x="18797" y="1029935"/>
                  </a:lnTo>
                  <a:lnTo>
                    <a:pt x="13053" y="1029935"/>
                  </a:lnTo>
                  <a:lnTo>
                    <a:pt x="0" y="1029935"/>
                  </a:lnTo>
                  <a:lnTo>
                    <a:pt x="0" y="1024187"/>
                  </a:lnTo>
                  <a:lnTo>
                    <a:pt x="0" y="968508"/>
                  </a:lnTo>
                  <a:lnTo>
                    <a:pt x="0" y="962761"/>
                  </a:lnTo>
                  <a:lnTo>
                    <a:pt x="6526" y="962761"/>
                  </a:lnTo>
                  <a:lnTo>
                    <a:pt x="13053" y="962761"/>
                  </a:lnTo>
                  <a:lnTo>
                    <a:pt x="18797" y="962761"/>
                  </a:lnTo>
                  <a:lnTo>
                    <a:pt x="18797" y="968508"/>
                  </a:lnTo>
                  <a:close/>
                </a:path>
                <a:path w="19050" h="1226185">
                  <a:moveTo>
                    <a:pt x="18797" y="1091361"/>
                  </a:moveTo>
                  <a:lnTo>
                    <a:pt x="18797" y="1097108"/>
                  </a:lnTo>
                  <a:lnTo>
                    <a:pt x="13053" y="1102832"/>
                  </a:lnTo>
                  <a:lnTo>
                    <a:pt x="0" y="1097108"/>
                  </a:lnTo>
                  <a:lnTo>
                    <a:pt x="0" y="1091361"/>
                  </a:lnTo>
                  <a:lnTo>
                    <a:pt x="0" y="1085614"/>
                  </a:lnTo>
                  <a:lnTo>
                    <a:pt x="6526" y="1085614"/>
                  </a:lnTo>
                  <a:lnTo>
                    <a:pt x="13053" y="1085614"/>
                  </a:lnTo>
                  <a:lnTo>
                    <a:pt x="18797" y="1085614"/>
                  </a:lnTo>
                  <a:lnTo>
                    <a:pt x="18797" y="1091361"/>
                  </a:lnTo>
                  <a:close/>
                </a:path>
                <a:path w="19050" h="1226185">
                  <a:moveTo>
                    <a:pt x="18797" y="1164258"/>
                  </a:moveTo>
                  <a:lnTo>
                    <a:pt x="18797" y="1214771"/>
                  </a:lnTo>
                  <a:lnTo>
                    <a:pt x="18797" y="1219960"/>
                  </a:lnTo>
                  <a:lnTo>
                    <a:pt x="13053" y="1225684"/>
                  </a:lnTo>
                  <a:lnTo>
                    <a:pt x="0" y="1219960"/>
                  </a:lnTo>
                  <a:lnTo>
                    <a:pt x="0" y="1214771"/>
                  </a:lnTo>
                  <a:lnTo>
                    <a:pt x="0" y="1164258"/>
                  </a:lnTo>
                  <a:lnTo>
                    <a:pt x="0" y="1158534"/>
                  </a:lnTo>
                  <a:lnTo>
                    <a:pt x="6526" y="1152787"/>
                  </a:lnTo>
                  <a:lnTo>
                    <a:pt x="13053" y="1152787"/>
                  </a:lnTo>
                  <a:lnTo>
                    <a:pt x="18797" y="1158534"/>
                  </a:lnTo>
                  <a:lnTo>
                    <a:pt x="18797" y="1164258"/>
                  </a:lnTo>
                  <a:close/>
                </a:path>
              </a:pathLst>
            </a:custGeom>
            <a:ln w="6115">
              <a:solidFill>
                <a:srgbClr val="000000"/>
              </a:solidFill>
            </a:ln>
          </p:spPr>
          <p:txBody>
            <a:bodyPr wrap="square" lIns="0" tIns="0" rIns="0" bIns="0" rtlCol="0"/>
            <a:lstStyle/>
            <a:p/>
          </p:txBody>
        </p:sp>
        <p:sp>
          <p:nvSpPr>
            <p:cNvPr id="89" name="object 89" descr=""/>
            <p:cNvSpPr/>
            <p:nvPr/>
          </p:nvSpPr>
          <p:spPr>
            <a:xfrm>
              <a:off x="6618418" y="3365841"/>
              <a:ext cx="19050" cy="1293495"/>
            </a:xfrm>
            <a:custGeom>
              <a:avLst/>
              <a:gdLst/>
              <a:ahLst/>
              <a:cxnLst/>
              <a:rect l="l" t="t" r="r" b="b"/>
              <a:pathLst>
                <a:path w="19050" h="1293495">
                  <a:moveTo>
                    <a:pt x="13053" y="0"/>
                  </a:moveTo>
                  <a:lnTo>
                    <a:pt x="0" y="5816"/>
                  </a:lnTo>
                  <a:lnTo>
                    <a:pt x="0" y="67243"/>
                  </a:lnTo>
                  <a:lnTo>
                    <a:pt x="6526" y="73013"/>
                  </a:lnTo>
                  <a:lnTo>
                    <a:pt x="13053" y="73013"/>
                  </a:lnTo>
                  <a:lnTo>
                    <a:pt x="18797" y="67243"/>
                  </a:lnTo>
                  <a:lnTo>
                    <a:pt x="18797" y="5816"/>
                  </a:lnTo>
                  <a:lnTo>
                    <a:pt x="13053" y="0"/>
                  </a:lnTo>
                  <a:close/>
                </a:path>
                <a:path w="19050" h="1293495">
                  <a:moveTo>
                    <a:pt x="13053" y="123527"/>
                  </a:moveTo>
                  <a:lnTo>
                    <a:pt x="0" y="128692"/>
                  </a:lnTo>
                  <a:lnTo>
                    <a:pt x="0" y="140186"/>
                  </a:lnTo>
                  <a:lnTo>
                    <a:pt x="18797" y="140186"/>
                  </a:lnTo>
                  <a:lnTo>
                    <a:pt x="18797" y="128692"/>
                  </a:lnTo>
                  <a:lnTo>
                    <a:pt x="13053" y="123527"/>
                  </a:lnTo>
                  <a:close/>
                </a:path>
                <a:path w="19050" h="1293495">
                  <a:moveTo>
                    <a:pt x="18797" y="195865"/>
                  </a:moveTo>
                  <a:lnTo>
                    <a:pt x="0" y="195865"/>
                  </a:lnTo>
                  <a:lnTo>
                    <a:pt x="0" y="263015"/>
                  </a:lnTo>
                  <a:lnTo>
                    <a:pt x="18797" y="263015"/>
                  </a:lnTo>
                  <a:lnTo>
                    <a:pt x="18797" y="195865"/>
                  </a:lnTo>
                  <a:close/>
                </a:path>
                <a:path w="19050" h="1293495">
                  <a:moveTo>
                    <a:pt x="13053" y="330188"/>
                  </a:moveTo>
                  <a:lnTo>
                    <a:pt x="6526" y="330188"/>
                  </a:lnTo>
                  <a:lnTo>
                    <a:pt x="13053" y="335935"/>
                  </a:lnTo>
                  <a:lnTo>
                    <a:pt x="13053" y="330188"/>
                  </a:lnTo>
                  <a:close/>
                </a:path>
                <a:path w="19050" h="1293495">
                  <a:moveTo>
                    <a:pt x="13053" y="313552"/>
                  </a:moveTo>
                  <a:lnTo>
                    <a:pt x="0" y="319276"/>
                  </a:lnTo>
                  <a:lnTo>
                    <a:pt x="0" y="330188"/>
                  </a:lnTo>
                  <a:lnTo>
                    <a:pt x="18797" y="330188"/>
                  </a:lnTo>
                  <a:lnTo>
                    <a:pt x="18797" y="319276"/>
                  </a:lnTo>
                  <a:lnTo>
                    <a:pt x="13053" y="313552"/>
                  </a:lnTo>
                  <a:close/>
                </a:path>
                <a:path w="19050" h="1293495">
                  <a:moveTo>
                    <a:pt x="18797" y="386449"/>
                  </a:moveTo>
                  <a:lnTo>
                    <a:pt x="0" y="386449"/>
                  </a:lnTo>
                  <a:lnTo>
                    <a:pt x="0" y="453622"/>
                  </a:lnTo>
                  <a:lnTo>
                    <a:pt x="18797" y="453622"/>
                  </a:lnTo>
                  <a:lnTo>
                    <a:pt x="18797" y="386449"/>
                  </a:lnTo>
                  <a:close/>
                </a:path>
                <a:path w="19050" h="1293495">
                  <a:moveTo>
                    <a:pt x="18797" y="509301"/>
                  </a:moveTo>
                  <a:lnTo>
                    <a:pt x="0" y="509301"/>
                  </a:lnTo>
                  <a:lnTo>
                    <a:pt x="0" y="526519"/>
                  </a:lnTo>
                  <a:lnTo>
                    <a:pt x="18797" y="526519"/>
                  </a:lnTo>
                  <a:lnTo>
                    <a:pt x="18797" y="509301"/>
                  </a:lnTo>
                  <a:close/>
                </a:path>
                <a:path w="19050" h="1293495">
                  <a:moveTo>
                    <a:pt x="13053" y="576451"/>
                  </a:moveTo>
                  <a:lnTo>
                    <a:pt x="0" y="582198"/>
                  </a:lnTo>
                  <a:lnTo>
                    <a:pt x="0" y="643625"/>
                  </a:lnTo>
                  <a:lnTo>
                    <a:pt x="6526" y="649372"/>
                  </a:lnTo>
                  <a:lnTo>
                    <a:pt x="13053" y="649372"/>
                  </a:lnTo>
                  <a:lnTo>
                    <a:pt x="18797" y="643625"/>
                  </a:lnTo>
                  <a:lnTo>
                    <a:pt x="18797" y="582198"/>
                  </a:lnTo>
                  <a:lnTo>
                    <a:pt x="13053" y="576451"/>
                  </a:lnTo>
                  <a:close/>
                </a:path>
                <a:path w="19050" h="1293495">
                  <a:moveTo>
                    <a:pt x="13053" y="699885"/>
                  </a:moveTo>
                  <a:lnTo>
                    <a:pt x="0" y="705632"/>
                  </a:lnTo>
                  <a:lnTo>
                    <a:pt x="0" y="716522"/>
                  </a:lnTo>
                  <a:lnTo>
                    <a:pt x="18797" y="716522"/>
                  </a:lnTo>
                  <a:lnTo>
                    <a:pt x="18797" y="705632"/>
                  </a:lnTo>
                  <a:lnTo>
                    <a:pt x="13053" y="699885"/>
                  </a:lnTo>
                  <a:close/>
                </a:path>
                <a:path w="19050" h="1293495">
                  <a:moveTo>
                    <a:pt x="18797" y="772782"/>
                  </a:moveTo>
                  <a:lnTo>
                    <a:pt x="0" y="772782"/>
                  </a:lnTo>
                  <a:lnTo>
                    <a:pt x="0" y="839956"/>
                  </a:lnTo>
                  <a:lnTo>
                    <a:pt x="18797" y="839956"/>
                  </a:lnTo>
                  <a:lnTo>
                    <a:pt x="18797" y="772782"/>
                  </a:lnTo>
                  <a:close/>
                </a:path>
                <a:path w="19050" h="1293495">
                  <a:moveTo>
                    <a:pt x="18797" y="895635"/>
                  </a:moveTo>
                  <a:lnTo>
                    <a:pt x="0" y="895635"/>
                  </a:lnTo>
                  <a:lnTo>
                    <a:pt x="0" y="907105"/>
                  </a:lnTo>
                  <a:lnTo>
                    <a:pt x="6526" y="912271"/>
                  </a:lnTo>
                  <a:lnTo>
                    <a:pt x="13053" y="912271"/>
                  </a:lnTo>
                  <a:lnTo>
                    <a:pt x="18797" y="907105"/>
                  </a:lnTo>
                  <a:lnTo>
                    <a:pt x="18797" y="895635"/>
                  </a:lnTo>
                  <a:close/>
                </a:path>
                <a:path w="19050" h="1293495">
                  <a:moveTo>
                    <a:pt x="13053" y="1029958"/>
                  </a:moveTo>
                  <a:lnTo>
                    <a:pt x="6526" y="1029958"/>
                  </a:lnTo>
                  <a:lnTo>
                    <a:pt x="13053" y="1035705"/>
                  </a:lnTo>
                  <a:lnTo>
                    <a:pt x="13053" y="1029958"/>
                  </a:lnTo>
                  <a:close/>
                </a:path>
                <a:path w="19050" h="1293495">
                  <a:moveTo>
                    <a:pt x="13053" y="962808"/>
                  </a:moveTo>
                  <a:lnTo>
                    <a:pt x="0" y="968532"/>
                  </a:lnTo>
                  <a:lnTo>
                    <a:pt x="0" y="1029958"/>
                  </a:lnTo>
                  <a:lnTo>
                    <a:pt x="18797" y="1029958"/>
                  </a:lnTo>
                  <a:lnTo>
                    <a:pt x="18797" y="968532"/>
                  </a:lnTo>
                  <a:lnTo>
                    <a:pt x="13053" y="962808"/>
                  </a:lnTo>
                  <a:close/>
                </a:path>
                <a:path w="19050" h="1293495">
                  <a:moveTo>
                    <a:pt x="18797" y="1086219"/>
                  </a:moveTo>
                  <a:lnTo>
                    <a:pt x="0" y="1086219"/>
                  </a:lnTo>
                  <a:lnTo>
                    <a:pt x="0" y="1102878"/>
                  </a:lnTo>
                  <a:lnTo>
                    <a:pt x="18797" y="1102878"/>
                  </a:lnTo>
                  <a:lnTo>
                    <a:pt x="18797" y="1086219"/>
                  </a:lnTo>
                  <a:close/>
                </a:path>
                <a:path w="19050" h="1293495">
                  <a:moveTo>
                    <a:pt x="13053" y="1153392"/>
                  </a:moveTo>
                  <a:lnTo>
                    <a:pt x="0" y="1158557"/>
                  </a:lnTo>
                  <a:lnTo>
                    <a:pt x="0" y="1225707"/>
                  </a:lnTo>
                  <a:lnTo>
                    <a:pt x="18797" y="1225707"/>
                  </a:lnTo>
                  <a:lnTo>
                    <a:pt x="18797" y="1158557"/>
                  </a:lnTo>
                  <a:lnTo>
                    <a:pt x="13053" y="1153392"/>
                  </a:lnTo>
                  <a:close/>
                </a:path>
                <a:path w="19050" h="1293495">
                  <a:moveTo>
                    <a:pt x="13053" y="1276221"/>
                  </a:moveTo>
                  <a:lnTo>
                    <a:pt x="0" y="1281968"/>
                  </a:lnTo>
                  <a:lnTo>
                    <a:pt x="0" y="1292880"/>
                  </a:lnTo>
                  <a:lnTo>
                    <a:pt x="18797" y="1292880"/>
                  </a:lnTo>
                  <a:lnTo>
                    <a:pt x="18797" y="1281968"/>
                  </a:lnTo>
                  <a:lnTo>
                    <a:pt x="13053" y="1276221"/>
                  </a:lnTo>
                  <a:close/>
                </a:path>
              </a:pathLst>
            </a:custGeom>
            <a:solidFill>
              <a:srgbClr val="000000"/>
            </a:solidFill>
          </p:spPr>
          <p:txBody>
            <a:bodyPr wrap="square" lIns="0" tIns="0" rIns="0" bIns="0" rtlCol="0"/>
            <a:lstStyle/>
            <a:p/>
          </p:txBody>
        </p:sp>
        <p:sp>
          <p:nvSpPr>
            <p:cNvPr id="90" name="object 90" descr=""/>
            <p:cNvSpPr/>
            <p:nvPr/>
          </p:nvSpPr>
          <p:spPr>
            <a:xfrm>
              <a:off x="6618418" y="3365841"/>
              <a:ext cx="19050" cy="1293495"/>
            </a:xfrm>
            <a:custGeom>
              <a:avLst/>
              <a:gdLst/>
              <a:ahLst/>
              <a:cxnLst/>
              <a:rect l="l" t="t" r="r" b="b"/>
              <a:pathLst>
                <a:path w="19050" h="1293495">
                  <a:moveTo>
                    <a:pt x="18797" y="10935"/>
                  </a:moveTo>
                  <a:lnTo>
                    <a:pt x="18797" y="61426"/>
                  </a:lnTo>
                  <a:lnTo>
                    <a:pt x="18797" y="67243"/>
                  </a:lnTo>
                  <a:lnTo>
                    <a:pt x="13053" y="73013"/>
                  </a:lnTo>
                  <a:lnTo>
                    <a:pt x="6526" y="73013"/>
                  </a:lnTo>
                  <a:lnTo>
                    <a:pt x="0" y="67243"/>
                  </a:lnTo>
                  <a:lnTo>
                    <a:pt x="0" y="61426"/>
                  </a:lnTo>
                  <a:lnTo>
                    <a:pt x="0" y="10935"/>
                  </a:lnTo>
                  <a:lnTo>
                    <a:pt x="0" y="5816"/>
                  </a:lnTo>
                  <a:lnTo>
                    <a:pt x="13053" y="0"/>
                  </a:lnTo>
                  <a:lnTo>
                    <a:pt x="18797" y="5816"/>
                  </a:lnTo>
                  <a:lnTo>
                    <a:pt x="18797" y="10935"/>
                  </a:lnTo>
                  <a:close/>
                </a:path>
                <a:path w="19050" h="1293495">
                  <a:moveTo>
                    <a:pt x="18797" y="134439"/>
                  </a:moveTo>
                  <a:lnTo>
                    <a:pt x="18797" y="140186"/>
                  </a:lnTo>
                  <a:lnTo>
                    <a:pt x="13053" y="140186"/>
                  </a:lnTo>
                  <a:lnTo>
                    <a:pt x="6526" y="140186"/>
                  </a:lnTo>
                  <a:lnTo>
                    <a:pt x="0" y="140186"/>
                  </a:lnTo>
                  <a:lnTo>
                    <a:pt x="0" y="134439"/>
                  </a:lnTo>
                  <a:lnTo>
                    <a:pt x="0" y="128692"/>
                  </a:lnTo>
                  <a:lnTo>
                    <a:pt x="13053" y="123527"/>
                  </a:lnTo>
                  <a:lnTo>
                    <a:pt x="18797" y="128692"/>
                  </a:lnTo>
                  <a:lnTo>
                    <a:pt x="18797" y="134439"/>
                  </a:lnTo>
                  <a:close/>
                </a:path>
                <a:path w="19050" h="1293495">
                  <a:moveTo>
                    <a:pt x="18797" y="201612"/>
                  </a:moveTo>
                  <a:lnTo>
                    <a:pt x="18797" y="257850"/>
                  </a:lnTo>
                  <a:lnTo>
                    <a:pt x="18797" y="263015"/>
                  </a:lnTo>
                  <a:lnTo>
                    <a:pt x="13053" y="263015"/>
                  </a:lnTo>
                  <a:lnTo>
                    <a:pt x="6526" y="263015"/>
                  </a:lnTo>
                  <a:lnTo>
                    <a:pt x="0" y="263015"/>
                  </a:lnTo>
                  <a:lnTo>
                    <a:pt x="0" y="257850"/>
                  </a:lnTo>
                  <a:lnTo>
                    <a:pt x="0" y="201612"/>
                  </a:lnTo>
                  <a:lnTo>
                    <a:pt x="0" y="195865"/>
                  </a:lnTo>
                  <a:lnTo>
                    <a:pt x="13053" y="195865"/>
                  </a:lnTo>
                  <a:lnTo>
                    <a:pt x="18797" y="195865"/>
                  </a:lnTo>
                  <a:lnTo>
                    <a:pt x="18797" y="201612"/>
                  </a:lnTo>
                  <a:close/>
                </a:path>
                <a:path w="19050" h="1293495">
                  <a:moveTo>
                    <a:pt x="18797" y="325023"/>
                  </a:moveTo>
                  <a:lnTo>
                    <a:pt x="18797" y="330188"/>
                  </a:lnTo>
                  <a:lnTo>
                    <a:pt x="13053" y="330188"/>
                  </a:lnTo>
                  <a:lnTo>
                    <a:pt x="13053" y="335935"/>
                  </a:lnTo>
                  <a:lnTo>
                    <a:pt x="6526" y="330188"/>
                  </a:lnTo>
                  <a:lnTo>
                    <a:pt x="0" y="330188"/>
                  </a:lnTo>
                  <a:lnTo>
                    <a:pt x="0" y="325023"/>
                  </a:lnTo>
                  <a:lnTo>
                    <a:pt x="0" y="319276"/>
                  </a:lnTo>
                  <a:lnTo>
                    <a:pt x="13053" y="313552"/>
                  </a:lnTo>
                  <a:lnTo>
                    <a:pt x="18797" y="319276"/>
                  </a:lnTo>
                  <a:lnTo>
                    <a:pt x="18797" y="325023"/>
                  </a:lnTo>
                  <a:close/>
                </a:path>
                <a:path w="19050" h="1293495">
                  <a:moveTo>
                    <a:pt x="18797" y="397362"/>
                  </a:moveTo>
                  <a:lnTo>
                    <a:pt x="18797" y="447875"/>
                  </a:lnTo>
                  <a:lnTo>
                    <a:pt x="18797" y="453622"/>
                  </a:lnTo>
                  <a:lnTo>
                    <a:pt x="13053" y="453622"/>
                  </a:lnTo>
                  <a:lnTo>
                    <a:pt x="6526" y="453622"/>
                  </a:lnTo>
                  <a:lnTo>
                    <a:pt x="0" y="453622"/>
                  </a:lnTo>
                  <a:lnTo>
                    <a:pt x="0" y="447875"/>
                  </a:lnTo>
                  <a:lnTo>
                    <a:pt x="0" y="397362"/>
                  </a:lnTo>
                  <a:lnTo>
                    <a:pt x="0" y="386449"/>
                  </a:lnTo>
                  <a:lnTo>
                    <a:pt x="13053" y="386449"/>
                  </a:lnTo>
                  <a:lnTo>
                    <a:pt x="18797" y="386449"/>
                  </a:lnTo>
                  <a:lnTo>
                    <a:pt x="18797" y="392196"/>
                  </a:lnTo>
                  <a:lnTo>
                    <a:pt x="18797" y="397362"/>
                  </a:lnTo>
                  <a:close/>
                </a:path>
                <a:path w="19050" h="1293495">
                  <a:moveTo>
                    <a:pt x="18797" y="515025"/>
                  </a:moveTo>
                  <a:lnTo>
                    <a:pt x="18797" y="520772"/>
                  </a:lnTo>
                  <a:lnTo>
                    <a:pt x="18797" y="526519"/>
                  </a:lnTo>
                  <a:lnTo>
                    <a:pt x="13053" y="526519"/>
                  </a:lnTo>
                  <a:lnTo>
                    <a:pt x="6526" y="526519"/>
                  </a:lnTo>
                  <a:lnTo>
                    <a:pt x="0" y="526519"/>
                  </a:lnTo>
                  <a:lnTo>
                    <a:pt x="0" y="515025"/>
                  </a:lnTo>
                  <a:lnTo>
                    <a:pt x="0" y="509301"/>
                  </a:lnTo>
                  <a:lnTo>
                    <a:pt x="13053" y="509301"/>
                  </a:lnTo>
                  <a:lnTo>
                    <a:pt x="18797" y="509301"/>
                  </a:lnTo>
                  <a:lnTo>
                    <a:pt x="18797" y="515025"/>
                  </a:lnTo>
                  <a:close/>
                </a:path>
                <a:path w="19050" h="1293495">
                  <a:moveTo>
                    <a:pt x="18797" y="587945"/>
                  </a:moveTo>
                  <a:lnTo>
                    <a:pt x="18797" y="638459"/>
                  </a:lnTo>
                  <a:lnTo>
                    <a:pt x="18797" y="643625"/>
                  </a:lnTo>
                  <a:lnTo>
                    <a:pt x="13053" y="649372"/>
                  </a:lnTo>
                  <a:lnTo>
                    <a:pt x="6526" y="649372"/>
                  </a:lnTo>
                  <a:lnTo>
                    <a:pt x="0" y="643625"/>
                  </a:lnTo>
                  <a:lnTo>
                    <a:pt x="0" y="638459"/>
                  </a:lnTo>
                  <a:lnTo>
                    <a:pt x="0" y="587945"/>
                  </a:lnTo>
                  <a:lnTo>
                    <a:pt x="0" y="582198"/>
                  </a:lnTo>
                  <a:lnTo>
                    <a:pt x="13053" y="576451"/>
                  </a:lnTo>
                  <a:lnTo>
                    <a:pt x="18797" y="582198"/>
                  </a:lnTo>
                  <a:lnTo>
                    <a:pt x="18797" y="587945"/>
                  </a:lnTo>
                  <a:close/>
                </a:path>
                <a:path w="19050" h="1293495">
                  <a:moveTo>
                    <a:pt x="18797" y="710798"/>
                  </a:moveTo>
                  <a:lnTo>
                    <a:pt x="18797" y="716522"/>
                  </a:lnTo>
                  <a:lnTo>
                    <a:pt x="13053" y="716522"/>
                  </a:lnTo>
                  <a:lnTo>
                    <a:pt x="6526" y="716522"/>
                  </a:lnTo>
                  <a:lnTo>
                    <a:pt x="0" y="716522"/>
                  </a:lnTo>
                  <a:lnTo>
                    <a:pt x="0" y="710798"/>
                  </a:lnTo>
                  <a:lnTo>
                    <a:pt x="0" y="705632"/>
                  </a:lnTo>
                  <a:lnTo>
                    <a:pt x="13053" y="699885"/>
                  </a:lnTo>
                  <a:lnTo>
                    <a:pt x="18797" y="705632"/>
                  </a:lnTo>
                  <a:lnTo>
                    <a:pt x="18797" y="710798"/>
                  </a:lnTo>
                  <a:close/>
                </a:path>
                <a:path w="19050" h="1293495">
                  <a:moveTo>
                    <a:pt x="18797" y="777948"/>
                  </a:moveTo>
                  <a:lnTo>
                    <a:pt x="18797" y="834209"/>
                  </a:lnTo>
                  <a:lnTo>
                    <a:pt x="18797" y="839956"/>
                  </a:lnTo>
                  <a:lnTo>
                    <a:pt x="13053" y="839956"/>
                  </a:lnTo>
                  <a:lnTo>
                    <a:pt x="6526" y="839956"/>
                  </a:lnTo>
                  <a:lnTo>
                    <a:pt x="0" y="839956"/>
                  </a:lnTo>
                  <a:lnTo>
                    <a:pt x="0" y="834209"/>
                  </a:lnTo>
                  <a:lnTo>
                    <a:pt x="0" y="777948"/>
                  </a:lnTo>
                  <a:lnTo>
                    <a:pt x="0" y="772782"/>
                  </a:lnTo>
                  <a:lnTo>
                    <a:pt x="13053" y="772782"/>
                  </a:lnTo>
                  <a:lnTo>
                    <a:pt x="18797" y="772782"/>
                  </a:lnTo>
                  <a:lnTo>
                    <a:pt x="18797" y="777948"/>
                  </a:lnTo>
                  <a:close/>
                </a:path>
                <a:path w="19050" h="1293495">
                  <a:moveTo>
                    <a:pt x="18797" y="901382"/>
                  </a:moveTo>
                  <a:lnTo>
                    <a:pt x="18797" y="907106"/>
                  </a:lnTo>
                  <a:lnTo>
                    <a:pt x="13053" y="912271"/>
                  </a:lnTo>
                  <a:lnTo>
                    <a:pt x="6526" y="912271"/>
                  </a:lnTo>
                  <a:lnTo>
                    <a:pt x="0" y="907106"/>
                  </a:lnTo>
                  <a:lnTo>
                    <a:pt x="0" y="901382"/>
                  </a:lnTo>
                  <a:lnTo>
                    <a:pt x="0" y="895635"/>
                  </a:lnTo>
                  <a:lnTo>
                    <a:pt x="13053" y="895635"/>
                  </a:lnTo>
                  <a:lnTo>
                    <a:pt x="18797" y="895635"/>
                  </a:lnTo>
                  <a:lnTo>
                    <a:pt x="18797" y="901382"/>
                  </a:lnTo>
                  <a:close/>
                </a:path>
                <a:path w="19050" h="1293495">
                  <a:moveTo>
                    <a:pt x="18797" y="974279"/>
                  </a:moveTo>
                  <a:lnTo>
                    <a:pt x="18797" y="1024211"/>
                  </a:lnTo>
                  <a:lnTo>
                    <a:pt x="18797" y="1029958"/>
                  </a:lnTo>
                  <a:lnTo>
                    <a:pt x="13053" y="1029958"/>
                  </a:lnTo>
                  <a:lnTo>
                    <a:pt x="13053" y="1035705"/>
                  </a:lnTo>
                  <a:lnTo>
                    <a:pt x="6526" y="1029958"/>
                  </a:lnTo>
                  <a:lnTo>
                    <a:pt x="0" y="1029958"/>
                  </a:lnTo>
                  <a:lnTo>
                    <a:pt x="0" y="1024211"/>
                  </a:lnTo>
                  <a:lnTo>
                    <a:pt x="0" y="974279"/>
                  </a:lnTo>
                  <a:lnTo>
                    <a:pt x="0" y="968532"/>
                  </a:lnTo>
                  <a:lnTo>
                    <a:pt x="13053" y="962808"/>
                  </a:lnTo>
                  <a:lnTo>
                    <a:pt x="18797" y="968532"/>
                  </a:lnTo>
                  <a:lnTo>
                    <a:pt x="18797" y="974279"/>
                  </a:lnTo>
                  <a:close/>
                </a:path>
                <a:path w="19050" h="1293495">
                  <a:moveTo>
                    <a:pt x="18797" y="1097131"/>
                  </a:moveTo>
                  <a:lnTo>
                    <a:pt x="18797" y="1102878"/>
                  </a:lnTo>
                  <a:lnTo>
                    <a:pt x="13053" y="1102878"/>
                  </a:lnTo>
                  <a:lnTo>
                    <a:pt x="6526" y="1102878"/>
                  </a:lnTo>
                  <a:lnTo>
                    <a:pt x="0" y="1102878"/>
                  </a:lnTo>
                  <a:lnTo>
                    <a:pt x="0" y="1097131"/>
                  </a:lnTo>
                  <a:lnTo>
                    <a:pt x="0" y="1086219"/>
                  </a:lnTo>
                  <a:lnTo>
                    <a:pt x="13053" y="1086219"/>
                  </a:lnTo>
                  <a:lnTo>
                    <a:pt x="18797" y="1086219"/>
                  </a:lnTo>
                  <a:lnTo>
                    <a:pt x="18797" y="1091384"/>
                  </a:lnTo>
                  <a:lnTo>
                    <a:pt x="18797" y="1097131"/>
                  </a:lnTo>
                  <a:close/>
                </a:path>
                <a:path w="19050" h="1293495">
                  <a:moveTo>
                    <a:pt x="18797" y="1164281"/>
                  </a:moveTo>
                  <a:lnTo>
                    <a:pt x="18797" y="1214818"/>
                  </a:lnTo>
                  <a:lnTo>
                    <a:pt x="18797" y="1220542"/>
                  </a:lnTo>
                  <a:lnTo>
                    <a:pt x="18797" y="1225707"/>
                  </a:lnTo>
                  <a:lnTo>
                    <a:pt x="13053" y="1225707"/>
                  </a:lnTo>
                  <a:lnTo>
                    <a:pt x="6526" y="1225707"/>
                  </a:lnTo>
                  <a:lnTo>
                    <a:pt x="0" y="1225707"/>
                  </a:lnTo>
                  <a:lnTo>
                    <a:pt x="0" y="1214818"/>
                  </a:lnTo>
                  <a:lnTo>
                    <a:pt x="0" y="1164281"/>
                  </a:lnTo>
                  <a:lnTo>
                    <a:pt x="0" y="1158557"/>
                  </a:lnTo>
                  <a:lnTo>
                    <a:pt x="13053" y="1153392"/>
                  </a:lnTo>
                  <a:lnTo>
                    <a:pt x="18797" y="1158557"/>
                  </a:lnTo>
                  <a:lnTo>
                    <a:pt x="18797" y="1164281"/>
                  </a:lnTo>
                  <a:close/>
                </a:path>
                <a:path w="19050" h="1293495">
                  <a:moveTo>
                    <a:pt x="18797" y="1287715"/>
                  </a:moveTo>
                  <a:lnTo>
                    <a:pt x="18797" y="1292880"/>
                  </a:lnTo>
                  <a:lnTo>
                    <a:pt x="13053" y="1292880"/>
                  </a:lnTo>
                  <a:lnTo>
                    <a:pt x="6526" y="1292880"/>
                  </a:lnTo>
                  <a:lnTo>
                    <a:pt x="0" y="1292880"/>
                  </a:lnTo>
                  <a:lnTo>
                    <a:pt x="0" y="1287715"/>
                  </a:lnTo>
                  <a:lnTo>
                    <a:pt x="0" y="1281968"/>
                  </a:lnTo>
                  <a:lnTo>
                    <a:pt x="13053" y="1276221"/>
                  </a:lnTo>
                  <a:lnTo>
                    <a:pt x="18797" y="1281968"/>
                  </a:lnTo>
                  <a:lnTo>
                    <a:pt x="18797" y="1287715"/>
                  </a:lnTo>
                  <a:close/>
                </a:path>
              </a:pathLst>
            </a:custGeom>
            <a:ln w="6115">
              <a:solidFill>
                <a:srgbClr val="000000"/>
              </a:solidFill>
            </a:ln>
          </p:spPr>
          <p:txBody>
            <a:bodyPr wrap="square" lIns="0" tIns="0" rIns="0" bIns="0" rtlCol="0"/>
            <a:lstStyle/>
            <a:p/>
          </p:txBody>
        </p:sp>
        <p:sp>
          <p:nvSpPr>
            <p:cNvPr id="91" name="object 91" descr=""/>
            <p:cNvSpPr/>
            <p:nvPr/>
          </p:nvSpPr>
          <p:spPr>
            <a:xfrm>
              <a:off x="7057544" y="2946329"/>
              <a:ext cx="19050" cy="1292860"/>
            </a:xfrm>
            <a:custGeom>
              <a:avLst/>
              <a:gdLst/>
              <a:ahLst/>
              <a:cxnLst/>
              <a:rect l="l" t="t" r="r" b="b"/>
              <a:pathLst>
                <a:path w="19050" h="1292860">
                  <a:moveTo>
                    <a:pt x="13053" y="0"/>
                  </a:moveTo>
                  <a:lnTo>
                    <a:pt x="6526" y="5118"/>
                  </a:lnTo>
                  <a:lnTo>
                    <a:pt x="0" y="5118"/>
                  </a:lnTo>
                  <a:lnTo>
                    <a:pt x="0" y="67243"/>
                  </a:lnTo>
                  <a:lnTo>
                    <a:pt x="6526" y="67243"/>
                  </a:lnTo>
                  <a:lnTo>
                    <a:pt x="6526" y="72361"/>
                  </a:lnTo>
                  <a:lnTo>
                    <a:pt x="13053" y="72361"/>
                  </a:lnTo>
                  <a:lnTo>
                    <a:pt x="18797" y="67243"/>
                  </a:lnTo>
                  <a:lnTo>
                    <a:pt x="18797" y="5118"/>
                  </a:lnTo>
                  <a:lnTo>
                    <a:pt x="13053" y="0"/>
                  </a:lnTo>
                  <a:close/>
                </a:path>
                <a:path w="19050" h="1292860">
                  <a:moveTo>
                    <a:pt x="13053" y="122852"/>
                  </a:moveTo>
                  <a:lnTo>
                    <a:pt x="6526" y="128669"/>
                  </a:lnTo>
                  <a:lnTo>
                    <a:pt x="0" y="128669"/>
                  </a:lnTo>
                  <a:lnTo>
                    <a:pt x="0" y="134253"/>
                  </a:lnTo>
                  <a:lnTo>
                    <a:pt x="6526" y="139372"/>
                  </a:lnTo>
                  <a:lnTo>
                    <a:pt x="18797" y="139372"/>
                  </a:lnTo>
                  <a:lnTo>
                    <a:pt x="18797" y="128669"/>
                  </a:lnTo>
                  <a:lnTo>
                    <a:pt x="13053" y="122852"/>
                  </a:lnTo>
                  <a:close/>
                </a:path>
                <a:path w="19050" h="1292860">
                  <a:moveTo>
                    <a:pt x="18797" y="195679"/>
                  </a:moveTo>
                  <a:lnTo>
                    <a:pt x="6526" y="195679"/>
                  </a:lnTo>
                  <a:lnTo>
                    <a:pt x="0" y="201496"/>
                  </a:lnTo>
                  <a:lnTo>
                    <a:pt x="0" y="257105"/>
                  </a:lnTo>
                  <a:lnTo>
                    <a:pt x="6526" y="262922"/>
                  </a:lnTo>
                  <a:lnTo>
                    <a:pt x="18797" y="262922"/>
                  </a:lnTo>
                  <a:lnTo>
                    <a:pt x="18797" y="195679"/>
                  </a:lnTo>
                  <a:close/>
                </a:path>
                <a:path w="19050" h="1292860">
                  <a:moveTo>
                    <a:pt x="13053" y="330165"/>
                  </a:moveTo>
                  <a:lnTo>
                    <a:pt x="6526" y="330165"/>
                  </a:lnTo>
                  <a:lnTo>
                    <a:pt x="13053" y="335749"/>
                  </a:lnTo>
                  <a:lnTo>
                    <a:pt x="13053" y="330165"/>
                  </a:lnTo>
                  <a:close/>
                </a:path>
                <a:path w="19050" h="1292860">
                  <a:moveTo>
                    <a:pt x="13053" y="313412"/>
                  </a:moveTo>
                  <a:lnTo>
                    <a:pt x="6526" y="318531"/>
                  </a:lnTo>
                  <a:lnTo>
                    <a:pt x="0" y="318531"/>
                  </a:lnTo>
                  <a:lnTo>
                    <a:pt x="0" y="330165"/>
                  </a:lnTo>
                  <a:lnTo>
                    <a:pt x="18797" y="330165"/>
                  </a:lnTo>
                  <a:lnTo>
                    <a:pt x="18797" y="318531"/>
                  </a:lnTo>
                  <a:lnTo>
                    <a:pt x="13053" y="313412"/>
                  </a:lnTo>
                  <a:close/>
                </a:path>
                <a:path w="19050" h="1292860">
                  <a:moveTo>
                    <a:pt x="18797" y="385774"/>
                  </a:moveTo>
                  <a:lnTo>
                    <a:pt x="6526" y="385774"/>
                  </a:lnTo>
                  <a:lnTo>
                    <a:pt x="0" y="391591"/>
                  </a:lnTo>
                  <a:lnTo>
                    <a:pt x="0" y="453017"/>
                  </a:lnTo>
                  <a:lnTo>
                    <a:pt x="18797" y="453017"/>
                  </a:lnTo>
                  <a:lnTo>
                    <a:pt x="18797" y="385774"/>
                  </a:lnTo>
                  <a:close/>
                </a:path>
                <a:path w="19050" h="1292860">
                  <a:moveTo>
                    <a:pt x="18797" y="509185"/>
                  </a:moveTo>
                  <a:lnTo>
                    <a:pt x="6526" y="509185"/>
                  </a:lnTo>
                  <a:lnTo>
                    <a:pt x="0" y="514909"/>
                  </a:lnTo>
                  <a:lnTo>
                    <a:pt x="0" y="520074"/>
                  </a:lnTo>
                  <a:lnTo>
                    <a:pt x="6526" y="525821"/>
                  </a:lnTo>
                  <a:lnTo>
                    <a:pt x="18797" y="525821"/>
                  </a:lnTo>
                  <a:lnTo>
                    <a:pt x="18797" y="509185"/>
                  </a:lnTo>
                  <a:close/>
                </a:path>
                <a:path w="19050" h="1292860">
                  <a:moveTo>
                    <a:pt x="13053" y="576335"/>
                  </a:moveTo>
                  <a:lnTo>
                    <a:pt x="6526" y="582082"/>
                  </a:lnTo>
                  <a:lnTo>
                    <a:pt x="0" y="582082"/>
                  </a:lnTo>
                  <a:lnTo>
                    <a:pt x="0" y="643508"/>
                  </a:lnTo>
                  <a:lnTo>
                    <a:pt x="6526" y="643508"/>
                  </a:lnTo>
                  <a:lnTo>
                    <a:pt x="6526" y="649255"/>
                  </a:lnTo>
                  <a:lnTo>
                    <a:pt x="13053" y="649255"/>
                  </a:lnTo>
                  <a:lnTo>
                    <a:pt x="18797" y="643508"/>
                  </a:lnTo>
                  <a:lnTo>
                    <a:pt x="18797" y="582082"/>
                  </a:lnTo>
                  <a:lnTo>
                    <a:pt x="13053" y="576335"/>
                  </a:lnTo>
                  <a:close/>
                </a:path>
                <a:path w="19050" h="1292860">
                  <a:moveTo>
                    <a:pt x="13053" y="699769"/>
                  </a:moveTo>
                  <a:lnTo>
                    <a:pt x="6526" y="704934"/>
                  </a:lnTo>
                  <a:lnTo>
                    <a:pt x="0" y="704934"/>
                  </a:lnTo>
                  <a:lnTo>
                    <a:pt x="0" y="710658"/>
                  </a:lnTo>
                  <a:lnTo>
                    <a:pt x="6526" y="716405"/>
                  </a:lnTo>
                  <a:lnTo>
                    <a:pt x="18797" y="716405"/>
                  </a:lnTo>
                  <a:lnTo>
                    <a:pt x="18797" y="704934"/>
                  </a:lnTo>
                  <a:lnTo>
                    <a:pt x="13053" y="699769"/>
                  </a:lnTo>
                  <a:close/>
                </a:path>
                <a:path w="19050" h="1292860">
                  <a:moveTo>
                    <a:pt x="18797" y="772084"/>
                  </a:moveTo>
                  <a:lnTo>
                    <a:pt x="6526" y="772084"/>
                  </a:lnTo>
                  <a:lnTo>
                    <a:pt x="0" y="777831"/>
                  </a:lnTo>
                  <a:lnTo>
                    <a:pt x="0" y="834092"/>
                  </a:lnTo>
                  <a:lnTo>
                    <a:pt x="6526" y="839258"/>
                  </a:lnTo>
                  <a:lnTo>
                    <a:pt x="18797" y="839258"/>
                  </a:lnTo>
                  <a:lnTo>
                    <a:pt x="18797" y="772084"/>
                  </a:lnTo>
                  <a:close/>
                </a:path>
                <a:path w="19050" h="1292860">
                  <a:moveTo>
                    <a:pt x="18797" y="895518"/>
                  </a:moveTo>
                  <a:lnTo>
                    <a:pt x="6526" y="895518"/>
                  </a:lnTo>
                  <a:lnTo>
                    <a:pt x="0" y="901242"/>
                  </a:lnTo>
                  <a:lnTo>
                    <a:pt x="0" y="906431"/>
                  </a:lnTo>
                  <a:lnTo>
                    <a:pt x="6526" y="906431"/>
                  </a:lnTo>
                  <a:lnTo>
                    <a:pt x="6526" y="912155"/>
                  </a:lnTo>
                  <a:lnTo>
                    <a:pt x="13053" y="912155"/>
                  </a:lnTo>
                  <a:lnTo>
                    <a:pt x="18797" y="906431"/>
                  </a:lnTo>
                  <a:lnTo>
                    <a:pt x="18797" y="895518"/>
                  </a:lnTo>
                  <a:close/>
                </a:path>
                <a:path w="19050" h="1292860">
                  <a:moveTo>
                    <a:pt x="13053" y="1029841"/>
                  </a:moveTo>
                  <a:lnTo>
                    <a:pt x="6526" y="1029841"/>
                  </a:lnTo>
                  <a:lnTo>
                    <a:pt x="13053" y="1035589"/>
                  </a:lnTo>
                  <a:lnTo>
                    <a:pt x="13053" y="1029841"/>
                  </a:lnTo>
                  <a:close/>
                </a:path>
                <a:path w="19050" h="1292860">
                  <a:moveTo>
                    <a:pt x="13053" y="962668"/>
                  </a:moveTo>
                  <a:lnTo>
                    <a:pt x="6526" y="968415"/>
                  </a:lnTo>
                  <a:lnTo>
                    <a:pt x="0" y="968415"/>
                  </a:lnTo>
                  <a:lnTo>
                    <a:pt x="0" y="1029841"/>
                  </a:lnTo>
                  <a:lnTo>
                    <a:pt x="18797" y="1029841"/>
                  </a:lnTo>
                  <a:lnTo>
                    <a:pt x="18797" y="968415"/>
                  </a:lnTo>
                  <a:lnTo>
                    <a:pt x="13053" y="962668"/>
                  </a:lnTo>
                  <a:close/>
                </a:path>
                <a:path w="19050" h="1292860">
                  <a:moveTo>
                    <a:pt x="18797" y="1085521"/>
                  </a:moveTo>
                  <a:lnTo>
                    <a:pt x="6526" y="1085521"/>
                  </a:lnTo>
                  <a:lnTo>
                    <a:pt x="0" y="1091268"/>
                  </a:lnTo>
                  <a:lnTo>
                    <a:pt x="0" y="1097015"/>
                  </a:lnTo>
                  <a:lnTo>
                    <a:pt x="6526" y="1102738"/>
                  </a:lnTo>
                  <a:lnTo>
                    <a:pt x="18797" y="1102738"/>
                  </a:lnTo>
                  <a:lnTo>
                    <a:pt x="18797" y="1085521"/>
                  </a:lnTo>
                  <a:close/>
                </a:path>
                <a:path w="19050" h="1292860">
                  <a:moveTo>
                    <a:pt x="13053" y="1152694"/>
                  </a:moveTo>
                  <a:lnTo>
                    <a:pt x="6526" y="1158441"/>
                  </a:lnTo>
                  <a:lnTo>
                    <a:pt x="0" y="1158441"/>
                  </a:lnTo>
                  <a:lnTo>
                    <a:pt x="0" y="1219844"/>
                  </a:lnTo>
                  <a:lnTo>
                    <a:pt x="6526" y="1225591"/>
                  </a:lnTo>
                  <a:lnTo>
                    <a:pt x="18797" y="1225591"/>
                  </a:lnTo>
                  <a:lnTo>
                    <a:pt x="18797" y="1158441"/>
                  </a:lnTo>
                  <a:lnTo>
                    <a:pt x="13053" y="1152694"/>
                  </a:lnTo>
                  <a:close/>
                </a:path>
                <a:path w="19050" h="1292860">
                  <a:moveTo>
                    <a:pt x="13053" y="1276104"/>
                  </a:moveTo>
                  <a:lnTo>
                    <a:pt x="6526" y="1281852"/>
                  </a:lnTo>
                  <a:lnTo>
                    <a:pt x="0" y="1281852"/>
                  </a:lnTo>
                  <a:lnTo>
                    <a:pt x="0" y="1292764"/>
                  </a:lnTo>
                  <a:lnTo>
                    <a:pt x="18797" y="1292764"/>
                  </a:lnTo>
                  <a:lnTo>
                    <a:pt x="18797" y="1281852"/>
                  </a:lnTo>
                  <a:lnTo>
                    <a:pt x="13053" y="1276104"/>
                  </a:lnTo>
                  <a:close/>
                </a:path>
              </a:pathLst>
            </a:custGeom>
            <a:solidFill>
              <a:srgbClr val="000000"/>
            </a:solidFill>
          </p:spPr>
          <p:txBody>
            <a:bodyPr wrap="square" lIns="0" tIns="0" rIns="0" bIns="0" rtlCol="0"/>
            <a:lstStyle/>
            <a:p/>
          </p:txBody>
        </p:sp>
        <p:sp>
          <p:nvSpPr>
            <p:cNvPr id="92" name="object 92" descr=""/>
            <p:cNvSpPr/>
            <p:nvPr/>
          </p:nvSpPr>
          <p:spPr>
            <a:xfrm>
              <a:off x="7057544" y="2946329"/>
              <a:ext cx="19050" cy="1292860"/>
            </a:xfrm>
            <a:custGeom>
              <a:avLst/>
              <a:gdLst/>
              <a:ahLst/>
              <a:cxnLst/>
              <a:rect l="l" t="t" r="r" b="b"/>
              <a:pathLst>
                <a:path w="19050" h="1292860">
                  <a:moveTo>
                    <a:pt x="18797" y="10935"/>
                  </a:moveTo>
                  <a:lnTo>
                    <a:pt x="18797" y="61426"/>
                  </a:lnTo>
                  <a:lnTo>
                    <a:pt x="18797" y="67243"/>
                  </a:lnTo>
                  <a:lnTo>
                    <a:pt x="13053" y="72361"/>
                  </a:lnTo>
                  <a:lnTo>
                    <a:pt x="6526" y="72361"/>
                  </a:lnTo>
                  <a:lnTo>
                    <a:pt x="6526" y="67243"/>
                  </a:lnTo>
                  <a:lnTo>
                    <a:pt x="0" y="67243"/>
                  </a:lnTo>
                  <a:lnTo>
                    <a:pt x="0" y="61426"/>
                  </a:lnTo>
                  <a:lnTo>
                    <a:pt x="0" y="10935"/>
                  </a:lnTo>
                  <a:lnTo>
                    <a:pt x="0" y="5118"/>
                  </a:lnTo>
                  <a:lnTo>
                    <a:pt x="6526" y="5118"/>
                  </a:lnTo>
                  <a:lnTo>
                    <a:pt x="13053" y="0"/>
                  </a:lnTo>
                  <a:lnTo>
                    <a:pt x="18797" y="5118"/>
                  </a:lnTo>
                  <a:lnTo>
                    <a:pt x="18797" y="10935"/>
                  </a:lnTo>
                  <a:close/>
                </a:path>
                <a:path w="19050" h="1292860">
                  <a:moveTo>
                    <a:pt x="18797" y="134253"/>
                  </a:moveTo>
                  <a:lnTo>
                    <a:pt x="18797" y="139372"/>
                  </a:lnTo>
                  <a:lnTo>
                    <a:pt x="13053" y="139372"/>
                  </a:lnTo>
                  <a:lnTo>
                    <a:pt x="6526" y="139372"/>
                  </a:lnTo>
                  <a:lnTo>
                    <a:pt x="0" y="134253"/>
                  </a:lnTo>
                  <a:lnTo>
                    <a:pt x="0" y="128669"/>
                  </a:lnTo>
                  <a:lnTo>
                    <a:pt x="6526" y="128669"/>
                  </a:lnTo>
                  <a:lnTo>
                    <a:pt x="13053" y="122852"/>
                  </a:lnTo>
                  <a:lnTo>
                    <a:pt x="18797" y="128669"/>
                  </a:lnTo>
                  <a:lnTo>
                    <a:pt x="18797" y="134253"/>
                  </a:lnTo>
                  <a:close/>
                </a:path>
                <a:path w="19050" h="1292860">
                  <a:moveTo>
                    <a:pt x="18797" y="201496"/>
                  </a:moveTo>
                  <a:lnTo>
                    <a:pt x="18797" y="257105"/>
                  </a:lnTo>
                  <a:lnTo>
                    <a:pt x="18797" y="262922"/>
                  </a:lnTo>
                  <a:lnTo>
                    <a:pt x="13053" y="262922"/>
                  </a:lnTo>
                  <a:lnTo>
                    <a:pt x="6526" y="262922"/>
                  </a:lnTo>
                  <a:lnTo>
                    <a:pt x="0" y="257105"/>
                  </a:lnTo>
                  <a:lnTo>
                    <a:pt x="0" y="201496"/>
                  </a:lnTo>
                  <a:lnTo>
                    <a:pt x="6526" y="195679"/>
                  </a:lnTo>
                  <a:lnTo>
                    <a:pt x="13053" y="195679"/>
                  </a:lnTo>
                  <a:lnTo>
                    <a:pt x="18797" y="195679"/>
                  </a:lnTo>
                  <a:lnTo>
                    <a:pt x="18797" y="201496"/>
                  </a:lnTo>
                  <a:close/>
                </a:path>
                <a:path w="19050" h="1292860">
                  <a:moveTo>
                    <a:pt x="18797" y="324348"/>
                  </a:moveTo>
                  <a:lnTo>
                    <a:pt x="18797" y="330165"/>
                  </a:lnTo>
                  <a:lnTo>
                    <a:pt x="13053" y="330165"/>
                  </a:lnTo>
                  <a:lnTo>
                    <a:pt x="13053" y="335749"/>
                  </a:lnTo>
                  <a:lnTo>
                    <a:pt x="6526" y="330165"/>
                  </a:lnTo>
                  <a:lnTo>
                    <a:pt x="0" y="330165"/>
                  </a:lnTo>
                  <a:lnTo>
                    <a:pt x="0" y="324348"/>
                  </a:lnTo>
                  <a:lnTo>
                    <a:pt x="0" y="318531"/>
                  </a:lnTo>
                  <a:lnTo>
                    <a:pt x="6526" y="318531"/>
                  </a:lnTo>
                  <a:lnTo>
                    <a:pt x="13053" y="313412"/>
                  </a:lnTo>
                  <a:lnTo>
                    <a:pt x="18797" y="318531"/>
                  </a:lnTo>
                  <a:lnTo>
                    <a:pt x="18797" y="324348"/>
                  </a:lnTo>
                  <a:close/>
                </a:path>
                <a:path w="19050" h="1292860">
                  <a:moveTo>
                    <a:pt x="18797" y="397175"/>
                  </a:moveTo>
                  <a:lnTo>
                    <a:pt x="18797" y="447666"/>
                  </a:lnTo>
                  <a:lnTo>
                    <a:pt x="18797" y="453017"/>
                  </a:lnTo>
                  <a:lnTo>
                    <a:pt x="13053" y="453017"/>
                  </a:lnTo>
                  <a:lnTo>
                    <a:pt x="6526" y="453017"/>
                  </a:lnTo>
                  <a:lnTo>
                    <a:pt x="0" y="453017"/>
                  </a:lnTo>
                  <a:lnTo>
                    <a:pt x="0" y="447666"/>
                  </a:lnTo>
                  <a:lnTo>
                    <a:pt x="0" y="397175"/>
                  </a:lnTo>
                  <a:lnTo>
                    <a:pt x="0" y="391591"/>
                  </a:lnTo>
                  <a:lnTo>
                    <a:pt x="6526" y="385774"/>
                  </a:lnTo>
                  <a:lnTo>
                    <a:pt x="13053" y="385774"/>
                  </a:lnTo>
                  <a:lnTo>
                    <a:pt x="18797" y="385774"/>
                  </a:lnTo>
                  <a:lnTo>
                    <a:pt x="18797" y="397175"/>
                  </a:lnTo>
                  <a:close/>
                </a:path>
                <a:path w="19050" h="1292860">
                  <a:moveTo>
                    <a:pt x="18797" y="514909"/>
                  </a:moveTo>
                  <a:lnTo>
                    <a:pt x="18797" y="525821"/>
                  </a:lnTo>
                  <a:lnTo>
                    <a:pt x="13053" y="525821"/>
                  </a:lnTo>
                  <a:lnTo>
                    <a:pt x="6526" y="525821"/>
                  </a:lnTo>
                  <a:lnTo>
                    <a:pt x="0" y="520074"/>
                  </a:lnTo>
                  <a:lnTo>
                    <a:pt x="0" y="514909"/>
                  </a:lnTo>
                  <a:lnTo>
                    <a:pt x="6526" y="509185"/>
                  </a:lnTo>
                  <a:lnTo>
                    <a:pt x="13053" y="509185"/>
                  </a:lnTo>
                  <a:lnTo>
                    <a:pt x="18797" y="509185"/>
                  </a:lnTo>
                  <a:lnTo>
                    <a:pt x="18797" y="514909"/>
                  </a:lnTo>
                  <a:close/>
                </a:path>
                <a:path w="19050" h="1292860">
                  <a:moveTo>
                    <a:pt x="18797" y="587829"/>
                  </a:moveTo>
                  <a:lnTo>
                    <a:pt x="18797" y="637761"/>
                  </a:lnTo>
                  <a:lnTo>
                    <a:pt x="18797" y="643508"/>
                  </a:lnTo>
                  <a:lnTo>
                    <a:pt x="13053" y="649255"/>
                  </a:lnTo>
                  <a:lnTo>
                    <a:pt x="6526" y="649255"/>
                  </a:lnTo>
                  <a:lnTo>
                    <a:pt x="6526" y="643508"/>
                  </a:lnTo>
                  <a:lnTo>
                    <a:pt x="0" y="643508"/>
                  </a:lnTo>
                  <a:lnTo>
                    <a:pt x="0" y="637761"/>
                  </a:lnTo>
                  <a:lnTo>
                    <a:pt x="0" y="587829"/>
                  </a:lnTo>
                  <a:lnTo>
                    <a:pt x="0" y="582082"/>
                  </a:lnTo>
                  <a:lnTo>
                    <a:pt x="6526" y="582082"/>
                  </a:lnTo>
                  <a:lnTo>
                    <a:pt x="13053" y="576335"/>
                  </a:lnTo>
                  <a:lnTo>
                    <a:pt x="18797" y="582082"/>
                  </a:lnTo>
                  <a:lnTo>
                    <a:pt x="18797" y="587829"/>
                  </a:lnTo>
                  <a:close/>
                </a:path>
                <a:path w="19050" h="1292860">
                  <a:moveTo>
                    <a:pt x="18797" y="710658"/>
                  </a:moveTo>
                  <a:lnTo>
                    <a:pt x="18797" y="716405"/>
                  </a:lnTo>
                  <a:lnTo>
                    <a:pt x="13053" y="716405"/>
                  </a:lnTo>
                  <a:lnTo>
                    <a:pt x="6526" y="716405"/>
                  </a:lnTo>
                  <a:lnTo>
                    <a:pt x="0" y="710658"/>
                  </a:lnTo>
                  <a:lnTo>
                    <a:pt x="0" y="704934"/>
                  </a:lnTo>
                  <a:lnTo>
                    <a:pt x="6526" y="704934"/>
                  </a:lnTo>
                  <a:lnTo>
                    <a:pt x="13053" y="699769"/>
                  </a:lnTo>
                  <a:lnTo>
                    <a:pt x="18797" y="704934"/>
                  </a:lnTo>
                  <a:lnTo>
                    <a:pt x="18797" y="710658"/>
                  </a:lnTo>
                  <a:close/>
                </a:path>
                <a:path w="19050" h="1292860">
                  <a:moveTo>
                    <a:pt x="18797" y="777831"/>
                  </a:moveTo>
                  <a:lnTo>
                    <a:pt x="18797" y="834092"/>
                  </a:lnTo>
                  <a:lnTo>
                    <a:pt x="18797" y="839258"/>
                  </a:lnTo>
                  <a:lnTo>
                    <a:pt x="13053" y="839258"/>
                  </a:lnTo>
                  <a:lnTo>
                    <a:pt x="6526" y="839258"/>
                  </a:lnTo>
                  <a:lnTo>
                    <a:pt x="0" y="834092"/>
                  </a:lnTo>
                  <a:lnTo>
                    <a:pt x="0" y="777831"/>
                  </a:lnTo>
                  <a:lnTo>
                    <a:pt x="6526" y="772084"/>
                  </a:lnTo>
                  <a:lnTo>
                    <a:pt x="13053" y="772084"/>
                  </a:lnTo>
                  <a:lnTo>
                    <a:pt x="18797" y="772084"/>
                  </a:lnTo>
                  <a:lnTo>
                    <a:pt x="18797" y="777831"/>
                  </a:lnTo>
                  <a:close/>
                </a:path>
                <a:path w="19050" h="1292860">
                  <a:moveTo>
                    <a:pt x="18797" y="901242"/>
                  </a:moveTo>
                  <a:lnTo>
                    <a:pt x="18797" y="906431"/>
                  </a:lnTo>
                  <a:lnTo>
                    <a:pt x="13053" y="912155"/>
                  </a:lnTo>
                  <a:lnTo>
                    <a:pt x="6526" y="912155"/>
                  </a:lnTo>
                  <a:lnTo>
                    <a:pt x="6526" y="906431"/>
                  </a:lnTo>
                  <a:lnTo>
                    <a:pt x="0" y="906431"/>
                  </a:lnTo>
                  <a:lnTo>
                    <a:pt x="0" y="901242"/>
                  </a:lnTo>
                  <a:lnTo>
                    <a:pt x="6526" y="895518"/>
                  </a:lnTo>
                  <a:lnTo>
                    <a:pt x="13053" y="895518"/>
                  </a:lnTo>
                  <a:lnTo>
                    <a:pt x="18797" y="895518"/>
                  </a:lnTo>
                  <a:lnTo>
                    <a:pt x="18797" y="901242"/>
                  </a:lnTo>
                  <a:close/>
                </a:path>
                <a:path w="19050" h="1292860">
                  <a:moveTo>
                    <a:pt x="18797" y="973581"/>
                  </a:moveTo>
                  <a:lnTo>
                    <a:pt x="18797" y="1024094"/>
                  </a:lnTo>
                  <a:lnTo>
                    <a:pt x="18797" y="1029841"/>
                  </a:lnTo>
                  <a:lnTo>
                    <a:pt x="13053" y="1029841"/>
                  </a:lnTo>
                  <a:lnTo>
                    <a:pt x="13053" y="1035589"/>
                  </a:lnTo>
                  <a:lnTo>
                    <a:pt x="6526" y="1029841"/>
                  </a:lnTo>
                  <a:lnTo>
                    <a:pt x="0" y="1029841"/>
                  </a:lnTo>
                  <a:lnTo>
                    <a:pt x="0" y="1024094"/>
                  </a:lnTo>
                  <a:lnTo>
                    <a:pt x="0" y="973581"/>
                  </a:lnTo>
                  <a:lnTo>
                    <a:pt x="0" y="968415"/>
                  </a:lnTo>
                  <a:lnTo>
                    <a:pt x="6526" y="968415"/>
                  </a:lnTo>
                  <a:lnTo>
                    <a:pt x="13053" y="962668"/>
                  </a:lnTo>
                  <a:lnTo>
                    <a:pt x="18797" y="968415"/>
                  </a:lnTo>
                  <a:lnTo>
                    <a:pt x="18797" y="973581"/>
                  </a:lnTo>
                  <a:close/>
                </a:path>
                <a:path w="19050" h="1292860">
                  <a:moveTo>
                    <a:pt x="18797" y="1097015"/>
                  </a:moveTo>
                  <a:lnTo>
                    <a:pt x="18797" y="1102739"/>
                  </a:lnTo>
                  <a:lnTo>
                    <a:pt x="13053" y="1102739"/>
                  </a:lnTo>
                  <a:lnTo>
                    <a:pt x="6526" y="1102739"/>
                  </a:lnTo>
                  <a:lnTo>
                    <a:pt x="0" y="1097015"/>
                  </a:lnTo>
                  <a:lnTo>
                    <a:pt x="0" y="1091268"/>
                  </a:lnTo>
                  <a:lnTo>
                    <a:pt x="6526" y="1085521"/>
                  </a:lnTo>
                  <a:lnTo>
                    <a:pt x="13053" y="1085521"/>
                  </a:lnTo>
                  <a:lnTo>
                    <a:pt x="18797" y="1085521"/>
                  </a:lnTo>
                  <a:lnTo>
                    <a:pt x="18797" y="1097015"/>
                  </a:lnTo>
                  <a:close/>
                </a:path>
                <a:path w="19050" h="1292860">
                  <a:moveTo>
                    <a:pt x="18797" y="1164165"/>
                  </a:moveTo>
                  <a:lnTo>
                    <a:pt x="18797" y="1214678"/>
                  </a:lnTo>
                  <a:lnTo>
                    <a:pt x="18797" y="1225591"/>
                  </a:lnTo>
                  <a:lnTo>
                    <a:pt x="13053" y="1225591"/>
                  </a:lnTo>
                  <a:lnTo>
                    <a:pt x="6526" y="1225591"/>
                  </a:lnTo>
                  <a:lnTo>
                    <a:pt x="0" y="1219844"/>
                  </a:lnTo>
                  <a:lnTo>
                    <a:pt x="0" y="1214678"/>
                  </a:lnTo>
                  <a:lnTo>
                    <a:pt x="0" y="1164165"/>
                  </a:lnTo>
                  <a:lnTo>
                    <a:pt x="0" y="1158441"/>
                  </a:lnTo>
                  <a:lnTo>
                    <a:pt x="6526" y="1158441"/>
                  </a:lnTo>
                  <a:lnTo>
                    <a:pt x="13053" y="1152694"/>
                  </a:lnTo>
                  <a:lnTo>
                    <a:pt x="18797" y="1158441"/>
                  </a:lnTo>
                  <a:lnTo>
                    <a:pt x="18797" y="1164165"/>
                  </a:lnTo>
                  <a:close/>
                </a:path>
                <a:path w="19050" h="1292860">
                  <a:moveTo>
                    <a:pt x="18797" y="1287017"/>
                  </a:moveTo>
                  <a:lnTo>
                    <a:pt x="18797" y="1292764"/>
                  </a:lnTo>
                  <a:lnTo>
                    <a:pt x="13053" y="1292764"/>
                  </a:lnTo>
                  <a:lnTo>
                    <a:pt x="6526" y="1292764"/>
                  </a:lnTo>
                  <a:lnTo>
                    <a:pt x="0" y="1292764"/>
                  </a:lnTo>
                  <a:lnTo>
                    <a:pt x="0" y="1287017"/>
                  </a:lnTo>
                  <a:lnTo>
                    <a:pt x="0" y="1281852"/>
                  </a:lnTo>
                  <a:lnTo>
                    <a:pt x="6526" y="1281852"/>
                  </a:lnTo>
                  <a:lnTo>
                    <a:pt x="13053" y="1276105"/>
                  </a:lnTo>
                  <a:lnTo>
                    <a:pt x="18797" y="1281852"/>
                  </a:lnTo>
                  <a:lnTo>
                    <a:pt x="18797" y="1287017"/>
                  </a:lnTo>
                  <a:close/>
                </a:path>
              </a:pathLst>
            </a:custGeom>
            <a:ln w="6115">
              <a:solidFill>
                <a:srgbClr val="000000"/>
              </a:solidFill>
            </a:ln>
          </p:spPr>
          <p:txBody>
            <a:bodyPr wrap="square" lIns="0" tIns="0" rIns="0" bIns="0" rtlCol="0"/>
            <a:lstStyle/>
            <a:p/>
          </p:txBody>
        </p:sp>
        <p:sp>
          <p:nvSpPr>
            <p:cNvPr id="93" name="object 93" descr=""/>
            <p:cNvSpPr/>
            <p:nvPr/>
          </p:nvSpPr>
          <p:spPr>
            <a:xfrm>
              <a:off x="7509723" y="3819464"/>
              <a:ext cx="19050" cy="448309"/>
            </a:xfrm>
            <a:custGeom>
              <a:avLst/>
              <a:gdLst/>
              <a:ahLst/>
              <a:cxnLst/>
              <a:rect l="l" t="t" r="r" b="b"/>
              <a:pathLst>
                <a:path w="19050" h="448310">
                  <a:moveTo>
                    <a:pt x="5743" y="0"/>
                  </a:moveTo>
                  <a:lnTo>
                    <a:pt x="0" y="5723"/>
                  </a:lnTo>
                  <a:lnTo>
                    <a:pt x="0" y="72897"/>
                  </a:lnTo>
                  <a:lnTo>
                    <a:pt x="18536" y="72897"/>
                  </a:lnTo>
                  <a:lnTo>
                    <a:pt x="18536" y="5723"/>
                  </a:lnTo>
                  <a:lnTo>
                    <a:pt x="5743" y="0"/>
                  </a:lnTo>
                  <a:close/>
                </a:path>
                <a:path w="19050" h="448310">
                  <a:moveTo>
                    <a:pt x="5743" y="122829"/>
                  </a:moveTo>
                  <a:lnTo>
                    <a:pt x="0" y="128576"/>
                  </a:lnTo>
                  <a:lnTo>
                    <a:pt x="0" y="140070"/>
                  </a:lnTo>
                  <a:lnTo>
                    <a:pt x="18536" y="140070"/>
                  </a:lnTo>
                  <a:lnTo>
                    <a:pt x="18536" y="128576"/>
                  </a:lnTo>
                  <a:lnTo>
                    <a:pt x="5743" y="122829"/>
                  </a:lnTo>
                  <a:close/>
                </a:path>
                <a:path w="19050" h="448310">
                  <a:moveTo>
                    <a:pt x="18536" y="195749"/>
                  </a:moveTo>
                  <a:lnTo>
                    <a:pt x="0" y="195749"/>
                  </a:lnTo>
                  <a:lnTo>
                    <a:pt x="0" y="262899"/>
                  </a:lnTo>
                  <a:lnTo>
                    <a:pt x="18536" y="262899"/>
                  </a:lnTo>
                  <a:lnTo>
                    <a:pt x="18536" y="195749"/>
                  </a:lnTo>
                  <a:close/>
                </a:path>
                <a:path w="19050" h="448310">
                  <a:moveTo>
                    <a:pt x="18536" y="319160"/>
                  </a:moveTo>
                  <a:lnTo>
                    <a:pt x="0" y="319160"/>
                  </a:lnTo>
                  <a:lnTo>
                    <a:pt x="0" y="330072"/>
                  </a:lnTo>
                  <a:lnTo>
                    <a:pt x="5743" y="335819"/>
                  </a:lnTo>
                  <a:lnTo>
                    <a:pt x="12270" y="335819"/>
                  </a:lnTo>
                  <a:lnTo>
                    <a:pt x="18536" y="330072"/>
                  </a:lnTo>
                  <a:lnTo>
                    <a:pt x="18536" y="319160"/>
                  </a:lnTo>
                  <a:close/>
                </a:path>
                <a:path w="19050" h="448310">
                  <a:moveTo>
                    <a:pt x="5743" y="386333"/>
                  </a:moveTo>
                  <a:lnTo>
                    <a:pt x="0" y="391498"/>
                  </a:lnTo>
                  <a:lnTo>
                    <a:pt x="0" y="447759"/>
                  </a:lnTo>
                  <a:lnTo>
                    <a:pt x="18536" y="447759"/>
                  </a:lnTo>
                  <a:lnTo>
                    <a:pt x="18536" y="391498"/>
                  </a:lnTo>
                  <a:lnTo>
                    <a:pt x="5743" y="386333"/>
                  </a:lnTo>
                  <a:close/>
                </a:path>
              </a:pathLst>
            </a:custGeom>
            <a:solidFill>
              <a:srgbClr val="000000"/>
            </a:solidFill>
          </p:spPr>
          <p:txBody>
            <a:bodyPr wrap="square" lIns="0" tIns="0" rIns="0" bIns="0" rtlCol="0"/>
            <a:lstStyle/>
            <a:p/>
          </p:txBody>
        </p:sp>
        <p:sp>
          <p:nvSpPr>
            <p:cNvPr id="94" name="object 94" descr=""/>
            <p:cNvSpPr/>
            <p:nvPr/>
          </p:nvSpPr>
          <p:spPr>
            <a:xfrm>
              <a:off x="7509723" y="3819464"/>
              <a:ext cx="19050" cy="448309"/>
            </a:xfrm>
            <a:custGeom>
              <a:avLst/>
              <a:gdLst/>
              <a:ahLst/>
              <a:cxnLst/>
              <a:rect l="l" t="t" r="r" b="b"/>
              <a:pathLst>
                <a:path w="19050" h="448310">
                  <a:moveTo>
                    <a:pt x="18536" y="10889"/>
                  </a:moveTo>
                  <a:lnTo>
                    <a:pt x="18536" y="61402"/>
                  </a:lnTo>
                  <a:lnTo>
                    <a:pt x="18536" y="67149"/>
                  </a:lnTo>
                  <a:lnTo>
                    <a:pt x="18536" y="72897"/>
                  </a:lnTo>
                  <a:lnTo>
                    <a:pt x="12270" y="72897"/>
                  </a:lnTo>
                  <a:lnTo>
                    <a:pt x="5743" y="72897"/>
                  </a:lnTo>
                  <a:lnTo>
                    <a:pt x="0" y="72897"/>
                  </a:lnTo>
                  <a:lnTo>
                    <a:pt x="0" y="61402"/>
                  </a:lnTo>
                  <a:lnTo>
                    <a:pt x="0" y="10889"/>
                  </a:lnTo>
                  <a:lnTo>
                    <a:pt x="0" y="5723"/>
                  </a:lnTo>
                  <a:lnTo>
                    <a:pt x="5743" y="0"/>
                  </a:lnTo>
                  <a:lnTo>
                    <a:pt x="18536" y="5723"/>
                  </a:lnTo>
                  <a:lnTo>
                    <a:pt x="18536" y="10889"/>
                  </a:lnTo>
                  <a:close/>
                </a:path>
                <a:path w="19050" h="448310">
                  <a:moveTo>
                    <a:pt x="18536" y="134323"/>
                  </a:moveTo>
                  <a:lnTo>
                    <a:pt x="18536" y="140070"/>
                  </a:lnTo>
                  <a:lnTo>
                    <a:pt x="12270" y="140070"/>
                  </a:lnTo>
                  <a:lnTo>
                    <a:pt x="5743" y="140070"/>
                  </a:lnTo>
                  <a:lnTo>
                    <a:pt x="0" y="140070"/>
                  </a:lnTo>
                  <a:lnTo>
                    <a:pt x="0" y="134323"/>
                  </a:lnTo>
                  <a:lnTo>
                    <a:pt x="0" y="128576"/>
                  </a:lnTo>
                  <a:lnTo>
                    <a:pt x="5743" y="122829"/>
                  </a:lnTo>
                  <a:lnTo>
                    <a:pt x="18536" y="128576"/>
                  </a:lnTo>
                  <a:lnTo>
                    <a:pt x="18536" y="134323"/>
                  </a:lnTo>
                  <a:close/>
                </a:path>
                <a:path w="19050" h="448310">
                  <a:moveTo>
                    <a:pt x="18536" y="201473"/>
                  </a:moveTo>
                  <a:lnTo>
                    <a:pt x="18536" y="257175"/>
                  </a:lnTo>
                  <a:lnTo>
                    <a:pt x="18536" y="262899"/>
                  </a:lnTo>
                  <a:lnTo>
                    <a:pt x="12270" y="262899"/>
                  </a:lnTo>
                  <a:lnTo>
                    <a:pt x="5743" y="262899"/>
                  </a:lnTo>
                  <a:lnTo>
                    <a:pt x="0" y="262899"/>
                  </a:lnTo>
                  <a:lnTo>
                    <a:pt x="0" y="257175"/>
                  </a:lnTo>
                  <a:lnTo>
                    <a:pt x="0" y="201473"/>
                  </a:lnTo>
                  <a:lnTo>
                    <a:pt x="0" y="195749"/>
                  </a:lnTo>
                  <a:lnTo>
                    <a:pt x="5743" y="195749"/>
                  </a:lnTo>
                  <a:lnTo>
                    <a:pt x="18536" y="195749"/>
                  </a:lnTo>
                  <a:lnTo>
                    <a:pt x="18536" y="201473"/>
                  </a:lnTo>
                  <a:close/>
                </a:path>
                <a:path w="19050" h="448310">
                  <a:moveTo>
                    <a:pt x="18536" y="324325"/>
                  </a:moveTo>
                  <a:lnTo>
                    <a:pt x="18536" y="330072"/>
                  </a:lnTo>
                  <a:lnTo>
                    <a:pt x="12270" y="335819"/>
                  </a:lnTo>
                  <a:lnTo>
                    <a:pt x="5743" y="335819"/>
                  </a:lnTo>
                  <a:lnTo>
                    <a:pt x="0" y="330072"/>
                  </a:lnTo>
                  <a:lnTo>
                    <a:pt x="0" y="324325"/>
                  </a:lnTo>
                  <a:lnTo>
                    <a:pt x="0" y="319160"/>
                  </a:lnTo>
                  <a:lnTo>
                    <a:pt x="5743" y="319160"/>
                  </a:lnTo>
                  <a:lnTo>
                    <a:pt x="18536" y="319160"/>
                  </a:lnTo>
                  <a:lnTo>
                    <a:pt x="18536" y="324325"/>
                  </a:lnTo>
                  <a:close/>
                </a:path>
                <a:path w="19050" h="448310">
                  <a:moveTo>
                    <a:pt x="18536" y="397245"/>
                  </a:moveTo>
                  <a:lnTo>
                    <a:pt x="18536" y="436265"/>
                  </a:lnTo>
                  <a:lnTo>
                    <a:pt x="18536" y="442012"/>
                  </a:lnTo>
                  <a:lnTo>
                    <a:pt x="18536" y="447759"/>
                  </a:lnTo>
                  <a:lnTo>
                    <a:pt x="5743" y="447759"/>
                  </a:lnTo>
                  <a:lnTo>
                    <a:pt x="0" y="447759"/>
                  </a:lnTo>
                  <a:lnTo>
                    <a:pt x="0" y="436265"/>
                  </a:lnTo>
                  <a:lnTo>
                    <a:pt x="0" y="397245"/>
                  </a:lnTo>
                  <a:lnTo>
                    <a:pt x="0" y="391498"/>
                  </a:lnTo>
                  <a:lnTo>
                    <a:pt x="5743" y="386333"/>
                  </a:lnTo>
                  <a:lnTo>
                    <a:pt x="18536" y="391498"/>
                  </a:lnTo>
                  <a:lnTo>
                    <a:pt x="18536" y="397245"/>
                  </a:lnTo>
                  <a:close/>
                </a:path>
              </a:pathLst>
            </a:custGeom>
            <a:ln w="6115">
              <a:solidFill>
                <a:srgbClr val="000000"/>
              </a:solidFill>
            </a:ln>
          </p:spPr>
          <p:txBody>
            <a:bodyPr wrap="square" lIns="0" tIns="0" rIns="0" bIns="0" rtlCol="0"/>
            <a:lstStyle/>
            <a:p/>
          </p:txBody>
        </p:sp>
        <p:sp>
          <p:nvSpPr>
            <p:cNvPr id="95" name="object 95" descr=""/>
            <p:cNvSpPr/>
            <p:nvPr/>
          </p:nvSpPr>
          <p:spPr>
            <a:xfrm>
              <a:off x="7942322" y="3819464"/>
              <a:ext cx="19050" cy="839469"/>
            </a:xfrm>
            <a:custGeom>
              <a:avLst/>
              <a:gdLst/>
              <a:ahLst/>
              <a:cxnLst/>
              <a:rect l="l" t="t" r="r" b="b"/>
              <a:pathLst>
                <a:path w="19050" h="839470">
                  <a:moveTo>
                    <a:pt x="6526" y="0"/>
                  </a:moveTo>
                  <a:lnTo>
                    <a:pt x="0" y="5723"/>
                  </a:lnTo>
                  <a:lnTo>
                    <a:pt x="0" y="72897"/>
                  </a:lnTo>
                  <a:lnTo>
                    <a:pt x="12792" y="72897"/>
                  </a:lnTo>
                  <a:lnTo>
                    <a:pt x="18797" y="61402"/>
                  </a:lnTo>
                  <a:lnTo>
                    <a:pt x="18797" y="10889"/>
                  </a:lnTo>
                  <a:lnTo>
                    <a:pt x="12792" y="5723"/>
                  </a:lnTo>
                  <a:lnTo>
                    <a:pt x="6526" y="0"/>
                  </a:lnTo>
                  <a:close/>
                </a:path>
                <a:path w="19050" h="839470">
                  <a:moveTo>
                    <a:pt x="6526" y="122829"/>
                  </a:moveTo>
                  <a:lnTo>
                    <a:pt x="0" y="128576"/>
                  </a:lnTo>
                  <a:lnTo>
                    <a:pt x="0" y="140070"/>
                  </a:lnTo>
                  <a:lnTo>
                    <a:pt x="12792" y="140070"/>
                  </a:lnTo>
                  <a:lnTo>
                    <a:pt x="18797" y="134323"/>
                  </a:lnTo>
                  <a:lnTo>
                    <a:pt x="12792" y="128576"/>
                  </a:lnTo>
                  <a:lnTo>
                    <a:pt x="6526" y="122829"/>
                  </a:lnTo>
                  <a:close/>
                </a:path>
                <a:path w="19050" h="839470">
                  <a:moveTo>
                    <a:pt x="12792" y="195749"/>
                  </a:moveTo>
                  <a:lnTo>
                    <a:pt x="0" y="195749"/>
                  </a:lnTo>
                  <a:lnTo>
                    <a:pt x="0" y="262899"/>
                  </a:lnTo>
                  <a:lnTo>
                    <a:pt x="12792" y="262899"/>
                  </a:lnTo>
                  <a:lnTo>
                    <a:pt x="18797" y="257175"/>
                  </a:lnTo>
                  <a:lnTo>
                    <a:pt x="18797" y="201473"/>
                  </a:lnTo>
                  <a:lnTo>
                    <a:pt x="12792" y="195749"/>
                  </a:lnTo>
                  <a:close/>
                </a:path>
                <a:path w="19050" h="839470">
                  <a:moveTo>
                    <a:pt x="12792" y="319160"/>
                  </a:moveTo>
                  <a:lnTo>
                    <a:pt x="0" y="319160"/>
                  </a:lnTo>
                  <a:lnTo>
                    <a:pt x="0" y="330072"/>
                  </a:lnTo>
                  <a:lnTo>
                    <a:pt x="6526" y="335819"/>
                  </a:lnTo>
                  <a:lnTo>
                    <a:pt x="12792" y="335819"/>
                  </a:lnTo>
                  <a:lnTo>
                    <a:pt x="12792" y="330072"/>
                  </a:lnTo>
                  <a:lnTo>
                    <a:pt x="18797" y="324325"/>
                  </a:lnTo>
                  <a:lnTo>
                    <a:pt x="12792" y="319160"/>
                  </a:lnTo>
                  <a:close/>
                </a:path>
                <a:path w="19050" h="839470">
                  <a:moveTo>
                    <a:pt x="6526" y="386333"/>
                  </a:moveTo>
                  <a:lnTo>
                    <a:pt x="0" y="391498"/>
                  </a:lnTo>
                  <a:lnTo>
                    <a:pt x="0" y="453483"/>
                  </a:lnTo>
                  <a:lnTo>
                    <a:pt x="6526" y="458648"/>
                  </a:lnTo>
                  <a:lnTo>
                    <a:pt x="12792" y="458648"/>
                  </a:lnTo>
                  <a:lnTo>
                    <a:pt x="12792" y="453483"/>
                  </a:lnTo>
                  <a:lnTo>
                    <a:pt x="18797" y="447759"/>
                  </a:lnTo>
                  <a:lnTo>
                    <a:pt x="18797" y="397245"/>
                  </a:lnTo>
                  <a:lnTo>
                    <a:pt x="12792" y="391498"/>
                  </a:lnTo>
                  <a:lnTo>
                    <a:pt x="6526" y="386333"/>
                  </a:lnTo>
                  <a:close/>
                </a:path>
                <a:path w="19050" h="839470">
                  <a:moveTo>
                    <a:pt x="6526" y="509185"/>
                  </a:moveTo>
                  <a:lnTo>
                    <a:pt x="0" y="514909"/>
                  </a:lnTo>
                  <a:lnTo>
                    <a:pt x="0" y="525821"/>
                  </a:lnTo>
                  <a:lnTo>
                    <a:pt x="12792" y="525821"/>
                  </a:lnTo>
                  <a:lnTo>
                    <a:pt x="18797" y="520656"/>
                  </a:lnTo>
                  <a:lnTo>
                    <a:pt x="12792" y="514909"/>
                  </a:lnTo>
                  <a:lnTo>
                    <a:pt x="6526" y="509185"/>
                  </a:lnTo>
                  <a:close/>
                </a:path>
                <a:path w="19050" h="839470">
                  <a:moveTo>
                    <a:pt x="12792" y="582082"/>
                  </a:moveTo>
                  <a:lnTo>
                    <a:pt x="0" y="582082"/>
                  </a:lnTo>
                  <a:lnTo>
                    <a:pt x="0" y="649255"/>
                  </a:lnTo>
                  <a:lnTo>
                    <a:pt x="12792" y="649255"/>
                  </a:lnTo>
                  <a:lnTo>
                    <a:pt x="18797" y="643508"/>
                  </a:lnTo>
                  <a:lnTo>
                    <a:pt x="18797" y="587829"/>
                  </a:lnTo>
                  <a:lnTo>
                    <a:pt x="12792" y="582082"/>
                  </a:lnTo>
                  <a:close/>
                </a:path>
                <a:path w="19050" h="839470">
                  <a:moveTo>
                    <a:pt x="6526" y="699769"/>
                  </a:moveTo>
                  <a:lnTo>
                    <a:pt x="0" y="704934"/>
                  </a:lnTo>
                  <a:lnTo>
                    <a:pt x="0" y="716405"/>
                  </a:lnTo>
                  <a:lnTo>
                    <a:pt x="6526" y="716405"/>
                  </a:lnTo>
                  <a:lnTo>
                    <a:pt x="6526" y="722152"/>
                  </a:lnTo>
                  <a:lnTo>
                    <a:pt x="12792" y="716405"/>
                  </a:lnTo>
                  <a:lnTo>
                    <a:pt x="18797" y="710658"/>
                  </a:lnTo>
                  <a:lnTo>
                    <a:pt x="12792" y="704934"/>
                  </a:lnTo>
                  <a:lnTo>
                    <a:pt x="6526" y="699769"/>
                  </a:lnTo>
                  <a:close/>
                </a:path>
                <a:path w="19050" h="839470">
                  <a:moveTo>
                    <a:pt x="12792" y="772084"/>
                  </a:moveTo>
                  <a:lnTo>
                    <a:pt x="0" y="772084"/>
                  </a:lnTo>
                  <a:lnTo>
                    <a:pt x="0" y="839258"/>
                  </a:lnTo>
                  <a:lnTo>
                    <a:pt x="12792" y="839258"/>
                  </a:lnTo>
                  <a:lnTo>
                    <a:pt x="18797" y="834092"/>
                  </a:lnTo>
                  <a:lnTo>
                    <a:pt x="18797" y="783578"/>
                  </a:lnTo>
                  <a:lnTo>
                    <a:pt x="12792" y="772084"/>
                  </a:lnTo>
                  <a:close/>
                </a:path>
              </a:pathLst>
            </a:custGeom>
            <a:solidFill>
              <a:srgbClr val="000000"/>
            </a:solidFill>
          </p:spPr>
          <p:txBody>
            <a:bodyPr wrap="square" lIns="0" tIns="0" rIns="0" bIns="0" rtlCol="0"/>
            <a:lstStyle/>
            <a:p/>
          </p:txBody>
        </p:sp>
        <p:sp>
          <p:nvSpPr>
            <p:cNvPr id="96" name="object 96" descr=""/>
            <p:cNvSpPr/>
            <p:nvPr/>
          </p:nvSpPr>
          <p:spPr>
            <a:xfrm>
              <a:off x="7942322" y="3819464"/>
              <a:ext cx="19050" cy="839469"/>
            </a:xfrm>
            <a:custGeom>
              <a:avLst/>
              <a:gdLst/>
              <a:ahLst/>
              <a:cxnLst/>
              <a:rect l="l" t="t" r="r" b="b"/>
              <a:pathLst>
                <a:path w="19050" h="839470">
                  <a:moveTo>
                    <a:pt x="18797" y="10889"/>
                  </a:moveTo>
                  <a:lnTo>
                    <a:pt x="18797" y="61402"/>
                  </a:lnTo>
                  <a:lnTo>
                    <a:pt x="12792" y="72897"/>
                  </a:lnTo>
                  <a:lnTo>
                    <a:pt x="6526" y="72897"/>
                  </a:lnTo>
                  <a:lnTo>
                    <a:pt x="0" y="72897"/>
                  </a:lnTo>
                  <a:lnTo>
                    <a:pt x="0" y="67149"/>
                  </a:lnTo>
                  <a:lnTo>
                    <a:pt x="0" y="61402"/>
                  </a:lnTo>
                  <a:lnTo>
                    <a:pt x="0" y="10889"/>
                  </a:lnTo>
                  <a:lnTo>
                    <a:pt x="0" y="5723"/>
                  </a:lnTo>
                  <a:lnTo>
                    <a:pt x="6526" y="0"/>
                  </a:lnTo>
                  <a:lnTo>
                    <a:pt x="12792" y="5723"/>
                  </a:lnTo>
                  <a:lnTo>
                    <a:pt x="18797" y="10889"/>
                  </a:lnTo>
                  <a:close/>
                </a:path>
                <a:path w="19050" h="839470">
                  <a:moveTo>
                    <a:pt x="18797" y="134323"/>
                  </a:moveTo>
                  <a:lnTo>
                    <a:pt x="12792" y="140070"/>
                  </a:lnTo>
                  <a:lnTo>
                    <a:pt x="6526" y="140070"/>
                  </a:lnTo>
                  <a:lnTo>
                    <a:pt x="0" y="140070"/>
                  </a:lnTo>
                  <a:lnTo>
                    <a:pt x="0" y="134323"/>
                  </a:lnTo>
                  <a:lnTo>
                    <a:pt x="0" y="128576"/>
                  </a:lnTo>
                  <a:lnTo>
                    <a:pt x="6526" y="122829"/>
                  </a:lnTo>
                  <a:lnTo>
                    <a:pt x="12792" y="128576"/>
                  </a:lnTo>
                  <a:lnTo>
                    <a:pt x="18797" y="134323"/>
                  </a:lnTo>
                  <a:close/>
                </a:path>
                <a:path w="19050" h="839470">
                  <a:moveTo>
                    <a:pt x="18797" y="201473"/>
                  </a:moveTo>
                  <a:lnTo>
                    <a:pt x="18797" y="257175"/>
                  </a:lnTo>
                  <a:lnTo>
                    <a:pt x="12792" y="262899"/>
                  </a:lnTo>
                  <a:lnTo>
                    <a:pt x="6526" y="262899"/>
                  </a:lnTo>
                  <a:lnTo>
                    <a:pt x="0" y="262899"/>
                  </a:lnTo>
                  <a:lnTo>
                    <a:pt x="0" y="257175"/>
                  </a:lnTo>
                  <a:lnTo>
                    <a:pt x="0" y="201473"/>
                  </a:lnTo>
                  <a:lnTo>
                    <a:pt x="0" y="195749"/>
                  </a:lnTo>
                  <a:lnTo>
                    <a:pt x="6526" y="195749"/>
                  </a:lnTo>
                  <a:lnTo>
                    <a:pt x="12792" y="195749"/>
                  </a:lnTo>
                  <a:lnTo>
                    <a:pt x="18797" y="201473"/>
                  </a:lnTo>
                  <a:close/>
                </a:path>
                <a:path w="19050" h="839470">
                  <a:moveTo>
                    <a:pt x="18797" y="324325"/>
                  </a:moveTo>
                  <a:lnTo>
                    <a:pt x="12792" y="330072"/>
                  </a:lnTo>
                  <a:lnTo>
                    <a:pt x="12792" y="335819"/>
                  </a:lnTo>
                  <a:lnTo>
                    <a:pt x="6526" y="335819"/>
                  </a:lnTo>
                  <a:lnTo>
                    <a:pt x="6526" y="335819"/>
                  </a:lnTo>
                  <a:lnTo>
                    <a:pt x="0" y="319160"/>
                  </a:lnTo>
                  <a:lnTo>
                    <a:pt x="6526" y="319160"/>
                  </a:lnTo>
                  <a:lnTo>
                    <a:pt x="12792" y="319160"/>
                  </a:lnTo>
                  <a:lnTo>
                    <a:pt x="18797" y="324325"/>
                  </a:lnTo>
                  <a:close/>
                </a:path>
                <a:path w="19050" h="839470">
                  <a:moveTo>
                    <a:pt x="18797" y="397245"/>
                  </a:moveTo>
                  <a:lnTo>
                    <a:pt x="18797" y="447759"/>
                  </a:lnTo>
                  <a:lnTo>
                    <a:pt x="12792" y="453483"/>
                  </a:lnTo>
                  <a:lnTo>
                    <a:pt x="12792" y="458648"/>
                  </a:lnTo>
                  <a:lnTo>
                    <a:pt x="6526" y="458648"/>
                  </a:lnTo>
                  <a:lnTo>
                    <a:pt x="0" y="453483"/>
                  </a:lnTo>
                  <a:lnTo>
                    <a:pt x="0" y="447759"/>
                  </a:lnTo>
                  <a:lnTo>
                    <a:pt x="0" y="397245"/>
                  </a:lnTo>
                  <a:lnTo>
                    <a:pt x="0" y="391498"/>
                  </a:lnTo>
                  <a:lnTo>
                    <a:pt x="6526" y="386333"/>
                  </a:lnTo>
                  <a:lnTo>
                    <a:pt x="12792" y="391498"/>
                  </a:lnTo>
                  <a:lnTo>
                    <a:pt x="18797" y="397245"/>
                  </a:lnTo>
                  <a:close/>
                </a:path>
                <a:path w="19050" h="839470">
                  <a:moveTo>
                    <a:pt x="18797" y="520656"/>
                  </a:moveTo>
                  <a:lnTo>
                    <a:pt x="12792" y="525821"/>
                  </a:lnTo>
                  <a:lnTo>
                    <a:pt x="6526" y="525821"/>
                  </a:lnTo>
                  <a:lnTo>
                    <a:pt x="0" y="525821"/>
                  </a:lnTo>
                  <a:lnTo>
                    <a:pt x="0" y="520656"/>
                  </a:lnTo>
                  <a:lnTo>
                    <a:pt x="0" y="514909"/>
                  </a:lnTo>
                  <a:lnTo>
                    <a:pt x="6526" y="509185"/>
                  </a:lnTo>
                  <a:lnTo>
                    <a:pt x="12792" y="514909"/>
                  </a:lnTo>
                  <a:lnTo>
                    <a:pt x="18797" y="520656"/>
                  </a:lnTo>
                  <a:close/>
                </a:path>
                <a:path w="19050" h="839470">
                  <a:moveTo>
                    <a:pt x="18797" y="587829"/>
                  </a:moveTo>
                  <a:lnTo>
                    <a:pt x="18797" y="643508"/>
                  </a:lnTo>
                  <a:lnTo>
                    <a:pt x="12792" y="649255"/>
                  </a:lnTo>
                  <a:lnTo>
                    <a:pt x="6526" y="649255"/>
                  </a:lnTo>
                  <a:lnTo>
                    <a:pt x="0" y="649255"/>
                  </a:lnTo>
                  <a:lnTo>
                    <a:pt x="0" y="643508"/>
                  </a:lnTo>
                  <a:lnTo>
                    <a:pt x="0" y="587829"/>
                  </a:lnTo>
                  <a:lnTo>
                    <a:pt x="0" y="582082"/>
                  </a:lnTo>
                  <a:lnTo>
                    <a:pt x="6526" y="582082"/>
                  </a:lnTo>
                  <a:lnTo>
                    <a:pt x="12792" y="582082"/>
                  </a:lnTo>
                  <a:lnTo>
                    <a:pt x="18797" y="587829"/>
                  </a:lnTo>
                  <a:close/>
                </a:path>
                <a:path w="19050" h="839470">
                  <a:moveTo>
                    <a:pt x="18797" y="710658"/>
                  </a:moveTo>
                  <a:lnTo>
                    <a:pt x="12792" y="716405"/>
                  </a:lnTo>
                  <a:lnTo>
                    <a:pt x="6526" y="722152"/>
                  </a:lnTo>
                  <a:lnTo>
                    <a:pt x="6526" y="716405"/>
                  </a:lnTo>
                  <a:lnTo>
                    <a:pt x="0" y="716405"/>
                  </a:lnTo>
                  <a:lnTo>
                    <a:pt x="0" y="710658"/>
                  </a:lnTo>
                  <a:lnTo>
                    <a:pt x="0" y="704934"/>
                  </a:lnTo>
                  <a:lnTo>
                    <a:pt x="6526" y="699769"/>
                  </a:lnTo>
                  <a:lnTo>
                    <a:pt x="12792" y="704934"/>
                  </a:lnTo>
                  <a:lnTo>
                    <a:pt x="18797" y="710658"/>
                  </a:lnTo>
                  <a:close/>
                </a:path>
                <a:path w="19050" h="839470">
                  <a:moveTo>
                    <a:pt x="18797" y="783578"/>
                  </a:moveTo>
                  <a:lnTo>
                    <a:pt x="18797" y="834092"/>
                  </a:lnTo>
                  <a:lnTo>
                    <a:pt x="12792" y="839258"/>
                  </a:lnTo>
                  <a:lnTo>
                    <a:pt x="6526" y="839258"/>
                  </a:lnTo>
                  <a:lnTo>
                    <a:pt x="0" y="839258"/>
                  </a:lnTo>
                  <a:lnTo>
                    <a:pt x="0" y="834092"/>
                  </a:lnTo>
                  <a:lnTo>
                    <a:pt x="0" y="783578"/>
                  </a:lnTo>
                  <a:lnTo>
                    <a:pt x="0" y="777831"/>
                  </a:lnTo>
                  <a:lnTo>
                    <a:pt x="0" y="772084"/>
                  </a:lnTo>
                  <a:lnTo>
                    <a:pt x="6526" y="772084"/>
                  </a:lnTo>
                  <a:lnTo>
                    <a:pt x="12792" y="772084"/>
                  </a:lnTo>
                  <a:lnTo>
                    <a:pt x="18797" y="783578"/>
                  </a:lnTo>
                  <a:close/>
                </a:path>
              </a:pathLst>
            </a:custGeom>
            <a:ln w="6115">
              <a:solidFill>
                <a:srgbClr val="000000"/>
              </a:solidFill>
            </a:ln>
          </p:spPr>
          <p:txBody>
            <a:bodyPr wrap="square" lIns="0" tIns="0" rIns="0" bIns="0" rtlCol="0"/>
            <a:lstStyle/>
            <a:p/>
          </p:txBody>
        </p:sp>
        <p:sp>
          <p:nvSpPr>
            <p:cNvPr id="97" name="object 97" descr=""/>
            <p:cNvSpPr/>
            <p:nvPr/>
          </p:nvSpPr>
          <p:spPr>
            <a:xfrm>
              <a:off x="8801776" y="3376777"/>
              <a:ext cx="25400" cy="1221105"/>
            </a:xfrm>
            <a:custGeom>
              <a:avLst/>
              <a:gdLst/>
              <a:ahLst/>
              <a:cxnLst/>
              <a:rect l="l" t="t" r="r" b="b"/>
              <a:pathLst>
                <a:path w="25400" h="1221104">
                  <a:moveTo>
                    <a:pt x="18797" y="62077"/>
                  </a:moveTo>
                  <a:lnTo>
                    <a:pt x="6526" y="62077"/>
                  </a:lnTo>
                  <a:lnTo>
                    <a:pt x="6526" y="67243"/>
                  </a:lnTo>
                  <a:lnTo>
                    <a:pt x="18797" y="67243"/>
                  </a:lnTo>
                  <a:lnTo>
                    <a:pt x="18797" y="62077"/>
                  </a:lnTo>
                  <a:close/>
                </a:path>
                <a:path w="25400" h="1221104">
                  <a:moveTo>
                    <a:pt x="25063" y="5816"/>
                  </a:moveTo>
                  <a:lnTo>
                    <a:pt x="0" y="5816"/>
                  </a:lnTo>
                  <a:lnTo>
                    <a:pt x="0" y="62077"/>
                  </a:lnTo>
                  <a:lnTo>
                    <a:pt x="25063" y="62077"/>
                  </a:lnTo>
                  <a:lnTo>
                    <a:pt x="25063" y="5816"/>
                  </a:lnTo>
                  <a:close/>
                </a:path>
                <a:path w="25400" h="1221104">
                  <a:moveTo>
                    <a:pt x="18797" y="0"/>
                  </a:moveTo>
                  <a:lnTo>
                    <a:pt x="6526" y="0"/>
                  </a:lnTo>
                  <a:lnTo>
                    <a:pt x="6526" y="5816"/>
                  </a:lnTo>
                  <a:lnTo>
                    <a:pt x="18797" y="5816"/>
                  </a:lnTo>
                  <a:lnTo>
                    <a:pt x="18797" y="0"/>
                  </a:lnTo>
                  <a:close/>
                </a:path>
                <a:path w="25400" h="1221104">
                  <a:moveTo>
                    <a:pt x="18797" y="123503"/>
                  </a:moveTo>
                  <a:lnTo>
                    <a:pt x="6526" y="123503"/>
                  </a:lnTo>
                  <a:lnTo>
                    <a:pt x="0" y="129250"/>
                  </a:lnTo>
                  <a:lnTo>
                    <a:pt x="6526" y="134974"/>
                  </a:lnTo>
                  <a:lnTo>
                    <a:pt x="12792" y="140140"/>
                  </a:lnTo>
                  <a:lnTo>
                    <a:pt x="18797" y="134974"/>
                  </a:lnTo>
                  <a:lnTo>
                    <a:pt x="25063" y="129250"/>
                  </a:lnTo>
                  <a:lnTo>
                    <a:pt x="18797" y="123503"/>
                  </a:lnTo>
                  <a:close/>
                </a:path>
                <a:path w="25400" h="1221104">
                  <a:moveTo>
                    <a:pt x="18797" y="190676"/>
                  </a:moveTo>
                  <a:lnTo>
                    <a:pt x="6526" y="190676"/>
                  </a:lnTo>
                  <a:lnTo>
                    <a:pt x="6526" y="196400"/>
                  </a:lnTo>
                  <a:lnTo>
                    <a:pt x="0" y="202147"/>
                  </a:lnTo>
                  <a:lnTo>
                    <a:pt x="0" y="252079"/>
                  </a:lnTo>
                  <a:lnTo>
                    <a:pt x="6526" y="257826"/>
                  </a:lnTo>
                  <a:lnTo>
                    <a:pt x="12792" y="263574"/>
                  </a:lnTo>
                  <a:lnTo>
                    <a:pt x="18797" y="257826"/>
                  </a:lnTo>
                  <a:lnTo>
                    <a:pt x="25063" y="252079"/>
                  </a:lnTo>
                  <a:lnTo>
                    <a:pt x="25063" y="202147"/>
                  </a:lnTo>
                  <a:lnTo>
                    <a:pt x="18797" y="196400"/>
                  </a:lnTo>
                  <a:lnTo>
                    <a:pt x="18797" y="190676"/>
                  </a:lnTo>
                  <a:close/>
                </a:path>
                <a:path w="25400" h="1221104">
                  <a:moveTo>
                    <a:pt x="25063" y="319253"/>
                  </a:moveTo>
                  <a:lnTo>
                    <a:pt x="0" y="319253"/>
                  </a:lnTo>
                  <a:lnTo>
                    <a:pt x="6526" y="325000"/>
                  </a:lnTo>
                  <a:lnTo>
                    <a:pt x="6526" y="330747"/>
                  </a:lnTo>
                  <a:lnTo>
                    <a:pt x="18797" y="330747"/>
                  </a:lnTo>
                  <a:lnTo>
                    <a:pt x="18797" y="325000"/>
                  </a:lnTo>
                  <a:lnTo>
                    <a:pt x="25063" y="319253"/>
                  </a:lnTo>
                  <a:close/>
                </a:path>
                <a:path w="25400" h="1221104">
                  <a:moveTo>
                    <a:pt x="18797" y="314087"/>
                  </a:moveTo>
                  <a:lnTo>
                    <a:pt x="6526" y="314087"/>
                  </a:lnTo>
                  <a:lnTo>
                    <a:pt x="6526" y="319253"/>
                  </a:lnTo>
                  <a:lnTo>
                    <a:pt x="18797" y="319253"/>
                  </a:lnTo>
                  <a:lnTo>
                    <a:pt x="18797" y="314087"/>
                  </a:lnTo>
                  <a:close/>
                </a:path>
                <a:path w="25400" h="1221104">
                  <a:moveTo>
                    <a:pt x="12792" y="381260"/>
                  </a:moveTo>
                  <a:lnTo>
                    <a:pt x="6526" y="386426"/>
                  </a:lnTo>
                  <a:lnTo>
                    <a:pt x="0" y="392150"/>
                  </a:lnTo>
                  <a:lnTo>
                    <a:pt x="0" y="442687"/>
                  </a:lnTo>
                  <a:lnTo>
                    <a:pt x="6526" y="448410"/>
                  </a:lnTo>
                  <a:lnTo>
                    <a:pt x="12792" y="453576"/>
                  </a:lnTo>
                  <a:lnTo>
                    <a:pt x="18797" y="448410"/>
                  </a:lnTo>
                  <a:lnTo>
                    <a:pt x="25063" y="442687"/>
                  </a:lnTo>
                  <a:lnTo>
                    <a:pt x="25063" y="392150"/>
                  </a:lnTo>
                  <a:lnTo>
                    <a:pt x="18797" y="386426"/>
                  </a:lnTo>
                  <a:lnTo>
                    <a:pt x="12792" y="381260"/>
                  </a:lnTo>
                  <a:close/>
                </a:path>
                <a:path w="25400" h="1221104">
                  <a:moveTo>
                    <a:pt x="18797" y="515584"/>
                  </a:moveTo>
                  <a:lnTo>
                    <a:pt x="6526" y="515584"/>
                  </a:lnTo>
                  <a:lnTo>
                    <a:pt x="6526" y="520749"/>
                  </a:lnTo>
                  <a:lnTo>
                    <a:pt x="18797" y="520749"/>
                  </a:lnTo>
                  <a:lnTo>
                    <a:pt x="18797" y="515584"/>
                  </a:lnTo>
                  <a:close/>
                </a:path>
                <a:path w="25400" h="1221104">
                  <a:moveTo>
                    <a:pt x="18797" y="504089"/>
                  </a:moveTo>
                  <a:lnTo>
                    <a:pt x="6526" y="504089"/>
                  </a:lnTo>
                  <a:lnTo>
                    <a:pt x="6526" y="509837"/>
                  </a:lnTo>
                  <a:lnTo>
                    <a:pt x="0" y="515584"/>
                  </a:lnTo>
                  <a:lnTo>
                    <a:pt x="25063" y="515584"/>
                  </a:lnTo>
                  <a:lnTo>
                    <a:pt x="18797" y="509837"/>
                  </a:lnTo>
                  <a:lnTo>
                    <a:pt x="18797" y="504089"/>
                  </a:lnTo>
                  <a:close/>
                </a:path>
                <a:path w="25400" h="1221104">
                  <a:moveTo>
                    <a:pt x="18797" y="638436"/>
                  </a:moveTo>
                  <a:lnTo>
                    <a:pt x="6526" y="638436"/>
                  </a:lnTo>
                  <a:lnTo>
                    <a:pt x="6526" y="644160"/>
                  </a:lnTo>
                  <a:lnTo>
                    <a:pt x="18797" y="644160"/>
                  </a:lnTo>
                  <a:lnTo>
                    <a:pt x="18797" y="638436"/>
                  </a:lnTo>
                  <a:close/>
                </a:path>
                <a:path w="25400" h="1221104">
                  <a:moveTo>
                    <a:pt x="25063" y="582757"/>
                  </a:moveTo>
                  <a:lnTo>
                    <a:pt x="0" y="582757"/>
                  </a:lnTo>
                  <a:lnTo>
                    <a:pt x="0" y="638436"/>
                  </a:lnTo>
                  <a:lnTo>
                    <a:pt x="25063" y="638436"/>
                  </a:lnTo>
                  <a:lnTo>
                    <a:pt x="25063" y="582757"/>
                  </a:lnTo>
                  <a:close/>
                </a:path>
                <a:path w="25400" h="1221104">
                  <a:moveTo>
                    <a:pt x="18797" y="577010"/>
                  </a:moveTo>
                  <a:lnTo>
                    <a:pt x="6526" y="577010"/>
                  </a:lnTo>
                  <a:lnTo>
                    <a:pt x="6526" y="582757"/>
                  </a:lnTo>
                  <a:lnTo>
                    <a:pt x="18797" y="582757"/>
                  </a:lnTo>
                  <a:lnTo>
                    <a:pt x="18797" y="577010"/>
                  </a:lnTo>
                  <a:close/>
                </a:path>
                <a:path w="25400" h="1221104">
                  <a:moveTo>
                    <a:pt x="25063" y="705586"/>
                  </a:moveTo>
                  <a:lnTo>
                    <a:pt x="0" y="705586"/>
                  </a:lnTo>
                  <a:lnTo>
                    <a:pt x="6526" y="711333"/>
                  </a:lnTo>
                  <a:lnTo>
                    <a:pt x="12792" y="717080"/>
                  </a:lnTo>
                  <a:lnTo>
                    <a:pt x="18797" y="711333"/>
                  </a:lnTo>
                  <a:lnTo>
                    <a:pt x="25063" y="705586"/>
                  </a:lnTo>
                  <a:close/>
                </a:path>
                <a:path w="25400" h="1221104">
                  <a:moveTo>
                    <a:pt x="18797" y="699862"/>
                  </a:moveTo>
                  <a:lnTo>
                    <a:pt x="6526" y="699862"/>
                  </a:lnTo>
                  <a:lnTo>
                    <a:pt x="6526" y="705586"/>
                  </a:lnTo>
                  <a:lnTo>
                    <a:pt x="18797" y="705586"/>
                  </a:lnTo>
                  <a:lnTo>
                    <a:pt x="18797" y="699862"/>
                  </a:lnTo>
                  <a:close/>
                </a:path>
                <a:path w="25400" h="1221104">
                  <a:moveTo>
                    <a:pt x="18797" y="767012"/>
                  </a:moveTo>
                  <a:lnTo>
                    <a:pt x="6526" y="767012"/>
                  </a:lnTo>
                  <a:lnTo>
                    <a:pt x="6526" y="772759"/>
                  </a:lnTo>
                  <a:lnTo>
                    <a:pt x="0" y="778506"/>
                  </a:lnTo>
                  <a:lnTo>
                    <a:pt x="0" y="829020"/>
                  </a:lnTo>
                  <a:lnTo>
                    <a:pt x="6526" y="834185"/>
                  </a:lnTo>
                  <a:lnTo>
                    <a:pt x="12792" y="839932"/>
                  </a:lnTo>
                  <a:lnTo>
                    <a:pt x="18797" y="834185"/>
                  </a:lnTo>
                  <a:lnTo>
                    <a:pt x="25063" y="829020"/>
                  </a:lnTo>
                  <a:lnTo>
                    <a:pt x="25063" y="778506"/>
                  </a:lnTo>
                  <a:lnTo>
                    <a:pt x="18797" y="772759"/>
                  </a:lnTo>
                  <a:lnTo>
                    <a:pt x="18797" y="767012"/>
                  </a:lnTo>
                  <a:close/>
                </a:path>
                <a:path w="25400" h="1221104">
                  <a:moveTo>
                    <a:pt x="18797" y="901335"/>
                  </a:moveTo>
                  <a:lnTo>
                    <a:pt x="6526" y="901335"/>
                  </a:lnTo>
                  <a:lnTo>
                    <a:pt x="6526" y="907082"/>
                  </a:lnTo>
                  <a:lnTo>
                    <a:pt x="18797" y="907082"/>
                  </a:lnTo>
                  <a:lnTo>
                    <a:pt x="18797" y="901335"/>
                  </a:lnTo>
                  <a:close/>
                </a:path>
                <a:path w="25400" h="1221104">
                  <a:moveTo>
                    <a:pt x="18797" y="890446"/>
                  </a:moveTo>
                  <a:lnTo>
                    <a:pt x="6526" y="890446"/>
                  </a:lnTo>
                  <a:lnTo>
                    <a:pt x="6526" y="896170"/>
                  </a:lnTo>
                  <a:lnTo>
                    <a:pt x="0" y="901335"/>
                  </a:lnTo>
                  <a:lnTo>
                    <a:pt x="25063" y="901335"/>
                  </a:lnTo>
                  <a:lnTo>
                    <a:pt x="18797" y="896170"/>
                  </a:lnTo>
                  <a:lnTo>
                    <a:pt x="18797" y="890446"/>
                  </a:lnTo>
                  <a:close/>
                </a:path>
                <a:path w="25400" h="1221104">
                  <a:moveTo>
                    <a:pt x="25063" y="968508"/>
                  </a:moveTo>
                  <a:lnTo>
                    <a:pt x="0" y="968508"/>
                  </a:lnTo>
                  <a:lnTo>
                    <a:pt x="0" y="1019022"/>
                  </a:lnTo>
                  <a:lnTo>
                    <a:pt x="6526" y="1024769"/>
                  </a:lnTo>
                  <a:lnTo>
                    <a:pt x="6526" y="1030516"/>
                  </a:lnTo>
                  <a:lnTo>
                    <a:pt x="18797" y="1030516"/>
                  </a:lnTo>
                  <a:lnTo>
                    <a:pt x="18797" y="1024769"/>
                  </a:lnTo>
                  <a:lnTo>
                    <a:pt x="25063" y="1019022"/>
                  </a:lnTo>
                  <a:lnTo>
                    <a:pt x="25063" y="968508"/>
                  </a:lnTo>
                  <a:close/>
                </a:path>
                <a:path w="25400" h="1221104">
                  <a:moveTo>
                    <a:pt x="18797" y="963343"/>
                  </a:moveTo>
                  <a:lnTo>
                    <a:pt x="6526" y="963343"/>
                  </a:lnTo>
                  <a:lnTo>
                    <a:pt x="6526" y="968508"/>
                  </a:lnTo>
                  <a:lnTo>
                    <a:pt x="18797" y="968508"/>
                  </a:lnTo>
                  <a:lnTo>
                    <a:pt x="18797" y="963343"/>
                  </a:lnTo>
                  <a:close/>
                </a:path>
                <a:path w="25400" h="1221104">
                  <a:moveTo>
                    <a:pt x="12792" y="1080448"/>
                  </a:moveTo>
                  <a:lnTo>
                    <a:pt x="6526" y="1086195"/>
                  </a:lnTo>
                  <a:lnTo>
                    <a:pt x="0" y="1091942"/>
                  </a:lnTo>
                  <a:lnTo>
                    <a:pt x="6526" y="1097666"/>
                  </a:lnTo>
                  <a:lnTo>
                    <a:pt x="12792" y="1102832"/>
                  </a:lnTo>
                  <a:lnTo>
                    <a:pt x="18797" y="1097666"/>
                  </a:lnTo>
                  <a:lnTo>
                    <a:pt x="25063" y="1091942"/>
                  </a:lnTo>
                  <a:lnTo>
                    <a:pt x="18797" y="1086195"/>
                  </a:lnTo>
                  <a:lnTo>
                    <a:pt x="12792" y="1080448"/>
                  </a:lnTo>
                  <a:close/>
                </a:path>
                <a:path w="25400" h="1221104">
                  <a:moveTo>
                    <a:pt x="18797" y="1214771"/>
                  </a:moveTo>
                  <a:lnTo>
                    <a:pt x="6526" y="1214771"/>
                  </a:lnTo>
                  <a:lnTo>
                    <a:pt x="6526" y="1220518"/>
                  </a:lnTo>
                  <a:lnTo>
                    <a:pt x="18797" y="1220518"/>
                  </a:lnTo>
                  <a:lnTo>
                    <a:pt x="18797" y="1214771"/>
                  </a:lnTo>
                  <a:close/>
                </a:path>
                <a:path w="25400" h="1221104">
                  <a:moveTo>
                    <a:pt x="25063" y="1159092"/>
                  </a:moveTo>
                  <a:lnTo>
                    <a:pt x="0" y="1159092"/>
                  </a:lnTo>
                  <a:lnTo>
                    <a:pt x="0" y="1214771"/>
                  </a:lnTo>
                  <a:lnTo>
                    <a:pt x="25063" y="1214771"/>
                  </a:lnTo>
                  <a:lnTo>
                    <a:pt x="25063" y="1159092"/>
                  </a:lnTo>
                  <a:close/>
                </a:path>
                <a:path w="25400" h="1221104">
                  <a:moveTo>
                    <a:pt x="18797" y="1153345"/>
                  </a:moveTo>
                  <a:lnTo>
                    <a:pt x="6526" y="1153345"/>
                  </a:lnTo>
                  <a:lnTo>
                    <a:pt x="6526" y="1159092"/>
                  </a:lnTo>
                  <a:lnTo>
                    <a:pt x="18797" y="1159092"/>
                  </a:lnTo>
                  <a:lnTo>
                    <a:pt x="18797" y="1153345"/>
                  </a:lnTo>
                  <a:close/>
                </a:path>
              </a:pathLst>
            </a:custGeom>
            <a:solidFill>
              <a:srgbClr val="000000"/>
            </a:solidFill>
          </p:spPr>
          <p:txBody>
            <a:bodyPr wrap="square" lIns="0" tIns="0" rIns="0" bIns="0" rtlCol="0"/>
            <a:lstStyle/>
            <a:p/>
          </p:txBody>
        </p:sp>
        <p:sp>
          <p:nvSpPr>
            <p:cNvPr id="98" name="object 98" descr=""/>
            <p:cNvSpPr/>
            <p:nvPr/>
          </p:nvSpPr>
          <p:spPr>
            <a:xfrm>
              <a:off x="8801775" y="3376777"/>
              <a:ext cx="25400" cy="1221105"/>
            </a:xfrm>
            <a:custGeom>
              <a:avLst/>
              <a:gdLst/>
              <a:ahLst/>
              <a:cxnLst/>
              <a:rect l="l" t="t" r="r" b="b"/>
              <a:pathLst>
                <a:path w="25400" h="1221104">
                  <a:moveTo>
                    <a:pt x="25063" y="5816"/>
                  </a:moveTo>
                  <a:lnTo>
                    <a:pt x="25063" y="62077"/>
                  </a:lnTo>
                  <a:lnTo>
                    <a:pt x="18797" y="62077"/>
                  </a:lnTo>
                  <a:lnTo>
                    <a:pt x="18797" y="67243"/>
                  </a:lnTo>
                  <a:lnTo>
                    <a:pt x="12792" y="67243"/>
                  </a:lnTo>
                  <a:lnTo>
                    <a:pt x="6526" y="67243"/>
                  </a:lnTo>
                  <a:lnTo>
                    <a:pt x="6526" y="62077"/>
                  </a:lnTo>
                  <a:lnTo>
                    <a:pt x="0" y="62077"/>
                  </a:lnTo>
                  <a:lnTo>
                    <a:pt x="0" y="5816"/>
                  </a:lnTo>
                  <a:lnTo>
                    <a:pt x="6526" y="5816"/>
                  </a:lnTo>
                  <a:lnTo>
                    <a:pt x="6526" y="0"/>
                  </a:lnTo>
                  <a:lnTo>
                    <a:pt x="12792" y="0"/>
                  </a:lnTo>
                  <a:lnTo>
                    <a:pt x="18797" y="0"/>
                  </a:lnTo>
                  <a:lnTo>
                    <a:pt x="18797" y="5816"/>
                  </a:lnTo>
                  <a:lnTo>
                    <a:pt x="25063" y="5816"/>
                  </a:lnTo>
                  <a:close/>
                </a:path>
                <a:path w="25400" h="1221104">
                  <a:moveTo>
                    <a:pt x="25063" y="129250"/>
                  </a:moveTo>
                  <a:lnTo>
                    <a:pt x="18797" y="134974"/>
                  </a:lnTo>
                  <a:lnTo>
                    <a:pt x="12792" y="140140"/>
                  </a:lnTo>
                  <a:lnTo>
                    <a:pt x="6526" y="134974"/>
                  </a:lnTo>
                  <a:lnTo>
                    <a:pt x="0" y="129250"/>
                  </a:lnTo>
                  <a:lnTo>
                    <a:pt x="6526" y="123503"/>
                  </a:lnTo>
                  <a:lnTo>
                    <a:pt x="12792" y="123503"/>
                  </a:lnTo>
                  <a:lnTo>
                    <a:pt x="18797" y="123503"/>
                  </a:lnTo>
                  <a:lnTo>
                    <a:pt x="25063" y="129250"/>
                  </a:lnTo>
                  <a:close/>
                </a:path>
                <a:path w="25400" h="1221104">
                  <a:moveTo>
                    <a:pt x="25063" y="202147"/>
                  </a:moveTo>
                  <a:lnTo>
                    <a:pt x="25063" y="252079"/>
                  </a:lnTo>
                  <a:lnTo>
                    <a:pt x="18797" y="257826"/>
                  </a:lnTo>
                  <a:lnTo>
                    <a:pt x="12792" y="263574"/>
                  </a:lnTo>
                  <a:lnTo>
                    <a:pt x="6526" y="257826"/>
                  </a:lnTo>
                  <a:lnTo>
                    <a:pt x="0" y="252079"/>
                  </a:lnTo>
                  <a:lnTo>
                    <a:pt x="0" y="202147"/>
                  </a:lnTo>
                  <a:lnTo>
                    <a:pt x="6526" y="196400"/>
                  </a:lnTo>
                  <a:lnTo>
                    <a:pt x="6526" y="190677"/>
                  </a:lnTo>
                  <a:lnTo>
                    <a:pt x="12792" y="190677"/>
                  </a:lnTo>
                  <a:lnTo>
                    <a:pt x="18797" y="190677"/>
                  </a:lnTo>
                  <a:lnTo>
                    <a:pt x="18797" y="196400"/>
                  </a:lnTo>
                  <a:lnTo>
                    <a:pt x="25063" y="202147"/>
                  </a:lnTo>
                  <a:close/>
                </a:path>
                <a:path w="25400" h="1221104">
                  <a:moveTo>
                    <a:pt x="25063" y="319253"/>
                  </a:moveTo>
                  <a:lnTo>
                    <a:pt x="18797" y="325000"/>
                  </a:lnTo>
                  <a:lnTo>
                    <a:pt x="18797" y="330747"/>
                  </a:lnTo>
                  <a:lnTo>
                    <a:pt x="12792" y="330747"/>
                  </a:lnTo>
                  <a:lnTo>
                    <a:pt x="6526" y="330747"/>
                  </a:lnTo>
                  <a:lnTo>
                    <a:pt x="6526" y="325000"/>
                  </a:lnTo>
                  <a:lnTo>
                    <a:pt x="0" y="319253"/>
                  </a:lnTo>
                  <a:lnTo>
                    <a:pt x="6526" y="319253"/>
                  </a:lnTo>
                  <a:lnTo>
                    <a:pt x="6526" y="314087"/>
                  </a:lnTo>
                  <a:lnTo>
                    <a:pt x="12792" y="314087"/>
                  </a:lnTo>
                  <a:lnTo>
                    <a:pt x="18797" y="314087"/>
                  </a:lnTo>
                  <a:lnTo>
                    <a:pt x="18797" y="319253"/>
                  </a:lnTo>
                  <a:lnTo>
                    <a:pt x="25063" y="319253"/>
                  </a:lnTo>
                  <a:close/>
                </a:path>
                <a:path w="25400" h="1221104">
                  <a:moveTo>
                    <a:pt x="25063" y="392150"/>
                  </a:moveTo>
                  <a:lnTo>
                    <a:pt x="25063" y="442687"/>
                  </a:lnTo>
                  <a:lnTo>
                    <a:pt x="18797" y="448410"/>
                  </a:lnTo>
                  <a:lnTo>
                    <a:pt x="12792" y="453576"/>
                  </a:lnTo>
                  <a:lnTo>
                    <a:pt x="6526" y="448410"/>
                  </a:lnTo>
                  <a:lnTo>
                    <a:pt x="0" y="442687"/>
                  </a:lnTo>
                  <a:lnTo>
                    <a:pt x="0" y="392150"/>
                  </a:lnTo>
                  <a:lnTo>
                    <a:pt x="6526" y="386426"/>
                  </a:lnTo>
                  <a:lnTo>
                    <a:pt x="12792" y="381260"/>
                  </a:lnTo>
                  <a:lnTo>
                    <a:pt x="18797" y="386426"/>
                  </a:lnTo>
                  <a:lnTo>
                    <a:pt x="25063" y="392150"/>
                  </a:lnTo>
                  <a:close/>
                </a:path>
                <a:path w="25400" h="1221104">
                  <a:moveTo>
                    <a:pt x="25063" y="515584"/>
                  </a:moveTo>
                  <a:lnTo>
                    <a:pt x="18797" y="515584"/>
                  </a:lnTo>
                  <a:lnTo>
                    <a:pt x="18797" y="520749"/>
                  </a:lnTo>
                  <a:lnTo>
                    <a:pt x="12792" y="520749"/>
                  </a:lnTo>
                  <a:lnTo>
                    <a:pt x="6526" y="520749"/>
                  </a:lnTo>
                  <a:lnTo>
                    <a:pt x="6526" y="515584"/>
                  </a:lnTo>
                  <a:lnTo>
                    <a:pt x="0" y="515584"/>
                  </a:lnTo>
                  <a:lnTo>
                    <a:pt x="6526" y="509837"/>
                  </a:lnTo>
                  <a:lnTo>
                    <a:pt x="6526" y="504089"/>
                  </a:lnTo>
                  <a:lnTo>
                    <a:pt x="12792" y="504089"/>
                  </a:lnTo>
                  <a:lnTo>
                    <a:pt x="18797" y="504089"/>
                  </a:lnTo>
                  <a:lnTo>
                    <a:pt x="18797" y="509837"/>
                  </a:lnTo>
                  <a:lnTo>
                    <a:pt x="25063" y="515584"/>
                  </a:lnTo>
                  <a:close/>
                </a:path>
                <a:path w="25400" h="1221104">
                  <a:moveTo>
                    <a:pt x="25063" y="582757"/>
                  </a:moveTo>
                  <a:lnTo>
                    <a:pt x="25063" y="638436"/>
                  </a:lnTo>
                  <a:lnTo>
                    <a:pt x="18797" y="638436"/>
                  </a:lnTo>
                  <a:lnTo>
                    <a:pt x="18797" y="644160"/>
                  </a:lnTo>
                  <a:lnTo>
                    <a:pt x="12792" y="644160"/>
                  </a:lnTo>
                  <a:lnTo>
                    <a:pt x="6526" y="644160"/>
                  </a:lnTo>
                  <a:lnTo>
                    <a:pt x="6526" y="638436"/>
                  </a:lnTo>
                  <a:lnTo>
                    <a:pt x="0" y="638436"/>
                  </a:lnTo>
                  <a:lnTo>
                    <a:pt x="0" y="582757"/>
                  </a:lnTo>
                  <a:lnTo>
                    <a:pt x="6526" y="582757"/>
                  </a:lnTo>
                  <a:lnTo>
                    <a:pt x="6526" y="577010"/>
                  </a:lnTo>
                  <a:lnTo>
                    <a:pt x="12792" y="577010"/>
                  </a:lnTo>
                  <a:lnTo>
                    <a:pt x="18797" y="577010"/>
                  </a:lnTo>
                  <a:lnTo>
                    <a:pt x="18797" y="582757"/>
                  </a:lnTo>
                  <a:lnTo>
                    <a:pt x="25063" y="582757"/>
                  </a:lnTo>
                  <a:close/>
                </a:path>
                <a:path w="25400" h="1221104">
                  <a:moveTo>
                    <a:pt x="25063" y="705586"/>
                  </a:moveTo>
                  <a:lnTo>
                    <a:pt x="18797" y="711333"/>
                  </a:lnTo>
                  <a:lnTo>
                    <a:pt x="12792" y="717080"/>
                  </a:lnTo>
                  <a:lnTo>
                    <a:pt x="6526" y="711333"/>
                  </a:lnTo>
                  <a:lnTo>
                    <a:pt x="0" y="705586"/>
                  </a:lnTo>
                  <a:lnTo>
                    <a:pt x="6526" y="705586"/>
                  </a:lnTo>
                  <a:lnTo>
                    <a:pt x="6526" y="699862"/>
                  </a:lnTo>
                  <a:lnTo>
                    <a:pt x="12792" y="699862"/>
                  </a:lnTo>
                  <a:lnTo>
                    <a:pt x="18797" y="699862"/>
                  </a:lnTo>
                  <a:lnTo>
                    <a:pt x="18797" y="705586"/>
                  </a:lnTo>
                  <a:lnTo>
                    <a:pt x="25063" y="705586"/>
                  </a:lnTo>
                  <a:close/>
                </a:path>
                <a:path w="25400" h="1221104">
                  <a:moveTo>
                    <a:pt x="25063" y="778506"/>
                  </a:moveTo>
                  <a:lnTo>
                    <a:pt x="25063" y="829020"/>
                  </a:lnTo>
                  <a:lnTo>
                    <a:pt x="18797" y="834185"/>
                  </a:lnTo>
                  <a:lnTo>
                    <a:pt x="12792" y="839932"/>
                  </a:lnTo>
                  <a:lnTo>
                    <a:pt x="6526" y="834185"/>
                  </a:lnTo>
                  <a:lnTo>
                    <a:pt x="0" y="829020"/>
                  </a:lnTo>
                  <a:lnTo>
                    <a:pt x="0" y="778506"/>
                  </a:lnTo>
                  <a:lnTo>
                    <a:pt x="6526" y="772759"/>
                  </a:lnTo>
                  <a:lnTo>
                    <a:pt x="6526" y="767012"/>
                  </a:lnTo>
                  <a:lnTo>
                    <a:pt x="12792" y="767012"/>
                  </a:lnTo>
                  <a:lnTo>
                    <a:pt x="18797" y="767012"/>
                  </a:lnTo>
                  <a:lnTo>
                    <a:pt x="18797" y="772759"/>
                  </a:lnTo>
                  <a:lnTo>
                    <a:pt x="25063" y="778506"/>
                  </a:lnTo>
                  <a:close/>
                </a:path>
                <a:path w="25400" h="1221104">
                  <a:moveTo>
                    <a:pt x="25063" y="901335"/>
                  </a:moveTo>
                  <a:lnTo>
                    <a:pt x="18797" y="901335"/>
                  </a:lnTo>
                  <a:lnTo>
                    <a:pt x="18797" y="907082"/>
                  </a:lnTo>
                  <a:lnTo>
                    <a:pt x="12792" y="907082"/>
                  </a:lnTo>
                  <a:lnTo>
                    <a:pt x="6526" y="907082"/>
                  </a:lnTo>
                  <a:lnTo>
                    <a:pt x="6526" y="901335"/>
                  </a:lnTo>
                  <a:lnTo>
                    <a:pt x="0" y="901335"/>
                  </a:lnTo>
                  <a:lnTo>
                    <a:pt x="6526" y="896170"/>
                  </a:lnTo>
                  <a:lnTo>
                    <a:pt x="6526" y="890446"/>
                  </a:lnTo>
                  <a:lnTo>
                    <a:pt x="12792" y="890446"/>
                  </a:lnTo>
                  <a:lnTo>
                    <a:pt x="18797" y="890446"/>
                  </a:lnTo>
                  <a:lnTo>
                    <a:pt x="18797" y="896170"/>
                  </a:lnTo>
                  <a:lnTo>
                    <a:pt x="25063" y="901335"/>
                  </a:lnTo>
                  <a:close/>
                </a:path>
                <a:path w="25400" h="1221104">
                  <a:moveTo>
                    <a:pt x="25063" y="968508"/>
                  </a:moveTo>
                  <a:lnTo>
                    <a:pt x="25063" y="1019022"/>
                  </a:lnTo>
                  <a:lnTo>
                    <a:pt x="18797" y="1024769"/>
                  </a:lnTo>
                  <a:lnTo>
                    <a:pt x="18797" y="1030516"/>
                  </a:lnTo>
                  <a:lnTo>
                    <a:pt x="12792" y="1030516"/>
                  </a:lnTo>
                  <a:lnTo>
                    <a:pt x="6526" y="1030516"/>
                  </a:lnTo>
                  <a:lnTo>
                    <a:pt x="6526" y="1024769"/>
                  </a:lnTo>
                  <a:lnTo>
                    <a:pt x="0" y="1019022"/>
                  </a:lnTo>
                  <a:lnTo>
                    <a:pt x="0" y="968508"/>
                  </a:lnTo>
                  <a:lnTo>
                    <a:pt x="6526" y="968508"/>
                  </a:lnTo>
                  <a:lnTo>
                    <a:pt x="6526" y="963343"/>
                  </a:lnTo>
                  <a:lnTo>
                    <a:pt x="12792" y="963343"/>
                  </a:lnTo>
                  <a:lnTo>
                    <a:pt x="18797" y="963343"/>
                  </a:lnTo>
                  <a:lnTo>
                    <a:pt x="18797" y="968508"/>
                  </a:lnTo>
                  <a:lnTo>
                    <a:pt x="25063" y="968508"/>
                  </a:lnTo>
                  <a:close/>
                </a:path>
                <a:path w="25400" h="1221104">
                  <a:moveTo>
                    <a:pt x="25063" y="1091942"/>
                  </a:moveTo>
                  <a:lnTo>
                    <a:pt x="18797" y="1097666"/>
                  </a:lnTo>
                  <a:lnTo>
                    <a:pt x="12792" y="1102832"/>
                  </a:lnTo>
                  <a:lnTo>
                    <a:pt x="6526" y="1097666"/>
                  </a:lnTo>
                  <a:lnTo>
                    <a:pt x="0" y="1091942"/>
                  </a:lnTo>
                  <a:lnTo>
                    <a:pt x="6526" y="1086195"/>
                  </a:lnTo>
                  <a:lnTo>
                    <a:pt x="12792" y="1080448"/>
                  </a:lnTo>
                  <a:lnTo>
                    <a:pt x="18797" y="1086195"/>
                  </a:lnTo>
                  <a:lnTo>
                    <a:pt x="25063" y="1091942"/>
                  </a:lnTo>
                  <a:close/>
                </a:path>
                <a:path w="25400" h="1221104">
                  <a:moveTo>
                    <a:pt x="25063" y="1159092"/>
                  </a:moveTo>
                  <a:lnTo>
                    <a:pt x="25063" y="1214771"/>
                  </a:lnTo>
                  <a:lnTo>
                    <a:pt x="18797" y="1214771"/>
                  </a:lnTo>
                  <a:lnTo>
                    <a:pt x="18797" y="1220518"/>
                  </a:lnTo>
                  <a:lnTo>
                    <a:pt x="12792" y="1220518"/>
                  </a:lnTo>
                  <a:lnTo>
                    <a:pt x="6526" y="1220518"/>
                  </a:lnTo>
                  <a:lnTo>
                    <a:pt x="6526" y="1214771"/>
                  </a:lnTo>
                  <a:lnTo>
                    <a:pt x="0" y="1214771"/>
                  </a:lnTo>
                  <a:lnTo>
                    <a:pt x="0" y="1159092"/>
                  </a:lnTo>
                  <a:lnTo>
                    <a:pt x="6526" y="1159092"/>
                  </a:lnTo>
                  <a:lnTo>
                    <a:pt x="6526" y="1153345"/>
                  </a:lnTo>
                  <a:lnTo>
                    <a:pt x="12792" y="1153345"/>
                  </a:lnTo>
                  <a:lnTo>
                    <a:pt x="18797" y="1153345"/>
                  </a:lnTo>
                  <a:lnTo>
                    <a:pt x="18797" y="1159092"/>
                  </a:lnTo>
                  <a:lnTo>
                    <a:pt x="25063" y="1159092"/>
                  </a:lnTo>
                  <a:close/>
                </a:path>
              </a:pathLst>
            </a:custGeom>
            <a:ln w="6115">
              <a:solidFill>
                <a:srgbClr val="000000"/>
              </a:solidFill>
            </a:ln>
          </p:spPr>
          <p:txBody>
            <a:bodyPr wrap="square" lIns="0" tIns="0" rIns="0" bIns="0" rtlCol="0"/>
            <a:lstStyle/>
            <a:p/>
          </p:txBody>
        </p:sp>
        <p:sp>
          <p:nvSpPr>
            <p:cNvPr id="99" name="object 99" descr=""/>
            <p:cNvSpPr/>
            <p:nvPr/>
          </p:nvSpPr>
          <p:spPr>
            <a:xfrm>
              <a:off x="9253694" y="2957265"/>
              <a:ext cx="19050" cy="1679575"/>
            </a:xfrm>
            <a:custGeom>
              <a:avLst/>
              <a:gdLst/>
              <a:ahLst/>
              <a:cxnLst/>
              <a:rect l="l" t="t" r="r" b="b"/>
              <a:pathLst>
                <a:path w="19050" h="1679575">
                  <a:moveTo>
                    <a:pt x="18797" y="0"/>
                  </a:moveTo>
                  <a:lnTo>
                    <a:pt x="6004" y="0"/>
                  </a:lnTo>
                  <a:lnTo>
                    <a:pt x="0" y="5816"/>
                  </a:lnTo>
                  <a:lnTo>
                    <a:pt x="0" y="61426"/>
                  </a:lnTo>
                  <a:lnTo>
                    <a:pt x="6004" y="67010"/>
                  </a:lnTo>
                  <a:lnTo>
                    <a:pt x="18797" y="67010"/>
                  </a:lnTo>
                  <a:lnTo>
                    <a:pt x="18797" y="0"/>
                  </a:lnTo>
                  <a:close/>
                </a:path>
                <a:path w="19050" h="1679575">
                  <a:moveTo>
                    <a:pt x="18797" y="123317"/>
                  </a:moveTo>
                  <a:lnTo>
                    <a:pt x="0" y="123317"/>
                  </a:lnTo>
                  <a:lnTo>
                    <a:pt x="0" y="134253"/>
                  </a:lnTo>
                  <a:lnTo>
                    <a:pt x="6004" y="134253"/>
                  </a:lnTo>
                  <a:lnTo>
                    <a:pt x="12270" y="140070"/>
                  </a:lnTo>
                  <a:lnTo>
                    <a:pt x="18797" y="134253"/>
                  </a:lnTo>
                  <a:lnTo>
                    <a:pt x="18797" y="123317"/>
                  </a:lnTo>
                  <a:close/>
                </a:path>
                <a:path w="19050" h="1679575">
                  <a:moveTo>
                    <a:pt x="18797" y="190560"/>
                  </a:moveTo>
                  <a:lnTo>
                    <a:pt x="6004" y="190560"/>
                  </a:lnTo>
                  <a:lnTo>
                    <a:pt x="0" y="195679"/>
                  </a:lnTo>
                  <a:lnTo>
                    <a:pt x="0" y="257803"/>
                  </a:lnTo>
                  <a:lnTo>
                    <a:pt x="6004" y="257803"/>
                  </a:lnTo>
                  <a:lnTo>
                    <a:pt x="12270" y="262922"/>
                  </a:lnTo>
                  <a:lnTo>
                    <a:pt x="18797" y="257803"/>
                  </a:lnTo>
                  <a:lnTo>
                    <a:pt x="18797" y="190560"/>
                  </a:lnTo>
                  <a:close/>
                </a:path>
                <a:path w="19050" h="1679575">
                  <a:moveTo>
                    <a:pt x="18797" y="313412"/>
                  </a:moveTo>
                  <a:lnTo>
                    <a:pt x="6004" y="313412"/>
                  </a:lnTo>
                  <a:lnTo>
                    <a:pt x="0" y="319229"/>
                  </a:lnTo>
                  <a:lnTo>
                    <a:pt x="0" y="324814"/>
                  </a:lnTo>
                  <a:lnTo>
                    <a:pt x="6004" y="329932"/>
                  </a:lnTo>
                  <a:lnTo>
                    <a:pt x="18797" y="329932"/>
                  </a:lnTo>
                  <a:lnTo>
                    <a:pt x="18797" y="313412"/>
                  </a:lnTo>
                  <a:close/>
                </a:path>
                <a:path w="19050" h="1679575">
                  <a:moveTo>
                    <a:pt x="18797" y="386240"/>
                  </a:moveTo>
                  <a:lnTo>
                    <a:pt x="0" y="386240"/>
                  </a:lnTo>
                  <a:lnTo>
                    <a:pt x="0" y="447666"/>
                  </a:lnTo>
                  <a:lnTo>
                    <a:pt x="6004" y="447666"/>
                  </a:lnTo>
                  <a:lnTo>
                    <a:pt x="12270" y="453483"/>
                  </a:lnTo>
                  <a:lnTo>
                    <a:pt x="18797" y="447666"/>
                  </a:lnTo>
                  <a:lnTo>
                    <a:pt x="18797" y="386240"/>
                  </a:lnTo>
                  <a:close/>
                </a:path>
                <a:path w="19050" h="1679575">
                  <a:moveTo>
                    <a:pt x="12270" y="380655"/>
                  </a:moveTo>
                  <a:lnTo>
                    <a:pt x="6004" y="386240"/>
                  </a:lnTo>
                  <a:lnTo>
                    <a:pt x="12270" y="386240"/>
                  </a:lnTo>
                  <a:lnTo>
                    <a:pt x="12270" y="380655"/>
                  </a:lnTo>
                  <a:close/>
                </a:path>
                <a:path w="19050" h="1679575">
                  <a:moveTo>
                    <a:pt x="12270" y="503973"/>
                  </a:moveTo>
                  <a:lnTo>
                    <a:pt x="6004" y="503973"/>
                  </a:lnTo>
                  <a:lnTo>
                    <a:pt x="6004" y="509138"/>
                  </a:lnTo>
                  <a:lnTo>
                    <a:pt x="0" y="509138"/>
                  </a:lnTo>
                  <a:lnTo>
                    <a:pt x="0" y="514886"/>
                  </a:lnTo>
                  <a:lnTo>
                    <a:pt x="6004" y="520633"/>
                  </a:lnTo>
                  <a:lnTo>
                    <a:pt x="18797" y="520633"/>
                  </a:lnTo>
                  <a:lnTo>
                    <a:pt x="18797" y="509138"/>
                  </a:lnTo>
                  <a:lnTo>
                    <a:pt x="12270" y="503973"/>
                  </a:lnTo>
                  <a:close/>
                </a:path>
                <a:path w="19050" h="1679575">
                  <a:moveTo>
                    <a:pt x="18797" y="576893"/>
                  </a:moveTo>
                  <a:lnTo>
                    <a:pt x="6004" y="576893"/>
                  </a:lnTo>
                  <a:lnTo>
                    <a:pt x="0" y="582059"/>
                  </a:lnTo>
                  <a:lnTo>
                    <a:pt x="0" y="638320"/>
                  </a:lnTo>
                  <a:lnTo>
                    <a:pt x="6004" y="644043"/>
                  </a:lnTo>
                  <a:lnTo>
                    <a:pt x="18797" y="644043"/>
                  </a:lnTo>
                  <a:lnTo>
                    <a:pt x="18797" y="576893"/>
                  </a:lnTo>
                  <a:close/>
                </a:path>
                <a:path w="19050" h="1679575">
                  <a:moveTo>
                    <a:pt x="18797" y="699722"/>
                  </a:moveTo>
                  <a:lnTo>
                    <a:pt x="6004" y="699722"/>
                  </a:lnTo>
                  <a:lnTo>
                    <a:pt x="0" y="705469"/>
                  </a:lnTo>
                  <a:lnTo>
                    <a:pt x="0" y="711217"/>
                  </a:lnTo>
                  <a:lnTo>
                    <a:pt x="6004" y="711217"/>
                  </a:lnTo>
                  <a:lnTo>
                    <a:pt x="12270" y="716382"/>
                  </a:lnTo>
                  <a:lnTo>
                    <a:pt x="18797" y="711217"/>
                  </a:lnTo>
                  <a:lnTo>
                    <a:pt x="18797" y="699722"/>
                  </a:lnTo>
                  <a:close/>
                </a:path>
                <a:path w="19050" h="1679575">
                  <a:moveTo>
                    <a:pt x="12270" y="766896"/>
                  </a:moveTo>
                  <a:lnTo>
                    <a:pt x="6004" y="766896"/>
                  </a:lnTo>
                  <a:lnTo>
                    <a:pt x="6004" y="772643"/>
                  </a:lnTo>
                  <a:lnTo>
                    <a:pt x="0" y="772643"/>
                  </a:lnTo>
                  <a:lnTo>
                    <a:pt x="0" y="834069"/>
                  </a:lnTo>
                  <a:lnTo>
                    <a:pt x="6004" y="834069"/>
                  </a:lnTo>
                  <a:lnTo>
                    <a:pt x="12270" y="839793"/>
                  </a:lnTo>
                  <a:lnTo>
                    <a:pt x="18797" y="834069"/>
                  </a:lnTo>
                  <a:lnTo>
                    <a:pt x="18797" y="772643"/>
                  </a:lnTo>
                  <a:lnTo>
                    <a:pt x="12270" y="766896"/>
                  </a:lnTo>
                  <a:close/>
                </a:path>
                <a:path w="19050" h="1679575">
                  <a:moveTo>
                    <a:pt x="12270" y="890306"/>
                  </a:moveTo>
                  <a:lnTo>
                    <a:pt x="6004" y="890306"/>
                  </a:lnTo>
                  <a:lnTo>
                    <a:pt x="6004" y="895495"/>
                  </a:lnTo>
                  <a:lnTo>
                    <a:pt x="0" y="895495"/>
                  </a:lnTo>
                  <a:lnTo>
                    <a:pt x="0" y="901219"/>
                  </a:lnTo>
                  <a:lnTo>
                    <a:pt x="6004" y="906966"/>
                  </a:lnTo>
                  <a:lnTo>
                    <a:pt x="18797" y="906966"/>
                  </a:lnTo>
                  <a:lnTo>
                    <a:pt x="18797" y="895495"/>
                  </a:lnTo>
                  <a:lnTo>
                    <a:pt x="12270" y="890306"/>
                  </a:lnTo>
                  <a:close/>
                </a:path>
                <a:path w="19050" h="1679575">
                  <a:moveTo>
                    <a:pt x="18797" y="962645"/>
                  </a:moveTo>
                  <a:lnTo>
                    <a:pt x="6004" y="962645"/>
                  </a:lnTo>
                  <a:lnTo>
                    <a:pt x="0" y="968392"/>
                  </a:lnTo>
                  <a:lnTo>
                    <a:pt x="0" y="1024653"/>
                  </a:lnTo>
                  <a:lnTo>
                    <a:pt x="6004" y="1029818"/>
                  </a:lnTo>
                  <a:lnTo>
                    <a:pt x="18797" y="1029818"/>
                  </a:lnTo>
                  <a:lnTo>
                    <a:pt x="18797" y="962645"/>
                  </a:lnTo>
                  <a:close/>
                </a:path>
                <a:path w="19050" h="1679575">
                  <a:moveTo>
                    <a:pt x="18797" y="1086079"/>
                  </a:moveTo>
                  <a:lnTo>
                    <a:pt x="0" y="1086079"/>
                  </a:lnTo>
                  <a:lnTo>
                    <a:pt x="0" y="1096968"/>
                  </a:lnTo>
                  <a:lnTo>
                    <a:pt x="6004" y="1096968"/>
                  </a:lnTo>
                  <a:lnTo>
                    <a:pt x="12270" y="1102715"/>
                  </a:lnTo>
                  <a:lnTo>
                    <a:pt x="18797" y="1096968"/>
                  </a:lnTo>
                  <a:lnTo>
                    <a:pt x="18797" y="1086079"/>
                  </a:lnTo>
                  <a:close/>
                </a:path>
                <a:path w="19050" h="1679575">
                  <a:moveTo>
                    <a:pt x="12270" y="1080332"/>
                  </a:moveTo>
                  <a:lnTo>
                    <a:pt x="6004" y="1086079"/>
                  </a:lnTo>
                  <a:lnTo>
                    <a:pt x="12270" y="1086079"/>
                  </a:lnTo>
                  <a:lnTo>
                    <a:pt x="12270" y="1080332"/>
                  </a:lnTo>
                  <a:close/>
                </a:path>
                <a:path w="19050" h="1679575">
                  <a:moveTo>
                    <a:pt x="18797" y="1153229"/>
                  </a:moveTo>
                  <a:lnTo>
                    <a:pt x="6004" y="1153229"/>
                  </a:lnTo>
                  <a:lnTo>
                    <a:pt x="0" y="1158976"/>
                  </a:lnTo>
                  <a:lnTo>
                    <a:pt x="0" y="1214655"/>
                  </a:lnTo>
                  <a:lnTo>
                    <a:pt x="6004" y="1220402"/>
                  </a:lnTo>
                  <a:lnTo>
                    <a:pt x="18797" y="1220402"/>
                  </a:lnTo>
                  <a:lnTo>
                    <a:pt x="18797" y="1153229"/>
                  </a:lnTo>
                  <a:close/>
                </a:path>
                <a:path w="19050" h="1679575">
                  <a:moveTo>
                    <a:pt x="18797" y="1276081"/>
                  </a:moveTo>
                  <a:lnTo>
                    <a:pt x="6004" y="1276081"/>
                  </a:lnTo>
                  <a:lnTo>
                    <a:pt x="0" y="1281828"/>
                  </a:lnTo>
                  <a:lnTo>
                    <a:pt x="0" y="1287552"/>
                  </a:lnTo>
                  <a:lnTo>
                    <a:pt x="6004" y="1287552"/>
                  </a:lnTo>
                  <a:lnTo>
                    <a:pt x="12270" y="1293299"/>
                  </a:lnTo>
                  <a:lnTo>
                    <a:pt x="18797" y="1287552"/>
                  </a:lnTo>
                  <a:lnTo>
                    <a:pt x="18797" y="1276081"/>
                  </a:lnTo>
                  <a:close/>
                </a:path>
                <a:path w="19050" h="1679575">
                  <a:moveTo>
                    <a:pt x="12270" y="1343254"/>
                  </a:moveTo>
                  <a:lnTo>
                    <a:pt x="6004" y="1343254"/>
                  </a:lnTo>
                  <a:lnTo>
                    <a:pt x="6004" y="1348978"/>
                  </a:lnTo>
                  <a:lnTo>
                    <a:pt x="0" y="1348978"/>
                  </a:lnTo>
                  <a:lnTo>
                    <a:pt x="0" y="1410404"/>
                  </a:lnTo>
                  <a:lnTo>
                    <a:pt x="6004" y="1410404"/>
                  </a:lnTo>
                  <a:lnTo>
                    <a:pt x="12270" y="1416151"/>
                  </a:lnTo>
                  <a:lnTo>
                    <a:pt x="18797" y="1410404"/>
                  </a:lnTo>
                  <a:lnTo>
                    <a:pt x="18797" y="1348978"/>
                  </a:lnTo>
                  <a:lnTo>
                    <a:pt x="12270" y="1343254"/>
                  </a:lnTo>
                  <a:close/>
                </a:path>
                <a:path w="19050" h="1679575">
                  <a:moveTo>
                    <a:pt x="12270" y="1466665"/>
                  </a:moveTo>
                  <a:lnTo>
                    <a:pt x="6004" y="1466665"/>
                  </a:lnTo>
                  <a:lnTo>
                    <a:pt x="6004" y="1472412"/>
                  </a:lnTo>
                  <a:lnTo>
                    <a:pt x="0" y="1472412"/>
                  </a:lnTo>
                  <a:lnTo>
                    <a:pt x="0" y="1477578"/>
                  </a:lnTo>
                  <a:lnTo>
                    <a:pt x="6004" y="1483325"/>
                  </a:lnTo>
                  <a:lnTo>
                    <a:pt x="18797" y="1483325"/>
                  </a:lnTo>
                  <a:lnTo>
                    <a:pt x="18797" y="1472412"/>
                  </a:lnTo>
                  <a:lnTo>
                    <a:pt x="12270" y="1466665"/>
                  </a:lnTo>
                  <a:close/>
                </a:path>
                <a:path w="19050" h="1679575">
                  <a:moveTo>
                    <a:pt x="18797" y="1539562"/>
                  </a:moveTo>
                  <a:lnTo>
                    <a:pt x="6004" y="1539562"/>
                  </a:lnTo>
                  <a:lnTo>
                    <a:pt x="0" y="1544727"/>
                  </a:lnTo>
                  <a:lnTo>
                    <a:pt x="0" y="1600988"/>
                  </a:lnTo>
                  <a:lnTo>
                    <a:pt x="6004" y="1606735"/>
                  </a:lnTo>
                  <a:lnTo>
                    <a:pt x="18797" y="1606735"/>
                  </a:lnTo>
                  <a:lnTo>
                    <a:pt x="18797" y="1539562"/>
                  </a:lnTo>
                  <a:close/>
                </a:path>
                <a:path w="19050" h="1679575">
                  <a:moveTo>
                    <a:pt x="18797" y="1662414"/>
                  </a:moveTo>
                  <a:lnTo>
                    <a:pt x="6004" y="1662414"/>
                  </a:lnTo>
                  <a:lnTo>
                    <a:pt x="0" y="1668161"/>
                  </a:lnTo>
                  <a:lnTo>
                    <a:pt x="0" y="1673909"/>
                  </a:lnTo>
                  <a:lnTo>
                    <a:pt x="6004" y="1673909"/>
                  </a:lnTo>
                  <a:lnTo>
                    <a:pt x="6004" y="1679074"/>
                  </a:lnTo>
                  <a:lnTo>
                    <a:pt x="12270" y="1679074"/>
                  </a:lnTo>
                  <a:lnTo>
                    <a:pt x="18797" y="1673909"/>
                  </a:lnTo>
                  <a:lnTo>
                    <a:pt x="18797" y="1662414"/>
                  </a:lnTo>
                  <a:close/>
                </a:path>
              </a:pathLst>
            </a:custGeom>
            <a:solidFill>
              <a:srgbClr val="000000"/>
            </a:solidFill>
          </p:spPr>
          <p:txBody>
            <a:bodyPr wrap="square" lIns="0" tIns="0" rIns="0" bIns="0" rtlCol="0"/>
            <a:lstStyle/>
            <a:p/>
          </p:txBody>
        </p:sp>
        <p:sp>
          <p:nvSpPr>
            <p:cNvPr id="100" name="object 100" descr=""/>
            <p:cNvSpPr/>
            <p:nvPr/>
          </p:nvSpPr>
          <p:spPr>
            <a:xfrm>
              <a:off x="9253694" y="2957264"/>
              <a:ext cx="19050" cy="1679575"/>
            </a:xfrm>
            <a:custGeom>
              <a:avLst/>
              <a:gdLst/>
              <a:ahLst/>
              <a:cxnLst/>
              <a:rect l="l" t="t" r="r" b="b"/>
              <a:pathLst>
                <a:path w="19050" h="1679575">
                  <a:moveTo>
                    <a:pt x="18797" y="5816"/>
                  </a:moveTo>
                  <a:lnTo>
                    <a:pt x="18797" y="61426"/>
                  </a:lnTo>
                  <a:lnTo>
                    <a:pt x="18797" y="67010"/>
                  </a:lnTo>
                  <a:lnTo>
                    <a:pt x="12270" y="67010"/>
                  </a:lnTo>
                  <a:lnTo>
                    <a:pt x="6004" y="67010"/>
                  </a:lnTo>
                  <a:lnTo>
                    <a:pt x="0" y="61426"/>
                  </a:lnTo>
                  <a:lnTo>
                    <a:pt x="0" y="5816"/>
                  </a:lnTo>
                  <a:lnTo>
                    <a:pt x="6004" y="0"/>
                  </a:lnTo>
                  <a:lnTo>
                    <a:pt x="12270" y="0"/>
                  </a:lnTo>
                  <a:lnTo>
                    <a:pt x="18797" y="0"/>
                  </a:lnTo>
                  <a:lnTo>
                    <a:pt x="18797" y="5816"/>
                  </a:lnTo>
                  <a:close/>
                </a:path>
                <a:path w="19050" h="1679575">
                  <a:moveTo>
                    <a:pt x="18797" y="128436"/>
                  </a:moveTo>
                  <a:lnTo>
                    <a:pt x="18797" y="134253"/>
                  </a:lnTo>
                  <a:lnTo>
                    <a:pt x="12270" y="140070"/>
                  </a:lnTo>
                  <a:lnTo>
                    <a:pt x="6004" y="134253"/>
                  </a:lnTo>
                  <a:lnTo>
                    <a:pt x="0" y="134253"/>
                  </a:lnTo>
                  <a:lnTo>
                    <a:pt x="0" y="128436"/>
                  </a:lnTo>
                  <a:lnTo>
                    <a:pt x="0" y="123317"/>
                  </a:lnTo>
                  <a:lnTo>
                    <a:pt x="6004" y="123317"/>
                  </a:lnTo>
                  <a:lnTo>
                    <a:pt x="12270" y="123317"/>
                  </a:lnTo>
                  <a:lnTo>
                    <a:pt x="18797" y="123317"/>
                  </a:lnTo>
                  <a:lnTo>
                    <a:pt x="18797" y="128436"/>
                  </a:lnTo>
                  <a:close/>
                </a:path>
                <a:path w="19050" h="1679575">
                  <a:moveTo>
                    <a:pt x="18797" y="201496"/>
                  </a:moveTo>
                  <a:lnTo>
                    <a:pt x="18797" y="251986"/>
                  </a:lnTo>
                  <a:lnTo>
                    <a:pt x="18797" y="257803"/>
                  </a:lnTo>
                  <a:lnTo>
                    <a:pt x="12270" y="262922"/>
                  </a:lnTo>
                  <a:lnTo>
                    <a:pt x="6004" y="257803"/>
                  </a:lnTo>
                  <a:lnTo>
                    <a:pt x="0" y="257803"/>
                  </a:lnTo>
                  <a:lnTo>
                    <a:pt x="0" y="251986"/>
                  </a:lnTo>
                  <a:lnTo>
                    <a:pt x="0" y="201496"/>
                  </a:lnTo>
                  <a:lnTo>
                    <a:pt x="0" y="195679"/>
                  </a:lnTo>
                  <a:lnTo>
                    <a:pt x="6004" y="190560"/>
                  </a:lnTo>
                  <a:lnTo>
                    <a:pt x="12270" y="190560"/>
                  </a:lnTo>
                  <a:lnTo>
                    <a:pt x="18797" y="190560"/>
                  </a:lnTo>
                  <a:lnTo>
                    <a:pt x="18797" y="201496"/>
                  </a:lnTo>
                  <a:close/>
                </a:path>
                <a:path w="19050" h="1679575">
                  <a:moveTo>
                    <a:pt x="18797" y="319229"/>
                  </a:moveTo>
                  <a:lnTo>
                    <a:pt x="18797" y="329932"/>
                  </a:lnTo>
                  <a:lnTo>
                    <a:pt x="12270" y="329932"/>
                  </a:lnTo>
                  <a:lnTo>
                    <a:pt x="6004" y="329932"/>
                  </a:lnTo>
                  <a:lnTo>
                    <a:pt x="0" y="324814"/>
                  </a:lnTo>
                  <a:lnTo>
                    <a:pt x="0" y="319229"/>
                  </a:lnTo>
                  <a:lnTo>
                    <a:pt x="6004" y="313412"/>
                  </a:lnTo>
                  <a:lnTo>
                    <a:pt x="12270" y="313412"/>
                  </a:lnTo>
                  <a:lnTo>
                    <a:pt x="18797" y="313412"/>
                  </a:lnTo>
                  <a:lnTo>
                    <a:pt x="18797" y="319229"/>
                  </a:lnTo>
                  <a:close/>
                </a:path>
                <a:path w="19050" h="1679575">
                  <a:moveTo>
                    <a:pt x="18797" y="392057"/>
                  </a:moveTo>
                  <a:lnTo>
                    <a:pt x="18797" y="442082"/>
                  </a:lnTo>
                  <a:lnTo>
                    <a:pt x="18797" y="447666"/>
                  </a:lnTo>
                  <a:lnTo>
                    <a:pt x="12270" y="453483"/>
                  </a:lnTo>
                  <a:lnTo>
                    <a:pt x="6004" y="447666"/>
                  </a:lnTo>
                  <a:lnTo>
                    <a:pt x="0" y="447666"/>
                  </a:lnTo>
                  <a:lnTo>
                    <a:pt x="0" y="442082"/>
                  </a:lnTo>
                  <a:lnTo>
                    <a:pt x="0" y="392057"/>
                  </a:lnTo>
                  <a:lnTo>
                    <a:pt x="0" y="386240"/>
                  </a:lnTo>
                  <a:lnTo>
                    <a:pt x="6004" y="386240"/>
                  </a:lnTo>
                  <a:lnTo>
                    <a:pt x="12270" y="380655"/>
                  </a:lnTo>
                  <a:lnTo>
                    <a:pt x="12270" y="386240"/>
                  </a:lnTo>
                  <a:lnTo>
                    <a:pt x="18797" y="386240"/>
                  </a:lnTo>
                  <a:lnTo>
                    <a:pt x="18797" y="392057"/>
                  </a:lnTo>
                  <a:close/>
                </a:path>
                <a:path w="19050" h="1679575">
                  <a:moveTo>
                    <a:pt x="18797" y="514886"/>
                  </a:moveTo>
                  <a:lnTo>
                    <a:pt x="18797" y="520633"/>
                  </a:lnTo>
                  <a:lnTo>
                    <a:pt x="12270" y="520633"/>
                  </a:lnTo>
                  <a:lnTo>
                    <a:pt x="6004" y="520633"/>
                  </a:lnTo>
                  <a:lnTo>
                    <a:pt x="0" y="514886"/>
                  </a:lnTo>
                  <a:lnTo>
                    <a:pt x="0" y="509139"/>
                  </a:lnTo>
                  <a:lnTo>
                    <a:pt x="6004" y="509139"/>
                  </a:lnTo>
                  <a:lnTo>
                    <a:pt x="6004" y="503973"/>
                  </a:lnTo>
                  <a:lnTo>
                    <a:pt x="12270" y="503973"/>
                  </a:lnTo>
                  <a:lnTo>
                    <a:pt x="18797" y="509139"/>
                  </a:lnTo>
                  <a:lnTo>
                    <a:pt x="18797" y="514886"/>
                  </a:lnTo>
                  <a:close/>
                </a:path>
                <a:path w="19050" h="1679575">
                  <a:moveTo>
                    <a:pt x="18797" y="582059"/>
                  </a:moveTo>
                  <a:lnTo>
                    <a:pt x="18797" y="638320"/>
                  </a:lnTo>
                  <a:lnTo>
                    <a:pt x="18797" y="644043"/>
                  </a:lnTo>
                  <a:lnTo>
                    <a:pt x="12270" y="644043"/>
                  </a:lnTo>
                  <a:lnTo>
                    <a:pt x="6004" y="644043"/>
                  </a:lnTo>
                  <a:lnTo>
                    <a:pt x="0" y="638320"/>
                  </a:lnTo>
                  <a:lnTo>
                    <a:pt x="0" y="582059"/>
                  </a:lnTo>
                  <a:lnTo>
                    <a:pt x="6004" y="576893"/>
                  </a:lnTo>
                  <a:lnTo>
                    <a:pt x="12270" y="576893"/>
                  </a:lnTo>
                  <a:lnTo>
                    <a:pt x="18797" y="576893"/>
                  </a:lnTo>
                  <a:lnTo>
                    <a:pt x="18797" y="582059"/>
                  </a:lnTo>
                  <a:close/>
                </a:path>
                <a:path w="19050" h="1679575">
                  <a:moveTo>
                    <a:pt x="18797" y="705470"/>
                  </a:moveTo>
                  <a:lnTo>
                    <a:pt x="18797" y="711217"/>
                  </a:lnTo>
                  <a:lnTo>
                    <a:pt x="12270" y="716382"/>
                  </a:lnTo>
                  <a:lnTo>
                    <a:pt x="6004" y="711217"/>
                  </a:lnTo>
                  <a:lnTo>
                    <a:pt x="0" y="711217"/>
                  </a:lnTo>
                  <a:lnTo>
                    <a:pt x="0" y="705470"/>
                  </a:lnTo>
                  <a:lnTo>
                    <a:pt x="6004" y="699722"/>
                  </a:lnTo>
                  <a:lnTo>
                    <a:pt x="12270" y="699722"/>
                  </a:lnTo>
                  <a:lnTo>
                    <a:pt x="18797" y="699722"/>
                  </a:lnTo>
                  <a:lnTo>
                    <a:pt x="18797" y="705470"/>
                  </a:lnTo>
                  <a:close/>
                </a:path>
                <a:path w="19050" h="1679575">
                  <a:moveTo>
                    <a:pt x="18797" y="778367"/>
                  </a:moveTo>
                  <a:lnTo>
                    <a:pt x="18797" y="828322"/>
                  </a:lnTo>
                  <a:lnTo>
                    <a:pt x="18797" y="834069"/>
                  </a:lnTo>
                  <a:lnTo>
                    <a:pt x="12270" y="839793"/>
                  </a:lnTo>
                  <a:lnTo>
                    <a:pt x="6004" y="834069"/>
                  </a:lnTo>
                  <a:lnTo>
                    <a:pt x="0" y="834069"/>
                  </a:lnTo>
                  <a:lnTo>
                    <a:pt x="0" y="828322"/>
                  </a:lnTo>
                  <a:lnTo>
                    <a:pt x="0" y="778367"/>
                  </a:lnTo>
                  <a:lnTo>
                    <a:pt x="0" y="772643"/>
                  </a:lnTo>
                  <a:lnTo>
                    <a:pt x="6004" y="772643"/>
                  </a:lnTo>
                  <a:lnTo>
                    <a:pt x="6004" y="766896"/>
                  </a:lnTo>
                  <a:lnTo>
                    <a:pt x="12270" y="766896"/>
                  </a:lnTo>
                  <a:lnTo>
                    <a:pt x="18797" y="772643"/>
                  </a:lnTo>
                  <a:lnTo>
                    <a:pt x="18797" y="778367"/>
                  </a:lnTo>
                  <a:close/>
                </a:path>
                <a:path w="19050" h="1679575">
                  <a:moveTo>
                    <a:pt x="18797" y="901219"/>
                  </a:moveTo>
                  <a:lnTo>
                    <a:pt x="18797" y="906966"/>
                  </a:lnTo>
                  <a:lnTo>
                    <a:pt x="12270" y="906966"/>
                  </a:lnTo>
                  <a:lnTo>
                    <a:pt x="6004" y="906966"/>
                  </a:lnTo>
                  <a:lnTo>
                    <a:pt x="0" y="901219"/>
                  </a:lnTo>
                  <a:lnTo>
                    <a:pt x="0" y="895495"/>
                  </a:lnTo>
                  <a:lnTo>
                    <a:pt x="6004" y="895495"/>
                  </a:lnTo>
                  <a:lnTo>
                    <a:pt x="6004" y="890306"/>
                  </a:lnTo>
                  <a:lnTo>
                    <a:pt x="12270" y="890306"/>
                  </a:lnTo>
                  <a:lnTo>
                    <a:pt x="18797" y="895495"/>
                  </a:lnTo>
                  <a:lnTo>
                    <a:pt x="18797" y="901219"/>
                  </a:lnTo>
                  <a:close/>
                </a:path>
                <a:path w="19050" h="1679575">
                  <a:moveTo>
                    <a:pt x="18797" y="968392"/>
                  </a:moveTo>
                  <a:lnTo>
                    <a:pt x="18797" y="1018906"/>
                  </a:lnTo>
                  <a:lnTo>
                    <a:pt x="18797" y="1029818"/>
                  </a:lnTo>
                  <a:lnTo>
                    <a:pt x="12270" y="1029818"/>
                  </a:lnTo>
                  <a:lnTo>
                    <a:pt x="6004" y="1029818"/>
                  </a:lnTo>
                  <a:lnTo>
                    <a:pt x="0" y="1024653"/>
                  </a:lnTo>
                  <a:lnTo>
                    <a:pt x="0" y="1018906"/>
                  </a:lnTo>
                  <a:lnTo>
                    <a:pt x="0" y="968392"/>
                  </a:lnTo>
                  <a:lnTo>
                    <a:pt x="6004" y="962645"/>
                  </a:lnTo>
                  <a:lnTo>
                    <a:pt x="12270" y="962645"/>
                  </a:lnTo>
                  <a:lnTo>
                    <a:pt x="18797" y="962645"/>
                  </a:lnTo>
                  <a:lnTo>
                    <a:pt x="18797" y="968392"/>
                  </a:lnTo>
                  <a:close/>
                </a:path>
                <a:path w="19050" h="1679575">
                  <a:moveTo>
                    <a:pt x="18797" y="1091803"/>
                  </a:moveTo>
                  <a:lnTo>
                    <a:pt x="18797" y="1096968"/>
                  </a:lnTo>
                  <a:lnTo>
                    <a:pt x="12270" y="1102715"/>
                  </a:lnTo>
                  <a:lnTo>
                    <a:pt x="6004" y="1096968"/>
                  </a:lnTo>
                  <a:lnTo>
                    <a:pt x="0" y="1096968"/>
                  </a:lnTo>
                  <a:lnTo>
                    <a:pt x="0" y="1091803"/>
                  </a:lnTo>
                  <a:lnTo>
                    <a:pt x="0" y="1086079"/>
                  </a:lnTo>
                  <a:lnTo>
                    <a:pt x="6004" y="1086079"/>
                  </a:lnTo>
                  <a:lnTo>
                    <a:pt x="12270" y="1080332"/>
                  </a:lnTo>
                  <a:lnTo>
                    <a:pt x="12270" y="1086079"/>
                  </a:lnTo>
                  <a:lnTo>
                    <a:pt x="18797" y="1086079"/>
                  </a:lnTo>
                  <a:lnTo>
                    <a:pt x="18797" y="1091803"/>
                  </a:lnTo>
                  <a:close/>
                </a:path>
                <a:path w="19050" h="1679575">
                  <a:moveTo>
                    <a:pt x="18797" y="1158976"/>
                  </a:moveTo>
                  <a:lnTo>
                    <a:pt x="18797" y="1214655"/>
                  </a:lnTo>
                  <a:lnTo>
                    <a:pt x="18797" y="1220402"/>
                  </a:lnTo>
                  <a:lnTo>
                    <a:pt x="12270" y="1220402"/>
                  </a:lnTo>
                  <a:lnTo>
                    <a:pt x="6004" y="1220402"/>
                  </a:lnTo>
                  <a:lnTo>
                    <a:pt x="0" y="1214655"/>
                  </a:lnTo>
                  <a:lnTo>
                    <a:pt x="0" y="1158976"/>
                  </a:lnTo>
                  <a:lnTo>
                    <a:pt x="6004" y="1153229"/>
                  </a:lnTo>
                  <a:lnTo>
                    <a:pt x="12270" y="1153229"/>
                  </a:lnTo>
                  <a:lnTo>
                    <a:pt x="18797" y="1153229"/>
                  </a:lnTo>
                  <a:lnTo>
                    <a:pt x="18797" y="1158976"/>
                  </a:lnTo>
                  <a:close/>
                </a:path>
                <a:path w="19050" h="1679575">
                  <a:moveTo>
                    <a:pt x="18797" y="1281828"/>
                  </a:moveTo>
                  <a:lnTo>
                    <a:pt x="18797" y="1287552"/>
                  </a:lnTo>
                  <a:lnTo>
                    <a:pt x="12270" y="1293299"/>
                  </a:lnTo>
                  <a:lnTo>
                    <a:pt x="6004" y="1287552"/>
                  </a:lnTo>
                  <a:lnTo>
                    <a:pt x="0" y="1287552"/>
                  </a:lnTo>
                  <a:lnTo>
                    <a:pt x="0" y="1281828"/>
                  </a:lnTo>
                  <a:lnTo>
                    <a:pt x="6004" y="1276081"/>
                  </a:lnTo>
                  <a:lnTo>
                    <a:pt x="12270" y="1276081"/>
                  </a:lnTo>
                  <a:lnTo>
                    <a:pt x="18797" y="1276081"/>
                  </a:lnTo>
                  <a:lnTo>
                    <a:pt x="18797" y="1281828"/>
                  </a:lnTo>
                  <a:close/>
                </a:path>
                <a:path w="19050" h="1679575">
                  <a:moveTo>
                    <a:pt x="18797" y="1354725"/>
                  </a:moveTo>
                  <a:lnTo>
                    <a:pt x="18797" y="1405239"/>
                  </a:lnTo>
                  <a:lnTo>
                    <a:pt x="18797" y="1410404"/>
                  </a:lnTo>
                  <a:lnTo>
                    <a:pt x="12270" y="1416151"/>
                  </a:lnTo>
                  <a:lnTo>
                    <a:pt x="6004" y="1410404"/>
                  </a:lnTo>
                  <a:lnTo>
                    <a:pt x="0" y="1410404"/>
                  </a:lnTo>
                  <a:lnTo>
                    <a:pt x="0" y="1405239"/>
                  </a:lnTo>
                  <a:lnTo>
                    <a:pt x="0" y="1354725"/>
                  </a:lnTo>
                  <a:lnTo>
                    <a:pt x="0" y="1348978"/>
                  </a:lnTo>
                  <a:lnTo>
                    <a:pt x="6004" y="1348978"/>
                  </a:lnTo>
                  <a:lnTo>
                    <a:pt x="6004" y="1343254"/>
                  </a:lnTo>
                  <a:lnTo>
                    <a:pt x="12270" y="1343254"/>
                  </a:lnTo>
                  <a:lnTo>
                    <a:pt x="18797" y="1348978"/>
                  </a:lnTo>
                  <a:lnTo>
                    <a:pt x="18797" y="1354725"/>
                  </a:lnTo>
                  <a:close/>
                </a:path>
                <a:path w="19050" h="1679575">
                  <a:moveTo>
                    <a:pt x="18797" y="1477578"/>
                  </a:moveTo>
                  <a:lnTo>
                    <a:pt x="18797" y="1483325"/>
                  </a:lnTo>
                  <a:lnTo>
                    <a:pt x="12270" y="1483325"/>
                  </a:lnTo>
                  <a:lnTo>
                    <a:pt x="6004" y="1483325"/>
                  </a:lnTo>
                  <a:lnTo>
                    <a:pt x="0" y="1477578"/>
                  </a:lnTo>
                  <a:lnTo>
                    <a:pt x="0" y="1472412"/>
                  </a:lnTo>
                  <a:lnTo>
                    <a:pt x="6004" y="1472412"/>
                  </a:lnTo>
                  <a:lnTo>
                    <a:pt x="6004" y="1466665"/>
                  </a:lnTo>
                  <a:lnTo>
                    <a:pt x="12270" y="1466665"/>
                  </a:lnTo>
                  <a:lnTo>
                    <a:pt x="18797" y="1472412"/>
                  </a:lnTo>
                  <a:lnTo>
                    <a:pt x="18797" y="1477578"/>
                  </a:lnTo>
                  <a:close/>
                </a:path>
                <a:path w="19050" h="1679575">
                  <a:moveTo>
                    <a:pt x="18797" y="1544728"/>
                  </a:moveTo>
                  <a:lnTo>
                    <a:pt x="18797" y="1600988"/>
                  </a:lnTo>
                  <a:lnTo>
                    <a:pt x="18797" y="1606735"/>
                  </a:lnTo>
                  <a:lnTo>
                    <a:pt x="12270" y="1606735"/>
                  </a:lnTo>
                  <a:lnTo>
                    <a:pt x="6004" y="1606735"/>
                  </a:lnTo>
                  <a:lnTo>
                    <a:pt x="0" y="1600988"/>
                  </a:lnTo>
                  <a:lnTo>
                    <a:pt x="0" y="1544728"/>
                  </a:lnTo>
                  <a:lnTo>
                    <a:pt x="6004" y="1539562"/>
                  </a:lnTo>
                  <a:lnTo>
                    <a:pt x="12270" y="1539562"/>
                  </a:lnTo>
                  <a:lnTo>
                    <a:pt x="18797" y="1539562"/>
                  </a:lnTo>
                  <a:lnTo>
                    <a:pt x="18797" y="1544728"/>
                  </a:lnTo>
                  <a:close/>
                </a:path>
                <a:path w="19050" h="1679575">
                  <a:moveTo>
                    <a:pt x="18797" y="1668162"/>
                  </a:moveTo>
                  <a:lnTo>
                    <a:pt x="18797" y="1673909"/>
                  </a:lnTo>
                  <a:lnTo>
                    <a:pt x="12270" y="1679074"/>
                  </a:lnTo>
                  <a:lnTo>
                    <a:pt x="6004" y="1679074"/>
                  </a:lnTo>
                  <a:lnTo>
                    <a:pt x="6004" y="1673909"/>
                  </a:lnTo>
                  <a:lnTo>
                    <a:pt x="0" y="1673909"/>
                  </a:lnTo>
                  <a:lnTo>
                    <a:pt x="0" y="1668162"/>
                  </a:lnTo>
                  <a:lnTo>
                    <a:pt x="6004" y="1662414"/>
                  </a:lnTo>
                  <a:lnTo>
                    <a:pt x="12270" y="1662414"/>
                  </a:lnTo>
                  <a:lnTo>
                    <a:pt x="18797" y="1662414"/>
                  </a:lnTo>
                  <a:lnTo>
                    <a:pt x="18797" y="1668162"/>
                  </a:lnTo>
                  <a:close/>
                </a:path>
              </a:pathLst>
            </a:custGeom>
            <a:ln w="6115">
              <a:solidFill>
                <a:srgbClr val="000000"/>
              </a:solidFill>
            </a:ln>
          </p:spPr>
          <p:txBody>
            <a:bodyPr wrap="square" lIns="0" tIns="0" rIns="0" bIns="0" rtlCol="0"/>
            <a:lstStyle/>
            <a:p/>
          </p:txBody>
        </p:sp>
        <p:sp>
          <p:nvSpPr>
            <p:cNvPr id="101" name="object 101" descr=""/>
            <p:cNvSpPr/>
            <p:nvPr/>
          </p:nvSpPr>
          <p:spPr>
            <a:xfrm>
              <a:off x="4008500" y="1916176"/>
              <a:ext cx="863600" cy="3092450"/>
            </a:xfrm>
            <a:custGeom>
              <a:avLst/>
              <a:gdLst/>
              <a:ahLst/>
              <a:cxnLst/>
              <a:rect l="l" t="t" r="r" b="b"/>
              <a:pathLst>
                <a:path w="863600" h="3092450">
                  <a:moveTo>
                    <a:pt x="0" y="0"/>
                  </a:moveTo>
                  <a:lnTo>
                    <a:pt x="0" y="2876423"/>
                  </a:lnTo>
                </a:path>
                <a:path w="863600" h="3092450">
                  <a:moveTo>
                    <a:pt x="863600" y="217424"/>
                  </a:moveTo>
                  <a:lnTo>
                    <a:pt x="863600" y="3092323"/>
                  </a:lnTo>
                </a:path>
              </a:pathLst>
            </a:custGeom>
            <a:ln w="25400">
              <a:solidFill>
                <a:srgbClr val="FF0000"/>
              </a:solidFill>
              <a:prstDash val="sysDash"/>
            </a:ln>
          </p:spPr>
          <p:txBody>
            <a:bodyPr wrap="square" lIns="0" tIns="0" rIns="0" bIns="0" rtlCol="0"/>
            <a:lstStyle/>
            <a:p/>
          </p:txBody>
        </p:sp>
      </p:grpSp>
      <p:sp>
        <p:nvSpPr>
          <p:cNvPr id="102" name="object 102" descr=""/>
          <p:cNvSpPr/>
          <p:nvPr/>
        </p:nvSpPr>
        <p:spPr>
          <a:xfrm>
            <a:off x="5003993" y="6177229"/>
            <a:ext cx="579120" cy="0"/>
          </a:xfrm>
          <a:custGeom>
            <a:avLst/>
            <a:gdLst/>
            <a:ahLst/>
            <a:cxnLst/>
            <a:rect l="l" t="t" r="r" b="b"/>
            <a:pathLst>
              <a:path w="579120" h="0">
                <a:moveTo>
                  <a:pt x="0" y="0"/>
                </a:moveTo>
                <a:lnTo>
                  <a:pt x="578677" y="0"/>
                </a:lnTo>
              </a:path>
            </a:pathLst>
          </a:custGeom>
          <a:ln w="11327">
            <a:solidFill>
              <a:srgbClr val="000000"/>
            </a:solidFill>
          </a:ln>
        </p:spPr>
        <p:txBody>
          <a:bodyPr wrap="square" lIns="0" tIns="0" rIns="0" bIns="0" rtlCol="0"/>
          <a:lstStyle/>
          <a:p/>
        </p:txBody>
      </p:sp>
      <p:sp>
        <p:nvSpPr>
          <p:cNvPr id="103" name="object 103" descr=""/>
          <p:cNvSpPr txBox="1"/>
          <p:nvPr/>
        </p:nvSpPr>
        <p:spPr>
          <a:xfrm>
            <a:off x="4997018" y="6171871"/>
            <a:ext cx="554990" cy="361315"/>
          </a:xfrm>
          <a:prstGeom prst="rect">
            <a:avLst/>
          </a:prstGeom>
        </p:spPr>
        <p:txBody>
          <a:bodyPr wrap="square" lIns="0" tIns="12700" rIns="0" bIns="0" rtlCol="0" vert="horz">
            <a:spAutoFit/>
          </a:bodyPr>
          <a:lstStyle/>
          <a:p>
            <a:pPr marL="12700">
              <a:lnSpc>
                <a:spcPct val="100000"/>
              </a:lnSpc>
              <a:spcBef>
                <a:spcPts val="100"/>
              </a:spcBef>
            </a:pPr>
            <a:r>
              <a:rPr dirty="0" sz="2200" spc="-20">
                <a:latin typeface="Times New Roman"/>
                <a:cs typeface="Times New Roman"/>
              </a:rPr>
              <a:t>16</a:t>
            </a:r>
            <a:r>
              <a:rPr dirty="0" sz="2200" spc="-20">
                <a:latin typeface="Symbol"/>
                <a:cs typeface="Symbol"/>
              </a:rPr>
              <a:t></a:t>
            </a:r>
            <a:r>
              <a:rPr dirty="0" sz="2200" spc="-20" i="1">
                <a:latin typeface="Times New Roman"/>
                <a:cs typeface="Times New Roman"/>
              </a:rPr>
              <a:t>t</a:t>
            </a:r>
            <a:endParaRPr sz="2200">
              <a:latin typeface="Times New Roman"/>
              <a:cs typeface="Times New Roman"/>
            </a:endParaRPr>
          </a:p>
        </p:txBody>
      </p:sp>
      <p:sp>
        <p:nvSpPr>
          <p:cNvPr id="104" name="object 104" descr=""/>
          <p:cNvSpPr txBox="1"/>
          <p:nvPr/>
        </p:nvSpPr>
        <p:spPr>
          <a:xfrm>
            <a:off x="4519891" y="5954126"/>
            <a:ext cx="1857375" cy="361315"/>
          </a:xfrm>
          <a:prstGeom prst="rect">
            <a:avLst/>
          </a:prstGeom>
        </p:spPr>
        <p:txBody>
          <a:bodyPr wrap="square" lIns="0" tIns="12700" rIns="0" bIns="0" rtlCol="0" vert="horz">
            <a:spAutoFit/>
          </a:bodyPr>
          <a:lstStyle/>
          <a:p>
            <a:pPr marL="38100">
              <a:lnSpc>
                <a:spcPct val="100000"/>
              </a:lnSpc>
              <a:spcBef>
                <a:spcPts val="100"/>
              </a:spcBef>
            </a:pPr>
            <a:r>
              <a:rPr dirty="0" sz="2200" i="1">
                <a:latin typeface="Times New Roman"/>
                <a:cs typeface="Times New Roman"/>
              </a:rPr>
              <a:t>S</a:t>
            </a:r>
            <a:r>
              <a:rPr dirty="0" sz="2200" spc="114" i="1">
                <a:latin typeface="Times New Roman"/>
                <a:cs typeface="Times New Roman"/>
              </a:rPr>
              <a:t> </a:t>
            </a:r>
            <a:r>
              <a:rPr dirty="0" sz="2200">
                <a:latin typeface="Symbol"/>
                <a:cs typeface="Symbol"/>
              </a:rPr>
              <a:t></a:t>
            </a:r>
            <a:r>
              <a:rPr dirty="0" sz="2200" spc="120">
                <a:latin typeface="Times New Roman"/>
                <a:cs typeface="Times New Roman"/>
              </a:rPr>
              <a:t> </a:t>
            </a:r>
            <a:r>
              <a:rPr dirty="0" baseline="35353" sz="3300">
                <a:latin typeface="Times New Roman"/>
                <a:cs typeface="Times New Roman"/>
              </a:rPr>
              <a:t>27</a:t>
            </a:r>
            <a:r>
              <a:rPr dirty="0" baseline="35353" sz="3300">
                <a:latin typeface="Symbol"/>
                <a:cs typeface="Symbol"/>
              </a:rPr>
              <a:t></a:t>
            </a:r>
            <a:r>
              <a:rPr dirty="0" baseline="35353" sz="3300" i="1">
                <a:latin typeface="Times New Roman"/>
                <a:cs typeface="Times New Roman"/>
              </a:rPr>
              <a:t>t</a:t>
            </a:r>
            <a:r>
              <a:rPr dirty="0" baseline="35353" sz="3300" spc="367" i="1">
                <a:latin typeface="Times New Roman"/>
                <a:cs typeface="Times New Roman"/>
              </a:rPr>
              <a:t> </a:t>
            </a:r>
            <a:r>
              <a:rPr dirty="0" sz="2200">
                <a:latin typeface="Symbol"/>
                <a:cs typeface="Symbol"/>
              </a:rPr>
              <a:t></a:t>
            </a:r>
            <a:r>
              <a:rPr dirty="0" sz="2200" spc="-305">
                <a:latin typeface="Times New Roman"/>
                <a:cs typeface="Times New Roman"/>
              </a:rPr>
              <a:t> </a:t>
            </a:r>
            <a:r>
              <a:rPr dirty="0" sz="2200" spc="-20">
                <a:latin typeface="Times New Roman"/>
                <a:cs typeface="Times New Roman"/>
              </a:rPr>
              <a:t>1.69</a:t>
            </a:r>
            <a:endParaRPr sz="2200">
              <a:latin typeface="Times New Roman"/>
              <a:cs typeface="Times New Roman"/>
            </a:endParaRPr>
          </a:p>
        </p:txBody>
      </p:sp>
      <p:sp>
        <p:nvSpPr>
          <p:cNvPr id="105" name="object 105" descr=""/>
          <p:cNvSpPr/>
          <p:nvPr/>
        </p:nvSpPr>
        <p:spPr>
          <a:xfrm>
            <a:off x="2962960" y="6176307"/>
            <a:ext cx="532765" cy="0"/>
          </a:xfrm>
          <a:custGeom>
            <a:avLst/>
            <a:gdLst/>
            <a:ahLst/>
            <a:cxnLst/>
            <a:rect l="l" t="t" r="r" b="b"/>
            <a:pathLst>
              <a:path w="532764" h="0">
                <a:moveTo>
                  <a:pt x="0" y="0"/>
                </a:moveTo>
                <a:lnTo>
                  <a:pt x="532317" y="0"/>
                </a:lnTo>
              </a:path>
            </a:pathLst>
          </a:custGeom>
          <a:ln w="12047">
            <a:solidFill>
              <a:srgbClr val="000000"/>
            </a:solidFill>
          </a:ln>
        </p:spPr>
        <p:txBody>
          <a:bodyPr wrap="square" lIns="0" tIns="0" rIns="0" bIns="0" rtlCol="0"/>
          <a:lstStyle/>
          <a:p/>
        </p:txBody>
      </p:sp>
      <p:sp>
        <p:nvSpPr>
          <p:cNvPr id="106" name="object 106" descr=""/>
          <p:cNvSpPr txBox="1"/>
          <p:nvPr/>
        </p:nvSpPr>
        <p:spPr>
          <a:xfrm>
            <a:off x="2941221" y="6171548"/>
            <a:ext cx="538480" cy="351790"/>
          </a:xfrm>
          <a:prstGeom prst="rect">
            <a:avLst/>
          </a:prstGeom>
        </p:spPr>
        <p:txBody>
          <a:bodyPr wrap="square" lIns="0" tIns="17780" rIns="0" bIns="0" rtlCol="0" vert="horz">
            <a:spAutoFit/>
          </a:bodyPr>
          <a:lstStyle/>
          <a:p>
            <a:pPr marL="12700">
              <a:lnSpc>
                <a:spcPct val="100000"/>
              </a:lnSpc>
              <a:spcBef>
                <a:spcPts val="140"/>
              </a:spcBef>
            </a:pPr>
            <a:r>
              <a:rPr dirty="0" sz="2100" spc="-20">
                <a:latin typeface="Times New Roman"/>
                <a:cs typeface="Times New Roman"/>
              </a:rPr>
              <a:t>16</a:t>
            </a:r>
            <a:r>
              <a:rPr dirty="0" sz="2100" spc="-20">
                <a:latin typeface="Symbol"/>
                <a:cs typeface="Symbol"/>
              </a:rPr>
              <a:t></a:t>
            </a:r>
            <a:r>
              <a:rPr dirty="0" sz="2100" spc="-20" i="1">
                <a:latin typeface="Times New Roman"/>
                <a:cs typeface="Times New Roman"/>
              </a:rPr>
              <a:t>t</a:t>
            </a:r>
            <a:endParaRPr sz="2100">
              <a:latin typeface="Times New Roman"/>
              <a:cs typeface="Times New Roman"/>
            </a:endParaRPr>
          </a:p>
        </p:txBody>
      </p:sp>
      <p:sp>
        <p:nvSpPr>
          <p:cNvPr id="107" name="object 107" descr=""/>
          <p:cNvSpPr txBox="1"/>
          <p:nvPr/>
        </p:nvSpPr>
        <p:spPr>
          <a:xfrm>
            <a:off x="2358815" y="5959743"/>
            <a:ext cx="554990" cy="351790"/>
          </a:xfrm>
          <a:prstGeom prst="rect">
            <a:avLst/>
          </a:prstGeom>
        </p:spPr>
        <p:txBody>
          <a:bodyPr wrap="square" lIns="0" tIns="17780" rIns="0" bIns="0" rtlCol="0" vert="horz">
            <a:spAutoFit/>
          </a:bodyPr>
          <a:lstStyle/>
          <a:p>
            <a:pPr marL="12700">
              <a:lnSpc>
                <a:spcPct val="100000"/>
              </a:lnSpc>
              <a:spcBef>
                <a:spcPts val="140"/>
              </a:spcBef>
            </a:pPr>
            <a:r>
              <a:rPr dirty="0" sz="2100" i="1">
                <a:latin typeface="Times New Roman"/>
                <a:cs typeface="Times New Roman"/>
              </a:rPr>
              <a:t>TP</a:t>
            </a:r>
            <a:r>
              <a:rPr dirty="0" sz="2100" spc="5" i="1">
                <a:latin typeface="Times New Roman"/>
                <a:cs typeface="Times New Roman"/>
              </a:rPr>
              <a:t> </a:t>
            </a:r>
            <a:r>
              <a:rPr dirty="0" sz="2100" spc="-50">
                <a:latin typeface="Symbol"/>
                <a:cs typeface="Symbol"/>
              </a:rPr>
              <a:t></a:t>
            </a:r>
            <a:endParaRPr sz="2100">
              <a:latin typeface="Symbol"/>
              <a:cs typeface="Symbol"/>
            </a:endParaRPr>
          </a:p>
        </p:txBody>
      </p:sp>
      <p:sp>
        <p:nvSpPr>
          <p:cNvPr id="108" name="object 108" descr=""/>
          <p:cNvSpPr txBox="1"/>
          <p:nvPr/>
        </p:nvSpPr>
        <p:spPr>
          <a:xfrm>
            <a:off x="3148832" y="5788150"/>
            <a:ext cx="161925" cy="351790"/>
          </a:xfrm>
          <a:prstGeom prst="rect">
            <a:avLst/>
          </a:prstGeom>
        </p:spPr>
        <p:txBody>
          <a:bodyPr wrap="square" lIns="0" tIns="17780" rIns="0" bIns="0" rtlCol="0" vert="horz">
            <a:spAutoFit/>
          </a:bodyPr>
          <a:lstStyle/>
          <a:p>
            <a:pPr marL="12700">
              <a:lnSpc>
                <a:spcPct val="100000"/>
              </a:lnSpc>
              <a:spcBef>
                <a:spcPts val="140"/>
              </a:spcBef>
            </a:pPr>
            <a:r>
              <a:rPr dirty="0" sz="2100" spc="-50">
                <a:latin typeface="Times New Roman"/>
                <a:cs typeface="Times New Roman"/>
              </a:rPr>
              <a:t>7</a:t>
            </a:r>
            <a:endParaRPr sz="2100">
              <a:latin typeface="Times New Roman"/>
              <a:cs typeface="Times New Roman"/>
            </a:endParaRPr>
          </a:p>
        </p:txBody>
      </p:sp>
      <p:sp>
        <p:nvSpPr>
          <p:cNvPr id="109" name="object 109" descr=""/>
          <p:cNvSpPr/>
          <p:nvPr/>
        </p:nvSpPr>
        <p:spPr>
          <a:xfrm>
            <a:off x="7618943" y="6153299"/>
            <a:ext cx="1207770" cy="0"/>
          </a:xfrm>
          <a:custGeom>
            <a:avLst/>
            <a:gdLst/>
            <a:ahLst/>
            <a:cxnLst/>
            <a:rect l="l" t="t" r="r" b="b"/>
            <a:pathLst>
              <a:path w="1207770" h="0">
                <a:moveTo>
                  <a:pt x="0" y="0"/>
                </a:moveTo>
                <a:lnTo>
                  <a:pt x="1207565" y="0"/>
                </a:lnTo>
              </a:path>
            </a:pathLst>
          </a:custGeom>
          <a:ln w="11227">
            <a:solidFill>
              <a:srgbClr val="000000"/>
            </a:solidFill>
          </a:ln>
        </p:spPr>
        <p:txBody>
          <a:bodyPr wrap="square" lIns="0" tIns="0" rIns="0" bIns="0" rtlCol="0"/>
          <a:lstStyle/>
          <a:p/>
        </p:txBody>
      </p:sp>
      <p:sp>
        <p:nvSpPr>
          <p:cNvPr id="110" name="object 110" descr=""/>
          <p:cNvSpPr txBox="1"/>
          <p:nvPr/>
        </p:nvSpPr>
        <p:spPr>
          <a:xfrm>
            <a:off x="7913372" y="6147877"/>
            <a:ext cx="631825" cy="358775"/>
          </a:xfrm>
          <a:prstGeom prst="rect">
            <a:avLst/>
          </a:prstGeom>
        </p:spPr>
        <p:txBody>
          <a:bodyPr wrap="square" lIns="0" tIns="16510" rIns="0" bIns="0" rtlCol="0" vert="horz">
            <a:spAutoFit/>
          </a:bodyPr>
          <a:lstStyle/>
          <a:p>
            <a:pPr marL="12700">
              <a:lnSpc>
                <a:spcPct val="100000"/>
              </a:lnSpc>
              <a:spcBef>
                <a:spcPts val="130"/>
              </a:spcBef>
            </a:pPr>
            <a:r>
              <a:rPr dirty="0" sz="2150" spc="60">
                <a:latin typeface="Times New Roman"/>
                <a:cs typeface="Times New Roman"/>
              </a:rPr>
              <a:t>5</a:t>
            </a:r>
            <a:r>
              <a:rPr dirty="0" sz="2150" spc="60">
                <a:latin typeface="Symbol"/>
                <a:cs typeface="Symbol"/>
              </a:rPr>
              <a:t></a:t>
            </a:r>
            <a:r>
              <a:rPr dirty="0" sz="2150" spc="60">
                <a:latin typeface="Times New Roman"/>
                <a:cs typeface="Times New Roman"/>
              </a:rPr>
              <a:t>16</a:t>
            </a:r>
            <a:endParaRPr sz="2150">
              <a:latin typeface="Times New Roman"/>
              <a:cs typeface="Times New Roman"/>
            </a:endParaRPr>
          </a:p>
        </p:txBody>
      </p:sp>
      <p:sp>
        <p:nvSpPr>
          <p:cNvPr id="111" name="object 111" descr=""/>
          <p:cNvSpPr txBox="1"/>
          <p:nvPr/>
        </p:nvSpPr>
        <p:spPr>
          <a:xfrm>
            <a:off x="7115860" y="5932058"/>
            <a:ext cx="2664460" cy="358775"/>
          </a:xfrm>
          <a:prstGeom prst="rect">
            <a:avLst/>
          </a:prstGeom>
        </p:spPr>
        <p:txBody>
          <a:bodyPr wrap="square" lIns="0" tIns="16510" rIns="0" bIns="0" rtlCol="0" vert="horz">
            <a:spAutoFit/>
          </a:bodyPr>
          <a:lstStyle/>
          <a:p>
            <a:pPr marL="38100">
              <a:lnSpc>
                <a:spcPct val="100000"/>
              </a:lnSpc>
              <a:spcBef>
                <a:spcPts val="130"/>
              </a:spcBef>
            </a:pPr>
            <a:r>
              <a:rPr dirty="0" sz="2150" i="1">
                <a:latin typeface="Times New Roman"/>
                <a:cs typeface="Times New Roman"/>
              </a:rPr>
              <a:t>E</a:t>
            </a:r>
            <a:r>
              <a:rPr dirty="0" sz="2150" spc="75" i="1">
                <a:latin typeface="Times New Roman"/>
                <a:cs typeface="Times New Roman"/>
              </a:rPr>
              <a:t> </a:t>
            </a:r>
            <a:r>
              <a:rPr dirty="0" sz="2150">
                <a:latin typeface="Symbol"/>
                <a:cs typeface="Symbol"/>
              </a:rPr>
              <a:t></a:t>
            </a:r>
            <a:r>
              <a:rPr dirty="0" sz="2150" spc="160">
                <a:latin typeface="Times New Roman"/>
                <a:cs typeface="Times New Roman"/>
              </a:rPr>
              <a:t> </a:t>
            </a:r>
            <a:r>
              <a:rPr dirty="0" baseline="34883" sz="3225" spc="172">
                <a:latin typeface="Times New Roman"/>
                <a:cs typeface="Times New Roman"/>
              </a:rPr>
              <a:t>4</a:t>
            </a:r>
            <a:r>
              <a:rPr dirty="0" baseline="34883" sz="3225" spc="172">
                <a:latin typeface="Symbol"/>
                <a:cs typeface="Symbol"/>
              </a:rPr>
              <a:t></a:t>
            </a:r>
            <a:r>
              <a:rPr dirty="0" baseline="34883" sz="3225" spc="-480">
                <a:latin typeface="Times New Roman"/>
                <a:cs typeface="Times New Roman"/>
              </a:rPr>
              <a:t> </a:t>
            </a:r>
            <a:r>
              <a:rPr dirty="0" baseline="34883" sz="3225">
                <a:latin typeface="Times New Roman"/>
                <a:cs typeface="Times New Roman"/>
              </a:rPr>
              <a:t>3</a:t>
            </a:r>
            <a:r>
              <a:rPr dirty="0" baseline="34883" sz="3225" spc="-412">
                <a:latin typeface="Times New Roman"/>
                <a:cs typeface="Times New Roman"/>
              </a:rPr>
              <a:t> </a:t>
            </a:r>
            <a:r>
              <a:rPr dirty="0" baseline="34883" sz="3225">
                <a:latin typeface="Symbol"/>
                <a:cs typeface="Symbol"/>
              </a:rPr>
              <a:t></a:t>
            </a:r>
            <a:r>
              <a:rPr dirty="0" baseline="34883" sz="3225" spc="-307">
                <a:latin typeface="Times New Roman"/>
                <a:cs typeface="Times New Roman"/>
              </a:rPr>
              <a:t> </a:t>
            </a:r>
            <a:r>
              <a:rPr dirty="0" baseline="34883" sz="3225" spc="120">
                <a:latin typeface="Times New Roman"/>
                <a:cs typeface="Times New Roman"/>
              </a:rPr>
              <a:t>3</a:t>
            </a:r>
            <a:r>
              <a:rPr dirty="0" baseline="34883" sz="3225" spc="120">
                <a:latin typeface="Symbol"/>
                <a:cs typeface="Symbol"/>
              </a:rPr>
              <a:t></a:t>
            </a:r>
            <a:r>
              <a:rPr dirty="0" baseline="34883" sz="3225" spc="-472">
                <a:latin typeface="Times New Roman"/>
                <a:cs typeface="Times New Roman"/>
              </a:rPr>
              <a:t> </a:t>
            </a:r>
            <a:r>
              <a:rPr dirty="0" baseline="34883" sz="3225">
                <a:latin typeface="Times New Roman"/>
                <a:cs typeface="Times New Roman"/>
              </a:rPr>
              <a:t>5</a:t>
            </a:r>
            <a:r>
              <a:rPr dirty="0" baseline="34883" sz="3225" spc="150">
                <a:latin typeface="Times New Roman"/>
                <a:cs typeface="Times New Roman"/>
              </a:rPr>
              <a:t> </a:t>
            </a:r>
            <a:r>
              <a:rPr dirty="0" sz="2150">
                <a:latin typeface="Symbol"/>
                <a:cs typeface="Symbol"/>
              </a:rPr>
              <a:t></a:t>
            </a:r>
            <a:r>
              <a:rPr dirty="0" sz="2150" spc="-70">
                <a:latin typeface="Times New Roman"/>
                <a:cs typeface="Times New Roman"/>
              </a:rPr>
              <a:t> </a:t>
            </a:r>
            <a:r>
              <a:rPr dirty="0" sz="2150" spc="-20">
                <a:latin typeface="Times New Roman"/>
                <a:cs typeface="Times New Roman"/>
              </a:rPr>
              <a:t>0.338</a:t>
            </a:r>
            <a:endParaRPr sz="2150">
              <a:latin typeface="Times New Roman"/>
              <a:cs typeface="Times New Roman"/>
            </a:endParaRPr>
          </a:p>
        </p:txBody>
      </p:sp>
      <p:sp>
        <p:nvSpPr>
          <p:cNvPr id="112" name="object 112"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13" name="object 113" descr=""/>
          <p:cNvGrpSpPr/>
          <p:nvPr/>
        </p:nvGrpSpPr>
        <p:grpSpPr>
          <a:xfrm>
            <a:off x="1326599" y="1108826"/>
            <a:ext cx="706755" cy="79375"/>
            <a:chOff x="1326599" y="1108826"/>
            <a:chExt cx="706755" cy="79375"/>
          </a:xfrm>
        </p:grpSpPr>
        <p:sp>
          <p:nvSpPr>
            <p:cNvPr id="114" name="object 114" descr=""/>
            <p:cNvSpPr/>
            <p:nvPr/>
          </p:nvSpPr>
          <p:spPr>
            <a:xfrm>
              <a:off x="1328806" y="1111749"/>
              <a:ext cx="701040" cy="73025"/>
            </a:xfrm>
            <a:custGeom>
              <a:avLst/>
              <a:gdLst/>
              <a:ahLst/>
              <a:cxnLst/>
              <a:rect l="l" t="t" r="r" b="b"/>
              <a:pathLst>
                <a:path w="701039" h="73025">
                  <a:moveTo>
                    <a:pt x="484940" y="0"/>
                  </a:moveTo>
                  <a:lnTo>
                    <a:pt x="553693" y="34518"/>
                  </a:lnTo>
                  <a:lnTo>
                    <a:pt x="484940" y="72969"/>
                  </a:lnTo>
                  <a:lnTo>
                    <a:pt x="629772" y="47200"/>
                  </a:lnTo>
                  <a:lnTo>
                    <a:pt x="553693" y="47200"/>
                  </a:lnTo>
                  <a:lnTo>
                    <a:pt x="562635" y="42825"/>
                  </a:lnTo>
                  <a:lnTo>
                    <a:pt x="571540" y="42825"/>
                  </a:lnTo>
                  <a:lnTo>
                    <a:pt x="571540" y="30161"/>
                  </a:lnTo>
                  <a:lnTo>
                    <a:pt x="562635" y="30161"/>
                  </a:lnTo>
                  <a:lnTo>
                    <a:pt x="553693" y="25787"/>
                  </a:lnTo>
                  <a:lnTo>
                    <a:pt x="646380" y="25787"/>
                  </a:lnTo>
                  <a:lnTo>
                    <a:pt x="484940" y="0"/>
                  </a:lnTo>
                  <a:close/>
                </a:path>
                <a:path w="701039" h="73025">
                  <a:moveTo>
                    <a:pt x="536302" y="25787"/>
                  </a:moveTo>
                  <a:lnTo>
                    <a:pt x="17860" y="25787"/>
                  </a:lnTo>
                  <a:lnTo>
                    <a:pt x="0" y="34518"/>
                  </a:lnTo>
                  <a:lnTo>
                    <a:pt x="0" y="38450"/>
                  </a:lnTo>
                  <a:lnTo>
                    <a:pt x="17860" y="47200"/>
                  </a:lnTo>
                  <a:lnTo>
                    <a:pt x="531018" y="47200"/>
                  </a:lnTo>
                  <a:lnTo>
                    <a:pt x="553693" y="34518"/>
                  </a:lnTo>
                  <a:lnTo>
                    <a:pt x="536302" y="25787"/>
                  </a:lnTo>
                  <a:close/>
                </a:path>
                <a:path w="701039" h="73025">
                  <a:moveTo>
                    <a:pt x="646380" y="25787"/>
                  </a:moveTo>
                  <a:lnTo>
                    <a:pt x="553693" y="25787"/>
                  </a:lnTo>
                  <a:lnTo>
                    <a:pt x="562635" y="30161"/>
                  </a:lnTo>
                  <a:lnTo>
                    <a:pt x="571540" y="30161"/>
                  </a:lnTo>
                  <a:lnTo>
                    <a:pt x="571540" y="42825"/>
                  </a:lnTo>
                  <a:lnTo>
                    <a:pt x="562635" y="42825"/>
                  </a:lnTo>
                  <a:lnTo>
                    <a:pt x="553693" y="47200"/>
                  </a:lnTo>
                  <a:lnTo>
                    <a:pt x="629772" y="47200"/>
                  </a:lnTo>
                  <a:lnTo>
                    <a:pt x="701043" y="34518"/>
                  </a:lnTo>
                  <a:lnTo>
                    <a:pt x="646380" y="25787"/>
                  </a:lnTo>
                  <a:close/>
                </a:path>
              </a:pathLst>
            </a:custGeom>
            <a:solidFill>
              <a:srgbClr val="0000FF"/>
            </a:solidFill>
          </p:spPr>
          <p:txBody>
            <a:bodyPr wrap="square" lIns="0" tIns="0" rIns="0" bIns="0" rtlCol="0"/>
            <a:lstStyle/>
            <a:p/>
          </p:txBody>
        </p:sp>
        <p:sp>
          <p:nvSpPr>
            <p:cNvPr id="115" name="object 115" descr=""/>
            <p:cNvSpPr/>
            <p:nvPr/>
          </p:nvSpPr>
          <p:spPr>
            <a:xfrm>
              <a:off x="1328806" y="1111749"/>
              <a:ext cx="701040" cy="73025"/>
            </a:xfrm>
            <a:custGeom>
              <a:avLst/>
              <a:gdLst/>
              <a:ahLst/>
              <a:cxnLst/>
              <a:rect l="l" t="t" r="r" b="b"/>
              <a:pathLst>
                <a:path w="701039" h="73025">
                  <a:moveTo>
                    <a:pt x="17860" y="25787"/>
                  </a:moveTo>
                  <a:lnTo>
                    <a:pt x="553693" y="25787"/>
                  </a:lnTo>
                  <a:lnTo>
                    <a:pt x="562635" y="30161"/>
                  </a:lnTo>
                  <a:lnTo>
                    <a:pt x="571540" y="30161"/>
                  </a:lnTo>
                  <a:lnTo>
                    <a:pt x="571540" y="34518"/>
                  </a:lnTo>
                  <a:lnTo>
                    <a:pt x="571540" y="38450"/>
                  </a:lnTo>
                  <a:lnTo>
                    <a:pt x="571540" y="42825"/>
                  </a:lnTo>
                  <a:lnTo>
                    <a:pt x="562635" y="42825"/>
                  </a:lnTo>
                  <a:lnTo>
                    <a:pt x="553693" y="47200"/>
                  </a:lnTo>
                  <a:lnTo>
                    <a:pt x="17860" y="47200"/>
                  </a:lnTo>
                  <a:lnTo>
                    <a:pt x="8930" y="42825"/>
                  </a:lnTo>
                  <a:lnTo>
                    <a:pt x="0" y="38450"/>
                  </a:lnTo>
                  <a:lnTo>
                    <a:pt x="0" y="34518"/>
                  </a:lnTo>
                  <a:lnTo>
                    <a:pt x="8930" y="30161"/>
                  </a:lnTo>
                  <a:lnTo>
                    <a:pt x="17860" y="25787"/>
                  </a:lnTo>
                  <a:close/>
                </a:path>
                <a:path w="701039" h="73025">
                  <a:moveTo>
                    <a:pt x="553693" y="34518"/>
                  </a:moveTo>
                  <a:lnTo>
                    <a:pt x="484940" y="0"/>
                  </a:lnTo>
                  <a:lnTo>
                    <a:pt x="701043" y="34518"/>
                  </a:lnTo>
                  <a:lnTo>
                    <a:pt x="484940" y="72969"/>
                  </a:lnTo>
                  <a:lnTo>
                    <a:pt x="553693" y="34518"/>
                  </a:lnTo>
                  <a:close/>
                </a:path>
              </a:pathLst>
            </a:custGeom>
            <a:ln w="6658">
              <a:solidFill>
                <a:srgbClr val="0000FF"/>
              </a:solidFill>
            </a:ln>
          </p:spPr>
          <p:txBody>
            <a:bodyPr wrap="square" lIns="0" tIns="0" rIns="0" bIns="0" rtlCol="0"/>
            <a:lstStyle/>
            <a:p/>
          </p:txBody>
        </p:sp>
      </p:grpSp>
      <p:grpSp>
        <p:nvGrpSpPr>
          <p:cNvPr id="116" name="object 116" descr=""/>
          <p:cNvGrpSpPr/>
          <p:nvPr/>
        </p:nvGrpSpPr>
        <p:grpSpPr>
          <a:xfrm>
            <a:off x="1326599" y="1387180"/>
            <a:ext cx="706755" cy="78740"/>
            <a:chOff x="1326599" y="1387180"/>
            <a:chExt cx="706755" cy="78740"/>
          </a:xfrm>
        </p:grpSpPr>
        <p:sp>
          <p:nvSpPr>
            <p:cNvPr id="117" name="object 117" descr=""/>
            <p:cNvSpPr/>
            <p:nvPr/>
          </p:nvSpPr>
          <p:spPr>
            <a:xfrm>
              <a:off x="1328806" y="1390097"/>
              <a:ext cx="701040" cy="73025"/>
            </a:xfrm>
            <a:custGeom>
              <a:avLst/>
              <a:gdLst/>
              <a:ahLst/>
              <a:cxnLst/>
              <a:rect l="l" t="t" r="r" b="b"/>
              <a:pathLst>
                <a:path w="701039" h="73025">
                  <a:moveTo>
                    <a:pt x="484940" y="0"/>
                  </a:moveTo>
                  <a:lnTo>
                    <a:pt x="553693" y="34093"/>
                  </a:lnTo>
                  <a:lnTo>
                    <a:pt x="484940" y="72544"/>
                  </a:lnTo>
                  <a:lnTo>
                    <a:pt x="629871" y="46757"/>
                  </a:lnTo>
                  <a:lnTo>
                    <a:pt x="553693" y="46757"/>
                  </a:lnTo>
                  <a:lnTo>
                    <a:pt x="562635" y="42825"/>
                  </a:lnTo>
                  <a:lnTo>
                    <a:pt x="571540" y="42825"/>
                  </a:lnTo>
                  <a:lnTo>
                    <a:pt x="571540" y="29719"/>
                  </a:lnTo>
                  <a:lnTo>
                    <a:pt x="562635" y="29719"/>
                  </a:lnTo>
                  <a:lnTo>
                    <a:pt x="553693" y="25344"/>
                  </a:lnTo>
                  <a:lnTo>
                    <a:pt x="645586" y="25344"/>
                  </a:lnTo>
                  <a:lnTo>
                    <a:pt x="484940" y="0"/>
                  </a:lnTo>
                  <a:close/>
                </a:path>
                <a:path w="701039" h="73025">
                  <a:moveTo>
                    <a:pt x="536050" y="25344"/>
                  </a:moveTo>
                  <a:lnTo>
                    <a:pt x="17860" y="25344"/>
                  </a:lnTo>
                  <a:lnTo>
                    <a:pt x="0" y="34093"/>
                  </a:lnTo>
                  <a:lnTo>
                    <a:pt x="0" y="38450"/>
                  </a:lnTo>
                  <a:lnTo>
                    <a:pt x="8930" y="42825"/>
                  </a:lnTo>
                  <a:lnTo>
                    <a:pt x="17860" y="46757"/>
                  </a:lnTo>
                  <a:lnTo>
                    <a:pt x="531050" y="46757"/>
                  </a:lnTo>
                  <a:lnTo>
                    <a:pt x="553693" y="34093"/>
                  </a:lnTo>
                  <a:lnTo>
                    <a:pt x="536050" y="25344"/>
                  </a:lnTo>
                  <a:close/>
                </a:path>
                <a:path w="701039" h="73025">
                  <a:moveTo>
                    <a:pt x="645586" y="25344"/>
                  </a:moveTo>
                  <a:lnTo>
                    <a:pt x="553693" y="25344"/>
                  </a:lnTo>
                  <a:lnTo>
                    <a:pt x="562635" y="29719"/>
                  </a:lnTo>
                  <a:lnTo>
                    <a:pt x="571540" y="29719"/>
                  </a:lnTo>
                  <a:lnTo>
                    <a:pt x="571540" y="42825"/>
                  </a:lnTo>
                  <a:lnTo>
                    <a:pt x="562635" y="42825"/>
                  </a:lnTo>
                  <a:lnTo>
                    <a:pt x="553693" y="46757"/>
                  </a:lnTo>
                  <a:lnTo>
                    <a:pt x="629871" y="46757"/>
                  </a:lnTo>
                  <a:lnTo>
                    <a:pt x="701043" y="34093"/>
                  </a:lnTo>
                  <a:lnTo>
                    <a:pt x="645586" y="25344"/>
                  </a:lnTo>
                  <a:close/>
                </a:path>
              </a:pathLst>
            </a:custGeom>
            <a:solidFill>
              <a:srgbClr val="000080"/>
            </a:solidFill>
          </p:spPr>
          <p:txBody>
            <a:bodyPr wrap="square" lIns="0" tIns="0" rIns="0" bIns="0" rtlCol="0"/>
            <a:lstStyle/>
            <a:p/>
          </p:txBody>
        </p:sp>
        <p:sp>
          <p:nvSpPr>
            <p:cNvPr id="118" name="object 118" descr=""/>
            <p:cNvSpPr/>
            <p:nvPr/>
          </p:nvSpPr>
          <p:spPr>
            <a:xfrm>
              <a:off x="1328806" y="1390096"/>
              <a:ext cx="701040" cy="73025"/>
            </a:xfrm>
            <a:custGeom>
              <a:avLst/>
              <a:gdLst/>
              <a:ahLst/>
              <a:cxnLst/>
              <a:rect l="l" t="t" r="r" b="b"/>
              <a:pathLst>
                <a:path w="701039" h="73025">
                  <a:moveTo>
                    <a:pt x="17860" y="25344"/>
                  </a:moveTo>
                  <a:lnTo>
                    <a:pt x="553693" y="25344"/>
                  </a:lnTo>
                  <a:lnTo>
                    <a:pt x="562635" y="29719"/>
                  </a:lnTo>
                  <a:lnTo>
                    <a:pt x="571540" y="29719"/>
                  </a:lnTo>
                  <a:lnTo>
                    <a:pt x="571540" y="34093"/>
                  </a:lnTo>
                  <a:lnTo>
                    <a:pt x="571540" y="38450"/>
                  </a:lnTo>
                  <a:lnTo>
                    <a:pt x="571540" y="42825"/>
                  </a:lnTo>
                  <a:lnTo>
                    <a:pt x="562635" y="42825"/>
                  </a:lnTo>
                  <a:lnTo>
                    <a:pt x="553693" y="46757"/>
                  </a:lnTo>
                  <a:lnTo>
                    <a:pt x="17860" y="46757"/>
                  </a:lnTo>
                  <a:lnTo>
                    <a:pt x="8930" y="42825"/>
                  </a:lnTo>
                  <a:lnTo>
                    <a:pt x="0" y="38450"/>
                  </a:lnTo>
                  <a:lnTo>
                    <a:pt x="0" y="34093"/>
                  </a:lnTo>
                  <a:lnTo>
                    <a:pt x="8930" y="29719"/>
                  </a:lnTo>
                  <a:lnTo>
                    <a:pt x="17860" y="25344"/>
                  </a:lnTo>
                  <a:close/>
                </a:path>
                <a:path w="701039" h="73025">
                  <a:moveTo>
                    <a:pt x="553693" y="34093"/>
                  </a:moveTo>
                  <a:lnTo>
                    <a:pt x="484940" y="0"/>
                  </a:lnTo>
                  <a:lnTo>
                    <a:pt x="701043" y="34093"/>
                  </a:lnTo>
                  <a:lnTo>
                    <a:pt x="484940" y="72544"/>
                  </a:lnTo>
                  <a:lnTo>
                    <a:pt x="553693" y="34093"/>
                  </a:lnTo>
                  <a:close/>
                </a:path>
              </a:pathLst>
            </a:custGeom>
            <a:ln w="6658">
              <a:solidFill>
                <a:srgbClr val="000080"/>
              </a:solidFill>
            </a:ln>
          </p:spPr>
          <p:txBody>
            <a:bodyPr wrap="square" lIns="0" tIns="0" rIns="0" bIns="0" rtlCol="0"/>
            <a:lstStyle/>
            <a:p/>
          </p:txBody>
        </p:sp>
      </p:grpSp>
      <p:grpSp>
        <p:nvGrpSpPr>
          <p:cNvPr id="119" name="object 119" descr=""/>
          <p:cNvGrpSpPr/>
          <p:nvPr/>
        </p:nvGrpSpPr>
        <p:grpSpPr>
          <a:xfrm>
            <a:off x="2616181" y="916608"/>
            <a:ext cx="5474970" cy="735965"/>
            <a:chOff x="2616181" y="916608"/>
            <a:chExt cx="5474970" cy="735965"/>
          </a:xfrm>
        </p:grpSpPr>
        <p:sp>
          <p:nvSpPr>
            <p:cNvPr id="120" name="object 120" descr=""/>
            <p:cNvSpPr/>
            <p:nvPr/>
          </p:nvSpPr>
          <p:spPr>
            <a:xfrm>
              <a:off x="4514310" y="1111749"/>
              <a:ext cx="535940" cy="73025"/>
            </a:xfrm>
            <a:custGeom>
              <a:avLst/>
              <a:gdLst/>
              <a:ahLst/>
              <a:cxnLst/>
              <a:rect l="l" t="t" r="r" b="b"/>
              <a:pathLst>
                <a:path w="535939" h="73025">
                  <a:moveTo>
                    <a:pt x="319719" y="0"/>
                  </a:moveTo>
                  <a:lnTo>
                    <a:pt x="397270" y="34518"/>
                  </a:lnTo>
                  <a:lnTo>
                    <a:pt x="319719" y="72969"/>
                  </a:lnTo>
                  <a:lnTo>
                    <a:pt x="464478" y="47200"/>
                  </a:lnTo>
                  <a:lnTo>
                    <a:pt x="397270" y="47200"/>
                  </a:lnTo>
                  <a:lnTo>
                    <a:pt x="415296" y="38450"/>
                  </a:lnTo>
                  <a:lnTo>
                    <a:pt x="415296" y="34518"/>
                  </a:lnTo>
                  <a:lnTo>
                    <a:pt x="397270" y="25787"/>
                  </a:lnTo>
                  <a:lnTo>
                    <a:pt x="481078" y="25787"/>
                  </a:lnTo>
                  <a:lnTo>
                    <a:pt x="319719" y="0"/>
                  </a:lnTo>
                  <a:close/>
                </a:path>
                <a:path w="535939" h="73025">
                  <a:moveTo>
                    <a:pt x="377653" y="25787"/>
                  </a:moveTo>
                  <a:lnTo>
                    <a:pt x="16981" y="25787"/>
                  </a:lnTo>
                  <a:lnTo>
                    <a:pt x="8039" y="30161"/>
                  </a:lnTo>
                  <a:lnTo>
                    <a:pt x="0" y="30161"/>
                  </a:lnTo>
                  <a:lnTo>
                    <a:pt x="0" y="42825"/>
                  </a:lnTo>
                  <a:lnTo>
                    <a:pt x="8039" y="42825"/>
                  </a:lnTo>
                  <a:lnTo>
                    <a:pt x="16981" y="47200"/>
                  </a:lnTo>
                  <a:lnTo>
                    <a:pt x="371693" y="47200"/>
                  </a:lnTo>
                  <a:lnTo>
                    <a:pt x="397270" y="34518"/>
                  </a:lnTo>
                  <a:lnTo>
                    <a:pt x="377653" y="25787"/>
                  </a:lnTo>
                  <a:close/>
                </a:path>
                <a:path w="535939" h="73025">
                  <a:moveTo>
                    <a:pt x="481078" y="25787"/>
                  </a:moveTo>
                  <a:lnTo>
                    <a:pt x="397270" y="25787"/>
                  </a:lnTo>
                  <a:lnTo>
                    <a:pt x="415296" y="34518"/>
                  </a:lnTo>
                  <a:lnTo>
                    <a:pt x="415296" y="38450"/>
                  </a:lnTo>
                  <a:lnTo>
                    <a:pt x="397270" y="47200"/>
                  </a:lnTo>
                  <a:lnTo>
                    <a:pt x="464478" y="47200"/>
                  </a:lnTo>
                  <a:lnTo>
                    <a:pt x="535714" y="34518"/>
                  </a:lnTo>
                  <a:lnTo>
                    <a:pt x="481078" y="25787"/>
                  </a:lnTo>
                  <a:close/>
                </a:path>
              </a:pathLst>
            </a:custGeom>
            <a:solidFill>
              <a:srgbClr val="0000FF"/>
            </a:solidFill>
          </p:spPr>
          <p:txBody>
            <a:bodyPr wrap="square" lIns="0" tIns="0" rIns="0" bIns="0" rtlCol="0"/>
            <a:lstStyle/>
            <a:p/>
          </p:txBody>
        </p:sp>
        <p:sp>
          <p:nvSpPr>
            <p:cNvPr id="121" name="object 121" descr=""/>
            <p:cNvSpPr/>
            <p:nvPr/>
          </p:nvSpPr>
          <p:spPr>
            <a:xfrm>
              <a:off x="4514310" y="1111749"/>
              <a:ext cx="535940" cy="73025"/>
            </a:xfrm>
            <a:custGeom>
              <a:avLst/>
              <a:gdLst/>
              <a:ahLst/>
              <a:cxnLst/>
              <a:rect l="l" t="t" r="r" b="b"/>
              <a:pathLst>
                <a:path w="535939" h="73025">
                  <a:moveTo>
                    <a:pt x="16981" y="25787"/>
                  </a:moveTo>
                  <a:lnTo>
                    <a:pt x="397270" y="25787"/>
                  </a:lnTo>
                  <a:lnTo>
                    <a:pt x="406283" y="30161"/>
                  </a:lnTo>
                  <a:lnTo>
                    <a:pt x="415296" y="34518"/>
                  </a:lnTo>
                  <a:lnTo>
                    <a:pt x="415296" y="38450"/>
                  </a:lnTo>
                  <a:lnTo>
                    <a:pt x="406283" y="42825"/>
                  </a:lnTo>
                  <a:lnTo>
                    <a:pt x="397270" y="47200"/>
                  </a:lnTo>
                  <a:lnTo>
                    <a:pt x="16981" y="47200"/>
                  </a:lnTo>
                  <a:lnTo>
                    <a:pt x="8039" y="42825"/>
                  </a:lnTo>
                  <a:lnTo>
                    <a:pt x="0" y="42825"/>
                  </a:lnTo>
                  <a:lnTo>
                    <a:pt x="0" y="38450"/>
                  </a:lnTo>
                  <a:lnTo>
                    <a:pt x="0" y="34518"/>
                  </a:lnTo>
                  <a:lnTo>
                    <a:pt x="0" y="30161"/>
                  </a:lnTo>
                  <a:lnTo>
                    <a:pt x="8039" y="30161"/>
                  </a:lnTo>
                  <a:lnTo>
                    <a:pt x="16981" y="25787"/>
                  </a:lnTo>
                  <a:close/>
                </a:path>
                <a:path w="535939" h="73025">
                  <a:moveTo>
                    <a:pt x="397270" y="34518"/>
                  </a:moveTo>
                  <a:lnTo>
                    <a:pt x="319719" y="0"/>
                  </a:lnTo>
                  <a:lnTo>
                    <a:pt x="535714" y="34518"/>
                  </a:lnTo>
                  <a:lnTo>
                    <a:pt x="319719" y="72969"/>
                  </a:lnTo>
                  <a:lnTo>
                    <a:pt x="397270" y="34518"/>
                  </a:lnTo>
                  <a:close/>
                </a:path>
              </a:pathLst>
            </a:custGeom>
            <a:ln w="6658">
              <a:solidFill>
                <a:srgbClr val="0000FF"/>
              </a:solidFill>
            </a:ln>
          </p:spPr>
          <p:txBody>
            <a:bodyPr wrap="square" lIns="0" tIns="0" rIns="0" bIns="0" rtlCol="0"/>
            <a:lstStyle/>
            <a:p/>
          </p:txBody>
        </p:sp>
        <p:sp>
          <p:nvSpPr>
            <p:cNvPr id="122" name="object 122" descr=""/>
            <p:cNvSpPr/>
            <p:nvPr/>
          </p:nvSpPr>
          <p:spPr>
            <a:xfrm>
              <a:off x="5647425" y="1111749"/>
              <a:ext cx="926465" cy="73025"/>
            </a:xfrm>
            <a:custGeom>
              <a:avLst/>
              <a:gdLst/>
              <a:ahLst/>
              <a:cxnLst/>
              <a:rect l="l" t="t" r="r" b="b"/>
              <a:pathLst>
                <a:path w="926465" h="73025">
                  <a:moveTo>
                    <a:pt x="710247" y="0"/>
                  </a:moveTo>
                  <a:lnTo>
                    <a:pt x="778748" y="34518"/>
                  </a:lnTo>
                  <a:lnTo>
                    <a:pt x="710247" y="72969"/>
                  </a:lnTo>
                  <a:lnTo>
                    <a:pt x="854982" y="47200"/>
                  </a:lnTo>
                  <a:lnTo>
                    <a:pt x="778748" y="47200"/>
                  </a:lnTo>
                  <a:lnTo>
                    <a:pt x="787762" y="42825"/>
                  </a:lnTo>
                  <a:lnTo>
                    <a:pt x="796775" y="42825"/>
                  </a:lnTo>
                  <a:lnTo>
                    <a:pt x="796775" y="30161"/>
                  </a:lnTo>
                  <a:lnTo>
                    <a:pt x="787762" y="30161"/>
                  </a:lnTo>
                  <a:lnTo>
                    <a:pt x="778748" y="25787"/>
                  </a:lnTo>
                  <a:lnTo>
                    <a:pt x="871579" y="25787"/>
                  </a:lnTo>
                  <a:lnTo>
                    <a:pt x="710247" y="0"/>
                  </a:lnTo>
                  <a:close/>
                </a:path>
                <a:path w="926465" h="73025">
                  <a:moveTo>
                    <a:pt x="761421" y="25787"/>
                  </a:moveTo>
                  <a:lnTo>
                    <a:pt x="17305" y="25787"/>
                  </a:lnTo>
                  <a:lnTo>
                    <a:pt x="9013" y="30161"/>
                  </a:lnTo>
                  <a:lnTo>
                    <a:pt x="0" y="34518"/>
                  </a:lnTo>
                  <a:lnTo>
                    <a:pt x="0" y="38450"/>
                  </a:lnTo>
                  <a:lnTo>
                    <a:pt x="9013" y="42825"/>
                  </a:lnTo>
                  <a:lnTo>
                    <a:pt x="17305" y="47200"/>
                  </a:lnTo>
                  <a:lnTo>
                    <a:pt x="756156" y="47200"/>
                  </a:lnTo>
                  <a:lnTo>
                    <a:pt x="778748" y="34518"/>
                  </a:lnTo>
                  <a:lnTo>
                    <a:pt x="761421" y="25787"/>
                  </a:lnTo>
                  <a:close/>
                </a:path>
                <a:path w="926465" h="73025">
                  <a:moveTo>
                    <a:pt x="871579" y="25787"/>
                  </a:moveTo>
                  <a:lnTo>
                    <a:pt x="778748" y="25787"/>
                  </a:lnTo>
                  <a:lnTo>
                    <a:pt x="787762" y="30161"/>
                  </a:lnTo>
                  <a:lnTo>
                    <a:pt x="796775" y="30161"/>
                  </a:lnTo>
                  <a:lnTo>
                    <a:pt x="796775" y="42825"/>
                  </a:lnTo>
                  <a:lnTo>
                    <a:pt x="787762" y="42825"/>
                  </a:lnTo>
                  <a:lnTo>
                    <a:pt x="778748" y="47200"/>
                  </a:lnTo>
                  <a:lnTo>
                    <a:pt x="854982" y="47200"/>
                  </a:lnTo>
                  <a:lnTo>
                    <a:pt x="926206" y="34518"/>
                  </a:lnTo>
                  <a:lnTo>
                    <a:pt x="871579" y="25787"/>
                  </a:lnTo>
                  <a:close/>
                </a:path>
              </a:pathLst>
            </a:custGeom>
            <a:solidFill>
              <a:srgbClr val="0000FF"/>
            </a:solidFill>
          </p:spPr>
          <p:txBody>
            <a:bodyPr wrap="square" lIns="0" tIns="0" rIns="0" bIns="0" rtlCol="0"/>
            <a:lstStyle/>
            <a:p/>
          </p:txBody>
        </p:sp>
        <p:sp>
          <p:nvSpPr>
            <p:cNvPr id="123" name="object 123" descr=""/>
            <p:cNvSpPr/>
            <p:nvPr/>
          </p:nvSpPr>
          <p:spPr>
            <a:xfrm>
              <a:off x="5647425" y="1111749"/>
              <a:ext cx="926465" cy="73025"/>
            </a:xfrm>
            <a:custGeom>
              <a:avLst/>
              <a:gdLst/>
              <a:ahLst/>
              <a:cxnLst/>
              <a:rect l="l" t="t" r="r" b="b"/>
              <a:pathLst>
                <a:path w="926465" h="73025">
                  <a:moveTo>
                    <a:pt x="17305" y="25787"/>
                  </a:moveTo>
                  <a:lnTo>
                    <a:pt x="778748" y="25787"/>
                  </a:lnTo>
                  <a:lnTo>
                    <a:pt x="787762" y="30161"/>
                  </a:lnTo>
                  <a:lnTo>
                    <a:pt x="796775" y="30161"/>
                  </a:lnTo>
                  <a:lnTo>
                    <a:pt x="796775" y="34518"/>
                  </a:lnTo>
                  <a:lnTo>
                    <a:pt x="796775" y="38450"/>
                  </a:lnTo>
                  <a:lnTo>
                    <a:pt x="796775" y="42825"/>
                  </a:lnTo>
                  <a:lnTo>
                    <a:pt x="787762" y="42825"/>
                  </a:lnTo>
                  <a:lnTo>
                    <a:pt x="778748" y="47200"/>
                  </a:lnTo>
                  <a:lnTo>
                    <a:pt x="17305" y="47200"/>
                  </a:lnTo>
                  <a:lnTo>
                    <a:pt x="9013" y="42825"/>
                  </a:lnTo>
                  <a:lnTo>
                    <a:pt x="0" y="38450"/>
                  </a:lnTo>
                  <a:lnTo>
                    <a:pt x="0" y="34518"/>
                  </a:lnTo>
                  <a:lnTo>
                    <a:pt x="9013" y="30161"/>
                  </a:lnTo>
                  <a:lnTo>
                    <a:pt x="17305" y="25787"/>
                  </a:lnTo>
                  <a:close/>
                </a:path>
                <a:path w="926465" h="73025">
                  <a:moveTo>
                    <a:pt x="778748" y="34518"/>
                  </a:moveTo>
                  <a:lnTo>
                    <a:pt x="710247" y="0"/>
                  </a:lnTo>
                  <a:lnTo>
                    <a:pt x="926206" y="34518"/>
                  </a:lnTo>
                  <a:lnTo>
                    <a:pt x="710247" y="72969"/>
                  </a:lnTo>
                  <a:lnTo>
                    <a:pt x="778748" y="34518"/>
                  </a:lnTo>
                  <a:close/>
                </a:path>
              </a:pathLst>
            </a:custGeom>
            <a:ln w="6658">
              <a:solidFill>
                <a:srgbClr val="0000FF"/>
              </a:solidFill>
            </a:ln>
          </p:spPr>
          <p:txBody>
            <a:bodyPr wrap="square" lIns="0" tIns="0" rIns="0" bIns="0" rtlCol="0"/>
            <a:lstStyle/>
            <a:p/>
          </p:txBody>
        </p:sp>
        <p:sp>
          <p:nvSpPr>
            <p:cNvPr id="124" name="object 124" descr=""/>
            <p:cNvSpPr/>
            <p:nvPr/>
          </p:nvSpPr>
          <p:spPr>
            <a:xfrm>
              <a:off x="7162380" y="1111749"/>
              <a:ext cx="926465" cy="73025"/>
            </a:xfrm>
            <a:custGeom>
              <a:avLst/>
              <a:gdLst/>
              <a:ahLst/>
              <a:cxnLst/>
              <a:rect l="l" t="t" r="r" b="b"/>
              <a:pathLst>
                <a:path w="926465" h="73025">
                  <a:moveTo>
                    <a:pt x="709887" y="0"/>
                  </a:moveTo>
                  <a:lnTo>
                    <a:pt x="778388" y="34518"/>
                  </a:lnTo>
                  <a:lnTo>
                    <a:pt x="709887" y="72969"/>
                  </a:lnTo>
                  <a:lnTo>
                    <a:pt x="854622" y="47200"/>
                  </a:lnTo>
                  <a:lnTo>
                    <a:pt x="778388" y="47200"/>
                  </a:lnTo>
                  <a:lnTo>
                    <a:pt x="787401" y="42825"/>
                  </a:lnTo>
                  <a:lnTo>
                    <a:pt x="796414" y="42825"/>
                  </a:lnTo>
                  <a:lnTo>
                    <a:pt x="796414" y="30161"/>
                  </a:lnTo>
                  <a:lnTo>
                    <a:pt x="787401" y="30161"/>
                  </a:lnTo>
                  <a:lnTo>
                    <a:pt x="778388" y="25787"/>
                  </a:lnTo>
                  <a:lnTo>
                    <a:pt x="871218" y="25787"/>
                  </a:lnTo>
                  <a:lnTo>
                    <a:pt x="709887" y="0"/>
                  </a:lnTo>
                  <a:close/>
                </a:path>
                <a:path w="926465" h="73025">
                  <a:moveTo>
                    <a:pt x="761060" y="25787"/>
                  </a:moveTo>
                  <a:lnTo>
                    <a:pt x="16944" y="25787"/>
                  </a:lnTo>
                  <a:lnTo>
                    <a:pt x="8652" y="30161"/>
                  </a:lnTo>
                  <a:lnTo>
                    <a:pt x="0" y="34518"/>
                  </a:lnTo>
                  <a:lnTo>
                    <a:pt x="0" y="38450"/>
                  </a:lnTo>
                  <a:lnTo>
                    <a:pt x="8652" y="42825"/>
                  </a:lnTo>
                  <a:lnTo>
                    <a:pt x="16944" y="47200"/>
                  </a:lnTo>
                  <a:lnTo>
                    <a:pt x="755796" y="47200"/>
                  </a:lnTo>
                  <a:lnTo>
                    <a:pt x="778388" y="34518"/>
                  </a:lnTo>
                  <a:lnTo>
                    <a:pt x="761060" y="25787"/>
                  </a:lnTo>
                  <a:close/>
                </a:path>
                <a:path w="926465" h="73025">
                  <a:moveTo>
                    <a:pt x="871218" y="25787"/>
                  </a:moveTo>
                  <a:lnTo>
                    <a:pt x="778388" y="25787"/>
                  </a:lnTo>
                  <a:lnTo>
                    <a:pt x="787401" y="30161"/>
                  </a:lnTo>
                  <a:lnTo>
                    <a:pt x="796414" y="30161"/>
                  </a:lnTo>
                  <a:lnTo>
                    <a:pt x="796414" y="42825"/>
                  </a:lnTo>
                  <a:lnTo>
                    <a:pt x="787401" y="42825"/>
                  </a:lnTo>
                  <a:lnTo>
                    <a:pt x="778388" y="47200"/>
                  </a:lnTo>
                  <a:lnTo>
                    <a:pt x="854622" y="47200"/>
                  </a:lnTo>
                  <a:lnTo>
                    <a:pt x="925845" y="34518"/>
                  </a:lnTo>
                  <a:lnTo>
                    <a:pt x="871218" y="25787"/>
                  </a:lnTo>
                  <a:close/>
                </a:path>
              </a:pathLst>
            </a:custGeom>
            <a:solidFill>
              <a:srgbClr val="0000FF"/>
            </a:solidFill>
          </p:spPr>
          <p:txBody>
            <a:bodyPr wrap="square" lIns="0" tIns="0" rIns="0" bIns="0" rtlCol="0"/>
            <a:lstStyle/>
            <a:p/>
          </p:txBody>
        </p:sp>
        <p:sp>
          <p:nvSpPr>
            <p:cNvPr id="125" name="object 125" descr=""/>
            <p:cNvSpPr/>
            <p:nvPr/>
          </p:nvSpPr>
          <p:spPr>
            <a:xfrm>
              <a:off x="7162380" y="1111749"/>
              <a:ext cx="926465" cy="73025"/>
            </a:xfrm>
            <a:custGeom>
              <a:avLst/>
              <a:gdLst/>
              <a:ahLst/>
              <a:cxnLst/>
              <a:rect l="l" t="t" r="r" b="b"/>
              <a:pathLst>
                <a:path w="926465" h="73025">
                  <a:moveTo>
                    <a:pt x="16944" y="25787"/>
                  </a:moveTo>
                  <a:lnTo>
                    <a:pt x="778388" y="25787"/>
                  </a:lnTo>
                  <a:lnTo>
                    <a:pt x="787401" y="30161"/>
                  </a:lnTo>
                  <a:lnTo>
                    <a:pt x="796414" y="30161"/>
                  </a:lnTo>
                  <a:lnTo>
                    <a:pt x="796414" y="34518"/>
                  </a:lnTo>
                  <a:lnTo>
                    <a:pt x="796414" y="38450"/>
                  </a:lnTo>
                  <a:lnTo>
                    <a:pt x="796414" y="42825"/>
                  </a:lnTo>
                  <a:lnTo>
                    <a:pt x="787401" y="42825"/>
                  </a:lnTo>
                  <a:lnTo>
                    <a:pt x="778388" y="47200"/>
                  </a:lnTo>
                  <a:lnTo>
                    <a:pt x="16944" y="47200"/>
                  </a:lnTo>
                  <a:lnTo>
                    <a:pt x="8652" y="42825"/>
                  </a:lnTo>
                  <a:lnTo>
                    <a:pt x="0" y="38450"/>
                  </a:lnTo>
                  <a:lnTo>
                    <a:pt x="0" y="34518"/>
                  </a:lnTo>
                  <a:lnTo>
                    <a:pt x="8652" y="30161"/>
                  </a:lnTo>
                  <a:lnTo>
                    <a:pt x="16944" y="25787"/>
                  </a:lnTo>
                  <a:close/>
                </a:path>
                <a:path w="926465" h="73025">
                  <a:moveTo>
                    <a:pt x="778388" y="34518"/>
                  </a:moveTo>
                  <a:lnTo>
                    <a:pt x="709887" y="0"/>
                  </a:lnTo>
                  <a:lnTo>
                    <a:pt x="925845" y="34518"/>
                  </a:lnTo>
                  <a:lnTo>
                    <a:pt x="709887" y="72969"/>
                  </a:lnTo>
                  <a:lnTo>
                    <a:pt x="778388" y="34518"/>
                  </a:lnTo>
                  <a:close/>
                </a:path>
              </a:pathLst>
            </a:custGeom>
            <a:ln w="6658">
              <a:solidFill>
                <a:srgbClr val="0000FF"/>
              </a:solidFill>
            </a:ln>
          </p:spPr>
          <p:txBody>
            <a:bodyPr wrap="square" lIns="0" tIns="0" rIns="0" bIns="0" rtlCol="0"/>
            <a:lstStyle/>
            <a:p/>
          </p:txBody>
        </p:sp>
        <p:sp>
          <p:nvSpPr>
            <p:cNvPr id="126" name="object 126" descr=""/>
            <p:cNvSpPr/>
            <p:nvPr/>
          </p:nvSpPr>
          <p:spPr>
            <a:xfrm>
              <a:off x="2618381" y="1390096"/>
              <a:ext cx="926465" cy="73025"/>
            </a:xfrm>
            <a:custGeom>
              <a:avLst/>
              <a:gdLst/>
              <a:ahLst/>
              <a:cxnLst/>
              <a:rect l="l" t="t" r="r" b="b"/>
              <a:pathLst>
                <a:path w="926464" h="73025">
                  <a:moveTo>
                    <a:pt x="709959" y="0"/>
                  </a:moveTo>
                  <a:lnTo>
                    <a:pt x="778712" y="34093"/>
                  </a:lnTo>
                  <a:lnTo>
                    <a:pt x="709959" y="72544"/>
                  </a:lnTo>
                  <a:lnTo>
                    <a:pt x="854914" y="46757"/>
                  </a:lnTo>
                  <a:lnTo>
                    <a:pt x="778712" y="46757"/>
                  </a:lnTo>
                  <a:lnTo>
                    <a:pt x="787653" y="42825"/>
                  </a:lnTo>
                  <a:lnTo>
                    <a:pt x="796595" y="42825"/>
                  </a:lnTo>
                  <a:lnTo>
                    <a:pt x="796595" y="29719"/>
                  </a:lnTo>
                  <a:lnTo>
                    <a:pt x="787653" y="29719"/>
                  </a:lnTo>
                  <a:lnTo>
                    <a:pt x="778712" y="25344"/>
                  </a:lnTo>
                  <a:lnTo>
                    <a:pt x="870631" y="25344"/>
                  </a:lnTo>
                  <a:lnTo>
                    <a:pt x="709959" y="0"/>
                  </a:lnTo>
                  <a:close/>
                </a:path>
                <a:path w="926464" h="73025">
                  <a:moveTo>
                    <a:pt x="761068" y="25344"/>
                  </a:moveTo>
                  <a:lnTo>
                    <a:pt x="17846" y="25344"/>
                  </a:lnTo>
                  <a:lnTo>
                    <a:pt x="0" y="34093"/>
                  </a:lnTo>
                  <a:lnTo>
                    <a:pt x="0" y="38450"/>
                  </a:lnTo>
                  <a:lnTo>
                    <a:pt x="8905" y="42825"/>
                  </a:lnTo>
                  <a:lnTo>
                    <a:pt x="17846" y="46757"/>
                  </a:lnTo>
                  <a:lnTo>
                    <a:pt x="756069" y="46757"/>
                  </a:lnTo>
                  <a:lnTo>
                    <a:pt x="778712" y="34093"/>
                  </a:lnTo>
                  <a:lnTo>
                    <a:pt x="761068" y="25344"/>
                  </a:lnTo>
                  <a:close/>
                </a:path>
                <a:path w="926464" h="73025">
                  <a:moveTo>
                    <a:pt x="870631" y="25344"/>
                  </a:moveTo>
                  <a:lnTo>
                    <a:pt x="778712" y="25344"/>
                  </a:lnTo>
                  <a:lnTo>
                    <a:pt x="787653" y="29719"/>
                  </a:lnTo>
                  <a:lnTo>
                    <a:pt x="796595" y="29719"/>
                  </a:lnTo>
                  <a:lnTo>
                    <a:pt x="796595" y="42825"/>
                  </a:lnTo>
                  <a:lnTo>
                    <a:pt x="787653" y="42825"/>
                  </a:lnTo>
                  <a:lnTo>
                    <a:pt x="778712" y="46757"/>
                  </a:lnTo>
                  <a:lnTo>
                    <a:pt x="854914" y="46757"/>
                  </a:lnTo>
                  <a:lnTo>
                    <a:pt x="926098" y="34093"/>
                  </a:lnTo>
                  <a:lnTo>
                    <a:pt x="870631" y="25344"/>
                  </a:lnTo>
                  <a:close/>
                </a:path>
              </a:pathLst>
            </a:custGeom>
            <a:solidFill>
              <a:srgbClr val="000080"/>
            </a:solidFill>
          </p:spPr>
          <p:txBody>
            <a:bodyPr wrap="square" lIns="0" tIns="0" rIns="0" bIns="0" rtlCol="0"/>
            <a:lstStyle/>
            <a:p/>
          </p:txBody>
        </p:sp>
        <p:sp>
          <p:nvSpPr>
            <p:cNvPr id="127" name="object 127" descr=""/>
            <p:cNvSpPr/>
            <p:nvPr/>
          </p:nvSpPr>
          <p:spPr>
            <a:xfrm>
              <a:off x="2618381" y="1390096"/>
              <a:ext cx="926465" cy="73025"/>
            </a:xfrm>
            <a:custGeom>
              <a:avLst/>
              <a:gdLst/>
              <a:ahLst/>
              <a:cxnLst/>
              <a:rect l="l" t="t" r="r" b="b"/>
              <a:pathLst>
                <a:path w="926464" h="73025">
                  <a:moveTo>
                    <a:pt x="17846" y="25344"/>
                  </a:moveTo>
                  <a:lnTo>
                    <a:pt x="778712" y="25344"/>
                  </a:lnTo>
                  <a:lnTo>
                    <a:pt x="787653" y="29719"/>
                  </a:lnTo>
                  <a:lnTo>
                    <a:pt x="796595" y="29719"/>
                  </a:lnTo>
                  <a:lnTo>
                    <a:pt x="796595" y="34093"/>
                  </a:lnTo>
                  <a:lnTo>
                    <a:pt x="796595" y="38450"/>
                  </a:lnTo>
                  <a:lnTo>
                    <a:pt x="796595" y="42825"/>
                  </a:lnTo>
                  <a:lnTo>
                    <a:pt x="787653" y="42825"/>
                  </a:lnTo>
                  <a:lnTo>
                    <a:pt x="778712" y="46757"/>
                  </a:lnTo>
                  <a:lnTo>
                    <a:pt x="17846" y="46757"/>
                  </a:lnTo>
                  <a:lnTo>
                    <a:pt x="8905" y="42825"/>
                  </a:lnTo>
                  <a:lnTo>
                    <a:pt x="0" y="38450"/>
                  </a:lnTo>
                  <a:lnTo>
                    <a:pt x="0" y="34093"/>
                  </a:lnTo>
                  <a:lnTo>
                    <a:pt x="8905" y="29719"/>
                  </a:lnTo>
                  <a:lnTo>
                    <a:pt x="17846" y="25344"/>
                  </a:lnTo>
                  <a:close/>
                </a:path>
                <a:path w="926464" h="73025">
                  <a:moveTo>
                    <a:pt x="778712" y="34093"/>
                  </a:moveTo>
                  <a:lnTo>
                    <a:pt x="709959" y="0"/>
                  </a:lnTo>
                  <a:lnTo>
                    <a:pt x="926098" y="34093"/>
                  </a:lnTo>
                  <a:lnTo>
                    <a:pt x="709959" y="72544"/>
                  </a:lnTo>
                  <a:lnTo>
                    <a:pt x="778712" y="34093"/>
                  </a:lnTo>
                  <a:close/>
                </a:path>
              </a:pathLst>
            </a:custGeom>
            <a:ln w="6658">
              <a:solidFill>
                <a:srgbClr val="000080"/>
              </a:solidFill>
            </a:ln>
          </p:spPr>
          <p:txBody>
            <a:bodyPr wrap="square" lIns="0" tIns="0" rIns="0" bIns="0" rtlCol="0"/>
            <a:lstStyle/>
            <a:p/>
          </p:txBody>
        </p:sp>
        <p:sp>
          <p:nvSpPr>
            <p:cNvPr id="128" name="object 128" descr=""/>
            <p:cNvSpPr/>
            <p:nvPr/>
          </p:nvSpPr>
          <p:spPr>
            <a:xfrm>
              <a:off x="2630855" y="1143647"/>
              <a:ext cx="381000" cy="0"/>
            </a:xfrm>
            <a:custGeom>
              <a:avLst/>
              <a:gdLst/>
              <a:ahLst/>
              <a:cxnLst/>
              <a:rect l="l" t="t" r="r" b="b"/>
              <a:pathLst>
                <a:path w="381000" h="0">
                  <a:moveTo>
                    <a:pt x="0" y="0"/>
                  </a:moveTo>
                  <a:lnTo>
                    <a:pt x="380469" y="0"/>
                  </a:lnTo>
                </a:path>
              </a:pathLst>
            </a:custGeom>
            <a:ln w="17109">
              <a:solidFill>
                <a:srgbClr val="0000FF"/>
              </a:solidFill>
            </a:ln>
          </p:spPr>
          <p:txBody>
            <a:bodyPr wrap="square" lIns="0" tIns="0" rIns="0" bIns="0" rtlCol="0"/>
            <a:lstStyle/>
            <a:p/>
          </p:txBody>
        </p:sp>
        <p:sp>
          <p:nvSpPr>
            <p:cNvPr id="129" name="object 129" descr=""/>
            <p:cNvSpPr/>
            <p:nvPr/>
          </p:nvSpPr>
          <p:spPr>
            <a:xfrm>
              <a:off x="4145486" y="1421569"/>
              <a:ext cx="458470" cy="0"/>
            </a:xfrm>
            <a:custGeom>
              <a:avLst/>
              <a:gdLst/>
              <a:ahLst/>
              <a:cxnLst/>
              <a:rect l="l" t="t" r="r" b="b"/>
              <a:pathLst>
                <a:path w="458470" h="0">
                  <a:moveTo>
                    <a:pt x="0" y="0"/>
                  </a:moveTo>
                  <a:lnTo>
                    <a:pt x="458127" y="0"/>
                  </a:lnTo>
                </a:path>
              </a:pathLst>
            </a:custGeom>
            <a:ln w="17109">
              <a:solidFill>
                <a:srgbClr val="000080"/>
              </a:solidFill>
            </a:ln>
          </p:spPr>
          <p:txBody>
            <a:bodyPr wrap="square" lIns="0" tIns="0" rIns="0" bIns="0" rtlCol="0"/>
            <a:lstStyle/>
            <a:p/>
          </p:txBody>
        </p:sp>
        <p:sp>
          <p:nvSpPr>
            <p:cNvPr id="130" name="object 130" descr=""/>
            <p:cNvSpPr/>
            <p:nvPr/>
          </p:nvSpPr>
          <p:spPr>
            <a:xfrm>
              <a:off x="7542741" y="1390097"/>
              <a:ext cx="546100" cy="68580"/>
            </a:xfrm>
            <a:custGeom>
              <a:avLst/>
              <a:gdLst/>
              <a:ahLst/>
              <a:cxnLst/>
              <a:rect l="l" t="t" r="r" b="b"/>
              <a:pathLst>
                <a:path w="546100" h="68580">
                  <a:moveTo>
                    <a:pt x="329526" y="0"/>
                  </a:moveTo>
                  <a:lnTo>
                    <a:pt x="398027" y="34093"/>
                  </a:lnTo>
                  <a:lnTo>
                    <a:pt x="329526" y="68170"/>
                  </a:lnTo>
                  <a:lnTo>
                    <a:pt x="490148" y="42825"/>
                  </a:lnTo>
                  <a:lnTo>
                    <a:pt x="416053" y="42825"/>
                  </a:lnTo>
                  <a:lnTo>
                    <a:pt x="416053" y="29719"/>
                  </a:lnTo>
                  <a:lnTo>
                    <a:pt x="407040" y="25344"/>
                  </a:lnTo>
                  <a:lnTo>
                    <a:pt x="490064" y="25344"/>
                  </a:lnTo>
                  <a:lnTo>
                    <a:pt x="329526" y="0"/>
                  </a:lnTo>
                  <a:close/>
                </a:path>
                <a:path w="546100" h="68580">
                  <a:moveTo>
                    <a:pt x="380448" y="25344"/>
                  </a:moveTo>
                  <a:lnTo>
                    <a:pt x="9013" y="25344"/>
                  </a:lnTo>
                  <a:lnTo>
                    <a:pt x="0" y="29719"/>
                  </a:lnTo>
                  <a:lnTo>
                    <a:pt x="0" y="42825"/>
                  </a:lnTo>
                  <a:lnTo>
                    <a:pt x="380474" y="42825"/>
                  </a:lnTo>
                  <a:lnTo>
                    <a:pt x="398027" y="34093"/>
                  </a:lnTo>
                  <a:lnTo>
                    <a:pt x="380448" y="25344"/>
                  </a:lnTo>
                  <a:close/>
                </a:path>
                <a:path w="546100" h="68580">
                  <a:moveTo>
                    <a:pt x="490064" y="25344"/>
                  </a:moveTo>
                  <a:lnTo>
                    <a:pt x="407040" y="25344"/>
                  </a:lnTo>
                  <a:lnTo>
                    <a:pt x="416053" y="29719"/>
                  </a:lnTo>
                  <a:lnTo>
                    <a:pt x="416053" y="42825"/>
                  </a:lnTo>
                  <a:lnTo>
                    <a:pt x="490148" y="42825"/>
                  </a:lnTo>
                  <a:lnTo>
                    <a:pt x="545484" y="34093"/>
                  </a:lnTo>
                  <a:lnTo>
                    <a:pt x="490064" y="25344"/>
                  </a:lnTo>
                  <a:close/>
                </a:path>
              </a:pathLst>
            </a:custGeom>
            <a:solidFill>
              <a:srgbClr val="000080"/>
            </a:solidFill>
          </p:spPr>
          <p:txBody>
            <a:bodyPr wrap="square" lIns="0" tIns="0" rIns="0" bIns="0" rtlCol="0"/>
            <a:lstStyle/>
            <a:p/>
          </p:txBody>
        </p:sp>
        <p:sp>
          <p:nvSpPr>
            <p:cNvPr id="131" name="object 131" descr=""/>
            <p:cNvSpPr/>
            <p:nvPr/>
          </p:nvSpPr>
          <p:spPr>
            <a:xfrm>
              <a:off x="7542741" y="1390097"/>
              <a:ext cx="546100" cy="68580"/>
            </a:xfrm>
            <a:custGeom>
              <a:avLst/>
              <a:gdLst/>
              <a:ahLst/>
              <a:cxnLst/>
              <a:rect l="l" t="t" r="r" b="b"/>
              <a:pathLst>
                <a:path w="546100" h="68580">
                  <a:moveTo>
                    <a:pt x="17666" y="25344"/>
                  </a:moveTo>
                  <a:lnTo>
                    <a:pt x="398027" y="25344"/>
                  </a:lnTo>
                  <a:lnTo>
                    <a:pt x="407040" y="25344"/>
                  </a:lnTo>
                  <a:lnTo>
                    <a:pt x="416053" y="29719"/>
                  </a:lnTo>
                  <a:lnTo>
                    <a:pt x="416053" y="34093"/>
                  </a:lnTo>
                  <a:lnTo>
                    <a:pt x="416053" y="38450"/>
                  </a:lnTo>
                  <a:lnTo>
                    <a:pt x="416053" y="42825"/>
                  </a:lnTo>
                  <a:lnTo>
                    <a:pt x="407040" y="42825"/>
                  </a:lnTo>
                  <a:lnTo>
                    <a:pt x="398027" y="42825"/>
                  </a:lnTo>
                  <a:lnTo>
                    <a:pt x="17666" y="42825"/>
                  </a:lnTo>
                  <a:lnTo>
                    <a:pt x="9013" y="42825"/>
                  </a:lnTo>
                  <a:lnTo>
                    <a:pt x="0" y="42825"/>
                  </a:lnTo>
                  <a:lnTo>
                    <a:pt x="0" y="38450"/>
                  </a:lnTo>
                  <a:lnTo>
                    <a:pt x="0" y="34093"/>
                  </a:lnTo>
                  <a:lnTo>
                    <a:pt x="0" y="29719"/>
                  </a:lnTo>
                  <a:lnTo>
                    <a:pt x="9013" y="25344"/>
                  </a:lnTo>
                  <a:lnTo>
                    <a:pt x="17666" y="25344"/>
                  </a:lnTo>
                  <a:close/>
                </a:path>
                <a:path w="546100" h="68580">
                  <a:moveTo>
                    <a:pt x="398027" y="34093"/>
                  </a:moveTo>
                  <a:lnTo>
                    <a:pt x="329526" y="0"/>
                  </a:lnTo>
                  <a:lnTo>
                    <a:pt x="545484" y="34093"/>
                  </a:lnTo>
                  <a:lnTo>
                    <a:pt x="329526" y="68170"/>
                  </a:lnTo>
                  <a:lnTo>
                    <a:pt x="398027" y="34093"/>
                  </a:lnTo>
                  <a:close/>
                </a:path>
              </a:pathLst>
            </a:custGeom>
            <a:ln w="6658">
              <a:solidFill>
                <a:srgbClr val="000080"/>
              </a:solidFill>
            </a:ln>
          </p:spPr>
          <p:txBody>
            <a:bodyPr wrap="square" lIns="0" tIns="0" rIns="0" bIns="0" rtlCol="0"/>
            <a:lstStyle/>
            <a:p/>
          </p:txBody>
        </p:sp>
        <p:sp>
          <p:nvSpPr>
            <p:cNvPr id="132" name="object 132" descr=""/>
            <p:cNvSpPr/>
            <p:nvPr/>
          </p:nvSpPr>
          <p:spPr>
            <a:xfrm>
              <a:off x="3539107" y="1036601"/>
              <a:ext cx="606425" cy="496570"/>
            </a:xfrm>
            <a:custGeom>
              <a:avLst/>
              <a:gdLst/>
              <a:ahLst/>
              <a:cxnLst/>
              <a:rect l="l" t="t" r="r" b="b"/>
              <a:pathLst>
                <a:path w="606425" h="496569">
                  <a:moveTo>
                    <a:pt x="606378" y="0"/>
                  </a:moveTo>
                  <a:lnTo>
                    <a:pt x="0" y="0"/>
                  </a:lnTo>
                  <a:lnTo>
                    <a:pt x="0" y="496388"/>
                  </a:lnTo>
                  <a:lnTo>
                    <a:pt x="606378" y="496388"/>
                  </a:lnTo>
                  <a:lnTo>
                    <a:pt x="606378" y="0"/>
                  </a:lnTo>
                  <a:close/>
                </a:path>
              </a:pathLst>
            </a:custGeom>
            <a:solidFill>
              <a:srgbClr val="CCFFCC"/>
            </a:solidFill>
          </p:spPr>
          <p:txBody>
            <a:bodyPr wrap="square" lIns="0" tIns="0" rIns="0" bIns="0" rtlCol="0"/>
            <a:lstStyle/>
            <a:p/>
          </p:txBody>
        </p:sp>
        <p:sp>
          <p:nvSpPr>
            <p:cNvPr id="133" name="object 133" descr=""/>
            <p:cNvSpPr/>
            <p:nvPr/>
          </p:nvSpPr>
          <p:spPr>
            <a:xfrm>
              <a:off x="3539107" y="1036601"/>
              <a:ext cx="606425" cy="496570"/>
            </a:xfrm>
            <a:custGeom>
              <a:avLst/>
              <a:gdLst/>
              <a:ahLst/>
              <a:cxnLst/>
              <a:rect l="l" t="t" r="r" b="b"/>
              <a:pathLst>
                <a:path w="606425" h="496569">
                  <a:moveTo>
                    <a:pt x="0" y="496388"/>
                  </a:moveTo>
                  <a:lnTo>
                    <a:pt x="606378" y="496388"/>
                  </a:lnTo>
                  <a:lnTo>
                    <a:pt x="606378" y="0"/>
                  </a:lnTo>
                  <a:lnTo>
                    <a:pt x="0" y="0"/>
                  </a:lnTo>
                  <a:lnTo>
                    <a:pt x="0" y="496388"/>
                  </a:lnTo>
                  <a:close/>
                </a:path>
              </a:pathLst>
            </a:custGeom>
            <a:ln w="18009">
              <a:solidFill>
                <a:srgbClr val="000000"/>
              </a:solidFill>
            </a:ln>
          </p:spPr>
          <p:txBody>
            <a:bodyPr wrap="square" lIns="0" tIns="0" rIns="0" bIns="0" rtlCol="0"/>
            <a:lstStyle/>
            <a:p/>
          </p:txBody>
        </p:sp>
        <p:sp>
          <p:nvSpPr>
            <p:cNvPr id="134" name="object 134" descr=""/>
            <p:cNvSpPr/>
            <p:nvPr/>
          </p:nvSpPr>
          <p:spPr>
            <a:xfrm>
              <a:off x="5053629" y="1036601"/>
              <a:ext cx="605790" cy="496570"/>
            </a:xfrm>
            <a:custGeom>
              <a:avLst/>
              <a:gdLst/>
              <a:ahLst/>
              <a:cxnLst/>
              <a:rect l="l" t="t" r="r" b="b"/>
              <a:pathLst>
                <a:path w="605789" h="496569">
                  <a:moveTo>
                    <a:pt x="605477" y="0"/>
                  </a:moveTo>
                  <a:lnTo>
                    <a:pt x="0" y="0"/>
                  </a:lnTo>
                  <a:lnTo>
                    <a:pt x="0" y="496388"/>
                  </a:lnTo>
                  <a:lnTo>
                    <a:pt x="605477" y="496388"/>
                  </a:lnTo>
                  <a:lnTo>
                    <a:pt x="605477" y="0"/>
                  </a:lnTo>
                  <a:close/>
                </a:path>
              </a:pathLst>
            </a:custGeom>
            <a:solidFill>
              <a:srgbClr val="CCFFFF"/>
            </a:solidFill>
          </p:spPr>
          <p:txBody>
            <a:bodyPr wrap="square" lIns="0" tIns="0" rIns="0" bIns="0" rtlCol="0"/>
            <a:lstStyle/>
            <a:p/>
          </p:txBody>
        </p:sp>
        <p:sp>
          <p:nvSpPr>
            <p:cNvPr id="135" name="object 135" descr=""/>
            <p:cNvSpPr/>
            <p:nvPr/>
          </p:nvSpPr>
          <p:spPr>
            <a:xfrm>
              <a:off x="5053629" y="1036601"/>
              <a:ext cx="605790" cy="496570"/>
            </a:xfrm>
            <a:custGeom>
              <a:avLst/>
              <a:gdLst/>
              <a:ahLst/>
              <a:cxnLst/>
              <a:rect l="l" t="t" r="r" b="b"/>
              <a:pathLst>
                <a:path w="605789" h="496569">
                  <a:moveTo>
                    <a:pt x="0" y="496388"/>
                  </a:moveTo>
                  <a:lnTo>
                    <a:pt x="605477" y="496388"/>
                  </a:lnTo>
                  <a:lnTo>
                    <a:pt x="605477" y="0"/>
                  </a:lnTo>
                  <a:lnTo>
                    <a:pt x="0" y="0"/>
                  </a:lnTo>
                  <a:lnTo>
                    <a:pt x="0" y="496388"/>
                  </a:lnTo>
                  <a:close/>
                </a:path>
              </a:pathLst>
            </a:custGeom>
            <a:ln w="18018">
              <a:solidFill>
                <a:srgbClr val="000000"/>
              </a:solidFill>
            </a:ln>
          </p:spPr>
          <p:txBody>
            <a:bodyPr wrap="square" lIns="0" tIns="0" rIns="0" bIns="0" rtlCol="0"/>
            <a:lstStyle/>
            <a:p/>
          </p:txBody>
        </p:sp>
        <p:sp>
          <p:nvSpPr>
            <p:cNvPr id="136" name="object 136" descr=""/>
            <p:cNvSpPr/>
            <p:nvPr/>
          </p:nvSpPr>
          <p:spPr>
            <a:xfrm>
              <a:off x="6568224" y="1036601"/>
              <a:ext cx="605790" cy="496570"/>
            </a:xfrm>
            <a:custGeom>
              <a:avLst/>
              <a:gdLst/>
              <a:ahLst/>
              <a:cxnLst/>
              <a:rect l="l" t="t" r="r" b="b"/>
              <a:pathLst>
                <a:path w="605790" h="496569">
                  <a:moveTo>
                    <a:pt x="605477" y="0"/>
                  </a:moveTo>
                  <a:lnTo>
                    <a:pt x="0" y="0"/>
                  </a:lnTo>
                  <a:lnTo>
                    <a:pt x="0" y="496388"/>
                  </a:lnTo>
                  <a:lnTo>
                    <a:pt x="605477" y="496388"/>
                  </a:lnTo>
                  <a:lnTo>
                    <a:pt x="605477" y="0"/>
                  </a:lnTo>
                  <a:close/>
                </a:path>
              </a:pathLst>
            </a:custGeom>
            <a:solidFill>
              <a:srgbClr val="FFCC99"/>
            </a:solidFill>
          </p:spPr>
          <p:txBody>
            <a:bodyPr wrap="square" lIns="0" tIns="0" rIns="0" bIns="0" rtlCol="0"/>
            <a:lstStyle/>
            <a:p/>
          </p:txBody>
        </p:sp>
        <p:sp>
          <p:nvSpPr>
            <p:cNvPr id="137" name="object 137" descr=""/>
            <p:cNvSpPr/>
            <p:nvPr/>
          </p:nvSpPr>
          <p:spPr>
            <a:xfrm>
              <a:off x="6568224" y="1036601"/>
              <a:ext cx="605790" cy="496570"/>
            </a:xfrm>
            <a:custGeom>
              <a:avLst/>
              <a:gdLst/>
              <a:ahLst/>
              <a:cxnLst/>
              <a:rect l="l" t="t" r="r" b="b"/>
              <a:pathLst>
                <a:path w="605790" h="496569">
                  <a:moveTo>
                    <a:pt x="0" y="496388"/>
                  </a:moveTo>
                  <a:lnTo>
                    <a:pt x="605477" y="496388"/>
                  </a:lnTo>
                  <a:lnTo>
                    <a:pt x="605477" y="0"/>
                  </a:lnTo>
                  <a:lnTo>
                    <a:pt x="0" y="0"/>
                  </a:lnTo>
                  <a:lnTo>
                    <a:pt x="0" y="496388"/>
                  </a:lnTo>
                  <a:close/>
                </a:path>
              </a:pathLst>
            </a:custGeom>
            <a:ln w="18018">
              <a:solidFill>
                <a:srgbClr val="000000"/>
              </a:solidFill>
            </a:ln>
          </p:spPr>
          <p:txBody>
            <a:bodyPr wrap="square" lIns="0" tIns="0" rIns="0" bIns="0" rtlCol="0"/>
            <a:lstStyle/>
            <a:p/>
          </p:txBody>
        </p:sp>
        <p:sp>
          <p:nvSpPr>
            <p:cNvPr id="138" name="object 138" descr=""/>
            <p:cNvSpPr/>
            <p:nvPr/>
          </p:nvSpPr>
          <p:spPr>
            <a:xfrm>
              <a:off x="3011325" y="925163"/>
              <a:ext cx="1515110" cy="219075"/>
            </a:xfrm>
            <a:custGeom>
              <a:avLst/>
              <a:gdLst/>
              <a:ahLst/>
              <a:cxnLst/>
              <a:rect l="l" t="t" r="r" b="b"/>
              <a:pathLst>
                <a:path w="1515110" h="219075">
                  <a:moveTo>
                    <a:pt x="0" y="0"/>
                  </a:moveTo>
                  <a:lnTo>
                    <a:pt x="0" y="218484"/>
                  </a:lnTo>
                </a:path>
                <a:path w="1515110" h="219075">
                  <a:moveTo>
                    <a:pt x="0" y="0"/>
                  </a:moveTo>
                  <a:lnTo>
                    <a:pt x="1514594" y="0"/>
                  </a:lnTo>
                </a:path>
                <a:path w="1515110" h="219075">
                  <a:moveTo>
                    <a:pt x="1514594" y="0"/>
                  </a:moveTo>
                  <a:lnTo>
                    <a:pt x="1514594" y="218484"/>
                  </a:lnTo>
                </a:path>
              </a:pathLst>
            </a:custGeom>
            <a:ln w="25969">
              <a:solidFill>
                <a:srgbClr val="0000FF"/>
              </a:solidFill>
            </a:ln>
          </p:spPr>
          <p:txBody>
            <a:bodyPr wrap="square" lIns="0" tIns="0" rIns="0" bIns="0" rtlCol="0"/>
            <a:lstStyle/>
            <a:p/>
          </p:txBody>
        </p:sp>
        <p:sp>
          <p:nvSpPr>
            <p:cNvPr id="139" name="object 139" descr=""/>
            <p:cNvSpPr/>
            <p:nvPr/>
          </p:nvSpPr>
          <p:spPr>
            <a:xfrm>
              <a:off x="4603613" y="1421569"/>
              <a:ext cx="2951480" cy="222885"/>
            </a:xfrm>
            <a:custGeom>
              <a:avLst/>
              <a:gdLst/>
              <a:ahLst/>
              <a:cxnLst/>
              <a:rect l="l" t="t" r="r" b="b"/>
              <a:pathLst>
                <a:path w="2951479" h="222885">
                  <a:moveTo>
                    <a:pt x="0" y="0"/>
                  </a:moveTo>
                  <a:lnTo>
                    <a:pt x="0" y="222415"/>
                  </a:lnTo>
                </a:path>
                <a:path w="2951479" h="222885">
                  <a:moveTo>
                    <a:pt x="0" y="222415"/>
                  </a:moveTo>
                  <a:lnTo>
                    <a:pt x="2951385" y="222416"/>
                  </a:lnTo>
                </a:path>
                <a:path w="2951479" h="222885">
                  <a:moveTo>
                    <a:pt x="2951385" y="222416"/>
                  </a:moveTo>
                  <a:lnTo>
                    <a:pt x="2951385" y="0"/>
                  </a:lnTo>
                </a:path>
              </a:pathLst>
            </a:custGeom>
            <a:ln w="25969">
              <a:solidFill>
                <a:srgbClr val="000080"/>
              </a:solidFill>
            </a:ln>
          </p:spPr>
          <p:txBody>
            <a:bodyPr wrap="square" lIns="0" tIns="0" rIns="0" bIns="0" rtlCol="0"/>
            <a:lstStyle/>
            <a:p/>
          </p:txBody>
        </p:sp>
      </p:grpSp>
      <p:grpSp>
        <p:nvGrpSpPr>
          <p:cNvPr id="140" name="object 140" descr=""/>
          <p:cNvGrpSpPr/>
          <p:nvPr/>
        </p:nvGrpSpPr>
        <p:grpSpPr>
          <a:xfrm>
            <a:off x="8674768" y="1108826"/>
            <a:ext cx="706120" cy="79375"/>
            <a:chOff x="8674768" y="1108826"/>
            <a:chExt cx="706120" cy="79375"/>
          </a:xfrm>
        </p:grpSpPr>
        <p:sp>
          <p:nvSpPr>
            <p:cNvPr id="141" name="object 141" descr=""/>
            <p:cNvSpPr/>
            <p:nvPr/>
          </p:nvSpPr>
          <p:spPr>
            <a:xfrm>
              <a:off x="8676974" y="1111749"/>
              <a:ext cx="701040" cy="73025"/>
            </a:xfrm>
            <a:custGeom>
              <a:avLst/>
              <a:gdLst/>
              <a:ahLst/>
              <a:cxnLst/>
              <a:rect l="l" t="t" r="r" b="b"/>
              <a:pathLst>
                <a:path w="701040" h="73025">
                  <a:moveTo>
                    <a:pt x="484915" y="0"/>
                  </a:moveTo>
                  <a:lnTo>
                    <a:pt x="553416" y="34518"/>
                  </a:lnTo>
                  <a:lnTo>
                    <a:pt x="484915" y="72969"/>
                  </a:lnTo>
                  <a:lnTo>
                    <a:pt x="629650" y="47200"/>
                  </a:lnTo>
                  <a:lnTo>
                    <a:pt x="553416" y="47200"/>
                  </a:lnTo>
                  <a:lnTo>
                    <a:pt x="562429" y="42825"/>
                  </a:lnTo>
                  <a:lnTo>
                    <a:pt x="571442" y="42825"/>
                  </a:lnTo>
                  <a:lnTo>
                    <a:pt x="571442" y="30161"/>
                  </a:lnTo>
                  <a:lnTo>
                    <a:pt x="562429" y="30161"/>
                  </a:lnTo>
                  <a:lnTo>
                    <a:pt x="553416" y="25787"/>
                  </a:lnTo>
                  <a:lnTo>
                    <a:pt x="646247" y="25787"/>
                  </a:lnTo>
                  <a:lnTo>
                    <a:pt x="484915" y="0"/>
                  </a:lnTo>
                  <a:close/>
                </a:path>
                <a:path w="701040" h="73025">
                  <a:moveTo>
                    <a:pt x="536088" y="25787"/>
                  </a:moveTo>
                  <a:lnTo>
                    <a:pt x="16944" y="25787"/>
                  </a:lnTo>
                  <a:lnTo>
                    <a:pt x="8652" y="30161"/>
                  </a:lnTo>
                  <a:lnTo>
                    <a:pt x="0" y="34518"/>
                  </a:lnTo>
                  <a:lnTo>
                    <a:pt x="0" y="38450"/>
                  </a:lnTo>
                  <a:lnTo>
                    <a:pt x="8652" y="42825"/>
                  </a:lnTo>
                  <a:lnTo>
                    <a:pt x="16944" y="47200"/>
                  </a:lnTo>
                  <a:lnTo>
                    <a:pt x="530824" y="47200"/>
                  </a:lnTo>
                  <a:lnTo>
                    <a:pt x="553416" y="34518"/>
                  </a:lnTo>
                  <a:lnTo>
                    <a:pt x="536088" y="25787"/>
                  </a:lnTo>
                  <a:close/>
                </a:path>
                <a:path w="701040" h="73025">
                  <a:moveTo>
                    <a:pt x="646247" y="25787"/>
                  </a:moveTo>
                  <a:lnTo>
                    <a:pt x="553416" y="25787"/>
                  </a:lnTo>
                  <a:lnTo>
                    <a:pt x="562429" y="30161"/>
                  </a:lnTo>
                  <a:lnTo>
                    <a:pt x="571442" y="30161"/>
                  </a:lnTo>
                  <a:lnTo>
                    <a:pt x="571442" y="42825"/>
                  </a:lnTo>
                  <a:lnTo>
                    <a:pt x="562429" y="42825"/>
                  </a:lnTo>
                  <a:lnTo>
                    <a:pt x="553416" y="47200"/>
                  </a:lnTo>
                  <a:lnTo>
                    <a:pt x="629650" y="47200"/>
                  </a:lnTo>
                  <a:lnTo>
                    <a:pt x="700873" y="34518"/>
                  </a:lnTo>
                  <a:lnTo>
                    <a:pt x="646247" y="25787"/>
                  </a:lnTo>
                  <a:close/>
                </a:path>
              </a:pathLst>
            </a:custGeom>
            <a:solidFill>
              <a:srgbClr val="0000FF"/>
            </a:solidFill>
          </p:spPr>
          <p:txBody>
            <a:bodyPr wrap="square" lIns="0" tIns="0" rIns="0" bIns="0" rtlCol="0"/>
            <a:lstStyle/>
            <a:p/>
          </p:txBody>
        </p:sp>
        <p:sp>
          <p:nvSpPr>
            <p:cNvPr id="142" name="object 142" descr=""/>
            <p:cNvSpPr/>
            <p:nvPr/>
          </p:nvSpPr>
          <p:spPr>
            <a:xfrm>
              <a:off x="8676974" y="1111749"/>
              <a:ext cx="701040" cy="73025"/>
            </a:xfrm>
            <a:custGeom>
              <a:avLst/>
              <a:gdLst/>
              <a:ahLst/>
              <a:cxnLst/>
              <a:rect l="l" t="t" r="r" b="b"/>
              <a:pathLst>
                <a:path w="701040" h="73025">
                  <a:moveTo>
                    <a:pt x="16944" y="25787"/>
                  </a:moveTo>
                  <a:lnTo>
                    <a:pt x="553416" y="25787"/>
                  </a:lnTo>
                  <a:lnTo>
                    <a:pt x="562429" y="30161"/>
                  </a:lnTo>
                  <a:lnTo>
                    <a:pt x="571442" y="30161"/>
                  </a:lnTo>
                  <a:lnTo>
                    <a:pt x="571442" y="34518"/>
                  </a:lnTo>
                  <a:lnTo>
                    <a:pt x="571442" y="38450"/>
                  </a:lnTo>
                  <a:lnTo>
                    <a:pt x="571442" y="42825"/>
                  </a:lnTo>
                  <a:lnTo>
                    <a:pt x="562429" y="42825"/>
                  </a:lnTo>
                  <a:lnTo>
                    <a:pt x="553416" y="47200"/>
                  </a:lnTo>
                  <a:lnTo>
                    <a:pt x="16944" y="47200"/>
                  </a:lnTo>
                  <a:lnTo>
                    <a:pt x="8652" y="42825"/>
                  </a:lnTo>
                  <a:lnTo>
                    <a:pt x="0" y="38450"/>
                  </a:lnTo>
                  <a:lnTo>
                    <a:pt x="0" y="34518"/>
                  </a:lnTo>
                  <a:lnTo>
                    <a:pt x="8652" y="30161"/>
                  </a:lnTo>
                  <a:lnTo>
                    <a:pt x="16944" y="25787"/>
                  </a:lnTo>
                  <a:close/>
                </a:path>
                <a:path w="701040" h="73025">
                  <a:moveTo>
                    <a:pt x="553416" y="34518"/>
                  </a:moveTo>
                  <a:lnTo>
                    <a:pt x="484915" y="0"/>
                  </a:lnTo>
                  <a:lnTo>
                    <a:pt x="700873" y="34518"/>
                  </a:lnTo>
                  <a:lnTo>
                    <a:pt x="484915" y="72969"/>
                  </a:lnTo>
                  <a:lnTo>
                    <a:pt x="553416" y="34518"/>
                  </a:lnTo>
                  <a:close/>
                </a:path>
              </a:pathLst>
            </a:custGeom>
            <a:ln w="6658">
              <a:solidFill>
                <a:srgbClr val="0000FF"/>
              </a:solidFill>
            </a:ln>
          </p:spPr>
          <p:txBody>
            <a:bodyPr wrap="square" lIns="0" tIns="0" rIns="0" bIns="0" rtlCol="0"/>
            <a:lstStyle/>
            <a:p/>
          </p:txBody>
        </p:sp>
      </p:grpSp>
      <p:grpSp>
        <p:nvGrpSpPr>
          <p:cNvPr id="143" name="object 143" descr=""/>
          <p:cNvGrpSpPr/>
          <p:nvPr/>
        </p:nvGrpSpPr>
        <p:grpSpPr>
          <a:xfrm>
            <a:off x="8674772" y="1387239"/>
            <a:ext cx="706120" cy="74295"/>
            <a:chOff x="8674772" y="1387239"/>
            <a:chExt cx="706120" cy="74295"/>
          </a:xfrm>
        </p:grpSpPr>
        <p:sp>
          <p:nvSpPr>
            <p:cNvPr id="144" name="object 144" descr=""/>
            <p:cNvSpPr/>
            <p:nvPr/>
          </p:nvSpPr>
          <p:spPr>
            <a:xfrm>
              <a:off x="8676974" y="1390097"/>
              <a:ext cx="701040" cy="68580"/>
            </a:xfrm>
            <a:custGeom>
              <a:avLst/>
              <a:gdLst/>
              <a:ahLst/>
              <a:cxnLst/>
              <a:rect l="l" t="t" r="r" b="b"/>
              <a:pathLst>
                <a:path w="701040" h="68580">
                  <a:moveTo>
                    <a:pt x="484915" y="0"/>
                  </a:moveTo>
                  <a:lnTo>
                    <a:pt x="553416" y="34093"/>
                  </a:lnTo>
                  <a:lnTo>
                    <a:pt x="484915" y="68170"/>
                  </a:lnTo>
                  <a:lnTo>
                    <a:pt x="645537" y="42825"/>
                  </a:lnTo>
                  <a:lnTo>
                    <a:pt x="571442" y="42825"/>
                  </a:lnTo>
                  <a:lnTo>
                    <a:pt x="571442" y="29719"/>
                  </a:lnTo>
                  <a:lnTo>
                    <a:pt x="562429" y="25344"/>
                  </a:lnTo>
                  <a:lnTo>
                    <a:pt x="645453" y="25344"/>
                  </a:lnTo>
                  <a:lnTo>
                    <a:pt x="484915" y="0"/>
                  </a:lnTo>
                  <a:close/>
                </a:path>
                <a:path w="701040" h="68580">
                  <a:moveTo>
                    <a:pt x="535837" y="25344"/>
                  </a:moveTo>
                  <a:lnTo>
                    <a:pt x="8652" y="25344"/>
                  </a:lnTo>
                  <a:lnTo>
                    <a:pt x="8652" y="29719"/>
                  </a:lnTo>
                  <a:lnTo>
                    <a:pt x="0" y="29719"/>
                  </a:lnTo>
                  <a:lnTo>
                    <a:pt x="0" y="38450"/>
                  </a:lnTo>
                  <a:lnTo>
                    <a:pt x="8652" y="42825"/>
                  </a:lnTo>
                  <a:lnTo>
                    <a:pt x="535863" y="42825"/>
                  </a:lnTo>
                  <a:lnTo>
                    <a:pt x="553416" y="34093"/>
                  </a:lnTo>
                  <a:lnTo>
                    <a:pt x="535837" y="25344"/>
                  </a:lnTo>
                  <a:close/>
                </a:path>
                <a:path w="701040" h="68580">
                  <a:moveTo>
                    <a:pt x="645453" y="25344"/>
                  </a:moveTo>
                  <a:lnTo>
                    <a:pt x="562429" y="25344"/>
                  </a:lnTo>
                  <a:lnTo>
                    <a:pt x="571442" y="29719"/>
                  </a:lnTo>
                  <a:lnTo>
                    <a:pt x="571442" y="42825"/>
                  </a:lnTo>
                  <a:lnTo>
                    <a:pt x="645537" y="42825"/>
                  </a:lnTo>
                  <a:lnTo>
                    <a:pt x="700873" y="34093"/>
                  </a:lnTo>
                  <a:lnTo>
                    <a:pt x="645453" y="25344"/>
                  </a:lnTo>
                  <a:close/>
                </a:path>
              </a:pathLst>
            </a:custGeom>
            <a:solidFill>
              <a:srgbClr val="000080"/>
            </a:solidFill>
          </p:spPr>
          <p:txBody>
            <a:bodyPr wrap="square" lIns="0" tIns="0" rIns="0" bIns="0" rtlCol="0"/>
            <a:lstStyle/>
            <a:p/>
          </p:txBody>
        </p:sp>
        <p:sp>
          <p:nvSpPr>
            <p:cNvPr id="145" name="object 145" descr=""/>
            <p:cNvSpPr/>
            <p:nvPr/>
          </p:nvSpPr>
          <p:spPr>
            <a:xfrm>
              <a:off x="8676975" y="1390097"/>
              <a:ext cx="701040" cy="68580"/>
            </a:xfrm>
            <a:custGeom>
              <a:avLst/>
              <a:gdLst/>
              <a:ahLst/>
              <a:cxnLst/>
              <a:rect l="l" t="t" r="r" b="b"/>
              <a:pathLst>
                <a:path w="701040" h="68580">
                  <a:moveTo>
                    <a:pt x="16944" y="25344"/>
                  </a:moveTo>
                  <a:lnTo>
                    <a:pt x="553416" y="25344"/>
                  </a:lnTo>
                  <a:lnTo>
                    <a:pt x="562429" y="25344"/>
                  </a:lnTo>
                  <a:lnTo>
                    <a:pt x="571442" y="29719"/>
                  </a:lnTo>
                  <a:lnTo>
                    <a:pt x="571442" y="34093"/>
                  </a:lnTo>
                  <a:lnTo>
                    <a:pt x="571442" y="38450"/>
                  </a:lnTo>
                  <a:lnTo>
                    <a:pt x="571442" y="42825"/>
                  </a:lnTo>
                  <a:lnTo>
                    <a:pt x="562429" y="42825"/>
                  </a:lnTo>
                  <a:lnTo>
                    <a:pt x="553416" y="42825"/>
                  </a:lnTo>
                  <a:lnTo>
                    <a:pt x="16944" y="42825"/>
                  </a:lnTo>
                  <a:lnTo>
                    <a:pt x="8652" y="42825"/>
                  </a:lnTo>
                  <a:lnTo>
                    <a:pt x="0" y="38450"/>
                  </a:lnTo>
                  <a:lnTo>
                    <a:pt x="0" y="34093"/>
                  </a:lnTo>
                  <a:lnTo>
                    <a:pt x="0" y="29719"/>
                  </a:lnTo>
                  <a:lnTo>
                    <a:pt x="8652" y="29719"/>
                  </a:lnTo>
                  <a:lnTo>
                    <a:pt x="8652" y="25344"/>
                  </a:lnTo>
                  <a:lnTo>
                    <a:pt x="16944" y="25344"/>
                  </a:lnTo>
                  <a:close/>
                </a:path>
                <a:path w="701040" h="68580">
                  <a:moveTo>
                    <a:pt x="553416" y="34093"/>
                  </a:moveTo>
                  <a:lnTo>
                    <a:pt x="484915" y="0"/>
                  </a:lnTo>
                  <a:lnTo>
                    <a:pt x="700873" y="34093"/>
                  </a:lnTo>
                  <a:lnTo>
                    <a:pt x="484915" y="68170"/>
                  </a:lnTo>
                  <a:lnTo>
                    <a:pt x="553416" y="34093"/>
                  </a:lnTo>
                  <a:close/>
                </a:path>
              </a:pathLst>
            </a:custGeom>
            <a:ln w="6658">
              <a:solidFill>
                <a:srgbClr val="000080"/>
              </a:solidFill>
            </a:ln>
          </p:spPr>
          <p:txBody>
            <a:bodyPr wrap="square" lIns="0" tIns="0" rIns="0" bIns="0" rtlCol="0"/>
            <a:lstStyle/>
            <a:p/>
          </p:txBody>
        </p:sp>
      </p:grpSp>
      <p:sp>
        <p:nvSpPr>
          <p:cNvPr id="146" name="object 146" descr=""/>
          <p:cNvSpPr txBox="1"/>
          <p:nvPr/>
        </p:nvSpPr>
        <p:spPr>
          <a:xfrm>
            <a:off x="2024477" y="1036601"/>
            <a:ext cx="606425" cy="496570"/>
          </a:xfrm>
          <a:prstGeom prst="rect">
            <a:avLst/>
          </a:prstGeom>
          <a:solidFill>
            <a:srgbClr val="FFFF99"/>
          </a:solidFill>
          <a:ln w="22409">
            <a:solidFill>
              <a:srgbClr val="000000"/>
            </a:solidFill>
          </a:ln>
        </p:spPr>
        <p:txBody>
          <a:bodyPr wrap="square" lIns="0" tIns="136525" rIns="0" bIns="0" rtlCol="0" vert="horz">
            <a:spAutoFit/>
          </a:bodyPr>
          <a:lstStyle/>
          <a:p>
            <a:pPr marL="215900">
              <a:lnSpc>
                <a:spcPct val="100000"/>
              </a:lnSpc>
              <a:spcBef>
                <a:spcPts val="1075"/>
              </a:spcBef>
            </a:pPr>
            <a:r>
              <a:rPr dirty="0" sz="1450" spc="740" b="1">
                <a:latin typeface="Times New Roman"/>
                <a:cs typeface="Times New Roman"/>
              </a:rPr>
              <a:t>1</a:t>
            </a:r>
            <a:endParaRPr sz="1450">
              <a:latin typeface="Times New Roman"/>
              <a:cs typeface="Times New Roman"/>
            </a:endParaRPr>
          </a:p>
        </p:txBody>
      </p:sp>
      <p:sp>
        <p:nvSpPr>
          <p:cNvPr id="147" name="object 147" descr=""/>
          <p:cNvSpPr txBox="1"/>
          <p:nvPr/>
        </p:nvSpPr>
        <p:spPr>
          <a:xfrm>
            <a:off x="3742510" y="1159922"/>
            <a:ext cx="218440" cy="252729"/>
          </a:xfrm>
          <a:prstGeom prst="rect">
            <a:avLst/>
          </a:prstGeom>
        </p:spPr>
        <p:txBody>
          <a:bodyPr wrap="square" lIns="0" tIns="17145" rIns="0" bIns="0" rtlCol="0" vert="horz">
            <a:spAutoFit/>
          </a:bodyPr>
          <a:lstStyle/>
          <a:p>
            <a:pPr marL="12700">
              <a:lnSpc>
                <a:spcPct val="100000"/>
              </a:lnSpc>
              <a:spcBef>
                <a:spcPts val="135"/>
              </a:spcBef>
            </a:pPr>
            <a:r>
              <a:rPr dirty="0" sz="1450" spc="740" b="1">
                <a:latin typeface="Times New Roman"/>
                <a:cs typeface="Times New Roman"/>
              </a:rPr>
              <a:t>2</a:t>
            </a:r>
            <a:endParaRPr sz="1450">
              <a:latin typeface="Times New Roman"/>
              <a:cs typeface="Times New Roman"/>
            </a:endParaRPr>
          </a:p>
        </p:txBody>
      </p:sp>
      <p:sp>
        <p:nvSpPr>
          <p:cNvPr id="148" name="object 148" descr=""/>
          <p:cNvSpPr txBox="1"/>
          <p:nvPr/>
        </p:nvSpPr>
        <p:spPr>
          <a:xfrm>
            <a:off x="8082818" y="1036601"/>
            <a:ext cx="605790" cy="496570"/>
          </a:xfrm>
          <a:prstGeom prst="rect">
            <a:avLst/>
          </a:prstGeom>
          <a:solidFill>
            <a:srgbClr val="FFC5E1"/>
          </a:solidFill>
          <a:ln w="24731">
            <a:solidFill>
              <a:srgbClr val="000000"/>
            </a:solidFill>
          </a:ln>
        </p:spPr>
        <p:txBody>
          <a:bodyPr wrap="square" lIns="0" tIns="140970" rIns="0" bIns="0" rtlCol="0" vert="horz">
            <a:spAutoFit/>
          </a:bodyPr>
          <a:lstStyle/>
          <a:p>
            <a:pPr marL="259715">
              <a:lnSpc>
                <a:spcPct val="100000"/>
              </a:lnSpc>
              <a:spcBef>
                <a:spcPts val="1110"/>
              </a:spcBef>
            </a:pPr>
            <a:r>
              <a:rPr dirty="0" sz="1450" spc="740" b="1">
                <a:latin typeface="Times New Roman"/>
                <a:cs typeface="Times New Roman"/>
              </a:rPr>
              <a:t>5</a:t>
            </a:r>
            <a:endParaRPr sz="1450">
              <a:latin typeface="Times New Roman"/>
              <a:cs typeface="Times New Roman"/>
            </a:endParaRPr>
          </a:p>
        </p:txBody>
      </p:sp>
      <p:sp>
        <p:nvSpPr>
          <p:cNvPr id="149" name="object 149" descr=""/>
          <p:cNvSpPr txBox="1"/>
          <p:nvPr/>
        </p:nvSpPr>
        <p:spPr>
          <a:xfrm>
            <a:off x="5837705" y="1677821"/>
            <a:ext cx="683260" cy="221615"/>
          </a:xfrm>
          <a:prstGeom prst="rect">
            <a:avLst/>
          </a:prstGeom>
        </p:spPr>
        <p:txBody>
          <a:bodyPr wrap="square" lIns="0" tIns="17145" rIns="0" bIns="0" rtlCol="0" vert="horz">
            <a:spAutoFit/>
          </a:bodyPr>
          <a:lstStyle/>
          <a:p>
            <a:pPr marL="12700">
              <a:lnSpc>
                <a:spcPct val="100000"/>
              </a:lnSpc>
              <a:spcBef>
                <a:spcPts val="135"/>
              </a:spcBef>
            </a:pPr>
            <a:r>
              <a:rPr dirty="0" sz="1250" spc="1305" b="1">
                <a:solidFill>
                  <a:srgbClr val="000080"/>
                </a:solidFill>
                <a:latin typeface="宋体"/>
                <a:cs typeface="宋体"/>
              </a:rPr>
              <a:t>乘法</a:t>
            </a:r>
            <a:endParaRPr sz="1250">
              <a:latin typeface="宋体"/>
              <a:cs typeface="宋体"/>
            </a:endParaRPr>
          </a:p>
        </p:txBody>
      </p:sp>
      <p:sp>
        <p:nvSpPr>
          <p:cNvPr id="150" name="object 150" descr=""/>
          <p:cNvSpPr txBox="1"/>
          <p:nvPr/>
        </p:nvSpPr>
        <p:spPr>
          <a:xfrm>
            <a:off x="3345132" y="650948"/>
            <a:ext cx="683260" cy="221615"/>
          </a:xfrm>
          <a:prstGeom prst="rect">
            <a:avLst/>
          </a:prstGeom>
        </p:spPr>
        <p:txBody>
          <a:bodyPr wrap="square" lIns="0" tIns="17145" rIns="0" bIns="0" rtlCol="0" vert="horz">
            <a:spAutoFit/>
          </a:bodyPr>
          <a:lstStyle/>
          <a:p>
            <a:pPr marL="12700">
              <a:lnSpc>
                <a:spcPct val="100000"/>
              </a:lnSpc>
              <a:spcBef>
                <a:spcPts val="135"/>
              </a:spcBef>
            </a:pPr>
            <a:r>
              <a:rPr dirty="0" sz="1250" spc="1305" b="1">
                <a:solidFill>
                  <a:srgbClr val="0000FF"/>
                </a:solidFill>
                <a:latin typeface="宋体"/>
                <a:cs typeface="宋体"/>
              </a:rPr>
              <a:t>加法</a:t>
            </a:r>
            <a:endParaRPr sz="1250">
              <a:latin typeface="宋体"/>
              <a:cs typeface="宋体"/>
            </a:endParaRPr>
          </a:p>
        </p:txBody>
      </p:sp>
      <p:sp>
        <p:nvSpPr>
          <p:cNvPr id="151" name="object 151" descr=""/>
          <p:cNvSpPr txBox="1"/>
          <p:nvPr/>
        </p:nvSpPr>
        <p:spPr>
          <a:xfrm>
            <a:off x="2081432" y="1570755"/>
            <a:ext cx="464820"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52" name="object 152" descr=""/>
          <p:cNvSpPr txBox="1"/>
          <p:nvPr/>
        </p:nvSpPr>
        <p:spPr>
          <a:xfrm>
            <a:off x="3561234" y="1570756"/>
            <a:ext cx="464820"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53" name="object 153" descr=""/>
          <p:cNvSpPr txBox="1"/>
          <p:nvPr/>
        </p:nvSpPr>
        <p:spPr>
          <a:xfrm>
            <a:off x="5092846" y="787713"/>
            <a:ext cx="2058035" cy="624840"/>
          </a:xfrm>
          <a:prstGeom prst="rect">
            <a:avLst/>
          </a:prstGeom>
        </p:spPr>
        <p:txBody>
          <a:bodyPr wrap="square" lIns="0" tIns="17145" rIns="0" bIns="0" rtlCol="0" vert="horz">
            <a:spAutoFit/>
          </a:bodyPr>
          <a:lstStyle/>
          <a:p>
            <a:pPr marL="12700">
              <a:lnSpc>
                <a:spcPct val="100000"/>
              </a:lnSpc>
              <a:spcBef>
                <a:spcPts val="135"/>
              </a:spcBef>
              <a:tabLst>
                <a:tab pos="1440180" algn="l"/>
              </a:tabLst>
            </a:pPr>
            <a:r>
              <a:rPr dirty="0" sz="1250" spc="869" b="1">
                <a:latin typeface="宋体"/>
                <a:cs typeface="宋体"/>
              </a:rPr>
              <a:t>△</a:t>
            </a:r>
            <a:r>
              <a:rPr dirty="0" sz="1250" spc="869" b="1">
                <a:latin typeface="Times New Roman"/>
                <a:cs typeface="Times New Roman"/>
              </a:rPr>
              <a:t>t</a:t>
            </a:r>
            <a:r>
              <a:rPr dirty="0" sz="1250" b="1">
                <a:latin typeface="Times New Roman"/>
                <a:cs typeface="Times New Roman"/>
              </a:rPr>
              <a:t>	</a:t>
            </a:r>
            <a:r>
              <a:rPr dirty="0" sz="1250" spc="795" b="1">
                <a:solidFill>
                  <a:srgbClr val="FF6600"/>
                </a:solidFill>
                <a:latin typeface="Times New Roman"/>
                <a:cs typeface="Times New Roman"/>
              </a:rPr>
              <a:t>2</a:t>
            </a:r>
            <a:r>
              <a:rPr dirty="0" sz="1250" spc="795" b="1">
                <a:solidFill>
                  <a:srgbClr val="FF6600"/>
                </a:solidFill>
                <a:latin typeface="宋体"/>
                <a:cs typeface="宋体"/>
              </a:rPr>
              <a:t>△</a:t>
            </a:r>
            <a:r>
              <a:rPr dirty="0" sz="1250" spc="795" b="1">
                <a:solidFill>
                  <a:srgbClr val="FF6600"/>
                </a:solidFill>
                <a:latin typeface="Times New Roman"/>
                <a:cs typeface="Times New Roman"/>
              </a:rPr>
              <a:t>t</a:t>
            </a:r>
            <a:endParaRPr sz="1250">
              <a:latin typeface="Times New Roman"/>
              <a:cs typeface="Times New Roman"/>
            </a:endParaRPr>
          </a:p>
          <a:p>
            <a:pPr marL="168275">
              <a:lnSpc>
                <a:spcPct val="100000"/>
              </a:lnSpc>
              <a:spcBef>
                <a:spcPts val="1435"/>
              </a:spcBef>
              <a:tabLst>
                <a:tab pos="1700530" algn="l"/>
              </a:tabLst>
            </a:pPr>
            <a:r>
              <a:rPr dirty="0" sz="1450" spc="740" b="1">
                <a:latin typeface="Times New Roman"/>
                <a:cs typeface="Times New Roman"/>
              </a:rPr>
              <a:t>3</a:t>
            </a:r>
            <a:r>
              <a:rPr dirty="0" sz="1450" b="1">
                <a:latin typeface="Times New Roman"/>
                <a:cs typeface="Times New Roman"/>
              </a:rPr>
              <a:t>	</a:t>
            </a:r>
            <a:r>
              <a:rPr dirty="0" sz="1450" spc="740" b="1">
                <a:latin typeface="Times New Roman"/>
                <a:cs typeface="Times New Roman"/>
              </a:rPr>
              <a:t>4</a:t>
            </a:r>
            <a:endParaRPr sz="1450">
              <a:latin typeface="Times New Roman"/>
              <a:cs typeface="Times New Roman"/>
            </a:endParaRPr>
          </a:p>
        </p:txBody>
      </p:sp>
      <p:sp>
        <p:nvSpPr>
          <p:cNvPr id="154" name="object 154" descr=""/>
          <p:cNvSpPr txBox="1"/>
          <p:nvPr/>
        </p:nvSpPr>
        <p:spPr>
          <a:xfrm>
            <a:off x="8122034" y="787713"/>
            <a:ext cx="465455"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55" name="object 155" descr=""/>
          <p:cNvSpPr/>
          <p:nvPr/>
        </p:nvSpPr>
        <p:spPr>
          <a:xfrm>
            <a:off x="8905875" y="22225"/>
            <a:ext cx="1511300" cy="635000"/>
          </a:xfrm>
          <a:custGeom>
            <a:avLst/>
            <a:gdLst/>
            <a:ahLst/>
            <a:cxnLst/>
            <a:rect l="l" t="t" r="r" b="b"/>
            <a:pathLst>
              <a:path w="1511300" h="635000">
                <a:moveTo>
                  <a:pt x="1511300" y="0"/>
                </a:moveTo>
                <a:lnTo>
                  <a:pt x="0" y="0"/>
                </a:lnTo>
                <a:lnTo>
                  <a:pt x="0" y="635000"/>
                </a:lnTo>
                <a:lnTo>
                  <a:pt x="1511300" y="635000"/>
                </a:lnTo>
                <a:lnTo>
                  <a:pt x="1511300" y="0"/>
                </a:lnTo>
                <a:close/>
              </a:path>
            </a:pathLst>
          </a:custGeom>
          <a:solidFill>
            <a:srgbClr val="FFACFF"/>
          </a:solidFill>
        </p:spPr>
        <p:txBody>
          <a:bodyPr wrap="square" lIns="0" tIns="0" rIns="0" bIns="0" rtlCol="0"/>
          <a:lstStyle/>
          <a:p/>
        </p:txBody>
      </p:sp>
      <p:sp>
        <p:nvSpPr>
          <p:cNvPr id="156" name="object 156" descr=""/>
          <p:cNvSpPr txBox="1"/>
          <p:nvPr/>
        </p:nvSpPr>
        <p:spPr>
          <a:xfrm>
            <a:off x="9067798" y="24503"/>
            <a:ext cx="102235" cy="183515"/>
          </a:xfrm>
          <a:prstGeom prst="rect">
            <a:avLst/>
          </a:prstGeom>
        </p:spPr>
        <p:txBody>
          <a:bodyPr wrap="square" lIns="0" tIns="17145" rIns="0" bIns="0" rtlCol="0" vert="horz">
            <a:spAutoFit/>
          </a:bodyPr>
          <a:lstStyle/>
          <a:p>
            <a:pPr>
              <a:lnSpc>
                <a:spcPct val="100000"/>
              </a:lnSpc>
              <a:spcBef>
                <a:spcPts val="135"/>
              </a:spcBef>
            </a:pPr>
            <a:r>
              <a:rPr dirty="0" sz="1000" spc="150">
                <a:latin typeface="Times New Roman"/>
                <a:cs typeface="Times New Roman"/>
              </a:rPr>
              <a:t>4</a:t>
            </a:r>
            <a:endParaRPr sz="1000">
              <a:latin typeface="Times New Roman"/>
              <a:cs typeface="Times New Roman"/>
            </a:endParaRPr>
          </a:p>
        </p:txBody>
      </p:sp>
      <p:sp>
        <p:nvSpPr>
          <p:cNvPr id="157" name="object 157"/>
          <p:cNvSpPr txBox="1">
            <a:spLocks noGrp="1"/>
          </p:cNvSpPr>
          <p:nvPr>
            <p:ph type="title"/>
          </p:nvPr>
        </p:nvSpPr>
        <p:spPr>
          <a:xfrm>
            <a:off x="8923901" y="5082"/>
            <a:ext cx="1471295" cy="645795"/>
          </a:xfrm>
          <a:prstGeom prst="rect"/>
        </p:spPr>
        <p:txBody>
          <a:bodyPr wrap="square" lIns="0" tIns="54610" rIns="0" bIns="0" rtlCol="0" vert="horz">
            <a:spAutoFit/>
          </a:bodyPr>
          <a:lstStyle/>
          <a:p>
            <a:pPr marL="25400">
              <a:lnSpc>
                <a:spcPct val="100000"/>
              </a:lnSpc>
              <a:spcBef>
                <a:spcPts val="430"/>
              </a:spcBef>
            </a:pPr>
            <a:r>
              <a:rPr dirty="0" u="none" baseline="-8385" sz="3975" spc="855">
                <a:solidFill>
                  <a:srgbClr val="000000"/>
                </a:solidFill>
                <a:latin typeface="Symbol"/>
                <a:cs typeface="Symbol"/>
              </a:rPr>
              <a:t></a:t>
            </a:r>
            <a:r>
              <a:rPr dirty="0" u="none" sz="1750" spc="570">
                <a:solidFill>
                  <a:srgbClr val="000000"/>
                </a:solidFill>
                <a:latin typeface="Times New Roman"/>
                <a:cs typeface="Times New Roman"/>
              </a:rPr>
              <a:t>(</a:t>
            </a:r>
            <a:r>
              <a:rPr dirty="0" u="none" sz="1750" spc="-195">
                <a:solidFill>
                  <a:srgbClr val="000000"/>
                </a:solidFill>
                <a:latin typeface="Times New Roman"/>
                <a:cs typeface="Times New Roman"/>
              </a:rPr>
              <a:t> </a:t>
            </a:r>
            <a:r>
              <a:rPr dirty="0" u="none" sz="1750" spc="175" i="1">
                <a:solidFill>
                  <a:srgbClr val="000000"/>
                </a:solidFill>
                <a:latin typeface="Times New Roman"/>
                <a:cs typeface="Times New Roman"/>
              </a:rPr>
              <a:t>A</a:t>
            </a:r>
            <a:r>
              <a:rPr dirty="0" u="none" baseline="-25000" sz="1500" spc="262" i="1">
                <a:solidFill>
                  <a:srgbClr val="000000"/>
                </a:solidFill>
                <a:latin typeface="Times New Roman"/>
                <a:cs typeface="Times New Roman"/>
              </a:rPr>
              <a:t>i</a:t>
            </a:r>
            <a:r>
              <a:rPr dirty="0" u="none" baseline="-25000" sz="1500" spc="660" i="1">
                <a:solidFill>
                  <a:srgbClr val="000000"/>
                </a:solidFill>
                <a:latin typeface="Times New Roman"/>
                <a:cs typeface="Times New Roman"/>
              </a:rPr>
              <a:t> </a:t>
            </a:r>
            <a:r>
              <a:rPr dirty="0" u="none" sz="1750" spc="355">
                <a:solidFill>
                  <a:srgbClr val="000000"/>
                </a:solidFill>
                <a:latin typeface="Symbol"/>
                <a:cs typeface="Symbol"/>
              </a:rPr>
              <a:t></a:t>
            </a:r>
            <a:r>
              <a:rPr dirty="0" u="none" sz="1750" spc="30">
                <a:solidFill>
                  <a:srgbClr val="000000"/>
                </a:solidFill>
                <a:latin typeface="Times New Roman"/>
                <a:cs typeface="Times New Roman"/>
              </a:rPr>
              <a:t> </a:t>
            </a:r>
            <a:r>
              <a:rPr dirty="0" u="none" sz="1750" spc="229" i="1">
                <a:solidFill>
                  <a:srgbClr val="000000"/>
                </a:solidFill>
                <a:latin typeface="Times New Roman"/>
                <a:cs typeface="Times New Roman"/>
              </a:rPr>
              <a:t>B</a:t>
            </a:r>
            <a:r>
              <a:rPr dirty="0" u="none" baseline="-25000" sz="1500" spc="345" i="1">
                <a:solidFill>
                  <a:srgbClr val="000000"/>
                </a:solidFill>
                <a:latin typeface="Times New Roman"/>
                <a:cs typeface="Times New Roman"/>
              </a:rPr>
              <a:t>i</a:t>
            </a:r>
            <a:r>
              <a:rPr dirty="0" u="none" baseline="-25000" sz="1500" spc="202" i="1">
                <a:solidFill>
                  <a:srgbClr val="000000"/>
                </a:solidFill>
                <a:latin typeface="Times New Roman"/>
                <a:cs typeface="Times New Roman"/>
              </a:rPr>
              <a:t> </a:t>
            </a:r>
            <a:r>
              <a:rPr dirty="0" u="none" sz="1750" spc="160">
                <a:solidFill>
                  <a:srgbClr val="000000"/>
                </a:solidFill>
                <a:latin typeface="Times New Roman"/>
                <a:cs typeface="Times New Roman"/>
              </a:rPr>
              <a:t>)</a:t>
            </a:r>
            <a:endParaRPr sz="1750">
              <a:latin typeface="Times New Roman"/>
              <a:cs typeface="Times New Roman"/>
            </a:endParaRPr>
          </a:p>
          <a:p>
            <a:pPr marL="72390">
              <a:lnSpc>
                <a:spcPct val="100000"/>
              </a:lnSpc>
              <a:spcBef>
                <a:spcPts val="165"/>
              </a:spcBef>
            </a:pPr>
            <a:r>
              <a:rPr dirty="0" u="none" sz="1000" spc="110" i="1">
                <a:solidFill>
                  <a:srgbClr val="000000"/>
                </a:solidFill>
                <a:latin typeface="Times New Roman"/>
                <a:cs typeface="Times New Roman"/>
              </a:rPr>
              <a:t>i</a:t>
            </a:r>
            <a:r>
              <a:rPr dirty="0" u="none" sz="1000" spc="-145" i="1">
                <a:solidFill>
                  <a:srgbClr val="000000"/>
                </a:solidFill>
                <a:latin typeface="Times New Roman"/>
                <a:cs typeface="Times New Roman"/>
              </a:rPr>
              <a:t> </a:t>
            </a:r>
            <a:r>
              <a:rPr dirty="0" u="none" sz="1000" spc="125">
                <a:solidFill>
                  <a:srgbClr val="000000"/>
                </a:solidFill>
                <a:latin typeface="Symbol"/>
                <a:cs typeface="Symbol"/>
              </a:rPr>
              <a:t></a:t>
            </a:r>
            <a:r>
              <a:rPr dirty="0" u="none" sz="1000" spc="125">
                <a:solidFill>
                  <a:srgbClr val="000000"/>
                </a:solidFill>
                <a:latin typeface="Times New Roman"/>
                <a:cs typeface="Times New Roman"/>
              </a:rPr>
              <a:t>1</a:t>
            </a:r>
            <a:endParaRPr sz="1000">
              <a:latin typeface="Times New Roman"/>
              <a:cs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69/154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1614550" y="1946275"/>
            <a:ext cx="8963025" cy="3816350"/>
            <a:chOff x="1614550" y="1946275"/>
            <a:chExt cx="8963025" cy="3816350"/>
          </a:xfrm>
        </p:grpSpPr>
        <p:sp>
          <p:nvSpPr>
            <p:cNvPr id="10" name="object 10" descr=""/>
            <p:cNvSpPr/>
            <p:nvPr/>
          </p:nvSpPr>
          <p:spPr>
            <a:xfrm>
              <a:off x="1614550" y="1946275"/>
              <a:ext cx="8963025" cy="3816350"/>
            </a:xfrm>
            <a:custGeom>
              <a:avLst/>
              <a:gdLst/>
              <a:ahLst/>
              <a:cxnLst/>
              <a:rect l="l" t="t" r="r" b="b"/>
              <a:pathLst>
                <a:path w="8963025" h="3816350">
                  <a:moveTo>
                    <a:pt x="8963025" y="0"/>
                  </a:moveTo>
                  <a:lnTo>
                    <a:pt x="0" y="0"/>
                  </a:lnTo>
                  <a:lnTo>
                    <a:pt x="0" y="3816350"/>
                  </a:lnTo>
                  <a:lnTo>
                    <a:pt x="8963025" y="3816350"/>
                  </a:lnTo>
                  <a:lnTo>
                    <a:pt x="8963025" y="0"/>
                  </a:lnTo>
                  <a:close/>
                </a:path>
              </a:pathLst>
            </a:custGeom>
            <a:solidFill>
              <a:srgbClr val="D0D2EA"/>
            </a:solidFill>
          </p:spPr>
          <p:txBody>
            <a:bodyPr wrap="square" lIns="0" tIns="0" rIns="0" bIns="0" rtlCol="0"/>
            <a:lstStyle/>
            <a:p/>
          </p:txBody>
        </p:sp>
        <p:pic>
          <p:nvPicPr>
            <p:cNvPr id="11" name="object 11" descr=""/>
            <p:cNvPicPr/>
            <p:nvPr/>
          </p:nvPicPr>
          <p:blipFill>
            <a:blip r:embed="rId2" cstate="print"/>
            <a:stretch>
              <a:fillRect/>
            </a:stretch>
          </p:blipFill>
          <p:spPr>
            <a:xfrm>
              <a:off x="5341247" y="3379150"/>
              <a:ext cx="432624" cy="447759"/>
            </a:xfrm>
            <a:prstGeom prst="rect">
              <a:avLst/>
            </a:prstGeom>
          </p:spPr>
        </p:pic>
        <p:sp>
          <p:nvSpPr>
            <p:cNvPr id="12" name="object 12" descr=""/>
            <p:cNvSpPr/>
            <p:nvPr/>
          </p:nvSpPr>
          <p:spPr>
            <a:xfrm>
              <a:off x="5341247" y="3379150"/>
              <a:ext cx="433070" cy="448309"/>
            </a:xfrm>
            <a:custGeom>
              <a:avLst/>
              <a:gdLst/>
              <a:ahLst/>
              <a:cxnLst/>
              <a:rect l="l" t="t" r="r" b="b"/>
              <a:pathLst>
                <a:path w="433070" h="448310">
                  <a:moveTo>
                    <a:pt x="0" y="447759"/>
                  </a:moveTo>
                  <a:lnTo>
                    <a:pt x="432624" y="447759"/>
                  </a:lnTo>
                  <a:lnTo>
                    <a:pt x="432624" y="0"/>
                  </a:lnTo>
                  <a:lnTo>
                    <a:pt x="0" y="0"/>
                  </a:lnTo>
                  <a:lnTo>
                    <a:pt x="0" y="447759"/>
                  </a:lnTo>
                  <a:close/>
                </a:path>
              </a:pathLst>
            </a:custGeom>
            <a:ln w="17769">
              <a:solidFill>
                <a:srgbClr val="000000"/>
              </a:solidFill>
            </a:ln>
          </p:spPr>
          <p:txBody>
            <a:bodyPr wrap="square" lIns="0" tIns="0" rIns="0" bIns="0" rtlCol="0"/>
            <a:lstStyle/>
            <a:p/>
          </p:txBody>
        </p:sp>
        <p:pic>
          <p:nvPicPr>
            <p:cNvPr id="13" name="object 13" descr=""/>
            <p:cNvPicPr/>
            <p:nvPr/>
          </p:nvPicPr>
          <p:blipFill>
            <a:blip r:embed="rId3" cstate="print"/>
            <a:stretch>
              <a:fillRect/>
            </a:stretch>
          </p:blipFill>
          <p:spPr>
            <a:xfrm>
              <a:off x="4023348" y="4252286"/>
              <a:ext cx="452022" cy="425376"/>
            </a:xfrm>
            <a:prstGeom prst="rect">
              <a:avLst/>
            </a:prstGeom>
          </p:spPr>
        </p:pic>
        <p:sp>
          <p:nvSpPr>
            <p:cNvPr id="14" name="object 14" descr=""/>
            <p:cNvSpPr/>
            <p:nvPr/>
          </p:nvSpPr>
          <p:spPr>
            <a:xfrm>
              <a:off x="4023348" y="4252286"/>
              <a:ext cx="452120" cy="425450"/>
            </a:xfrm>
            <a:custGeom>
              <a:avLst/>
              <a:gdLst/>
              <a:ahLst/>
              <a:cxnLst/>
              <a:rect l="l" t="t" r="r" b="b"/>
              <a:pathLst>
                <a:path w="452120" h="425450">
                  <a:moveTo>
                    <a:pt x="0" y="425376"/>
                  </a:moveTo>
                  <a:lnTo>
                    <a:pt x="452022" y="425376"/>
                  </a:lnTo>
                  <a:lnTo>
                    <a:pt x="452022" y="0"/>
                  </a:lnTo>
                  <a:lnTo>
                    <a:pt x="0" y="0"/>
                  </a:lnTo>
                  <a:lnTo>
                    <a:pt x="0" y="425376"/>
                  </a:lnTo>
                  <a:close/>
                </a:path>
              </a:pathLst>
            </a:custGeom>
            <a:ln w="17672">
              <a:solidFill>
                <a:srgbClr val="000000"/>
              </a:solidFill>
            </a:ln>
          </p:spPr>
          <p:txBody>
            <a:bodyPr wrap="square" lIns="0" tIns="0" rIns="0" bIns="0" rtlCol="0"/>
            <a:lstStyle/>
            <a:p/>
          </p:txBody>
        </p:sp>
        <p:sp>
          <p:nvSpPr>
            <p:cNvPr id="15" name="object 15" descr=""/>
            <p:cNvSpPr/>
            <p:nvPr/>
          </p:nvSpPr>
          <p:spPr>
            <a:xfrm>
              <a:off x="2712498" y="3844151"/>
              <a:ext cx="1763395" cy="419734"/>
            </a:xfrm>
            <a:custGeom>
              <a:avLst/>
              <a:gdLst/>
              <a:ahLst/>
              <a:cxnLst/>
              <a:rect l="l" t="t" r="r" b="b"/>
              <a:pathLst>
                <a:path w="1763395" h="419735">
                  <a:moveTo>
                    <a:pt x="1762872" y="0"/>
                  </a:moveTo>
                  <a:lnTo>
                    <a:pt x="0" y="0"/>
                  </a:lnTo>
                  <a:lnTo>
                    <a:pt x="0" y="419629"/>
                  </a:lnTo>
                  <a:lnTo>
                    <a:pt x="1762872" y="419629"/>
                  </a:lnTo>
                  <a:lnTo>
                    <a:pt x="1762872" y="0"/>
                  </a:lnTo>
                  <a:close/>
                </a:path>
              </a:pathLst>
            </a:custGeom>
            <a:solidFill>
              <a:srgbClr val="EAEAEA"/>
            </a:solidFill>
          </p:spPr>
          <p:txBody>
            <a:bodyPr wrap="square" lIns="0" tIns="0" rIns="0" bIns="0" rtlCol="0"/>
            <a:lstStyle/>
            <a:p/>
          </p:txBody>
        </p:sp>
        <p:sp>
          <p:nvSpPr>
            <p:cNvPr id="16" name="object 16" descr=""/>
            <p:cNvSpPr/>
            <p:nvPr/>
          </p:nvSpPr>
          <p:spPr>
            <a:xfrm>
              <a:off x="2712498" y="3844151"/>
              <a:ext cx="1763395" cy="419734"/>
            </a:xfrm>
            <a:custGeom>
              <a:avLst/>
              <a:gdLst/>
              <a:ahLst/>
              <a:cxnLst/>
              <a:rect l="l" t="t" r="r" b="b"/>
              <a:pathLst>
                <a:path w="1763395" h="419735">
                  <a:moveTo>
                    <a:pt x="0" y="419629"/>
                  </a:moveTo>
                  <a:lnTo>
                    <a:pt x="1762872" y="419629"/>
                  </a:lnTo>
                  <a:lnTo>
                    <a:pt x="1762872" y="0"/>
                  </a:lnTo>
                  <a:lnTo>
                    <a:pt x="0" y="0"/>
                  </a:lnTo>
                  <a:lnTo>
                    <a:pt x="0" y="419629"/>
                  </a:lnTo>
                  <a:close/>
                </a:path>
              </a:pathLst>
            </a:custGeom>
            <a:ln w="16823">
              <a:solidFill>
                <a:srgbClr val="000000"/>
              </a:solidFill>
            </a:ln>
          </p:spPr>
          <p:txBody>
            <a:bodyPr wrap="square" lIns="0" tIns="0" rIns="0" bIns="0" rtlCol="0"/>
            <a:lstStyle/>
            <a:p/>
          </p:txBody>
        </p:sp>
        <p:sp>
          <p:nvSpPr>
            <p:cNvPr id="17" name="object 17" descr=""/>
            <p:cNvSpPr/>
            <p:nvPr/>
          </p:nvSpPr>
          <p:spPr>
            <a:xfrm>
              <a:off x="2273399" y="4252286"/>
              <a:ext cx="1763395" cy="420370"/>
            </a:xfrm>
            <a:custGeom>
              <a:avLst/>
              <a:gdLst/>
              <a:ahLst/>
              <a:cxnLst/>
              <a:rect l="l" t="t" r="r" b="b"/>
              <a:pathLst>
                <a:path w="1763395" h="420370">
                  <a:moveTo>
                    <a:pt x="1762872" y="0"/>
                  </a:moveTo>
                  <a:lnTo>
                    <a:pt x="0" y="0"/>
                  </a:lnTo>
                  <a:lnTo>
                    <a:pt x="0" y="420210"/>
                  </a:lnTo>
                  <a:lnTo>
                    <a:pt x="1762872" y="420210"/>
                  </a:lnTo>
                  <a:lnTo>
                    <a:pt x="1762872" y="0"/>
                  </a:lnTo>
                  <a:close/>
                </a:path>
              </a:pathLst>
            </a:custGeom>
            <a:solidFill>
              <a:srgbClr val="EAEAEA"/>
            </a:solidFill>
          </p:spPr>
          <p:txBody>
            <a:bodyPr wrap="square" lIns="0" tIns="0" rIns="0" bIns="0" rtlCol="0"/>
            <a:lstStyle/>
            <a:p/>
          </p:txBody>
        </p:sp>
        <p:sp>
          <p:nvSpPr>
            <p:cNvPr id="18" name="object 18" descr=""/>
            <p:cNvSpPr/>
            <p:nvPr/>
          </p:nvSpPr>
          <p:spPr>
            <a:xfrm>
              <a:off x="2273399" y="4252286"/>
              <a:ext cx="1763395" cy="420370"/>
            </a:xfrm>
            <a:custGeom>
              <a:avLst/>
              <a:gdLst/>
              <a:ahLst/>
              <a:cxnLst/>
              <a:rect l="l" t="t" r="r" b="b"/>
              <a:pathLst>
                <a:path w="1763395" h="420370">
                  <a:moveTo>
                    <a:pt x="0" y="420210"/>
                  </a:moveTo>
                  <a:lnTo>
                    <a:pt x="1762872" y="420210"/>
                  </a:lnTo>
                  <a:lnTo>
                    <a:pt x="1762872" y="0"/>
                  </a:lnTo>
                  <a:lnTo>
                    <a:pt x="0" y="0"/>
                  </a:lnTo>
                  <a:lnTo>
                    <a:pt x="0" y="420210"/>
                  </a:lnTo>
                  <a:close/>
                </a:path>
              </a:pathLst>
            </a:custGeom>
            <a:ln w="16823">
              <a:solidFill>
                <a:srgbClr val="000000"/>
              </a:solidFill>
            </a:ln>
          </p:spPr>
          <p:txBody>
            <a:bodyPr wrap="square" lIns="0" tIns="0" rIns="0" bIns="0" rtlCol="0"/>
            <a:lstStyle/>
            <a:p/>
          </p:txBody>
        </p:sp>
        <p:sp>
          <p:nvSpPr>
            <p:cNvPr id="19" name="object 19" descr=""/>
            <p:cNvSpPr/>
            <p:nvPr/>
          </p:nvSpPr>
          <p:spPr>
            <a:xfrm>
              <a:off x="2277289" y="4636339"/>
              <a:ext cx="8024495" cy="90170"/>
            </a:xfrm>
            <a:custGeom>
              <a:avLst/>
              <a:gdLst/>
              <a:ahLst/>
              <a:cxnLst/>
              <a:rect l="l" t="t" r="r" b="b"/>
              <a:pathLst>
                <a:path w="8024495" h="90170">
                  <a:moveTo>
                    <a:pt x="7866926" y="0"/>
                  </a:moveTo>
                  <a:lnTo>
                    <a:pt x="7917313" y="44766"/>
                  </a:lnTo>
                  <a:lnTo>
                    <a:pt x="7866926" y="89556"/>
                  </a:lnTo>
                  <a:lnTo>
                    <a:pt x="7983760" y="56260"/>
                  </a:lnTo>
                  <a:lnTo>
                    <a:pt x="7923840" y="56260"/>
                  </a:lnTo>
                  <a:lnTo>
                    <a:pt x="7929584" y="50513"/>
                  </a:lnTo>
                  <a:lnTo>
                    <a:pt x="7936111" y="44766"/>
                  </a:lnTo>
                  <a:lnTo>
                    <a:pt x="7929584" y="39601"/>
                  </a:lnTo>
                  <a:lnTo>
                    <a:pt x="7929584" y="33854"/>
                  </a:lnTo>
                  <a:lnTo>
                    <a:pt x="7985781" y="33854"/>
                  </a:lnTo>
                  <a:lnTo>
                    <a:pt x="7866926" y="0"/>
                  </a:lnTo>
                  <a:close/>
                </a:path>
                <a:path w="8024495" h="90170">
                  <a:moveTo>
                    <a:pt x="7905031" y="33854"/>
                  </a:moveTo>
                  <a:lnTo>
                    <a:pt x="0" y="33854"/>
                  </a:lnTo>
                  <a:lnTo>
                    <a:pt x="0" y="50513"/>
                  </a:lnTo>
                  <a:lnTo>
                    <a:pt x="5821" y="56260"/>
                  </a:lnTo>
                  <a:lnTo>
                    <a:pt x="7904383" y="56260"/>
                  </a:lnTo>
                  <a:lnTo>
                    <a:pt x="7917313" y="44766"/>
                  </a:lnTo>
                  <a:lnTo>
                    <a:pt x="7905031" y="33854"/>
                  </a:lnTo>
                  <a:close/>
                </a:path>
                <a:path w="8024495" h="90170">
                  <a:moveTo>
                    <a:pt x="7985781" y="33854"/>
                  </a:moveTo>
                  <a:lnTo>
                    <a:pt x="7929584" y="33854"/>
                  </a:lnTo>
                  <a:lnTo>
                    <a:pt x="7929584" y="39601"/>
                  </a:lnTo>
                  <a:lnTo>
                    <a:pt x="7936111" y="44766"/>
                  </a:lnTo>
                  <a:lnTo>
                    <a:pt x="7929584" y="50513"/>
                  </a:lnTo>
                  <a:lnTo>
                    <a:pt x="7923840" y="56260"/>
                  </a:lnTo>
                  <a:lnTo>
                    <a:pt x="7983760" y="56260"/>
                  </a:lnTo>
                  <a:lnTo>
                    <a:pt x="8024092" y="44766"/>
                  </a:lnTo>
                  <a:lnTo>
                    <a:pt x="7985781" y="33854"/>
                  </a:lnTo>
                  <a:close/>
                </a:path>
              </a:pathLst>
            </a:custGeom>
            <a:solidFill>
              <a:srgbClr val="000000"/>
            </a:solidFill>
          </p:spPr>
          <p:txBody>
            <a:bodyPr wrap="square" lIns="0" tIns="0" rIns="0" bIns="0" rtlCol="0"/>
            <a:lstStyle/>
            <a:p/>
          </p:txBody>
        </p:sp>
        <p:sp>
          <p:nvSpPr>
            <p:cNvPr id="20" name="object 20" descr=""/>
            <p:cNvSpPr/>
            <p:nvPr/>
          </p:nvSpPr>
          <p:spPr>
            <a:xfrm>
              <a:off x="2277289" y="4636339"/>
              <a:ext cx="8024495" cy="90170"/>
            </a:xfrm>
            <a:custGeom>
              <a:avLst/>
              <a:gdLst/>
              <a:ahLst/>
              <a:cxnLst/>
              <a:rect l="l" t="t" r="r" b="b"/>
              <a:pathLst>
                <a:path w="8024495" h="90170">
                  <a:moveTo>
                    <a:pt x="12270" y="33854"/>
                  </a:moveTo>
                  <a:lnTo>
                    <a:pt x="7917313" y="33854"/>
                  </a:lnTo>
                  <a:lnTo>
                    <a:pt x="7923840" y="33854"/>
                  </a:lnTo>
                  <a:lnTo>
                    <a:pt x="7929584" y="33854"/>
                  </a:lnTo>
                  <a:lnTo>
                    <a:pt x="7929584" y="39601"/>
                  </a:lnTo>
                  <a:lnTo>
                    <a:pt x="7936110" y="44766"/>
                  </a:lnTo>
                  <a:lnTo>
                    <a:pt x="7929584" y="50513"/>
                  </a:lnTo>
                  <a:lnTo>
                    <a:pt x="7923840" y="56260"/>
                  </a:lnTo>
                  <a:lnTo>
                    <a:pt x="7917313" y="56260"/>
                  </a:lnTo>
                  <a:lnTo>
                    <a:pt x="12270" y="56260"/>
                  </a:lnTo>
                  <a:lnTo>
                    <a:pt x="5821" y="56260"/>
                  </a:lnTo>
                  <a:lnTo>
                    <a:pt x="0" y="50513"/>
                  </a:lnTo>
                  <a:lnTo>
                    <a:pt x="0" y="44766"/>
                  </a:lnTo>
                  <a:lnTo>
                    <a:pt x="0" y="39601"/>
                  </a:lnTo>
                  <a:lnTo>
                    <a:pt x="0" y="33854"/>
                  </a:lnTo>
                  <a:lnTo>
                    <a:pt x="5821" y="33854"/>
                  </a:lnTo>
                  <a:lnTo>
                    <a:pt x="12270" y="33854"/>
                  </a:lnTo>
                  <a:close/>
                </a:path>
                <a:path w="8024495" h="90170">
                  <a:moveTo>
                    <a:pt x="7917313" y="44766"/>
                  </a:moveTo>
                  <a:lnTo>
                    <a:pt x="7866926" y="0"/>
                  </a:lnTo>
                  <a:lnTo>
                    <a:pt x="8024092" y="44766"/>
                  </a:lnTo>
                  <a:lnTo>
                    <a:pt x="7866926" y="89556"/>
                  </a:lnTo>
                  <a:lnTo>
                    <a:pt x="7917313" y="44766"/>
                  </a:lnTo>
                  <a:close/>
                </a:path>
              </a:pathLst>
            </a:custGeom>
            <a:ln w="6115">
              <a:solidFill>
                <a:srgbClr val="000000"/>
              </a:solidFill>
            </a:ln>
          </p:spPr>
          <p:txBody>
            <a:bodyPr wrap="square" lIns="0" tIns="0" rIns="0" bIns="0" rtlCol="0"/>
            <a:lstStyle/>
            <a:p/>
          </p:txBody>
        </p:sp>
        <p:sp>
          <p:nvSpPr>
            <p:cNvPr id="21" name="object 21" descr=""/>
            <p:cNvSpPr/>
            <p:nvPr/>
          </p:nvSpPr>
          <p:spPr>
            <a:xfrm>
              <a:off x="2233298" y="2297166"/>
              <a:ext cx="107314" cy="2395855"/>
            </a:xfrm>
            <a:custGeom>
              <a:avLst/>
              <a:gdLst/>
              <a:ahLst/>
              <a:cxnLst/>
              <a:rect l="l" t="t" r="r" b="b"/>
              <a:pathLst>
                <a:path w="107314" h="2395854">
                  <a:moveTo>
                    <a:pt x="56261" y="89347"/>
                  </a:moveTo>
                  <a:lnTo>
                    <a:pt x="43990" y="100257"/>
                  </a:lnTo>
                  <a:lnTo>
                    <a:pt x="43990" y="2389686"/>
                  </a:lnTo>
                  <a:lnTo>
                    <a:pt x="49812" y="2395433"/>
                  </a:lnTo>
                  <a:lnTo>
                    <a:pt x="56261" y="2395433"/>
                  </a:lnTo>
                  <a:lnTo>
                    <a:pt x="62736" y="2389686"/>
                  </a:lnTo>
                  <a:lnTo>
                    <a:pt x="68557" y="2389686"/>
                  </a:lnTo>
                  <a:lnTo>
                    <a:pt x="68557" y="101542"/>
                  </a:lnTo>
                  <a:lnTo>
                    <a:pt x="56261" y="89347"/>
                  </a:lnTo>
                  <a:close/>
                </a:path>
                <a:path w="107314" h="2395854">
                  <a:moveTo>
                    <a:pt x="56261" y="0"/>
                  </a:moveTo>
                  <a:lnTo>
                    <a:pt x="0" y="139372"/>
                  </a:lnTo>
                  <a:lnTo>
                    <a:pt x="43990" y="100257"/>
                  </a:lnTo>
                  <a:lnTo>
                    <a:pt x="43990" y="83762"/>
                  </a:lnTo>
                  <a:lnTo>
                    <a:pt x="49812" y="77946"/>
                  </a:lnTo>
                  <a:lnTo>
                    <a:pt x="84470" y="77946"/>
                  </a:lnTo>
                  <a:lnTo>
                    <a:pt x="56261" y="0"/>
                  </a:lnTo>
                  <a:close/>
                </a:path>
                <a:path w="107314" h="2395854">
                  <a:moveTo>
                    <a:pt x="84470" y="77946"/>
                  </a:moveTo>
                  <a:lnTo>
                    <a:pt x="56261" y="77946"/>
                  </a:lnTo>
                  <a:lnTo>
                    <a:pt x="62735" y="83762"/>
                  </a:lnTo>
                  <a:lnTo>
                    <a:pt x="68557" y="83762"/>
                  </a:lnTo>
                  <a:lnTo>
                    <a:pt x="68557" y="101542"/>
                  </a:lnTo>
                  <a:lnTo>
                    <a:pt x="106700" y="139372"/>
                  </a:lnTo>
                  <a:lnTo>
                    <a:pt x="84470" y="77946"/>
                  </a:lnTo>
                  <a:close/>
                </a:path>
                <a:path w="107314" h="2395854">
                  <a:moveTo>
                    <a:pt x="68557" y="89347"/>
                  </a:moveTo>
                  <a:lnTo>
                    <a:pt x="56261" y="89347"/>
                  </a:lnTo>
                  <a:lnTo>
                    <a:pt x="68557" y="101542"/>
                  </a:lnTo>
                  <a:lnTo>
                    <a:pt x="68557" y="89347"/>
                  </a:lnTo>
                  <a:close/>
                </a:path>
                <a:path w="107314" h="2395854">
                  <a:moveTo>
                    <a:pt x="56261" y="77946"/>
                  </a:moveTo>
                  <a:lnTo>
                    <a:pt x="49812" y="77946"/>
                  </a:lnTo>
                  <a:lnTo>
                    <a:pt x="43990" y="83762"/>
                  </a:lnTo>
                  <a:lnTo>
                    <a:pt x="43990" y="100257"/>
                  </a:lnTo>
                  <a:lnTo>
                    <a:pt x="56261" y="89347"/>
                  </a:lnTo>
                  <a:lnTo>
                    <a:pt x="68557" y="89347"/>
                  </a:lnTo>
                  <a:lnTo>
                    <a:pt x="68557" y="83762"/>
                  </a:lnTo>
                  <a:lnTo>
                    <a:pt x="62735" y="83762"/>
                  </a:lnTo>
                  <a:lnTo>
                    <a:pt x="56261" y="77946"/>
                  </a:lnTo>
                  <a:close/>
                </a:path>
              </a:pathLst>
            </a:custGeom>
            <a:solidFill>
              <a:srgbClr val="000000"/>
            </a:solidFill>
          </p:spPr>
          <p:txBody>
            <a:bodyPr wrap="square" lIns="0" tIns="0" rIns="0" bIns="0" rtlCol="0"/>
            <a:lstStyle/>
            <a:p/>
          </p:txBody>
        </p:sp>
        <p:sp>
          <p:nvSpPr>
            <p:cNvPr id="22" name="object 22" descr=""/>
            <p:cNvSpPr/>
            <p:nvPr/>
          </p:nvSpPr>
          <p:spPr>
            <a:xfrm>
              <a:off x="2233298" y="2297166"/>
              <a:ext cx="107314" cy="2395855"/>
            </a:xfrm>
            <a:custGeom>
              <a:avLst/>
              <a:gdLst/>
              <a:ahLst/>
              <a:cxnLst/>
              <a:rect l="l" t="t" r="r" b="b"/>
              <a:pathLst>
                <a:path w="107314" h="2395854">
                  <a:moveTo>
                    <a:pt x="43990" y="2383939"/>
                  </a:moveTo>
                  <a:lnTo>
                    <a:pt x="43990" y="89347"/>
                  </a:lnTo>
                  <a:lnTo>
                    <a:pt x="43990" y="83762"/>
                  </a:lnTo>
                  <a:lnTo>
                    <a:pt x="49812" y="77946"/>
                  </a:lnTo>
                  <a:lnTo>
                    <a:pt x="56261" y="77946"/>
                  </a:lnTo>
                  <a:lnTo>
                    <a:pt x="62735" y="83762"/>
                  </a:lnTo>
                  <a:lnTo>
                    <a:pt x="68557" y="83762"/>
                  </a:lnTo>
                  <a:lnTo>
                    <a:pt x="68557" y="89347"/>
                  </a:lnTo>
                  <a:lnTo>
                    <a:pt x="68557" y="2383939"/>
                  </a:lnTo>
                  <a:lnTo>
                    <a:pt x="68557" y="2389686"/>
                  </a:lnTo>
                  <a:lnTo>
                    <a:pt x="62736" y="2389686"/>
                  </a:lnTo>
                  <a:lnTo>
                    <a:pt x="56261" y="2395433"/>
                  </a:lnTo>
                  <a:lnTo>
                    <a:pt x="49812" y="2395433"/>
                  </a:lnTo>
                  <a:lnTo>
                    <a:pt x="43990" y="2389686"/>
                  </a:lnTo>
                  <a:lnTo>
                    <a:pt x="43990" y="2383939"/>
                  </a:lnTo>
                  <a:close/>
                </a:path>
                <a:path w="107314" h="2395854">
                  <a:moveTo>
                    <a:pt x="56261" y="89347"/>
                  </a:moveTo>
                  <a:lnTo>
                    <a:pt x="0" y="139372"/>
                  </a:lnTo>
                  <a:lnTo>
                    <a:pt x="56261" y="0"/>
                  </a:lnTo>
                  <a:lnTo>
                    <a:pt x="106700" y="139372"/>
                  </a:lnTo>
                  <a:lnTo>
                    <a:pt x="56261" y="89347"/>
                  </a:lnTo>
                  <a:close/>
                </a:path>
              </a:pathLst>
            </a:custGeom>
            <a:ln w="6115">
              <a:solidFill>
                <a:srgbClr val="000000"/>
              </a:solidFill>
            </a:ln>
          </p:spPr>
          <p:txBody>
            <a:bodyPr wrap="square" lIns="0" tIns="0" rIns="0" bIns="0" rtlCol="0"/>
            <a:lstStyle/>
            <a:p/>
          </p:txBody>
        </p:sp>
      </p:grpSp>
      <p:sp>
        <p:nvSpPr>
          <p:cNvPr id="23" name="object 23" descr=""/>
          <p:cNvSpPr txBox="1"/>
          <p:nvPr/>
        </p:nvSpPr>
        <p:spPr>
          <a:xfrm>
            <a:off x="9764185" y="4815088"/>
            <a:ext cx="502920" cy="282575"/>
          </a:xfrm>
          <a:prstGeom prst="rect">
            <a:avLst/>
          </a:prstGeom>
        </p:spPr>
        <p:txBody>
          <a:bodyPr wrap="square" lIns="0" tIns="16510" rIns="0" bIns="0" rtlCol="0" vert="horz">
            <a:spAutoFit/>
          </a:bodyPr>
          <a:lstStyle/>
          <a:p>
            <a:pPr marL="12700">
              <a:lnSpc>
                <a:spcPct val="100000"/>
              </a:lnSpc>
              <a:spcBef>
                <a:spcPts val="130"/>
              </a:spcBef>
            </a:pPr>
            <a:r>
              <a:rPr dirty="0" sz="1650" spc="190">
                <a:latin typeface="宋体"/>
                <a:cs typeface="宋体"/>
              </a:rPr>
              <a:t>时间</a:t>
            </a:r>
            <a:endParaRPr sz="1650">
              <a:latin typeface="宋体"/>
              <a:cs typeface="宋体"/>
            </a:endParaRPr>
          </a:p>
        </p:txBody>
      </p:sp>
      <p:sp>
        <p:nvSpPr>
          <p:cNvPr id="24" name="object 24" descr=""/>
          <p:cNvSpPr txBox="1"/>
          <p:nvPr/>
        </p:nvSpPr>
        <p:spPr>
          <a:xfrm>
            <a:off x="1859105" y="2134162"/>
            <a:ext cx="265430" cy="282575"/>
          </a:xfrm>
          <a:prstGeom prst="rect">
            <a:avLst/>
          </a:prstGeom>
        </p:spPr>
        <p:txBody>
          <a:bodyPr wrap="square" lIns="0" tIns="16510" rIns="0" bIns="0" rtlCol="0" vert="horz">
            <a:spAutoFit/>
          </a:bodyPr>
          <a:lstStyle/>
          <a:p>
            <a:pPr marL="12700">
              <a:lnSpc>
                <a:spcPct val="100000"/>
              </a:lnSpc>
              <a:spcBef>
                <a:spcPts val="130"/>
              </a:spcBef>
            </a:pPr>
            <a:r>
              <a:rPr dirty="0" sz="1650" spc="180">
                <a:latin typeface="宋体"/>
                <a:cs typeface="宋体"/>
              </a:rPr>
              <a:t>段</a:t>
            </a:r>
            <a:endParaRPr sz="1650">
              <a:latin typeface="宋体"/>
              <a:cs typeface="宋体"/>
            </a:endParaRPr>
          </a:p>
        </p:txBody>
      </p:sp>
      <p:sp>
        <p:nvSpPr>
          <p:cNvPr id="25" name="object 25" descr=""/>
          <p:cNvSpPr txBox="1"/>
          <p:nvPr/>
        </p:nvSpPr>
        <p:spPr>
          <a:xfrm>
            <a:off x="2022078" y="3908657"/>
            <a:ext cx="145415" cy="718820"/>
          </a:xfrm>
          <a:prstGeom prst="rect">
            <a:avLst/>
          </a:prstGeom>
        </p:spPr>
        <p:txBody>
          <a:bodyPr wrap="square" lIns="0" tIns="16510" rIns="0" bIns="0" rtlCol="0" vert="horz">
            <a:spAutoFit/>
          </a:bodyPr>
          <a:lstStyle/>
          <a:p>
            <a:pPr marL="12700">
              <a:lnSpc>
                <a:spcPct val="100000"/>
              </a:lnSpc>
              <a:spcBef>
                <a:spcPts val="130"/>
              </a:spcBef>
            </a:pPr>
            <a:r>
              <a:rPr dirty="0" sz="1650" spc="65">
                <a:latin typeface="Times New Roman"/>
                <a:cs typeface="Times New Roman"/>
              </a:rPr>
              <a:t>2</a:t>
            </a:r>
            <a:endParaRPr sz="1650">
              <a:latin typeface="Times New Roman"/>
              <a:cs typeface="Times New Roman"/>
            </a:endParaRPr>
          </a:p>
          <a:p>
            <a:pPr marL="12700">
              <a:lnSpc>
                <a:spcPct val="100000"/>
              </a:lnSpc>
              <a:spcBef>
                <a:spcPts val="1455"/>
              </a:spcBef>
            </a:pPr>
            <a:r>
              <a:rPr dirty="0" sz="1650" spc="65">
                <a:latin typeface="Times New Roman"/>
                <a:cs typeface="Times New Roman"/>
              </a:rPr>
              <a:t>1</a:t>
            </a:r>
            <a:endParaRPr sz="1650">
              <a:latin typeface="Times New Roman"/>
              <a:cs typeface="Times New Roman"/>
            </a:endParaRPr>
          </a:p>
        </p:txBody>
      </p:sp>
      <p:sp>
        <p:nvSpPr>
          <p:cNvPr id="26" name="object 26" descr=""/>
          <p:cNvSpPr txBox="1"/>
          <p:nvPr/>
        </p:nvSpPr>
        <p:spPr>
          <a:xfrm>
            <a:off x="2022078" y="2609517"/>
            <a:ext cx="145415" cy="1133475"/>
          </a:xfrm>
          <a:prstGeom prst="rect">
            <a:avLst/>
          </a:prstGeom>
        </p:spPr>
        <p:txBody>
          <a:bodyPr wrap="square" lIns="0" tIns="16510" rIns="0" bIns="0" rtlCol="0" vert="horz">
            <a:spAutoFit/>
          </a:bodyPr>
          <a:lstStyle/>
          <a:p>
            <a:pPr marL="12700">
              <a:lnSpc>
                <a:spcPct val="100000"/>
              </a:lnSpc>
              <a:spcBef>
                <a:spcPts val="130"/>
              </a:spcBef>
            </a:pPr>
            <a:r>
              <a:rPr dirty="0" sz="1650" spc="65">
                <a:latin typeface="Times New Roman"/>
                <a:cs typeface="Times New Roman"/>
              </a:rPr>
              <a:t>5</a:t>
            </a:r>
            <a:endParaRPr sz="1650">
              <a:latin typeface="Times New Roman"/>
              <a:cs typeface="Times New Roman"/>
            </a:endParaRPr>
          </a:p>
          <a:p>
            <a:pPr marL="12700">
              <a:lnSpc>
                <a:spcPct val="100000"/>
              </a:lnSpc>
              <a:spcBef>
                <a:spcPts val="1285"/>
              </a:spcBef>
            </a:pPr>
            <a:r>
              <a:rPr dirty="0" sz="1650" spc="65">
                <a:latin typeface="Times New Roman"/>
                <a:cs typeface="Times New Roman"/>
              </a:rPr>
              <a:t>4</a:t>
            </a:r>
            <a:endParaRPr sz="1650">
              <a:latin typeface="Times New Roman"/>
              <a:cs typeface="Times New Roman"/>
            </a:endParaRPr>
          </a:p>
          <a:p>
            <a:pPr marL="12700">
              <a:lnSpc>
                <a:spcPct val="100000"/>
              </a:lnSpc>
              <a:spcBef>
                <a:spcPts val="1460"/>
              </a:spcBef>
            </a:pPr>
            <a:r>
              <a:rPr dirty="0" sz="1650" spc="65">
                <a:latin typeface="Times New Roman"/>
                <a:cs typeface="Times New Roman"/>
              </a:rPr>
              <a:t>3</a:t>
            </a:r>
            <a:endParaRPr sz="1650">
              <a:latin typeface="Times New Roman"/>
              <a:cs typeface="Times New Roman"/>
            </a:endParaRPr>
          </a:p>
        </p:txBody>
      </p:sp>
      <p:sp>
        <p:nvSpPr>
          <p:cNvPr id="27" name="object 27" descr=""/>
          <p:cNvSpPr txBox="1"/>
          <p:nvPr/>
        </p:nvSpPr>
        <p:spPr>
          <a:xfrm>
            <a:off x="2241954" y="4669853"/>
            <a:ext cx="7202170" cy="282575"/>
          </a:xfrm>
          <a:prstGeom prst="rect">
            <a:avLst/>
          </a:prstGeom>
        </p:spPr>
        <p:txBody>
          <a:bodyPr wrap="square" lIns="0" tIns="16510" rIns="0" bIns="0" rtlCol="0" vert="horz">
            <a:spAutoFit/>
          </a:bodyPr>
          <a:lstStyle/>
          <a:p>
            <a:pPr marL="12700">
              <a:lnSpc>
                <a:spcPct val="100000"/>
              </a:lnSpc>
              <a:spcBef>
                <a:spcPts val="130"/>
              </a:spcBef>
              <a:tabLst>
                <a:tab pos="394335" algn="l"/>
                <a:tab pos="808990" algn="l"/>
                <a:tab pos="1235075" algn="l"/>
                <a:tab pos="1712595" algn="l"/>
                <a:tab pos="2138680" algn="l"/>
                <a:tab pos="2571750" algn="l"/>
                <a:tab pos="3017520" algn="l"/>
                <a:tab pos="3456304" algn="l"/>
                <a:tab pos="3920490" algn="l"/>
                <a:tab pos="4341495" algn="l"/>
                <a:tab pos="4785995" algn="l"/>
                <a:tab pos="5187950" algn="l"/>
                <a:tab pos="5639435" algn="l"/>
                <a:tab pos="6085205" algn="l"/>
                <a:tab pos="6530340" algn="l"/>
                <a:tab pos="6950709" algn="l"/>
              </a:tabLst>
            </a:pPr>
            <a:r>
              <a:rPr dirty="0" sz="1650" spc="65">
                <a:latin typeface="Times New Roman"/>
                <a:cs typeface="Times New Roman"/>
              </a:rPr>
              <a:t>0</a:t>
            </a:r>
            <a:r>
              <a:rPr dirty="0" sz="1650">
                <a:latin typeface="Times New Roman"/>
                <a:cs typeface="Times New Roman"/>
              </a:rPr>
              <a:t>	</a:t>
            </a:r>
            <a:r>
              <a:rPr dirty="0" sz="1650" spc="65">
                <a:latin typeface="Times New Roman"/>
                <a:cs typeface="Times New Roman"/>
              </a:rPr>
              <a:t>1</a:t>
            </a:r>
            <a:r>
              <a:rPr dirty="0" sz="1650">
                <a:latin typeface="Times New Roman"/>
                <a:cs typeface="Times New Roman"/>
              </a:rPr>
              <a:t>	</a:t>
            </a:r>
            <a:r>
              <a:rPr dirty="0" sz="1650" spc="55">
                <a:latin typeface="Times New Roman"/>
                <a:cs typeface="Times New Roman"/>
              </a:rPr>
              <a:t>2</a:t>
            </a:r>
            <a:r>
              <a:rPr dirty="0" sz="1650">
                <a:latin typeface="Times New Roman"/>
                <a:cs typeface="Times New Roman"/>
              </a:rPr>
              <a:t>	</a:t>
            </a:r>
            <a:r>
              <a:rPr dirty="0" sz="1650" spc="65">
                <a:latin typeface="Times New Roman"/>
                <a:cs typeface="Times New Roman"/>
              </a:rPr>
              <a:t>3</a:t>
            </a:r>
            <a:r>
              <a:rPr dirty="0" sz="1650">
                <a:latin typeface="Times New Roman"/>
                <a:cs typeface="Times New Roman"/>
              </a:rPr>
              <a:t>	</a:t>
            </a:r>
            <a:r>
              <a:rPr dirty="0" sz="1650" spc="65">
                <a:latin typeface="Times New Roman"/>
                <a:cs typeface="Times New Roman"/>
              </a:rPr>
              <a:t>4</a:t>
            </a:r>
            <a:r>
              <a:rPr dirty="0" sz="1650">
                <a:latin typeface="Times New Roman"/>
                <a:cs typeface="Times New Roman"/>
              </a:rPr>
              <a:t>	</a:t>
            </a:r>
            <a:r>
              <a:rPr dirty="0" sz="1650" spc="65">
                <a:latin typeface="Times New Roman"/>
                <a:cs typeface="Times New Roman"/>
              </a:rPr>
              <a:t>5</a:t>
            </a:r>
            <a:r>
              <a:rPr dirty="0" sz="1650">
                <a:latin typeface="Times New Roman"/>
                <a:cs typeface="Times New Roman"/>
              </a:rPr>
              <a:t>	</a:t>
            </a:r>
            <a:r>
              <a:rPr dirty="0" sz="1650" spc="65">
                <a:latin typeface="Times New Roman"/>
                <a:cs typeface="Times New Roman"/>
              </a:rPr>
              <a:t>6</a:t>
            </a:r>
            <a:r>
              <a:rPr dirty="0" sz="1650">
                <a:latin typeface="Times New Roman"/>
                <a:cs typeface="Times New Roman"/>
              </a:rPr>
              <a:t>	</a:t>
            </a:r>
            <a:r>
              <a:rPr dirty="0" sz="1650" spc="65">
                <a:latin typeface="Times New Roman"/>
                <a:cs typeface="Times New Roman"/>
              </a:rPr>
              <a:t>7</a:t>
            </a:r>
            <a:r>
              <a:rPr dirty="0" sz="1650">
                <a:latin typeface="Times New Roman"/>
                <a:cs typeface="Times New Roman"/>
              </a:rPr>
              <a:t>	</a:t>
            </a:r>
            <a:r>
              <a:rPr dirty="0" sz="1650" spc="65">
                <a:latin typeface="Times New Roman"/>
                <a:cs typeface="Times New Roman"/>
              </a:rPr>
              <a:t>8</a:t>
            </a:r>
            <a:r>
              <a:rPr dirty="0" sz="1650">
                <a:latin typeface="Times New Roman"/>
                <a:cs typeface="Times New Roman"/>
              </a:rPr>
              <a:t>	</a:t>
            </a:r>
            <a:r>
              <a:rPr dirty="0" baseline="1683" sz="2475" spc="97">
                <a:latin typeface="Times New Roman"/>
                <a:cs typeface="Times New Roman"/>
              </a:rPr>
              <a:t>9</a:t>
            </a:r>
            <a:r>
              <a:rPr dirty="0" baseline="1683" sz="2475">
                <a:latin typeface="Times New Roman"/>
                <a:cs typeface="Times New Roman"/>
              </a:rPr>
              <a:t>	</a:t>
            </a:r>
            <a:r>
              <a:rPr dirty="0" sz="1650" spc="85">
                <a:latin typeface="Times New Roman"/>
                <a:cs typeface="Times New Roman"/>
              </a:rPr>
              <a:t>10</a:t>
            </a:r>
            <a:r>
              <a:rPr dirty="0" sz="1650">
                <a:latin typeface="Times New Roman"/>
                <a:cs typeface="Times New Roman"/>
              </a:rPr>
              <a:t>	</a:t>
            </a:r>
            <a:r>
              <a:rPr dirty="0" sz="1650" spc="60">
                <a:latin typeface="Times New Roman"/>
                <a:cs typeface="Times New Roman"/>
              </a:rPr>
              <a:t>11</a:t>
            </a:r>
            <a:r>
              <a:rPr dirty="0" sz="1650">
                <a:latin typeface="Times New Roman"/>
                <a:cs typeface="Times New Roman"/>
              </a:rPr>
              <a:t>	</a:t>
            </a:r>
            <a:r>
              <a:rPr dirty="0" sz="1650" spc="85">
                <a:latin typeface="Times New Roman"/>
                <a:cs typeface="Times New Roman"/>
              </a:rPr>
              <a:t>12</a:t>
            </a:r>
            <a:r>
              <a:rPr dirty="0" sz="1650">
                <a:latin typeface="Times New Roman"/>
                <a:cs typeface="Times New Roman"/>
              </a:rPr>
              <a:t>	</a:t>
            </a:r>
            <a:r>
              <a:rPr dirty="0" sz="1650" spc="85">
                <a:latin typeface="Times New Roman"/>
                <a:cs typeface="Times New Roman"/>
              </a:rPr>
              <a:t>13</a:t>
            </a:r>
            <a:r>
              <a:rPr dirty="0" sz="1650">
                <a:latin typeface="Times New Roman"/>
                <a:cs typeface="Times New Roman"/>
              </a:rPr>
              <a:t>	</a:t>
            </a:r>
            <a:r>
              <a:rPr dirty="0" sz="1650" spc="85">
                <a:latin typeface="Times New Roman"/>
                <a:cs typeface="Times New Roman"/>
              </a:rPr>
              <a:t>14</a:t>
            </a:r>
            <a:r>
              <a:rPr dirty="0" sz="1650">
                <a:latin typeface="Times New Roman"/>
                <a:cs typeface="Times New Roman"/>
              </a:rPr>
              <a:t>	</a:t>
            </a:r>
            <a:r>
              <a:rPr dirty="0" sz="1650" spc="85">
                <a:latin typeface="Times New Roman"/>
                <a:cs typeface="Times New Roman"/>
              </a:rPr>
              <a:t>15</a:t>
            </a:r>
            <a:r>
              <a:rPr dirty="0" sz="1650">
                <a:latin typeface="Times New Roman"/>
                <a:cs typeface="Times New Roman"/>
              </a:rPr>
              <a:t>	</a:t>
            </a:r>
            <a:r>
              <a:rPr dirty="0" sz="1650" spc="80">
                <a:latin typeface="Times New Roman"/>
                <a:cs typeface="Times New Roman"/>
              </a:rPr>
              <a:t>16</a:t>
            </a:r>
            <a:endParaRPr sz="1650">
              <a:latin typeface="Times New Roman"/>
              <a:cs typeface="Times New Roman"/>
            </a:endParaRPr>
          </a:p>
        </p:txBody>
      </p:sp>
      <p:sp>
        <p:nvSpPr>
          <p:cNvPr id="28" name="object 28" descr=""/>
          <p:cNvSpPr txBox="1"/>
          <p:nvPr/>
        </p:nvSpPr>
        <p:spPr>
          <a:xfrm>
            <a:off x="1762547" y="4657190"/>
            <a:ext cx="265430" cy="662940"/>
          </a:xfrm>
          <a:prstGeom prst="rect">
            <a:avLst/>
          </a:prstGeom>
        </p:spPr>
        <p:txBody>
          <a:bodyPr wrap="square" lIns="0" tIns="11430" rIns="0" bIns="0" rtlCol="0" vert="horz">
            <a:spAutoFit/>
          </a:bodyPr>
          <a:lstStyle/>
          <a:p>
            <a:pPr marL="12700" marR="5080">
              <a:lnSpc>
                <a:spcPct val="126699"/>
              </a:lnSpc>
              <a:spcBef>
                <a:spcPts val="90"/>
              </a:spcBef>
            </a:pPr>
            <a:r>
              <a:rPr dirty="0" sz="1650" spc="180">
                <a:latin typeface="宋体"/>
                <a:cs typeface="宋体"/>
              </a:rPr>
              <a:t>输入</a:t>
            </a:r>
            <a:endParaRPr sz="1650">
              <a:latin typeface="宋体"/>
              <a:cs typeface="宋体"/>
            </a:endParaRPr>
          </a:p>
        </p:txBody>
      </p:sp>
      <p:sp>
        <p:nvSpPr>
          <p:cNvPr id="29" name="object 29" descr=""/>
          <p:cNvSpPr txBox="1"/>
          <p:nvPr/>
        </p:nvSpPr>
        <p:spPr>
          <a:xfrm>
            <a:off x="3496516" y="1910329"/>
            <a:ext cx="1529080" cy="282575"/>
          </a:xfrm>
          <a:prstGeom prst="rect">
            <a:avLst/>
          </a:prstGeom>
        </p:spPr>
        <p:txBody>
          <a:bodyPr wrap="square" lIns="0" tIns="16510" rIns="0" bIns="0" rtlCol="0" vert="horz">
            <a:spAutoFit/>
          </a:bodyPr>
          <a:lstStyle/>
          <a:p>
            <a:pPr marL="12700">
              <a:lnSpc>
                <a:spcPct val="100000"/>
              </a:lnSpc>
              <a:spcBef>
                <a:spcPts val="130"/>
              </a:spcBef>
              <a:tabLst>
                <a:tab pos="463550" algn="l"/>
                <a:tab pos="909319" algn="l"/>
                <a:tab pos="1342390" algn="l"/>
              </a:tabLst>
            </a:pPr>
            <a:r>
              <a:rPr dirty="0" sz="1650" spc="114">
                <a:latin typeface="Times New Roman"/>
                <a:cs typeface="Times New Roman"/>
              </a:rPr>
              <a:t>A</a:t>
            </a:r>
            <a:r>
              <a:rPr dirty="0" sz="1650">
                <a:latin typeface="Times New Roman"/>
                <a:cs typeface="Times New Roman"/>
              </a:rPr>
              <a:t>	</a:t>
            </a:r>
            <a:r>
              <a:rPr dirty="0" sz="1650" spc="100">
                <a:latin typeface="Times New Roman"/>
                <a:cs typeface="Times New Roman"/>
              </a:rPr>
              <a:t>B</a:t>
            </a:r>
            <a:r>
              <a:rPr dirty="0" sz="1650">
                <a:latin typeface="Times New Roman"/>
                <a:cs typeface="Times New Roman"/>
              </a:rPr>
              <a:t>	</a:t>
            </a:r>
            <a:r>
              <a:rPr dirty="0" sz="1650" spc="100">
                <a:latin typeface="Times New Roman"/>
                <a:cs typeface="Times New Roman"/>
              </a:rPr>
              <a:t>C</a:t>
            </a:r>
            <a:r>
              <a:rPr dirty="0" sz="1650">
                <a:latin typeface="Times New Roman"/>
                <a:cs typeface="Times New Roman"/>
              </a:rPr>
              <a:t>	</a:t>
            </a:r>
            <a:r>
              <a:rPr dirty="0" sz="1650" spc="114">
                <a:latin typeface="Times New Roman"/>
                <a:cs typeface="Times New Roman"/>
              </a:rPr>
              <a:t>D</a:t>
            </a:r>
            <a:endParaRPr sz="1650">
              <a:latin typeface="Times New Roman"/>
              <a:cs typeface="Times New Roman"/>
            </a:endParaRPr>
          </a:p>
        </p:txBody>
      </p:sp>
      <p:graphicFrame>
        <p:nvGraphicFramePr>
          <p:cNvPr id="30" name="object 30" descr=""/>
          <p:cNvGraphicFramePr>
            <a:graphicFrameLocks noGrp="1"/>
          </p:cNvGraphicFramePr>
          <p:nvPr/>
        </p:nvGraphicFramePr>
        <p:xfrm>
          <a:off x="2222904" y="4996888"/>
          <a:ext cx="5369560" cy="612140"/>
        </p:xfrm>
        <a:graphic>
          <a:graphicData uri="http://schemas.openxmlformats.org/drawingml/2006/table">
            <a:tbl>
              <a:tblPr firstRow="1" bandRow="1">
                <a:tableStyleId>{2D5ABB26-0587-4C30-8999-92F81FD0307C}</a:tableStyleId>
              </a:tblPr>
              <a:tblGrid>
                <a:gridCol w="337820"/>
                <a:gridCol w="392430"/>
                <a:gridCol w="414019"/>
                <a:gridCol w="470534"/>
                <a:gridCol w="646429"/>
                <a:gridCol w="1474470"/>
                <a:gridCol w="1558289"/>
              </a:tblGrid>
              <a:tr h="306070">
                <a:tc>
                  <a:txBody>
                    <a:bodyPr/>
                    <a:lstStyle/>
                    <a:p>
                      <a:pPr algn="ctr" marR="17780">
                        <a:lnSpc>
                          <a:spcPts val="1830"/>
                        </a:lnSpc>
                      </a:pPr>
                      <a:r>
                        <a:rPr dirty="0" sz="1650" spc="70">
                          <a:latin typeface="Times New Roman"/>
                          <a:cs typeface="Times New Roman"/>
                        </a:rPr>
                        <a:t>A</a:t>
                      </a:r>
                      <a:r>
                        <a:rPr dirty="0" baseline="-12626" sz="1650" spc="104">
                          <a:latin typeface="Times New Roman"/>
                          <a:cs typeface="Times New Roman"/>
                        </a:rPr>
                        <a:t>1</a:t>
                      </a:r>
                      <a:endParaRPr baseline="-12626" sz="1650">
                        <a:latin typeface="Times New Roman"/>
                        <a:cs typeface="Times New Roman"/>
                      </a:endParaRPr>
                    </a:p>
                  </a:txBody>
                  <a:tcPr marL="0" marR="0" marB="0" marT="0">
                    <a:solidFill>
                      <a:srgbClr val="D0D2EA"/>
                    </a:solidFill>
                  </a:tcPr>
                </a:tc>
                <a:tc>
                  <a:txBody>
                    <a:bodyPr/>
                    <a:lstStyle/>
                    <a:p>
                      <a:pPr algn="ctr">
                        <a:lnSpc>
                          <a:spcPts val="1830"/>
                        </a:lnSpc>
                      </a:pPr>
                      <a:r>
                        <a:rPr dirty="0" sz="1650" spc="70">
                          <a:latin typeface="Times New Roman"/>
                          <a:cs typeface="Times New Roman"/>
                        </a:rPr>
                        <a:t>A</a:t>
                      </a:r>
                      <a:r>
                        <a:rPr dirty="0" baseline="-12626" sz="1650" spc="104">
                          <a:latin typeface="Times New Roman"/>
                          <a:cs typeface="Times New Roman"/>
                        </a:rPr>
                        <a:t>2</a:t>
                      </a:r>
                      <a:endParaRPr baseline="-12626" sz="1650">
                        <a:latin typeface="Times New Roman"/>
                        <a:cs typeface="Times New Roman"/>
                      </a:endParaRPr>
                    </a:p>
                  </a:txBody>
                  <a:tcPr marL="0" marR="0" marB="0" marT="0">
                    <a:solidFill>
                      <a:srgbClr val="D0D2EA"/>
                    </a:solidFill>
                  </a:tcPr>
                </a:tc>
                <a:tc>
                  <a:txBody>
                    <a:bodyPr/>
                    <a:lstStyle/>
                    <a:p>
                      <a:pPr algn="ctr" marR="10795">
                        <a:lnSpc>
                          <a:spcPts val="1830"/>
                        </a:lnSpc>
                      </a:pPr>
                      <a:r>
                        <a:rPr dirty="0" sz="1650" spc="70">
                          <a:latin typeface="Times New Roman"/>
                          <a:cs typeface="Times New Roman"/>
                        </a:rPr>
                        <a:t>A</a:t>
                      </a:r>
                      <a:r>
                        <a:rPr dirty="0" baseline="-12626" sz="1650" spc="104">
                          <a:latin typeface="Times New Roman"/>
                          <a:cs typeface="Times New Roman"/>
                        </a:rPr>
                        <a:t>3</a:t>
                      </a:r>
                      <a:endParaRPr baseline="-12626" sz="1650">
                        <a:latin typeface="Times New Roman"/>
                        <a:cs typeface="Times New Roman"/>
                      </a:endParaRPr>
                    </a:p>
                  </a:txBody>
                  <a:tcPr marL="0" marR="0" marB="0" marT="0">
                    <a:solidFill>
                      <a:srgbClr val="D0D2EA"/>
                    </a:solidFill>
                  </a:tcPr>
                </a:tc>
                <a:tc>
                  <a:txBody>
                    <a:bodyPr/>
                    <a:lstStyle/>
                    <a:p>
                      <a:pPr algn="ctr" marR="29845">
                        <a:lnSpc>
                          <a:spcPts val="1830"/>
                        </a:lnSpc>
                      </a:pPr>
                      <a:r>
                        <a:rPr dirty="0" sz="1650" spc="70">
                          <a:latin typeface="Times New Roman"/>
                          <a:cs typeface="Times New Roman"/>
                        </a:rPr>
                        <a:t>A</a:t>
                      </a:r>
                      <a:r>
                        <a:rPr dirty="0" baseline="-12626" sz="1650" spc="104">
                          <a:latin typeface="Times New Roman"/>
                          <a:cs typeface="Times New Roman"/>
                        </a:rPr>
                        <a:t>4</a:t>
                      </a:r>
                      <a:endParaRPr baseline="-12626" sz="1650">
                        <a:latin typeface="Times New Roman"/>
                        <a:cs typeface="Times New Roman"/>
                      </a:endParaRPr>
                    </a:p>
                  </a:txBody>
                  <a:tcPr marL="0" marR="0" marB="0" marT="0">
                    <a:solidFill>
                      <a:srgbClr val="D0D2EA"/>
                    </a:solidFill>
                  </a:tcPr>
                </a:tc>
                <a:tc>
                  <a:txBody>
                    <a:bodyPr/>
                    <a:lstStyle/>
                    <a:p>
                      <a:pPr marL="129539">
                        <a:lnSpc>
                          <a:spcPts val="1830"/>
                        </a:lnSpc>
                      </a:pPr>
                      <a:r>
                        <a:rPr dirty="0" sz="1650" spc="114">
                          <a:latin typeface="Times New Roman"/>
                          <a:cs typeface="Times New Roman"/>
                        </a:rPr>
                        <a:t>A</a:t>
                      </a:r>
                      <a:endParaRPr sz="1650">
                        <a:latin typeface="Times New Roman"/>
                        <a:cs typeface="Times New Roman"/>
                      </a:endParaRPr>
                    </a:p>
                  </a:txBody>
                  <a:tcPr marL="0" marR="0" marB="0" marT="0">
                    <a:solidFill>
                      <a:srgbClr val="D0D2EA"/>
                    </a:solidFill>
                  </a:tcPr>
                </a:tc>
                <a:tc>
                  <a:txBody>
                    <a:bodyPr/>
                    <a:lstStyle/>
                    <a:p>
                      <a:pPr marL="342900">
                        <a:lnSpc>
                          <a:spcPts val="1830"/>
                        </a:lnSpc>
                      </a:pPr>
                      <a:r>
                        <a:rPr dirty="0" sz="1650" spc="100">
                          <a:latin typeface="Times New Roman"/>
                          <a:cs typeface="Times New Roman"/>
                        </a:rPr>
                        <a:t>C</a:t>
                      </a:r>
                      <a:endParaRPr sz="1650">
                        <a:latin typeface="Times New Roman"/>
                        <a:cs typeface="Times New Roman"/>
                      </a:endParaRPr>
                    </a:p>
                  </a:txBody>
                  <a:tcPr marL="0" marR="0" marB="0" marT="0">
                    <a:solidFill>
                      <a:srgbClr val="D0D2EA"/>
                    </a:solidFill>
                  </a:tcPr>
                </a:tc>
                <a:tc>
                  <a:txBody>
                    <a:bodyPr/>
                    <a:lstStyle/>
                    <a:p>
                      <a:pPr algn="r" marR="30480">
                        <a:lnSpc>
                          <a:spcPts val="1830"/>
                        </a:lnSpc>
                      </a:pPr>
                      <a:r>
                        <a:rPr dirty="0" sz="1650" spc="125">
                          <a:latin typeface="Times New Roman"/>
                          <a:cs typeface="Times New Roman"/>
                        </a:rPr>
                        <a:t>A</a:t>
                      </a:r>
                      <a:r>
                        <a:rPr dirty="0" sz="1650" spc="125">
                          <a:latin typeface="宋体"/>
                          <a:cs typeface="宋体"/>
                        </a:rPr>
                        <a:t>＋</a:t>
                      </a:r>
                      <a:r>
                        <a:rPr dirty="0" sz="1650" spc="125">
                          <a:latin typeface="Times New Roman"/>
                          <a:cs typeface="Times New Roman"/>
                        </a:rPr>
                        <a:t>B</a:t>
                      </a:r>
                      <a:endParaRPr sz="1650">
                        <a:latin typeface="Times New Roman"/>
                        <a:cs typeface="Times New Roman"/>
                      </a:endParaRPr>
                    </a:p>
                  </a:txBody>
                  <a:tcPr marL="0" marR="0" marB="0" marT="0">
                    <a:solidFill>
                      <a:srgbClr val="D0D2EA"/>
                    </a:solidFill>
                  </a:tcPr>
                </a:tc>
              </a:tr>
              <a:tr h="306070">
                <a:tc>
                  <a:txBody>
                    <a:bodyPr/>
                    <a:lstStyle/>
                    <a:p>
                      <a:pPr algn="ctr" marR="31115">
                        <a:lnSpc>
                          <a:spcPct val="100000"/>
                        </a:lnSpc>
                        <a:spcBef>
                          <a:spcPts val="259"/>
                        </a:spcBef>
                      </a:pPr>
                      <a:r>
                        <a:rPr dirty="0" sz="1650" spc="70">
                          <a:latin typeface="Times New Roman"/>
                          <a:cs typeface="Times New Roman"/>
                        </a:rPr>
                        <a:t>B</a:t>
                      </a:r>
                      <a:r>
                        <a:rPr dirty="0" baseline="-12626" sz="1650" spc="104">
                          <a:latin typeface="Times New Roman"/>
                          <a:cs typeface="Times New Roman"/>
                        </a:rPr>
                        <a:t>1</a:t>
                      </a:r>
                      <a:endParaRPr baseline="-12626" sz="1650">
                        <a:latin typeface="Times New Roman"/>
                        <a:cs typeface="Times New Roman"/>
                      </a:endParaRPr>
                    </a:p>
                  </a:txBody>
                  <a:tcPr marL="0" marR="0" marB="0" marT="33019">
                    <a:solidFill>
                      <a:srgbClr val="D0D2EA"/>
                    </a:solidFill>
                  </a:tcPr>
                </a:tc>
                <a:tc>
                  <a:txBody>
                    <a:bodyPr/>
                    <a:lstStyle/>
                    <a:p>
                      <a:pPr algn="ctr" marR="33020">
                        <a:lnSpc>
                          <a:spcPct val="100000"/>
                        </a:lnSpc>
                        <a:spcBef>
                          <a:spcPts val="259"/>
                        </a:spcBef>
                      </a:pPr>
                      <a:r>
                        <a:rPr dirty="0" sz="1650" spc="70">
                          <a:latin typeface="Times New Roman"/>
                          <a:cs typeface="Times New Roman"/>
                        </a:rPr>
                        <a:t>B</a:t>
                      </a:r>
                      <a:r>
                        <a:rPr dirty="0" baseline="-12626" sz="1650" spc="104">
                          <a:latin typeface="Times New Roman"/>
                          <a:cs typeface="Times New Roman"/>
                        </a:rPr>
                        <a:t>2</a:t>
                      </a:r>
                      <a:endParaRPr baseline="-12626" sz="1650">
                        <a:latin typeface="Times New Roman"/>
                        <a:cs typeface="Times New Roman"/>
                      </a:endParaRPr>
                    </a:p>
                  </a:txBody>
                  <a:tcPr marL="0" marR="0" marB="0" marT="33019">
                    <a:solidFill>
                      <a:srgbClr val="D0D2EA"/>
                    </a:solidFill>
                  </a:tcPr>
                </a:tc>
                <a:tc>
                  <a:txBody>
                    <a:bodyPr/>
                    <a:lstStyle/>
                    <a:p>
                      <a:pPr algn="ctr" marR="23495">
                        <a:lnSpc>
                          <a:spcPct val="100000"/>
                        </a:lnSpc>
                        <a:spcBef>
                          <a:spcPts val="259"/>
                        </a:spcBef>
                      </a:pPr>
                      <a:r>
                        <a:rPr dirty="0" sz="1650" spc="70">
                          <a:latin typeface="Times New Roman"/>
                          <a:cs typeface="Times New Roman"/>
                        </a:rPr>
                        <a:t>B</a:t>
                      </a:r>
                      <a:r>
                        <a:rPr dirty="0" baseline="-12626" sz="1650" spc="104">
                          <a:latin typeface="Times New Roman"/>
                          <a:cs typeface="Times New Roman"/>
                        </a:rPr>
                        <a:t>3</a:t>
                      </a:r>
                      <a:endParaRPr baseline="-12626" sz="1650">
                        <a:latin typeface="Times New Roman"/>
                        <a:cs typeface="Times New Roman"/>
                      </a:endParaRPr>
                    </a:p>
                  </a:txBody>
                  <a:tcPr marL="0" marR="0" marB="0" marT="33019">
                    <a:solidFill>
                      <a:srgbClr val="D0D2EA"/>
                    </a:solidFill>
                  </a:tcPr>
                </a:tc>
                <a:tc>
                  <a:txBody>
                    <a:bodyPr/>
                    <a:lstStyle/>
                    <a:p>
                      <a:pPr algn="ctr" marR="41910">
                        <a:lnSpc>
                          <a:spcPct val="100000"/>
                        </a:lnSpc>
                        <a:spcBef>
                          <a:spcPts val="259"/>
                        </a:spcBef>
                      </a:pPr>
                      <a:r>
                        <a:rPr dirty="0" sz="1650" spc="70">
                          <a:latin typeface="Times New Roman"/>
                          <a:cs typeface="Times New Roman"/>
                        </a:rPr>
                        <a:t>B</a:t>
                      </a:r>
                      <a:r>
                        <a:rPr dirty="0" baseline="-12626" sz="1650" spc="104">
                          <a:latin typeface="Times New Roman"/>
                          <a:cs typeface="Times New Roman"/>
                        </a:rPr>
                        <a:t>4</a:t>
                      </a:r>
                      <a:endParaRPr baseline="-12626" sz="1650">
                        <a:latin typeface="Times New Roman"/>
                        <a:cs typeface="Times New Roman"/>
                      </a:endParaRPr>
                    </a:p>
                  </a:txBody>
                  <a:tcPr marL="0" marR="0" marB="0" marT="33019">
                    <a:solidFill>
                      <a:srgbClr val="D0D2EA"/>
                    </a:solidFill>
                  </a:tcPr>
                </a:tc>
                <a:tc>
                  <a:txBody>
                    <a:bodyPr/>
                    <a:lstStyle/>
                    <a:p>
                      <a:pPr marL="129539">
                        <a:lnSpc>
                          <a:spcPct val="100000"/>
                        </a:lnSpc>
                        <a:spcBef>
                          <a:spcPts val="259"/>
                        </a:spcBef>
                      </a:pPr>
                      <a:r>
                        <a:rPr dirty="0" sz="1650" spc="100">
                          <a:latin typeface="Times New Roman"/>
                          <a:cs typeface="Times New Roman"/>
                        </a:rPr>
                        <a:t>B</a:t>
                      </a:r>
                      <a:endParaRPr sz="1650">
                        <a:latin typeface="Times New Roman"/>
                        <a:cs typeface="Times New Roman"/>
                      </a:endParaRPr>
                    </a:p>
                  </a:txBody>
                  <a:tcPr marL="0" marR="0" marB="0" marT="33019">
                    <a:solidFill>
                      <a:srgbClr val="D0D2EA"/>
                    </a:solidFill>
                  </a:tcPr>
                </a:tc>
                <a:tc>
                  <a:txBody>
                    <a:bodyPr/>
                    <a:lstStyle/>
                    <a:p>
                      <a:pPr marL="342900">
                        <a:lnSpc>
                          <a:spcPct val="100000"/>
                        </a:lnSpc>
                        <a:spcBef>
                          <a:spcPts val="259"/>
                        </a:spcBef>
                      </a:pPr>
                      <a:r>
                        <a:rPr dirty="0" sz="1650" spc="114">
                          <a:latin typeface="Times New Roman"/>
                          <a:cs typeface="Times New Roman"/>
                        </a:rPr>
                        <a:t>D</a:t>
                      </a:r>
                      <a:endParaRPr sz="1650">
                        <a:latin typeface="Times New Roman"/>
                        <a:cs typeface="Times New Roman"/>
                      </a:endParaRPr>
                    </a:p>
                  </a:txBody>
                  <a:tcPr marL="0" marR="0" marB="0" marT="33019">
                    <a:solidFill>
                      <a:srgbClr val="D0D2EA"/>
                    </a:solidFill>
                  </a:tcPr>
                </a:tc>
                <a:tc>
                  <a:txBody>
                    <a:bodyPr/>
                    <a:lstStyle/>
                    <a:p>
                      <a:pPr algn="r" marR="24130">
                        <a:lnSpc>
                          <a:spcPct val="100000"/>
                        </a:lnSpc>
                        <a:spcBef>
                          <a:spcPts val="259"/>
                        </a:spcBef>
                      </a:pPr>
                      <a:r>
                        <a:rPr dirty="0" sz="1650" spc="140">
                          <a:latin typeface="Times New Roman"/>
                          <a:cs typeface="Times New Roman"/>
                        </a:rPr>
                        <a:t>C</a:t>
                      </a:r>
                      <a:r>
                        <a:rPr dirty="0" sz="1650" spc="140">
                          <a:latin typeface="宋体"/>
                          <a:cs typeface="宋体"/>
                        </a:rPr>
                        <a:t>＋</a:t>
                      </a:r>
                      <a:r>
                        <a:rPr dirty="0" sz="1650" spc="140">
                          <a:latin typeface="Times New Roman"/>
                          <a:cs typeface="Times New Roman"/>
                        </a:rPr>
                        <a:t>D</a:t>
                      </a:r>
                      <a:endParaRPr sz="1650">
                        <a:latin typeface="Times New Roman"/>
                        <a:cs typeface="Times New Roman"/>
                      </a:endParaRPr>
                    </a:p>
                  </a:txBody>
                  <a:tcPr marL="0" marR="0" marB="0" marT="33019">
                    <a:solidFill>
                      <a:srgbClr val="D0D2EA"/>
                    </a:solidFill>
                  </a:tcPr>
                </a:tc>
              </a:tr>
            </a:tbl>
          </a:graphicData>
        </a:graphic>
      </p:graphicFrame>
      <p:sp>
        <p:nvSpPr>
          <p:cNvPr id="31" name="object 31" descr=""/>
          <p:cNvSpPr txBox="1"/>
          <p:nvPr/>
        </p:nvSpPr>
        <p:spPr>
          <a:xfrm>
            <a:off x="5918312" y="1898928"/>
            <a:ext cx="587375" cy="282575"/>
          </a:xfrm>
          <a:prstGeom prst="rect">
            <a:avLst/>
          </a:prstGeom>
        </p:spPr>
        <p:txBody>
          <a:bodyPr wrap="square" lIns="0" tIns="16510" rIns="0" bIns="0" rtlCol="0" vert="horz">
            <a:spAutoFit/>
          </a:bodyPr>
          <a:lstStyle/>
          <a:p>
            <a:pPr marL="12700">
              <a:lnSpc>
                <a:spcPct val="100000"/>
              </a:lnSpc>
              <a:spcBef>
                <a:spcPts val="130"/>
              </a:spcBef>
            </a:pPr>
            <a:r>
              <a:rPr dirty="0" sz="1650" spc="125">
                <a:latin typeface="Times New Roman"/>
                <a:cs typeface="Times New Roman"/>
              </a:rPr>
              <a:t>A</a:t>
            </a:r>
            <a:r>
              <a:rPr dirty="0" sz="1650" spc="125">
                <a:latin typeface="宋体"/>
                <a:cs typeface="宋体"/>
              </a:rPr>
              <a:t>＋</a:t>
            </a:r>
            <a:r>
              <a:rPr dirty="0" sz="1650" spc="125">
                <a:latin typeface="Times New Roman"/>
                <a:cs typeface="Times New Roman"/>
              </a:rPr>
              <a:t>B</a:t>
            </a:r>
            <a:endParaRPr sz="1650">
              <a:latin typeface="Times New Roman"/>
              <a:cs typeface="Times New Roman"/>
            </a:endParaRPr>
          </a:p>
        </p:txBody>
      </p:sp>
      <p:sp>
        <p:nvSpPr>
          <p:cNvPr id="32" name="object 32" descr=""/>
          <p:cNvSpPr txBox="1"/>
          <p:nvPr/>
        </p:nvSpPr>
        <p:spPr>
          <a:xfrm>
            <a:off x="6815360" y="1910329"/>
            <a:ext cx="593725" cy="282575"/>
          </a:xfrm>
          <a:prstGeom prst="rect">
            <a:avLst/>
          </a:prstGeom>
        </p:spPr>
        <p:txBody>
          <a:bodyPr wrap="square" lIns="0" tIns="16510" rIns="0" bIns="0" rtlCol="0" vert="horz">
            <a:spAutoFit/>
          </a:bodyPr>
          <a:lstStyle/>
          <a:p>
            <a:pPr marL="12700">
              <a:lnSpc>
                <a:spcPct val="100000"/>
              </a:lnSpc>
              <a:spcBef>
                <a:spcPts val="130"/>
              </a:spcBef>
            </a:pPr>
            <a:r>
              <a:rPr dirty="0" sz="1650" spc="140">
                <a:latin typeface="Times New Roman"/>
                <a:cs typeface="Times New Roman"/>
              </a:rPr>
              <a:t>C</a:t>
            </a:r>
            <a:r>
              <a:rPr dirty="0" sz="1650" spc="140">
                <a:latin typeface="宋体"/>
                <a:cs typeface="宋体"/>
              </a:rPr>
              <a:t>＋</a:t>
            </a:r>
            <a:r>
              <a:rPr dirty="0" sz="1650" spc="140">
                <a:latin typeface="Times New Roman"/>
                <a:cs typeface="Times New Roman"/>
              </a:rPr>
              <a:t>D</a:t>
            </a:r>
            <a:endParaRPr sz="1650">
              <a:latin typeface="Times New Roman"/>
              <a:cs typeface="Times New Roman"/>
            </a:endParaRPr>
          </a:p>
        </p:txBody>
      </p:sp>
      <p:sp>
        <p:nvSpPr>
          <p:cNvPr id="33" name="object 33" descr=""/>
          <p:cNvSpPr txBox="1"/>
          <p:nvPr/>
        </p:nvSpPr>
        <p:spPr>
          <a:xfrm>
            <a:off x="8496673" y="1904745"/>
            <a:ext cx="1390650" cy="282575"/>
          </a:xfrm>
          <a:prstGeom prst="rect">
            <a:avLst/>
          </a:prstGeom>
        </p:spPr>
        <p:txBody>
          <a:bodyPr wrap="square" lIns="0" tIns="16510" rIns="0" bIns="0" rtlCol="0" vert="horz">
            <a:spAutoFit/>
          </a:bodyPr>
          <a:lstStyle/>
          <a:p>
            <a:pPr marL="12700">
              <a:lnSpc>
                <a:spcPct val="100000"/>
              </a:lnSpc>
              <a:spcBef>
                <a:spcPts val="130"/>
              </a:spcBef>
            </a:pPr>
            <a:r>
              <a:rPr dirty="0" sz="1650" spc="150">
                <a:latin typeface="Times New Roman"/>
                <a:cs typeface="Times New Roman"/>
              </a:rPr>
              <a:t>A</a:t>
            </a:r>
            <a:r>
              <a:rPr dirty="0" sz="1650" spc="150">
                <a:latin typeface="宋体"/>
                <a:cs typeface="宋体"/>
              </a:rPr>
              <a:t>＋</a:t>
            </a:r>
            <a:r>
              <a:rPr dirty="0" sz="1650" spc="150">
                <a:latin typeface="Times New Roman"/>
                <a:cs typeface="Times New Roman"/>
              </a:rPr>
              <a:t>B</a:t>
            </a:r>
            <a:r>
              <a:rPr dirty="0" sz="1650" spc="150">
                <a:latin typeface="宋体"/>
                <a:cs typeface="宋体"/>
              </a:rPr>
              <a:t>＋</a:t>
            </a:r>
            <a:r>
              <a:rPr dirty="0" sz="1650" spc="150">
                <a:latin typeface="Times New Roman"/>
                <a:cs typeface="Times New Roman"/>
              </a:rPr>
              <a:t>C</a:t>
            </a:r>
            <a:r>
              <a:rPr dirty="0" sz="1650" spc="150">
                <a:latin typeface="宋体"/>
                <a:cs typeface="宋体"/>
              </a:rPr>
              <a:t>＋</a:t>
            </a:r>
            <a:r>
              <a:rPr dirty="0" sz="1650" spc="150">
                <a:latin typeface="Times New Roman"/>
                <a:cs typeface="Times New Roman"/>
              </a:rPr>
              <a:t>D</a:t>
            </a:r>
            <a:endParaRPr sz="1650">
              <a:latin typeface="Times New Roman"/>
              <a:cs typeface="Times New Roman"/>
            </a:endParaRPr>
          </a:p>
        </p:txBody>
      </p:sp>
      <p:sp>
        <p:nvSpPr>
          <p:cNvPr id="34" name="object 34" descr=""/>
          <p:cNvSpPr txBox="1"/>
          <p:nvPr/>
        </p:nvSpPr>
        <p:spPr>
          <a:xfrm>
            <a:off x="9356051" y="2783558"/>
            <a:ext cx="1096010" cy="282575"/>
          </a:xfrm>
          <a:prstGeom prst="rect">
            <a:avLst/>
          </a:prstGeom>
        </p:spPr>
        <p:txBody>
          <a:bodyPr wrap="square" lIns="0" tIns="16510" rIns="0" bIns="0" rtlCol="0" vert="horz">
            <a:spAutoFit/>
          </a:bodyPr>
          <a:lstStyle/>
          <a:p>
            <a:pPr marL="38100">
              <a:lnSpc>
                <a:spcPct val="100000"/>
              </a:lnSpc>
              <a:spcBef>
                <a:spcPts val="130"/>
              </a:spcBef>
            </a:pPr>
            <a:r>
              <a:rPr dirty="0" sz="1650" spc="105">
                <a:latin typeface="Times New Roman"/>
                <a:cs typeface="Times New Roman"/>
              </a:rPr>
              <a:t>A=A</a:t>
            </a:r>
            <a:r>
              <a:rPr dirty="0" baseline="-12626" sz="1650" spc="157">
                <a:latin typeface="Times New Roman"/>
                <a:cs typeface="Times New Roman"/>
              </a:rPr>
              <a:t>1</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1</a:t>
            </a:r>
            <a:endParaRPr baseline="-12626" sz="1650">
              <a:latin typeface="Times New Roman"/>
              <a:cs typeface="Times New Roman"/>
            </a:endParaRPr>
          </a:p>
        </p:txBody>
      </p:sp>
      <p:sp>
        <p:nvSpPr>
          <p:cNvPr id="35" name="object 35" descr=""/>
          <p:cNvSpPr txBox="1"/>
          <p:nvPr/>
        </p:nvSpPr>
        <p:spPr>
          <a:xfrm>
            <a:off x="9356051" y="3079753"/>
            <a:ext cx="1083945" cy="282575"/>
          </a:xfrm>
          <a:prstGeom prst="rect">
            <a:avLst/>
          </a:prstGeom>
        </p:spPr>
        <p:txBody>
          <a:bodyPr wrap="square" lIns="0" tIns="16510" rIns="0" bIns="0" rtlCol="0" vert="horz">
            <a:spAutoFit/>
          </a:bodyPr>
          <a:lstStyle/>
          <a:p>
            <a:pPr marL="38100">
              <a:lnSpc>
                <a:spcPct val="100000"/>
              </a:lnSpc>
              <a:spcBef>
                <a:spcPts val="130"/>
              </a:spcBef>
            </a:pPr>
            <a:r>
              <a:rPr dirty="0" sz="1650" spc="105">
                <a:latin typeface="Times New Roman"/>
                <a:cs typeface="Times New Roman"/>
              </a:rPr>
              <a:t>B=A</a:t>
            </a:r>
            <a:r>
              <a:rPr dirty="0" baseline="-12626" sz="1650" spc="157">
                <a:latin typeface="Times New Roman"/>
                <a:cs typeface="Times New Roman"/>
              </a:rPr>
              <a:t>2</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2</a:t>
            </a:r>
            <a:endParaRPr baseline="-12626" sz="1650">
              <a:latin typeface="Times New Roman"/>
              <a:cs typeface="Times New Roman"/>
            </a:endParaRPr>
          </a:p>
        </p:txBody>
      </p:sp>
      <p:sp>
        <p:nvSpPr>
          <p:cNvPr id="36" name="object 36" descr=""/>
          <p:cNvSpPr txBox="1"/>
          <p:nvPr/>
        </p:nvSpPr>
        <p:spPr>
          <a:xfrm>
            <a:off x="9356051" y="3319682"/>
            <a:ext cx="1096010" cy="619125"/>
          </a:xfrm>
          <a:prstGeom prst="rect">
            <a:avLst/>
          </a:prstGeom>
        </p:spPr>
        <p:txBody>
          <a:bodyPr wrap="square" lIns="0" tIns="11430" rIns="0" bIns="0" rtlCol="0" vert="horz">
            <a:spAutoFit/>
          </a:bodyPr>
          <a:lstStyle/>
          <a:p>
            <a:pPr marL="38100" marR="30480">
              <a:lnSpc>
                <a:spcPct val="118000"/>
              </a:lnSpc>
              <a:spcBef>
                <a:spcPts val="90"/>
              </a:spcBef>
            </a:pPr>
            <a:r>
              <a:rPr dirty="0" sz="1650" spc="105">
                <a:latin typeface="Times New Roman"/>
                <a:cs typeface="Times New Roman"/>
              </a:rPr>
              <a:t>C=A</a:t>
            </a:r>
            <a:r>
              <a:rPr dirty="0" baseline="-12626" sz="1650" spc="157">
                <a:latin typeface="Times New Roman"/>
                <a:cs typeface="Times New Roman"/>
              </a:rPr>
              <a:t>3</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3 </a:t>
            </a:r>
            <a:r>
              <a:rPr dirty="0" sz="1650" spc="105">
                <a:latin typeface="Times New Roman"/>
                <a:cs typeface="Times New Roman"/>
              </a:rPr>
              <a:t>D=A</a:t>
            </a:r>
            <a:r>
              <a:rPr dirty="0" baseline="-12626" sz="1650" spc="157">
                <a:latin typeface="Times New Roman"/>
                <a:cs typeface="Times New Roman"/>
              </a:rPr>
              <a:t>4</a:t>
            </a:r>
            <a:r>
              <a:rPr dirty="0" sz="1650" spc="105">
                <a:latin typeface="宋体"/>
                <a:cs typeface="宋体"/>
              </a:rPr>
              <a:t>×</a:t>
            </a:r>
            <a:r>
              <a:rPr dirty="0" sz="1650" spc="105">
                <a:latin typeface="Times New Roman"/>
                <a:cs typeface="Times New Roman"/>
              </a:rPr>
              <a:t>B</a:t>
            </a:r>
            <a:r>
              <a:rPr dirty="0" baseline="-12626" sz="1650" spc="157">
                <a:latin typeface="Times New Roman"/>
                <a:cs typeface="Times New Roman"/>
              </a:rPr>
              <a:t>4</a:t>
            </a:r>
            <a:endParaRPr baseline="-12626" sz="1650">
              <a:latin typeface="Times New Roman"/>
              <a:cs typeface="Times New Roman"/>
            </a:endParaRPr>
          </a:p>
        </p:txBody>
      </p:sp>
      <p:grpSp>
        <p:nvGrpSpPr>
          <p:cNvPr id="37" name="object 37" descr=""/>
          <p:cNvGrpSpPr/>
          <p:nvPr/>
        </p:nvGrpSpPr>
        <p:grpSpPr>
          <a:xfrm>
            <a:off x="2703121" y="2226792"/>
            <a:ext cx="6610350" cy="2465705"/>
            <a:chOff x="2703121" y="2226792"/>
            <a:chExt cx="6610350" cy="2465705"/>
          </a:xfrm>
        </p:grpSpPr>
        <p:sp>
          <p:nvSpPr>
            <p:cNvPr id="38" name="object 38" descr=""/>
            <p:cNvSpPr/>
            <p:nvPr/>
          </p:nvSpPr>
          <p:spPr>
            <a:xfrm>
              <a:off x="3145123" y="2539962"/>
              <a:ext cx="1763395" cy="419734"/>
            </a:xfrm>
            <a:custGeom>
              <a:avLst/>
              <a:gdLst/>
              <a:ahLst/>
              <a:cxnLst/>
              <a:rect l="l" t="t" r="r" b="b"/>
              <a:pathLst>
                <a:path w="1763395" h="419735">
                  <a:moveTo>
                    <a:pt x="1762872" y="0"/>
                  </a:moveTo>
                  <a:lnTo>
                    <a:pt x="0" y="0"/>
                  </a:lnTo>
                  <a:lnTo>
                    <a:pt x="0" y="419629"/>
                  </a:lnTo>
                  <a:lnTo>
                    <a:pt x="1762872" y="419629"/>
                  </a:lnTo>
                  <a:lnTo>
                    <a:pt x="1762872" y="0"/>
                  </a:lnTo>
                  <a:close/>
                </a:path>
              </a:pathLst>
            </a:custGeom>
            <a:solidFill>
              <a:srgbClr val="EAEAEA"/>
            </a:solidFill>
          </p:spPr>
          <p:txBody>
            <a:bodyPr wrap="square" lIns="0" tIns="0" rIns="0" bIns="0" rtlCol="0"/>
            <a:lstStyle/>
            <a:p/>
          </p:txBody>
        </p:sp>
        <p:sp>
          <p:nvSpPr>
            <p:cNvPr id="39" name="object 39" descr=""/>
            <p:cNvSpPr/>
            <p:nvPr/>
          </p:nvSpPr>
          <p:spPr>
            <a:xfrm>
              <a:off x="2712498" y="2539962"/>
              <a:ext cx="2195830" cy="2143760"/>
            </a:xfrm>
            <a:custGeom>
              <a:avLst/>
              <a:gdLst/>
              <a:ahLst/>
              <a:cxnLst/>
              <a:rect l="l" t="t" r="r" b="b"/>
              <a:pathLst>
                <a:path w="2195829" h="2143760">
                  <a:moveTo>
                    <a:pt x="432624" y="419629"/>
                  </a:moveTo>
                  <a:lnTo>
                    <a:pt x="2195497" y="419629"/>
                  </a:lnTo>
                  <a:lnTo>
                    <a:pt x="2195497" y="0"/>
                  </a:lnTo>
                  <a:lnTo>
                    <a:pt x="432624" y="0"/>
                  </a:lnTo>
                  <a:lnTo>
                    <a:pt x="432624" y="419629"/>
                  </a:lnTo>
                  <a:close/>
                </a:path>
                <a:path w="2195829" h="2143760">
                  <a:moveTo>
                    <a:pt x="0" y="1679027"/>
                  </a:moveTo>
                  <a:lnTo>
                    <a:pt x="0" y="2143446"/>
                  </a:lnTo>
                </a:path>
                <a:path w="2195829" h="2143760">
                  <a:moveTo>
                    <a:pt x="432624" y="1315078"/>
                  </a:moveTo>
                  <a:lnTo>
                    <a:pt x="432624" y="2143446"/>
                  </a:lnTo>
                </a:path>
                <a:path w="2195829" h="2143760">
                  <a:moveTo>
                    <a:pt x="871724" y="1292694"/>
                  </a:moveTo>
                  <a:lnTo>
                    <a:pt x="871724" y="2143446"/>
                  </a:lnTo>
                </a:path>
                <a:path w="2195829" h="2143760">
                  <a:moveTo>
                    <a:pt x="1323772" y="1315078"/>
                  </a:moveTo>
                  <a:lnTo>
                    <a:pt x="1323772" y="1779496"/>
                  </a:lnTo>
                </a:path>
              </a:pathLst>
            </a:custGeom>
            <a:ln w="17733">
              <a:solidFill>
                <a:srgbClr val="000000"/>
              </a:solidFill>
            </a:ln>
          </p:spPr>
          <p:txBody>
            <a:bodyPr wrap="square" lIns="0" tIns="0" rIns="0" bIns="0" rtlCol="0"/>
            <a:lstStyle/>
            <a:p/>
          </p:txBody>
        </p:sp>
        <p:sp>
          <p:nvSpPr>
            <p:cNvPr id="40" name="object 40" descr=""/>
            <p:cNvSpPr/>
            <p:nvPr/>
          </p:nvSpPr>
          <p:spPr>
            <a:xfrm>
              <a:off x="3538326" y="2229923"/>
              <a:ext cx="100330" cy="727710"/>
            </a:xfrm>
            <a:custGeom>
              <a:avLst/>
              <a:gdLst/>
              <a:ahLst/>
              <a:cxnLst/>
              <a:rect l="l" t="t" r="r" b="b"/>
              <a:pathLst>
                <a:path w="100329" h="727710">
                  <a:moveTo>
                    <a:pt x="49786" y="94698"/>
                  </a:moveTo>
                  <a:lnTo>
                    <a:pt x="37490" y="105732"/>
                  </a:lnTo>
                  <a:lnTo>
                    <a:pt x="37490" y="721524"/>
                  </a:lnTo>
                  <a:lnTo>
                    <a:pt x="43964" y="727341"/>
                  </a:lnTo>
                  <a:lnTo>
                    <a:pt x="62735" y="727341"/>
                  </a:lnTo>
                  <a:lnTo>
                    <a:pt x="62735" y="106167"/>
                  </a:lnTo>
                  <a:lnTo>
                    <a:pt x="49786" y="94698"/>
                  </a:lnTo>
                  <a:close/>
                </a:path>
                <a:path w="100329" h="727710">
                  <a:moveTo>
                    <a:pt x="49786" y="0"/>
                  </a:moveTo>
                  <a:lnTo>
                    <a:pt x="0" y="139372"/>
                  </a:lnTo>
                  <a:lnTo>
                    <a:pt x="37490" y="105732"/>
                  </a:lnTo>
                  <a:lnTo>
                    <a:pt x="37490" y="89579"/>
                  </a:lnTo>
                  <a:lnTo>
                    <a:pt x="43964" y="83762"/>
                  </a:lnTo>
                  <a:lnTo>
                    <a:pt x="80100" y="83762"/>
                  </a:lnTo>
                  <a:lnTo>
                    <a:pt x="49786" y="0"/>
                  </a:lnTo>
                  <a:close/>
                </a:path>
                <a:path w="100329" h="727710">
                  <a:moveTo>
                    <a:pt x="80100" y="83762"/>
                  </a:moveTo>
                  <a:lnTo>
                    <a:pt x="62735" y="83762"/>
                  </a:lnTo>
                  <a:lnTo>
                    <a:pt x="62735" y="106167"/>
                  </a:lnTo>
                  <a:lnTo>
                    <a:pt x="100226" y="139372"/>
                  </a:lnTo>
                  <a:lnTo>
                    <a:pt x="80100" y="83762"/>
                  </a:lnTo>
                  <a:close/>
                </a:path>
                <a:path w="100329" h="727710">
                  <a:moveTo>
                    <a:pt x="62735" y="94698"/>
                  </a:moveTo>
                  <a:lnTo>
                    <a:pt x="49786" y="94698"/>
                  </a:lnTo>
                  <a:lnTo>
                    <a:pt x="62735" y="106167"/>
                  </a:lnTo>
                  <a:lnTo>
                    <a:pt x="62735" y="94698"/>
                  </a:lnTo>
                  <a:close/>
                </a:path>
                <a:path w="100329" h="727710">
                  <a:moveTo>
                    <a:pt x="62735" y="83762"/>
                  </a:moveTo>
                  <a:lnTo>
                    <a:pt x="43964" y="83762"/>
                  </a:lnTo>
                  <a:lnTo>
                    <a:pt x="37490" y="89579"/>
                  </a:lnTo>
                  <a:lnTo>
                    <a:pt x="37490" y="105732"/>
                  </a:lnTo>
                  <a:lnTo>
                    <a:pt x="49786" y="94698"/>
                  </a:lnTo>
                  <a:lnTo>
                    <a:pt x="62735" y="94698"/>
                  </a:lnTo>
                  <a:lnTo>
                    <a:pt x="62735" y="83762"/>
                  </a:lnTo>
                  <a:close/>
                </a:path>
              </a:pathLst>
            </a:custGeom>
            <a:solidFill>
              <a:srgbClr val="000000"/>
            </a:solidFill>
          </p:spPr>
          <p:txBody>
            <a:bodyPr wrap="square" lIns="0" tIns="0" rIns="0" bIns="0" rtlCol="0"/>
            <a:lstStyle/>
            <a:p/>
          </p:txBody>
        </p:sp>
        <p:sp>
          <p:nvSpPr>
            <p:cNvPr id="41" name="object 41" descr=""/>
            <p:cNvSpPr/>
            <p:nvPr/>
          </p:nvSpPr>
          <p:spPr>
            <a:xfrm>
              <a:off x="3538326" y="2229923"/>
              <a:ext cx="100330" cy="727710"/>
            </a:xfrm>
            <a:custGeom>
              <a:avLst/>
              <a:gdLst/>
              <a:ahLst/>
              <a:cxnLst/>
              <a:rect l="l" t="t" r="r" b="b"/>
              <a:pathLst>
                <a:path w="100329" h="727710">
                  <a:moveTo>
                    <a:pt x="37490" y="716405"/>
                  </a:moveTo>
                  <a:lnTo>
                    <a:pt x="37490" y="94698"/>
                  </a:lnTo>
                  <a:lnTo>
                    <a:pt x="37490" y="89579"/>
                  </a:lnTo>
                  <a:lnTo>
                    <a:pt x="43964" y="83762"/>
                  </a:lnTo>
                  <a:lnTo>
                    <a:pt x="49786" y="83762"/>
                  </a:lnTo>
                  <a:lnTo>
                    <a:pt x="56261" y="83762"/>
                  </a:lnTo>
                  <a:lnTo>
                    <a:pt x="62735" y="83762"/>
                  </a:lnTo>
                  <a:lnTo>
                    <a:pt x="62735" y="89579"/>
                  </a:lnTo>
                  <a:lnTo>
                    <a:pt x="62735" y="94698"/>
                  </a:lnTo>
                  <a:lnTo>
                    <a:pt x="62735" y="716405"/>
                  </a:lnTo>
                  <a:lnTo>
                    <a:pt x="62735" y="721524"/>
                  </a:lnTo>
                  <a:lnTo>
                    <a:pt x="62735" y="727341"/>
                  </a:lnTo>
                  <a:lnTo>
                    <a:pt x="56261" y="727341"/>
                  </a:lnTo>
                  <a:lnTo>
                    <a:pt x="49786" y="727341"/>
                  </a:lnTo>
                  <a:lnTo>
                    <a:pt x="43964" y="727341"/>
                  </a:lnTo>
                  <a:lnTo>
                    <a:pt x="37490" y="721524"/>
                  </a:lnTo>
                  <a:lnTo>
                    <a:pt x="37490" y="716405"/>
                  </a:lnTo>
                  <a:close/>
                </a:path>
                <a:path w="100329" h="727710">
                  <a:moveTo>
                    <a:pt x="49786" y="94698"/>
                  </a:moveTo>
                  <a:lnTo>
                    <a:pt x="0" y="139372"/>
                  </a:lnTo>
                  <a:lnTo>
                    <a:pt x="49786" y="0"/>
                  </a:lnTo>
                  <a:lnTo>
                    <a:pt x="100226" y="139372"/>
                  </a:lnTo>
                  <a:lnTo>
                    <a:pt x="49786" y="94698"/>
                  </a:lnTo>
                  <a:close/>
                </a:path>
              </a:pathLst>
            </a:custGeom>
            <a:ln w="6115">
              <a:solidFill>
                <a:srgbClr val="000000"/>
              </a:solidFill>
            </a:ln>
          </p:spPr>
          <p:txBody>
            <a:bodyPr wrap="square" lIns="0" tIns="0" rIns="0" bIns="0" rtlCol="0"/>
            <a:lstStyle/>
            <a:p/>
          </p:txBody>
        </p:sp>
        <p:sp>
          <p:nvSpPr>
            <p:cNvPr id="42" name="object 42" descr=""/>
            <p:cNvSpPr/>
            <p:nvPr/>
          </p:nvSpPr>
          <p:spPr>
            <a:xfrm>
              <a:off x="3989696" y="2229923"/>
              <a:ext cx="107314" cy="727710"/>
            </a:xfrm>
            <a:custGeom>
              <a:avLst/>
              <a:gdLst/>
              <a:ahLst/>
              <a:cxnLst/>
              <a:rect l="l" t="t" r="r" b="b"/>
              <a:pathLst>
                <a:path w="107314" h="727710">
                  <a:moveTo>
                    <a:pt x="50465" y="89579"/>
                  </a:moveTo>
                  <a:lnTo>
                    <a:pt x="37516" y="102356"/>
                  </a:lnTo>
                  <a:lnTo>
                    <a:pt x="37516" y="721524"/>
                  </a:lnTo>
                  <a:lnTo>
                    <a:pt x="43990" y="721524"/>
                  </a:lnTo>
                  <a:lnTo>
                    <a:pt x="43990" y="727341"/>
                  </a:lnTo>
                  <a:lnTo>
                    <a:pt x="56914" y="727341"/>
                  </a:lnTo>
                  <a:lnTo>
                    <a:pt x="62735" y="721524"/>
                  </a:lnTo>
                  <a:lnTo>
                    <a:pt x="62735" y="100439"/>
                  </a:lnTo>
                  <a:lnTo>
                    <a:pt x="50465" y="89579"/>
                  </a:lnTo>
                  <a:close/>
                </a:path>
                <a:path w="107314" h="727710">
                  <a:moveTo>
                    <a:pt x="50465" y="0"/>
                  </a:moveTo>
                  <a:lnTo>
                    <a:pt x="0" y="139372"/>
                  </a:lnTo>
                  <a:lnTo>
                    <a:pt x="37516" y="102356"/>
                  </a:lnTo>
                  <a:lnTo>
                    <a:pt x="37516" y="89579"/>
                  </a:lnTo>
                  <a:lnTo>
                    <a:pt x="50465" y="77946"/>
                  </a:lnTo>
                  <a:lnTo>
                    <a:pt x="81930" y="77946"/>
                  </a:lnTo>
                  <a:lnTo>
                    <a:pt x="50465" y="0"/>
                  </a:lnTo>
                  <a:close/>
                </a:path>
                <a:path w="107314" h="727710">
                  <a:moveTo>
                    <a:pt x="81930" y="77946"/>
                  </a:moveTo>
                  <a:lnTo>
                    <a:pt x="50465" y="77946"/>
                  </a:lnTo>
                  <a:lnTo>
                    <a:pt x="56914" y="83762"/>
                  </a:lnTo>
                  <a:lnTo>
                    <a:pt x="62735" y="83762"/>
                  </a:lnTo>
                  <a:lnTo>
                    <a:pt x="62735" y="100439"/>
                  </a:lnTo>
                  <a:lnTo>
                    <a:pt x="106726" y="139372"/>
                  </a:lnTo>
                  <a:lnTo>
                    <a:pt x="81930" y="77946"/>
                  </a:lnTo>
                  <a:close/>
                </a:path>
                <a:path w="107314" h="727710">
                  <a:moveTo>
                    <a:pt x="50465" y="77946"/>
                  </a:moveTo>
                  <a:lnTo>
                    <a:pt x="37516" y="89579"/>
                  </a:lnTo>
                  <a:lnTo>
                    <a:pt x="37516" y="102356"/>
                  </a:lnTo>
                  <a:lnTo>
                    <a:pt x="50465" y="89579"/>
                  </a:lnTo>
                  <a:lnTo>
                    <a:pt x="62735" y="89579"/>
                  </a:lnTo>
                  <a:lnTo>
                    <a:pt x="62735" y="83762"/>
                  </a:lnTo>
                  <a:lnTo>
                    <a:pt x="56914" y="83762"/>
                  </a:lnTo>
                  <a:lnTo>
                    <a:pt x="50465" y="77946"/>
                  </a:lnTo>
                  <a:close/>
                </a:path>
                <a:path w="107314" h="727710">
                  <a:moveTo>
                    <a:pt x="62735" y="89579"/>
                  </a:moveTo>
                  <a:lnTo>
                    <a:pt x="50465" y="89579"/>
                  </a:lnTo>
                  <a:lnTo>
                    <a:pt x="62735" y="100439"/>
                  </a:lnTo>
                  <a:lnTo>
                    <a:pt x="62735" y="89579"/>
                  </a:lnTo>
                  <a:close/>
                </a:path>
              </a:pathLst>
            </a:custGeom>
            <a:solidFill>
              <a:srgbClr val="000000"/>
            </a:solidFill>
          </p:spPr>
          <p:txBody>
            <a:bodyPr wrap="square" lIns="0" tIns="0" rIns="0" bIns="0" rtlCol="0"/>
            <a:lstStyle/>
            <a:p/>
          </p:txBody>
        </p:sp>
        <p:sp>
          <p:nvSpPr>
            <p:cNvPr id="43" name="object 43" descr=""/>
            <p:cNvSpPr/>
            <p:nvPr/>
          </p:nvSpPr>
          <p:spPr>
            <a:xfrm>
              <a:off x="3989696" y="2229923"/>
              <a:ext cx="107314" cy="727710"/>
            </a:xfrm>
            <a:custGeom>
              <a:avLst/>
              <a:gdLst/>
              <a:ahLst/>
              <a:cxnLst/>
              <a:rect l="l" t="t" r="r" b="b"/>
              <a:pathLst>
                <a:path w="107314" h="727710">
                  <a:moveTo>
                    <a:pt x="37516" y="716405"/>
                  </a:moveTo>
                  <a:lnTo>
                    <a:pt x="37516" y="89579"/>
                  </a:lnTo>
                  <a:lnTo>
                    <a:pt x="43990" y="83762"/>
                  </a:lnTo>
                  <a:lnTo>
                    <a:pt x="50465" y="77946"/>
                  </a:lnTo>
                  <a:lnTo>
                    <a:pt x="56914" y="83762"/>
                  </a:lnTo>
                  <a:lnTo>
                    <a:pt x="62735" y="83762"/>
                  </a:lnTo>
                  <a:lnTo>
                    <a:pt x="62735" y="89579"/>
                  </a:lnTo>
                  <a:lnTo>
                    <a:pt x="62735" y="716405"/>
                  </a:lnTo>
                  <a:lnTo>
                    <a:pt x="62735" y="721524"/>
                  </a:lnTo>
                  <a:lnTo>
                    <a:pt x="56914" y="727341"/>
                  </a:lnTo>
                  <a:lnTo>
                    <a:pt x="50465" y="727341"/>
                  </a:lnTo>
                  <a:lnTo>
                    <a:pt x="43990" y="727341"/>
                  </a:lnTo>
                  <a:lnTo>
                    <a:pt x="43990" y="721524"/>
                  </a:lnTo>
                  <a:lnTo>
                    <a:pt x="37516" y="721524"/>
                  </a:lnTo>
                  <a:lnTo>
                    <a:pt x="37516" y="716405"/>
                  </a:lnTo>
                  <a:close/>
                </a:path>
                <a:path w="107314" h="727710">
                  <a:moveTo>
                    <a:pt x="50465" y="89579"/>
                  </a:moveTo>
                  <a:lnTo>
                    <a:pt x="0" y="139372"/>
                  </a:lnTo>
                  <a:lnTo>
                    <a:pt x="50465" y="0"/>
                  </a:lnTo>
                  <a:lnTo>
                    <a:pt x="106726" y="139372"/>
                  </a:lnTo>
                  <a:lnTo>
                    <a:pt x="50465" y="89579"/>
                  </a:lnTo>
                  <a:close/>
                </a:path>
              </a:pathLst>
            </a:custGeom>
            <a:ln w="6115">
              <a:solidFill>
                <a:srgbClr val="000000"/>
              </a:solidFill>
            </a:ln>
          </p:spPr>
          <p:txBody>
            <a:bodyPr wrap="square" lIns="0" tIns="0" rIns="0" bIns="0" rtlCol="0"/>
            <a:lstStyle/>
            <a:p/>
          </p:txBody>
        </p:sp>
        <p:sp>
          <p:nvSpPr>
            <p:cNvPr id="44" name="object 44" descr=""/>
            <p:cNvSpPr/>
            <p:nvPr/>
          </p:nvSpPr>
          <p:spPr>
            <a:xfrm>
              <a:off x="4428795" y="2229923"/>
              <a:ext cx="107314" cy="727710"/>
            </a:xfrm>
            <a:custGeom>
              <a:avLst/>
              <a:gdLst/>
              <a:ahLst/>
              <a:cxnLst/>
              <a:rect l="l" t="t" r="r" b="b"/>
              <a:pathLst>
                <a:path w="107314" h="727710">
                  <a:moveTo>
                    <a:pt x="50387" y="89579"/>
                  </a:moveTo>
                  <a:lnTo>
                    <a:pt x="38116" y="101705"/>
                  </a:lnTo>
                  <a:lnTo>
                    <a:pt x="38116" y="716405"/>
                  </a:lnTo>
                  <a:lnTo>
                    <a:pt x="50387" y="727341"/>
                  </a:lnTo>
                  <a:lnTo>
                    <a:pt x="56914" y="727341"/>
                  </a:lnTo>
                  <a:lnTo>
                    <a:pt x="62657" y="721524"/>
                  </a:lnTo>
                  <a:lnTo>
                    <a:pt x="69184" y="716405"/>
                  </a:lnTo>
                  <a:lnTo>
                    <a:pt x="69184" y="106177"/>
                  </a:lnTo>
                  <a:lnTo>
                    <a:pt x="50387" y="89579"/>
                  </a:lnTo>
                  <a:close/>
                </a:path>
                <a:path w="107314" h="727710">
                  <a:moveTo>
                    <a:pt x="50387" y="0"/>
                  </a:moveTo>
                  <a:lnTo>
                    <a:pt x="0" y="139372"/>
                  </a:lnTo>
                  <a:lnTo>
                    <a:pt x="38116" y="101705"/>
                  </a:lnTo>
                  <a:lnTo>
                    <a:pt x="38116" y="89579"/>
                  </a:lnTo>
                  <a:lnTo>
                    <a:pt x="43860" y="89579"/>
                  </a:lnTo>
                  <a:lnTo>
                    <a:pt x="43860" y="83762"/>
                  </a:lnTo>
                  <a:lnTo>
                    <a:pt x="50387" y="83762"/>
                  </a:lnTo>
                  <a:lnTo>
                    <a:pt x="50387" y="77946"/>
                  </a:lnTo>
                  <a:lnTo>
                    <a:pt x="81925" y="77946"/>
                  </a:lnTo>
                  <a:lnTo>
                    <a:pt x="50387" y="0"/>
                  </a:lnTo>
                  <a:close/>
                </a:path>
                <a:path w="107314" h="727710">
                  <a:moveTo>
                    <a:pt x="81925" y="77946"/>
                  </a:moveTo>
                  <a:lnTo>
                    <a:pt x="50387" y="77946"/>
                  </a:lnTo>
                  <a:lnTo>
                    <a:pt x="56914" y="83762"/>
                  </a:lnTo>
                  <a:lnTo>
                    <a:pt x="62657" y="83762"/>
                  </a:lnTo>
                  <a:lnTo>
                    <a:pt x="62657" y="89579"/>
                  </a:lnTo>
                  <a:lnTo>
                    <a:pt x="69184" y="89579"/>
                  </a:lnTo>
                  <a:lnTo>
                    <a:pt x="69184" y="106177"/>
                  </a:lnTo>
                  <a:lnTo>
                    <a:pt x="106779" y="139372"/>
                  </a:lnTo>
                  <a:lnTo>
                    <a:pt x="81925" y="77946"/>
                  </a:lnTo>
                  <a:close/>
                </a:path>
                <a:path w="107314" h="727710">
                  <a:moveTo>
                    <a:pt x="69184" y="89579"/>
                  </a:moveTo>
                  <a:lnTo>
                    <a:pt x="50387" y="89579"/>
                  </a:lnTo>
                  <a:lnTo>
                    <a:pt x="69184" y="106177"/>
                  </a:lnTo>
                  <a:lnTo>
                    <a:pt x="69184" y="89579"/>
                  </a:lnTo>
                  <a:close/>
                </a:path>
                <a:path w="107314" h="727710">
                  <a:moveTo>
                    <a:pt x="50387" y="89579"/>
                  </a:moveTo>
                  <a:lnTo>
                    <a:pt x="38116" y="89579"/>
                  </a:lnTo>
                  <a:lnTo>
                    <a:pt x="38116" y="101705"/>
                  </a:lnTo>
                  <a:lnTo>
                    <a:pt x="50387" y="89579"/>
                  </a:lnTo>
                  <a:close/>
                </a:path>
                <a:path w="107314" h="727710">
                  <a:moveTo>
                    <a:pt x="62657" y="83762"/>
                  </a:moveTo>
                  <a:lnTo>
                    <a:pt x="43860" y="83762"/>
                  </a:lnTo>
                  <a:lnTo>
                    <a:pt x="43860" y="89579"/>
                  </a:lnTo>
                  <a:lnTo>
                    <a:pt x="62657" y="89579"/>
                  </a:lnTo>
                  <a:lnTo>
                    <a:pt x="62657" y="83762"/>
                  </a:lnTo>
                  <a:close/>
                </a:path>
                <a:path w="107314" h="727710">
                  <a:moveTo>
                    <a:pt x="50387" y="77946"/>
                  </a:moveTo>
                  <a:lnTo>
                    <a:pt x="50387" y="83762"/>
                  </a:lnTo>
                  <a:lnTo>
                    <a:pt x="56914" y="83762"/>
                  </a:lnTo>
                  <a:lnTo>
                    <a:pt x="50387" y="77946"/>
                  </a:lnTo>
                  <a:close/>
                </a:path>
              </a:pathLst>
            </a:custGeom>
            <a:solidFill>
              <a:srgbClr val="000000"/>
            </a:solidFill>
          </p:spPr>
          <p:txBody>
            <a:bodyPr wrap="square" lIns="0" tIns="0" rIns="0" bIns="0" rtlCol="0"/>
            <a:lstStyle/>
            <a:p/>
          </p:txBody>
        </p:sp>
        <p:sp>
          <p:nvSpPr>
            <p:cNvPr id="45" name="object 45" descr=""/>
            <p:cNvSpPr/>
            <p:nvPr/>
          </p:nvSpPr>
          <p:spPr>
            <a:xfrm>
              <a:off x="4428795" y="2229923"/>
              <a:ext cx="107314" cy="727710"/>
            </a:xfrm>
            <a:custGeom>
              <a:avLst/>
              <a:gdLst/>
              <a:ahLst/>
              <a:cxnLst/>
              <a:rect l="l" t="t" r="r" b="b"/>
              <a:pathLst>
                <a:path w="107314" h="727710">
                  <a:moveTo>
                    <a:pt x="38116" y="716405"/>
                  </a:moveTo>
                  <a:lnTo>
                    <a:pt x="38116" y="89579"/>
                  </a:lnTo>
                  <a:lnTo>
                    <a:pt x="43860" y="89579"/>
                  </a:lnTo>
                  <a:lnTo>
                    <a:pt x="43860" y="83762"/>
                  </a:lnTo>
                  <a:lnTo>
                    <a:pt x="50387" y="83762"/>
                  </a:lnTo>
                  <a:lnTo>
                    <a:pt x="50387" y="77946"/>
                  </a:lnTo>
                  <a:lnTo>
                    <a:pt x="56914" y="83762"/>
                  </a:lnTo>
                  <a:lnTo>
                    <a:pt x="62657" y="83762"/>
                  </a:lnTo>
                  <a:lnTo>
                    <a:pt x="62657" y="89579"/>
                  </a:lnTo>
                  <a:lnTo>
                    <a:pt x="69184" y="89579"/>
                  </a:lnTo>
                  <a:lnTo>
                    <a:pt x="69184" y="716405"/>
                  </a:lnTo>
                  <a:lnTo>
                    <a:pt x="62657" y="721524"/>
                  </a:lnTo>
                  <a:lnTo>
                    <a:pt x="56914" y="727341"/>
                  </a:lnTo>
                  <a:lnTo>
                    <a:pt x="50387" y="727341"/>
                  </a:lnTo>
                  <a:lnTo>
                    <a:pt x="43860" y="721524"/>
                  </a:lnTo>
                  <a:lnTo>
                    <a:pt x="38116" y="716405"/>
                  </a:lnTo>
                  <a:close/>
                </a:path>
                <a:path w="107314" h="727710">
                  <a:moveTo>
                    <a:pt x="50387" y="89579"/>
                  </a:moveTo>
                  <a:lnTo>
                    <a:pt x="0" y="139372"/>
                  </a:lnTo>
                  <a:lnTo>
                    <a:pt x="50387" y="0"/>
                  </a:lnTo>
                  <a:lnTo>
                    <a:pt x="106779" y="139372"/>
                  </a:lnTo>
                  <a:lnTo>
                    <a:pt x="50387" y="89579"/>
                  </a:lnTo>
                  <a:close/>
                </a:path>
              </a:pathLst>
            </a:custGeom>
            <a:ln w="6115">
              <a:solidFill>
                <a:srgbClr val="000000"/>
              </a:solidFill>
            </a:ln>
          </p:spPr>
          <p:txBody>
            <a:bodyPr wrap="square" lIns="0" tIns="0" rIns="0" bIns="0" rtlCol="0"/>
            <a:lstStyle/>
            <a:p/>
          </p:txBody>
        </p:sp>
        <p:sp>
          <p:nvSpPr>
            <p:cNvPr id="46" name="object 46" descr=""/>
            <p:cNvSpPr/>
            <p:nvPr/>
          </p:nvSpPr>
          <p:spPr>
            <a:xfrm>
              <a:off x="4862177" y="2246443"/>
              <a:ext cx="106680" cy="291465"/>
            </a:xfrm>
            <a:custGeom>
              <a:avLst/>
              <a:gdLst/>
              <a:ahLst/>
              <a:cxnLst/>
              <a:rect l="l" t="t" r="r" b="b"/>
              <a:pathLst>
                <a:path w="106679" h="291464">
                  <a:moveTo>
                    <a:pt x="49603" y="95396"/>
                  </a:moveTo>
                  <a:lnTo>
                    <a:pt x="37333" y="106447"/>
                  </a:lnTo>
                  <a:lnTo>
                    <a:pt x="37333" y="285491"/>
                  </a:lnTo>
                  <a:lnTo>
                    <a:pt x="43860" y="291076"/>
                  </a:lnTo>
                  <a:lnTo>
                    <a:pt x="62657" y="291076"/>
                  </a:lnTo>
                  <a:lnTo>
                    <a:pt x="62657" y="105642"/>
                  </a:lnTo>
                  <a:lnTo>
                    <a:pt x="49603" y="95396"/>
                  </a:lnTo>
                  <a:close/>
                </a:path>
                <a:path w="106679" h="291464">
                  <a:moveTo>
                    <a:pt x="49603" y="0"/>
                  </a:moveTo>
                  <a:lnTo>
                    <a:pt x="0" y="140070"/>
                  </a:lnTo>
                  <a:lnTo>
                    <a:pt x="37333" y="106447"/>
                  </a:lnTo>
                  <a:lnTo>
                    <a:pt x="37333" y="89579"/>
                  </a:lnTo>
                  <a:lnTo>
                    <a:pt x="43860" y="89579"/>
                  </a:lnTo>
                  <a:lnTo>
                    <a:pt x="43860" y="83995"/>
                  </a:lnTo>
                  <a:lnTo>
                    <a:pt x="83733" y="83995"/>
                  </a:lnTo>
                  <a:lnTo>
                    <a:pt x="49603" y="0"/>
                  </a:lnTo>
                  <a:close/>
                </a:path>
                <a:path w="106679" h="291464">
                  <a:moveTo>
                    <a:pt x="83733" y="83995"/>
                  </a:moveTo>
                  <a:lnTo>
                    <a:pt x="56130" y="83995"/>
                  </a:lnTo>
                  <a:lnTo>
                    <a:pt x="62657" y="89579"/>
                  </a:lnTo>
                  <a:lnTo>
                    <a:pt x="62657" y="105642"/>
                  </a:lnTo>
                  <a:lnTo>
                    <a:pt x="106517" y="140070"/>
                  </a:lnTo>
                  <a:lnTo>
                    <a:pt x="83733" y="83995"/>
                  </a:lnTo>
                  <a:close/>
                </a:path>
                <a:path w="106679" h="291464">
                  <a:moveTo>
                    <a:pt x="56130" y="83995"/>
                  </a:moveTo>
                  <a:lnTo>
                    <a:pt x="43860" y="83995"/>
                  </a:lnTo>
                  <a:lnTo>
                    <a:pt x="43860" y="89579"/>
                  </a:lnTo>
                  <a:lnTo>
                    <a:pt x="37333" y="89579"/>
                  </a:lnTo>
                  <a:lnTo>
                    <a:pt x="37333" y="106447"/>
                  </a:lnTo>
                  <a:lnTo>
                    <a:pt x="49603" y="95396"/>
                  </a:lnTo>
                  <a:lnTo>
                    <a:pt x="62657" y="95396"/>
                  </a:lnTo>
                  <a:lnTo>
                    <a:pt x="62657" y="89579"/>
                  </a:lnTo>
                  <a:lnTo>
                    <a:pt x="56130" y="83995"/>
                  </a:lnTo>
                  <a:close/>
                </a:path>
                <a:path w="106679" h="291464">
                  <a:moveTo>
                    <a:pt x="62657" y="95396"/>
                  </a:moveTo>
                  <a:lnTo>
                    <a:pt x="49603" y="95396"/>
                  </a:lnTo>
                  <a:lnTo>
                    <a:pt x="62657" y="105642"/>
                  </a:lnTo>
                  <a:lnTo>
                    <a:pt x="62657" y="95396"/>
                  </a:lnTo>
                  <a:close/>
                </a:path>
              </a:pathLst>
            </a:custGeom>
            <a:solidFill>
              <a:srgbClr val="000000"/>
            </a:solidFill>
          </p:spPr>
          <p:txBody>
            <a:bodyPr wrap="square" lIns="0" tIns="0" rIns="0" bIns="0" rtlCol="0"/>
            <a:lstStyle/>
            <a:p/>
          </p:txBody>
        </p:sp>
        <p:pic>
          <p:nvPicPr>
            <p:cNvPr id="47" name="object 47" descr=""/>
            <p:cNvPicPr/>
            <p:nvPr/>
          </p:nvPicPr>
          <p:blipFill>
            <a:blip r:embed="rId4" cstate="print"/>
            <a:stretch>
              <a:fillRect/>
            </a:stretch>
          </p:blipFill>
          <p:spPr>
            <a:xfrm>
              <a:off x="4859054" y="2243320"/>
              <a:ext cx="112763" cy="297428"/>
            </a:xfrm>
            <a:prstGeom prst="rect">
              <a:avLst/>
            </a:prstGeom>
          </p:spPr>
        </p:pic>
        <p:pic>
          <p:nvPicPr>
            <p:cNvPr id="48" name="object 48" descr=""/>
            <p:cNvPicPr/>
            <p:nvPr/>
          </p:nvPicPr>
          <p:blipFill>
            <a:blip r:embed="rId5" cstate="print"/>
            <a:stretch>
              <a:fillRect/>
            </a:stretch>
          </p:blipFill>
          <p:spPr>
            <a:xfrm>
              <a:off x="4475266" y="3401534"/>
              <a:ext cx="432624" cy="447759"/>
            </a:xfrm>
            <a:prstGeom prst="rect">
              <a:avLst/>
            </a:prstGeom>
          </p:spPr>
        </p:pic>
        <p:sp>
          <p:nvSpPr>
            <p:cNvPr id="49" name="object 49" descr=""/>
            <p:cNvSpPr/>
            <p:nvPr/>
          </p:nvSpPr>
          <p:spPr>
            <a:xfrm>
              <a:off x="4475266" y="3401534"/>
              <a:ext cx="433070" cy="448309"/>
            </a:xfrm>
            <a:custGeom>
              <a:avLst/>
              <a:gdLst/>
              <a:ahLst/>
              <a:cxnLst/>
              <a:rect l="l" t="t" r="r" b="b"/>
              <a:pathLst>
                <a:path w="433070" h="448310">
                  <a:moveTo>
                    <a:pt x="0" y="447759"/>
                  </a:moveTo>
                  <a:lnTo>
                    <a:pt x="432624" y="447759"/>
                  </a:lnTo>
                  <a:lnTo>
                    <a:pt x="432624" y="0"/>
                  </a:lnTo>
                  <a:lnTo>
                    <a:pt x="0" y="0"/>
                  </a:lnTo>
                  <a:lnTo>
                    <a:pt x="0" y="447759"/>
                  </a:lnTo>
                  <a:close/>
                </a:path>
              </a:pathLst>
            </a:custGeom>
            <a:ln w="17769">
              <a:solidFill>
                <a:srgbClr val="000000"/>
              </a:solidFill>
            </a:ln>
          </p:spPr>
          <p:txBody>
            <a:bodyPr wrap="square" lIns="0" tIns="0" rIns="0" bIns="0" rtlCol="0"/>
            <a:lstStyle/>
            <a:p/>
          </p:txBody>
        </p:sp>
        <p:pic>
          <p:nvPicPr>
            <p:cNvPr id="50" name="object 50" descr=""/>
            <p:cNvPicPr/>
            <p:nvPr/>
          </p:nvPicPr>
          <p:blipFill>
            <a:blip r:embed="rId6" cstate="print"/>
            <a:stretch>
              <a:fillRect/>
            </a:stretch>
          </p:blipFill>
          <p:spPr>
            <a:xfrm>
              <a:off x="4908126" y="2976274"/>
              <a:ext cx="859453" cy="414463"/>
            </a:xfrm>
            <a:prstGeom prst="rect">
              <a:avLst/>
            </a:prstGeom>
          </p:spPr>
        </p:pic>
        <p:sp>
          <p:nvSpPr>
            <p:cNvPr id="51" name="object 51" descr=""/>
            <p:cNvSpPr/>
            <p:nvPr/>
          </p:nvSpPr>
          <p:spPr>
            <a:xfrm>
              <a:off x="4908126" y="2976274"/>
              <a:ext cx="859790" cy="414655"/>
            </a:xfrm>
            <a:custGeom>
              <a:avLst/>
              <a:gdLst/>
              <a:ahLst/>
              <a:cxnLst/>
              <a:rect l="l" t="t" r="r" b="b"/>
              <a:pathLst>
                <a:path w="859789" h="414654">
                  <a:moveTo>
                    <a:pt x="0" y="414463"/>
                  </a:moveTo>
                  <a:lnTo>
                    <a:pt x="859453" y="414463"/>
                  </a:lnTo>
                  <a:lnTo>
                    <a:pt x="859453" y="0"/>
                  </a:lnTo>
                  <a:lnTo>
                    <a:pt x="0" y="0"/>
                  </a:lnTo>
                  <a:lnTo>
                    <a:pt x="0" y="414463"/>
                  </a:lnTo>
                  <a:close/>
                </a:path>
              </a:pathLst>
            </a:custGeom>
            <a:ln w="17098">
              <a:solidFill>
                <a:srgbClr val="000000"/>
              </a:solidFill>
            </a:ln>
          </p:spPr>
          <p:txBody>
            <a:bodyPr wrap="square" lIns="0" tIns="0" rIns="0" bIns="0" rtlCol="0"/>
            <a:lstStyle/>
            <a:p/>
          </p:txBody>
        </p:sp>
        <p:pic>
          <p:nvPicPr>
            <p:cNvPr id="52" name="object 52" descr=""/>
            <p:cNvPicPr/>
            <p:nvPr/>
          </p:nvPicPr>
          <p:blipFill>
            <a:blip r:embed="rId7" cstate="print"/>
            <a:stretch>
              <a:fillRect/>
            </a:stretch>
          </p:blipFill>
          <p:spPr>
            <a:xfrm>
              <a:off x="5767580" y="2545104"/>
              <a:ext cx="452022" cy="447759"/>
            </a:xfrm>
            <a:prstGeom prst="rect">
              <a:avLst/>
            </a:prstGeom>
          </p:spPr>
        </p:pic>
        <p:sp>
          <p:nvSpPr>
            <p:cNvPr id="53" name="object 53" descr=""/>
            <p:cNvSpPr/>
            <p:nvPr/>
          </p:nvSpPr>
          <p:spPr>
            <a:xfrm>
              <a:off x="5767580" y="2545104"/>
              <a:ext cx="452120" cy="448309"/>
            </a:xfrm>
            <a:custGeom>
              <a:avLst/>
              <a:gdLst/>
              <a:ahLst/>
              <a:cxnLst/>
              <a:rect l="l" t="t" r="r" b="b"/>
              <a:pathLst>
                <a:path w="452120" h="448310">
                  <a:moveTo>
                    <a:pt x="0" y="447759"/>
                  </a:moveTo>
                  <a:lnTo>
                    <a:pt x="452022" y="447759"/>
                  </a:lnTo>
                  <a:lnTo>
                    <a:pt x="452022" y="0"/>
                  </a:lnTo>
                  <a:lnTo>
                    <a:pt x="0" y="0"/>
                  </a:lnTo>
                  <a:lnTo>
                    <a:pt x="0" y="447759"/>
                  </a:lnTo>
                  <a:close/>
                </a:path>
              </a:pathLst>
            </a:custGeom>
            <a:ln w="17724">
              <a:solidFill>
                <a:srgbClr val="000000"/>
              </a:solidFill>
            </a:ln>
          </p:spPr>
          <p:txBody>
            <a:bodyPr wrap="square" lIns="0" tIns="0" rIns="0" bIns="0" rtlCol="0"/>
            <a:lstStyle/>
            <a:p/>
          </p:txBody>
        </p:sp>
        <p:sp>
          <p:nvSpPr>
            <p:cNvPr id="54" name="object 54" descr=""/>
            <p:cNvSpPr/>
            <p:nvPr/>
          </p:nvSpPr>
          <p:spPr>
            <a:xfrm>
              <a:off x="6167022" y="2246443"/>
              <a:ext cx="100330" cy="291465"/>
            </a:xfrm>
            <a:custGeom>
              <a:avLst/>
              <a:gdLst/>
              <a:ahLst/>
              <a:cxnLst/>
              <a:rect l="l" t="t" r="r" b="b"/>
              <a:pathLst>
                <a:path w="100329" h="291464">
                  <a:moveTo>
                    <a:pt x="49865" y="95396"/>
                  </a:moveTo>
                  <a:lnTo>
                    <a:pt x="37594" y="106389"/>
                  </a:lnTo>
                  <a:lnTo>
                    <a:pt x="37594" y="291076"/>
                  </a:lnTo>
                  <a:lnTo>
                    <a:pt x="56391" y="291076"/>
                  </a:lnTo>
                  <a:lnTo>
                    <a:pt x="62918" y="285491"/>
                  </a:lnTo>
                  <a:lnTo>
                    <a:pt x="62918" y="106970"/>
                  </a:lnTo>
                  <a:lnTo>
                    <a:pt x="49865" y="95396"/>
                  </a:lnTo>
                  <a:close/>
                </a:path>
                <a:path w="100329" h="291464">
                  <a:moveTo>
                    <a:pt x="49865" y="0"/>
                  </a:moveTo>
                  <a:lnTo>
                    <a:pt x="0" y="140070"/>
                  </a:lnTo>
                  <a:lnTo>
                    <a:pt x="37594" y="106389"/>
                  </a:lnTo>
                  <a:lnTo>
                    <a:pt x="37594" y="89579"/>
                  </a:lnTo>
                  <a:lnTo>
                    <a:pt x="44121" y="83995"/>
                  </a:lnTo>
                  <a:lnTo>
                    <a:pt x="80080" y="83995"/>
                  </a:lnTo>
                  <a:lnTo>
                    <a:pt x="49865" y="0"/>
                  </a:lnTo>
                  <a:close/>
                </a:path>
                <a:path w="100329" h="291464">
                  <a:moveTo>
                    <a:pt x="80080" y="83995"/>
                  </a:moveTo>
                  <a:lnTo>
                    <a:pt x="56391" y="83995"/>
                  </a:lnTo>
                  <a:lnTo>
                    <a:pt x="56391" y="89579"/>
                  </a:lnTo>
                  <a:lnTo>
                    <a:pt x="62918" y="89579"/>
                  </a:lnTo>
                  <a:lnTo>
                    <a:pt x="62918" y="106970"/>
                  </a:lnTo>
                  <a:lnTo>
                    <a:pt x="100252" y="140070"/>
                  </a:lnTo>
                  <a:lnTo>
                    <a:pt x="80080" y="83995"/>
                  </a:lnTo>
                  <a:close/>
                </a:path>
                <a:path w="100329" h="291464">
                  <a:moveTo>
                    <a:pt x="62918" y="95396"/>
                  </a:moveTo>
                  <a:lnTo>
                    <a:pt x="49865" y="95396"/>
                  </a:lnTo>
                  <a:lnTo>
                    <a:pt x="62918" y="106970"/>
                  </a:lnTo>
                  <a:lnTo>
                    <a:pt x="62918" y="95396"/>
                  </a:lnTo>
                  <a:close/>
                </a:path>
                <a:path w="100329" h="291464">
                  <a:moveTo>
                    <a:pt x="56391" y="83995"/>
                  </a:moveTo>
                  <a:lnTo>
                    <a:pt x="44121" y="83995"/>
                  </a:lnTo>
                  <a:lnTo>
                    <a:pt x="37594" y="89579"/>
                  </a:lnTo>
                  <a:lnTo>
                    <a:pt x="37594" y="106389"/>
                  </a:lnTo>
                  <a:lnTo>
                    <a:pt x="49865" y="95396"/>
                  </a:lnTo>
                  <a:lnTo>
                    <a:pt x="62918" y="95396"/>
                  </a:lnTo>
                  <a:lnTo>
                    <a:pt x="62918" y="89579"/>
                  </a:lnTo>
                  <a:lnTo>
                    <a:pt x="56391" y="89579"/>
                  </a:lnTo>
                  <a:lnTo>
                    <a:pt x="56391" y="83995"/>
                  </a:lnTo>
                  <a:close/>
                </a:path>
              </a:pathLst>
            </a:custGeom>
            <a:solidFill>
              <a:srgbClr val="000000"/>
            </a:solidFill>
          </p:spPr>
          <p:txBody>
            <a:bodyPr wrap="square" lIns="0" tIns="0" rIns="0" bIns="0" rtlCol="0"/>
            <a:lstStyle/>
            <a:p/>
          </p:txBody>
        </p:sp>
        <p:pic>
          <p:nvPicPr>
            <p:cNvPr id="55" name="object 55" descr=""/>
            <p:cNvPicPr/>
            <p:nvPr/>
          </p:nvPicPr>
          <p:blipFill>
            <a:blip r:embed="rId8" cstate="print"/>
            <a:stretch>
              <a:fillRect/>
            </a:stretch>
          </p:blipFill>
          <p:spPr>
            <a:xfrm>
              <a:off x="6163890" y="2243311"/>
              <a:ext cx="106515" cy="297437"/>
            </a:xfrm>
            <a:prstGeom prst="rect">
              <a:avLst/>
            </a:prstGeom>
          </p:spPr>
        </p:pic>
        <p:pic>
          <p:nvPicPr>
            <p:cNvPr id="56" name="object 56" descr=""/>
            <p:cNvPicPr/>
            <p:nvPr/>
          </p:nvPicPr>
          <p:blipFill>
            <a:blip r:embed="rId9" cstate="print"/>
            <a:stretch>
              <a:fillRect/>
            </a:stretch>
          </p:blipFill>
          <p:spPr>
            <a:xfrm>
              <a:off x="4902121" y="4263780"/>
              <a:ext cx="444921" cy="419629"/>
            </a:xfrm>
            <a:prstGeom prst="rect">
              <a:avLst/>
            </a:prstGeom>
          </p:spPr>
        </p:pic>
        <p:sp>
          <p:nvSpPr>
            <p:cNvPr id="57" name="object 57" descr=""/>
            <p:cNvSpPr/>
            <p:nvPr/>
          </p:nvSpPr>
          <p:spPr>
            <a:xfrm>
              <a:off x="4902121" y="4263780"/>
              <a:ext cx="445134" cy="419734"/>
            </a:xfrm>
            <a:custGeom>
              <a:avLst/>
              <a:gdLst/>
              <a:ahLst/>
              <a:cxnLst/>
              <a:rect l="l" t="t" r="r" b="b"/>
              <a:pathLst>
                <a:path w="445135" h="419735">
                  <a:moveTo>
                    <a:pt x="0" y="419629"/>
                  </a:moveTo>
                  <a:lnTo>
                    <a:pt x="444921" y="419629"/>
                  </a:lnTo>
                  <a:lnTo>
                    <a:pt x="444921" y="0"/>
                  </a:lnTo>
                  <a:lnTo>
                    <a:pt x="0" y="0"/>
                  </a:lnTo>
                  <a:lnTo>
                    <a:pt x="0" y="419629"/>
                  </a:lnTo>
                  <a:close/>
                </a:path>
              </a:pathLst>
            </a:custGeom>
            <a:ln w="17674">
              <a:solidFill>
                <a:srgbClr val="000000"/>
              </a:solidFill>
            </a:ln>
          </p:spPr>
          <p:txBody>
            <a:bodyPr wrap="square" lIns="0" tIns="0" rIns="0" bIns="0" rtlCol="0"/>
            <a:lstStyle/>
            <a:p/>
          </p:txBody>
        </p:sp>
        <p:pic>
          <p:nvPicPr>
            <p:cNvPr id="58" name="object 58" descr=""/>
            <p:cNvPicPr/>
            <p:nvPr/>
          </p:nvPicPr>
          <p:blipFill>
            <a:blip r:embed="rId10" cstate="print"/>
            <a:stretch>
              <a:fillRect/>
            </a:stretch>
          </p:blipFill>
          <p:spPr>
            <a:xfrm>
              <a:off x="5767580" y="2976274"/>
              <a:ext cx="860106" cy="414463"/>
            </a:xfrm>
            <a:prstGeom prst="rect">
              <a:avLst/>
            </a:prstGeom>
          </p:spPr>
        </p:pic>
        <p:sp>
          <p:nvSpPr>
            <p:cNvPr id="59" name="object 59" descr=""/>
            <p:cNvSpPr/>
            <p:nvPr/>
          </p:nvSpPr>
          <p:spPr>
            <a:xfrm>
              <a:off x="5767580" y="2976274"/>
              <a:ext cx="860425" cy="414655"/>
            </a:xfrm>
            <a:custGeom>
              <a:avLst/>
              <a:gdLst/>
              <a:ahLst/>
              <a:cxnLst/>
              <a:rect l="l" t="t" r="r" b="b"/>
              <a:pathLst>
                <a:path w="860425" h="414654">
                  <a:moveTo>
                    <a:pt x="0" y="414463"/>
                  </a:moveTo>
                  <a:lnTo>
                    <a:pt x="860106" y="414463"/>
                  </a:lnTo>
                  <a:lnTo>
                    <a:pt x="860106" y="0"/>
                  </a:lnTo>
                  <a:lnTo>
                    <a:pt x="0" y="0"/>
                  </a:lnTo>
                  <a:lnTo>
                    <a:pt x="0" y="414463"/>
                  </a:lnTo>
                  <a:close/>
                </a:path>
              </a:pathLst>
            </a:custGeom>
            <a:ln w="17098">
              <a:solidFill>
                <a:srgbClr val="000000"/>
              </a:solidFill>
            </a:ln>
          </p:spPr>
          <p:txBody>
            <a:bodyPr wrap="square" lIns="0" tIns="0" rIns="0" bIns="0" rtlCol="0"/>
            <a:lstStyle/>
            <a:p/>
          </p:txBody>
        </p:sp>
        <p:pic>
          <p:nvPicPr>
            <p:cNvPr id="60" name="object 60" descr=""/>
            <p:cNvPicPr/>
            <p:nvPr/>
          </p:nvPicPr>
          <p:blipFill>
            <a:blip r:embed="rId11" cstate="print"/>
            <a:stretch>
              <a:fillRect/>
            </a:stretch>
          </p:blipFill>
          <p:spPr>
            <a:xfrm>
              <a:off x="6627556" y="2522767"/>
              <a:ext cx="451396" cy="447759"/>
            </a:xfrm>
            <a:prstGeom prst="rect">
              <a:avLst/>
            </a:prstGeom>
          </p:spPr>
        </p:pic>
        <p:sp>
          <p:nvSpPr>
            <p:cNvPr id="61" name="object 61" descr=""/>
            <p:cNvSpPr/>
            <p:nvPr/>
          </p:nvSpPr>
          <p:spPr>
            <a:xfrm>
              <a:off x="6627556" y="2522767"/>
              <a:ext cx="451484" cy="448309"/>
            </a:xfrm>
            <a:custGeom>
              <a:avLst/>
              <a:gdLst/>
              <a:ahLst/>
              <a:cxnLst/>
              <a:rect l="l" t="t" r="r" b="b"/>
              <a:pathLst>
                <a:path w="451484" h="448310">
                  <a:moveTo>
                    <a:pt x="0" y="447759"/>
                  </a:moveTo>
                  <a:lnTo>
                    <a:pt x="451396" y="447759"/>
                  </a:lnTo>
                  <a:lnTo>
                    <a:pt x="451396" y="0"/>
                  </a:lnTo>
                  <a:lnTo>
                    <a:pt x="0" y="0"/>
                  </a:lnTo>
                  <a:lnTo>
                    <a:pt x="0" y="447759"/>
                  </a:lnTo>
                  <a:close/>
                </a:path>
              </a:pathLst>
            </a:custGeom>
            <a:ln w="17725">
              <a:solidFill>
                <a:srgbClr val="000000"/>
              </a:solidFill>
            </a:ln>
          </p:spPr>
          <p:txBody>
            <a:bodyPr wrap="square" lIns="0" tIns="0" rIns="0" bIns="0" rtlCol="0"/>
            <a:lstStyle/>
            <a:p/>
          </p:txBody>
        </p:sp>
        <p:sp>
          <p:nvSpPr>
            <p:cNvPr id="62" name="object 62" descr=""/>
            <p:cNvSpPr/>
            <p:nvPr/>
          </p:nvSpPr>
          <p:spPr>
            <a:xfrm>
              <a:off x="7020210" y="2246443"/>
              <a:ext cx="106680" cy="291465"/>
            </a:xfrm>
            <a:custGeom>
              <a:avLst/>
              <a:gdLst/>
              <a:ahLst/>
              <a:cxnLst/>
              <a:rect l="l" t="t" r="r" b="b"/>
              <a:pathLst>
                <a:path w="106679" h="291464">
                  <a:moveTo>
                    <a:pt x="56130" y="95396"/>
                  </a:moveTo>
                  <a:lnTo>
                    <a:pt x="37333" y="110357"/>
                  </a:lnTo>
                  <a:lnTo>
                    <a:pt x="37333" y="279675"/>
                  </a:lnTo>
                  <a:lnTo>
                    <a:pt x="43860" y="285491"/>
                  </a:lnTo>
                  <a:lnTo>
                    <a:pt x="43860" y="291076"/>
                  </a:lnTo>
                  <a:lnTo>
                    <a:pt x="62657" y="291076"/>
                  </a:lnTo>
                  <a:lnTo>
                    <a:pt x="62657" y="285491"/>
                  </a:lnTo>
                  <a:lnTo>
                    <a:pt x="69184" y="279675"/>
                  </a:lnTo>
                  <a:lnTo>
                    <a:pt x="69184" y="106970"/>
                  </a:lnTo>
                  <a:lnTo>
                    <a:pt x="56130" y="95396"/>
                  </a:lnTo>
                  <a:close/>
                </a:path>
                <a:path w="106679" h="291464">
                  <a:moveTo>
                    <a:pt x="56130" y="0"/>
                  </a:moveTo>
                  <a:lnTo>
                    <a:pt x="0" y="140070"/>
                  </a:lnTo>
                  <a:lnTo>
                    <a:pt x="37333" y="110357"/>
                  </a:lnTo>
                  <a:lnTo>
                    <a:pt x="37333" y="95396"/>
                  </a:lnTo>
                  <a:lnTo>
                    <a:pt x="43860" y="89579"/>
                  </a:lnTo>
                  <a:lnTo>
                    <a:pt x="50387" y="83995"/>
                  </a:lnTo>
                  <a:lnTo>
                    <a:pt x="86346" y="83995"/>
                  </a:lnTo>
                  <a:lnTo>
                    <a:pt x="56130" y="0"/>
                  </a:lnTo>
                  <a:close/>
                </a:path>
                <a:path w="106679" h="291464">
                  <a:moveTo>
                    <a:pt x="86346" y="83995"/>
                  </a:moveTo>
                  <a:lnTo>
                    <a:pt x="56130" y="83995"/>
                  </a:lnTo>
                  <a:lnTo>
                    <a:pt x="62657" y="89579"/>
                  </a:lnTo>
                  <a:lnTo>
                    <a:pt x="69184" y="95396"/>
                  </a:lnTo>
                  <a:lnTo>
                    <a:pt x="69184" y="106970"/>
                  </a:lnTo>
                  <a:lnTo>
                    <a:pt x="106517" y="140070"/>
                  </a:lnTo>
                  <a:lnTo>
                    <a:pt x="86346" y="83995"/>
                  </a:lnTo>
                  <a:close/>
                </a:path>
                <a:path w="106679" h="291464">
                  <a:moveTo>
                    <a:pt x="56130" y="83995"/>
                  </a:moveTo>
                  <a:lnTo>
                    <a:pt x="50387" y="83995"/>
                  </a:lnTo>
                  <a:lnTo>
                    <a:pt x="43860" y="89579"/>
                  </a:lnTo>
                  <a:lnTo>
                    <a:pt x="37333" y="95396"/>
                  </a:lnTo>
                  <a:lnTo>
                    <a:pt x="37333" y="110357"/>
                  </a:lnTo>
                  <a:lnTo>
                    <a:pt x="56130" y="95396"/>
                  </a:lnTo>
                  <a:lnTo>
                    <a:pt x="69184" y="95396"/>
                  </a:lnTo>
                  <a:lnTo>
                    <a:pt x="62657" y="89579"/>
                  </a:lnTo>
                  <a:lnTo>
                    <a:pt x="56130" y="83995"/>
                  </a:lnTo>
                  <a:close/>
                </a:path>
                <a:path w="106679" h="291464">
                  <a:moveTo>
                    <a:pt x="69184" y="95396"/>
                  </a:moveTo>
                  <a:lnTo>
                    <a:pt x="56130" y="95396"/>
                  </a:lnTo>
                  <a:lnTo>
                    <a:pt x="69184" y="106970"/>
                  </a:lnTo>
                  <a:lnTo>
                    <a:pt x="69184" y="95396"/>
                  </a:lnTo>
                  <a:close/>
                </a:path>
              </a:pathLst>
            </a:custGeom>
            <a:solidFill>
              <a:srgbClr val="000000"/>
            </a:solidFill>
          </p:spPr>
          <p:txBody>
            <a:bodyPr wrap="square" lIns="0" tIns="0" rIns="0" bIns="0" rtlCol="0"/>
            <a:lstStyle/>
            <a:p/>
          </p:txBody>
        </p:sp>
        <p:pic>
          <p:nvPicPr>
            <p:cNvPr id="63" name="object 63" descr=""/>
            <p:cNvPicPr/>
            <p:nvPr/>
          </p:nvPicPr>
          <p:blipFill>
            <a:blip r:embed="rId12" cstate="print"/>
            <a:stretch>
              <a:fillRect/>
            </a:stretch>
          </p:blipFill>
          <p:spPr>
            <a:xfrm>
              <a:off x="7017087" y="2243320"/>
              <a:ext cx="112763" cy="297425"/>
            </a:xfrm>
            <a:prstGeom prst="rect">
              <a:avLst/>
            </a:prstGeom>
          </p:spPr>
        </p:pic>
        <p:pic>
          <p:nvPicPr>
            <p:cNvPr id="64" name="object 64" descr=""/>
            <p:cNvPicPr/>
            <p:nvPr/>
          </p:nvPicPr>
          <p:blipFill>
            <a:blip r:embed="rId13" cstate="print"/>
            <a:stretch>
              <a:fillRect/>
            </a:stretch>
          </p:blipFill>
          <p:spPr>
            <a:xfrm>
              <a:off x="7066681" y="4263780"/>
              <a:ext cx="451396" cy="419629"/>
            </a:xfrm>
            <a:prstGeom prst="rect">
              <a:avLst/>
            </a:prstGeom>
          </p:spPr>
        </p:pic>
        <p:sp>
          <p:nvSpPr>
            <p:cNvPr id="65" name="object 65" descr=""/>
            <p:cNvSpPr/>
            <p:nvPr/>
          </p:nvSpPr>
          <p:spPr>
            <a:xfrm>
              <a:off x="7066681" y="4263780"/>
              <a:ext cx="451484" cy="419734"/>
            </a:xfrm>
            <a:custGeom>
              <a:avLst/>
              <a:gdLst/>
              <a:ahLst/>
              <a:cxnLst/>
              <a:rect l="l" t="t" r="r" b="b"/>
              <a:pathLst>
                <a:path w="451484" h="419735">
                  <a:moveTo>
                    <a:pt x="0" y="419629"/>
                  </a:moveTo>
                  <a:lnTo>
                    <a:pt x="451396" y="419629"/>
                  </a:lnTo>
                  <a:lnTo>
                    <a:pt x="451396" y="0"/>
                  </a:lnTo>
                  <a:lnTo>
                    <a:pt x="0" y="0"/>
                  </a:lnTo>
                  <a:lnTo>
                    <a:pt x="0" y="419629"/>
                  </a:lnTo>
                  <a:close/>
                </a:path>
              </a:pathLst>
            </a:custGeom>
            <a:ln w="17659">
              <a:solidFill>
                <a:srgbClr val="000000"/>
              </a:solidFill>
            </a:ln>
          </p:spPr>
          <p:txBody>
            <a:bodyPr wrap="square" lIns="0" tIns="0" rIns="0" bIns="0" rtlCol="0"/>
            <a:lstStyle/>
            <a:p/>
          </p:txBody>
        </p:sp>
        <p:pic>
          <p:nvPicPr>
            <p:cNvPr id="66" name="object 66" descr=""/>
            <p:cNvPicPr/>
            <p:nvPr/>
          </p:nvPicPr>
          <p:blipFill>
            <a:blip r:embed="rId14" cstate="print"/>
            <a:stretch>
              <a:fillRect/>
            </a:stretch>
          </p:blipFill>
          <p:spPr>
            <a:xfrm>
              <a:off x="7518077" y="3401534"/>
              <a:ext cx="433277" cy="447759"/>
            </a:xfrm>
            <a:prstGeom prst="rect">
              <a:avLst/>
            </a:prstGeom>
          </p:spPr>
        </p:pic>
        <p:sp>
          <p:nvSpPr>
            <p:cNvPr id="67" name="object 67" descr=""/>
            <p:cNvSpPr/>
            <p:nvPr/>
          </p:nvSpPr>
          <p:spPr>
            <a:xfrm>
              <a:off x="7518077" y="3401534"/>
              <a:ext cx="433705" cy="448309"/>
            </a:xfrm>
            <a:custGeom>
              <a:avLst/>
              <a:gdLst/>
              <a:ahLst/>
              <a:cxnLst/>
              <a:rect l="l" t="t" r="r" b="b"/>
              <a:pathLst>
                <a:path w="433704" h="448310">
                  <a:moveTo>
                    <a:pt x="0" y="447759"/>
                  </a:moveTo>
                  <a:lnTo>
                    <a:pt x="433277" y="447759"/>
                  </a:lnTo>
                  <a:lnTo>
                    <a:pt x="433277" y="0"/>
                  </a:lnTo>
                  <a:lnTo>
                    <a:pt x="0" y="0"/>
                  </a:lnTo>
                  <a:lnTo>
                    <a:pt x="0" y="447759"/>
                  </a:lnTo>
                  <a:close/>
                </a:path>
              </a:pathLst>
            </a:custGeom>
            <a:ln w="17767">
              <a:solidFill>
                <a:srgbClr val="000000"/>
              </a:solidFill>
            </a:ln>
          </p:spPr>
          <p:txBody>
            <a:bodyPr wrap="square" lIns="0" tIns="0" rIns="0" bIns="0" rtlCol="0"/>
            <a:lstStyle/>
            <a:p/>
          </p:txBody>
        </p:sp>
        <p:pic>
          <p:nvPicPr>
            <p:cNvPr id="68" name="object 68" descr=""/>
            <p:cNvPicPr/>
            <p:nvPr/>
          </p:nvPicPr>
          <p:blipFill>
            <a:blip r:embed="rId15" cstate="print"/>
            <a:stretch>
              <a:fillRect/>
            </a:stretch>
          </p:blipFill>
          <p:spPr>
            <a:xfrm>
              <a:off x="7951198" y="2976274"/>
              <a:ext cx="859453" cy="414463"/>
            </a:xfrm>
            <a:prstGeom prst="rect">
              <a:avLst/>
            </a:prstGeom>
          </p:spPr>
        </p:pic>
        <p:sp>
          <p:nvSpPr>
            <p:cNvPr id="69" name="object 69" descr=""/>
            <p:cNvSpPr/>
            <p:nvPr/>
          </p:nvSpPr>
          <p:spPr>
            <a:xfrm>
              <a:off x="7951198" y="2976274"/>
              <a:ext cx="859790" cy="414655"/>
            </a:xfrm>
            <a:custGeom>
              <a:avLst/>
              <a:gdLst/>
              <a:ahLst/>
              <a:cxnLst/>
              <a:rect l="l" t="t" r="r" b="b"/>
              <a:pathLst>
                <a:path w="859790" h="414654">
                  <a:moveTo>
                    <a:pt x="0" y="414463"/>
                  </a:moveTo>
                  <a:lnTo>
                    <a:pt x="859453" y="414463"/>
                  </a:lnTo>
                  <a:lnTo>
                    <a:pt x="859453" y="0"/>
                  </a:lnTo>
                  <a:lnTo>
                    <a:pt x="0" y="0"/>
                  </a:lnTo>
                  <a:lnTo>
                    <a:pt x="0" y="414463"/>
                  </a:lnTo>
                  <a:close/>
                </a:path>
              </a:pathLst>
            </a:custGeom>
            <a:ln w="17098">
              <a:solidFill>
                <a:srgbClr val="000000"/>
              </a:solidFill>
            </a:ln>
          </p:spPr>
          <p:txBody>
            <a:bodyPr wrap="square" lIns="0" tIns="0" rIns="0" bIns="0" rtlCol="0"/>
            <a:lstStyle/>
            <a:p/>
          </p:txBody>
        </p:sp>
        <p:pic>
          <p:nvPicPr>
            <p:cNvPr id="70" name="object 70" descr=""/>
            <p:cNvPicPr/>
            <p:nvPr/>
          </p:nvPicPr>
          <p:blipFill>
            <a:blip r:embed="rId16" cstate="print"/>
            <a:stretch>
              <a:fillRect/>
            </a:stretch>
          </p:blipFill>
          <p:spPr>
            <a:xfrm>
              <a:off x="8810652" y="2522767"/>
              <a:ext cx="451396" cy="447759"/>
            </a:xfrm>
            <a:prstGeom prst="rect">
              <a:avLst/>
            </a:prstGeom>
          </p:spPr>
        </p:pic>
        <p:sp>
          <p:nvSpPr>
            <p:cNvPr id="71" name="object 71" descr=""/>
            <p:cNvSpPr/>
            <p:nvPr/>
          </p:nvSpPr>
          <p:spPr>
            <a:xfrm>
              <a:off x="8810652" y="2522767"/>
              <a:ext cx="451484" cy="448309"/>
            </a:xfrm>
            <a:custGeom>
              <a:avLst/>
              <a:gdLst/>
              <a:ahLst/>
              <a:cxnLst/>
              <a:rect l="l" t="t" r="r" b="b"/>
              <a:pathLst>
                <a:path w="451484" h="448310">
                  <a:moveTo>
                    <a:pt x="0" y="447759"/>
                  </a:moveTo>
                  <a:lnTo>
                    <a:pt x="451396" y="447759"/>
                  </a:lnTo>
                  <a:lnTo>
                    <a:pt x="451396" y="0"/>
                  </a:lnTo>
                  <a:lnTo>
                    <a:pt x="0" y="0"/>
                  </a:lnTo>
                  <a:lnTo>
                    <a:pt x="0" y="447759"/>
                  </a:lnTo>
                  <a:close/>
                </a:path>
              </a:pathLst>
            </a:custGeom>
            <a:ln w="17725">
              <a:solidFill>
                <a:srgbClr val="000000"/>
              </a:solidFill>
            </a:ln>
          </p:spPr>
          <p:txBody>
            <a:bodyPr wrap="square" lIns="0" tIns="0" rIns="0" bIns="0" rtlCol="0"/>
            <a:lstStyle/>
            <a:p/>
          </p:txBody>
        </p:sp>
        <p:sp>
          <p:nvSpPr>
            <p:cNvPr id="72" name="object 72" descr=""/>
            <p:cNvSpPr/>
            <p:nvPr/>
          </p:nvSpPr>
          <p:spPr>
            <a:xfrm>
              <a:off x="9209833" y="2246443"/>
              <a:ext cx="100330" cy="291465"/>
            </a:xfrm>
            <a:custGeom>
              <a:avLst/>
              <a:gdLst/>
              <a:ahLst/>
              <a:cxnLst/>
              <a:rect l="l" t="t" r="r" b="b"/>
              <a:pathLst>
                <a:path w="100329" h="291464">
                  <a:moveTo>
                    <a:pt x="49865" y="95396"/>
                  </a:moveTo>
                  <a:lnTo>
                    <a:pt x="37204" y="106738"/>
                  </a:lnTo>
                  <a:lnTo>
                    <a:pt x="37333" y="106738"/>
                  </a:lnTo>
                  <a:lnTo>
                    <a:pt x="37333" y="291076"/>
                  </a:lnTo>
                  <a:lnTo>
                    <a:pt x="56130" y="291076"/>
                  </a:lnTo>
                  <a:lnTo>
                    <a:pt x="62657" y="285491"/>
                  </a:lnTo>
                  <a:lnTo>
                    <a:pt x="62657" y="106738"/>
                  </a:lnTo>
                  <a:lnTo>
                    <a:pt x="49865" y="95396"/>
                  </a:lnTo>
                  <a:close/>
                </a:path>
                <a:path w="100329" h="291464">
                  <a:moveTo>
                    <a:pt x="49865" y="0"/>
                  </a:moveTo>
                  <a:lnTo>
                    <a:pt x="0" y="140070"/>
                  </a:lnTo>
                  <a:lnTo>
                    <a:pt x="37204" y="106738"/>
                  </a:lnTo>
                  <a:lnTo>
                    <a:pt x="37333" y="106738"/>
                  </a:lnTo>
                  <a:lnTo>
                    <a:pt x="37333" y="89579"/>
                  </a:lnTo>
                  <a:lnTo>
                    <a:pt x="43860" y="83995"/>
                  </a:lnTo>
                  <a:lnTo>
                    <a:pt x="80080" y="83995"/>
                  </a:lnTo>
                  <a:lnTo>
                    <a:pt x="49865" y="0"/>
                  </a:lnTo>
                  <a:close/>
                </a:path>
                <a:path w="100329" h="291464">
                  <a:moveTo>
                    <a:pt x="80080" y="83995"/>
                  </a:moveTo>
                  <a:lnTo>
                    <a:pt x="56130" y="83995"/>
                  </a:lnTo>
                  <a:lnTo>
                    <a:pt x="56130" y="89579"/>
                  </a:lnTo>
                  <a:lnTo>
                    <a:pt x="62657" y="89579"/>
                  </a:lnTo>
                  <a:lnTo>
                    <a:pt x="62657" y="106738"/>
                  </a:lnTo>
                  <a:lnTo>
                    <a:pt x="100252" y="140070"/>
                  </a:lnTo>
                  <a:lnTo>
                    <a:pt x="80080" y="83995"/>
                  </a:lnTo>
                  <a:close/>
                </a:path>
                <a:path w="100329" h="291464">
                  <a:moveTo>
                    <a:pt x="56130" y="83995"/>
                  </a:moveTo>
                  <a:lnTo>
                    <a:pt x="43860" y="83995"/>
                  </a:lnTo>
                  <a:lnTo>
                    <a:pt x="37333" y="89579"/>
                  </a:lnTo>
                  <a:lnTo>
                    <a:pt x="37333" y="106738"/>
                  </a:lnTo>
                  <a:lnTo>
                    <a:pt x="37204" y="106738"/>
                  </a:lnTo>
                  <a:lnTo>
                    <a:pt x="49865" y="95396"/>
                  </a:lnTo>
                  <a:lnTo>
                    <a:pt x="62657" y="95396"/>
                  </a:lnTo>
                  <a:lnTo>
                    <a:pt x="62657" y="89579"/>
                  </a:lnTo>
                  <a:lnTo>
                    <a:pt x="56130" y="89579"/>
                  </a:lnTo>
                  <a:lnTo>
                    <a:pt x="56130" y="83995"/>
                  </a:lnTo>
                  <a:close/>
                </a:path>
                <a:path w="100329" h="291464">
                  <a:moveTo>
                    <a:pt x="62657" y="95396"/>
                  </a:moveTo>
                  <a:lnTo>
                    <a:pt x="49865" y="95396"/>
                  </a:lnTo>
                  <a:lnTo>
                    <a:pt x="62657" y="106738"/>
                  </a:lnTo>
                  <a:lnTo>
                    <a:pt x="62657" y="95396"/>
                  </a:lnTo>
                  <a:close/>
                </a:path>
              </a:pathLst>
            </a:custGeom>
            <a:solidFill>
              <a:srgbClr val="000000"/>
            </a:solidFill>
          </p:spPr>
          <p:txBody>
            <a:bodyPr wrap="square" lIns="0" tIns="0" rIns="0" bIns="0" rtlCol="0"/>
            <a:lstStyle/>
            <a:p/>
          </p:txBody>
        </p:sp>
        <p:pic>
          <p:nvPicPr>
            <p:cNvPr id="73" name="object 73" descr=""/>
            <p:cNvPicPr/>
            <p:nvPr/>
          </p:nvPicPr>
          <p:blipFill>
            <a:blip r:embed="rId17" cstate="print"/>
            <a:stretch>
              <a:fillRect/>
            </a:stretch>
          </p:blipFill>
          <p:spPr>
            <a:xfrm>
              <a:off x="9206702" y="2243311"/>
              <a:ext cx="106515" cy="297437"/>
            </a:xfrm>
            <a:prstGeom prst="rect">
              <a:avLst/>
            </a:prstGeom>
          </p:spPr>
        </p:pic>
        <p:sp>
          <p:nvSpPr>
            <p:cNvPr id="74" name="object 74" descr=""/>
            <p:cNvSpPr/>
            <p:nvPr/>
          </p:nvSpPr>
          <p:spPr>
            <a:xfrm>
              <a:off x="3136717" y="2929111"/>
              <a:ext cx="19050" cy="913130"/>
            </a:xfrm>
            <a:custGeom>
              <a:avLst/>
              <a:gdLst/>
              <a:ahLst/>
              <a:cxnLst/>
              <a:rect l="l" t="t" r="r" b="b"/>
              <a:pathLst>
                <a:path w="19050" h="913129">
                  <a:moveTo>
                    <a:pt x="12296" y="0"/>
                  </a:moveTo>
                  <a:lnTo>
                    <a:pt x="5821" y="5816"/>
                  </a:lnTo>
                  <a:lnTo>
                    <a:pt x="0" y="5816"/>
                  </a:lnTo>
                  <a:lnTo>
                    <a:pt x="0" y="67243"/>
                  </a:lnTo>
                  <a:lnTo>
                    <a:pt x="5821" y="67243"/>
                  </a:lnTo>
                  <a:lnTo>
                    <a:pt x="12296" y="72827"/>
                  </a:lnTo>
                  <a:lnTo>
                    <a:pt x="18771" y="67243"/>
                  </a:lnTo>
                  <a:lnTo>
                    <a:pt x="18771" y="5816"/>
                  </a:lnTo>
                  <a:lnTo>
                    <a:pt x="12296" y="0"/>
                  </a:lnTo>
                  <a:close/>
                </a:path>
                <a:path w="19050" h="913129">
                  <a:moveTo>
                    <a:pt x="18771" y="123317"/>
                  </a:moveTo>
                  <a:lnTo>
                    <a:pt x="5821" y="123317"/>
                  </a:lnTo>
                  <a:lnTo>
                    <a:pt x="0" y="129134"/>
                  </a:lnTo>
                  <a:lnTo>
                    <a:pt x="0" y="134253"/>
                  </a:lnTo>
                  <a:lnTo>
                    <a:pt x="5821" y="140070"/>
                  </a:lnTo>
                  <a:lnTo>
                    <a:pt x="18771" y="140070"/>
                  </a:lnTo>
                  <a:lnTo>
                    <a:pt x="18771" y="123317"/>
                  </a:lnTo>
                  <a:close/>
                </a:path>
                <a:path w="19050" h="913129">
                  <a:moveTo>
                    <a:pt x="12296" y="190560"/>
                  </a:moveTo>
                  <a:lnTo>
                    <a:pt x="5821" y="196377"/>
                  </a:lnTo>
                  <a:lnTo>
                    <a:pt x="0" y="196377"/>
                  </a:lnTo>
                  <a:lnTo>
                    <a:pt x="0" y="257803"/>
                  </a:lnTo>
                  <a:lnTo>
                    <a:pt x="5821" y="263387"/>
                  </a:lnTo>
                  <a:lnTo>
                    <a:pt x="18771" y="263387"/>
                  </a:lnTo>
                  <a:lnTo>
                    <a:pt x="18771" y="196377"/>
                  </a:lnTo>
                  <a:lnTo>
                    <a:pt x="12296" y="190560"/>
                  </a:lnTo>
                  <a:close/>
                </a:path>
                <a:path w="19050" h="913129">
                  <a:moveTo>
                    <a:pt x="12296" y="313412"/>
                  </a:moveTo>
                  <a:lnTo>
                    <a:pt x="5821" y="319229"/>
                  </a:lnTo>
                  <a:lnTo>
                    <a:pt x="0" y="319229"/>
                  </a:lnTo>
                  <a:lnTo>
                    <a:pt x="0" y="330630"/>
                  </a:lnTo>
                  <a:lnTo>
                    <a:pt x="18771" y="330630"/>
                  </a:lnTo>
                  <a:lnTo>
                    <a:pt x="18771" y="319229"/>
                  </a:lnTo>
                  <a:lnTo>
                    <a:pt x="12296" y="313412"/>
                  </a:lnTo>
                  <a:close/>
                </a:path>
                <a:path w="19050" h="913129">
                  <a:moveTo>
                    <a:pt x="18771" y="386240"/>
                  </a:moveTo>
                  <a:lnTo>
                    <a:pt x="5821" y="386240"/>
                  </a:lnTo>
                  <a:lnTo>
                    <a:pt x="0" y="392057"/>
                  </a:lnTo>
                  <a:lnTo>
                    <a:pt x="0" y="447666"/>
                  </a:lnTo>
                  <a:lnTo>
                    <a:pt x="5821" y="453483"/>
                  </a:lnTo>
                  <a:lnTo>
                    <a:pt x="18771" y="453483"/>
                  </a:lnTo>
                  <a:lnTo>
                    <a:pt x="18771" y="386240"/>
                  </a:lnTo>
                  <a:close/>
                </a:path>
                <a:path w="19050" h="913129">
                  <a:moveTo>
                    <a:pt x="18771" y="509743"/>
                  </a:moveTo>
                  <a:lnTo>
                    <a:pt x="5821" y="509743"/>
                  </a:lnTo>
                  <a:lnTo>
                    <a:pt x="0" y="514909"/>
                  </a:lnTo>
                  <a:lnTo>
                    <a:pt x="0" y="520656"/>
                  </a:lnTo>
                  <a:lnTo>
                    <a:pt x="5821" y="520656"/>
                  </a:lnTo>
                  <a:lnTo>
                    <a:pt x="5821" y="526403"/>
                  </a:lnTo>
                  <a:lnTo>
                    <a:pt x="18771" y="526403"/>
                  </a:lnTo>
                  <a:lnTo>
                    <a:pt x="18771" y="509743"/>
                  </a:lnTo>
                  <a:close/>
                </a:path>
                <a:path w="19050" h="913129">
                  <a:moveTo>
                    <a:pt x="12296" y="576917"/>
                  </a:moveTo>
                  <a:lnTo>
                    <a:pt x="5821" y="582640"/>
                  </a:lnTo>
                  <a:lnTo>
                    <a:pt x="0" y="582640"/>
                  </a:lnTo>
                  <a:lnTo>
                    <a:pt x="0" y="644067"/>
                  </a:lnTo>
                  <a:lnTo>
                    <a:pt x="5821" y="644067"/>
                  </a:lnTo>
                  <a:lnTo>
                    <a:pt x="5821" y="649814"/>
                  </a:lnTo>
                  <a:lnTo>
                    <a:pt x="18771" y="649814"/>
                  </a:lnTo>
                  <a:lnTo>
                    <a:pt x="18771" y="582640"/>
                  </a:lnTo>
                  <a:lnTo>
                    <a:pt x="12296" y="576917"/>
                  </a:lnTo>
                  <a:close/>
                </a:path>
                <a:path w="19050" h="913129">
                  <a:moveTo>
                    <a:pt x="12296" y="699746"/>
                  </a:moveTo>
                  <a:lnTo>
                    <a:pt x="5821" y="705493"/>
                  </a:lnTo>
                  <a:lnTo>
                    <a:pt x="0" y="705493"/>
                  </a:lnTo>
                  <a:lnTo>
                    <a:pt x="0" y="711240"/>
                  </a:lnTo>
                  <a:lnTo>
                    <a:pt x="5821" y="716987"/>
                  </a:lnTo>
                  <a:lnTo>
                    <a:pt x="18771" y="716987"/>
                  </a:lnTo>
                  <a:lnTo>
                    <a:pt x="18771" y="705493"/>
                  </a:lnTo>
                  <a:lnTo>
                    <a:pt x="12296" y="699746"/>
                  </a:lnTo>
                  <a:close/>
                </a:path>
                <a:path w="19050" h="913129">
                  <a:moveTo>
                    <a:pt x="18771" y="772666"/>
                  </a:moveTo>
                  <a:lnTo>
                    <a:pt x="5821" y="772666"/>
                  </a:lnTo>
                  <a:lnTo>
                    <a:pt x="0" y="778413"/>
                  </a:lnTo>
                  <a:lnTo>
                    <a:pt x="0" y="834092"/>
                  </a:lnTo>
                  <a:lnTo>
                    <a:pt x="5821" y="839816"/>
                  </a:lnTo>
                  <a:lnTo>
                    <a:pt x="18771" y="839816"/>
                  </a:lnTo>
                  <a:lnTo>
                    <a:pt x="18771" y="772666"/>
                  </a:lnTo>
                  <a:close/>
                </a:path>
                <a:path w="19050" h="913129">
                  <a:moveTo>
                    <a:pt x="12296" y="890353"/>
                  </a:moveTo>
                  <a:lnTo>
                    <a:pt x="5821" y="896077"/>
                  </a:lnTo>
                  <a:lnTo>
                    <a:pt x="0" y="896077"/>
                  </a:lnTo>
                  <a:lnTo>
                    <a:pt x="0" y="906989"/>
                  </a:lnTo>
                  <a:lnTo>
                    <a:pt x="5821" y="906989"/>
                  </a:lnTo>
                  <a:lnTo>
                    <a:pt x="12296" y="912736"/>
                  </a:lnTo>
                  <a:lnTo>
                    <a:pt x="18771" y="906989"/>
                  </a:lnTo>
                  <a:lnTo>
                    <a:pt x="18771" y="896077"/>
                  </a:lnTo>
                  <a:lnTo>
                    <a:pt x="12296" y="890353"/>
                  </a:lnTo>
                  <a:close/>
                </a:path>
              </a:pathLst>
            </a:custGeom>
            <a:solidFill>
              <a:srgbClr val="000000"/>
            </a:solidFill>
          </p:spPr>
          <p:txBody>
            <a:bodyPr wrap="square" lIns="0" tIns="0" rIns="0" bIns="0" rtlCol="0"/>
            <a:lstStyle/>
            <a:p/>
          </p:txBody>
        </p:sp>
        <p:sp>
          <p:nvSpPr>
            <p:cNvPr id="75" name="object 75" descr=""/>
            <p:cNvSpPr/>
            <p:nvPr/>
          </p:nvSpPr>
          <p:spPr>
            <a:xfrm>
              <a:off x="3136717" y="2929111"/>
              <a:ext cx="19050" cy="913130"/>
            </a:xfrm>
            <a:custGeom>
              <a:avLst/>
              <a:gdLst/>
              <a:ahLst/>
              <a:cxnLst/>
              <a:rect l="l" t="t" r="r" b="b"/>
              <a:pathLst>
                <a:path w="19050" h="913129">
                  <a:moveTo>
                    <a:pt x="18771" y="11401"/>
                  </a:moveTo>
                  <a:lnTo>
                    <a:pt x="18771" y="61891"/>
                  </a:lnTo>
                  <a:lnTo>
                    <a:pt x="18771" y="67243"/>
                  </a:lnTo>
                  <a:lnTo>
                    <a:pt x="12296" y="72827"/>
                  </a:lnTo>
                  <a:lnTo>
                    <a:pt x="5821" y="67243"/>
                  </a:lnTo>
                  <a:lnTo>
                    <a:pt x="0" y="67243"/>
                  </a:lnTo>
                  <a:lnTo>
                    <a:pt x="0" y="61891"/>
                  </a:lnTo>
                  <a:lnTo>
                    <a:pt x="0" y="11401"/>
                  </a:lnTo>
                  <a:lnTo>
                    <a:pt x="0" y="5816"/>
                  </a:lnTo>
                  <a:lnTo>
                    <a:pt x="5821" y="5816"/>
                  </a:lnTo>
                  <a:lnTo>
                    <a:pt x="12296" y="0"/>
                  </a:lnTo>
                  <a:lnTo>
                    <a:pt x="18771" y="5816"/>
                  </a:lnTo>
                  <a:lnTo>
                    <a:pt x="18771" y="11401"/>
                  </a:lnTo>
                  <a:close/>
                </a:path>
                <a:path w="19050" h="913129">
                  <a:moveTo>
                    <a:pt x="18771" y="134253"/>
                  </a:moveTo>
                  <a:lnTo>
                    <a:pt x="18771" y="140070"/>
                  </a:lnTo>
                  <a:lnTo>
                    <a:pt x="12296" y="140070"/>
                  </a:lnTo>
                  <a:lnTo>
                    <a:pt x="5821" y="140070"/>
                  </a:lnTo>
                  <a:lnTo>
                    <a:pt x="0" y="134253"/>
                  </a:lnTo>
                  <a:lnTo>
                    <a:pt x="0" y="129134"/>
                  </a:lnTo>
                  <a:lnTo>
                    <a:pt x="5821" y="123317"/>
                  </a:lnTo>
                  <a:lnTo>
                    <a:pt x="12296" y="123317"/>
                  </a:lnTo>
                  <a:lnTo>
                    <a:pt x="18771" y="123317"/>
                  </a:lnTo>
                  <a:lnTo>
                    <a:pt x="18771" y="129134"/>
                  </a:lnTo>
                  <a:lnTo>
                    <a:pt x="18771" y="134253"/>
                  </a:lnTo>
                  <a:close/>
                </a:path>
                <a:path w="19050" h="913129">
                  <a:moveTo>
                    <a:pt x="18771" y="201496"/>
                  </a:moveTo>
                  <a:lnTo>
                    <a:pt x="18771" y="251986"/>
                  </a:lnTo>
                  <a:lnTo>
                    <a:pt x="18771" y="257803"/>
                  </a:lnTo>
                  <a:lnTo>
                    <a:pt x="18771" y="263387"/>
                  </a:lnTo>
                  <a:lnTo>
                    <a:pt x="12296" y="263387"/>
                  </a:lnTo>
                  <a:lnTo>
                    <a:pt x="5821" y="263387"/>
                  </a:lnTo>
                  <a:lnTo>
                    <a:pt x="0" y="257803"/>
                  </a:lnTo>
                  <a:lnTo>
                    <a:pt x="0" y="251986"/>
                  </a:lnTo>
                  <a:lnTo>
                    <a:pt x="0" y="201496"/>
                  </a:lnTo>
                  <a:lnTo>
                    <a:pt x="0" y="196377"/>
                  </a:lnTo>
                  <a:lnTo>
                    <a:pt x="5821" y="196377"/>
                  </a:lnTo>
                  <a:lnTo>
                    <a:pt x="12296" y="190560"/>
                  </a:lnTo>
                  <a:lnTo>
                    <a:pt x="18771" y="196377"/>
                  </a:lnTo>
                  <a:lnTo>
                    <a:pt x="18771" y="201496"/>
                  </a:lnTo>
                  <a:close/>
                </a:path>
                <a:path w="19050" h="913129">
                  <a:moveTo>
                    <a:pt x="18771" y="324814"/>
                  </a:moveTo>
                  <a:lnTo>
                    <a:pt x="18771" y="330630"/>
                  </a:lnTo>
                  <a:lnTo>
                    <a:pt x="12296" y="330630"/>
                  </a:lnTo>
                  <a:lnTo>
                    <a:pt x="5821" y="330630"/>
                  </a:lnTo>
                  <a:lnTo>
                    <a:pt x="0" y="330630"/>
                  </a:lnTo>
                  <a:lnTo>
                    <a:pt x="0" y="324814"/>
                  </a:lnTo>
                  <a:lnTo>
                    <a:pt x="0" y="319229"/>
                  </a:lnTo>
                  <a:lnTo>
                    <a:pt x="5821" y="319229"/>
                  </a:lnTo>
                  <a:lnTo>
                    <a:pt x="12296" y="313412"/>
                  </a:lnTo>
                  <a:lnTo>
                    <a:pt x="18771" y="319229"/>
                  </a:lnTo>
                  <a:lnTo>
                    <a:pt x="18771" y="324814"/>
                  </a:lnTo>
                  <a:close/>
                </a:path>
                <a:path w="19050" h="913129">
                  <a:moveTo>
                    <a:pt x="18771" y="392057"/>
                  </a:moveTo>
                  <a:lnTo>
                    <a:pt x="18771" y="447666"/>
                  </a:lnTo>
                  <a:lnTo>
                    <a:pt x="18771" y="453483"/>
                  </a:lnTo>
                  <a:lnTo>
                    <a:pt x="12296" y="453483"/>
                  </a:lnTo>
                  <a:lnTo>
                    <a:pt x="5821" y="453483"/>
                  </a:lnTo>
                  <a:lnTo>
                    <a:pt x="0" y="447666"/>
                  </a:lnTo>
                  <a:lnTo>
                    <a:pt x="0" y="392057"/>
                  </a:lnTo>
                  <a:lnTo>
                    <a:pt x="5821" y="386240"/>
                  </a:lnTo>
                  <a:lnTo>
                    <a:pt x="12296" y="386240"/>
                  </a:lnTo>
                  <a:lnTo>
                    <a:pt x="18771" y="386240"/>
                  </a:lnTo>
                  <a:lnTo>
                    <a:pt x="18771" y="392057"/>
                  </a:lnTo>
                  <a:close/>
                </a:path>
                <a:path w="19050" h="913129">
                  <a:moveTo>
                    <a:pt x="18771" y="514909"/>
                  </a:moveTo>
                  <a:lnTo>
                    <a:pt x="18771" y="520656"/>
                  </a:lnTo>
                  <a:lnTo>
                    <a:pt x="18771" y="526403"/>
                  </a:lnTo>
                  <a:lnTo>
                    <a:pt x="12296" y="526403"/>
                  </a:lnTo>
                  <a:lnTo>
                    <a:pt x="5821" y="526403"/>
                  </a:lnTo>
                  <a:lnTo>
                    <a:pt x="5821" y="520656"/>
                  </a:lnTo>
                  <a:lnTo>
                    <a:pt x="0" y="520656"/>
                  </a:lnTo>
                  <a:lnTo>
                    <a:pt x="0" y="514909"/>
                  </a:lnTo>
                  <a:lnTo>
                    <a:pt x="5821" y="509743"/>
                  </a:lnTo>
                  <a:lnTo>
                    <a:pt x="12296" y="509743"/>
                  </a:lnTo>
                  <a:lnTo>
                    <a:pt x="18771" y="509743"/>
                  </a:lnTo>
                  <a:lnTo>
                    <a:pt x="18771" y="514909"/>
                  </a:lnTo>
                  <a:close/>
                </a:path>
                <a:path w="19050" h="913129">
                  <a:moveTo>
                    <a:pt x="18771" y="587806"/>
                  </a:moveTo>
                  <a:lnTo>
                    <a:pt x="18771" y="638343"/>
                  </a:lnTo>
                  <a:lnTo>
                    <a:pt x="18771" y="644067"/>
                  </a:lnTo>
                  <a:lnTo>
                    <a:pt x="18771" y="649814"/>
                  </a:lnTo>
                  <a:lnTo>
                    <a:pt x="12296" y="649814"/>
                  </a:lnTo>
                  <a:lnTo>
                    <a:pt x="5821" y="649814"/>
                  </a:lnTo>
                  <a:lnTo>
                    <a:pt x="5821" y="644067"/>
                  </a:lnTo>
                  <a:lnTo>
                    <a:pt x="0" y="644067"/>
                  </a:lnTo>
                  <a:lnTo>
                    <a:pt x="0" y="638343"/>
                  </a:lnTo>
                  <a:lnTo>
                    <a:pt x="0" y="587806"/>
                  </a:lnTo>
                  <a:lnTo>
                    <a:pt x="0" y="582640"/>
                  </a:lnTo>
                  <a:lnTo>
                    <a:pt x="5821" y="582640"/>
                  </a:lnTo>
                  <a:lnTo>
                    <a:pt x="12296" y="576917"/>
                  </a:lnTo>
                  <a:lnTo>
                    <a:pt x="18771" y="582640"/>
                  </a:lnTo>
                  <a:lnTo>
                    <a:pt x="18771" y="587806"/>
                  </a:lnTo>
                  <a:close/>
                </a:path>
                <a:path w="19050" h="913129">
                  <a:moveTo>
                    <a:pt x="18771" y="711240"/>
                  </a:moveTo>
                  <a:lnTo>
                    <a:pt x="18771" y="716987"/>
                  </a:lnTo>
                  <a:lnTo>
                    <a:pt x="12296" y="716987"/>
                  </a:lnTo>
                  <a:lnTo>
                    <a:pt x="5821" y="716987"/>
                  </a:lnTo>
                  <a:lnTo>
                    <a:pt x="0" y="711240"/>
                  </a:lnTo>
                  <a:lnTo>
                    <a:pt x="0" y="705493"/>
                  </a:lnTo>
                  <a:lnTo>
                    <a:pt x="5821" y="705493"/>
                  </a:lnTo>
                  <a:lnTo>
                    <a:pt x="12296" y="699746"/>
                  </a:lnTo>
                  <a:lnTo>
                    <a:pt x="18771" y="705493"/>
                  </a:lnTo>
                  <a:lnTo>
                    <a:pt x="18771" y="711240"/>
                  </a:lnTo>
                  <a:close/>
                </a:path>
                <a:path w="19050" h="913129">
                  <a:moveTo>
                    <a:pt x="18771" y="778413"/>
                  </a:moveTo>
                  <a:lnTo>
                    <a:pt x="18771" y="834092"/>
                  </a:lnTo>
                  <a:lnTo>
                    <a:pt x="18771" y="839816"/>
                  </a:lnTo>
                  <a:lnTo>
                    <a:pt x="12296" y="839816"/>
                  </a:lnTo>
                  <a:lnTo>
                    <a:pt x="5821" y="839816"/>
                  </a:lnTo>
                  <a:lnTo>
                    <a:pt x="0" y="834092"/>
                  </a:lnTo>
                  <a:lnTo>
                    <a:pt x="0" y="778413"/>
                  </a:lnTo>
                  <a:lnTo>
                    <a:pt x="5821" y="772666"/>
                  </a:lnTo>
                  <a:lnTo>
                    <a:pt x="12296" y="772666"/>
                  </a:lnTo>
                  <a:lnTo>
                    <a:pt x="18771" y="772666"/>
                  </a:lnTo>
                  <a:lnTo>
                    <a:pt x="18771" y="778413"/>
                  </a:lnTo>
                  <a:close/>
                </a:path>
                <a:path w="19050" h="913129">
                  <a:moveTo>
                    <a:pt x="18771" y="901242"/>
                  </a:moveTo>
                  <a:lnTo>
                    <a:pt x="18771" y="906989"/>
                  </a:lnTo>
                  <a:lnTo>
                    <a:pt x="12296" y="912736"/>
                  </a:lnTo>
                  <a:lnTo>
                    <a:pt x="5821" y="906989"/>
                  </a:lnTo>
                  <a:lnTo>
                    <a:pt x="0" y="906989"/>
                  </a:lnTo>
                  <a:lnTo>
                    <a:pt x="0" y="901242"/>
                  </a:lnTo>
                  <a:lnTo>
                    <a:pt x="0" y="896077"/>
                  </a:lnTo>
                  <a:lnTo>
                    <a:pt x="5821" y="896077"/>
                  </a:lnTo>
                  <a:lnTo>
                    <a:pt x="12296" y="890353"/>
                  </a:lnTo>
                  <a:lnTo>
                    <a:pt x="18771" y="896077"/>
                  </a:lnTo>
                  <a:lnTo>
                    <a:pt x="18771" y="901242"/>
                  </a:lnTo>
                  <a:close/>
                </a:path>
              </a:pathLst>
            </a:custGeom>
            <a:ln w="6115">
              <a:solidFill>
                <a:srgbClr val="000000"/>
              </a:solidFill>
            </a:ln>
          </p:spPr>
          <p:txBody>
            <a:bodyPr wrap="square" lIns="0" tIns="0" rIns="0" bIns="0" rtlCol="0"/>
            <a:lstStyle/>
            <a:p/>
          </p:txBody>
        </p:sp>
        <p:sp>
          <p:nvSpPr>
            <p:cNvPr id="76" name="object 76" descr=""/>
            <p:cNvSpPr/>
            <p:nvPr/>
          </p:nvSpPr>
          <p:spPr>
            <a:xfrm>
              <a:off x="3582291" y="2957264"/>
              <a:ext cx="19050" cy="907415"/>
            </a:xfrm>
            <a:custGeom>
              <a:avLst/>
              <a:gdLst/>
              <a:ahLst/>
              <a:cxnLst/>
              <a:rect l="l" t="t" r="r" b="b"/>
              <a:pathLst>
                <a:path w="19050" h="907414">
                  <a:moveTo>
                    <a:pt x="12296" y="0"/>
                  </a:moveTo>
                  <a:lnTo>
                    <a:pt x="0" y="0"/>
                  </a:lnTo>
                  <a:lnTo>
                    <a:pt x="0" y="67010"/>
                  </a:lnTo>
                  <a:lnTo>
                    <a:pt x="12296" y="67010"/>
                  </a:lnTo>
                  <a:lnTo>
                    <a:pt x="18771" y="61426"/>
                  </a:lnTo>
                  <a:lnTo>
                    <a:pt x="18771" y="5816"/>
                  </a:lnTo>
                  <a:lnTo>
                    <a:pt x="12296" y="0"/>
                  </a:lnTo>
                  <a:close/>
                </a:path>
                <a:path w="19050" h="907414">
                  <a:moveTo>
                    <a:pt x="12296" y="123317"/>
                  </a:moveTo>
                  <a:lnTo>
                    <a:pt x="0" y="123317"/>
                  </a:lnTo>
                  <a:lnTo>
                    <a:pt x="0" y="134253"/>
                  </a:lnTo>
                  <a:lnTo>
                    <a:pt x="5821" y="140070"/>
                  </a:lnTo>
                  <a:lnTo>
                    <a:pt x="12296" y="140070"/>
                  </a:lnTo>
                  <a:lnTo>
                    <a:pt x="12296" y="134253"/>
                  </a:lnTo>
                  <a:lnTo>
                    <a:pt x="18771" y="128436"/>
                  </a:lnTo>
                  <a:lnTo>
                    <a:pt x="12296" y="123317"/>
                  </a:lnTo>
                  <a:close/>
                </a:path>
                <a:path w="19050" h="907414">
                  <a:moveTo>
                    <a:pt x="12296" y="190560"/>
                  </a:moveTo>
                  <a:lnTo>
                    <a:pt x="5821" y="190560"/>
                  </a:lnTo>
                  <a:lnTo>
                    <a:pt x="0" y="195679"/>
                  </a:lnTo>
                  <a:lnTo>
                    <a:pt x="0" y="257803"/>
                  </a:lnTo>
                  <a:lnTo>
                    <a:pt x="5821" y="262922"/>
                  </a:lnTo>
                  <a:lnTo>
                    <a:pt x="12296" y="262922"/>
                  </a:lnTo>
                  <a:lnTo>
                    <a:pt x="12296" y="257803"/>
                  </a:lnTo>
                  <a:lnTo>
                    <a:pt x="18771" y="251986"/>
                  </a:lnTo>
                  <a:lnTo>
                    <a:pt x="18771" y="201496"/>
                  </a:lnTo>
                  <a:lnTo>
                    <a:pt x="12296" y="195679"/>
                  </a:lnTo>
                  <a:lnTo>
                    <a:pt x="12296" y="190560"/>
                  </a:lnTo>
                  <a:close/>
                </a:path>
                <a:path w="19050" h="907414">
                  <a:moveTo>
                    <a:pt x="12296" y="313412"/>
                  </a:moveTo>
                  <a:lnTo>
                    <a:pt x="5821" y="313412"/>
                  </a:lnTo>
                  <a:lnTo>
                    <a:pt x="0" y="319229"/>
                  </a:lnTo>
                  <a:lnTo>
                    <a:pt x="0" y="329932"/>
                  </a:lnTo>
                  <a:lnTo>
                    <a:pt x="12296" y="329932"/>
                  </a:lnTo>
                  <a:lnTo>
                    <a:pt x="18771" y="324814"/>
                  </a:lnTo>
                  <a:lnTo>
                    <a:pt x="12296" y="319229"/>
                  </a:lnTo>
                  <a:lnTo>
                    <a:pt x="12296" y="313412"/>
                  </a:lnTo>
                  <a:close/>
                </a:path>
                <a:path w="19050" h="907414">
                  <a:moveTo>
                    <a:pt x="12296" y="386240"/>
                  </a:moveTo>
                  <a:lnTo>
                    <a:pt x="0" y="386240"/>
                  </a:lnTo>
                  <a:lnTo>
                    <a:pt x="0" y="453483"/>
                  </a:lnTo>
                  <a:lnTo>
                    <a:pt x="12296" y="453483"/>
                  </a:lnTo>
                  <a:lnTo>
                    <a:pt x="18771" y="447666"/>
                  </a:lnTo>
                  <a:lnTo>
                    <a:pt x="18771" y="392057"/>
                  </a:lnTo>
                  <a:lnTo>
                    <a:pt x="12296" y="386240"/>
                  </a:lnTo>
                  <a:close/>
                </a:path>
                <a:path w="19050" h="907414">
                  <a:moveTo>
                    <a:pt x="12296" y="509138"/>
                  </a:moveTo>
                  <a:lnTo>
                    <a:pt x="0" y="509138"/>
                  </a:lnTo>
                  <a:lnTo>
                    <a:pt x="0" y="520633"/>
                  </a:lnTo>
                  <a:lnTo>
                    <a:pt x="5821" y="526356"/>
                  </a:lnTo>
                  <a:lnTo>
                    <a:pt x="12296" y="526356"/>
                  </a:lnTo>
                  <a:lnTo>
                    <a:pt x="12296" y="520633"/>
                  </a:lnTo>
                  <a:lnTo>
                    <a:pt x="18771" y="514886"/>
                  </a:lnTo>
                  <a:lnTo>
                    <a:pt x="12296" y="509138"/>
                  </a:lnTo>
                  <a:close/>
                </a:path>
                <a:path w="19050" h="907414">
                  <a:moveTo>
                    <a:pt x="12296" y="576893"/>
                  </a:moveTo>
                  <a:lnTo>
                    <a:pt x="0" y="576893"/>
                  </a:lnTo>
                  <a:lnTo>
                    <a:pt x="0" y="644043"/>
                  </a:lnTo>
                  <a:lnTo>
                    <a:pt x="5821" y="644043"/>
                  </a:lnTo>
                  <a:lnTo>
                    <a:pt x="5821" y="649209"/>
                  </a:lnTo>
                  <a:lnTo>
                    <a:pt x="12296" y="644043"/>
                  </a:lnTo>
                  <a:lnTo>
                    <a:pt x="18771" y="638320"/>
                  </a:lnTo>
                  <a:lnTo>
                    <a:pt x="18771" y="587783"/>
                  </a:lnTo>
                  <a:lnTo>
                    <a:pt x="12296" y="576893"/>
                  </a:lnTo>
                  <a:close/>
                </a:path>
                <a:path w="19050" h="907414">
                  <a:moveTo>
                    <a:pt x="12296" y="699722"/>
                  </a:moveTo>
                  <a:lnTo>
                    <a:pt x="0" y="699722"/>
                  </a:lnTo>
                  <a:lnTo>
                    <a:pt x="0" y="716382"/>
                  </a:lnTo>
                  <a:lnTo>
                    <a:pt x="12296" y="716382"/>
                  </a:lnTo>
                  <a:lnTo>
                    <a:pt x="18771" y="705469"/>
                  </a:lnTo>
                  <a:lnTo>
                    <a:pt x="12296" y="699722"/>
                  </a:lnTo>
                  <a:close/>
                </a:path>
                <a:path w="19050" h="907414">
                  <a:moveTo>
                    <a:pt x="5821" y="766896"/>
                  </a:moveTo>
                  <a:lnTo>
                    <a:pt x="5821" y="772643"/>
                  </a:lnTo>
                  <a:lnTo>
                    <a:pt x="0" y="772643"/>
                  </a:lnTo>
                  <a:lnTo>
                    <a:pt x="0" y="834069"/>
                  </a:lnTo>
                  <a:lnTo>
                    <a:pt x="5821" y="839793"/>
                  </a:lnTo>
                  <a:lnTo>
                    <a:pt x="12296" y="839793"/>
                  </a:lnTo>
                  <a:lnTo>
                    <a:pt x="12296" y="834069"/>
                  </a:lnTo>
                  <a:lnTo>
                    <a:pt x="18771" y="828322"/>
                  </a:lnTo>
                  <a:lnTo>
                    <a:pt x="18771" y="778367"/>
                  </a:lnTo>
                  <a:lnTo>
                    <a:pt x="5821" y="766896"/>
                  </a:lnTo>
                  <a:close/>
                </a:path>
                <a:path w="19050" h="907414">
                  <a:moveTo>
                    <a:pt x="12296" y="890306"/>
                  </a:moveTo>
                  <a:lnTo>
                    <a:pt x="5821" y="890306"/>
                  </a:lnTo>
                  <a:lnTo>
                    <a:pt x="0" y="895495"/>
                  </a:lnTo>
                  <a:lnTo>
                    <a:pt x="0" y="906966"/>
                  </a:lnTo>
                  <a:lnTo>
                    <a:pt x="12296" y="906966"/>
                  </a:lnTo>
                  <a:lnTo>
                    <a:pt x="18771" y="901219"/>
                  </a:lnTo>
                  <a:lnTo>
                    <a:pt x="12296" y="895495"/>
                  </a:lnTo>
                  <a:lnTo>
                    <a:pt x="12296" y="890306"/>
                  </a:lnTo>
                  <a:close/>
                </a:path>
              </a:pathLst>
            </a:custGeom>
            <a:solidFill>
              <a:srgbClr val="000000"/>
            </a:solidFill>
          </p:spPr>
          <p:txBody>
            <a:bodyPr wrap="square" lIns="0" tIns="0" rIns="0" bIns="0" rtlCol="0"/>
            <a:lstStyle/>
            <a:p/>
          </p:txBody>
        </p:sp>
        <p:sp>
          <p:nvSpPr>
            <p:cNvPr id="77" name="object 77" descr=""/>
            <p:cNvSpPr/>
            <p:nvPr/>
          </p:nvSpPr>
          <p:spPr>
            <a:xfrm>
              <a:off x="3582291" y="2957264"/>
              <a:ext cx="19050" cy="907415"/>
            </a:xfrm>
            <a:custGeom>
              <a:avLst/>
              <a:gdLst/>
              <a:ahLst/>
              <a:cxnLst/>
              <a:rect l="l" t="t" r="r" b="b"/>
              <a:pathLst>
                <a:path w="19050" h="907414">
                  <a:moveTo>
                    <a:pt x="18771" y="5816"/>
                  </a:moveTo>
                  <a:lnTo>
                    <a:pt x="18771" y="61426"/>
                  </a:lnTo>
                  <a:lnTo>
                    <a:pt x="12296" y="67010"/>
                  </a:lnTo>
                  <a:lnTo>
                    <a:pt x="5821" y="67010"/>
                  </a:lnTo>
                  <a:lnTo>
                    <a:pt x="0" y="67010"/>
                  </a:lnTo>
                  <a:lnTo>
                    <a:pt x="0" y="61426"/>
                  </a:lnTo>
                  <a:lnTo>
                    <a:pt x="0" y="5816"/>
                  </a:lnTo>
                  <a:lnTo>
                    <a:pt x="0" y="0"/>
                  </a:lnTo>
                  <a:lnTo>
                    <a:pt x="5821" y="0"/>
                  </a:lnTo>
                  <a:lnTo>
                    <a:pt x="12296" y="0"/>
                  </a:lnTo>
                  <a:lnTo>
                    <a:pt x="18771" y="5816"/>
                  </a:lnTo>
                  <a:close/>
                </a:path>
                <a:path w="19050" h="907414">
                  <a:moveTo>
                    <a:pt x="18771" y="128436"/>
                  </a:moveTo>
                  <a:lnTo>
                    <a:pt x="12296" y="134253"/>
                  </a:lnTo>
                  <a:lnTo>
                    <a:pt x="12296" y="140070"/>
                  </a:lnTo>
                  <a:lnTo>
                    <a:pt x="5821" y="140070"/>
                  </a:lnTo>
                  <a:lnTo>
                    <a:pt x="5821" y="140070"/>
                  </a:lnTo>
                  <a:lnTo>
                    <a:pt x="0" y="123317"/>
                  </a:lnTo>
                  <a:lnTo>
                    <a:pt x="5821" y="123317"/>
                  </a:lnTo>
                  <a:lnTo>
                    <a:pt x="12296" y="123317"/>
                  </a:lnTo>
                  <a:lnTo>
                    <a:pt x="18771" y="128436"/>
                  </a:lnTo>
                  <a:close/>
                </a:path>
                <a:path w="19050" h="907414">
                  <a:moveTo>
                    <a:pt x="18771" y="201496"/>
                  </a:moveTo>
                  <a:lnTo>
                    <a:pt x="18771" y="251986"/>
                  </a:lnTo>
                  <a:lnTo>
                    <a:pt x="12296" y="257803"/>
                  </a:lnTo>
                  <a:lnTo>
                    <a:pt x="12296" y="262922"/>
                  </a:lnTo>
                  <a:lnTo>
                    <a:pt x="5821" y="262922"/>
                  </a:lnTo>
                  <a:lnTo>
                    <a:pt x="0" y="257803"/>
                  </a:lnTo>
                  <a:lnTo>
                    <a:pt x="0" y="251986"/>
                  </a:lnTo>
                  <a:lnTo>
                    <a:pt x="0" y="201496"/>
                  </a:lnTo>
                  <a:lnTo>
                    <a:pt x="0" y="195679"/>
                  </a:lnTo>
                  <a:lnTo>
                    <a:pt x="5821" y="190560"/>
                  </a:lnTo>
                  <a:lnTo>
                    <a:pt x="12296" y="190560"/>
                  </a:lnTo>
                  <a:lnTo>
                    <a:pt x="12296" y="195679"/>
                  </a:lnTo>
                  <a:lnTo>
                    <a:pt x="18771" y="201496"/>
                  </a:lnTo>
                  <a:close/>
                </a:path>
                <a:path w="19050" h="907414">
                  <a:moveTo>
                    <a:pt x="18771" y="324814"/>
                  </a:moveTo>
                  <a:lnTo>
                    <a:pt x="12296" y="329932"/>
                  </a:lnTo>
                  <a:lnTo>
                    <a:pt x="5821" y="329932"/>
                  </a:lnTo>
                  <a:lnTo>
                    <a:pt x="0" y="329932"/>
                  </a:lnTo>
                  <a:lnTo>
                    <a:pt x="0" y="324814"/>
                  </a:lnTo>
                  <a:lnTo>
                    <a:pt x="0" y="319229"/>
                  </a:lnTo>
                  <a:lnTo>
                    <a:pt x="5821" y="313412"/>
                  </a:lnTo>
                  <a:lnTo>
                    <a:pt x="12296" y="313412"/>
                  </a:lnTo>
                  <a:lnTo>
                    <a:pt x="12296" y="319229"/>
                  </a:lnTo>
                  <a:lnTo>
                    <a:pt x="18771" y="324814"/>
                  </a:lnTo>
                  <a:close/>
                </a:path>
                <a:path w="19050" h="907414">
                  <a:moveTo>
                    <a:pt x="18771" y="392057"/>
                  </a:moveTo>
                  <a:lnTo>
                    <a:pt x="18771" y="447666"/>
                  </a:lnTo>
                  <a:lnTo>
                    <a:pt x="12296" y="453483"/>
                  </a:lnTo>
                  <a:lnTo>
                    <a:pt x="5821" y="453483"/>
                  </a:lnTo>
                  <a:lnTo>
                    <a:pt x="0" y="453483"/>
                  </a:lnTo>
                  <a:lnTo>
                    <a:pt x="0" y="447666"/>
                  </a:lnTo>
                  <a:lnTo>
                    <a:pt x="0" y="392057"/>
                  </a:lnTo>
                  <a:lnTo>
                    <a:pt x="0" y="386240"/>
                  </a:lnTo>
                  <a:lnTo>
                    <a:pt x="5821" y="386240"/>
                  </a:lnTo>
                  <a:lnTo>
                    <a:pt x="12296" y="386240"/>
                  </a:lnTo>
                  <a:lnTo>
                    <a:pt x="18771" y="392057"/>
                  </a:lnTo>
                  <a:close/>
                </a:path>
                <a:path w="19050" h="907414">
                  <a:moveTo>
                    <a:pt x="18771" y="514886"/>
                  </a:moveTo>
                  <a:lnTo>
                    <a:pt x="12296" y="520633"/>
                  </a:lnTo>
                  <a:lnTo>
                    <a:pt x="12296" y="526356"/>
                  </a:lnTo>
                  <a:lnTo>
                    <a:pt x="5821" y="526356"/>
                  </a:lnTo>
                  <a:lnTo>
                    <a:pt x="5821" y="526356"/>
                  </a:lnTo>
                  <a:lnTo>
                    <a:pt x="0" y="509139"/>
                  </a:lnTo>
                  <a:lnTo>
                    <a:pt x="5821" y="509139"/>
                  </a:lnTo>
                  <a:lnTo>
                    <a:pt x="12296" y="509139"/>
                  </a:lnTo>
                  <a:lnTo>
                    <a:pt x="18771" y="514886"/>
                  </a:lnTo>
                  <a:close/>
                </a:path>
                <a:path w="19050" h="907414">
                  <a:moveTo>
                    <a:pt x="18771" y="587783"/>
                  </a:moveTo>
                  <a:lnTo>
                    <a:pt x="18771" y="638320"/>
                  </a:lnTo>
                  <a:lnTo>
                    <a:pt x="12296" y="644043"/>
                  </a:lnTo>
                  <a:lnTo>
                    <a:pt x="5821" y="649209"/>
                  </a:lnTo>
                  <a:lnTo>
                    <a:pt x="5821" y="644043"/>
                  </a:lnTo>
                  <a:lnTo>
                    <a:pt x="0" y="644043"/>
                  </a:lnTo>
                  <a:lnTo>
                    <a:pt x="0" y="638320"/>
                  </a:lnTo>
                  <a:lnTo>
                    <a:pt x="0" y="587783"/>
                  </a:lnTo>
                  <a:lnTo>
                    <a:pt x="0" y="582059"/>
                  </a:lnTo>
                  <a:lnTo>
                    <a:pt x="0" y="576893"/>
                  </a:lnTo>
                  <a:lnTo>
                    <a:pt x="5821" y="576893"/>
                  </a:lnTo>
                  <a:lnTo>
                    <a:pt x="12296" y="576893"/>
                  </a:lnTo>
                  <a:lnTo>
                    <a:pt x="18771" y="587783"/>
                  </a:lnTo>
                  <a:close/>
                </a:path>
                <a:path w="19050" h="907414">
                  <a:moveTo>
                    <a:pt x="18771" y="705470"/>
                  </a:moveTo>
                  <a:lnTo>
                    <a:pt x="12296" y="716382"/>
                  </a:lnTo>
                  <a:lnTo>
                    <a:pt x="5821" y="716382"/>
                  </a:lnTo>
                  <a:lnTo>
                    <a:pt x="0" y="716382"/>
                  </a:lnTo>
                  <a:lnTo>
                    <a:pt x="0" y="711217"/>
                  </a:lnTo>
                  <a:lnTo>
                    <a:pt x="0" y="705470"/>
                  </a:lnTo>
                  <a:lnTo>
                    <a:pt x="0" y="699722"/>
                  </a:lnTo>
                  <a:lnTo>
                    <a:pt x="5821" y="699722"/>
                  </a:lnTo>
                  <a:lnTo>
                    <a:pt x="12296" y="699722"/>
                  </a:lnTo>
                  <a:lnTo>
                    <a:pt x="18771" y="705470"/>
                  </a:lnTo>
                  <a:close/>
                </a:path>
                <a:path w="19050" h="907414">
                  <a:moveTo>
                    <a:pt x="18771" y="778367"/>
                  </a:moveTo>
                  <a:lnTo>
                    <a:pt x="18771" y="828322"/>
                  </a:lnTo>
                  <a:lnTo>
                    <a:pt x="12296" y="834069"/>
                  </a:lnTo>
                  <a:lnTo>
                    <a:pt x="12296" y="839793"/>
                  </a:lnTo>
                  <a:lnTo>
                    <a:pt x="5821" y="839793"/>
                  </a:lnTo>
                  <a:lnTo>
                    <a:pt x="0" y="834069"/>
                  </a:lnTo>
                  <a:lnTo>
                    <a:pt x="0" y="828322"/>
                  </a:lnTo>
                  <a:lnTo>
                    <a:pt x="0" y="778367"/>
                  </a:lnTo>
                  <a:lnTo>
                    <a:pt x="0" y="772643"/>
                  </a:lnTo>
                  <a:lnTo>
                    <a:pt x="5821" y="772643"/>
                  </a:lnTo>
                  <a:lnTo>
                    <a:pt x="5821" y="766896"/>
                  </a:lnTo>
                  <a:lnTo>
                    <a:pt x="12296" y="772643"/>
                  </a:lnTo>
                  <a:lnTo>
                    <a:pt x="18771" y="778367"/>
                  </a:lnTo>
                  <a:close/>
                </a:path>
                <a:path w="19050" h="907414">
                  <a:moveTo>
                    <a:pt x="18771" y="901219"/>
                  </a:moveTo>
                  <a:lnTo>
                    <a:pt x="12296" y="906966"/>
                  </a:lnTo>
                  <a:lnTo>
                    <a:pt x="5821" y="906966"/>
                  </a:lnTo>
                  <a:lnTo>
                    <a:pt x="0" y="906966"/>
                  </a:lnTo>
                  <a:lnTo>
                    <a:pt x="0" y="901219"/>
                  </a:lnTo>
                  <a:lnTo>
                    <a:pt x="0" y="895495"/>
                  </a:lnTo>
                  <a:lnTo>
                    <a:pt x="5821" y="890306"/>
                  </a:lnTo>
                  <a:lnTo>
                    <a:pt x="12296" y="890306"/>
                  </a:lnTo>
                  <a:lnTo>
                    <a:pt x="12296" y="895495"/>
                  </a:lnTo>
                  <a:lnTo>
                    <a:pt x="18771" y="901219"/>
                  </a:lnTo>
                  <a:close/>
                </a:path>
              </a:pathLst>
            </a:custGeom>
            <a:ln w="6115">
              <a:solidFill>
                <a:srgbClr val="000000"/>
              </a:solidFill>
            </a:ln>
          </p:spPr>
          <p:txBody>
            <a:bodyPr wrap="square" lIns="0" tIns="0" rIns="0" bIns="0" rtlCol="0"/>
            <a:lstStyle/>
            <a:p/>
          </p:txBody>
        </p:sp>
        <p:sp>
          <p:nvSpPr>
            <p:cNvPr id="78" name="object 78" descr=""/>
            <p:cNvSpPr/>
            <p:nvPr/>
          </p:nvSpPr>
          <p:spPr>
            <a:xfrm>
              <a:off x="4033687" y="2957264"/>
              <a:ext cx="19050" cy="907415"/>
            </a:xfrm>
            <a:custGeom>
              <a:avLst/>
              <a:gdLst/>
              <a:ahLst/>
              <a:cxnLst/>
              <a:rect l="l" t="t" r="r" b="b"/>
              <a:pathLst>
                <a:path w="19050" h="907414">
                  <a:moveTo>
                    <a:pt x="12923" y="0"/>
                  </a:moveTo>
                  <a:lnTo>
                    <a:pt x="0" y="0"/>
                  </a:lnTo>
                  <a:lnTo>
                    <a:pt x="0" y="67010"/>
                  </a:lnTo>
                  <a:lnTo>
                    <a:pt x="12923" y="67010"/>
                  </a:lnTo>
                  <a:lnTo>
                    <a:pt x="18745" y="61426"/>
                  </a:lnTo>
                  <a:lnTo>
                    <a:pt x="18745" y="5816"/>
                  </a:lnTo>
                  <a:lnTo>
                    <a:pt x="12923" y="0"/>
                  </a:lnTo>
                  <a:close/>
                </a:path>
                <a:path w="19050" h="907414">
                  <a:moveTo>
                    <a:pt x="12923" y="123317"/>
                  </a:moveTo>
                  <a:lnTo>
                    <a:pt x="0" y="123317"/>
                  </a:lnTo>
                  <a:lnTo>
                    <a:pt x="0" y="134253"/>
                  </a:lnTo>
                  <a:lnTo>
                    <a:pt x="6474" y="140070"/>
                  </a:lnTo>
                  <a:lnTo>
                    <a:pt x="12923" y="134253"/>
                  </a:lnTo>
                  <a:lnTo>
                    <a:pt x="18745" y="128436"/>
                  </a:lnTo>
                  <a:lnTo>
                    <a:pt x="12923" y="123317"/>
                  </a:lnTo>
                  <a:close/>
                </a:path>
                <a:path w="19050" h="907414">
                  <a:moveTo>
                    <a:pt x="12923" y="190560"/>
                  </a:moveTo>
                  <a:lnTo>
                    <a:pt x="0" y="190560"/>
                  </a:lnTo>
                  <a:lnTo>
                    <a:pt x="0" y="257803"/>
                  </a:lnTo>
                  <a:lnTo>
                    <a:pt x="6474" y="262922"/>
                  </a:lnTo>
                  <a:lnTo>
                    <a:pt x="12923" y="257803"/>
                  </a:lnTo>
                  <a:lnTo>
                    <a:pt x="18745" y="251986"/>
                  </a:lnTo>
                  <a:lnTo>
                    <a:pt x="18745" y="201496"/>
                  </a:lnTo>
                  <a:lnTo>
                    <a:pt x="12923" y="190560"/>
                  </a:lnTo>
                  <a:close/>
                </a:path>
                <a:path w="19050" h="907414">
                  <a:moveTo>
                    <a:pt x="12923" y="313412"/>
                  </a:moveTo>
                  <a:lnTo>
                    <a:pt x="0" y="313412"/>
                  </a:lnTo>
                  <a:lnTo>
                    <a:pt x="0" y="329932"/>
                  </a:lnTo>
                  <a:lnTo>
                    <a:pt x="12923" y="329932"/>
                  </a:lnTo>
                  <a:lnTo>
                    <a:pt x="18745" y="319229"/>
                  </a:lnTo>
                  <a:lnTo>
                    <a:pt x="12923" y="313412"/>
                  </a:lnTo>
                  <a:close/>
                </a:path>
                <a:path w="19050" h="907414">
                  <a:moveTo>
                    <a:pt x="6474" y="380655"/>
                  </a:moveTo>
                  <a:lnTo>
                    <a:pt x="6474" y="386240"/>
                  </a:lnTo>
                  <a:lnTo>
                    <a:pt x="0" y="386240"/>
                  </a:lnTo>
                  <a:lnTo>
                    <a:pt x="0" y="447666"/>
                  </a:lnTo>
                  <a:lnTo>
                    <a:pt x="6474" y="453483"/>
                  </a:lnTo>
                  <a:lnTo>
                    <a:pt x="12923" y="447666"/>
                  </a:lnTo>
                  <a:lnTo>
                    <a:pt x="18745" y="442082"/>
                  </a:lnTo>
                  <a:lnTo>
                    <a:pt x="18745" y="392057"/>
                  </a:lnTo>
                  <a:lnTo>
                    <a:pt x="12923" y="386240"/>
                  </a:lnTo>
                  <a:lnTo>
                    <a:pt x="6474" y="380655"/>
                  </a:lnTo>
                  <a:close/>
                </a:path>
                <a:path w="19050" h="907414">
                  <a:moveTo>
                    <a:pt x="12923" y="503973"/>
                  </a:moveTo>
                  <a:lnTo>
                    <a:pt x="6474" y="503973"/>
                  </a:lnTo>
                  <a:lnTo>
                    <a:pt x="0" y="509138"/>
                  </a:lnTo>
                  <a:lnTo>
                    <a:pt x="0" y="520633"/>
                  </a:lnTo>
                  <a:lnTo>
                    <a:pt x="12923" y="520633"/>
                  </a:lnTo>
                  <a:lnTo>
                    <a:pt x="18745" y="514886"/>
                  </a:lnTo>
                  <a:lnTo>
                    <a:pt x="12923" y="509138"/>
                  </a:lnTo>
                  <a:lnTo>
                    <a:pt x="12923" y="503973"/>
                  </a:lnTo>
                  <a:close/>
                </a:path>
                <a:path w="19050" h="907414">
                  <a:moveTo>
                    <a:pt x="12923" y="576893"/>
                  </a:moveTo>
                  <a:lnTo>
                    <a:pt x="0" y="576893"/>
                  </a:lnTo>
                  <a:lnTo>
                    <a:pt x="0" y="644043"/>
                  </a:lnTo>
                  <a:lnTo>
                    <a:pt x="12923" y="644043"/>
                  </a:lnTo>
                  <a:lnTo>
                    <a:pt x="18745" y="638320"/>
                  </a:lnTo>
                  <a:lnTo>
                    <a:pt x="18745" y="582059"/>
                  </a:lnTo>
                  <a:lnTo>
                    <a:pt x="12923" y="576893"/>
                  </a:lnTo>
                  <a:close/>
                </a:path>
                <a:path w="19050" h="907414">
                  <a:moveTo>
                    <a:pt x="12923" y="699722"/>
                  </a:moveTo>
                  <a:lnTo>
                    <a:pt x="0" y="699722"/>
                  </a:lnTo>
                  <a:lnTo>
                    <a:pt x="0" y="711217"/>
                  </a:lnTo>
                  <a:lnTo>
                    <a:pt x="6474" y="716382"/>
                  </a:lnTo>
                  <a:lnTo>
                    <a:pt x="12923" y="711217"/>
                  </a:lnTo>
                  <a:lnTo>
                    <a:pt x="18745" y="705469"/>
                  </a:lnTo>
                  <a:lnTo>
                    <a:pt x="12923" y="699722"/>
                  </a:lnTo>
                  <a:close/>
                </a:path>
                <a:path w="19050" h="907414">
                  <a:moveTo>
                    <a:pt x="12923" y="766896"/>
                  </a:moveTo>
                  <a:lnTo>
                    <a:pt x="6474" y="766896"/>
                  </a:lnTo>
                  <a:lnTo>
                    <a:pt x="0" y="772643"/>
                  </a:lnTo>
                  <a:lnTo>
                    <a:pt x="0" y="834069"/>
                  </a:lnTo>
                  <a:lnTo>
                    <a:pt x="6474" y="839793"/>
                  </a:lnTo>
                  <a:lnTo>
                    <a:pt x="12923" y="834069"/>
                  </a:lnTo>
                  <a:lnTo>
                    <a:pt x="18745" y="828322"/>
                  </a:lnTo>
                  <a:lnTo>
                    <a:pt x="18745" y="778367"/>
                  </a:lnTo>
                  <a:lnTo>
                    <a:pt x="12923" y="772643"/>
                  </a:lnTo>
                  <a:lnTo>
                    <a:pt x="12923" y="766896"/>
                  </a:lnTo>
                  <a:close/>
                </a:path>
                <a:path w="19050" h="907414">
                  <a:moveTo>
                    <a:pt x="12923" y="890306"/>
                  </a:moveTo>
                  <a:lnTo>
                    <a:pt x="6474" y="890306"/>
                  </a:lnTo>
                  <a:lnTo>
                    <a:pt x="0" y="895495"/>
                  </a:lnTo>
                  <a:lnTo>
                    <a:pt x="0" y="906966"/>
                  </a:lnTo>
                  <a:lnTo>
                    <a:pt x="12923" y="906966"/>
                  </a:lnTo>
                  <a:lnTo>
                    <a:pt x="18745" y="901219"/>
                  </a:lnTo>
                  <a:lnTo>
                    <a:pt x="12923" y="895495"/>
                  </a:lnTo>
                  <a:lnTo>
                    <a:pt x="12923" y="890306"/>
                  </a:lnTo>
                  <a:close/>
                </a:path>
              </a:pathLst>
            </a:custGeom>
            <a:solidFill>
              <a:srgbClr val="000000"/>
            </a:solidFill>
          </p:spPr>
          <p:txBody>
            <a:bodyPr wrap="square" lIns="0" tIns="0" rIns="0" bIns="0" rtlCol="0"/>
            <a:lstStyle/>
            <a:p/>
          </p:txBody>
        </p:sp>
        <p:sp>
          <p:nvSpPr>
            <p:cNvPr id="79" name="object 79" descr=""/>
            <p:cNvSpPr/>
            <p:nvPr/>
          </p:nvSpPr>
          <p:spPr>
            <a:xfrm>
              <a:off x="4033687" y="2957264"/>
              <a:ext cx="19050" cy="907415"/>
            </a:xfrm>
            <a:custGeom>
              <a:avLst/>
              <a:gdLst/>
              <a:ahLst/>
              <a:cxnLst/>
              <a:rect l="l" t="t" r="r" b="b"/>
              <a:pathLst>
                <a:path w="19050" h="907414">
                  <a:moveTo>
                    <a:pt x="18745" y="5816"/>
                  </a:moveTo>
                  <a:lnTo>
                    <a:pt x="18745" y="61426"/>
                  </a:lnTo>
                  <a:lnTo>
                    <a:pt x="12923" y="67010"/>
                  </a:lnTo>
                  <a:lnTo>
                    <a:pt x="6474" y="67010"/>
                  </a:lnTo>
                  <a:lnTo>
                    <a:pt x="0" y="67010"/>
                  </a:lnTo>
                  <a:lnTo>
                    <a:pt x="0" y="0"/>
                  </a:lnTo>
                  <a:lnTo>
                    <a:pt x="6474" y="0"/>
                  </a:lnTo>
                  <a:lnTo>
                    <a:pt x="12923" y="0"/>
                  </a:lnTo>
                  <a:lnTo>
                    <a:pt x="18745" y="5816"/>
                  </a:lnTo>
                  <a:close/>
                </a:path>
                <a:path w="19050" h="907414">
                  <a:moveTo>
                    <a:pt x="18745" y="128436"/>
                  </a:moveTo>
                  <a:lnTo>
                    <a:pt x="12923" y="134253"/>
                  </a:lnTo>
                  <a:lnTo>
                    <a:pt x="6474" y="140070"/>
                  </a:lnTo>
                  <a:lnTo>
                    <a:pt x="0" y="123317"/>
                  </a:lnTo>
                  <a:lnTo>
                    <a:pt x="6474" y="123317"/>
                  </a:lnTo>
                  <a:lnTo>
                    <a:pt x="12923" y="123317"/>
                  </a:lnTo>
                  <a:lnTo>
                    <a:pt x="18745" y="128436"/>
                  </a:lnTo>
                  <a:close/>
                </a:path>
                <a:path w="19050" h="907414">
                  <a:moveTo>
                    <a:pt x="18745" y="201496"/>
                  </a:moveTo>
                  <a:lnTo>
                    <a:pt x="18745" y="251986"/>
                  </a:lnTo>
                  <a:lnTo>
                    <a:pt x="12923" y="257803"/>
                  </a:lnTo>
                  <a:lnTo>
                    <a:pt x="6474" y="262922"/>
                  </a:lnTo>
                  <a:lnTo>
                    <a:pt x="0" y="257803"/>
                  </a:lnTo>
                  <a:lnTo>
                    <a:pt x="0" y="251986"/>
                  </a:lnTo>
                  <a:lnTo>
                    <a:pt x="0" y="201496"/>
                  </a:lnTo>
                  <a:lnTo>
                    <a:pt x="0" y="195679"/>
                  </a:lnTo>
                  <a:lnTo>
                    <a:pt x="0" y="190560"/>
                  </a:lnTo>
                  <a:lnTo>
                    <a:pt x="6474" y="190560"/>
                  </a:lnTo>
                  <a:lnTo>
                    <a:pt x="12923" y="190560"/>
                  </a:lnTo>
                  <a:lnTo>
                    <a:pt x="18745" y="201496"/>
                  </a:lnTo>
                  <a:close/>
                </a:path>
                <a:path w="19050" h="907414">
                  <a:moveTo>
                    <a:pt x="18745" y="319229"/>
                  </a:moveTo>
                  <a:lnTo>
                    <a:pt x="12923" y="329932"/>
                  </a:lnTo>
                  <a:lnTo>
                    <a:pt x="6474" y="329932"/>
                  </a:lnTo>
                  <a:lnTo>
                    <a:pt x="0" y="329932"/>
                  </a:lnTo>
                  <a:lnTo>
                    <a:pt x="0" y="324814"/>
                  </a:lnTo>
                  <a:lnTo>
                    <a:pt x="0" y="319229"/>
                  </a:lnTo>
                  <a:lnTo>
                    <a:pt x="0" y="313412"/>
                  </a:lnTo>
                  <a:lnTo>
                    <a:pt x="6474" y="313412"/>
                  </a:lnTo>
                  <a:lnTo>
                    <a:pt x="12923" y="313412"/>
                  </a:lnTo>
                  <a:lnTo>
                    <a:pt x="18745" y="319229"/>
                  </a:lnTo>
                  <a:close/>
                </a:path>
                <a:path w="19050" h="907414">
                  <a:moveTo>
                    <a:pt x="18745" y="392057"/>
                  </a:moveTo>
                  <a:lnTo>
                    <a:pt x="18745" y="442082"/>
                  </a:lnTo>
                  <a:lnTo>
                    <a:pt x="12923" y="447666"/>
                  </a:lnTo>
                  <a:lnTo>
                    <a:pt x="6474" y="453483"/>
                  </a:lnTo>
                  <a:lnTo>
                    <a:pt x="0" y="447666"/>
                  </a:lnTo>
                  <a:lnTo>
                    <a:pt x="0" y="442082"/>
                  </a:lnTo>
                  <a:lnTo>
                    <a:pt x="0" y="392057"/>
                  </a:lnTo>
                  <a:lnTo>
                    <a:pt x="0" y="386240"/>
                  </a:lnTo>
                  <a:lnTo>
                    <a:pt x="6474" y="386240"/>
                  </a:lnTo>
                  <a:lnTo>
                    <a:pt x="6474" y="380655"/>
                  </a:lnTo>
                  <a:lnTo>
                    <a:pt x="12923" y="386240"/>
                  </a:lnTo>
                  <a:lnTo>
                    <a:pt x="18745" y="392057"/>
                  </a:lnTo>
                  <a:close/>
                </a:path>
                <a:path w="19050" h="907414">
                  <a:moveTo>
                    <a:pt x="18745" y="514886"/>
                  </a:moveTo>
                  <a:lnTo>
                    <a:pt x="12923" y="520633"/>
                  </a:lnTo>
                  <a:lnTo>
                    <a:pt x="6474" y="520633"/>
                  </a:lnTo>
                  <a:lnTo>
                    <a:pt x="0" y="520633"/>
                  </a:lnTo>
                  <a:lnTo>
                    <a:pt x="0" y="514886"/>
                  </a:lnTo>
                  <a:lnTo>
                    <a:pt x="0" y="509139"/>
                  </a:lnTo>
                  <a:lnTo>
                    <a:pt x="6474" y="503973"/>
                  </a:lnTo>
                  <a:lnTo>
                    <a:pt x="12923" y="503973"/>
                  </a:lnTo>
                  <a:lnTo>
                    <a:pt x="12923" y="509139"/>
                  </a:lnTo>
                  <a:lnTo>
                    <a:pt x="18745" y="514886"/>
                  </a:lnTo>
                  <a:close/>
                </a:path>
                <a:path w="19050" h="907414">
                  <a:moveTo>
                    <a:pt x="18745" y="582059"/>
                  </a:moveTo>
                  <a:lnTo>
                    <a:pt x="18745" y="638320"/>
                  </a:lnTo>
                  <a:lnTo>
                    <a:pt x="12923" y="644043"/>
                  </a:lnTo>
                  <a:lnTo>
                    <a:pt x="6474" y="644043"/>
                  </a:lnTo>
                  <a:lnTo>
                    <a:pt x="0" y="644043"/>
                  </a:lnTo>
                  <a:lnTo>
                    <a:pt x="0" y="576893"/>
                  </a:lnTo>
                  <a:lnTo>
                    <a:pt x="6474" y="576893"/>
                  </a:lnTo>
                  <a:lnTo>
                    <a:pt x="12923" y="576893"/>
                  </a:lnTo>
                  <a:lnTo>
                    <a:pt x="18745" y="582059"/>
                  </a:lnTo>
                  <a:close/>
                </a:path>
                <a:path w="19050" h="907414">
                  <a:moveTo>
                    <a:pt x="18745" y="705470"/>
                  </a:moveTo>
                  <a:lnTo>
                    <a:pt x="12923" y="711217"/>
                  </a:lnTo>
                  <a:lnTo>
                    <a:pt x="6474" y="716382"/>
                  </a:lnTo>
                  <a:lnTo>
                    <a:pt x="0" y="699722"/>
                  </a:lnTo>
                  <a:lnTo>
                    <a:pt x="6474" y="699722"/>
                  </a:lnTo>
                  <a:lnTo>
                    <a:pt x="12923" y="699722"/>
                  </a:lnTo>
                  <a:lnTo>
                    <a:pt x="18745" y="705470"/>
                  </a:lnTo>
                  <a:close/>
                </a:path>
                <a:path w="19050" h="907414">
                  <a:moveTo>
                    <a:pt x="18745" y="778367"/>
                  </a:moveTo>
                  <a:lnTo>
                    <a:pt x="18745" y="828322"/>
                  </a:lnTo>
                  <a:lnTo>
                    <a:pt x="12923" y="834069"/>
                  </a:lnTo>
                  <a:lnTo>
                    <a:pt x="6474" y="839793"/>
                  </a:lnTo>
                  <a:lnTo>
                    <a:pt x="0" y="834069"/>
                  </a:lnTo>
                  <a:lnTo>
                    <a:pt x="0" y="828322"/>
                  </a:lnTo>
                  <a:lnTo>
                    <a:pt x="0" y="778367"/>
                  </a:lnTo>
                  <a:lnTo>
                    <a:pt x="0" y="772643"/>
                  </a:lnTo>
                  <a:lnTo>
                    <a:pt x="6474" y="766896"/>
                  </a:lnTo>
                  <a:lnTo>
                    <a:pt x="12923" y="766896"/>
                  </a:lnTo>
                  <a:lnTo>
                    <a:pt x="12923" y="772643"/>
                  </a:lnTo>
                  <a:lnTo>
                    <a:pt x="18745" y="778367"/>
                  </a:lnTo>
                  <a:close/>
                </a:path>
                <a:path w="19050" h="907414">
                  <a:moveTo>
                    <a:pt x="18745" y="901219"/>
                  </a:moveTo>
                  <a:lnTo>
                    <a:pt x="12923" y="906966"/>
                  </a:lnTo>
                  <a:lnTo>
                    <a:pt x="6474" y="906966"/>
                  </a:lnTo>
                  <a:lnTo>
                    <a:pt x="0" y="906966"/>
                  </a:lnTo>
                  <a:lnTo>
                    <a:pt x="0" y="901219"/>
                  </a:lnTo>
                  <a:lnTo>
                    <a:pt x="0" y="895495"/>
                  </a:lnTo>
                  <a:lnTo>
                    <a:pt x="6474" y="890306"/>
                  </a:lnTo>
                  <a:lnTo>
                    <a:pt x="12923" y="890306"/>
                  </a:lnTo>
                  <a:lnTo>
                    <a:pt x="12923" y="895495"/>
                  </a:lnTo>
                  <a:lnTo>
                    <a:pt x="18745" y="901219"/>
                  </a:lnTo>
                  <a:close/>
                </a:path>
              </a:pathLst>
            </a:custGeom>
            <a:ln w="6115">
              <a:solidFill>
                <a:srgbClr val="000000"/>
              </a:solidFill>
            </a:ln>
          </p:spPr>
          <p:txBody>
            <a:bodyPr wrap="square" lIns="0" tIns="0" rIns="0" bIns="0" rtlCol="0"/>
            <a:lstStyle/>
            <a:p/>
          </p:txBody>
        </p:sp>
        <p:sp>
          <p:nvSpPr>
            <p:cNvPr id="80" name="object 80" descr=""/>
            <p:cNvSpPr/>
            <p:nvPr/>
          </p:nvSpPr>
          <p:spPr>
            <a:xfrm>
              <a:off x="4472656" y="2940512"/>
              <a:ext cx="19050" cy="454025"/>
            </a:xfrm>
            <a:custGeom>
              <a:avLst/>
              <a:gdLst/>
              <a:ahLst/>
              <a:cxnLst/>
              <a:rect l="l" t="t" r="r" b="b"/>
              <a:pathLst>
                <a:path w="19050" h="454025">
                  <a:moveTo>
                    <a:pt x="18797" y="0"/>
                  </a:moveTo>
                  <a:lnTo>
                    <a:pt x="0" y="0"/>
                  </a:lnTo>
                  <a:lnTo>
                    <a:pt x="0" y="67243"/>
                  </a:lnTo>
                  <a:lnTo>
                    <a:pt x="18797" y="67243"/>
                  </a:lnTo>
                  <a:lnTo>
                    <a:pt x="18797" y="0"/>
                  </a:lnTo>
                  <a:close/>
                </a:path>
                <a:path w="19050" h="454025">
                  <a:moveTo>
                    <a:pt x="18797" y="122852"/>
                  </a:moveTo>
                  <a:lnTo>
                    <a:pt x="0" y="122852"/>
                  </a:lnTo>
                  <a:lnTo>
                    <a:pt x="0" y="134486"/>
                  </a:lnTo>
                  <a:lnTo>
                    <a:pt x="6526" y="140070"/>
                  </a:lnTo>
                  <a:lnTo>
                    <a:pt x="18797" y="134486"/>
                  </a:lnTo>
                  <a:lnTo>
                    <a:pt x="18797" y="122852"/>
                  </a:lnTo>
                  <a:close/>
                </a:path>
                <a:path w="19050" h="454025">
                  <a:moveTo>
                    <a:pt x="6526" y="117733"/>
                  </a:moveTo>
                  <a:lnTo>
                    <a:pt x="6526" y="122852"/>
                  </a:lnTo>
                  <a:lnTo>
                    <a:pt x="13053" y="122852"/>
                  </a:lnTo>
                  <a:lnTo>
                    <a:pt x="6526" y="117733"/>
                  </a:lnTo>
                  <a:close/>
                </a:path>
                <a:path w="19050" h="454025">
                  <a:moveTo>
                    <a:pt x="18797" y="190095"/>
                  </a:moveTo>
                  <a:lnTo>
                    <a:pt x="0" y="190095"/>
                  </a:lnTo>
                  <a:lnTo>
                    <a:pt x="0" y="257338"/>
                  </a:lnTo>
                  <a:lnTo>
                    <a:pt x="18797" y="257338"/>
                  </a:lnTo>
                  <a:lnTo>
                    <a:pt x="18797" y="190095"/>
                  </a:lnTo>
                  <a:close/>
                </a:path>
                <a:path w="19050" h="454025">
                  <a:moveTo>
                    <a:pt x="18797" y="313412"/>
                  </a:moveTo>
                  <a:lnTo>
                    <a:pt x="0" y="313412"/>
                  </a:lnTo>
                  <a:lnTo>
                    <a:pt x="0" y="324348"/>
                  </a:lnTo>
                  <a:lnTo>
                    <a:pt x="6526" y="330165"/>
                  </a:lnTo>
                  <a:lnTo>
                    <a:pt x="18797" y="324348"/>
                  </a:lnTo>
                  <a:lnTo>
                    <a:pt x="18797" y="313412"/>
                  </a:lnTo>
                  <a:close/>
                </a:path>
                <a:path w="19050" h="454025">
                  <a:moveTo>
                    <a:pt x="13053" y="380655"/>
                  </a:moveTo>
                  <a:lnTo>
                    <a:pt x="6526" y="380655"/>
                  </a:lnTo>
                  <a:lnTo>
                    <a:pt x="0" y="386472"/>
                  </a:lnTo>
                  <a:lnTo>
                    <a:pt x="0" y="447898"/>
                  </a:lnTo>
                  <a:lnTo>
                    <a:pt x="6526" y="453483"/>
                  </a:lnTo>
                  <a:lnTo>
                    <a:pt x="18797" y="447898"/>
                  </a:lnTo>
                  <a:lnTo>
                    <a:pt x="18797" y="386472"/>
                  </a:lnTo>
                  <a:lnTo>
                    <a:pt x="13053" y="380655"/>
                  </a:lnTo>
                  <a:close/>
                </a:path>
              </a:pathLst>
            </a:custGeom>
            <a:solidFill>
              <a:srgbClr val="000000"/>
            </a:solidFill>
          </p:spPr>
          <p:txBody>
            <a:bodyPr wrap="square" lIns="0" tIns="0" rIns="0" bIns="0" rtlCol="0"/>
            <a:lstStyle/>
            <a:p/>
          </p:txBody>
        </p:sp>
        <p:sp>
          <p:nvSpPr>
            <p:cNvPr id="81" name="object 81" descr=""/>
            <p:cNvSpPr/>
            <p:nvPr/>
          </p:nvSpPr>
          <p:spPr>
            <a:xfrm>
              <a:off x="4472656" y="2940512"/>
              <a:ext cx="19050" cy="454025"/>
            </a:xfrm>
            <a:custGeom>
              <a:avLst/>
              <a:gdLst/>
              <a:ahLst/>
              <a:cxnLst/>
              <a:rect l="l" t="t" r="r" b="b"/>
              <a:pathLst>
                <a:path w="19050" h="454025">
                  <a:moveTo>
                    <a:pt x="18797" y="5816"/>
                  </a:moveTo>
                  <a:lnTo>
                    <a:pt x="18797" y="55841"/>
                  </a:lnTo>
                  <a:lnTo>
                    <a:pt x="18797" y="61426"/>
                  </a:lnTo>
                  <a:lnTo>
                    <a:pt x="18797" y="67243"/>
                  </a:lnTo>
                  <a:lnTo>
                    <a:pt x="6526" y="67243"/>
                  </a:lnTo>
                  <a:lnTo>
                    <a:pt x="0" y="67243"/>
                  </a:lnTo>
                  <a:lnTo>
                    <a:pt x="0" y="61426"/>
                  </a:lnTo>
                  <a:lnTo>
                    <a:pt x="0" y="55841"/>
                  </a:lnTo>
                  <a:lnTo>
                    <a:pt x="0" y="5816"/>
                  </a:lnTo>
                  <a:lnTo>
                    <a:pt x="0" y="0"/>
                  </a:lnTo>
                  <a:lnTo>
                    <a:pt x="6526" y="0"/>
                  </a:lnTo>
                  <a:lnTo>
                    <a:pt x="13053" y="0"/>
                  </a:lnTo>
                  <a:lnTo>
                    <a:pt x="18797" y="0"/>
                  </a:lnTo>
                  <a:lnTo>
                    <a:pt x="18797" y="5816"/>
                  </a:lnTo>
                  <a:close/>
                </a:path>
                <a:path w="19050" h="454025">
                  <a:moveTo>
                    <a:pt x="18797" y="128669"/>
                  </a:moveTo>
                  <a:lnTo>
                    <a:pt x="18797" y="134486"/>
                  </a:lnTo>
                  <a:lnTo>
                    <a:pt x="6526" y="140070"/>
                  </a:lnTo>
                  <a:lnTo>
                    <a:pt x="0" y="134486"/>
                  </a:lnTo>
                  <a:lnTo>
                    <a:pt x="0" y="128669"/>
                  </a:lnTo>
                  <a:lnTo>
                    <a:pt x="0" y="122852"/>
                  </a:lnTo>
                  <a:lnTo>
                    <a:pt x="6526" y="122852"/>
                  </a:lnTo>
                  <a:lnTo>
                    <a:pt x="6526" y="117733"/>
                  </a:lnTo>
                  <a:lnTo>
                    <a:pt x="13053" y="122852"/>
                  </a:lnTo>
                  <a:lnTo>
                    <a:pt x="18797" y="122852"/>
                  </a:lnTo>
                  <a:lnTo>
                    <a:pt x="18797" y="128669"/>
                  </a:lnTo>
                  <a:close/>
                </a:path>
                <a:path w="19050" h="454025">
                  <a:moveTo>
                    <a:pt x="18797" y="195912"/>
                  </a:moveTo>
                  <a:lnTo>
                    <a:pt x="18797" y="251986"/>
                  </a:lnTo>
                  <a:lnTo>
                    <a:pt x="18797" y="257338"/>
                  </a:lnTo>
                  <a:lnTo>
                    <a:pt x="6526" y="257338"/>
                  </a:lnTo>
                  <a:lnTo>
                    <a:pt x="0" y="257338"/>
                  </a:lnTo>
                  <a:lnTo>
                    <a:pt x="0" y="251986"/>
                  </a:lnTo>
                  <a:lnTo>
                    <a:pt x="0" y="195912"/>
                  </a:lnTo>
                  <a:lnTo>
                    <a:pt x="0" y="190095"/>
                  </a:lnTo>
                  <a:lnTo>
                    <a:pt x="6526" y="190095"/>
                  </a:lnTo>
                  <a:lnTo>
                    <a:pt x="13053" y="190095"/>
                  </a:lnTo>
                  <a:lnTo>
                    <a:pt x="18797" y="190095"/>
                  </a:lnTo>
                  <a:lnTo>
                    <a:pt x="18797" y="195912"/>
                  </a:lnTo>
                  <a:close/>
                </a:path>
                <a:path w="19050" h="454025">
                  <a:moveTo>
                    <a:pt x="18797" y="319229"/>
                  </a:moveTo>
                  <a:lnTo>
                    <a:pt x="18797" y="324348"/>
                  </a:lnTo>
                  <a:lnTo>
                    <a:pt x="6526" y="330165"/>
                  </a:lnTo>
                  <a:lnTo>
                    <a:pt x="0" y="324348"/>
                  </a:lnTo>
                  <a:lnTo>
                    <a:pt x="0" y="319229"/>
                  </a:lnTo>
                  <a:lnTo>
                    <a:pt x="0" y="313412"/>
                  </a:lnTo>
                  <a:lnTo>
                    <a:pt x="6526" y="313412"/>
                  </a:lnTo>
                  <a:lnTo>
                    <a:pt x="13053" y="313412"/>
                  </a:lnTo>
                  <a:lnTo>
                    <a:pt x="18797" y="313412"/>
                  </a:lnTo>
                  <a:lnTo>
                    <a:pt x="18797" y="319229"/>
                  </a:lnTo>
                  <a:close/>
                </a:path>
                <a:path w="19050" h="454025">
                  <a:moveTo>
                    <a:pt x="18797" y="391591"/>
                  </a:moveTo>
                  <a:lnTo>
                    <a:pt x="18797" y="442082"/>
                  </a:lnTo>
                  <a:lnTo>
                    <a:pt x="18797" y="447899"/>
                  </a:lnTo>
                  <a:lnTo>
                    <a:pt x="6526" y="453483"/>
                  </a:lnTo>
                  <a:lnTo>
                    <a:pt x="0" y="447899"/>
                  </a:lnTo>
                  <a:lnTo>
                    <a:pt x="0" y="442082"/>
                  </a:lnTo>
                  <a:lnTo>
                    <a:pt x="0" y="391591"/>
                  </a:lnTo>
                  <a:lnTo>
                    <a:pt x="0" y="386472"/>
                  </a:lnTo>
                  <a:lnTo>
                    <a:pt x="6526" y="380655"/>
                  </a:lnTo>
                  <a:lnTo>
                    <a:pt x="13053" y="380655"/>
                  </a:lnTo>
                  <a:lnTo>
                    <a:pt x="18797" y="386472"/>
                  </a:lnTo>
                  <a:lnTo>
                    <a:pt x="18797" y="391591"/>
                  </a:lnTo>
                  <a:close/>
                </a:path>
              </a:pathLst>
            </a:custGeom>
            <a:ln w="6115">
              <a:solidFill>
                <a:srgbClr val="000000"/>
              </a:solidFill>
            </a:ln>
          </p:spPr>
          <p:txBody>
            <a:bodyPr wrap="square" lIns="0" tIns="0" rIns="0" bIns="0" rtlCol="0"/>
            <a:lstStyle/>
            <a:p/>
          </p:txBody>
        </p:sp>
        <p:sp>
          <p:nvSpPr>
            <p:cNvPr id="82" name="object 82" descr=""/>
            <p:cNvSpPr/>
            <p:nvPr/>
          </p:nvSpPr>
          <p:spPr>
            <a:xfrm>
              <a:off x="4893245" y="3841848"/>
              <a:ext cx="19050" cy="436880"/>
            </a:xfrm>
            <a:custGeom>
              <a:avLst/>
              <a:gdLst/>
              <a:ahLst/>
              <a:cxnLst/>
              <a:rect l="l" t="t" r="r" b="b"/>
              <a:pathLst>
                <a:path w="19050" h="436879">
                  <a:moveTo>
                    <a:pt x="18536" y="0"/>
                  </a:moveTo>
                  <a:lnTo>
                    <a:pt x="0" y="0"/>
                  </a:lnTo>
                  <a:lnTo>
                    <a:pt x="0" y="67149"/>
                  </a:lnTo>
                  <a:lnTo>
                    <a:pt x="18536" y="67149"/>
                  </a:lnTo>
                  <a:lnTo>
                    <a:pt x="18536" y="0"/>
                  </a:lnTo>
                  <a:close/>
                </a:path>
                <a:path w="19050" h="436879">
                  <a:moveTo>
                    <a:pt x="12792" y="134323"/>
                  </a:moveTo>
                  <a:lnTo>
                    <a:pt x="6265" y="134323"/>
                  </a:lnTo>
                  <a:lnTo>
                    <a:pt x="12792" y="140070"/>
                  </a:lnTo>
                  <a:lnTo>
                    <a:pt x="12792" y="134323"/>
                  </a:lnTo>
                  <a:close/>
                </a:path>
                <a:path w="19050" h="436879">
                  <a:moveTo>
                    <a:pt x="12792" y="117686"/>
                  </a:moveTo>
                  <a:lnTo>
                    <a:pt x="0" y="122852"/>
                  </a:lnTo>
                  <a:lnTo>
                    <a:pt x="0" y="134323"/>
                  </a:lnTo>
                  <a:lnTo>
                    <a:pt x="18536" y="134323"/>
                  </a:lnTo>
                  <a:lnTo>
                    <a:pt x="18536" y="122852"/>
                  </a:lnTo>
                  <a:lnTo>
                    <a:pt x="12792" y="117686"/>
                  </a:lnTo>
                  <a:close/>
                </a:path>
                <a:path w="19050" h="436879">
                  <a:moveTo>
                    <a:pt x="18536" y="190002"/>
                  </a:moveTo>
                  <a:lnTo>
                    <a:pt x="0" y="190002"/>
                  </a:lnTo>
                  <a:lnTo>
                    <a:pt x="0" y="257175"/>
                  </a:lnTo>
                  <a:lnTo>
                    <a:pt x="18536" y="257175"/>
                  </a:lnTo>
                  <a:lnTo>
                    <a:pt x="18536" y="190002"/>
                  </a:lnTo>
                  <a:close/>
                </a:path>
                <a:path w="19050" h="436879">
                  <a:moveTo>
                    <a:pt x="18536" y="313436"/>
                  </a:moveTo>
                  <a:lnTo>
                    <a:pt x="0" y="313436"/>
                  </a:lnTo>
                  <a:lnTo>
                    <a:pt x="0" y="330072"/>
                  </a:lnTo>
                  <a:lnTo>
                    <a:pt x="18536" y="330072"/>
                  </a:lnTo>
                  <a:lnTo>
                    <a:pt x="18536" y="313436"/>
                  </a:lnTo>
                  <a:close/>
                </a:path>
                <a:path w="19050" h="436879">
                  <a:moveTo>
                    <a:pt x="12792" y="380586"/>
                  </a:moveTo>
                  <a:lnTo>
                    <a:pt x="0" y="386333"/>
                  </a:lnTo>
                  <a:lnTo>
                    <a:pt x="0" y="431099"/>
                  </a:lnTo>
                  <a:lnTo>
                    <a:pt x="6265" y="436265"/>
                  </a:lnTo>
                  <a:lnTo>
                    <a:pt x="12792" y="436265"/>
                  </a:lnTo>
                  <a:lnTo>
                    <a:pt x="18536" y="431099"/>
                  </a:lnTo>
                  <a:lnTo>
                    <a:pt x="18536" y="386333"/>
                  </a:lnTo>
                  <a:lnTo>
                    <a:pt x="12792" y="380586"/>
                  </a:lnTo>
                  <a:close/>
                </a:path>
              </a:pathLst>
            </a:custGeom>
            <a:solidFill>
              <a:srgbClr val="000000"/>
            </a:solidFill>
          </p:spPr>
          <p:txBody>
            <a:bodyPr wrap="square" lIns="0" tIns="0" rIns="0" bIns="0" rtlCol="0"/>
            <a:lstStyle/>
            <a:p/>
          </p:txBody>
        </p:sp>
        <p:sp>
          <p:nvSpPr>
            <p:cNvPr id="83" name="object 83" descr=""/>
            <p:cNvSpPr/>
            <p:nvPr/>
          </p:nvSpPr>
          <p:spPr>
            <a:xfrm>
              <a:off x="4893245" y="3841847"/>
              <a:ext cx="19050" cy="436880"/>
            </a:xfrm>
            <a:custGeom>
              <a:avLst/>
              <a:gdLst/>
              <a:ahLst/>
              <a:cxnLst/>
              <a:rect l="l" t="t" r="r" b="b"/>
              <a:pathLst>
                <a:path w="19050" h="436879">
                  <a:moveTo>
                    <a:pt x="18536" y="5723"/>
                  </a:moveTo>
                  <a:lnTo>
                    <a:pt x="18536" y="61426"/>
                  </a:lnTo>
                  <a:lnTo>
                    <a:pt x="18536" y="67149"/>
                  </a:lnTo>
                  <a:lnTo>
                    <a:pt x="12792" y="67149"/>
                  </a:lnTo>
                  <a:lnTo>
                    <a:pt x="6265" y="67149"/>
                  </a:lnTo>
                  <a:lnTo>
                    <a:pt x="0" y="67149"/>
                  </a:lnTo>
                  <a:lnTo>
                    <a:pt x="0" y="61426"/>
                  </a:lnTo>
                  <a:lnTo>
                    <a:pt x="0" y="5723"/>
                  </a:lnTo>
                  <a:lnTo>
                    <a:pt x="0" y="0"/>
                  </a:lnTo>
                  <a:lnTo>
                    <a:pt x="12792" y="0"/>
                  </a:lnTo>
                  <a:lnTo>
                    <a:pt x="18536" y="0"/>
                  </a:lnTo>
                  <a:lnTo>
                    <a:pt x="18536" y="5723"/>
                  </a:lnTo>
                  <a:close/>
                </a:path>
                <a:path w="19050" h="436879">
                  <a:moveTo>
                    <a:pt x="18536" y="128576"/>
                  </a:moveTo>
                  <a:lnTo>
                    <a:pt x="18536" y="134323"/>
                  </a:lnTo>
                  <a:lnTo>
                    <a:pt x="12792" y="134323"/>
                  </a:lnTo>
                  <a:lnTo>
                    <a:pt x="12792" y="140070"/>
                  </a:lnTo>
                  <a:lnTo>
                    <a:pt x="6265" y="134323"/>
                  </a:lnTo>
                  <a:lnTo>
                    <a:pt x="0" y="134323"/>
                  </a:lnTo>
                  <a:lnTo>
                    <a:pt x="0" y="128576"/>
                  </a:lnTo>
                  <a:lnTo>
                    <a:pt x="0" y="122852"/>
                  </a:lnTo>
                  <a:lnTo>
                    <a:pt x="12792" y="117686"/>
                  </a:lnTo>
                  <a:lnTo>
                    <a:pt x="18536" y="122852"/>
                  </a:lnTo>
                  <a:lnTo>
                    <a:pt x="18536" y="128576"/>
                  </a:lnTo>
                  <a:close/>
                </a:path>
                <a:path w="19050" h="436879">
                  <a:moveTo>
                    <a:pt x="18536" y="201496"/>
                  </a:moveTo>
                  <a:lnTo>
                    <a:pt x="18536" y="252010"/>
                  </a:lnTo>
                  <a:lnTo>
                    <a:pt x="18536" y="257175"/>
                  </a:lnTo>
                  <a:lnTo>
                    <a:pt x="12792" y="257175"/>
                  </a:lnTo>
                  <a:lnTo>
                    <a:pt x="6265" y="257175"/>
                  </a:lnTo>
                  <a:lnTo>
                    <a:pt x="0" y="257175"/>
                  </a:lnTo>
                  <a:lnTo>
                    <a:pt x="0" y="252010"/>
                  </a:lnTo>
                  <a:lnTo>
                    <a:pt x="0" y="201496"/>
                  </a:lnTo>
                  <a:lnTo>
                    <a:pt x="0" y="190002"/>
                  </a:lnTo>
                  <a:lnTo>
                    <a:pt x="12792" y="190002"/>
                  </a:lnTo>
                  <a:lnTo>
                    <a:pt x="18536" y="190002"/>
                  </a:lnTo>
                  <a:lnTo>
                    <a:pt x="18536" y="195749"/>
                  </a:lnTo>
                  <a:lnTo>
                    <a:pt x="18536" y="201496"/>
                  </a:lnTo>
                  <a:close/>
                </a:path>
                <a:path w="19050" h="436879">
                  <a:moveTo>
                    <a:pt x="18536" y="319160"/>
                  </a:moveTo>
                  <a:lnTo>
                    <a:pt x="18536" y="324325"/>
                  </a:lnTo>
                  <a:lnTo>
                    <a:pt x="18536" y="330072"/>
                  </a:lnTo>
                  <a:lnTo>
                    <a:pt x="12792" y="330072"/>
                  </a:lnTo>
                  <a:lnTo>
                    <a:pt x="6265" y="330072"/>
                  </a:lnTo>
                  <a:lnTo>
                    <a:pt x="0" y="330072"/>
                  </a:lnTo>
                  <a:lnTo>
                    <a:pt x="0" y="319160"/>
                  </a:lnTo>
                  <a:lnTo>
                    <a:pt x="0" y="313436"/>
                  </a:lnTo>
                  <a:lnTo>
                    <a:pt x="12792" y="313436"/>
                  </a:lnTo>
                  <a:lnTo>
                    <a:pt x="18536" y="313436"/>
                  </a:lnTo>
                  <a:lnTo>
                    <a:pt x="18536" y="319160"/>
                  </a:lnTo>
                  <a:close/>
                </a:path>
                <a:path w="19050" h="436879">
                  <a:moveTo>
                    <a:pt x="18536" y="391498"/>
                  </a:moveTo>
                  <a:lnTo>
                    <a:pt x="18536" y="425376"/>
                  </a:lnTo>
                  <a:lnTo>
                    <a:pt x="18536" y="431099"/>
                  </a:lnTo>
                  <a:lnTo>
                    <a:pt x="12792" y="436265"/>
                  </a:lnTo>
                  <a:lnTo>
                    <a:pt x="6265" y="436265"/>
                  </a:lnTo>
                  <a:lnTo>
                    <a:pt x="0" y="431099"/>
                  </a:lnTo>
                  <a:lnTo>
                    <a:pt x="0" y="425376"/>
                  </a:lnTo>
                  <a:lnTo>
                    <a:pt x="0" y="391498"/>
                  </a:lnTo>
                  <a:lnTo>
                    <a:pt x="0" y="386333"/>
                  </a:lnTo>
                  <a:lnTo>
                    <a:pt x="12792" y="380586"/>
                  </a:lnTo>
                  <a:lnTo>
                    <a:pt x="18536" y="386333"/>
                  </a:lnTo>
                  <a:lnTo>
                    <a:pt x="18536" y="391498"/>
                  </a:lnTo>
                  <a:close/>
                </a:path>
              </a:pathLst>
            </a:custGeom>
            <a:ln w="6115">
              <a:solidFill>
                <a:srgbClr val="000000"/>
              </a:solidFill>
            </a:ln>
          </p:spPr>
          <p:txBody>
            <a:bodyPr wrap="square" lIns="0" tIns="0" rIns="0" bIns="0" rtlCol="0"/>
            <a:lstStyle/>
            <a:p/>
          </p:txBody>
        </p:sp>
        <p:sp>
          <p:nvSpPr>
            <p:cNvPr id="84" name="object 84" descr=""/>
            <p:cNvSpPr/>
            <p:nvPr/>
          </p:nvSpPr>
          <p:spPr>
            <a:xfrm>
              <a:off x="5332109" y="3797058"/>
              <a:ext cx="19050" cy="454025"/>
            </a:xfrm>
            <a:custGeom>
              <a:avLst/>
              <a:gdLst/>
              <a:ahLst/>
              <a:cxnLst/>
              <a:rect l="l" t="t" r="r" b="b"/>
              <a:pathLst>
                <a:path w="19050" h="454025">
                  <a:moveTo>
                    <a:pt x="18797" y="0"/>
                  </a:moveTo>
                  <a:lnTo>
                    <a:pt x="6526" y="0"/>
                  </a:lnTo>
                  <a:lnTo>
                    <a:pt x="0" y="5747"/>
                  </a:lnTo>
                  <a:lnTo>
                    <a:pt x="0" y="61426"/>
                  </a:lnTo>
                  <a:lnTo>
                    <a:pt x="6526" y="67173"/>
                  </a:lnTo>
                  <a:lnTo>
                    <a:pt x="18797" y="67173"/>
                  </a:lnTo>
                  <a:lnTo>
                    <a:pt x="18797" y="0"/>
                  </a:lnTo>
                  <a:close/>
                </a:path>
                <a:path w="19050" h="454025">
                  <a:moveTo>
                    <a:pt x="18797" y="122852"/>
                  </a:moveTo>
                  <a:lnTo>
                    <a:pt x="0" y="122852"/>
                  </a:lnTo>
                  <a:lnTo>
                    <a:pt x="0" y="134346"/>
                  </a:lnTo>
                  <a:lnTo>
                    <a:pt x="6526" y="134346"/>
                  </a:lnTo>
                  <a:lnTo>
                    <a:pt x="13053" y="140070"/>
                  </a:lnTo>
                  <a:lnTo>
                    <a:pt x="18797" y="134346"/>
                  </a:lnTo>
                  <a:lnTo>
                    <a:pt x="18797" y="122852"/>
                  </a:lnTo>
                  <a:close/>
                </a:path>
                <a:path w="19050" h="454025">
                  <a:moveTo>
                    <a:pt x="18797" y="190025"/>
                  </a:moveTo>
                  <a:lnTo>
                    <a:pt x="6526" y="190025"/>
                  </a:lnTo>
                  <a:lnTo>
                    <a:pt x="0" y="195749"/>
                  </a:lnTo>
                  <a:lnTo>
                    <a:pt x="0" y="257175"/>
                  </a:lnTo>
                  <a:lnTo>
                    <a:pt x="6526" y="257175"/>
                  </a:lnTo>
                  <a:lnTo>
                    <a:pt x="13053" y="262922"/>
                  </a:lnTo>
                  <a:lnTo>
                    <a:pt x="18797" y="257175"/>
                  </a:lnTo>
                  <a:lnTo>
                    <a:pt x="18797" y="190025"/>
                  </a:lnTo>
                  <a:close/>
                </a:path>
                <a:path w="19050" h="454025">
                  <a:moveTo>
                    <a:pt x="18797" y="313436"/>
                  </a:moveTo>
                  <a:lnTo>
                    <a:pt x="6526" y="313436"/>
                  </a:lnTo>
                  <a:lnTo>
                    <a:pt x="0" y="319183"/>
                  </a:lnTo>
                  <a:lnTo>
                    <a:pt x="0" y="324348"/>
                  </a:lnTo>
                  <a:lnTo>
                    <a:pt x="6526" y="330095"/>
                  </a:lnTo>
                  <a:lnTo>
                    <a:pt x="18797" y="330095"/>
                  </a:lnTo>
                  <a:lnTo>
                    <a:pt x="18797" y="313436"/>
                  </a:lnTo>
                  <a:close/>
                </a:path>
                <a:path w="19050" h="454025">
                  <a:moveTo>
                    <a:pt x="13053" y="380609"/>
                  </a:moveTo>
                  <a:lnTo>
                    <a:pt x="6526" y="386356"/>
                  </a:lnTo>
                  <a:lnTo>
                    <a:pt x="0" y="386356"/>
                  </a:lnTo>
                  <a:lnTo>
                    <a:pt x="0" y="447759"/>
                  </a:lnTo>
                  <a:lnTo>
                    <a:pt x="6526" y="447759"/>
                  </a:lnTo>
                  <a:lnTo>
                    <a:pt x="13053" y="453506"/>
                  </a:lnTo>
                  <a:lnTo>
                    <a:pt x="18797" y="447759"/>
                  </a:lnTo>
                  <a:lnTo>
                    <a:pt x="18797" y="386356"/>
                  </a:lnTo>
                  <a:lnTo>
                    <a:pt x="13053" y="380609"/>
                  </a:lnTo>
                  <a:close/>
                </a:path>
              </a:pathLst>
            </a:custGeom>
            <a:solidFill>
              <a:srgbClr val="000000"/>
            </a:solidFill>
          </p:spPr>
          <p:txBody>
            <a:bodyPr wrap="square" lIns="0" tIns="0" rIns="0" bIns="0" rtlCol="0"/>
            <a:lstStyle/>
            <a:p/>
          </p:txBody>
        </p:sp>
        <p:sp>
          <p:nvSpPr>
            <p:cNvPr id="85" name="object 85" descr=""/>
            <p:cNvSpPr/>
            <p:nvPr/>
          </p:nvSpPr>
          <p:spPr>
            <a:xfrm>
              <a:off x="5332109" y="3797058"/>
              <a:ext cx="19050" cy="454025"/>
            </a:xfrm>
            <a:custGeom>
              <a:avLst/>
              <a:gdLst/>
              <a:ahLst/>
              <a:cxnLst/>
              <a:rect l="l" t="t" r="r" b="b"/>
              <a:pathLst>
                <a:path w="19050" h="454025">
                  <a:moveTo>
                    <a:pt x="18797" y="5747"/>
                  </a:moveTo>
                  <a:lnTo>
                    <a:pt x="18797" y="61426"/>
                  </a:lnTo>
                  <a:lnTo>
                    <a:pt x="18797" y="67173"/>
                  </a:lnTo>
                  <a:lnTo>
                    <a:pt x="13053" y="67173"/>
                  </a:lnTo>
                  <a:lnTo>
                    <a:pt x="6526" y="67173"/>
                  </a:lnTo>
                  <a:lnTo>
                    <a:pt x="0" y="61426"/>
                  </a:lnTo>
                  <a:lnTo>
                    <a:pt x="0" y="5747"/>
                  </a:lnTo>
                  <a:lnTo>
                    <a:pt x="6526" y="0"/>
                  </a:lnTo>
                  <a:lnTo>
                    <a:pt x="13053" y="0"/>
                  </a:lnTo>
                  <a:lnTo>
                    <a:pt x="18797" y="0"/>
                  </a:lnTo>
                  <a:lnTo>
                    <a:pt x="18797" y="5747"/>
                  </a:lnTo>
                  <a:close/>
                </a:path>
                <a:path w="19050" h="454025">
                  <a:moveTo>
                    <a:pt x="18797" y="128599"/>
                  </a:moveTo>
                  <a:lnTo>
                    <a:pt x="18797" y="134346"/>
                  </a:lnTo>
                  <a:lnTo>
                    <a:pt x="13053" y="140070"/>
                  </a:lnTo>
                  <a:lnTo>
                    <a:pt x="6526" y="134346"/>
                  </a:lnTo>
                  <a:lnTo>
                    <a:pt x="0" y="134346"/>
                  </a:lnTo>
                  <a:lnTo>
                    <a:pt x="0" y="128599"/>
                  </a:lnTo>
                  <a:lnTo>
                    <a:pt x="0" y="122852"/>
                  </a:lnTo>
                  <a:lnTo>
                    <a:pt x="6526" y="122852"/>
                  </a:lnTo>
                  <a:lnTo>
                    <a:pt x="13053" y="122852"/>
                  </a:lnTo>
                  <a:lnTo>
                    <a:pt x="18797" y="122852"/>
                  </a:lnTo>
                  <a:lnTo>
                    <a:pt x="18797" y="128599"/>
                  </a:lnTo>
                  <a:close/>
                </a:path>
                <a:path w="19050" h="454025">
                  <a:moveTo>
                    <a:pt x="18797" y="201496"/>
                  </a:moveTo>
                  <a:lnTo>
                    <a:pt x="18797" y="252010"/>
                  </a:lnTo>
                  <a:lnTo>
                    <a:pt x="18797" y="257175"/>
                  </a:lnTo>
                  <a:lnTo>
                    <a:pt x="13053" y="262922"/>
                  </a:lnTo>
                  <a:lnTo>
                    <a:pt x="6526" y="257175"/>
                  </a:lnTo>
                  <a:lnTo>
                    <a:pt x="0" y="257175"/>
                  </a:lnTo>
                  <a:lnTo>
                    <a:pt x="0" y="252010"/>
                  </a:lnTo>
                  <a:lnTo>
                    <a:pt x="0" y="201496"/>
                  </a:lnTo>
                  <a:lnTo>
                    <a:pt x="0" y="195749"/>
                  </a:lnTo>
                  <a:lnTo>
                    <a:pt x="6526" y="190025"/>
                  </a:lnTo>
                  <a:lnTo>
                    <a:pt x="13053" y="190025"/>
                  </a:lnTo>
                  <a:lnTo>
                    <a:pt x="18797" y="190025"/>
                  </a:lnTo>
                  <a:lnTo>
                    <a:pt x="18797" y="195749"/>
                  </a:lnTo>
                  <a:lnTo>
                    <a:pt x="18797" y="201496"/>
                  </a:lnTo>
                  <a:close/>
                </a:path>
                <a:path w="19050" h="454025">
                  <a:moveTo>
                    <a:pt x="18797" y="319183"/>
                  </a:moveTo>
                  <a:lnTo>
                    <a:pt x="18797" y="324348"/>
                  </a:lnTo>
                  <a:lnTo>
                    <a:pt x="18797" y="330095"/>
                  </a:lnTo>
                  <a:lnTo>
                    <a:pt x="13053" y="330095"/>
                  </a:lnTo>
                  <a:lnTo>
                    <a:pt x="6526" y="330095"/>
                  </a:lnTo>
                  <a:lnTo>
                    <a:pt x="0" y="324348"/>
                  </a:lnTo>
                  <a:lnTo>
                    <a:pt x="0" y="319183"/>
                  </a:lnTo>
                  <a:lnTo>
                    <a:pt x="6526" y="313436"/>
                  </a:lnTo>
                  <a:lnTo>
                    <a:pt x="13053" y="313436"/>
                  </a:lnTo>
                  <a:lnTo>
                    <a:pt x="18797" y="313436"/>
                  </a:lnTo>
                  <a:lnTo>
                    <a:pt x="18797" y="319183"/>
                  </a:lnTo>
                  <a:close/>
                </a:path>
                <a:path w="19050" h="454025">
                  <a:moveTo>
                    <a:pt x="18797" y="391521"/>
                  </a:moveTo>
                  <a:lnTo>
                    <a:pt x="18797" y="442035"/>
                  </a:lnTo>
                  <a:lnTo>
                    <a:pt x="18797" y="447759"/>
                  </a:lnTo>
                  <a:lnTo>
                    <a:pt x="13053" y="453506"/>
                  </a:lnTo>
                  <a:lnTo>
                    <a:pt x="6526" y="447759"/>
                  </a:lnTo>
                  <a:lnTo>
                    <a:pt x="0" y="447759"/>
                  </a:lnTo>
                  <a:lnTo>
                    <a:pt x="0" y="442035"/>
                  </a:lnTo>
                  <a:lnTo>
                    <a:pt x="0" y="391521"/>
                  </a:lnTo>
                  <a:lnTo>
                    <a:pt x="0" y="386356"/>
                  </a:lnTo>
                  <a:lnTo>
                    <a:pt x="6526" y="386356"/>
                  </a:lnTo>
                  <a:lnTo>
                    <a:pt x="13053" y="380609"/>
                  </a:lnTo>
                  <a:lnTo>
                    <a:pt x="18797" y="386356"/>
                  </a:lnTo>
                  <a:lnTo>
                    <a:pt x="18797" y="391521"/>
                  </a:lnTo>
                  <a:close/>
                </a:path>
              </a:pathLst>
            </a:custGeom>
            <a:ln w="6115">
              <a:solidFill>
                <a:srgbClr val="000000"/>
              </a:solidFill>
            </a:ln>
          </p:spPr>
          <p:txBody>
            <a:bodyPr wrap="square" lIns="0" tIns="0" rIns="0" bIns="0" rtlCol="0"/>
            <a:lstStyle/>
            <a:p/>
          </p:txBody>
        </p:sp>
        <p:sp>
          <p:nvSpPr>
            <p:cNvPr id="86" name="object 86" descr=""/>
            <p:cNvSpPr/>
            <p:nvPr/>
          </p:nvSpPr>
          <p:spPr>
            <a:xfrm>
              <a:off x="5752699" y="3813717"/>
              <a:ext cx="25400" cy="840105"/>
            </a:xfrm>
            <a:custGeom>
              <a:avLst/>
              <a:gdLst/>
              <a:ahLst/>
              <a:cxnLst/>
              <a:rect l="l" t="t" r="r" b="b"/>
              <a:pathLst>
                <a:path w="25400" h="840104">
                  <a:moveTo>
                    <a:pt x="18536" y="0"/>
                  </a:moveTo>
                  <a:lnTo>
                    <a:pt x="6265" y="0"/>
                  </a:lnTo>
                  <a:lnTo>
                    <a:pt x="0" y="5747"/>
                  </a:lnTo>
                  <a:lnTo>
                    <a:pt x="0" y="61426"/>
                  </a:lnTo>
                  <a:lnTo>
                    <a:pt x="6265" y="67149"/>
                  </a:lnTo>
                  <a:lnTo>
                    <a:pt x="18536" y="67149"/>
                  </a:lnTo>
                  <a:lnTo>
                    <a:pt x="18536" y="61426"/>
                  </a:lnTo>
                  <a:lnTo>
                    <a:pt x="25063" y="61426"/>
                  </a:lnTo>
                  <a:lnTo>
                    <a:pt x="25063" y="5747"/>
                  </a:lnTo>
                  <a:lnTo>
                    <a:pt x="18536" y="5747"/>
                  </a:lnTo>
                  <a:lnTo>
                    <a:pt x="18536" y="0"/>
                  </a:lnTo>
                  <a:close/>
                </a:path>
                <a:path w="25400" h="840104">
                  <a:moveTo>
                    <a:pt x="18536" y="123410"/>
                  </a:moveTo>
                  <a:lnTo>
                    <a:pt x="6265" y="123410"/>
                  </a:lnTo>
                  <a:lnTo>
                    <a:pt x="0" y="128576"/>
                  </a:lnTo>
                  <a:lnTo>
                    <a:pt x="6265" y="134323"/>
                  </a:lnTo>
                  <a:lnTo>
                    <a:pt x="12792" y="140070"/>
                  </a:lnTo>
                  <a:lnTo>
                    <a:pt x="18536" y="134323"/>
                  </a:lnTo>
                  <a:lnTo>
                    <a:pt x="25063" y="128576"/>
                  </a:lnTo>
                  <a:lnTo>
                    <a:pt x="18536" y="128576"/>
                  </a:lnTo>
                  <a:lnTo>
                    <a:pt x="18536" y="123410"/>
                  </a:lnTo>
                  <a:close/>
                </a:path>
                <a:path w="25400" h="840104">
                  <a:moveTo>
                    <a:pt x="18536" y="190583"/>
                  </a:moveTo>
                  <a:lnTo>
                    <a:pt x="6265" y="190583"/>
                  </a:lnTo>
                  <a:lnTo>
                    <a:pt x="6265" y="195749"/>
                  </a:lnTo>
                  <a:lnTo>
                    <a:pt x="0" y="201496"/>
                  </a:lnTo>
                  <a:lnTo>
                    <a:pt x="0" y="252010"/>
                  </a:lnTo>
                  <a:lnTo>
                    <a:pt x="6265" y="257757"/>
                  </a:lnTo>
                  <a:lnTo>
                    <a:pt x="12792" y="262922"/>
                  </a:lnTo>
                  <a:lnTo>
                    <a:pt x="18536" y="257757"/>
                  </a:lnTo>
                  <a:lnTo>
                    <a:pt x="25063" y="252010"/>
                  </a:lnTo>
                  <a:lnTo>
                    <a:pt x="25063" y="201496"/>
                  </a:lnTo>
                  <a:lnTo>
                    <a:pt x="18536" y="195749"/>
                  </a:lnTo>
                  <a:lnTo>
                    <a:pt x="18536" y="190583"/>
                  </a:lnTo>
                  <a:close/>
                </a:path>
                <a:path w="25400" h="840104">
                  <a:moveTo>
                    <a:pt x="18536" y="313436"/>
                  </a:moveTo>
                  <a:lnTo>
                    <a:pt x="6265" y="313436"/>
                  </a:lnTo>
                  <a:lnTo>
                    <a:pt x="0" y="324907"/>
                  </a:lnTo>
                  <a:lnTo>
                    <a:pt x="6265" y="330072"/>
                  </a:lnTo>
                  <a:lnTo>
                    <a:pt x="18536" y="330072"/>
                  </a:lnTo>
                  <a:lnTo>
                    <a:pt x="18536" y="324907"/>
                  </a:lnTo>
                  <a:lnTo>
                    <a:pt x="25063" y="324907"/>
                  </a:lnTo>
                  <a:lnTo>
                    <a:pt x="18536" y="319160"/>
                  </a:lnTo>
                  <a:lnTo>
                    <a:pt x="18536" y="313436"/>
                  </a:lnTo>
                  <a:close/>
                </a:path>
                <a:path w="25400" h="840104">
                  <a:moveTo>
                    <a:pt x="18536" y="386333"/>
                  </a:moveTo>
                  <a:lnTo>
                    <a:pt x="6265" y="386333"/>
                  </a:lnTo>
                  <a:lnTo>
                    <a:pt x="0" y="392080"/>
                  </a:lnTo>
                  <a:lnTo>
                    <a:pt x="0" y="442012"/>
                  </a:lnTo>
                  <a:lnTo>
                    <a:pt x="6265" y="453506"/>
                  </a:lnTo>
                  <a:lnTo>
                    <a:pt x="18536" y="453506"/>
                  </a:lnTo>
                  <a:lnTo>
                    <a:pt x="18536" y="447759"/>
                  </a:lnTo>
                  <a:lnTo>
                    <a:pt x="25063" y="442012"/>
                  </a:lnTo>
                  <a:lnTo>
                    <a:pt x="25063" y="392080"/>
                  </a:lnTo>
                  <a:lnTo>
                    <a:pt x="18536" y="386333"/>
                  </a:lnTo>
                  <a:close/>
                </a:path>
                <a:path w="25400" h="840104">
                  <a:moveTo>
                    <a:pt x="12792" y="504020"/>
                  </a:moveTo>
                  <a:lnTo>
                    <a:pt x="6265" y="509185"/>
                  </a:lnTo>
                  <a:lnTo>
                    <a:pt x="0" y="514932"/>
                  </a:lnTo>
                  <a:lnTo>
                    <a:pt x="6265" y="520656"/>
                  </a:lnTo>
                  <a:lnTo>
                    <a:pt x="12792" y="526403"/>
                  </a:lnTo>
                  <a:lnTo>
                    <a:pt x="18536" y="520656"/>
                  </a:lnTo>
                  <a:lnTo>
                    <a:pt x="25063" y="514932"/>
                  </a:lnTo>
                  <a:lnTo>
                    <a:pt x="18536" y="509185"/>
                  </a:lnTo>
                  <a:lnTo>
                    <a:pt x="12792" y="504020"/>
                  </a:lnTo>
                  <a:close/>
                </a:path>
                <a:path w="25400" h="840104">
                  <a:moveTo>
                    <a:pt x="18536" y="576335"/>
                  </a:moveTo>
                  <a:lnTo>
                    <a:pt x="6265" y="576335"/>
                  </a:lnTo>
                  <a:lnTo>
                    <a:pt x="0" y="582082"/>
                  </a:lnTo>
                  <a:lnTo>
                    <a:pt x="0" y="638343"/>
                  </a:lnTo>
                  <a:lnTo>
                    <a:pt x="6265" y="643508"/>
                  </a:lnTo>
                  <a:lnTo>
                    <a:pt x="18536" y="643508"/>
                  </a:lnTo>
                  <a:lnTo>
                    <a:pt x="18536" y="638343"/>
                  </a:lnTo>
                  <a:lnTo>
                    <a:pt x="25063" y="638343"/>
                  </a:lnTo>
                  <a:lnTo>
                    <a:pt x="25063" y="582082"/>
                  </a:lnTo>
                  <a:lnTo>
                    <a:pt x="18536" y="582082"/>
                  </a:lnTo>
                  <a:lnTo>
                    <a:pt x="18536" y="576335"/>
                  </a:lnTo>
                  <a:close/>
                </a:path>
                <a:path w="25400" h="840104">
                  <a:moveTo>
                    <a:pt x="18536" y="699769"/>
                  </a:moveTo>
                  <a:lnTo>
                    <a:pt x="6265" y="699769"/>
                  </a:lnTo>
                  <a:lnTo>
                    <a:pt x="0" y="705516"/>
                  </a:lnTo>
                  <a:lnTo>
                    <a:pt x="6265" y="710681"/>
                  </a:lnTo>
                  <a:lnTo>
                    <a:pt x="12792" y="716405"/>
                  </a:lnTo>
                  <a:lnTo>
                    <a:pt x="18536" y="710681"/>
                  </a:lnTo>
                  <a:lnTo>
                    <a:pt x="25063" y="705516"/>
                  </a:lnTo>
                  <a:lnTo>
                    <a:pt x="18536" y="705516"/>
                  </a:lnTo>
                  <a:lnTo>
                    <a:pt x="18536" y="699769"/>
                  </a:lnTo>
                  <a:close/>
                </a:path>
                <a:path w="25400" h="840104">
                  <a:moveTo>
                    <a:pt x="18536" y="766942"/>
                  </a:moveTo>
                  <a:lnTo>
                    <a:pt x="6265" y="766942"/>
                  </a:lnTo>
                  <a:lnTo>
                    <a:pt x="6265" y="772666"/>
                  </a:lnTo>
                  <a:lnTo>
                    <a:pt x="0" y="777831"/>
                  </a:lnTo>
                  <a:lnTo>
                    <a:pt x="0" y="828345"/>
                  </a:lnTo>
                  <a:lnTo>
                    <a:pt x="6265" y="834092"/>
                  </a:lnTo>
                  <a:lnTo>
                    <a:pt x="12792" y="839839"/>
                  </a:lnTo>
                  <a:lnTo>
                    <a:pt x="18536" y="834092"/>
                  </a:lnTo>
                  <a:lnTo>
                    <a:pt x="25063" y="828345"/>
                  </a:lnTo>
                  <a:lnTo>
                    <a:pt x="25063" y="777831"/>
                  </a:lnTo>
                  <a:lnTo>
                    <a:pt x="18536" y="772666"/>
                  </a:lnTo>
                  <a:lnTo>
                    <a:pt x="18536" y="766942"/>
                  </a:lnTo>
                  <a:close/>
                </a:path>
              </a:pathLst>
            </a:custGeom>
            <a:solidFill>
              <a:srgbClr val="000000"/>
            </a:solidFill>
          </p:spPr>
          <p:txBody>
            <a:bodyPr wrap="square" lIns="0" tIns="0" rIns="0" bIns="0" rtlCol="0"/>
            <a:lstStyle/>
            <a:p/>
          </p:txBody>
        </p:sp>
        <p:sp>
          <p:nvSpPr>
            <p:cNvPr id="87" name="object 87" descr=""/>
            <p:cNvSpPr/>
            <p:nvPr/>
          </p:nvSpPr>
          <p:spPr>
            <a:xfrm>
              <a:off x="5752699" y="3813717"/>
              <a:ext cx="25400" cy="840105"/>
            </a:xfrm>
            <a:custGeom>
              <a:avLst/>
              <a:gdLst/>
              <a:ahLst/>
              <a:cxnLst/>
              <a:rect l="l" t="t" r="r" b="b"/>
              <a:pathLst>
                <a:path w="25400" h="840104">
                  <a:moveTo>
                    <a:pt x="25063" y="5747"/>
                  </a:moveTo>
                  <a:lnTo>
                    <a:pt x="25063" y="61426"/>
                  </a:lnTo>
                  <a:lnTo>
                    <a:pt x="18536" y="61426"/>
                  </a:lnTo>
                  <a:lnTo>
                    <a:pt x="18536" y="67149"/>
                  </a:lnTo>
                  <a:lnTo>
                    <a:pt x="12792" y="67149"/>
                  </a:lnTo>
                  <a:lnTo>
                    <a:pt x="6265" y="67149"/>
                  </a:lnTo>
                  <a:lnTo>
                    <a:pt x="0" y="61426"/>
                  </a:lnTo>
                  <a:lnTo>
                    <a:pt x="0" y="5747"/>
                  </a:lnTo>
                  <a:lnTo>
                    <a:pt x="6265" y="0"/>
                  </a:lnTo>
                  <a:lnTo>
                    <a:pt x="12792" y="0"/>
                  </a:lnTo>
                  <a:lnTo>
                    <a:pt x="18536" y="0"/>
                  </a:lnTo>
                  <a:lnTo>
                    <a:pt x="18536" y="5747"/>
                  </a:lnTo>
                  <a:lnTo>
                    <a:pt x="25063" y="5747"/>
                  </a:lnTo>
                  <a:close/>
                </a:path>
                <a:path w="25400" h="840104">
                  <a:moveTo>
                    <a:pt x="25063" y="128576"/>
                  </a:moveTo>
                  <a:lnTo>
                    <a:pt x="18536" y="134323"/>
                  </a:lnTo>
                  <a:lnTo>
                    <a:pt x="12792" y="140070"/>
                  </a:lnTo>
                  <a:lnTo>
                    <a:pt x="6265" y="134323"/>
                  </a:lnTo>
                  <a:lnTo>
                    <a:pt x="0" y="128576"/>
                  </a:lnTo>
                  <a:lnTo>
                    <a:pt x="6265" y="123410"/>
                  </a:lnTo>
                  <a:lnTo>
                    <a:pt x="12792" y="123410"/>
                  </a:lnTo>
                  <a:lnTo>
                    <a:pt x="18536" y="123410"/>
                  </a:lnTo>
                  <a:lnTo>
                    <a:pt x="18536" y="128576"/>
                  </a:lnTo>
                  <a:lnTo>
                    <a:pt x="25063" y="128576"/>
                  </a:lnTo>
                  <a:close/>
                </a:path>
                <a:path w="25400" h="840104">
                  <a:moveTo>
                    <a:pt x="25063" y="201496"/>
                  </a:moveTo>
                  <a:lnTo>
                    <a:pt x="25063" y="252010"/>
                  </a:lnTo>
                  <a:lnTo>
                    <a:pt x="18536" y="257757"/>
                  </a:lnTo>
                  <a:lnTo>
                    <a:pt x="12792" y="262922"/>
                  </a:lnTo>
                  <a:lnTo>
                    <a:pt x="6265" y="257757"/>
                  </a:lnTo>
                  <a:lnTo>
                    <a:pt x="0" y="252010"/>
                  </a:lnTo>
                  <a:lnTo>
                    <a:pt x="0" y="201496"/>
                  </a:lnTo>
                  <a:lnTo>
                    <a:pt x="6265" y="195749"/>
                  </a:lnTo>
                  <a:lnTo>
                    <a:pt x="6265" y="190583"/>
                  </a:lnTo>
                  <a:lnTo>
                    <a:pt x="12792" y="190583"/>
                  </a:lnTo>
                  <a:lnTo>
                    <a:pt x="18536" y="190583"/>
                  </a:lnTo>
                  <a:lnTo>
                    <a:pt x="18536" y="195749"/>
                  </a:lnTo>
                  <a:lnTo>
                    <a:pt x="25063" y="201496"/>
                  </a:lnTo>
                  <a:close/>
                </a:path>
                <a:path w="25400" h="840104">
                  <a:moveTo>
                    <a:pt x="25063" y="324907"/>
                  </a:moveTo>
                  <a:lnTo>
                    <a:pt x="18536" y="324907"/>
                  </a:lnTo>
                  <a:lnTo>
                    <a:pt x="18536" y="330072"/>
                  </a:lnTo>
                  <a:lnTo>
                    <a:pt x="12792" y="330072"/>
                  </a:lnTo>
                  <a:lnTo>
                    <a:pt x="6265" y="330072"/>
                  </a:lnTo>
                  <a:lnTo>
                    <a:pt x="0" y="324907"/>
                  </a:lnTo>
                  <a:lnTo>
                    <a:pt x="6265" y="313436"/>
                  </a:lnTo>
                  <a:lnTo>
                    <a:pt x="12792" y="313436"/>
                  </a:lnTo>
                  <a:lnTo>
                    <a:pt x="18536" y="313436"/>
                  </a:lnTo>
                  <a:lnTo>
                    <a:pt x="18536" y="319160"/>
                  </a:lnTo>
                  <a:lnTo>
                    <a:pt x="25063" y="324907"/>
                  </a:lnTo>
                  <a:close/>
                </a:path>
                <a:path w="25400" h="840104">
                  <a:moveTo>
                    <a:pt x="25063" y="392080"/>
                  </a:moveTo>
                  <a:lnTo>
                    <a:pt x="25063" y="442012"/>
                  </a:lnTo>
                  <a:lnTo>
                    <a:pt x="18536" y="447759"/>
                  </a:lnTo>
                  <a:lnTo>
                    <a:pt x="18536" y="453506"/>
                  </a:lnTo>
                  <a:lnTo>
                    <a:pt x="12792" y="453506"/>
                  </a:lnTo>
                  <a:lnTo>
                    <a:pt x="6265" y="453506"/>
                  </a:lnTo>
                  <a:lnTo>
                    <a:pt x="0" y="442012"/>
                  </a:lnTo>
                  <a:lnTo>
                    <a:pt x="0" y="392080"/>
                  </a:lnTo>
                  <a:lnTo>
                    <a:pt x="6265" y="386333"/>
                  </a:lnTo>
                  <a:lnTo>
                    <a:pt x="12792" y="386333"/>
                  </a:lnTo>
                  <a:lnTo>
                    <a:pt x="18536" y="386333"/>
                  </a:lnTo>
                  <a:lnTo>
                    <a:pt x="25063" y="392080"/>
                  </a:lnTo>
                  <a:close/>
                </a:path>
                <a:path w="25400" h="840104">
                  <a:moveTo>
                    <a:pt x="25063" y="514932"/>
                  </a:moveTo>
                  <a:lnTo>
                    <a:pt x="18536" y="520656"/>
                  </a:lnTo>
                  <a:lnTo>
                    <a:pt x="12792" y="526403"/>
                  </a:lnTo>
                  <a:lnTo>
                    <a:pt x="6265" y="520656"/>
                  </a:lnTo>
                  <a:lnTo>
                    <a:pt x="0" y="514932"/>
                  </a:lnTo>
                  <a:lnTo>
                    <a:pt x="6265" y="509185"/>
                  </a:lnTo>
                  <a:lnTo>
                    <a:pt x="12792" y="504020"/>
                  </a:lnTo>
                  <a:lnTo>
                    <a:pt x="18536" y="509185"/>
                  </a:lnTo>
                  <a:lnTo>
                    <a:pt x="25063" y="514932"/>
                  </a:lnTo>
                  <a:close/>
                </a:path>
                <a:path w="25400" h="840104">
                  <a:moveTo>
                    <a:pt x="25063" y="582082"/>
                  </a:moveTo>
                  <a:lnTo>
                    <a:pt x="25063" y="638343"/>
                  </a:lnTo>
                  <a:lnTo>
                    <a:pt x="18536" y="638343"/>
                  </a:lnTo>
                  <a:lnTo>
                    <a:pt x="18536" y="643508"/>
                  </a:lnTo>
                  <a:lnTo>
                    <a:pt x="12792" y="643508"/>
                  </a:lnTo>
                  <a:lnTo>
                    <a:pt x="6265" y="643508"/>
                  </a:lnTo>
                  <a:lnTo>
                    <a:pt x="0" y="638343"/>
                  </a:lnTo>
                  <a:lnTo>
                    <a:pt x="0" y="582082"/>
                  </a:lnTo>
                  <a:lnTo>
                    <a:pt x="6265" y="576335"/>
                  </a:lnTo>
                  <a:lnTo>
                    <a:pt x="12792" y="576335"/>
                  </a:lnTo>
                  <a:lnTo>
                    <a:pt x="18536" y="576335"/>
                  </a:lnTo>
                  <a:lnTo>
                    <a:pt x="18536" y="582082"/>
                  </a:lnTo>
                  <a:lnTo>
                    <a:pt x="25063" y="582082"/>
                  </a:lnTo>
                  <a:close/>
                </a:path>
                <a:path w="25400" h="840104">
                  <a:moveTo>
                    <a:pt x="25063" y="705516"/>
                  </a:moveTo>
                  <a:lnTo>
                    <a:pt x="18536" y="710681"/>
                  </a:lnTo>
                  <a:lnTo>
                    <a:pt x="12792" y="716405"/>
                  </a:lnTo>
                  <a:lnTo>
                    <a:pt x="6265" y="710681"/>
                  </a:lnTo>
                  <a:lnTo>
                    <a:pt x="0" y="705516"/>
                  </a:lnTo>
                  <a:lnTo>
                    <a:pt x="6265" y="699769"/>
                  </a:lnTo>
                  <a:lnTo>
                    <a:pt x="12792" y="699769"/>
                  </a:lnTo>
                  <a:lnTo>
                    <a:pt x="18536" y="699769"/>
                  </a:lnTo>
                  <a:lnTo>
                    <a:pt x="18536" y="705516"/>
                  </a:lnTo>
                  <a:lnTo>
                    <a:pt x="25063" y="705516"/>
                  </a:lnTo>
                  <a:close/>
                </a:path>
                <a:path w="25400" h="840104">
                  <a:moveTo>
                    <a:pt x="25063" y="777831"/>
                  </a:moveTo>
                  <a:lnTo>
                    <a:pt x="25063" y="828345"/>
                  </a:lnTo>
                  <a:lnTo>
                    <a:pt x="18536" y="834092"/>
                  </a:lnTo>
                  <a:lnTo>
                    <a:pt x="12792" y="839839"/>
                  </a:lnTo>
                  <a:lnTo>
                    <a:pt x="6265" y="834092"/>
                  </a:lnTo>
                  <a:lnTo>
                    <a:pt x="0" y="828345"/>
                  </a:lnTo>
                  <a:lnTo>
                    <a:pt x="0" y="777831"/>
                  </a:lnTo>
                  <a:lnTo>
                    <a:pt x="6265" y="772666"/>
                  </a:lnTo>
                  <a:lnTo>
                    <a:pt x="6265" y="766942"/>
                  </a:lnTo>
                  <a:lnTo>
                    <a:pt x="12792" y="766942"/>
                  </a:lnTo>
                  <a:lnTo>
                    <a:pt x="18536" y="766942"/>
                  </a:lnTo>
                  <a:lnTo>
                    <a:pt x="18536" y="772666"/>
                  </a:lnTo>
                  <a:lnTo>
                    <a:pt x="25063" y="777831"/>
                  </a:lnTo>
                  <a:close/>
                </a:path>
              </a:pathLst>
            </a:custGeom>
            <a:ln w="6115">
              <a:solidFill>
                <a:srgbClr val="000000"/>
              </a:solidFill>
            </a:ln>
          </p:spPr>
          <p:txBody>
            <a:bodyPr wrap="square" lIns="0" tIns="0" rIns="0" bIns="0" rtlCol="0"/>
            <a:lstStyle/>
            <a:p/>
          </p:txBody>
        </p:sp>
        <p:sp>
          <p:nvSpPr>
            <p:cNvPr id="88" name="object 88" descr=""/>
            <p:cNvSpPr/>
            <p:nvPr/>
          </p:nvSpPr>
          <p:spPr>
            <a:xfrm>
              <a:off x="6216887" y="3393995"/>
              <a:ext cx="19050" cy="1226185"/>
            </a:xfrm>
            <a:custGeom>
              <a:avLst/>
              <a:gdLst/>
              <a:ahLst/>
              <a:cxnLst/>
              <a:rect l="l" t="t" r="r" b="b"/>
              <a:pathLst>
                <a:path w="19050" h="1226185">
                  <a:moveTo>
                    <a:pt x="18797" y="0"/>
                  </a:moveTo>
                  <a:lnTo>
                    <a:pt x="0" y="0"/>
                  </a:lnTo>
                  <a:lnTo>
                    <a:pt x="0" y="67243"/>
                  </a:lnTo>
                  <a:lnTo>
                    <a:pt x="18797" y="67243"/>
                  </a:lnTo>
                  <a:lnTo>
                    <a:pt x="18797" y="0"/>
                  </a:lnTo>
                  <a:close/>
                </a:path>
                <a:path w="19050" h="1226185">
                  <a:moveTo>
                    <a:pt x="18797" y="122922"/>
                  </a:moveTo>
                  <a:lnTo>
                    <a:pt x="0" y="122922"/>
                  </a:lnTo>
                  <a:lnTo>
                    <a:pt x="0" y="134416"/>
                  </a:lnTo>
                  <a:lnTo>
                    <a:pt x="13053" y="140163"/>
                  </a:lnTo>
                  <a:lnTo>
                    <a:pt x="18797" y="134416"/>
                  </a:lnTo>
                  <a:lnTo>
                    <a:pt x="18797" y="122922"/>
                  </a:lnTo>
                  <a:close/>
                </a:path>
                <a:path w="19050" h="1226185">
                  <a:moveTo>
                    <a:pt x="13053" y="190095"/>
                  </a:moveTo>
                  <a:lnTo>
                    <a:pt x="6526" y="190095"/>
                  </a:lnTo>
                  <a:lnTo>
                    <a:pt x="0" y="195842"/>
                  </a:lnTo>
                  <a:lnTo>
                    <a:pt x="0" y="257268"/>
                  </a:lnTo>
                  <a:lnTo>
                    <a:pt x="13053" y="262992"/>
                  </a:lnTo>
                  <a:lnTo>
                    <a:pt x="18797" y="257268"/>
                  </a:lnTo>
                  <a:lnTo>
                    <a:pt x="18797" y="195842"/>
                  </a:lnTo>
                  <a:lnTo>
                    <a:pt x="13053" y="190095"/>
                  </a:lnTo>
                  <a:close/>
                </a:path>
                <a:path w="19050" h="1226185">
                  <a:moveTo>
                    <a:pt x="18797" y="313529"/>
                  </a:moveTo>
                  <a:lnTo>
                    <a:pt x="0" y="313529"/>
                  </a:lnTo>
                  <a:lnTo>
                    <a:pt x="0" y="330165"/>
                  </a:lnTo>
                  <a:lnTo>
                    <a:pt x="18797" y="330165"/>
                  </a:lnTo>
                  <a:lnTo>
                    <a:pt x="18797" y="313529"/>
                  </a:lnTo>
                  <a:close/>
                </a:path>
                <a:path w="19050" h="1226185">
                  <a:moveTo>
                    <a:pt x="18797" y="386426"/>
                  </a:moveTo>
                  <a:lnTo>
                    <a:pt x="0" y="386426"/>
                  </a:lnTo>
                  <a:lnTo>
                    <a:pt x="0" y="453576"/>
                  </a:lnTo>
                  <a:lnTo>
                    <a:pt x="18797" y="453576"/>
                  </a:lnTo>
                  <a:lnTo>
                    <a:pt x="18797" y="386426"/>
                  </a:lnTo>
                  <a:close/>
                </a:path>
                <a:path w="19050" h="1226185">
                  <a:moveTo>
                    <a:pt x="18797" y="509278"/>
                  </a:moveTo>
                  <a:lnTo>
                    <a:pt x="0" y="509278"/>
                  </a:lnTo>
                  <a:lnTo>
                    <a:pt x="0" y="520749"/>
                  </a:lnTo>
                  <a:lnTo>
                    <a:pt x="13053" y="525914"/>
                  </a:lnTo>
                  <a:lnTo>
                    <a:pt x="18797" y="520749"/>
                  </a:lnTo>
                  <a:lnTo>
                    <a:pt x="18797" y="509278"/>
                  </a:lnTo>
                  <a:close/>
                </a:path>
                <a:path w="19050" h="1226185">
                  <a:moveTo>
                    <a:pt x="13053" y="503531"/>
                  </a:moveTo>
                  <a:lnTo>
                    <a:pt x="6526" y="509278"/>
                  </a:lnTo>
                  <a:lnTo>
                    <a:pt x="13053" y="509278"/>
                  </a:lnTo>
                  <a:lnTo>
                    <a:pt x="13053" y="503531"/>
                  </a:lnTo>
                  <a:close/>
                </a:path>
                <a:path w="19050" h="1226185">
                  <a:moveTo>
                    <a:pt x="18797" y="576428"/>
                  </a:moveTo>
                  <a:lnTo>
                    <a:pt x="0" y="576428"/>
                  </a:lnTo>
                  <a:lnTo>
                    <a:pt x="0" y="643601"/>
                  </a:lnTo>
                  <a:lnTo>
                    <a:pt x="18797" y="643601"/>
                  </a:lnTo>
                  <a:lnTo>
                    <a:pt x="18797" y="576428"/>
                  </a:lnTo>
                  <a:close/>
                </a:path>
                <a:path w="19050" h="1226185">
                  <a:moveTo>
                    <a:pt x="18797" y="699862"/>
                  </a:moveTo>
                  <a:lnTo>
                    <a:pt x="0" y="699862"/>
                  </a:lnTo>
                  <a:lnTo>
                    <a:pt x="0" y="710774"/>
                  </a:lnTo>
                  <a:lnTo>
                    <a:pt x="13053" y="716498"/>
                  </a:lnTo>
                  <a:lnTo>
                    <a:pt x="18797" y="710774"/>
                  </a:lnTo>
                  <a:lnTo>
                    <a:pt x="18797" y="699862"/>
                  </a:lnTo>
                  <a:close/>
                </a:path>
                <a:path w="19050" h="1226185">
                  <a:moveTo>
                    <a:pt x="13053" y="767012"/>
                  </a:moveTo>
                  <a:lnTo>
                    <a:pt x="6526" y="767012"/>
                  </a:lnTo>
                  <a:lnTo>
                    <a:pt x="0" y="772177"/>
                  </a:lnTo>
                  <a:lnTo>
                    <a:pt x="0" y="834185"/>
                  </a:lnTo>
                  <a:lnTo>
                    <a:pt x="13053" y="839351"/>
                  </a:lnTo>
                  <a:lnTo>
                    <a:pt x="18797" y="834185"/>
                  </a:lnTo>
                  <a:lnTo>
                    <a:pt x="18797" y="772177"/>
                  </a:lnTo>
                  <a:lnTo>
                    <a:pt x="13053" y="767012"/>
                  </a:lnTo>
                  <a:close/>
                </a:path>
                <a:path w="19050" h="1226185">
                  <a:moveTo>
                    <a:pt x="13053" y="889864"/>
                  </a:moveTo>
                  <a:lnTo>
                    <a:pt x="6526" y="889864"/>
                  </a:lnTo>
                  <a:lnTo>
                    <a:pt x="0" y="895611"/>
                  </a:lnTo>
                  <a:lnTo>
                    <a:pt x="0" y="906524"/>
                  </a:lnTo>
                  <a:lnTo>
                    <a:pt x="18797" y="906524"/>
                  </a:lnTo>
                  <a:lnTo>
                    <a:pt x="18797" y="895611"/>
                  </a:lnTo>
                  <a:lnTo>
                    <a:pt x="13053" y="889864"/>
                  </a:lnTo>
                  <a:close/>
                </a:path>
                <a:path w="19050" h="1226185">
                  <a:moveTo>
                    <a:pt x="18797" y="962761"/>
                  </a:moveTo>
                  <a:lnTo>
                    <a:pt x="0" y="962761"/>
                  </a:lnTo>
                  <a:lnTo>
                    <a:pt x="0" y="1029935"/>
                  </a:lnTo>
                  <a:lnTo>
                    <a:pt x="18797" y="1029935"/>
                  </a:lnTo>
                  <a:lnTo>
                    <a:pt x="18797" y="962761"/>
                  </a:lnTo>
                  <a:close/>
                </a:path>
                <a:path w="19050" h="1226185">
                  <a:moveTo>
                    <a:pt x="18797" y="1085614"/>
                  </a:moveTo>
                  <a:lnTo>
                    <a:pt x="0" y="1085614"/>
                  </a:lnTo>
                  <a:lnTo>
                    <a:pt x="0" y="1097108"/>
                  </a:lnTo>
                  <a:lnTo>
                    <a:pt x="13053" y="1102832"/>
                  </a:lnTo>
                  <a:lnTo>
                    <a:pt x="18797" y="1097108"/>
                  </a:lnTo>
                  <a:lnTo>
                    <a:pt x="18797" y="1085614"/>
                  </a:lnTo>
                  <a:close/>
                </a:path>
                <a:path w="19050" h="1226185">
                  <a:moveTo>
                    <a:pt x="13053" y="1152787"/>
                  </a:moveTo>
                  <a:lnTo>
                    <a:pt x="6526" y="1152787"/>
                  </a:lnTo>
                  <a:lnTo>
                    <a:pt x="0" y="1158534"/>
                  </a:lnTo>
                  <a:lnTo>
                    <a:pt x="0" y="1219960"/>
                  </a:lnTo>
                  <a:lnTo>
                    <a:pt x="13053" y="1225684"/>
                  </a:lnTo>
                  <a:lnTo>
                    <a:pt x="18797" y="1219960"/>
                  </a:lnTo>
                  <a:lnTo>
                    <a:pt x="18797" y="1158534"/>
                  </a:lnTo>
                  <a:lnTo>
                    <a:pt x="13053" y="1152787"/>
                  </a:lnTo>
                  <a:close/>
                </a:path>
              </a:pathLst>
            </a:custGeom>
            <a:solidFill>
              <a:srgbClr val="000000"/>
            </a:solidFill>
          </p:spPr>
          <p:txBody>
            <a:bodyPr wrap="square" lIns="0" tIns="0" rIns="0" bIns="0" rtlCol="0"/>
            <a:lstStyle/>
            <a:p/>
          </p:txBody>
        </p:sp>
        <p:sp>
          <p:nvSpPr>
            <p:cNvPr id="89" name="object 89" descr=""/>
            <p:cNvSpPr/>
            <p:nvPr/>
          </p:nvSpPr>
          <p:spPr>
            <a:xfrm>
              <a:off x="6216887" y="3393995"/>
              <a:ext cx="19050" cy="1226185"/>
            </a:xfrm>
            <a:custGeom>
              <a:avLst/>
              <a:gdLst/>
              <a:ahLst/>
              <a:cxnLst/>
              <a:rect l="l" t="t" r="r" b="b"/>
              <a:pathLst>
                <a:path w="19050" h="1226185">
                  <a:moveTo>
                    <a:pt x="18797" y="5351"/>
                  </a:moveTo>
                  <a:lnTo>
                    <a:pt x="18797" y="61519"/>
                  </a:lnTo>
                  <a:lnTo>
                    <a:pt x="18797" y="67243"/>
                  </a:lnTo>
                  <a:lnTo>
                    <a:pt x="13053" y="67243"/>
                  </a:lnTo>
                  <a:lnTo>
                    <a:pt x="0" y="67243"/>
                  </a:lnTo>
                  <a:lnTo>
                    <a:pt x="0" y="61519"/>
                  </a:lnTo>
                  <a:lnTo>
                    <a:pt x="0" y="5351"/>
                  </a:lnTo>
                  <a:lnTo>
                    <a:pt x="0" y="0"/>
                  </a:lnTo>
                  <a:lnTo>
                    <a:pt x="6526" y="0"/>
                  </a:lnTo>
                  <a:lnTo>
                    <a:pt x="13053" y="0"/>
                  </a:lnTo>
                  <a:lnTo>
                    <a:pt x="18797" y="0"/>
                  </a:lnTo>
                  <a:lnTo>
                    <a:pt x="18797" y="5351"/>
                  </a:lnTo>
                  <a:close/>
                </a:path>
                <a:path w="19050" h="1226185">
                  <a:moveTo>
                    <a:pt x="18797" y="128669"/>
                  </a:moveTo>
                  <a:lnTo>
                    <a:pt x="18797" y="134416"/>
                  </a:lnTo>
                  <a:lnTo>
                    <a:pt x="13053" y="140163"/>
                  </a:lnTo>
                  <a:lnTo>
                    <a:pt x="0" y="134416"/>
                  </a:lnTo>
                  <a:lnTo>
                    <a:pt x="0" y="128669"/>
                  </a:lnTo>
                  <a:lnTo>
                    <a:pt x="0" y="122922"/>
                  </a:lnTo>
                  <a:lnTo>
                    <a:pt x="6526" y="122922"/>
                  </a:lnTo>
                  <a:lnTo>
                    <a:pt x="13053" y="122922"/>
                  </a:lnTo>
                  <a:lnTo>
                    <a:pt x="18797" y="122922"/>
                  </a:lnTo>
                  <a:lnTo>
                    <a:pt x="18797" y="128669"/>
                  </a:lnTo>
                  <a:close/>
                </a:path>
                <a:path w="19050" h="1226185">
                  <a:moveTo>
                    <a:pt x="18797" y="201589"/>
                  </a:moveTo>
                  <a:lnTo>
                    <a:pt x="18797" y="252103"/>
                  </a:lnTo>
                  <a:lnTo>
                    <a:pt x="18797" y="257268"/>
                  </a:lnTo>
                  <a:lnTo>
                    <a:pt x="13053" y="262992"/>
                  </a:lnTo>
                  <a:lnTo>
                    <a:pt x="0" y="257268"/>
                  </a:lnTo>
                  <a:lnTo>
                    <a:pt x="0" y="252103"/>
                  </a:lnTo>
                  <a:lnTo>
                    <a:pt x="0" y="201589"/>
                  </a:lnTo>
                  <a:lnTo>
                    <a:pt x="0" y="195842"/>
                  </a:lnTo>
                  <a:lnTo>
                    <a:pt x="6526" y="190095"/>
                  </a:lnTo>
                  <a:lnTo>
                    <a:pt x="13053" y="190095"/>
                  </a:lnTo>
                  <a:lnTo>
                    <a:pt x="18797" y="195842"/>
                  </a:lnTo>
                  <a:lnTo>
                    <a:pt x="18797" y="201589"/>
                  </a:lnTo>
                  <a:close/>
                </a:path>
                <a:path w="19050" h="1226185">
                  <a:moveTo>
                    <a:pt x="18797" y="324418"/>
                  </a:moveTo>
                  <a:lnTo>
                    <a:pt x="18797" y="330165"/>
                  </a:lnTo>
                  <a:lnTo>
                    <a:pt x="13053" y="330165"/>
                  </a:lnTo>
                  <a:lnTo>
                    <a:pt x="0" y="330165"/>
                  </a:lnTo>
                  <a:lnTo>
                    <a:pt x="0" y="324418"/>
                  </a:lnTo>
                  <a:lnTo>
                    <a:pt x="0" y="319253"/>
                  </a:lnTo>
                  <a:lnTo>
                    <a:pt x="0" y="313529"/>
                  </a:lnTo>
                  <a:lnTo>
                    <a:pt x="6526" y="313529"/>
                  </a:lnTo>
                  <a:lnTo>
                    <a:pt x="13053" y="313529"/>
                  </a:lnTo>
                  <a:lnTo>
                    <a:pt x="18797" y="313529"/>
                  </a:lnTo>
                  <a:lnTo>
                    <a:pt x="18797" y="319253"/>
                  </a:lnTo>
                  <a:lnTo>
                    <a:pt x="18797" y="324418"/>
                  </a:lnTo>
                  <a:close/>
                </a:path>
                <a:path w="19050" h="1226185">
                  <a:moveTo>
                    <a:pt x="18797" y="391591"/>
                  </a:moveTo>
                  <a:lnTo>
                    <a:pt x="18797" y="442105"/>
                  </a:lnTo>
                  <a:lnTo>
                    <a:pt x="18797" y="447852"/>
                  </a:lnTo>
                  <a:lnTo>
                    <a:pt x="18797" y="453576"/>
                  </a:lnTo>
                  <a:lnTo>
                    <a:pt x="13053" y="453576"/>
                  </a:lnTo>
                  <a:lnTo>
                    <a:pt x="0" y="453576"/>
                  </a:lnTo>
                  <a:lnTo>
                    <a:pt x="0" y="447852"/>
                  </a:lnTo>
                  <a:lnTo>
                    <a:pt x="0" y="442105"/>
                  </a:lnTo>
                  <a:lnTo>
                    <a:pt x="0" y="391591"/>
                  </a:lnTo>
                  <a:lnTo>
                    <a:pt x="0" y="386426"/>
                  </a:lnTo>
                  <a:lnTo>
                    <a:pt x="6526" y="386426"/>
                  </a:lnTo>
                  <a:lnTo>
                    <a:pt x="13053" y="386426"/>
                  </a:lnTo>
                  <a:lnTo>
                    <a:pt x="18797" y="386426"/>
                  </a:lnTo>
                  <a:lnTo>
                    <a:pt x="18797" y="391591"/>
                  </a:lnTo>
                  <a:close/>
                </a:path>
                <a:path w="19050" h="1226185">
                  <a:moveTo>
                    <a:pt x="18797" y="515002"/>
                  </a:moveTo>
                  <a:lnTo>
                    <a:pt x="18797" y="520749"/>
                  </a:lnTo>
                  <a:lnTo>
                    <a:pt x="13053" y="525914"/>
                  </a:lnTo>
                  <a:lnTo>
                    <a:pt x="0" y="520749"/>
                  </a:lnTo>
                  <a:lnTo>
                    <a:pt x="0" y="515002"/>
                  </a:lnTo>
                  <a:lnTo>
                    <a:pt x="0" y="509278"/>
                  </a:lnTo>
                  <a:lnTo>
                    <a:pt x="6526" y="509278"/>
                  </a:lnTo>
                  <a:lnTo>
                    <a:pt x="13053" y="503531"/>
                  </a:lnTo>
                  <a:lnTo>
                    <a:pt x="13053" y="509278"/>
                  </a:lnTo>
                  <a:lnTo>
                    <a:pt x="18797" y="509278"/>
                  </a:lnTo>
                  <a:lnTo>
                    <a:pt x="18797" y="515002"/>
                  </a:lnTo>
                  <a:close/>
                </a:path>
                <a:path w="19050" h="1226185">
                  <a:moveTo>
                    <a:pt x="18797" y="582175"/>
                  </a:moveTo>
                  <a:lnTo>
                    <a:pt x="18797" y="637854"/>
                  </a:lnTo>
                  <a:lnTo>
                    <a:pt x="18797" y="643601"/>
                  </a:lnTo>
                  <a:lnTo>
                    <a:pt x="13053" y="643601"/>
                  </a:lnTo>
                  <a:lnTo>
                    <a:pt x="0" y="643601"/>
                  </a:lnTo>
                  <a:lnTo>
                    <a:pt x="0" y="637854"/>
                  </a:lnTo>
                  <a:lnTo>
                    <a:pt x="0" y="582175"/>
                  </a:lnTo>
                  <a:lnTo>
                    <a:pt x="0" y="576428"/>
                  </a:lnTo>
                  <a:lnTo>
                    <a:pt x="6526" y="576428"/>
                  </a:lnTo>
                  <a:lnTo>
                    <a:pt x="13053" y="576428"/>
                  </a:lnTo>
                  <a:lnTo>
                    <a:pt x="18797" y="576428"/>
                  </a:lnTo>
                  <a:lnTo>
                    <a:pt x="18797" y="582175"/>
                  </a:lnTo>
                  <a:close/>
                </a:path>
                <a:path w="19050" h="1226185">
                  <a:moveTo>
                    <a:pt x="18797" y="705027"/>
                  </a:moveTo>
                  <a:lnTo>
                    <a:pt x="18797" y="710775"/>
                  </a:lnTo>
                  <a:lnTo>
                    <a:pt x="13053" y="716498"/>
                  </a:lnTo>
                  <a:lnTo>
                    <a:pt x="0" y="710775"/>
                  </a:lnTo>
                  <a:lnTo>
                    <a:pt x="0" y="705027"/>
                  </a:lnTo>
                  <a:lnTo>
                    <a:pt x="0" y="699862"/>
                  </a:lnTo>
                  <a:lnTo>
                    <a:pt x="6526" y="699862"/>
                  </a:lnTo>
                  <a:lnTo>
                    <a:pt x="13053" y="699862"/>
                  </a:lnTo>
                  <a:lnTo>
                    <a:pt x="18797" y="699862"/>
                  </a:lnTo>
                  <a:lnTo>
                    <a:pt x="18797" y="705027"/>
                  </a:lnTo>
                  <a:close/>
                </a:path>
                <a:path w="19050" h="1226185">
                  <a:moveTo>
                    <a:pt x="18797" y="777924"/>
                  </a:moveTo>
                  <a:lnTo>
                    <a:pt x="18797" y="828438"/>
                  </a:lnTo>
                  <a:lnTo>
                    <a:pt x="18797" y="834185"/>
                  </a:lnTo>
                  <a:lnTo>
                    <a:pt x="13053" y="839351"/>
                  </a:lnTo>
                  <a:lnTo>
                    <a:pt x="0" y="834185"/>
                  </a:lnTo>
                  <a:lnTo>
                    <a:pt x="0" y="828438"/>
                  </a:lnTo>
                  <a:lnTo>
                    <a:pt x="0" y="777924"/>
                  </a:lnTo>
                  <a:lnTo>
                    <a:pt x="0" y="772177"/>
                  </a:lnTo>
                  <a:lnTo>
                    <a:pt x="6526" y="767012"/>
                  </a:lnTo>
                  <a:lnTo>
                    <a:pt x="13053" y="767012"/>
                  </a:lnTo>
                  <a:lnTo>
                    <a:pt x="18797" y="772177"/>
                  </a:lnTo>
                  <a:lnTo>
                    <a:pt x="18797" y="777924"/>
                  </a:lnTo>
                  <a:close/>
                </a:path>
                <a:path w="19050" h="1226185">
                  <a:moveTo>
                    <a:pt x="18797" y="901358"/>
                  </a:moveTo>
                  <a:lnTo>
                    <a:pt x="18797" y="906524"/>
                  </a:lnTo>
                  <a:lnTo>
                    <a:pt x="13053" y="906524"/>
                  </a:lnTo>
                  <a:lnTo>
                    <a:pt x="0" y="906524"/>
                  </a:lnTo>
                  <a:lnTo>
                    <a:pt x="0" y="901358"/>
                  </a:lnTo>
                  <a:lnTo>
                    <a:pt x="0" y="895611"/>
                  </a:lnTo>
                  <a:lnTo>
                    <a:pt x="6526" y="889864"/>
                  </a:lnTo>
                  <a:lnTo>
                    <a:pt x="13053" y="889864"/>
                  </a:lnTo>
                  <a:lnTo>
                    <a:pt x="18797" y="895611"/>
                  </a:lnTo>
                  <a:lnTo>
                    <a:pt x="18797" y="901358"/>
                  </a:lnTo>
                  <a:close/>
                </a:path>
                <a:path w="19050" h="1226185">
                  <a:moveTo>
                    <a:pt x="18797" y="968508"/>
                  </a:moveTo>
                  <a:lnTo>
                    <a:pt x="18797" y="1024187"/>
                  </a:lnTo>
                  <a:lnTo>
                    <a:pt x="18797" y="1029935"/>
                  </a:lnTo>
                  <a:lnTo>
                    <a:pt x="13053" y="1029935"/>
                  </a:lnTo>
                  <a:lnTo>
                    <a:pt x="0" y="1029935"/>
                  </a:lnTo>
                  <a:lnTo>
                    <a:pt x="0" y="1024187"/>
                  </a:lnTo>
                  <a:lnTo>
                    <a:pt x="0" y="968508"/>
                  </a:lnTo>
                  <a:lnTo>
                    <a:pt x="0" y="962761"/>
                  </a:lnTo>
                  <a:lnTo>
                    <a:pt x="6526" y="962761"/>
                  </a:lnTo>
                  <a:lnTo>
                    <a:pt x="13053" y="962761"/>
                  </a:lnTo>
                  <a:lnTo>
                    <a:pt x="18797" y="962761"/>
                  </a:lnTo>
                  <a:lnTo>
                    <a:pt x="18797" y="968508"/>
                  </a:lnTo>
                  <a:close/>
                </a:path>
                <a:path w="19050" h="1226185">
                  <a:moveTo>
                    <a:pt x="18797" y="1091361"/>
                  </a:moveTo>
                  <a:lnTo>
                    <a:pt x="18797" y="1097108"/>
                  </a:lnTo>
                  <a:lnTo>
                    <a:pt x="13053" y="1102832"/>
                  </a:lnTo>
                  <a:lnTo>
                    <a:pt x="0" y="1097108"/>
                  </a:lnTo>
                  <a:lnTo>
                    <a:pt x="0" y="1091361"/>
                  </a:lnTo>
                  <a:lnTo>
                    <a:pt x="0" y="1085614"/>
                  </a:lnTo>
                  <a:lnTo>
                    <a:pt x="6526" y="1085614"/>
                  </a:lnTo>
                  <a:lnTo>
                    <a:pt x="13053" y="1085614"/>
                  </a:lnTo>
                  <a:lnTo>
                    <a:pt x="18797" y="1085614"/>
                  </a:lnTo>
                  <a:lnTo>
                    <a:pt x="18797" y="1091361"/>
                  </a:lnTo>
                  <a:close/>
                </a:path>
                <a:path w="19050" h="1226185">
                  <a:moveTo>
                    <a:pt x="18797" y="1164258"/>
                  </a:moveTo>
                  <a:lnTo>
                    <a:pt x="18797" y="1214771"/>
                  </a:lnTo>
                  <a:lnTo>
                    <a:pt x="18797" y="1219960"/>
                  </a:lnTo>
                  <a:lnTo>
                    <a:pt x="13053" y="1225684"/>
                  </a:lnTo>
                  <a:lnTo>
                    <a:pt x="0" y="1219960"/>
                  </a:lnTo>
                  <a:lnTo>
                    <a:pt x="0" y="1214771"/>
                  </a:lnTo>
                  <a:lnTo>
                    <a:pt x="0" y="1164258"/>
                  </a:lnTo>
                  <a:lnTo>
                    <a:pt x="0" y="1158534"/>
                  </a:lnTo>
                  <a:lnTo>
                    <a:pt x="6526" y="1152787"/>
                  </a:lnTo>
                  <a:lnTo>
                    <a:pt x="13053" y="1152787"/>
                  </a:lnTo>
                  <a:lnTo>
                    <a:pt x="18797" y="1158534"/>
                  </a:lnTo>
                  <a:lnTo>
                    <a:pt x="18797" y="1164258"/>
                  </a:lnTo>
                  <a:close/>
                </a:path>
              </a:pathLst>
            </a:custGeom>
            <a:ln w="6115">
              <a:solidFill>
                <a:srgbClr val="000000"/>
              </a:solidFill>
            </a:ln>
          </p:spPr>
          <p:txBody>
            <a:bodyPr wrap="square" lIns="0" tIns="0" rIns="0" bIns="0" rtlCol="0"/>
            <a:lstStyle/>
            <a:p/>
          </p:txBody>
        </p:sp>
        <p:sp>
          <p:nvSpPr>
            <p:cNvPr id="90" name="object 90" descr=""/>
            <p:cNvSpPr/>
            <p:nvPr/>
          </p:nvSpPr>
          <p:spPr>
            <a:xfrm>
              <a:off x="6618418" y="3365841"/>
              <a:ext cx="19050" cy="1293495"/>
            </a:xfrm>
            <a:custGeom>
              <a:avLst/>
              <a:gdLst/>
              <a:ahLst/>
              <a:cxnLst/>
              <a:rect l="l" t="t" r="r" b="b"/>
              <a:pathLst>
                <a:path w="19050" h="1293495">
                  <a:moveTo>
                    <a:pt x="13053" y="0"/>
                  </a:moveTo>
                  <a:lnTo>
                    <a:pt x="0" y="5816"/>
                  </a:lnTo>
                  <a:lnTo>
                    <a:pt x="0" y="67243"/>
                  </a:lnTo>
                  <a:lnTo>
                    <a:pt x="6526" y="73013"/>
                  </a:lnTo>
                  <a:lnTo>
                    <a:pt x="13053" y="73013"/>
                  </a:lnTo>
                  <a:lnTo>
                    <a:pt x="18797" y="67243"/>
                  </a:lnTo>
                  <a:lnTo>
                    <a:pt x="18797" y="5816"/>
                  </a:lnTo>
                  <a:lnTo>
                    <a:pt x="13053" y="0"/>
                  </a:lnTo>
                  <a:close/>
                </a:path>
                <a:path w="19050" h="1293495">
                  <a:moveTo>
                    <a:pt x="13053" y="123527"/>
                  </a:moveTo>
                  <a:lnTo>
                    <a:pt x="0" y="128692"/>
                  </a:lnTo>
                  <a:lnTo>
                    <a:pt x="0" y="140186"/>
                  </a:lnTo>
                  <a:lnTo>
                    <a:pt x="18797" y="140186"/>
                  </a:lnTo>
                  <a:lnTo>
                    <a:pt x="18797" y="128692"/>
                  </a:lnTo>
                  <a:lnTo>
                    <a:pt x="13053" y="123527"/>
                  </a:lnTo>
                  <a:close/>
                </a:path>
                <a:path w="19050" h="1293495">
                  <a:moveTo>
                    <a:pt x="18797" y="195865"/>
                  </a:moveTo>
                  <a:lnTo>
                    <a:pt x="0" y="195865"/>
                  </a:lnTo>
                  <a:lnTo>
                    <a:pt x="0" y="263015"/>
                  </a:lnTo>
                  <a:lnTo>
                    <a:pt x="18797" y="263015"/>
                  </a:lnTo>
                  <a:lnTo>
                    <a:pt x="18797" y="195865"/>
                  </a:lnTo>
                  <a:close/>
                </a:path>
                <a:path w="19050" h="1293495">
                  <a:moveTo>
                    <a:pt x="13053" y="330188"/>
                  </a:moveTo>
                  <a:lnTo>
                    <a:pt x="6526" y="330188"/>
                  </a:lnTo>
                  <a:lnTo>
                    <a:pt x="13053" y="335935"/>
                  </a:lnTo>
                  <a:lnTo>
                    <a:pt x="13053" y="330188"/>
                  </a:lnTo>
                  <a:close/>
                </a:path>
                <a:path w="19050" h="1293495">
                  <a:moveTo>
                    <a:pt x="13053" y="313552"/>
                  </a:moveTo>
                  <a:lnTo>
                    <a:pt x="0" y="319276"/>
                  </a:lnTo>
                  <a:lnTo>
                    <a:pt x="0" y="330188"/>
                  </a:lnTo>
                  <a:lnTo>
                    <a:pt x="18797" y="330188"/>
                  </a:lnTo>
                  <a:lnTo>
                    <a:pt x="18797" y="319276"/>
                  </a:lnTo>
                  <a:lnTo>
                    <a:pt x="13053" y="313552"/>
                  </a:lnTo>
                  <a:close/>
                </a:path>
                <a:path w="19050" h="1293495">
                  <a:moveTo>
                    <a:pt x="18797" y="386449"/>
                  </a:moveTo>
                  <a:lnTo>
                    <a:pt x="0" y="386449"/>
                  </a:lnTo>
                  <a:lnTo>
                    <a:pt x="0" y="453622"/>
                  </a:lnTo>
                  <a:lnTo>
                    <a:pt x="18797" y="453622"/>
                  </a:lnTo>
                  <a:lnTo>
                    <a:pt x="18797" y="386449"/>
                  </a:lnTo>
                  <a:close/>
                </a:path>
                <a:path w="19050" h="1293495">
                  <a:moveTo>
                    <a:pt x="18797" y="509301"/>
                  </a:moveTo>
                  <a:lnTo>
                    <a:pt x="0" y="509301"/>
                  </a:lnTo>
                  <a:lnTo>
                    <a:pt x="0" y="526519"/>
                  </a:lnTo>
                  <a:lnTo>
                    <a:pt x="18797" y="526519"/>
                  </a:lnTo>
                  <a:lnTo>
                    <a:pt x="18797" y="509301"/>
                  </a:lnTo>
                  <a:close/>
                </a:path>
                <a:path w="19050" h="1293495">
                  <a:moveTo>
                    <a:pt x="13053" y="576451"/>
                  </a:moveTo>
                  <a:lnTo>
                    <a:pt x="0" y="582198"/>
                  </a:lnTo>
                  <a:lnTo>
                    <a:pt x="0" y="643625"/>
                  </a:lnTo>
                  <a:lnTo>
                    <a:pt x="6526" y="649372"/>
                  </a:lnTo>
                  <a:lnTo>
                    <a:pt x="13053" y="649372"/>
                  </a:lnTo>
                  <a:lnTo>
                    <a:pt x="18797" y="643625"/>
                  </a:lnTo>
                  <a:lnTo>
                    <a:pt x="18797" y="582198"/>
                  </a:lnTo>
                  <a:lnTo>
                    <a:pt x="13053" y="576451"/>
                  </a:lnTo>
                  <a:close/>
                </a:path>
                <a:path w="19050" h="1293495">
                  <a:moveTo>
                    <a:pt x="13053" y="699885"/>
                  </a:moveTo>
                  <a:lnTo>
                    <a:pt x="0" y="705632"/>
                  </a:lnTo>
                  <a:lnTo>
                    <a:pt x="0" y="716522"/>
                  </a:lnTo>
                  <a:lnTo>
                    <a:pt x="18797" y="716522"/>
                  </a:lnTo>
                  <a:lnTo>
                    <a:pt x="18797" y="705632"/>
                  </a:lnTo>
                  <a:lnTo>
                    <a:pt x="13053" y="699885"/>
                  </a:lnTo>
                  <a:close/>
                </a:path>
                <a:path w="19050" h="1293495">
                  <a:moveTo>
                    <a:pt x="18797" y="772782"/>
                  </a:moveTo>
                  <a:lnTo>
                    <a:pt x="0" y="772782"/>
                  </a:lnTo>
                  <a:lnTo>
                    <a:pt x="0" y="839956"/>
                  </a:lnTo>
                  <a:lnTo>
                    <a:pt x="18797" y="839956"/>
                  </a:lnTo>
                  <a:lnTo>
                    <a:pt x="18797" y="772782"/>
                  </a:lnTo>
                  <a:close/>
                </a:path>
                <a:path w="19050" h="1293495">
                  <a:moveTo>
                    <a:pt x="18797" y="895635"/>
                  </a:moveTo>
                  <a:lnTo>
                    <a:pt x="0" y="895635"/>
                  </a:lnTo>
                  <a:lnTo>
                    <a:pt x="0" y="907105"/>
                  </a:lnTo>
                  <a:lnTo>
                    <a:pt x="6526" y="912271"/>
                  </a:lnTo>
                  <a:lnTo>
                    <a:pt x="13053" y="912271"/>
                  </a:lnTo>
                  <a:lnTo>
                    <a:pt x="18797" y="907105"/>
                  </a:lnTo>
                  <a:lnTo>
                    <a:pt x="18797" y="895635"/>
                  </a:lnTo>
                  <a:close/>
                </a:path>
                <a:path w="19050" h="1293495">
                  <a:moveTo>
                    <a:pt x="13053" y="1029958"/>
                  </a:moveTo>
                  <a:lnTo>
                    <a:pt x="6526" y="1029958"/>
                  </a:lnTo>
                  <a:lnTo>
                    <a:pt x="13053" y="1035705"/>
                  </a:lnTo>
                  <a:lnTo>
                    <a:pt x="13053" y="1029958"/>
                  </a:lnTo>
                  <a:close/>
                </a:path>
                <a:path w="19050" h="1293495">
                  <a:moveTo>
                    <a:pt x="13053" y="962808"/>
                  </a:moveTo>
                  <a:lnTo>
                    <a:pt x="0" y="968532"/>
                  </a:lnTo>
                  <a:lnTo>
                    <a:pt x="0" y="1029958"/>
                  </a:lnTo>
                  <a:lnTo>
                    <a:pt x="18797" y="1029958"/>
                  </a:lnTo>
                  <a:lnTo>
                    <a:pt x="18797" y="968532"/>
                  </a:lnTo>
                  <a:lnTo>
                    <a:pt x="13053" y="962808"/>
                  </a:lnTo>
                  <a:close/>
                </a:path>
                <a:path w="19050" h="1293495">
                  <a:moveTo>
                    <a:pt x="18797" y="1086219"/>
                  </a:moveTo>
                  <a:lnTo>
                    <a:pt x="0" y="1086219"/>
                  </a:lnTo>
                  <a:lnTo>
                    <a:pt x="0" y="1102878"/>
                  </a:lnTo>
                  <a:lnTo>
                    <a:pt x="18797" y="1102878"/>
                  </a:lnTo>
                  <a:lnTo>
                    <a:pt x="18797" y="1086219"/>
                  </a:lnTo>
                  <a:close/>
                </a:path>
                <a:path w="19050" h="1293495">
                  <a:moveTo>
                    <a:pt x="13053" y="1153392"/>
                  </a:moveTo>
                  <a:lnTo>
                    <a:pt x="0" y="1158557"/>
                  </a:lnTo>
                  <a:lnTo>
                    <a:pt x="0" y="1225707"/>
                  </a:lnTo>
                  <a:lnTo>
                    <a:pt x="18797" y="1225707"/>
                  </a:lnTo>
                  <a:lnTo>
                    <a:pt x="18797" y="1158557"/>
                  </a:lnTo>
                  <a:lnTo>
                    <a:pt x="13053" y="1153392"/>
                  </a:lnTo>
                  <a:close/>
                </a:path>
                <a:path w="19050" h="1293495">
                  <a:moveTo>
                    <a:pt x="13053" y="1276221"/>
                  </a:moveTo>
                  <a:lnTo>
                    <a:pt x="0" y="1281968"/>
                  </a:lnTo>
                  <a:lnTo>
                    <a:pt x="0" y="1292880"/>
                  </a:lnTo>
                  <a:lnTo>
                    <a:pt x="18797" y="1292880"/>
                  </a:lnTo>
                  <a:lnTo>
                    <a:pt x="18797" y="1281968"/>
                  </a:lnTo>
                  <a:lnTo>
                    <a:pt x="13053" y="1276221"/>
                  </a:lnTo>
                  <a:close/>
                </a:path>
              </a:pathLst>
            </a:custGeom>
            <a:solidFill>
              <a:srgbClr val="000000"/>
            </a:solidFill>
          </p:spPr>
          <p:txBody>
            <a:bodyPr wrap="square" lIns="0" tIns="0" rIns="0" bIns="0" rtlCol="0"/>
            <a:lstStyle/>
            <a:p/>
          </p:txBody>
        </p:sp>
        <p:sp>
          <p:nvSpPr>
            <p:cNvPr id="91" name="object 91" descr=""/>
            <p:cNvSpPr/>
            <p:nvPr/>
          </p:nvSpPr>
          <p:spPr>
            <a:xfrm>
              <a:off x="6618418" y="3365841"/>
              <a:ext cx="19050" cy="1293495"/>
            </a:xfrm>
            <a:custGeom>
              <a:avLst/>
              <a:gdLst/>
              <a:ahLst/>
              <a:cxnLst/>
              <a:rect l="l" t="t" r="r" b="b"/>
              <a:pathLst>
                <a:path w="19050" h="1293495">
                  <a:moveTo>
                    <a:pt x="18797" y="10935"/>
                  </a:moveTo>
                  <a:lnTo>
                    <a:pt x="18797" y="61426"/>
                  </a:lnTo>
                  <a:lnTo>
                    <a:pt x="18797" y="67243"/>
                  </a:lnTo>
                  <a:lnTo>
                    <a:pt x="13053" y="73013"/>
                  </a:lnTo>
                  <a:lnTo>
                    <a:pt x="6526" y="73013"/>
                  </a:lnTo>
                  <a:lnTo>
                    <a:pt x="0" y="67243"/>
                  </a:lnTo>
                  <a:lnTo>
                    <a:pt x="0" y="61426"/>
                  </a:lnTo>
                  <a:lnTo>
                    <a:pt x="0" y="10935"/>
                  </a:lnTo>
                  <a:lnTo>
                    <a:pt x="0" y="5816"/>
                  </a:lnTo>
                  <a:lnTo>
                    <a:pt x="13053" y="0"/>
                  </a:lnTo>
                  <a:lnTo>
                    <a:pt x="18797" y="5816"/>
                  </a:lnTo>
                  <a:lnTo>
                    <a:pt x="18797" y="10935"/>
                  </a:lnTo>
                  <a:close/>
                </a:path>
                <a:path w="19050" h="1293495">
                  <a:moveTo>
                    <a:pt x="18797" y="134439"/>
                  </a:moveTo>
                  <a:lnTo>
                    <a:pt x="18797" y="140186"/>
                  </a:lnTo>
                  <a:lnTo>
                    <a:pt x="13053" y="140186"/>
                  </a:lnTo>
                  <a:lnTo>
                    <a:pt x="6526" y="140186"/>
                  </a:lnTo>
                  <a:lnTo>
                    <a:pt x="0" y="140186"/>
                  </a:lnTo>
                  <a:lnTo>
                    <a:pt x="0" y="134439"/>
                  </a:lnTo>
                  <a:lnTo>
                    <a:pt x="0" y="128692"/>
                  </a:lnTo>
                  <a:lnTo>
                    <a:pt x="13053" y="123527"/>
                  </a:lnTo>
                  <a:lnTo>
                    <a:pt x="18797" y="128692"/>
                  </a:lnTo>
                  <a:lnTo>
                    <a:pt x="18797" y="134439"/>
                  </a:lnTo>
                  <a:close/>
                </a:path>
                <a:path w="19050" h="1293495">
                  <a:moveTo>
                    <a:pt x="18797" y="201612"/>
                  </a:moveTo>
                  <a:lnTo>
                    <a:pt x="18797" y="257850"/>
                  </a:lnTo>
                  <a:lnTo>
                    <a:pt x="18797" y="263015"/>
                  </a:lnTo>
                  <a:lnTo>
                    <a:pt x="13053" y="263015"/>
                  </a:lnTo>
                  <a:lnTo>
                    <a:pt x="6526" y="263015"/>
                  </a:lnTo>
                  <a:lnTo>
                    <a:pt x="0" y="263015"/>
                  </a:lnTo>
                  <a:lnTo>
                    <a:pt x="0" y="257850"/>
                  </a:lnTo>
                  <a:lnTo>
                    <a:pt x="0" y="201612"/>
                  </a:lnTo>
                  <a:lnTo>
                    <a:pt x="0" y="195865"/>
                  </a:lnTo>
                  <a:lnTo>
                    <a:pt x="13053" y="195865"/>
                  </a:lnTo>
                  <a:lnTo>
                    <a:pt x="18797" y="195865"/>
                  </a:lnTo>
                  <a:lnTo>
                    <a:pt x="18797" y="201612"/>
                  </a:lnTo>
                  <a:close/>
                </a:path>
                <a:path w="19050" h="1293495">
                  <a:moveTo>
                    <a:pt x="18797" y="325023"/>
                  </a:moveTo>
                  <a:lnTo>
                    <a:pt x="18797" y="330188"/>
                  </a:lnTo>
                  <a:lnTo>
                    <a:pt x="13053" y="330188"/>
                  </a:lnTo>
                  <a:lnTo>
                    <a:pt x="13053" y="335935"/>
                  </a:lnTo>
                  <a:lnTo>
                    <a:pt x="6526" y="330188"/>
                  </a:lnTo>
                  <a:lnTo>
                    <a:pt x="0" y="330188"/>
                  </a:lnTo>
                  <a:lnTo>
                    <a:pt x="0" y="325023"/>
                  </a:lnTo>
                  <a:lnTo>
                    <a:pt x="0" y="319276"/>
                  </a:lnTo>
                  <a:lnTo>
                    <a:pt x="13053" y="313552"/>
                  </a:lnTo>
                  <a:lnTo>
                    <a:pt x="18797" y="319276"/>
                  </a:lnTo>
                  <a:lnTo>
                    <a:pt x="18797" y="325023"/>
                  </a:lnTo>
                  <a:close/>
                </a:path>
                <a:path w="19050" h="1293495">
                  <a:moveTo>
                    <a:pt x="18797" y="397362"/>
                  </a:moveTo>
                  <a:lnTo>
                    <a:pt x="18797" y="447875"/>
                  </a:lnTo>
                  <a:lnTo>
                    <a:pt x="18797" y="453622"/>
                  </a:lnTo>
                  <a:lnTo>
                    <a:pt x="13053" y="453622"/>
                  </a:lnTo>
                  <a:lnTo>
                    <a:pt x="6526" y="453622"/>
                  </a:lnTo>
                  <a:lnTo>
                    <a:pt x="0" y="453622"/>
                  </a:lnTo>
                  <a:lnTo>
                    <a:pt x="0" y="447875"/>
                  </a:lnTo>
                  <a:lnTo>
                    <a:pt x="0" y="397362"/>
                  </a:lnTo>
                  <a:lnTo>
                    <a:pt x="0" y="386449"/>
                  </a:lnTo>
                  <a:lnTo>
                    <a:pt x="13053" y="386449"/>
                  </a:lnTo>
                  <a:lnTo>
                    <a:pt x="18797" y="386449"/>
                  </a:lnTo>
                  <a:lnTo>
                    <a:pt x="18797" y="392196"/>
                  </a:lnTo>
                  <a:lnTo>
                    <a:pt x="18797" y="397362"/>
                  </a:lnTo>
                  <a:close/>
                </a:path>
                <a:path w="19050" h="1293495">
                  <a:moveTo>
                    <a:pt x="18797" y="515025"/>
                  </a:moveTo>
                  <a:lnTo>
                    <a:pt x="18797" y="520772"/>
                  </a:lnTo>
                  <a:lnTo>
                    <a:pt x="18797" y="526519"/>
                  </a:lnTo>
                  <a:lnTo>
                    <a:pt x="13053" y="526519"/>
                  </a:lnTo>
                  <a:lnTo>
                    <a:pt x="6526" y="526519"/>
                  </a:lnTo>
                  <a:lnTo>
                    <a:pt x="0" y="526519"/>
                  </a:lnTo>
                  <a:lnTo>
                    <a:pt x="0" y="515025"/>
                  </a:lnTo>
                  <a:lnTo>
                    <a:pt x="0" y="509301"/>
                  </a:lnTo>
                  <a:lnTo>
                    <a:pt x="13053" y="509301"/>
                  </a:lnTo>
                  <a:lnTo>
                    <a:pt x="18797" y="509301"/>
                  </a:lnTo>
                  <a:lnTo>
                    <a:pt x="18797" y="515025"/>
                  </a:lnTo>
                  <a:close/>
                </a:path>
                <a:path w="19050" h="1293495">
                  <a:moveTo>
                    <a:pt x="18797" y="587945"/>
                  </a:moveTo>
                  <a:lnTo>
                    <a:pt x="18797" y="638459"/>
                  </a:lnTo>
                  <a:lnTo>
                    <a:pt x="18797" y="643625"/>
                  </a:lnTo>
                  <a:lnTo>
                    <a:pt x="13053" y="649372"/>
                  </a:lnTo>
                  <a:lnTo>
                    <a:pt x="6526" y="649372"/>
                  </a:lnTo>
                  <a:lnTo>
                    <a:pt x="0" y="643625"/>
                  </a:lnTo>
                  <a:lnTo>
                    <a:pt x="0" y="638459"/>
                  </a:lnTo>
                  <a:lnTo>
                    <a:pt x="0" y="587945"/>
                  </a:lnTo>
                  <a:lnTo>
                    <a:pt x="0" y="582198"/>
                  </a:lnTo>
                  <a:lnTo>
                    <a:pt x="13053" y="576451"/>
                  </a:lnTo>
                  <a:lnTo>
                    <a:pt x="18797" y="582198"/>
                  </a:lnTo>
                  <a:lnTo>
                    <a:pt x="18797" y="587945"/>
                  </a:lnTo>
                  <a:close/>
                </a:path>
                <a:path w="19050" h="1293495">
                  <a:moveTo>
                    <a:pt x="18797" y="710798"/>
                  </a:moveTo>
                  <a:lnTo>
                    <a:pt x="18797" y="716522"/>
                  </a:lnTo>
                  <a:lnTo>
                    <a:pt x="13053" y="716522"/>
                  </a:lnTo>
                  <a:lnTo>
                    <a:pt x="6526" y="716522"/>
                  </a:lnTo>
                  <a:lnTo>
                    <a:pt x="0" y="716522"/>
                  </a:lnTo>
                  <a:lnTo>
                    <a:pt x="0" y="710798"/>
                  </a:lnTo>
                  <a:lnTo>
                    <a:pt x="0" y="705632"/>
                  </a:lnTo>
                  <a:lnTo>
                    <a:pt x="13053" y="699885"/>
                  </a:lnTo>
                  <a:lnTo>
                    <a:pt x="18797" y="705632"/>
                  </a:lnTo>
                  <a:lnTo>
                    <a:pt x="18797" y="710798"/>
                  </a:lnTo>
                  <a:close/>
                </a:path>
                <a:path w="19050" h="1293495">
                  <a:moveTo>
                    <a:pt x="18797" y="777948"/>
                  </a:moveTo>
                  <a:lnTo>
                    <a:pt x="18797" y="834209"/>
                  </a:lnTo>
                  <a:lnTo>
                    <a:pt x="18797" y="839956"/>
                  </a:lnTo>
                  <a:lnTo>
                    <a:pt x="13053" y="839956"/>
                  </a:lnTo>
                  <a:lnTo>
                    <a:pt x="6526" y="839956"/>
                  </a:lnTo>
                  <a:lnTo>
                    <a:pt x="0" y="839956"/>
                  </a:lnTo>
                  <a:lnTo>
                    <a:pt x="0" y="834209"/>
                  </a:lnTo>
                  <a:lnTo>
                    <a:pt x="0" y="777948"/>
                  </a:lnTo>
                  <a:lnTo>
                    <a:pt x="0" y="772782"/>
                  </a:lnTo>
                  <a:lnTo>
                    <a:pt x="13053" y="772782"/>
                  </a:lnTo>
                  <a:lnTo>
                    <a:pt x="18797" y="772782"/>
                  </a:lnTo>
                  <a:lnTo>
                    <a:pt x="18797" y="777948"/>
                  </a:lnTo>
                  <a:close/>
                </a:path>
                <a:path w="19050" h="1293495">
                  <a:moveTo>
                    <a:pt x="18797" y="901382"/>
                  </a:moveTo>
                  <a:lnTo>
                    <a:pt x="18797" y="907106"/>
                  </a:lnTo>
                  <a:lnTo>
                    <a:pt x="13053" y="912271"/>
                  </a:lnTo>
                  <a:lnTo>
                    <a:pt x="6526" y="912271"/>
                  </a:lnTo>
                  <a:lnTo>
                    <a:pt x="0" y="907106"/>
                  </a:lnTo>
                  <a:lnTo>
                    <a:pt x="0" y="901382"/>
                  </a:lnTo>
                  <a:lnTo>
                    <a:pt x="0" y="895635"/>
                  </a:lnTo>
                  <a:lnTo>
                    <a:pt x="13053" y="895635"/>
                  </a:lnTo>
                  <a:lnTo>
                    <a:pt x="18797" y="895635"/>
                  </a:lnTo>
                  <a:lnTo>
                    <a:pt x="18797" y="901382"/>
                  </a:lnTo>
                  <a:close/>
                </a:path>
                <a:path w="19050" h="1293495">
                  <a:moveTo>
                    <a:pt x="18797" y="974279"/>
                  </a:moveTo>
                  <a:lnTo>
                    <a:pt x="18797" y="1024211"/>
                  </a:lnTo>
                  <a:lnTo>
                    <a:pt x="18797" y="1029958"/>
                  </a:lnTo>
                  <a:lnTo>
                    <a:pt x="13053" y="1029958"/>
                  </a:lnTo>
                  <a:lnTo>
                    <a:pt x="13053" y="1035705"/>
                  </a:lnTo>
                  <a:lnTo>
                    <a:pt x="6526" y="1029958"/>
                  </a:lnTo>
                  <a:lnTo>
                    <a:pt x="0" y="1029958"/>
                  </a:lnTo>
                  <a:lnTo>
                    <a:pt x="0" y="1024211"/>
                  </a:lnTo>
                  <a:lnTo>
                    <a:pt x="0" y="974279"/>
                  </a:lnTo>
                  <a:lnTo>
                    <a:pt x="0" y="968532"/>
                  </a:lnTo>
                  <a:lnTo>
                    <a:pt x="13053" y="962808"/>
                  </a:lnTo>
                  <a:lnTo>
                    <a:pt x="18797" y="968532"/>
                  </a:lnTo>
                  <a:lnTo>
                    <a:pt x="18797" y="974279"/>
                  </a:lnTo>
                  <a:close/>
                </a:path>
                <a:path w="19050" h="1293495">
                  <a:moveTo>
                    <a:pt x="18797" y="1097131"/>
                  </a:moveTo>
                  <a:lnTo>
                    <a:pt x="18797" y="1102878"/>
                  </a:lnTo>
                  <a:lnTo>
                    <a:pt x="13053" y="1102878"/>
                  </a:lnTo>
                  <a:lnTo>
                    <a:pt x="6526" y="1102878"/>
                  </a:lnTo>
                  <a:lnTo>
                    <a:pt x="0" y="1102878"/>
                  </a:lnTo>
                  <a:lnTo>
                    <a:pt x="0" y="1097131"/>
                  </a:lnTo>
                  <a:lnTo>
                    <a:pt x="0" y="1086219"/>
                  </a:lnTo>
                  <a:lnTo>
                    <a:pt x="13053" y="1086219"/>
                  </a:lnTo>
                  <a:lnTo>
                    <a:pt x="18797" y="1086219"/>
                  </a:lnTo>
                  <a:lnTo>
                    <a:pt x="18797" y="1091384"/>
                  </a:lnTo>
                  <a:lnTo>
                    <a:pt x="18797" y="1097131"/>
                  </a:lnTo>
                  <a:close/>
                </a:path>
                <a:path w="19050" h="1293495">
                  <a:moveTo>
                    <a:pt x="18797" y="1164281"/>
                  </a:moveTo>
                  <a:lnTo>
                    <a:pt x="18797" y="1214818"/>
                  </a:lnTo>
                  <a:lnTo>
                    <a:pt x="18797" y="1220542"/>
                  </a:lnTo>
                  <a:lnTo>
                    <a:pt x="18797" y="1225707"/>
                  </a:lnTo>
                  <a:lnTo>
                    <a:pt x="13053" y="1225707"/>
                  </a:lnTo>
                  <a:lnTo>
                    <a:pt x="6526" y="1225707"/>
                  </a:lnTo>
                  <a:lnTo>
                    <a:pt x="0" y="1225707"/>
                  </a:lnTo>
                  <a:lnTo>
                    <a:pt x="0" y="1214818"/>
                  </a:lnTo>
                  <a:lnTo>
                    <a:pt x="0" y="1164281"/>
                  </a:lnTo>
                  <a:lnTo>
                    <a:pt x="0" y="1158557"/>
                  </a:lnTo>
                  <a:lnTo>
                    <a:pt x="13053" y="1153392"/>
                  </a:lnTo>
                  <a:lnTo>
                    <a:pt x="18797" y="1158557"/>
                  </a:lnTo>
                  <a:lnTo>
                    <a:pt x="18797" y="1164281"/>
                  </a:lnTo>
                  <a:close/>
                </a:path>
                <a:path w="19050" h="1293495">
                  <a:moveTo>
                    <a:pt x="18797" y="1287715"/>
                  </a:moveTo>
                  <a:lnTo>
                    <a:pt x="18797" y="1292880"/>
                  </a:lnTo>
                  <a:lnTo>
                    <a:pt x="13053" y="1292880"/>
                  </a:lnTo>
                  <a:lnTo>
                    <a:pt x="6526" y="1292880"/>
                  </a:lnTo>
                  <a:lnTo>
                    <a:pt x="0" y="1292880"/>
                  </a:lnTo>
                  <a:lnTo>
                    <a:pt x="0" y="1287715"/>
                  </a:lnTo>
                  <a:lnTo>
                    <a:pt x="0" y="1281968"/>
                  </a:lnTo>
                  <a:lnTo>
                    <a:pt x="13053" y="1276221"/>
                  </a:lnTo>
                  <a:lnTo>
                    <a:pt x="18797" y="1281968"/>
                  </a:lnTo>
                  <a:lnTo>
                    <a:pt x="18797" y="1287715"/>
                  </a:lnTo>
                  <a:close/>
                </a:path>
              </a:pathLst>
            </a:custGeom>
            <a:ln w="6115">
              <a:solidFill>
                <a:srgbClr val="000000"/>
              </a:solidFill>
            </a:ln>
          </p:spPr>
          <p:txBody>
            <a:bodyPr wrap="square" lIns="0" tIns="0" rIns="0" bIns="0" rtlCol="0"/>
            <a:lstStyle/>
            <a:p/>
          </p:txBody>
        </p:sp>
        <p:sp>
          <p:nvSpPr>
            <p:cNvPr id="92" name="object 92" descr=""/>
            <p:cNvSpPr/>
            <p:nvPr/>
          </p:nvSpPr>
          <p:spPr>
            <a:xfrm>
              <a:off x="7057544" y="2946329"/>
              <a:ext cx="19050" cy="1292860"/>
            </a:xfrm>
            <a:custGeom>
              <a:avLst/>
              <a:gdLst/>
              <a:ahLst/>
              <a:cxnLst/>
              <a:rect l="l" t="t" r="r" b="b"/>
              <a:pathLst>
                <a:path w="19050" h="1292860">
                  <a:moveTo>
                    <a:pt x="13053" y="0"/>
                  </a:moveTo>
                  <a:lnTo>
                    <a:pt x="6526" y="5118"/>
                  </a:lnTo>
                  <a:lnTo>
                    <a:pt x="0" y="5118"/>
                  </a:lnTo>
                  <a:lnTo>
                    <a:pt x="0" y="67243"/>
                  </a:lnTo>
                  <a:lnTo>
                    <a:pt x="6526" y="67243"/>
                  </a:lnTo>
                  <a:lnTo>
                    <a:pt x="6526" y="72361"/>
                  </a:lnTo>
                  <a:lnTo>
                    <a:pt x="13053" y="72361"/>
                  </a:lnTo>
                  <a:lnTo>
                    <a:pt x="18797" y="67243"/>
                  </a:lnTo>
                  <a:lnTo>
                    <a:pt x="18797" y="5118"/>
                  </a:lnTo>
                  <a:lnTo>
                    <a:pt x="13053" y="0"/>
                  </a:lnTo>
                  <a:close/>
                </a:path>
                <a:path w="19050" h="1292860">
                  <a:moveTo>
                    <a:pt x="13053" y="122852"/>
                  </a:moveTo>
                  <a:lnTo>
                    <a:pt x="6526" y="128669"/>
                  </a:lnTo>
                  <a:lnTo>
                    <a:pt x="0" y="128669"/>
                  </a:lnTo>
                  <a:lnTo>
                    <a:pt x="0" y="134253"/>
                  </a:lnTo>
                  <a:lnTo>
                    <a:pt x="6526" y="139372"/>
                  </a:lnTo>
                  <a:lnTo>
                    <a:pt x="18797" y="139372"/>
                  </a:lnTo>
                  <a:lnTo>
                    <a:pt x="18797" y="128669"/>
                  </a:lnTo>
                  <a:lnTo>
                    <a:pt x="13053" y="122852"/>
                  </a:lnTo>
                  <a:close/>
                </a:path>
                <a:path w="19050" h="1292860">
                  <a:moveTo>
                    <a:pt x="18797" y="195679"/>
                  </a:moveTo>
                  <a:lnTo>
                    <a:pt x="6526" y="195679"/>
                  </a:lnTo>
                  <a:lnTo>
                    <a:pt x="0" y="201496"/>
                  </a:lnTo>
                  <a:lnTo>
                    <a:pt x="0" y="257105"/>
                  </a:lnTo>
                  <a:lnTo>
                    <a:pt x="6526" y="262922"/>
                  </a:lnTo>
                  <a:lnTo>
                    <a:pt x="18797" y="262922"/>
                  </a:lnTo>
                  <a:lnTo>
                    <a:pt x="18797" y="195679"/>
                  </a:lnTo>
                  <a:close/>
                </a:path>
                <a:path w="19050" h="1292860">
                  <a:moveTo>
                    <a:pt x="13053" y="330165"/>
                  </a:moveTo>
                  <a:lnTo>
                    <a:pt x="6526" y="330165"/>
                  </a:lnTo>
                  <a:lnTo>
                    <a:pt x="13053" y="335749"/>
                  </a:lnTo>
                  <a:lnTo>
                    <a:pt x="13053" y="330165"/>
                  </a:lnTo>
                  <a:close/>
                </a:path>
                <a:path w="19050" h="1292860">
                  <a:moveTo>
                    <a:pt x="13053" y="313412"/>
                  </a:moveTo>
                  <a:lnTo>
                    <a:pt x="6526" y="318531"/>
                  </a:lnTo>
                  <a:lnTo>
                    <a:pt x="0" y="318531"/>
                  </a:lnTo>
                  <a:lnTo>
                    <a:pt x="0" y="330165"/>
                  </a:lnTo>
                  <a:lnTo>
                    <a:pt x="18797" y="330165"/>
                  </a:lnTo>
                  <a:lnTo>
                    <a:pt x="18797" y="318531"/>
                  </a:lnTo>
                  <a:lnTo>
                    <a:pt x="13053" y="313412"/>
                  </a:lnTo>
                  <a:close/>
                </a:path>
                <a:path w="19050" h="1292860">
                  <a:moveTo>
                    <a:pt x="18797" y="385774"/>
                  </a:moveTo>
                  <a:lnTo>
                    <a:pt x="6526" y="385774"/>
                  </a:lnTo>
                  <a:lnTo>
                    <a:pt x="0" y="391591"/>
                  </a:lnTo>
                  <a:lnTo>
                    <a:pt x="0" y="453017"/>
                  </a:lnTo>
                  <a:lnTo>
                    <a:pt x="18797" y="453017"/>
                  </a:lnTo>
                  <a:lnTo>
                    <a:pt x="18797" y="385774"/>
                  </a:lnTo>
                  <a:close/>
                </a:path>
                <a:path w="19050" h="1292860">
                  <a:moveTo>
                    <a:pt x="18797" y="509185"/>
                  </a:moveTo>
                  <a:lnTo>
                    <a:pt x="6526" y="509185"/>
                  </a:lnTo>
                  <a:lnTo>
                    <a:pt x="0" y="514909"/>
                  </a:lnTo>
                  <a:lnTo>
                    <a:pt x="0" y="520074"/>
                  </a:lnTo>
                  <a:lnTo>
                    <a:pt x="6526" y="525821"/>
                  </a:lnTo>
                  <a:lnTo>
                    <a:pt x="18797" y="525821"/>
                  </a:lnTo>
                  <a:lnTo>
                    <a:pt x="18797" y="509185"/>
                  </a:lnTo>
                  <a:close/>
                </a:path>
                <a:path w="19050" h="1292860">
                  <a:moveTo>
                    <a:pt x="13053" y="576335"/>
                  </a:moveTo>
                  <a:lnTo>
                    <a:pt x="6526" y="582082"/>
                  </a:lnTo>
                  <a:lnTo>
                    <a:pt x="0" y="582082"/>
                  </a:lnTo>
                  <a:lnTo>
                    <a:pt x="0" y="643508"/>
                  </a:lnTo>
                  <a:lnTo>
                    <a:pt x="6526" y="643508"/>
                  </a:lnTo>
                  <a:lnTo>
                    <a:pt x="6526" y="649255"/>
                  </a:lnTo>
                  <a:lnTo>
                    <a:pt x="13053" y="649255"/>
                  </a:lnTo>
                  <a:lnTo>
                    <a:pt x="18797" y="643508"/>
                  </a:lnTo>
                  <a:lnTo>
                    <a:pt x="18797" y="582082"/>
                  </a:lnTo>
                  <a:lnTo>
                    <a:pt x="13053" y="576335"/>
                  </a:lnTo>
                  <a:close/>
                </a:path>
                <a:path w="19050" h="1292860">
                  <a:moveTo>
                    <a:pt x="13053" y="699769"/>
                  </a:moveTo>
                  <a:lnTo>
                    <a:pt x="6526" y="704934"/>
                  </a:lnTo>
                  <a:lnTo>
                    <a:pt x="0" y="704934"/>
                  </a:lnTo>
                  <a:lnTo>
                    <a:pt x="0" y="710658"/>
                  </a:lnTo>
                  <a:lnTo>
                    <a:pt x="6526" y="716405"/>
                  </a:lnTo>
                  <a:lnTo>
                    <a:pt x="18797" y="716405"/>
                  </a:lnTo>
                  <a:lnTo>
                    <a:pt x="18797" y="704934"/>
                  </a:lnTo>
                  <a:lnTo>
                    <a:pt x="13053" y="699769"/>
                  </a:lnTo>
                  <a:close/>
                </a:path>
                <a:path w="19050" h="1292860">
                  <a:moveTo>
                    <a:pt x="18797" y="772084"/>
                  </a:moveTo>
                  <a:lnTo>
                    <a:pt x="6526" y="772084"/>
                  </a:lnTo>
                  <a:lnTo>
                    <a:pt x="0" y="777831"/>
                  </a:lnTo>
                  <a:lnTo>
                    <a:pt x="0" y="834092"/>
                  </a:lnTo>
                  <a:lnTo>
                    <a:pt x="6526" y="839258"/>
                  </a:lnTo>
                  <a:lnTo>
                    <a:pt x="18797" y="839258"/>
                  </a:lnTo>
                  <a:lnTo>
                    <a:pt x="18797" y="772084"/>
                  </a:lnTo>
                  <a:close/>
                </a:path>
                <a:path w="19050" h="1292860">
                  <a:moveTo>
                    <a:pt x="18797" y="895518"/>
                  </a:moveTo>
                  <a:lnTo>
                    <a:pt x="6526" y="895518"/>
                  </a:lnTo>
                  <a:lnTo>
                    <a:pt x="0" y="901242"/>
                  </a:lnTo>
                  <a:lnTo>
                    <a:pt x="0" y="906431"/>
                  </a:lnTo>
                  <a:lnTo>
                    <a:pt x="6526" y="906431"/>
                  </a:lnTo>
                  <a:lnTo>
                    <a:pt x="6526" y="912155"/>
                  </a:lnTo>
                  <a:lnTo>
                    <a:pt x="13053" y="912155"/>
                  </a:lnTo>
                  <a:lnTo>
                    <a:pt x="18797" y="906431"/>
                  </a:lnTo>
                  <a:lnTo>
                    <a:pt x="18797" y="895518"/>
                  </a:lnTo>
                  <a:close/>
                </a:path>
                <a:path w="19050" h="1292860">
                  <a:moveTo>
                    <a:pt x="13053" y="1029841"/>
                  </a:moveTo>
                  <a:lnTo>
                    <a:pt x="6526" y="1029841"/>
                  </a:lnTo>
                  <a:lnTo>
                    <a:pt x="13053" y="1035589"/>
                  </a:lnTo>
                  <a:lnTo>
                    <a:pt x="13053" y="1029841"/>
                  </a:lnTo>
                  <a:close/>
                </a:path>
                <a:path w="19050" h="1292860">
                  <a:moveTo>
                    <a:pt x="13053" y="962668"/>
                  </a:moveTo>
                  <a:lnTo>
                    <a:pt x="6526" y="968415"/>
                  </a:lnTo>
                  <a:lnTo>
                    <a:pt x="0" y="968415"/>
                  </a:lnTo>
                  <a:lnTo>
                    <a:pt x="0" y="1029841"/>
                  </a:lnTo>
                  <a:lnTo>
                    <a:pt x="18797" y="1029841"/>
                  </a:lnTo>
                  <a:lnTo>
                    <a:pt x="18797" y="968415"/>
                  </a:lnTo>
                  <a:lnTo>
                    <a:pt x="13053" y="962668"/>
                  </a:lnTo>
                  <a:close/>
                </a:path>
                <a:path w="19050" h="1292860">
                  <a:moveTo>
                    <a:pt x="18797" y="1085521"/>
                  </a:moveTo>
                  <a:lnTo>
                    <a:pt x="6526" y="1085521"/>
                  </a:lnTo>
                  <a:lnTo>
                    <a:pt x="0" y="1091268"/>
                  </a:lnTo>
                  <a:lnTo>
                    <a:pt x="0" y="1097015"/>
                  </a:lnTo>
                  <a:lnTo>
                    <a:pt x="6526" y="1102738"/>
                  </a:lnTo>
                  <a:lnTo>
                    <a:pt x="18797" y="1102738"/>
                  </a:lnTo>
                  <a:lnTo>
                    <a:pt x="18797" y="1085521"/>
                  </a:lnTo>
                  <a:close/>
                </a:path>
                <a:path w="19050" h="1292860">
                  <a:moveTo>
                    <a:pt x="13053" y="1152694"/>
                  </a:moveTo>
                  <a:lnTo>
                    <a:pt x="6526" y="1158441"/>
                  </a:lnTo>
                  <a:lnTo>
                    <a:pt x="0" y="1158441"/>
                  </a:lnTo>
                  <a:lnTo>
                    <a:pt x="0" y="1219844"/>
                  </a:lnTo>
                  <a:lnTo>
                    <a:pt x="6526" y="1225591"/>
                  </a:lnTo>
                  <a:lnTo>
                    <a:pt x="18797" y="1225591"/>
                  </a:lnTo>
                  <a:lnTo>
                    <a:pt x="18797" y="1158441"/>
                  </a:lnTo>
                  <a:lnTo>
                    <a:pt x="13053" y="1152694"/>
                  </a:lnTo>
                  <a:close/>
                </a:path>
                <a:path w="19050" h="1292860">
                  <a:moveTo>
                    <a:pt x="13053" y="1276104"/>
                  </a:moveTo>
                  <a:lnTo>
                    <a:pt x="6526" y="1281852"/>
                  </a:lnTo>
                  <a:lnTo>
                    <a:pt x="0" y="1281852"/>
                  </a:lnTo>
                  <a:lnTo>
                    <a:pt x="0" y="1292764"/>
                  </a:lnTo>
                  <a:lnTo>
                    <a:pt x="18797" y="1292764"/>
                  </a:lnTo>
                  <a:lnTo>
                    <a:pt x="18797" y="1281852"/>
                  </a:lnTo>
                  <a:lnTo>
                    <a:pt x="13053" y="1276104"/>
                  </a:lnTo>
                  <a:close/>
                </a:path>
              </a:pathLst>
            </a:custGeom>
            <a:solidFill>
              <a:srgbClr val="000000"/>
            </a:solidFill>
          </p:spPr>
          <p:txBody>
            <a:bodyPr wrap="square" lIns="0" tIns="0" rIns="0" bIns="0" rtlCol="0"/>
            <a:lstStyle/>
            <a:p/>
          </p:txBody>
        </p:sp>
        <p:sp>
          <p:nvSpPr>
            <p:cNvPr id="93" name="object 93" descr=""/>
            <p:cNvSpPr/>
            <p:nvPr/>
          </p:nvSpPr>
          <p:spPr>
            <a:xfrm>
              <a:off x="7057544" y="2946329"/>
              <a:ext cx="19050" cy="1292860"/>
            </a:xfrm>
            <a:custGeom>
              <a:avLst/>
              <a:gdLst/>
              <a:ahLst/>
              <a:cxnLst/>
              <a:rect l="l" t="t" r="r" b="b"/>
              <a:pathLst>
                <a:path w="19050" h="1292860">
                  <a:moveTo>
                    <a:pt x="18797" y="10935"/>
                  </a:moveTo>
                  <a:lnTo>
                    <a:pt x="18797" y="61426"/>
                  </a:lnTo>
                  <a:lnTo>
                    <a:pt x="18797" y="67243"/>
                  </a:lnTo>
                  <a:lnTo>
                    <a:pt x="13053" y="72361"/>
                  </a:lnTo>
                  <a:lnTo>
                    <a:pt x="6526" y="72361"/>
                  </a:lnTo>
                  <a:lnTo>
                    <a:pt x="6526" y="67243"/>
                  </a:lnTo>
                  <a:lnTo>
                    <a:pt x="0" y="67243"/>
                  </a:lnTo>
                  <a:lnTo>
                    <a:pt x="0" y="61426"/>
                  </a:lnTo>
                  <a:lnTo>
                    <a:pt x="0" y="10935"/>
                  </a:lnTo>
                  <a:lnTo>
                    <a:pt x="0" y="5118"/>
                  </a:lnTo>
                  <a:lnTo>
                    <a:pt x="6526" y="5118"/>
                  </a:lnTo>
                  <a:lnTo>
                    <a:pt x="13053" y="0"/>
                  </a:lnTo>
                  <a:lnTo>
                    <a:pt x="18797" y="5118"/>
                  </a:lnTo>
                  <a:lnTo>
                    <a:pt x="18797" y="10935"/>
                  </a:lnTo>
                  <a:close/>
                </a:path>
                <a:path w="19050" h="1292860">
                  <a:moveTo>
                    <a:pt x="18797" y="134253"/>
                  </a:moveTo>
                  <a:lnTo>
                    <a:pt x="18797" y="139372"/>
                  </a:lnTo>
                  <a:lnTo>
                    <a:pt x="13053" y="139372"/>
                  </a:lnTo>
                  <a:lnTo>
                    <a:pt x="6526" y="139372"/>
                  </a:lnTo>
                  <a:lnTo>
                    <a:pt x="0" y="134253"/>
                  </a:lnTo>
                  <a:lnTo>
                    <a:pt x="0" y="128669"/>
                  </a:lnTo>
                  <a:lnTo>
                    <a:pt x="6526" y="128669"/>
                  </a:lnTo>
                  <a:lnTo>
                    <a:pt x="13053" y="122852"/>
                  </a:lnTo>
                  <a:lnTo>
                    <a:pt x="18797" y="128669"/>
                  </a:lnTo>
                  <a:lnTo>
                    <a:pt x="18797" y="134253"/>
                  </a:lnTo>
                  <a:close/>
                </a:path>
                <a:path w="19050" h="1292860">
                  <a:moveTo>
                    <a:pt x="18797" y="201496"/>
                  </a:moveTo>
                  <a:lnTo>
                    <a:pt x="18797" y="257105"/>
                  </a:lnTo>
                  <a:lnTo>
                    <a:pt x="18797" y="262922"/>
                  </a:lnTo>
                  <a:lnTo>
                    <a:pt x="13053" y="262922"/>
                  </a:lnTo>
                  <a:lnTo>
                    <a:pt x="6526" y="262922"/>
                  </a:lnTo>
                  <a:lnTo>
                    <a:pt x="0" y="257105"/>
                  </a:lnTo>
                  <a:lnTo>
                    <a:pt x="0" y="201496"/>
                  </a:lnTo>
                  <a:lnTo>
                    <a:pt x="6526" y="195679"/>
                  </a:lnTo>
                  <a:lnTo>
                    <a:pt x="13053" y="195679"/>
                  </a:lnTo>
                  <a:lnTo>
                    <a:pt x="18797" y="195679"/>
                  </a:lnTo>
                  <a:lnTo>
                    <a:pt x="18797" y="201496"/>
                  </a:lnTo>
                  <a:close/>
                </a:path>
                <a:path w="19050" h="1292860">
                  <a:moveTo>
                    <a:pt x="18797" y="324348"/>
                  </a:moveTo>
                  <a:lnTo>
                    <a:pt x="18797" y="330165"/>
                  </a:lnTo>
                  <a:lnTo>
                    <a:pt x="13053" y="330165"/>
                  </a:lnTo>
                  <a:lnTo>
                    <a:pt x="13053" y="335749"/>
                  </a:lnTo>
                  <a:lnTo>
                    <a:pt x="6526" y="330165"/>
                  </a:lnTo>
                  <a:lnTo>
                    <a:pt x="0" y="330165"/>
                  </a:lnTo>
                  <a:lnTo>
                    <a:pt x="0" y="324348"/>
                  </a:lnTo>
                  <a:lnTo>
                    <a:pt x="0" y="318531"/>
                  </a:lnTo>
                  <a:lnTo>
                    <a:pt x="6526" y="318531"/>
                  </a:lnTo>
                  <a:lnTo>
                    <a:pt x="13053" y="313412"/>
                  </a:lnTo>
                  <a:lnTo>
                    <a:pt x="18797" y="318531"/>
                  </a:lnTo>
                  <a:lnTo>
                    <a:pt x="18797" y="324348"/>
                  </a:lnTo>
                  <a:close/>
                </a:path>
                <a:path w="19050" h="1292860">
                  <a:moveTo>
                    <a:pt x="18797" y="397175"/>
                  </a:moveTo>
                  <a:lnTo>
                    <a:pt x="18797" y="447666"/>
                  </a:lnTo>
                  <a:lnTo>
                    <a:pt x="18797" y="453017"/>
                  </a:lnTo>
                  <a:lnTo>
                    <a:pt x="13053" y="453017"/>
                  </a:lnTo>
                  <a:lnTo>
                    <a:pt x="6526" y="453017"/>
                  </a:lnTo>
                  <a:lnTo>
                    <a:pt x="0" y="453017"/>
                  </a:lnTo>
                  <a:lnTo>
                    <a:pt x="0" y="447666"/>
                  </a:lnTo>
                  <a:lnTo>
                    <a:pt x="0" y="397175"/>
                  </a:lnTo>
                  <a:lnTo>
                    <a:pt x="0" y="391591"/>
                  </a:lnTo>
                  <a:lnTo>
                    <a:pt x="6526" y="385774"/>
                  </a:lnTo>
                  <a:lnTo>
                    <a:pt x="13053" y="385774"/>
                  </a:lnTo>
                  <a:lnTo>
                    <a:pt x="18797" y="385774"/>
                  </a:lnTo>
                  <a:lnTo>
                    <a:pt x="18797" y="397175"/>
                  </a:lnTo>
                  <a:close/>
                </a:path>
                <a:path w="19050" h="1292860">
                  <a:moveTo>
                    <a:pt x="18797" y="514909"/>
                  </a:moveTo>
                  <a:lnTo>
                    <a:pt x="18797" y="525821"/>
                  </a:lnTo>
                  <a:lnTo>
                    <a:pt x="13053" y="525821"/>
                  </a:lnTo>
                  <a:lnTo>
                    <a:pt x="6526" y="525821"/>
                  </a:lnTo>
                  <a:lnTo>
                    <a:pt x="0" y="520074"/>
                  </a:lnTo>
                  <a:lnTo>
                    <a:pt x="0" y="514909"/>
                  </a:lnTo>
                  <a:lnTo>
                    <a:pt x="6526" y="509185"/>
                  </a:lnTo>
                  <a:lnTo>
                    <a:pt x="13053" y="509185"/>
                  </a:lnTo>
                  <a:lnTo>
                    <a:pt x="18797" y="509185"/>
                  </a:lnTo>
                  <a:lnTo>
                    <a:pt x="18797" y="514909"/>
                  </a:lnTo>
                  <a:close/>
                </a:path>
                <a:path w="19050" h="1292860">
                  <a:moveTo>
                    <a:pt x="18797" y="587829"/>
                  </a:moveTo>
                  <a:lnTo>
                    <a:pt x="18797" y="637761"/>
                  </a:lnTo>
                  <a:lnTo>
                    <a:pt x="18797" y="643508"/>
                  </a:lnTo>
                  <a:lnTo>
                    <a:pt x="13053" y="649255"/>
                  </a:lnTo>
                  <a:lnTo>
                    <a:pt x="6526" y="649255"/>
                  </a:lnTo>
                  <a:lnTo>
                    <a:pt x="6526" y="643508"/>
                  </a:lnTo>
                  <a:lnTo>
                    <a:pt x="0" y="643508"/>
                  </a:lnTo>
                  <a:lnTo>
                    <a:pt x="0" y="637761"/>
                  </a:lnTo>
                  <a:lnTo>
                    <a:pt x="0" y="587829"/>
                  </a:lnTo>
                  <a:lnTo>
                    <a:pt x="0" y="582082"/>
                  </a:lnTo>
                  <a:lnTo>
                    <a:pt x="6526" y="582082"/>
                  </a:lnTo>
                  <a:lnTo>
                    <a:pt x="13053" y="576335"/>
                  </a:lnTo>
                  <a:lnTo>
                    <a:pt x="18797" y="582082"/>
                  </a:lnTo>
                  <a:lnTo>
                    <a:pt x="18797" y="587829"/>
                  </a:lnTo>
                  <a:close/>
                </a:path>
                <a:path w="19050" h="1292860">
                  <a:moveTo>
                    <a:pt x="18797" y="710658"/>
                  </a:moveTo>
                  <a:lnTo>
                    <a:pt x="18797" y="716405"/>
                  </a:lnTo>
                  <a:lnTo>
                    <a:pt x="13053" y="716405"/>
                  </a:lnTo>
                  <a:lnTo>
                    <a:pt x="6526" y="716405"/>
                  </a:lnTo>
                  <a:lnTo>
                    <a:pt x="0" y="710658"/>
                  </a:lnTo>
                  <a:lnTo>
                    <a:pt x="0" y="704934"/>
                  </a:lnTo>
                  <a:lnTo>
                    <a:pt x="6526" y="704934"/>
                  </a:lnTo>
                  <a:lnTo>
                    <a:pt x="13053" y="699769"/>
                  </a:lnTo>
                  <a:lnTo>
                    <a:pt x="18797" y="704934"/>
                  </a:lnTo>
                  <a:lnTo>
                    <a:pt x="18797" y="710658"/>
                  </a:lnTo>
                  <a:close/>
                </a:path>
                <a:path w="19050" h="1292860">
                  <a:moveTo>
                    <a:pt x="18797" y="777831"/>
                  </a:moveTo>
                  <a:lnTo>
                    <a:pt x="18797" y="834092"/>
                  </a:lnTo>
                  <a:lnTo>
                    <a:pt x="18797" y="839258"/>
                  </a:lnTo>
                  <a:lnTo>
                    <a:pt x="13053" y="839258"/>
                  </a:lnTo>
                  <a:lnTo>
                    <a:pt x="6526" y="839258"/>
                  </a:lnTo>
                  <a:lnTo>
                    <a:pt x="0" y="834092"/>
                  </a:lnTo>
                  <a:lnTo>
                    <a:pt x="0" y="777831"/>
                  </a:lnTo>
                  <a:lnTo>
                    <a:pt x="6526" y="772084"/>
                  </a:lnTo>
                  <a:lnTo>
                    <a:pt x="13053" y="772084"/>
                  </a:lnTo>
                  <a:lnTo>
                    <a:pt x="18797" y="772084"/>
                  </a:lnTo>
                  <a:lnTo>
                    <a:pt x="18797" y="777831"/>
                  </a:lnTo>
                  <a:close/>
                </a:path>
                <a:path w="19050" h="1292860">
                  <a:moveTo>
                    <a:pt x="18797" y="901242"/>
                  </a:moveTo>
                  <a:lnTo>
                    <a:pt x="18797" y="906431"/>
                  </a:lnTo>
                  <a:lnTo>
                    <a:pt x="13053" y="912155"/>
                  </a:lnTo>
                  <a:lnTo>
                    <a:pt x="6526" y="912155"/>
                  </a:lnTo>
                  <a:lnTo>
                    <a:pt x="6526" y="906431"/>
                  </a:lnTo>
                  <a:lnTo>
                    <a:pt x="0" y="906431"/>
                  </a:lnTo>
                  <a:lnTo>
                    <a:pt x="0" y="901242"/>
                  </a:lnTo>
                  <a:lnTo>
                    <a:pt x="6526" y="895518"/>
                  </a:lnTo>
                  <a:lnTo>
                    <a:pt x="13053" y="895518"/>
                  </a:lnTo>
                  <a:lnTo>
                    <a:pt x="18797" y="895518"/>
                  </a:lnTo>
                  <a:lnTo>
                    <a:pt x="18797" y="901242"/>
                  </a:lnTo>
                  <a:close/>
                </a:path>
                <a:path w="19050" h="1292860">
                  <a:moveTo>
                    <a:pt x="18797" y="973581"/>
                  </a:moveTo>
                  <a:lnTo>
                    <a:pt x="18797" y="1024094"/>
                  </a:lnTo>
                  <a:lnTo>
                    <a:pt x="18797" y="1029841"/>
                  </a:lnTo>
                  <a:lnTo>
                    <a:pt x="13053" y="1029841"/>
                  </a:lnTo>
                  <a:lnTo>
                    <a:pt x="13053" y="1035589"/>
                  </a:lnTo>
                  <a:lnTo>
                    <a:pt x="6526" y="1029841"/>
                  </a:lnTo>
                  <a:lnTo>
                    <a:pt x="0" y="1029841"/>
                  </a:lnTo>
                  <a:lnTo>
                    <a:pt x="0" y="1024094"/>
                  </a:lnTo>
                  <a:lnTo>
                    <a:pt x="0" y="973581"/>
                  </a:lnTo>
                  <a:lnTo>
                    <a:pt x="0" y="968415"/>
                  </a:lnTo>
                  <a:lnTo>
                    <a:pt x="6526" y="968415"/>
                  </a:lnTo>
                  <a:lnTo>
                    <a:pt x="13053" y="962668"/>
                  </a:lnTo>
                  <a:lnTo>
                    <a:pt x="18797" y="968415"/>
                  </a:lnTo>
                  <a:lnTo>
                    <a:pt x="18797" y="973581"/>
                  </a:lnTo>
                  <a:close/>
                </a:path>
                <a:path w="19050" h="1292860">
                  <a:moveTo>
                    <a:pt x="18797" y="1097015"/>
                  </a:moveTo>
                  <a:lnTo>
                    <a:pt x="18797" y="1102739"/>
                  </a:lnTo>
                  <a:lnTo>
                    <a:pt x="13053" y="1102739"/>
                  </a:lnTo>
                  <a:lnTo>
                    <a:pt x="6526" y="1102739"/>
                  </a:lnTo>
                  <a:lnTo>
                    <a:pt x="0" y="1097015"/>
                  </a:lnTo>
                  <a:lnTo>
                    <a:pt x="0" y="1091268"/>
                  </a:lnTo>
                  <a:lnTo>
                    <a:pt x="6526" y="1085521"/>
                  </a:lnTo>
                  <a:lnTo>
                    <a:pt x="13053" y="1085521"/>
                  </a:lnTo>
                  <a:lnTo>
                    <a:pt x="18797" y="1085521"/>
                  </a:lnTo>
                  <a:lnTo>
                    <a:pt x="18797" y="1097015"/>
                  </a:lnTo>
                  <a:close/>
                </a:path>
                <a:path w="19050" h="1292860">
                  <a:moveTo>
                    <a:pt x="18797" y="1164165"/>
                  </a:moveTo>
                  <a:lnTo>
                    <a:pt x="18797" y="1214678"/>
                  </a:lnTo>
                  <a:lnTo>
                    <a:pt x="18797" y="1225591"/>
                  </a:lnTo>
                  <a:lnTo>
                    <a:pt x="13053" y="1225591"/>
                  </a:lnTo>
                  <a:lnTo>
                    <a:pt x="6526" y="1225591"/>
                  </a:lnTo>
                  <a:lnTo>
                    <a:pt x="0" y="1219844"/>
                  </a:lnTo>
                  <a:lnTo>
                    <a:pt x="0" y="1214678"/>
                  </a:lnTo>
                  <a:lnTo>
                    <a:pt x="0" y="1164165"/>
                  </a:lnTo>
                  <a:lnTo>
                    <a:pt x="0" y="1158441"/>
                  </a:lnTo>
                  <a:lnTo>
                    <a:pt x="6526" y="1158441"/>
                  </a:lnTo>
                  <a:lnTo>
                    <a:pt x="13053" y="1152694"/>
                  </a:lnTo>
                  <a:lnTo>
                    <a:pt x="18797" y="1158441"/>
                  </a:lnTo>
                  <a:lnTo>
                    <a:pt x="18797" y="1164165"/>
                  </a:lnTo>
                  <a:close/>
                </a:path>
                <a:path w="19050" h="1292860">
                  <a:moveTo>
                    <a:pt x="18797" y="1287017"/>
                  </a:moveTo>
                  <a:lnTo>
                    <a:pt x="18797" y="1292764"/>
                  </a:lnTo>
                  <a:lnTo>
                    <a:pt x="13053" y="1292764"/>
                  </a:lnTo>
                  <a:lnTo>
                    <a:pt x="6526" y="1292764"/>
                  </a:lnTo>
                  <a:lnTo>
                    <a:pt x="0" y="1292764"/>
                  </a:lnTo>
                  <a:lnTo>
                    <a:pt x="0" y="1287017"/>
                  </a:lnTo>
                  <a:lnTo>
                    <a:pt x="0" y="1281852"/>
                  </a:lnTo>
                  <a:lnTo>
                    <a:pt x="6526" y="1281852"/>
                  </a:lnTo>
                  <a:lnTo>
                    <a:pt x="13053" y="1276105"/>
                  </a:lnTo>
                  <a:lnTo>
                    <a:pt x="18797" y="1281852"/>
                  </a:lnTo>
                  <a:lnTo>
                    <a:pt x="18797" y="1287017"/>
                  </a:lnTo>
                  <a:close/>
                </a:path>
              </a:pathLst>
            </a:custGeom>
            <a:ln w="6115">
              <a:solidFill>
                <a:srgbClr val="000000"/>
              </a:solidFill>
            </a:ln>
          </p:spPr>
          <p:txBody>
            <a:bodyPr wrap="square" lIns="0" tIns="0" rIns="0" bIns="0" rtlCol="0"/>
            <a:lstStyle/>
            <a:p/>
          </p:txBody>
        </p:sp>
        <p:sp>
          <p:nvSpPr>
            <p:cNvPr id="94" name="object 94" descr=""/>
            <p:cNvSpPr/>
            <p:nvPr/>
          </p:nvSpPr>
          <p:spPr>
            <a:xfrm>
              <a:off x="7509723" y="3819464"/>
              <a:ext cx="19050" cy="448309"/>
            </a:xfrm>
            <a:custGeom>
              <a:avLst/>
              <a:gdLst/>
              <a:ahLst/>
              <a:cxnLst/>
              <a:rect l="l" t="t" r="r" b="b"/>
              <a:pathLst>
                <a:path w="19050" h="448310">
                  <a:moveTo>
                    <a:pt x="5743" y="0"/>
                  </a:moveTo>
                  <a:lnTo>
                    <a:pt x="0" y="5723"/>
                  </a:lnTo>
                  <a:lnTo>
                    <a:pt x="0" y="72897"/>
                  </a:lnTo>
                  <a:lnTo>
                    <a:pt x="18536" y="72897"/>
                  </a:lnTo>
                  <a:lnTo>
                    <a:pt x="18536" y="5723"/>
                  </a:lnTo>
                  <a:lnTo>
                    <a:pt x="5743" y="0"/>
                  </a:lnTo>
                  <a:close/>
                </a:path>
                <a:path w="19050" h="448310">
                  <a:moveTo>
                    <a:pt x="5743" y="122829"/>
                  </a:moveTo>
                  <a:lnTo>
                    <a:pt x="0" y="128576"/>
                  </a:lnTo>
                  <a:lnTo>
                    <a:pt x="0" y="140070"/>
                  </a:lnTo>
                  <a:lnTo>
                    <a:pt x="18536" y="140070"/>
                  </a:lnTo>
                  <a:lnTo>
                    <a:pt x="18536" y="128576"/>
                  </a:lnTo>
                  <a:lnTo>
                    <a:pt x="5743" y="122829"/>
                  </a:lnTo>
                  <a:close/>
                </a:path>
                <a:path w="19050" h="448310">
                  <a:moveTo>
                    <a:pt x="18536" y="195749"/>
                  </a:moveTo>
                  <a:lnTo>
                    <a:pt x="0" y="195749"/>
                  </a:lnTo>
                  <a:lnTo>
                    <a:pt x="0" y="262899"/>
                  </a:lnTo>
                  <a:lnTo>
                    <a:pt x="18536" y="262899"/>
                  </a:lnTo>
                  <a:lnTo>
                    <a:pt x="18536" y="195749"/>
                  </a:lnTo>
                  <a:close/>
                </a:path>
                <a:path w="19050" h="448310">
                  <a:moveTo>
                    <a:pt x="18536" y="319160"/>
                  </a:moveTo>
                  <a:lnTo>
                    <a:pt x="0" y="319160"/>
                  </a:lnTo>
                  <a:lnTo>
                    <a:pt x="0" y="330072"/>
                  </a:lnTo>
                  <a:lnTo>
                    <a:pt x="5743" y="335819"/>
                  </a:lnTo>
                  <a:lnTo>
                    <a:pt x="12270" y="335819"/>
                  </a:lnTo>
                  <a:lnTo>
                    <a:pt x="18536" y="330072"/>
                  </a:lnTo>
                  <a:lnTo>
                    <a:pt x="18536" y="319160"/>
                  </a:lnTo>
                  <a:close/>
                </a:path>
                <a:path w="19050" h="448310">
                  <a:moveTo>
                    <a:pt x="5743" y="386333"/>
                  </a:moveTo>
                  <a:lnTo>
                    <a:pt x="0" y="391498"/>
                  </a:lnTo>
                  <a:lnTo>
                    <a:pt x="0" y="447759"/>
                  </a:lnTo>
                  <a:lnTo>
                    <a:pt x="18536" y="447759"/>
                  </a:lnTo>
                  <a:lnTo>
                    <a:pt x="18536" y="391498"/>
                  </a:lnTo>
                  <a:lnTo>
                    <a:pt x="5743" y="386333"/>
                  </a:lnTo>
                  <a:close/>
                </a:path>
              </a:pathLst>
            </a:custGeom>
            <a:solidFill>
              <a:srgbClr val="000000"/>
            </a:solidFill>
          </p:spPr>
          <p:txBody>
            <a:bodyPr wrap="square" lIns="0" tIns="0" rIns="0" bIns="0" rtlCol="0"/>
            <a:lstStyle/>
            <a:p/>
          </p:txBody>
        </p:sp>
        <p:sp>
          <p:nvSpPr>
            <p:cNvPr id="95" name="object 95" descr=""/>
            <p:cNvSpPr/>
            <p:nvPr/>
          </p:nvSpPr>
          <p:spPr>
            <a:xfrm>
              <a:off x="7509723" y="3819464"/>
              <a:ext cx="19050" cy="448309"/>
            </a:xfrm>
            <a:custGeom>
              <a:avLst/>
              <a:gdLst/>
              <a:ahLst/>
              <a:cxnLst/>
              <a:rect l="l" t="t" r="r" b="b"/>
              <a:pathLst>
                <a:path w="19050" h="448310">
                  <a:moveTo>
                    <a:pt x="18536" y="10889"/>
                  </a:moveTo>
                  <a:lnTo>
                    <a:pt x="18536" y="61402"/>
                  </a:lnTo>
                  <a:lnTo>
                    <a:pt x="18536" y="67149"/>
                  </a:lnTo>
                  <a:lnTo>
                    <a:pt x="18536" y="72897"/>
                  </a:lnTo>
                  <a:lnTo>
                    <a:pt x="12270" y="72897"/>
                  </a:lnTo>
                  <a:lnTo>
                    <a:pt x="5743" y="72897"/>
                  </a:lnTo>
                  <a:lnTo>
                    <a:pt x="0" y="72897"/>
                  </a:lnTo>
                  <a:lnTo>
                    <a:pt x="0" y="61402"/>
                  </a:lnTo>
                  <a:lnTo>
                    <a:pt x="0" y="10889"/>
                  </a:lnTo>
                  <a:lnTo>
                    <a:pt x="0" y="5723"/>
                  </a:lnTo>
                  <a:lnTo>
                    <a:pt x="5743" y="0"/>
                  </a:lnTo>
                  <a:lnTo>
                    <a:pt x="18536" y="5723"/>
                  </a:lnTo>
                  <a:lnTo>
                    <a:pt x="18536" y="10889"/>
                  </a:lnTo>
                  <a:close/>
                </a:path>
                <a:path w="19050" h="448310">
                  <a:moveTo>
                    <a:pt x="18536" y="134323"/>
                  </a:moveTo>
                  <a:lnTo>
                    <a:pt x="18536" y="140070"/>
                  </a:lnTo>
                  <a:lnTo>
                    <a:pt x="12270" y="140070"/>
                  </a:lnTo>
                  <a:lnTo>
                    <a:pt x="5743" y="140070"/>
                  </a:lnTo>
                  <a:lnTo>
                    <a:pt x="0" y="140070"/>
                  </a:lnTo>
                  <a:lnTo>
                    <a:pt x="0" y="134323"/>
                  </a:lnTo>
                  <a:lnTo>
                    <a:pt x="0" y="128576"/>
                  </a:lnTo>
                  <a:lnTo>
                    <a:pt x="5743" y="122829"/>
                  </a:lnTo>
                  <a:lnTo>
                    <a:pt x="18536" y="128576"/>
                  </a:lnTo>
                  <a:lnTo>
                    <a:pt x="18536" y="134323"/>
                  </a:lnTo>
                  <a:close/>
                </a:path>
                <a:path w="19050" h="448310">
                  <a:moveTo>
                    <a:pt x="18536" y="201473"/>
                  </a:moveTo>
                  <a:lnTo>
                    <a:pt x="18536" y="257175"/>
                  </a:lnTo>
                  <a:lnTo>
                    <a:pt x="18536" y="262899"/>
                  </a:lnTo>
                  <a:lnTo>
                    <a:pt x="12270" y="262899"/>
                  </a:lnTo>
                  <a:lnTo>
                    <a:pt x="5743" y="262899"/>
                  </a:lnTo>
                  <a:lnTo>
                    <a:pt x="0" y="262899"/>
                  </a:lnTo>
                  <a:lnTo>
                    <a:pt x="0" y="257175"/>
                  </a:lnTo>
                  <a:lnTo>
                    <a:pt x="0" y="201473"/>
                  </a:lnTo>
                  <a:lnTo>
                    <a:pt x="0" y="195749"/>
                  </a:lnTo>
                  <a:lnTo>
                    <a:pt x="5743" y="195749"/>
                  </a:lnTo>
                  <a:lnTo>
                    <a:pt x="18536" y="195749"/>
                  </a:lnTo>
                  <a:lnTo>
                    <a:pt x="18536" y="201473"/>
                  </a:lnTo>
                  <a:close/>
                </a:path>
                <a:path w="19050" h="448310">
                  <a:moveTo>
                    <a:pt x="18536" y="324325"/>
                  </a:moveTo>
                  <a:lnTo>
                    <a:pt x="18536" y="330072"/>
                  </a:lnTo>
                  <a:lnTo>
                    <a:pt x="12270" y="335819"/>
                  </a:lnTo>
                  <a:lnTo>
                    <a:pt x="5743" y="335819"/>
                  </a:lnTo>
                  <a:lnTo>
                    <a:pt x="0" y="330072"/>
                  </a:lnTo>
                  <a:lnTo>
                    <a:pt x="0" y="324325"/>
                  </a:lnTo>
                  <a:lnTo>
                    <a:pt x="0" y="319160"/>
                  </a:lnTo>
                  <a:lnTo>
                    <a:pt x="5743" y="319160"/>
                  </a:lnTo>
                  <a:lnTo>
                    <a:pt x="18536" y="319160"/>
                  </a:lnTo>
                  <a:lnTo>
                    <a:pt x="18536" y="324325"/>
                  </a:lnTo>
                  <a:close/>
                </a:path>
                <a:path w="19050" h="448310">
                  <a:moveTo>
                    <a:pt x="18536" y="397245"/>
                  </a:moveTo>
                  <a:lnTo>
                    <a:pt x="18536" y="436265"/>
                  </a:lnTo>
                  <a:lnTo>
                    <a:pt x="18536" y="442012"/>
                  </a:lnTo>
                  <a:lnTo>
                    <a:pt x="18536" y="447759"/>
                  </a:lnTo>
                  <a:lnTo>
                    <a:pt x="5743" y="447759"/>
                  </a:lnTo>
                  <a:lnTo>
                    <a:pt x="0" y="447759"/>
                  </a:lnTo>
                  <a:lnTo>
                    <a:pt x="0" y="436265"/>
                  </a:lnTo>
                  <a:lnTo>
                    <a:pt x="0" y="397245"/>
                  </a:lnTo>
                  <a:lnTo>
                    <a:pt x="0" y="391498"/>
                  </a:lnTo>
                  <a:lnTo>
                    <a:pt x="5743" y="386333"/>
                  </a:lnTo>
                  <a:lnTo>
                    <a:pt x="18536" y="391498"/>
                  </a:lnTo>
                  <a:lnTo>
                    <a:pt x="18536" y="397245"/>
                  </a:lnTo>
                  <a:close/>
                </a:path>
              </a:pathLst>
            </a:custGeom>
            <a:ln w="6115">
              <a:solidFill>
                <a:srgbClr val="000000"/>
              </a:solidFill>
            </a:ln>
          </p:spPr>
          <p:txBody>
            <a:bodyPr wrap="square" lIns="0" tIns="0" rIns="0" bIns="0" rtlCol="0"/>
            <a:lstStyle/>
            <a:p/>
          </p:txBody>
        </p:sp>
        <p:sp>
          <p:nvSpPr>
            <p:cNvPr id="96" name="object 96" descr=""/>
            <p:cNvSpPr/>
            <p:nvPr/>
          </p:nvSpPr>
          <p:spPr>
            <a:xfrm>
              <a:off x="7942322" y="3819464"/>
              <a:ext cx="19050" cy="839469"/>
            </a:xfrm>
            <a:custGeom>
              <a:avLst/>
              <a:gdLst/>
              <a:ahLst/>
              <a:cxnLst/>
              <a:rect l="l" t="t" r="r" b="b"/>
              <a:pathLst>
                <a:path w="19050" h="839470">
                  <a:moveTo>
                    <a:pt x="6526" y="0"/>
                  </a:moveTo>
                  <a:lnTo>
                    <a:pt x="0" y="5723"/>
                  </a:lnTo>
                  <a:lnTo>
                    <a:pt x="0" y="72897"/>
                  </a:lnTo>
                  <a:lnTo>
                    <a:pt x="12792" y="72897"/>
                  </a:lnTo>
                  <a:lnTo>
                    <a:pt x="18797" y="61402"/>
                  </a:lnTo>
                  <a:lnTo>
                    <a:pt x="18797" y="10889"/>
                  </a:lnTo>
                  <a:lnTo>
                    <a:pt x="12792" y="5723"/>
                  </a:lnTo>
                  <a:lnTo>
                    <a:pt x="6526" y="0"/>
                  </a:lnTo>
                  <a:close/>
                </a:path>
                <a:path w="19050" h="839470">
                  <a:moveTo>
                    <a:pt x="6526" y="122829"/>
                  </a:moveTo>
                  <a:lnTo>
                    <a:pt x="0" y="128576"/>
                  </a:lnTo>
                  <a:lnTo>
                    <a:pt x="0" y="140070"/>
                  </a:lnTo>
                  <a:lnTo>
                    <a:pt x="12792" y="140070"/>
                  </a:lnTo>
                  <a:lnTo>
                    <a:pt x="18797" y="134323"/>
                  </a:lnTo>
                  <a:lnTo>
                    <a:pt x="12792" y="128576"/>
                  </a:lnTo>
                  <a:lnTo>
                    <a:pt x="6526" y="122829"/>
                  </a:lnTo>
                  <a:close/>
                </a:path>
                <a:path w="19050" h="839470">
                  <a:moveTo>
                    <a:pt x="12792" y="195749"/>
                  </a:moveTo>
                  <a:lnTo>
                    <a:pt x="0" y="195749"/>
                  </a:lnTo>
                  <a:lnTo>
                    <a:pt x="0" y="262899"/>
                  </a:lnTo>
                  <a:lnTo>
                    <a:pt x="12792" y="262899"/>
                  </a:lnTo>
                  <a:lnTo>
                    <a:pt x="18797" y="257175"/>
                  </a:lnTo>
                  <a:lnTo>
                    <a:pt x="18797" y="201473"/>
                  </a:lnTo>
                  <a:lnTo>
                    <a:pt x="12792" y="195749"/>
                  </a:lnTo>
                  <a:close/>
                </a:path>
                <a:path w="19050" h="839470">
                  <a:moveTo>
                    <a:pt x="12792" y="319160"/>
                  </a:moveTo>
                  <a:lnTo>
                    <a:pt x="0" y="319160"/>
                  </a:lnTo>
                  <a:lnTo>
                    <a:pt x="0" y="330072"/>
                  </a:lnTo>
                  <a:lnTo>
                    <a:pt x="6526" y="335819"/>
                  </a:lnTo>
                  <a:lnTo>
                    <a:pt x="12792" y="335819"/>
                  </a:lnTo>
                  <a:lnTo>
                    <a:pt x="12792" y="330072"/>
                  </a:lnTo>
                  <a:lnTo>
                    <a:pt x="18797" y="324325"/>
                  </a:lnTo>
                  <a:lnTo>
                    <a:pt x="12792" y="319160"/>
                  </a:lnTo>
                  <a:close/>
                </a:path>
                <a:path w="19050" h="839470">
                  <a:moveTo>
                    <a:pt x="6526" y="386333"/>
                  </a:moveTo>
                  <a:lnTo>
                    <a:pt x="0" y="391498"/>
                  </a:lnTo>
                  <a:lnTo>
                    <a:pt x="0" y="453483"/>
                  </a:lnTo>
                  <a:lnTo>
                    <a:pt x="6526" y="458648"/>
                  </a:lnTo>
                  <a:lnTo>
                    <a:pt x="12792" y="458648"/>
                  </a:lnTo>
                  <a:lnTo>
                    <a:pt x="12792" y="453483"/>
                  </a:lnTo>
                  <a:lnTo>
                    <a:pt x="18797" y="447759"/>
                  </a:lnTo>
                  <a:lnTo>
                    <a:pt x="18797" y="397245"/>
                  </a:lnTo>
                  <a:lnTo>
                    <a:pt x="12792" y="391498"/>
                  </a:lnTo>
                  <a:lnTo>
                    <a:pt x="6526" y="386333"/>
                  </a:lnTo>
                  <a:close/>
                </a:path>
                <a:path w="19050" h="839470">
                  <a:moveTo>
                    <a:pt x="6526" y="509185"/>
                  </a:moveTo>
                  <a:lnTo>
                    <a:pt x="0" y="514909"/>
                  </a:lnTo>
                  <a:lnTo>
                    <a:pt x="0" y="525821"/>
                  </a:lnTo>
                  <a:lnTo>
                    <a:pt x="12792" y="525821"/>
                  </a:lnTo>
                  <a:lnTo>
                    <a:pt x="18797" y="520656"/>
                  </a:lnTo>
                  <a:lnTo>
                    <a:pt x="12792" y="514909"/>
                  </a:lnTo>
                  <a:lnTo>
                    <a:pt x="6526" y="509185"/>
                  </a:lnTo>
                  <a:close/>
                </a:path>
                <a:path w="19050" h="839470">
                  <a:moveTo>
                    <a:pt x="12792" y="582082"/>
                  </a:moveTo>
                  <a:lnTo>
                    <a:pt x="0" y="582082"/>
                  </a:lnTo>
                  <a:lnTo>
                    <a:pt x="0" y="649255"/>
                  </a:lnTo>
                  <a:lnTo>
                    <a:pt x="12792" y="649255"/>
                  </a:lnTo>
                  <a:lnTo>
                    <a:pt x="18797" y="643508"/>
                  </a:lnTo>
                  <a:lnTo>
                    <a:pt x="18797" y="587829"/>
                  </a:lnTo>
                  <a:lnTo>
                    <a:pt x="12792" y="582082"/>
                  </a:lnTo>
                  <a:close/>
                </a:path>
                <a:path w="19050" h="839470">
                  <a:moveTo>
                    <a:pt x="6526" y="699769"/>
                  </a:moveTo>
                  <a:lnTo>
                    <a:pt x="0" y="704934"/>
                  </a:lnTo>
                  <a:lnTo>
                    <a:pt x="0" y="716405"/>
                  </a:lnTo>
                  <a:lnTo>
                    <a:pt x="6526" y="716405"/>
                  </a:lnTo>
                  <a:lnTo>
                    <a:pt x="6526" y="722152"/>
                  </a:lnTo>
                  <a:lnTo>
                    <a:pt x="12792" y="716405"/>
                  </a:lnTo>
                  <a:lnTo>
                    <a:pt x="18797" y="710658"/>
                  </a:lnTo>
                  <a:lnTo>
                    <a:pt x="12792" y="704934"/>
                  </a:lnTo>
                  <a:lnTo>
                    <a:pt x="6526" y="699769"/>
                  </a:lnTo>
                  <a:close/>
                </a:path>
                <a:path w="19050" h="839470">
                  <a:moveTo>
                    <a:pt x="12792" y="772084"/>
                  </a:moveTo>
                  <a:lnTo>
                    <a:pt x="0" y="772084"/>
                  </a:lnTo>
                  <a:lnTo>
                    <a:pt x="0" y="839258"/>
                  </a:lnTo>
                  <a:lnTo>
                    <a:pt x="12792" y="839258"/>
                  </a:lnTo>
                  <a:lnTo>
                    <a:pt x="18797" y="834092"/>
                  </a:lnTo>
                  <a:lnTo>
                    <a:pt x="18797" y="783578"/>
                  </a:lnTo>
                  <a:lnTo>
                    <a:pt x="12792" y="772084"/>
                  </a:lnTo>
                  <a:close/>
                </a:path>
              </a:pathLst>
            </a:custGeom>
            <a:solidFill>
              <a:srgbClr val="000000"/>
            </a:solidFill>
          </p:spPr>
          <p:txBody>
            <a:bodyPr wrap="square" lIns="0" tIns="0" rIns="0" bIns="0" rtlCol="0"/>
            <a:lstStyle/>
            <a:p/>
          </p:txBody>
        </p:sp>
        <p:sp>
          <p:nvSpPr>
            <p:cNvPr id="97" name="object 97" descr=""/>
            <p:cNvSpPr/>
            <p:nvPr/>
          </p:nvSpPr>
          <p:spPr>
            <a:xfrm>
              <a:off x="7942322" y="3819464"/>
              <a:ext cx="19050" cy="839469"/>
            </a:xfrm>
            <a:custGeom>
              <a:avLst/>
              <a:gdLst/>
              <a:ahLst/>
              <a:cxnLst/>
              <a:rect l="l" t="t" r="r" b="b"/>
              <a:pathLst>
                <a:path w="19050" h="839470">
                  <a:moveTo>
                    <a:pt x="18797" y="10889"/>
                  </a:moveTo>
                  <a:lnTo>
                    <a:pt x="18797" y="61402"/>
                  </a:lnTo>
                  <a:lnTo>
                    <a:pt x="12792" y="72897"/>
                  </a:lnTo>
                  <a:lnTo>
                    <a:pt x="6526" y="72897"/>
                  </a:lnTo>
                  <a:lnTo>
                    <a:pt x="0" y="72897"/>
                  </a:lnTo>
                  <a:lnTo>
                    <a:pt x="0" y="67149"/>
                  </a:lnTo>
                  <a:lnTo>
                    <a:pt x="0" y="61402"/>
                  </a:lnTo>
                  <a:lnTo>
                    <a:pt x="0" y="10889"/>
                  </a:lnTo>
                  <a:lnTo>
                    <a:pt x="0" y="5723"/>
                  </a:lnTo>
                  <a:lnTo>
                    <a:pt x="6526" y="0"/>
                  </a:lnTo>
                  <a:lnTo>
                    <a:pt x="12792" y="5723"/>
                  </a:lnTo>
                  <a:lnTo>
                    <a:pt x="18797" y="10889"/>
                  </a:lnTo>
                  <a:close/>
                </a:path>
                <a:path w="19050" h="839470">
                  <a:moveTo>
                    <a:pt x="18797" y="134323"/>
                  </a:moveTo>
                  <a:lnTo>
                    <a:pt x="12792" y="140070"/>
                  </a:lnTo>
                  <a:lnTo>
                    <a:pt x="6526" y="140070"/>
                  </a:lnTo>
                  <a:lnTo>
                    <a:pt x="0" y="140070"/>
                  </a:lnTo>
                  <a:lnTo>
                    <a:pt x="0" y="134323"/>
                  </a:lnTo>
                  <a:lnTo>
                    <a:pt x="0" y="128576"/>
                  </a:lnTo>
                  <a:lnTo>
                    <a:pt x="6526" y="122829"/>
                  </a:lnTo>
                  <a:lnTo>
                    <a:pt x="12792" y="128576"/>
                  </a:lnTo>
                  <a:lnTo>
                    <a:pt x="18797" y="134323"/>
                  </a:lnTo>
                  <a:close/>
                </a:path>
                <a:path w="19050" h="839470">
                  <a:moveTo>
                    <a:pt x="18797" y="201473"/>
                  </a:moveTo>
                  <a:lnTo>
                    <a:pt x="18797" y="257175"/>
                  </a:lnTo>
                  <a:lnTo>
                    <a:pt x="12792" y="262899"/>
                  </a:lnTo>
                  <a:lnTo>
                    <a:pt x="6526" y="262899"/>
                  </a:lnTo>
                  <a:lnTo>
                    <a:pt x="0" y="262899"/>
                  </a:lnTo>
                  <a:lnTo>
                    <a:pt x="0" y="257175"/>
                  </a:lnTo>
                  <a:lnTo>
                    <a:pt x="0" y="201473"/>
                  </a:lnTo>
                  <a:lnTo>
                    <a:pt x="0" y="195749"/>
                  </a:lnTo>
                  <a:lnTo>
                    <a:pt x="6526" y="195749"/>
                  </a:lnTo>
                  <a:lnTo>
                    <a:pt x="12792" y="195749"/>
                  </a:lnTo>
                  <a:lnTo>
                    <a:pt x="18797" y="201473"/>
                  </a:lnTo>
                  <a:close/>
                </a:path>
                <a:path w="19050" h="839470">
                  <a:moveTo>
                    <a:pt x="18797" y="324325"/>
                  </a:moveTo>
                  <a:lnTo>
                    <a:pt x="12792" y="330072"/>
                  </a:lnTo>
                  <a:lnTo>
                    <a:pt x="12792" y="335819"/>
                  </a:lnTo>
                  <a:lnTo>
                    <a:pt x="6526" y="335819"/>
                  </a:lnTo>
                  <a:lnTo>
                    <a:pt x="6526" y="335819"/>
                  </a:lnTo>
                  <a:lnTo>
                    <a:pt x="0" y="319160"/>
                  </a:lnTo>
                  <a:lnTo>
                    <a:pt x="6526" y="319160"/>
                  </a:lnTo>
                  <a:lnTo>
                    <a:pt x="12792" y="319160"/>
                  </a:lnTo>
                  <a:lnTo>
                    <a:pt x="18797" y="324325"/>
                  </a:lnTo>
                  <a:close/>
                </a:path>
                <a:path w="19050" h="839470">
                  <a:moveTo>
                    <a:pt x="18797" y="397245"/>
                  </a:moveTo>
                  <a:lnTo>
                    <a:pt x="18797" y="447759"/>
                  </a:lnTo>
                  <a:lnTo>
                    <a:pt x="12792" y="453483"/>
                  </a:lnTo>
                  <a:lnTo>
                    <a:pt x="12792" y="458648"/>
                  </a:lnTo>
                  <a:lnTo>
                    <a:pt x="6526" y="458648"/>
                  </a:lnTo>
                  <a:lnTo>
                    <a:pt x="0" y="453483"/>
                  </a:lnTo>
                  <a:lnTo>
                    <a:pt x="0" y="447759"/>
                  </a:lnTo>
                  <a:lnTo>
                    <a:pt x="0" y="397245"/>
                  </a:lnTo>
                  <a:lnTo>
                    <a:pt x="0" y="391498"/>
                  </a:lnTo>
                  <a:lnTo>
                    <a:pt x="6526" y="386333"/>
                  </a:lnTo>
                  <a:lnTo>
                    <a:pt x="12792" y="391498"/>
                  </a:lnTo>
                  <a:lnTo>
                    <a:pt x="18797" y="397245"/>
                  </a:lnTo>
                  <a:close/>
                </a:path>
                <a:path w="19050" h="839470">
                  <a:moveTo>
                    <a:pt x="18797" y="520656"/>
                  </a:moveTo>
                  <a:lnTo>
                    <a:pt x="12792" y="525821"/>
                  </a:lnTo>
                  <a:lnTo>
                    <a:pt x="6526" y="525821"/>
                  </a:lnTo>
                  <a:lnTo>
                    <a:pt x="0" y="525821"/>
                  </a:lnTo>
                  <a:lnTo>
                    <a:pt x="0" y="520656"/>
                  </a:lnTo>
                  <a:lnTo>
                    <a:pt x="0" y="514909"/>
                  </a:lnTo>
                  <a:lnTo>
                    <a:pt x="6526" y="509185"/>
                  </a:lnTo>
                  <a:lnTo>
                    <a:pt x="12792" y="514909"/>
                  </a:lnTo>
                  <a:lnTo>
                    <a:pt x="18797" y="520656"/>
                  </a:lnTo>
                  <a:close/>
                </a:path>
                <a:path w="19050" h="839470">
                  <a:moveTo>
                    <a:pt x="18797" y="587829"/>
                  </a:moveTo>
                  <a:lnTo>
                    <a:pt x="18797" y="643508"/>
                  </a:lnTo>
                  <a:lnTo>
                    <a:pt x="12792" y="649255"/>
                  </a:lnTo>
                  <a:lnTo>
                    <a:pt x="6526" y="649255"/>
                  </a:lnTo>
                  <a:lnTo>
                    <a:pt x="0" y="649255"/>
                  </a:lnTo>
                  <a:lnTo>
                    <a:pt x="0" y="643508"/>
                  </a:lnTo>
                  <a:lnTo>
                    <a:pt x="0" y="587829"/>
                  </a:lnTo>
                  <a:lnTo>
                    <a:pt x="0" y="582082"/>
                  </a:lnTo>
                  <a:lnTo>
                    <a:pt x="6526" y="582082"/>
                  </a:lnTo>
                  <a:lnTo>
                    <a:pt x="12792" y="582082"/>
                  </a:lnTo>
                  <a:lnTo>
                    <a:pt x="18797" y="587829"/>
                  </a:lnTo>
                  <a:close/>
                </a:path>
                <a:path w="19050" h="839470">
                  <a:moveTo>
                    <a:pt x="18797" y="710658"/>
                  </a:moveTo>
                  <a:lnTo>
                    <a:pt x="12792" y="716405"/>
                  </a:lnTo>
                  <a:lnTo>
                    <a:pt x="6526" y="722152"/>
                  </a:lnTo>
                  <a:lnTo>
                    <a:pt x="6526" y="716405"/>
                  </a:lnTo>
                  <a:lnTo>
                    <a:pt x="0" y="716405"/>
                  </a:lnTo>
                  <a:lnTo>
                    <a:pt x="0" y="710658"/>
                  </a:lnTo>
                  <a:lnTo>
                    <a:pt x="0" y="704934"/>
                  </a:lnTo>
                  <a:lnTo>
                    <a:pt x="6526" y="699769"/>
                  </a:lnTo>
                  <a:lnTo>
                    <a:pt x="12792" y="704934"/>
                  </a:lnTo>
                  <a:lnTo>
                    <a:pt x="18797" y="710658"/>
                  </a:lnTo>
                  <a:close/>
                </a:path>
                <a:path w="19050" h="839470">
                  <a:moveTo>
                    <a:pt x="18797" y="783578"/>
                  </a:moveTo>
                  <a:lnTo>
                    <a:pt x="18797" y="834092"/>
                  </a:lnTo>
                  <a:lnTo>
                    <a:pt x="12792" y="839258"/>
                  </a:lnTo>
                  <a:lnTo>
                    <a:pt x="6526" y="839258"/>
                  </a:lnTo>
                  <a:lnTo>
                    <a:pt x="0" y="839258"/>
                  </a:lnTo>
                  <a:lnTo>
                    <a:pt x="0" y="834092"/>
                  </a:lnTo>
                  <a:lnTo>
                    <a:pt x="0" y="783578"/>
                  </a:lnTo>
                  <a:lnTo>
                    <a:pt x="0" y="777831"/>
                  </a:lnTo>
                  <a:lnTo>
                    <a:pt x="0" y="772084"/>
                  </a:lnTo>
                  <a:lnTo>
                    <a:pt x="6526" y="772084"/>
                  </a:lnTo>
                  <a:lnTo>
                    <a:pt x="12792" y="772084"/>
                  </a:lnTo>
                  <a:lnTo>
                    <a:pt x="18797" y="783578"/>
                  </a:lnTo>
                  <a:close/>
                </a:path>
              </a:pathLst>
            </a:custGeom>
            <a:ln w="6115">
              <a:solidFill>
                <a:srgbClr val="000000"/>
              </a:solidFill>
            </a:ln>
          </p:spPr>
          <p:txBody>
            <a:bodyPr wrap="square" lIns="0" tIns="0" rIns="0" bIns="0" rtlCol="0"/>
            <a:lstStyle/>
            <a:p/>
          </p:txBody>
        </p:sp>
        <p:sp>
          <p:nvSpPr>
            <p:cNvPr id="98" name="object 98" descr=""/>
            <p:cNvSpPr/>
            <p:nvPr/>
          </p:nvSpPr>
          <p:spPr>
            <a:xfrm>
              <a:off x="8801776" y="3376777"/>
              <a:ext cx="25400" cy="1221105"/>
            </a:xfrm>
            <a:custGeom>
              <a:avLst/>
              <a:gdLst/>
              <a:ahLst/>
              <a:cxnLst/>
              <a:rect l="l" t="t" r="r" b="b"/>
              <a:pathLst>
                <a:path w="25400" h="1221104">
                  <a:moveTo>
                    <a:pt x="18797" y="62077"/>
                  </a:moveTo>
                  <a:lnTo>
                    <a:pt x="6526" y="62077"/>
                  </a:lnTo>
                  <a:lnTo>
                    <a:pt x="6526" y="67243"/>
                  </a:lnTo>
                  <a:lnTo>
                    <a:pt x="18797" y="67243"/>
                  </a:lnTo>
                  <a:lnTo>
                    <a:pt x="18797" y="62077"/>
                  </a:lnTo>
                  <a:close/>
                </a:path>
                <a:path w="25400" h="1221104">
                  <a:moveTo>
                    <a:pt x="25063" y="5816"/>
                  </a:moveTo>
                  <a:lnTo>
                    <a:pt x="0" y="5816"/>
                  </a:lnTo>
                  <a:lnTo>
                    <a:pt x="0" y="62077"/>
                  </a:lnTo>
                  <a:lnTo>
                    <a:pt x="25063" y="62077"/>
                  </a:lnTo>
                  <a:lnTo>
                    <a:pt x="25063" y="5816"/>
                  </a:lnTo>
                  <a:close/>
                </a:path>
                <a:path w="25400" h="1221104">
                  <a:moveTo>
                    <a:pt x="18797" y="0"/>
                  </a:moveTo>
                  <a:lnTo>
                    <a:pt x="6526" y="0"/>
                  </a:lnTo>
                  <a:lnTo>
                    <a:pt x="6526" y="5816"/>
                  </a:lnTo>
                  <a:lnTo>
                    <a:pt x="18797" y="5816"/>
                  </a:lnTo>
                  <a:lnTo>
                    <a:pt x="18797" y="0"/>
                  </a:lnTo>
                  <a:close/>
                </a:path>
                <a:path w="25400" h="1221104">
                  <a:moveTo>
                    <a:pt x="18797" y="123503"/>
                  </a:moveTo>
                  <a:lnTo>
                    <a:pt x="6526" y="123503"/>
                  </a:lnTo>
                  <a:lnTo>
                    <a:pt x="0" y="129250"/>
                  </a:lnTo>
                  <a:lnTo>
                    <a:pt x="6526" y="134974"/>
                  </a:lnTo>
                  <a:lnTo>
                    <a:pt x="12792" y="140140"/>
                  </a:lnTo>
                  <a:lnTo>
                    <a:pt x="18797" y="134974"/>
                  </a:lnTo>
                  <a:lnTo>
                    <a:pt x="25063" y="129250"/>
                  </a:lnTo>
                  <a:lnTo>
                    <a:pt x="18797" y="123503"/>
                  </a:lnTo>
                  <a:close/>
                </a:path>
                <a:path w="25400" h="1221104">
                  <a:moveTo>
                    <a:pt x="18797" y="190676"/>
                  </a:moveTo>
                  <a:lnTo>
                    <a:pt x="6526" y="190676"/>
                  </a:lnTo>
                  <a:lnTo>
                    <a:pt x="6526" y="196400"/>
                  </a:lnTo>
                  <a:lnTo>
                    <a:pt x="0" y="202147"/>
                  </a:lnTo>
                  <a:lnTo>
                    <a:pt x="0" y="252079"/>
                  </a:lnTo>
                  <a:lnTo>
                    <a:pt x="6526" y="257826"/>
                  </a:lnTo>
                  <a:lnTo>
                    <a:pt x="12792" y="263574"/>
                  </a:lnTo>
                  <a:lnTo>
                    <a:pt x="18797" y="257826"/>
                  </a:lnTo>
                  <a:lnTo>
                    <a:pt x="25063" y="252079"/>
                  </a:lnTo>
                  <a:lnTo>
                    <a:pt x="25063" y="202147"/>
                  </a:lnTo>
                  <a:lnTo>
                    <a:pt x="18797" y="196400"/>
                  </a:lnTo>
                  <a:lnTo>
                    <a:pt x="18797" y="190676"/>
                  </a:lnTo>
                  <a:close/>
                </a:path>
                <a:path w="25400" h="1221104">
                  <a:moveTo>
                    <a:pt x="25063" y="319253"/>
                  </a:moveTo>
                  <a:lnTo>
                    <a:pt x="0" y="319253"/>
                  </a:lnTo>
                  <a:lnTo>
                    <a:pt x="6526" y="325000"/>
                  </a:lnTo>
                  <a:lnTo>
                    <a:pt x="6526" y="330747"/>
                  </a:lnTo>
                  <a:lnTo>
                    <a:pt x="18797" y="330747"/>
                  </a:lnTo>
                  <a:lnTo>
                    <a:pt x="18797" y="325000"/>
                  </a:lnTo>
                  <a:lnTo>
                    <a:pt x="25063" y="319253"/>
                  </a:lnTo>
                  <a:close/>
                </a:path>
                <a:path w="25400" h="1221104">
                  <a:moveTo>
                    <a:pt x="18797" y="314087"/>
                  </a:moveTo>
                  <a:lnTo>
                    <a:pt x="6526" y="314087"/>
                  </a:lnTo>
                  <a:lnTo>
                    <a:pt x="6526" y="319253"/>
                  </a:lnTo>
                  <a:lnTo>
                    <a:pt x="18797" y="319253"/>
                  </a:lnTo>
                  <a:lnTo>
                    <a:pt x="18797" y="314087"/>
                  </a:lnTo>
                  <a:close/>
                </a:path>
                <a:path w="25400" h="1221104">
                  <a:moveTo>
                    <a:pt x="12792" y="381260"/>
                  </a:moveTo>
                  <a:lnTo>
                    <a:pt x="6526" y="386426"/>
                  </a:lnTo>
                  <a:lnTo>
                    <a:pt x="0" y="392150"/>
                  </a:lnTo>
                  <a:lnTo>
                    <a:pt x="0" y="442687"/>
                  </a:lnTo>
                  <a:lnTo>
                    <a:pt x="6526" y="448410"/>
                  </a:lnTo>
                  <a:lnTo>
                    <a:pt x="12792" y="453576"/>
                  </a:lnTo>
                  <a:lnTo>
                    <a:pt x="18797" y="448410"/>
                  </a:lnTo>
                  <a:lnTo>
                    <a:pt x="25063" y="442687"/>
                  </a:lnTo>
                  <a:lnTo>
                    <a:pt x="25063" y="392150"/>
                  </a:lnTo>
                  <a:lnTo>
                    <a:pt x="18797" y="386426"/>
                  </a:lnTo>
                  <a:lnTo>
                    <a:pt x="12792" y="381260"/>
                  </a:lnTo>
                  <a:close/>
                </a:path>
                <a:path w="25400" h="1221104">
                  <a:moveTo>
                    <a:pt x="18797" y="515584"/>
                  </a:moveTo>
                  <a:lnTo>
                    <a:pt x="6526" y="515584"/>
                  </a:lnTo>
                  <a:lnTo>
                    <a:pt x="6526" y="520749"/>
                  </a:lnTo>
                  <a:lnTo>
                    <a:pt x="18797" y="520749"/>
                  </a:lnTo>
                  <a:lnTo>
                    <a:pt x="18797" y="515584"/>
                  </a:lnTo>
                  <a:close/>
                </a:path>
                <a:path w="25400" h="1221104">
                  <a:moveTo>
                    <a:pt x="18797" y="504089"/>
                  </a:moveTo>
                  <a:lnTo>
                    <a:pt x="6526" y="504089"/>
                  </a:lnTo>
                  <a:lnTo>
                    <a:pt x="6526" y="509837"/>
                  </a:lnTo>
                  <a:lnTo>
                    <a:pt x="0" y="515584"/>
                  </a:lnTo>
                  <a:lnTo>
                    <a:pt x="25063" y="515584"/>
                  </a:lnTo>
                  <a:lnTo>
                    <a:pt x="18797" y="509837"/>
                  </a:lnTo>
                  <a:lnTo>
                    <a:pt x="18797" y="504089"/>
                  </a:lnTo>
                  <a:close/>
                </a:path>
                <a:path w="25400" h="1221104">
                  <a:moveTo>
                    <a:pt x="18797" y="638436"/>
                  </a:moveTo>
                  <a:lnTo>
                    <a:pt x="6526" y="638436"/>
                  </a:lnTo>
                  <a:lnTo>
                    <a:pt x="6526" y="644160"/>
                  </a:lnTo>
                  <a:lnTo>
                    <a:pt x="18797" y="644160"/>
                  </a:lnTo>
                  <a:lnTo>
                    <a:pt x="18797" y="638436"/>
                  </a:lnTo>
                  <a:close/>
                </a:path>
                <a:path w="25400" h="1221104">
                  <a:moveTo>
                    <a:pt x="25063" y="582757"/>
                  </a:moveTo>
                  <a:lnTo>
                    <a:pt x="0" y="582757"/>
                  </a:lnTo>
                  <a:lnTo>
                    <a:pt x="0" y="638436"/>
                  </a:lnTo>
                  <a:lnTo>
                    <a:pt x="25063" y="638436"/>
                  </a:lnTo>
                  <a:lnTo>
                    <a:pt x="25063" y="582757"/>
                  </a:lnTo>
                  <a:close/>
                </a:path>
                <a:path w="25400" h="1221104">
                  <a:moveTo>
                    <a:pt x="18797" y="577010"/>
                  </a:moveTo>
                  <a:lnTo>
                    <a:pt x="6526" y="577010"/>
                  </a:lnTo>
                  <a:lnTo>
                    <a:pt x="6526" y="582757"/>
                  </a:lnTo>
                  <a:lnTo>
                    <a:pt x="18797" y="582757"/>
                  </a:lnTo>
                  <a:lnTo>
                    <a:pt x="18797" y="577010"/>
                  </a:lnTo>
                  <a:close/>
                </a:path>
                <a:path w="25400" h="1221104">
                  <a:moveTo>
                    <a:pt x="25063" y="705586"/>
                  </a:moveTo>
                  <a:lnTo>
                    <a:pt x="0" y="705586"/>
                  </a:lnTo>
                  <a:lnTo>
                    <a:pt x="6526" y="711333"/>
                  </a:lnTo>
                  <a:lnTo>
                    <a:pt x="12792" y="717080"/>
                  </a:lnTo>
                  <a:lnTo>
                    <a:pt x="18797" y="711333"/>
                  </a:lnTo>
                  <a:lnTo>
                    <a:pt x="25063" y="705586"/>
                  </a:lnTo>
                  <a:close/>
                </a:path>
                <a:path w="25400" h="1221104">
                  <a:moveTo>
                    <a:pt x="18797" y="699862"/>
                  </a:moveTo>
                  <a:lnTo>
                    <a:pt x="6526" y="699862"/>
                  </a:lnTo>
                  <a:lnTo>
                    <a:pt x="6526" y="705586"/>
                  </a:lnTo>
                  <a:lnTo>
                    <a:pt x="18797" y="705586"/>
                  </a:lnTo>
                  <a:lnTo>
                    <a:pt x="18797" y="699862"/>
                  </a:lnTo>
                  <a:close/>
                </a:path>
                <a:path w="25400" h="1221104">
                  <a:moveTo>
                    <a:pt x="18797" y="767012"/>
                  </a:moveTo>
                  <a:lnTo>
                    <a:pt x="6526" y="767012"/>
                  </a:lnTo>
                  <a:lnTo>
                    <a:pt x="6526" y="772759"/>
                  </a:lnTo>
                  <a:lnTo>
                    <a:pt x="0" y="778506"/>
                  </a:lnTo>
                  <a:lnTo>
                    <a:pt x="0" y="829020"/>
                  </a:lnTo>
                  <a:lnTo>
                    <a:pt x="6526" y="834185"/>
                  </a:lnTo>
                  <a:lnTo>
                    <a:pt x="12792" y="839932"/>
                  </a:lnTo>
                  <a:lnTo>
                    <a:pt x="18797" y="834185"/>
                  </a:lnTo>
                  <a:lnTo>
                    <a:pt x="25063" y="829020"/>
                  </a:lnTo>
                  <a:lnTo>
                    <a:pt x="25063" y="778506"/>
                  </a:lnTo>
                  <a:lnTo>
                    <a:pt x="18797" y="772759"/>
                  </a:lnTo>
                  <a:lnTo>
                    <a:pt x="18797" y="767012"/>
                  </a:lnTo>
                  <a:close/>
                </a:path>
                <a:path w="25400" h="1221104">
                  <a:moveTo>
                    <a:pt x="18797" y="901335"/>
                  </a:moveTo>
                  <a:lnTo>
                    <a:pt x="6526" y="901335"/>
                  </a:lnTo>
                  <a:lnTo>
                    <a:pt x="6526" y="907082"/>
                  </a:lnTo>
                  <a:lnTo>
                    <a:pt x="18797" y="907082"/>
                  </a:lnTo>
                  <a:lnTo>
                    <a:pt x="18797" y="901335"/>
                  </a:lnTo>
                  <a:close/>
                </a:path>
                <a:path w="25400" h="1221104">
                  <a:moveTo>
                    <a:pt x="18797" y="890446"/>
                  </a:moveTo>
                  <a:lnTo>
                    <a:pt x="6526" y="890446"/>
                  </a:lnTo>
                  <a:lnTo>
                    <a:pt x="6526" y="896170"/>
                  </a:lnTo>
                  <a:lnTo>
                    <a:pt x="0" y="901335"/>
                  </a:lnTo>
                  <a:lnTo>
                    <a:pt x="25063" y="901335"/>
                  </a:lnTo>
                  <a:lnTo>
                    <a:pt x="18797" y="896170"/>
                  </a:lnTo>
                  <a:lnTo>
                    <a:pt x="18797" y="890446"/>
                  </a:lnTo>
                  <a:close/>
                </a:path>
                <a:path w="25400" h="1221104">
                  <a:moveTo>
                    <a:pt x="25063" y="968508"/>
                  </a:moveTo>
                  <a:lnTo>
                    <a:pt x="0" y="968508"/>
                  </a:lnTo>
                  <a:lnTo>
                    <a:pt x="0" y="1019022"/>
                  </a:lnTo>
                  <a:lnTo>
                    <a:pt x="6526" y="1024769"/>
                  </a:lnTo>
                  <a:lnTo>
                    <a:pt x="6526" y="1030516"/>
                  </a:lnTo>
                  <a:lnTo>
                    <a:pt x="18797" y="1030516"/>
                  </a:lnTo>
                  <a:lnTo>
                    <a:pt x="18797" y="1024769"/>
                  </a:lnTo>
                  <a:lnTo>
                    <a:pt x="25063" y="1019022"/>
                  </a:lnTo>
                  <a:lnTo>
                    <a:pt x="25063" y="968508"/>
                  </a:lnTo>
                  <a:close/>
                </a:path>
                <a:path w="25400" h="1221104">
                  <a:moveTo>
                    <a:pt x="18797" y="963343"/>
                  </a:moveTo>
                  <a:lnTo>
                    <a:pt x="6526" y="963343"/>
                  </a:lnTo>
                  <a:lnTo>
                    <a:pt x="6526" y="968508"/>
                  </a:lnTo>
                  <a:lnTo>
                    <a:pt x="18797" y="968508"/>
                  </a:lnTo>
                  <a:lnTo>
                    <a:pt x="18797" y="963343"/>
                  </a:lnTo>
                  <a:close/>
                </a:path>
                <a:path w="25400" h="1221104">
                  <a:moveTo>
                    <a:pt x="12792" y="1080448"/>
                  </a:moveTo>
                  <a:lnTo>
                    <a:pt x="6526" y="1086195"/>
                  </a:lnTo>
                  <a:lnTo>
                    <a:pt x="0" y="1091942"/>
                  </a:lnTo>
                  <a:lnTo>
                    <a:pt x="6526" y="1097666"/>
                  </a:lnTo>
                  <a:lnTo>
                    <a:pt x="12792" y="1102832"/>
                  </a:lnTo>
                  <a:lnTo>
                    <a:pt x="18797" y="1097666"/>
                  </a:lnTo>
                  <a:lnTo>
                    <a:pt x="25063" y="1091942"/>
                  </a:lnTo>
                  <a:lnTo>
                    <a:pt x="18797" y="1086195"/>
                  </a:lnTo>
                  <a:lnTo>
                    <a:pt x="12792" y="1080448"/>
                  </a:lnTo>
                  <a:close/>
                </a:path>
                <a:path w="25400" h="1221104">
                  <a:moveTo>
                    <a:pt x="18797" y="1214771"/>
                  </a:moveTo>
                  <a:lnTo>
                    <a:pt x="6526" y="1214771"/>
                  </a:lnTo>
                  <a:lnTo>
                    <a:pt x="6526" y="1220518"/>
                  </a:lnTo>
                  <a:lnTo>
                    <a:pt x="18797" y="1220518"/>
                  </a:lnTo>
                  <a:lnTo>
                    <a:pt x="18797" y="1214771"/>
                  </a:lnTo>
                  <a:close/>
                </a:path>
                <a:path w="25400" h="1221104">
                  <a:moveTo>
                    <a:pt x="25063" y="1159092"/>
                  </a:moveTo>
                  <a:lnTo>
                    <a:pt x="0" y="1159092"/>
                  </a:lnTo>
                  <a:lnTo>
                    <a:pt x="0" y="1214771"/>
                  </a:lnTo>
                  <a:lnTo>
                    <a:pt x="25063" y="1214771"/>
                  </a:lnTo>
                  <a:lnTo>
                    <a:pt x="25063" y="1159092"/>
                  </a:lnTo>
                  <a:close/>
                </a:path>
                <a:path w="25400" h="1221104">
                  <a:moveTo>
                    <a:pt x="18797" y="1153345"/>
                  </a:moveTo>
                  <a:lnTo>
                    <a:pt x="6526" y="1153345"/>
                  </a:lnTo>
                  <a:lnTo>
                    <a:pt x="6526" y="1159092"/>
                  </a:lnTo>
                  <a:lnTo>
                    <a:pt x="18797" y="1159092"/>
                  </a:lnTo>
                  <a:lnTo>
                    <a:pt x="18797" y="1153345"/>
                  </a:lnTo>
                  <a:close/>
                </a:path>
              </a:pathLst>
            </a:custGeom>
            <a:solidFill>
              <a:srgbClr val="000000"/>
            </a:solidFill>
          </p:spPr>
          <p:txBody>
            <a:bodyPr wrap="square" lIns="0" tIns="0" rIns="0" bIns="0" rtlCol="0"/>
            <a:lstStyle/>
            <a:p/>
          </p:txBody>
        </p:sp>
        <p:sp>
          <p:nvSpPr>
            <p:cNvPr id="99" name="object 99" descr=""/>
            <p:cNvSpPr/>
            <p:nvPr/>
          </p:nvSpPr>
          <p:spPr>
            <a:xfrm>
              <a:off x="8801775" y="3376777"/>
              <a:ext cx="25400" cy="1221105"/>
            </a:xfrm>
            <a:custGeom>
              <a:avLst/>
              <a:gdLst/>
              <a:ahLst/>
              <a:cxnLst/>
              <a:rect l="l" t="t" r="r" b="b"/>
              <a:pathLst>
                <a:path w="25400" h="1221104">
                  <a:moveTo>
                    <a:pt x="25063" y="5816"/>
                  </a:moveTo>
                  <a:lnTo>
                    <a:pt x="25063" y="62077"/>
                  </a:lnTo>
                  <a:lnTo>
                    <a:pt x="18797" y="62077"/>
                  </a:lnTo>
                  <a:lnTo>
                    <a:pt x="18797" y="67243"/>
                  </a:lnTo>
                  <a:lnTo>
                    <a:pt x="12792" y="67243"/>
                  </a:lnTo>
                  <a:lnTo>
                    <a:pt x="6526" y="67243"/>
                  </a:lnTo>
                  <a:lnTo>
                    <a:pt x="6526" y="62077"/>
                  </a:lnTo>
                  <a:lnTo>
                    <a:pt x="0" y="62077"/>
                  </a:lnTo>
                  <a:lnTo>
                    <a:pt x="0" y="5816"/>
                  </a:lnTo>
                  <a:lnTo>
                    <a:pt x="6526" y="5816"/>
                  </a:lnTo>
                  <a:lnTo>
                    <a:pt x="6526" y="0"/>
                  </a:lnTo>
                  <a:lnTo>
                    <a:pt x="12792" y="0"/>
                  </a:lnTo>
                  <a:lnTo>
                    <a:pt x="18797" y="0"/>
                  </a:lnTo>
                  <a:lnTo>
                    <a:pt x="18797" y="5816"/>
                  </a:lnTo>
                  <a:lnTo>
                    <a:pt x="25063" y="5816"/>
                  </a:lnTo>
                  <a:close/>
                </a:path>
                <a:path w="25400" h="1221104">
                  <a:moveTo>
                    <a:pt x="25063" y="129250"/>
                  </a:moveTo>
                  <a:lnTo>
                    <a:pt x="18797" y="134974"/>
                  </a:lnTo>
                  <a:lnTo>
                    <a:pt x="12792" y="140140"/>
                  </a:lnTo>
                  <a:lnTo>
                    <a:pt x="6526" y="134974"/>
                  </a:lnTo>
                  <a:lnTo>
                    <a:pt x="0" y="129250"/>
                  </a:lnTo>
                  <a:lnTo>
                    <a:pt x="6526" y="123503"/>
                  </a:lnTo>
                  <a:lnTo>
                    <a:pt x="12792" y="123503"/>
                  </a:lnTo>
                  <a:lnTo>
                    <a:pt x="18797" y="123503"/>
                  </a:lnTo>
                  <a:lnTo>
                    <a:pt x="25063" y="129250"/>
                  </a:lnTo>
                  <a:close/>
                </a:path>
                <a:path w="25400" h="1221104">
                  <a:moveTo>
                    <a:pt x="25063" y="202147"/>
                  </a:moveTo>
                  <a:lnTo>
                    <a:pt x="25063" y="252079"/>
                  </a:lnTo>
                  <a:lnTo>
                    <a:pt x="18797" y="257826"/>
                  </a:lnTo>
                  <a:lnTo>
                    <a:pt x="12792" y="263574"/>
                  </a:lnTo>
                  <a:lnTo>
                    <a:pt x="6526" y="257826"/>
                  </a:lnTo>
                  <a:lnTo>
                    <a:pt x="0" y="252079"/>
                  </a:lnTo>
                  <a:lnTo>
                    <a:pt x="0" y="202147"/>
                  </a:lnTo>
                  <a:lnTo>
                    <a:pt x="6526" y="196400"/>
                  </a:lnTo>
                  <a:lnTo>
                    <a:pt x="6526" y="190677"/>
                  </a:lnTo>
                  <a:lnTo>
                    <a:pt x="12792" y="190677"/>
                  </a:lnTo>
                  <a:lnTo>
                    <a:pt x="18797" y="190677"/>
                  </a:lnTo>
                  <a:lnTo>
                    <a:pt x="18797" y="196400"/>
                  </a:lnTo>
                  <a:lnTo>
                    <a:pt x="25063" y="202147"/>
                  </a:lnTo>
                  <a:close/>
                </a:path>
                <a:path w="25400" h="1221104">
                  <a:moveTo>
                    <a:pt x="25063" y="319253"/>
                  </a:moveTo>
                  <a:lnTo>
                    <a:pt x="18797" y="325000"/>
                  </a:lnTo>
                  <a:lnTo>
                    <a:pt x="18797" y="330747"/>
                  </a:lnTo>
                  <a:lnTo>
                    <a:pt x="12792" y="330747"/>
                  </a:lnTo>
                  <a:lnTo>
                    <a:pt x="6526" y="330747"/>
                  </a:lnTo>
                  <a:lnTo>
                    <a:pt x="6526" y="325000"/>
                  </a:lnTo>
                  <a:lnTo>
                    <a:pt x="0" y="319253"/>
                  </a:lnTo>
                  <a:lnTo>
                    <a:pt x="6526" y="319253"/>
                  </a:lnTo>
                  <a:lnTo>
                    <a:pt x="6526" y="314087"/>
                  </a:lnTo>
                  <a:lnTo>
                    <a:pt x="12792" y="314087"/>
                  </a:lnTo>
                  <a:lnTo>
                    <a:pt x="18797" y="314087"/>
                  </a:lnTo>
                  <a:lnTo>
                    <a:pt x="18797" y="319253"/>
                  </a:lnTo>
                  <a:lnTo>
                    <a:pt x="25063" y="319253"/>
                  </a:lnTo>
                  <a:close/>
                </a:path>
                <a:path w="25400" h="1221104">
                  <a:moveTo>
                    <a:pt x="25063" y="392150"/>
                  </a:moveTo>
                  <a:lnTo>
                    <a:pt x="25063" y="442687"/>
                  </a:lnTo>
                  <a:lnTo>
                    <a:pt x="18797" y="448410"/>
                  </a:lnTo>
                  <a:lnTo>
                    <a:pt x="12792" y="453576"/>
                  </a:lnTo>
                  <a:lnTo>
                    <a:pt x="6526" y="448410"/>
                  </a:lnTo>
                  <a:lnTo>
                    <a:pt x="0" y="442687"/>
                  </a:lnTo>
                  <a:lnTo>
                    <a:pt x="0" y="392150"/>
                  </a:lnTo>
                  <a:lnTo>
                    <a:pt x="6526" y="386426"/>
                  </a:lnTo>
                  <a:lnTo>
                    <a:pt x="12792" y="381260"/>
                  </a:lnTo>
                  <a:lnTo>
                    <a:pt x="18797" y="386426"/>
                  </a:lnTo>
                  <a:lnTo>
                    <a:pt x="25063" y="392150"/>
                  </a:lnTo>
                  <a:close/>
                </a:path>
                <a:path w="25400" h="1221104">
                  <a:moveTo>
                    <a:pt x="25063" y="515584"/>
                  </a:moveTo>
                  <a:lnTo>
                    <a:pt x="18797" y="515584"/>
                  </a:lnTo>
                  <a:lnTo>
                    <a:pt x="18797" y="520749"/>
                  </a:lnTo>
                  <a:lnTo>
                    <a:pt x="12792" y="520749"/>
                  </a:lnTo>
                  <a:lnTo>
                    <a:pt x="6526" y="520749"/>
                  </a:lnTo>
                  <a:lnTo>
                    <a:pt x="6526" y="515584"/>
                  </a:lnTo>
                  <a:lnTo>
                    <a:pt x="0" y="515584"/>
                  </a:lnTo>
                  <a:lnTo>
                    <a:pt x="6526" y="509837"/>
                  </a:lnTo>
                  <a:lnTo>
                    <a:pt x="6526" y="504089"/>
                  </a:lnTo>
                  <a:lnTo>
                    <a:pt x="12792" y="504089"/>
                  </a:lnTo>
                  <a:lnTo>
                    <a:pt x="18797" y="504089"/>
                  </a:lnTo>
                  <a:lnTo>
                    <a:pt x="18797" y="509837"/>
                  </a:lnTo>
                  <a:lnTo>
                    <a:pt x="25063" y="515584"/>
                  </a:lnTo>
                  <a:close/>
                </a:path>
                <a:path w="25400" h="1221104">
                  <a:moveTo>
                    <a:pt x="25063" y="582757"/>
                  </a:moveTo>
                  <a:lnTo>
                    <a:pt x="25063" y="638436"/>
                  </a:lnTo>
                  <a:lnTo>
                    <a:pt x="18797" y="638436"/>
                  </a:lnTo>
                  <a:lnTo>
                    <a:pt x="18797" y="644160"/>
                  </a:lnTo>
                  <a:lnTo>
                    <a:pt x="12792" y="644160"/>
                  </a:lnTo>
                  <a:lnTo>
                    <a:pt x="6526" y="644160"/>
                  </a:lnTo>
                  <a:lnTo>
                    <a:pt x="6526" y="638436"/>
                  </a:lnTo>
                  <a:lnTo>
                    <a:pt x="0" y="638436"/>
                  </a:lnTo>
                  <a:lnTo>
                    <a:pt x="0" y="582757"/>
                  </a:lnTo>
                  <a:lnTo>
                    <a:pt x="6526" y="582757"/>
                  </a:lnTo>
                  <a:lnTo>
                    <a:pt x="6526" y="577010"/>
                  </a:lnTo>
                  <a:lnTo>
                    <a:pt x="12792" y="577010"/>
                  </a:lnTo>
                  <a:lnTo>
                    <a:pt x="18797" y="577010"/>
                  </a:lnTo>
                  <a:lnTo>
                    <a:pt x="18797" y="582757"/>
                  </a:lnTo>
                  <a:lnTo>
                    <a:pt x="25063" y="582757"/>
                  </a:lnTo>
                  <a:close/>
                </a:path>
                <a:path w="25400" h="1221104">
                  <a:moveTo>
                    <a:pt x="25063" y="705586"/>
                  </a:moveTo>
                  <a:lnTo>
                    <a:pt x="18797" y="711333"/>
                  </a:lnTo>
                  <a:lnTo>
                    <a:pt x="12792" y="717080"/>
                  </a:lnTo>
                  <a:lnTo>
                    <a:pt x="6526" y="711333"/>
                  </a:lnTo>
                  <a:lnTo>
                    <a:pt x="0" y="705586"/>
                  </a:lnTo>
                  <a:lnTo>
                    <a:pt x="6526" y="705586"/>
                  </a:lnTo>
                  <a:lnTo>
                    <a:pt x="6526" y="699862"/>
                  </a:lnTo>
                  <a:lnTo>
                    <a:pt x="12792" y="699862"/>
                  </a:lnTo>
                  <a:lnTo>
                    <a:pt x="18797" y="699862"/>
                  </a:lnTo>
                  <a:lnTo>
                    <a:pt x="18797" y="705586"/>
                  </a:lnTo>
                  <a:lnTo>
                    <a:pt x="25063" y="705586"/>
                  </a:lnTo>
                  <a:close/>
                </a:path>
                <a:path w="25400" h="1221104">
                  <a:moveTo>
                    <a:pt x="25063" y="778506"/>
                  </a:moveTo>
                  <a:lnTo>
                    <a:pt x="25063" y="829020"/>
                  </a:lnTo>
                  <a:lnTo>
                    <a:pt x="18797" y="834185"/>
                  </a:lnTo>
                  <a:lnTo>
                    <a:pt x="12792" y="839932"/>
                  </a:lnTo>
                  <a:lnTo>
                    <a:pt x="6526" y="834185"/>
                  </a:lnTo>
                  <a:lnTo>
                    <a:pt x="0" y="829020"/>
                  </a:lnTo>
                  <a:lnTo>
                    <a:pt x="0" y="778506"/>
                  </a:lnTo>
                  <a:lnTo>
                    <a:pt x="6526" y="772759"/>
                  </a:lnTo>
                  <a:lnTo>
                    <a:pt x="6526" y="767012"/>
                  </a:lnTo>
                  <a:lnTo>
                    <a:pt x="12792" y="767012"/>
                  </a:lnTo>
                  <a:lnTo>
                    <a:pt x="18797" y="767012"/>
                  </a:lnTo>
                  <a:lnTo>
                    <a:pt x="18797" y="772759"/>
                  </a:lnTo>
                  <a:lnTo>
                    <a:pt x="25063" y="778506"/>
                  </a:lnTo>
                  <a:close/>
                </a:path>
                <a:path w="25400" h="1221104">
                  <a:moveTo>
                    <a:pt x="25063" y="901335"/>
                  </a:moveTo>
                  <a:lnTo>
                    <a:pt x="18797" y="901335"/>
                  </a:lnTo>
                  <a:lnTo>
                    <a:pt x="18797" y="907082"/>
                  </a:lnTo>
                  <a:lnTo>
                    <a:pt x="12792" y="907082"/>
                  </a:lnTo>
                  <a:lnTo>
                    <a:pt x="6526" y="907082"/>
                  </a:lnTo>
                  <a:lnTo>
                    <a:pt x="6526" y="901335"/>
                  </a:lnTo>
                  <a:lnTo>
                    <a:pt x="0" y="901335"/>
                  </a:lnTo>
                  <a:lnTo>
                    <a:pt x="6526" y="896170"/>
                  </a:lnTo>
                  <a:lnTo>
                    <a:pt x="6526" y="890446"/>
                  </a:lnTo>
                  <a:lnTo>
                    <a:pt x="12792" y="890446"/>
                  </a:lnTo>
                  <a:lnTo>
                    <a:pt x="18797" y="890446"/>
                  </a:lnTo>
                  <a:lnTo>
                    <a:pt x="18797" y="896170"/>
                  </a:lnTo>
                  <a:lnTo>
                    <a:pt x="25063" y="901335"/>
                  </a:lnTo>
                  <a:close/>
                </a:path>
                <a:path w="25400" h="1221104">
                  <a:moveTo>
                    <a:pt x="25063" y="968508"/>
                  </a:moveTo>
                  <a:lnTo>
                    <a:pt x="25063" y="1019022"/>
                  </a:lnTo>
                  <a:lnTo>
                    <a:pt x="18797" y="1024769"/>
                  </a:lnTo>
                  <a:lnTo>
                    <a:pt x="18797" y="1030516"/>
                  </a:lnTo>
                  <a:lnTo>
                    <a:pt x="12792" y="1030516"/>
                  </a:lnTo>
                  <a:lnTo>
                    <a:pt x="6526" y="1030516"/>
                  </a:lnTo>
                  <a:lnTo>
                    <a:pt x="6526" y="1024769"/>
                  </a:lnTo>
                  <a:lnTo>
                    <a:pt x="0" y="1019022"/>
                  </a:lnTo>
                  <a:lnTo>
                    <a:pt x="0" y="968508"/>
                  </a:lnTo>
                  <a:lnTo>
                    <a:pt x="6526" y="968508"/>
                  </a:lnTo>
                  <a:lnTo>
                    <a:pt x="6526" y="963343"/>
                  </a:lnTo>
                  <a:lnTo>
                    <a:pt x="12792" y="963343"/>
                  </a:lnTo>
                  <a:lnTo>
                    <a:pt x="18797" y="963343"/>
                  </a:lnTo>
                  <a:lnTo>
                    <a:pt x="18797" y="968508"/>
                  </a:lnTo>
                  <a:lnTo>
                    <a:pt x="25063" y="968508"/>
                  </a:lnTo>
                  <a:close/>
                </a:path>
                <a:path w="25400" h="1221104">
                  <a:moveTo>
                    <a:pt x="25063" y="1091942"/>
                  </a:moveTo>
                  <a:lnTo>
                    <a:pt x="18797" y="1097666"/>
                  </a:lnTo>
                  <a:lnTo>
                    <a:pt x="12792" y="1102832"/>
                  </a:lnTo>
                  <a:lnTo>
                    <a:pt x="6526" y="1097666"/>
                  </a:lnTo>
                  <a:lnTo>
                    <a:pt x="0" y="1091942"/>
                  </a:lnTo>
                  <a:lnTo>
                    <a:pt x="6526" y="1086195"/>
                  </a:lnTo>
                  <a:lnTo>
                    <a:pt x="12792" y="1080448"/>
                  </a:lnTo>
                  <a:lnTo>
                    <a:pt x="18797" y="1086195"/>
                  </a:lnTo>
                  <a:lnTo>
                    <a:pt x="25063" y="1091942"/>
                  </a:lnTo>
                  <a:close/>
                </a:path>
                <a:path w="25400" h="1221104">
                  <a:moveTo>
                    <a:pt x="25063" y="1159092"/>
                  </a:moveTo>
                  <a:lnTo>
                    <a:pt x="25063" y="1214771"/>
                  </a:lnTo>
                  <a:lnTo>
                    <a:pt x="18797" y="1214771"/>
                  </a:lnTo>
                  <a:lnTo>
                    <a:pt x="18797" y="1220518"/>
                  </a:lnTo>
                  <a:lnTo>
                    <a:pt x="12792" y="1220518"/>
                  </a:lnTo>
                  <a:lnTo>
                    <a:pt x="6526" y="1220518"/>
                  </a:lnTo>
                  <a:lnTo>
                    <a:pt x="6526" y="1214771"/>
                  </a:lnTo>
                  <a:lnTo>
                    <a:pt x="0" y="1214771"/>
                  </a:lnTo>
                  <a:lnTo>
                    <a:pt x="0" y="1159092"/>
                  </a:lnTo>
                  <a:lnTo>
                    <a:pt x="6526" y="1159092"/>
                  </a:lnTo>
                  <a:lnTo>
                    <a:pt x="6526" y="1153345"/>
                  </a:lnTo>
                  <a:lnTo>
                    <a:pt x="12792" y="1153345"/>
                  </a:lnTo>
                  <a:lnTo>
                    <a:pt x="18797" y="1153345"/>
                  </a:lnTo>
                  <a:lnTo>
                    <a:pt x="18797" y="1159092"/>
                  </a:lnTo>
                  <a:lnTo>
                    <a:pt x="25063" y="1159092"/>
                  </a:lnTo>
                  <a:close/>
                </a:path>
              </a:pathLst>
            </a:custGeom>
            <a:ln w="6115">
              <a:solidFill>
                <a:srgbClr val="000000"/>
              </a:solidFill>
            </a:ln>
          </p:spPr>
          <p:txBody>
            <a:bodyPr wrap="square" lIns="0" tIns="0" rIns="0" bIns="0" rtlCol="0"/>
            <a:lstStyle/>
            <a:p/>
          </p:txBody>
        </p:sp>
        <p:sp>
          <p:nvSpPr>
            <p:cNvPr id="100" name="object 100" descr=""/>
            <p:cNvSpPr/>
            <p:nvPr/>
          </p:nvSpPr>
          <p:spPr>
            <a:xfrm>
              <a:off x="9253694" y="2957264"/>
              <a:ext cx="19050" cy="1679575"/>
            </a:xfrm>
            <a:custGeom>
              <a:avLst/>
              <a:gdLst/>
              <a:ahLst/>
              <a:cxnLst/>
              <a:rect l="l" t="t" r="r" b="b"/>
              <a:pathLst>
                <a:path w="19050" h="1679575">
                  <a:moveTo>
                    <a:pt x="18797" y="0"/>
                  </a:moveTo>
                  <a:lnTo>
                    <a:pt x="6004" y="0"/>
                  </a:lnTo>
                  <a:lnTo>
                    <a:pt x="0" y="5816"/>
                  </a:lnTo>
                  <a:lnTo>
                    <a:pt x="0" y="61426"/>
                  </a:lnTo>
                  <a:lnTo>
                    <a:pt x="6004" y="67010"/>
                  </a:lnTo>
                  <a:lnTo>
                    <a:pt x="18797" y="67010"/>
                  </a:lnTo>
                  <a:lnTo>
                    <a:pt x="18797" y="0"/>
                  </a:lnTo>
                  <a:close/>
                </a:path>
                <a:path w="19050" h="1679575">
                  <a:moveTo>
                    <a:pt x="18797" y="123317"/>
                  </a:moveTo>
                  <a:lnTo>
                    <a:pt x="0" y="123317"/>
                  </a:lnTo>
                  <a:lnTo>
                    <a:pt x="0" y="134253"/>
                  </a:lnTo>
                  <a:lnTo>
                    <a:pt x="6004" y="134253"/>
                  </a:lnTo>
                  <a:lnTo>
                    <a:pt x="12270" y="140070"/>
                  </a:lnTo>
                  <a:lnTo>
                    <a:pt x="18797" y="134253"/>
                  </a:lnTo>
                  <a:lnTo>
                    <a:pt x="18797" y="123317"/>
                  </a:lnTo>
                  <a:close/>
                </a:path>
                <a:path w="19050" h="1679575">
                  <a:moveTo>
                    <a:pt x="18797" y="190560"/>
                  </a:moveTo>
                  <a:lnTo>
                    <a:pt x="6004" y="190560"/>
                  </a:lnTo>
                  <a:lnTo>
                    <a:pt x="0" y="195679"/>
                  </a:lnTo>
                  <a:lnTo>
                    <a:pt x="0" y="257803"/>
                  </a:lnTo>
                  <a:lnTo>
                    <a:pt x="6004" y="257803"/>
                  </a:lnTo>
                  <a:lnTo>
                    <a:pt x="12270" y="262922"/>
                  </a:lnTo>
                  <a:lnTo>
                    <a:pt x="18797" y="257803"/>
                  </a:lnTo>
                  <a:lnTo>
                    <a:pt x="18797" y="190560"/>
                  </a:lnTo>
                  <a:close/>
                </a:path>
                <a:path w="19050" h="1679575">
                  <a:moveTo>
                    <a:pt x="18797" y="313412"/>
                  </a:moveTo>
                  <a:lnTo>
                    <a:pt x="6004" y="313412"/>
                  </a:lnTo>
                  <a:lnTo>
                    <a:pt x="0" y="319229"/>
                  </a:lnTo>
                  <a:lnTo>
                    <a:pt x="0" y="324814"/>
                  </a:lnTo>
                  <a:lnTo>
                    <a:pt x="6004" y="329932"/>
                  </a:lnTo>
                  <a:lnTo>
                    <a:pt x="18797" y="329932"/>
                  </a:lnTo>
                  <a:lnTo>
                    <a:pt x="18797" y="313412"/>
                  </a:lnTo>
                  <a:close/>
                </a:path>
                <a:path w="19050" h="1679575">
                  <a:moveTo>
                    <a:pt x="18797" y="386240"/>
                  </a:moveTo>
                  <a:lnTo>
                    <a:pt x="0" y="386240"/>
                  </a:lnTo>
                  <a:lnTo>
                    <a:pt x="0" y="447666"/>
                  </a:lnTo>
                  <a:lnTo>
                    <a:pt x="6004" y="447666"/>
                  </a:lnTo>
                  <a:lnTo>
                    <a:pt x="12270" y="453483"/>
                  </a:lnTo>
                  <a:lnTo>
                    <a:pt x="18797" y="447666"/>
                  </a:lnTo>
                  <a:lnTo>
                    <a:pt x="18797" y="386240"/>
                  </a:lnTo>
                  <a:close/>
                </a:path>
                <a:path w="19050" h="1679575">
                  <a:moveTo>
                    <a:pt x="12270" y="380655"/>
                  </a:moveTo>
                  <a:lnTo>
                    <a:pt x="6004" y="386240"/>
                  </a:lnTo>
                  <a:lnTo>
                    <a:pt x="12270" y="386240"/>
                  </a:lnTo>
                  <a:lnTo>
                    <a:pt x="12270" y="380655"/>
                  </a:lnTo>
                  <a:close/>
                </a:path>
                <a:path w="19050" h="1679575">
                  <a:moveTo>
                    <a:pt x="12270" y="503973"/>
                  </a:moveTo>
                  <a:lnTo>
                    <a:pt x="6004" y="503973"/>
                  </a:lnTo>
                  <a:lnTo>
                    <a:pt x="6004" y="509138"/>
                  </a:lnTo>
                  <a:lnTo>
                    <a:pt x="0" y="509138"/>
                  </a:lnTo>
                  <a:lnTo>
                    <a:pt x="0" y="514886"/>
                  </a:lnTo>
                  <a:lnTo>
                    <a:pt x="6004" y="520633"/>
                  </a:lnTo>
                  <a:lnTo>
                    <a:pt x="18797" y="520633"/>
                  </a:lnTo>
                  <a:lnTo>
                    <a:pt x="18797" y="509138"/>
                  </a:lnTo>
                  <a:lnTo>
                    <a:pt x="12270" y="503973"/>
                  </a:lnTo>
                  <a:close/>
                </a:path>
                <a:path w="19050" h="1679575">
                  <a:moveTo>
                    <a:pt x="18797" y="576893"/>
                  </a:moveTo>
                  <a:lnTo>
                    <a:pt x="6004" y="576893"/>
                  </a:lnTo>
                  <a:lnTo>
                    <a:pt x="0" y="582059"/>
                  </a:lnTo>
                  <a:lnTo>
                    <a:pt x="0" y="638320"/>
                  </a:lnTo>
                  <a:lnTo>
                    <a:pt x="6004" y="644043"/>
                  </a:lnTo>
                  <a:lnTo>
                    <a:pt x="18797" y="644043"/>
                  </a:lnTo>
                  <a:lnTo>
                    <a:pt x="18797" y="576893"/>
                  </a:lnTo>
                  <a:close/>
                </a:path>
                <a:path w="19050" h="1679575">
                  <a:moveTo>
                    <a:pt x="18797" y="699722"/>
                  </a:moveTo>
                  <a:lnTo>
                    <a:pt x="6004" y="699722"/>
                  </a:lnTo>
                  <a:lnTo>
                    <a:pt x="0" y="705469"/>
                  </a:lnTo>
                  <a:lnTo>
                    <a:pt x="0" y="711217"/>
                  </a:lnTo>
                  <a:lnTo>
                    <a:pt x="6004" y="711217"/>
                  </a:lnTo>
                  <a:lnTo>
                    <a:pt x="12270" y="716382"/>
                  </a:lnTo>
                  <a:lnTo>
                    <a:pt x="18797" y="711217"/>
                  </a:lnTo>
                  <a:lnTo>
                    <a:pt x="18797" y="699722"/>
                  </a:lnTo>
                  <a:close/>
                </a:path>
                <a:path w="19050" h="1679575">
                  <a:moveTo>
                    <a:pt x="12270" y="766896"/>
                  </a:moveTo>
                  <a:lnTo>
                    <a:pt x="6004" y="766896"/>
                  </a:lnTo>
                  <a:lnTo>
                    <a:pt x="6004" y="772643"/>
                  </a:lnTo>
                  <a:lnTo>
                    <a:pt x="0" y="772643"/>
                  </a:lnTo>
                  <a:lnTo>
                    <a:pt x="0" y="834069"/>
                  </a:lnTo>
                  <a:lnTo>
                    <a:pt x="6004" y="834069"/>
                  </a:lnTo>
                  <a:lnTo>
                    <a:pt x="12270" y="839793"/>
                  </a:lnTo>
                  <a:lnTo>
                    <a:pt x="18797" y="834069"/>
                  </a:lnTo>
                  <a:lnTo>
                    <a:pt x="18797" y="772643"/>
                  </a:lnTo>
                  <a:lnTo>
                    <a:pt x="12270" y="766896"/>
                  </a:lnTo>
                  <a:close/>
                </a:path>
                <a:path w="19050" h="1679575">
                  <a:moveTo>
                    <a:pt x="12270" y="890306"/>
                  </a:moveTo>
                  <a:lnTo>
                    <a:pt x="6004" y="890306"/>
                  </a:lnTo>
                  <a:lnTo>
                    <a:pt x="6004" y="895495"/>
                  </a:lnTo>
                  <a:lnTo>
                    <a:pt x="0" y="895495"/>
                  </a:lnTo>
                  <a:lnTo>
                    <a:pt x="0" y="901219"/>
                  </a:lnTo>
                  <a:lnTo>
                    <a:pt x="6004" y="906966"/>
                  </a:lnTo>
                  <a:lnTo>
                    <a:pt x="18797" y="906966"/>
                  </a:lnTo>
                  <a:lnTo>
                    <a:pt x="18797" y="895495"/>
                  </a:lnTo>
                  <a:lnTo>
                    <a:pt x="12270" y="890306"/>
                  </a:lnTo>
                  <a:close/>
                </a:path>
                <a:path w="19050" h="1679575">
                  <a:moveTo>
                    <a:pt x="18797" y="962645"/>
                  </a:moveTo>
                  <a:lnTo>
                    <a:pt x="6004" y="962645"/>
                  </a:lnTo>
                  <a:lnTo>
                    <a:pt x="0" y="968392"/>
                  </a:lnTo>
                  <a:lnTo>
                    <a:pt x="0" y="1024653"/>
                  </a:lnTo>
                  <a:lnTo>
                    <a:pt x="6004" y="1029818"/>
                  </a:lnTo>
                  <a:lnTo>
                    <a:pt x="18797" y="1029818"/>
                  </a:lnTo>
                  <a:lnTo>
                    <a:pt x="18797" y="962645"/>
                  </a:lnTo>
                  <a:close/>
                </a:path>
                <a:path w="19050" h="1679575">
                  <a:moveTo>
                    <a:pt x="18797" y="1086079"/>
                  </a:moveTo>
                  <a:lnTo>
                    <a:pt x="0" y="1086079"/>
                  </a:lnTo>
                  <a:lnTo>
                    <a:pt x="0" y="1096968"/>
                  </a:lnTo>
                  <a:lnTo>
                    <a:pt x="6004" y="1096968"/>
                  </a:lnTo>
                  <a:lnTo>
                    <a:pt x="12270" y="1102715"/>
                  </a:lnTo>
                  <a:lnTo>
                    <a:pt x="18797" y="1096968"/>
                  </a:lnTo>
                  <a:lnTo>
                    <a:pt x="18797" y="1086079"/>
                  </a:lnTo>
                  <a:close/>
                </a:path>
                <a:path w="19050" h="1679575">
                  <a:moveTo>
                    <a:pt x="12270" y="1080332"/>
                  </a:moveTo>
                  <a:lnTo>
                    <a:pt x="6004" y="1086079"/>
                  </a:lnTo>
                  <a:lnTo>
                    <a:pt x="12270" y="1086079"/>
                  </a:lnTo>
                  <a:lnTo>
                    <a:pt x="12270" y="1080332"/>
                  </a:lnTo>
                  <a:close/>
                </a:path>
                <a:path w="19050" h="1679575">
                  <a:moveTo>
                    <a:pt x="18797" y="1153229"/>
                  </a:moveTo>
                  <a:lnTo>
                    <a:pt x="6004" y="1153229"/>
                  </a:lnTo>
                  <a:lnTo>
                    <a:pt x="0" y="1158976"/>
                  </a:lnTo>
                  <a:lnTo>
                    <a:pt x="0" y="1214655"/>
                  </a:lnTo>
                  <a:lnTo>
                    <a:pt x="6004" y="1220402"/>
                  </a:lnTo>
                  <a:lnTo>
                    <a:pt x="18797" y="1220402"/>
                  </a:lnTo>
                  <a:lnTo>
                    <a:pt x="18797" y="1153229"/>
                  </a:lnTo>
                  <a:close/>
                </a:path>
                <a:path w="19050" h="1679575">
                  <a:moveTo>
                    <a:pt x="18797" y="1276081"/>
                  </a:moveTo>
                  <a:lnTo>
                    <a:pt x="6004" y="1276081"/>
                  </a:lnTo>
                  <a:lnTo>
                    <a:pt x="0" y="1281828"/>
                  </a:lnTo>
                  <a:lnTo>
                    <a:pt x="0" y="1287552"/>
                  </a:lnTo>
                  <a:lnTo>
                    <a:pt x="6004" y="1287552"/>
                  </a:lnTo>
                  <a:lnTo>
                    <a:pt x="12270" y="1293299"/>
                  </a:lnTo>
                  <a:lnTo>
                    <a:pt x="18797" y="1287552"/>
                  </a:lnTo>
                  <a:lnTo>
                    <a:pt x="18797" y="1276081"/>
                  </a:lnTo>
                  <a:close/>
                </a:path>
                <a:path w="19050" h="1679575">
                  <a:moveTo>
                    <a:pt x="12270" y="1343254"/>
                  </a:moveTo>
                  <a:lnTo>
                    <a:pt x="6004" y="1343254"/>
                  </a:lnTo>
                  <a:lnTo>
                    <a:pt x="6004" y="1348978"/>
                  </a:lnTo>
                  <a:lnTo>
                    <a:pt x="0" y="1348978"/>
                  </a:lnTo>
                  <a:lnTo>
                    <a:pt x="0" y="1410404"/>
                  </a:lnTo>
                  <a:lnTo>
                    <a:pt x="6004" y="1410404"/>
                  </a:lnTo>
                  <a:lnTo>
                    <a:pt x="12270" y="1416151"/>
                  </a:lnTo>
                  <a:lnTo>
                    <a:pt x="18797" y="1410404"/>
                  </a:lnTo>
                  <a:lnTo>
                    <a:pt x="18797" y="1348978"/>
                  </a:lnTo>
                  <a:lnTo>
                    <a:pt x="12270" y="1343254"/>
                  </a:lnTo>
                  <a:close/>
                </a:path>
                <a:path w="19050" h="1679575">
                  <a:moveTo>
                    <a:pt x="12270" y="1466665"/>
                  </a:moveTo>
                  <a:lnTo>
                    <a:pt x="6004" y="1466665"/>
                  </a:lnTo>
                  <a:lnTo>
                    <a:pt x="6004" y="1472412"/>
                  </a:lnTo>
                  <a:lnTo>
                    <a:pt x="0" y="1472412"/>
                  </a:lnTo>
                  <a:lnTo>
                    <a:pt x="0" y="1477578"/>
                  </a:lnTo>
                  <a:lnTo>
                    <a:pt x="6004" y="1483325"/>
                  </a:lnTo>
                  <a:lnTo>
                    <a:pt x="18797" y="1483325"/>
                  </a:lnTo>
                  <a:lnTo>
                    <a:pt x="18797" y="1472412"/>
                  </a:lnTo>
                  <a:lnTo>
                    <a:pt x="12270" y="1466665"/>
                  </a:lnTo>
                  <a:close/>
                </a:path>
                <a:path w="19050" h="1679575">
                  <a:moveTo>
                    <a:pt x="18797" y="1539562"/>
                  </a:moveTo>
                  <a:lnTo>
                    <a:pt x="6004" y="1539562"/>
                  </a:lnTo>
                  <a:lnTo>
                    <a:pt x="0" y="1544727"/>
                  </a:lnTo>
                  <a:lnTo>
                    <a:pt x="0" y="1600988"/>
                  </a:lnTo>
                  <a:lnTo>
                    <a:pt x="6004" y="1606735"/>
                  </a:lnTo>
                  <a:lnTo>
                    <a:pt x="18797" y="1606735"/>
                  </a:lnTo>
                  <a:lnTo>
                    <a:pt x="18797" y="1539562"/>
                  </a:lnTo>
                  <a:close/>
                </a:path>
                <a:path w="19050" h="1679575">
                  <a:moveTo>
                    <a:pt x="18797" y="1662414"/>
                  </a:moveTo>
                  <a:lnTo>
                    <a:pt x="6004" y="1662414"/>
                  </a:lnTo>
                  <a:lnTo>
                    <a:pt x="0" y="1668161"/>
                  </a:lnTo>
                  <a:lnTo>
                    <a:pt x="0" y="1673909"/>
                  </a:lnTo>
                  <a:lnTo>
                    <a:pt x="6004" y="1673909"/>
                  </a:lnTo>
                  <a:lnTo>
                    <a:pt x="6004" y="1679074"/>
                  </a:lnTo>
                  <a:lnTo>
                    <a:pt x="12270" y="1679074"/>
                  </a:lnTo>
                  <a:lnTo>
                    <a:pt x="18797" y="1673909"/>
                  </a:lnTo>
                  <a:lnTo>
                    <a:pt x="18797" y="1662414"/>
                  </a:lnTo>
                  <a:close/>
                </a:path>
              </a:pathLst>
            </a:custGeom>
            <a:solidFill>
              <a:srgbClr val="000000"/>
            </a:solidFill>
          </p:spPr>
          <p:txBody>
            <a:bodyPr wrap="square" lIns="0" tIns="0" rIns="0" bIns="0" rtlCol="0"/>
            <a:lstStyle/>
            <a:p/>
          </p:txBody>
        </p:sp>
        <p:sp>
          <p:nvSpPr>
            <p:cNvPr id="101" name="object 101" descr=""/>
            <p:cNvSpPr/>
            <p:nvPr/>
          </p:nvSpPr>
          <p:spPr>
            <a:xfrm>
              <a:off x="9253694" y="2957264"/>
              <a:ext cx="19050" cy="1679575"/>
            </a:xfrm>
            <a:custGeom>
              <a:avLst/>
              <a:gdLst/>
              <a:ahLst/>
              <a:cxnLst/>
              <a:rect l="l" t="t" r="r" b="b"/>
              <a:pathLst>
                <a:path w="19050" h="1679575">
                  <a:moveTo>
                    <a:pt x="18797" y="5816"/>
                  </a:moveTo>
                  <a:lnTo>
                    <a:pt x="18797" y="61426"/>
                  </a:lnTo>
                  <a:lnTo>
                    <a:pt x="18797" y="67010"/>
                  </a:lnTo>
                  <a:lnTo>
                    <a:pt x="12270" y="67010"/>
                  </a:lnTo>
                  <a:lnTo>
                    <a:pt x="6004" y="67010"/>
                  </a:lnTo>
                  <a:lnTo>
                    <a:pt x="0" y="61426"/>
                  </a:lnTo>
                  <a:lnTo>
                    <a:pt x="0" y="5816"/>
                  </a:lnTo>
                  <a:lnTo>
                    <a:pt x="6004" y="0"/>
                  </a:lnTo>
                  <a:lnTo>
                    <a:pt x="12270" y="0"/>
                  </a:lnTo>
                  <a:lnTo>
                    <a:pt x="18797" y="0"/>
                  </a:lnTo>
                  <a:lnTo>
                    <a:pt x="18797" y="5816"/>
                  </a:lnTo>
                  <a:close/>
                </a:path>
                <a:path w="19050" h="1679575">
                  <a:moveTo>
                    <a:pt x="18797" y="128436"/>
                  </a:moveTo>
                  <a:lnTo>
                    <a:pt x="18797" y="134253"/>
                  </a:lnTo>
                  <a:lnTo>
                    <a:pt x="12270" y="140070"/>
                  </a:lnTo>
                  <a:lnTo>
                    <a:pt x="6004" y="134253"/>
                  </a:lnTo>
                  <a:lnTo>
                    <a:pt x="0" y="134253"/>
                  </a:lnTo>
                  <a:lnTo>
                    <a:pt x="0" y="128436"/>
                  </a:lnTo>
                  <a:lnTo>
                    <a:pt x="0" y="123317"/>
                  </a:lnTo>
                  <a:lnTo>
                    <a:pt x="6004" y="123317"/>
                  </a:lnTo>
                  <a:lnTo>
                    <a:pt x="12270" y="123317"/>
                  </a:lnTo>
                  <a:lnTo>
                    <a:pt x="18797" y="123317"/>
                  </a:lnTo>
                  <a:lnTo>
                    <a:pt x="18797" y="128436"/>
                  </a:lnTo>
                  <a:close/>
                </a:path>
                <a:path w="19050" h="1679575">
                  <a:moveTo>
                    <a:pt x="18797" y="201496"/>
                  </a:moveTo>
                  <a:lnTo>
                    <a:pt x="18797" y="251986"/>
                  </a:lnTo>
                  <a:lnTo>
                    <a:pt x="18797" y="257803"/>
                  </a:lnTo>
                  <a:lnTo>
                    <a:pt x="12270" y="262922"/>
                  </a:lnTo>
                  <a:lnTo>
                    <a:pt x="6004" y="257803"/>
                  </a:lnTo>
                  <a:lnTo>
                    <a:pt x="0" y="257803"/>
                  </a:lnTo>
                  <a:lnTo>
                    <a:pt x="0" y="251986"/>
                  </a:lnTo>
                  <a:lnTo>
                    <a:pt x="0" y="201496"/>
                  </a:lnTo>
                  <a:lnTo>
                    <a:pt x="0" y="195679"/>
                  </a:lnTo>
                  <a:lnTo>
                    <a:pt x="6004" y="190560"/>
                  </a:lnTo>
                  <a:lnTo>
                    <a:pt x="12270" y="190560"/>
                  </a:lnTo>
                  <a:lnTo>
                    <a:pt x="18797" y="190560"/>
                  </a:lnTo>
                  <a:lnTo>
                    <a:pt x="18797" y="201496"/>
                  </a:lnTo>
                  <a:close/>
                </a:path>
                <a:path w="19050" h="1679575">
                  <a:moveTo>
                    <a:pt x="18797" y="319229"/>
                  </a:moveTo>
                  <a:lnTo>
                    <a:pt x="18797" y="329932"/>
                  </a:lnTo>
                  <a:lnTo>
                    <a:pt x="12270" y="329932"/>
                  </a:lnTo>
                  <a:lnTo>
                    <a:pt x="6004" y="329932"/>
                  </a:lnTo>
                  <a:lnTo>
                    <a:pt x="0" y="324814"/>
                  </a:lnTo>
                  <a:lnTo>
                    <a:pt x="0" y="319229"/>
                  </a:lnTo>
                  <a:lnTo>
                    <a:pt x="6004" y="313412"/>
                  </a:lnTo>
                  <a:lnTo>
                    <a:pt x="12270" y="313412"/>
                  </a:lnTo>
                  <a:lnTo>
                    <a:pt x="18797" y="313412"/>
                  </a:lnTo>
                  <a:lnTo>
                    <a:pt x="18797" y="319229"/>
                  </a:lnTo>
                  <a:close/>
                </a:path>
                <a:path w="19050" h="1679575">
                  <a:moveTo>
                    <a:pt x="18797" y="392057"/>
                  </a:moveTo>
                  <a:lnTo>
                    <a:pt x="18797" y="442082"/>
                  </a:lnTo>
                  <a:lnTo>
                    <a:pt x="18797" y="447666"/>
                  </a:lnTo>
                  <a:lnTo>
                    <a:pt x="12270" y="453483"/>
                  </a:lnTo>
                  <a:lnTo>
                    <a:pt x="6004" y="447666"/>
                  </a:lnTo>
                  <a:lnTo>
                    <a:pt x="0" y="447666"/>
                  </a:lnTo>
                  <a:lnTo>
                    <a:pt x="0" y="442082"/>
                  </a:lnTo>
                  <a:lnTo>
                    <a:pt x="0" y="392057"/>
                  </a:lnTo>
                  <a:lnTo>
                    <a:pt x="0" y="386240"/>
                  </a:lnTo>
                  <a:lnTo>
                    <a:pt x="6004" y="386240"/>
                  </a:lnTo>
                  <a:lnTo>
                    <a:pt x="12270" y="380655"/>
                  </a:lnTo>
                  <a:lnTo>
                    <a:pt x="12270" y="386240"/>
                  </a:lnTo>
                  <a:lnTo>
                    <a:pt x="18797" y="386240"/>
                  </a:lnTo>
                  <a:lnTo>
                    <a:pt x="18797" y="392057"/>
                  </a:lnTo>
                  <a:close/>
                </a:path>
                <a:path w="19050" h="1679575">
                  <a:moveTo>
                    <a:pt x="18797" y="514886"/>
                  </a:moveTo>
                  <a:lnTo>
                    <a:pt x="18797" y="520633"/>
                  </a:lnTo>
                  <a:lnTo>
                    <a:pt x="12270" y="520633"/>
                  </a:lnTo>
                  <a:lnTo>
                    <a:pt x="6004" y="520633"/>
                  </a:lnTo>
                  <a:lnTo>
                    <a:pt x="0" y="514886"/>
                  </a:lnTo>
                  <a:lnTo>
                    <a:pt x="0" y="509139"/>
                  </a:lnTo>
                  <a:lnTo>
                    <a:pt x="6004" y="509139"/>
                  </a:lnTo>
                  <a:lnTo>
                    <a:pt x="6004" y="503973"/>
                  </a:lnTo>
                  <a:lnTo>
                    <a:pt x="12270" y="503973"/>
                  </a:lnTo>
                  <a:lnTo>
                    <a:pt x="18797" y="509139"/>
                  </a:lnTo>
                  <a:lnTo>
                    <a:pt x="18797" y="514886"/>
                  </a:lnTo>
                  <a:close/>
                </a:path>
                <a:path w="19050" h="1679575">
                  <a:moveTo>
                    <a:pt x="18797" y="582059"/>
                  </a:moveTo>
                  <a:lnTo>
                    <a:pt x="18797" y="638320"/>
                  </a:lnTo>
                  <a:lnTo>
                    <a:pt x="18797" y="644043"/>
                  </a:lnTo>
                  <a:lnTo>
                    <a:pt x="12270" y="644043"/>
                  </a:lnTo>
                  <a:lnTo>
                    <a:pt x="6004" y="644043"/>
                  </a:lnTo>
                  <a:lnTo>
                    <a:pt x="0" y="638320"/>
                  </a:lnTo>
                  <a:lnTo>
                    <a:pt x="0" y="582059"/>
                  </a:lnTo>
                  <a:lnTo>
                    <a:pt x="6004" y="576893"/>
                  </a:lnTo>
                  <a:lnTo>
                    <a:pt x="12270" y="576893"/>
                  </a:lnTo>
                  <a:lnTo>
                    <a:pt x="18797" y="576893"/>
                  </a:lnTo>
                  <a:lnTo>
                    <a:pt x="18797" y="582059"/>
                  </a:lnTo>
                  <a:close/>
                </a:path>
                <a:path w="19050" h="1679575">
                  <a:moveTo>
                    <a:pt x="18797" y="705470"/>
                  </a:moveTo>
                  <a:lnTo>
                    <a:pt x="18797" y="711217"/>
                  </a:lnTo>
                  <a:lnTo>
                    <a:pt x="12270" y="716382"/>
                  </a:lnTo>
                  <a:lnTo>
                    <a:pt x="6004" y="711217"/>
                  </a:lnTo>
                  <a:lnTo>
                    <a:pt x="0" y="711217"/>
                  </a:lnTo>
                  <a:lnTo>
                    <a:pt x="0" y="705470"/>
                  </a:lnTo>
                  <a:lnTo>
                    <a:pt x="6004" y="699722"/>
                  </a:lnTo>
                  <a:lnTo>
                    <a:pt x="12270" y="699722"/>
                  </a:lnTo>
                  <a:lnTo>
                    <a:pt x="18797" y="699722"/>
                  </a:lnTo>
                  <a:lnTo>
                    <a:pt x="18797" y="705470"/>
                  </a:lnTo>
                  <a:close/>
                </a:path>
                <a:path w="19050" h="1679575">
                  <a:moveTo>
                    <a:pt x="18797" y="778367"/>
                  </a:moveTo>
                  <a:lnTo>
                    <a:pt x="18797" y="828322"/>
                  </a:lnTo>
                  <a:lnTo>
                    <a:pt x="18797" y="834069"/>
                  </a:lnTo>
                  <a:lnTo>
                    <a:pt x="12270" y="839793"/>
                  </a:lnTo>
                  <a:lnTo>
                    <a:pt x="6004" y="834069"/>
                  </a:lnTo>
                  <a:lnTo>
                    <a:pt x="0" y="834069"/>
                  </a:lnTo>
                  <a:lnTo>
                    <a:pt x="0" y="828322"/>
                  </a:lnTo>
                  <a:lnTo>
                    <a:pt x="0" y="778367"/>
                  </a:lnTo>
                  <a:lnTo>
                    <a:pt x="0" y="772643"/>
                  </a:lnTo>
                  <a:lnTo>
                    <a:pt x="6004" y="772643"/>
                  </a:lnTo>
                  <a:lnTo>
                    <a:pt x="6004" y="766896"/>
                  </a:lnTo>
                  <a:lnTo>
                    <a:pt x="12270" y="766896"/>
                  </a:lnTo>
                  <a:lnTo>
                    <a:pt x="18797" y="772643"/>
                  </a:lnTo>
                  <a:lnTo>
                    <a:pt x="18797" y="778367"/>
                  </a:lnTo>
                  <a:close/>
                </a:path>
                <a:path w="19050" h="1679575">
                  <a:moveTo>
                    <a:pt x="18797" y="901219"/>
                  </a:moveTo>
                  <a:lnTo>
                    <a:pt x="18797" y="906966"/>
                  </a:lnTo>
                  <a:lnTo>
                    <a:pt x="12270" y="906966"/>
                  </a:lnTo>
                  <a:lnTo>
                    <a:pt x="6004" y="906966"/>
                  </a:lnTo>
                  <a:lnTo>
                    <a:pt x="0" y="901219"/>
                  </a:lnTo>
                  <a:lnTo>
                    <a:pt x="0" y="895495"/>
                  </a:lnTo>
                  <a:lnTo>
                    <a:pt x="6004" y="895495"/>
                  </a:lnTo>
                  <a:lnTo>
                    <a:pt x="6004" y="890306"/>
                  </a:lnTo>
                  <a:lnTo>
                    <a:pt x="12270" y="890306"/>
                  </a:lnTo>
                  <a:lnTo>
                    <a:pt x="18797" y="895495"/>
                  </a:lnTo>
                  <a:lnTo>
                    <a:pt x="18797" y="901219"/>
                  </a:lnTo>
                  <a:close/>
                </a:path>
                <a:path w="19050" h="1679575">
                  <a:moveTo>
                    <a:pt x="18797" y="968392"/>
                  </a:moveTo>
                  <a:lnTo>
                    <a:pt x="18797" y="1018906"/>
                  </a:lnTo>
                  <a:lnTo>
                    <a:pt x="18797" y="1029818"/>
                  </a:lnTo>
                  <a:lnTo>
                    <a:pt x="12270" y="1029818"/>
                  </a:lnTo>
                  <a:lnTo>
                    <a:pt x="6004" y="1029818"/>
                  </a:lnTo>
                  <a:lnTo>
                    <a:pt x="0" y="1024653"/>
                  </a:lnTo>
                  <a:lnTo>
                    <a:pt x="0" y="1018906"/>
                  </a:lnTo>
                  <a:lnTo>
                    <a:pt x="0" y="968392"/>
                  </a:lnTo>
                  <a:lnTo>
                    <a:pt x="6004" y="962645"/>
                  </a:lnTo>
                  <a:lnTo>
                    <a:pt x="12270" y="962645"/>
                  </a:lnTo>
                  <a:lnTo>
                    <a:pt x="18797" y="962645"/>
                  </a:lnTo>
                  <a:lnTo>
                    <a:pt x="18797" y="968392"/>
                  </a:lnTo>
                  <a:close/>
                </a:path>
                <a:path w="19050" h="1679575">
                  <a:moveTo>
                    <a:pt x="18797" y="1091803"/>
                  </a:moveTo>
                  <a:lnTo>
                    <a:pt x="18797" y="1096968"/>
                  </a:lnTo>
                  <a:lnTo>
                    <a:pt x="12270" y="1102715"/>
                  </a:lnTo>
                  <a:lnTo>
                    <a:pt x="6004" y="1096968"/>
                  </a:lnTo>
                  <a:lnTo>
                    <a:pt x="0" y="1096968"/>
                  </a:lnTo>
                  <a:lnTo>
                    <a:pt x="0" y="1091803"/>
                  </a:lnTo>
                  <a:lnTo>
                    <a:pt x="0" y="1086079"/>
                  </a:lnTo>
                  <a:lnTo>
                    <a:pt x="6004" y="1086079"/>
                  </a:lnTo>
                  <a:lnTo>
                    <a:pt x="12270" y="1080332"/>
                  </a:lnTo>
                  <a:lnTo>
                    <a:pt x="12270" y="1086079"/>
                  </a:lnTo>
                  <a:lnTo>
                    <a:pt x="18797" y="1086079"/>
                  </a:lnTo>
                  <a:lnTo>
                    <a:pt x="18797" y="1091803"/>
                  </a:lnTo>
                  <a:close/>
                </a:path>
                <a:path w="19050" h="1679575">
                  <a:moveTo>
                    <a:pt x="18797" y="1158976"/>
                  </a:moveTo>
                  <a:lnTo>
                    <a:pt x="18797" y="1214655"/>
                  </a:lnTo>
                  <a:lnTo>
                    <a:pt x="18797" y="1220402"/>
                  </a:lnTo>
                  <a:lnTo>
                    <a:pt x="12270" y="1220402"/>
                  </a:lnTo>
                  <a:lnTo>
                    <a:pt x="6004" y="1220402"/>
                  </a:lnTo>
                  <a:lnTo>
                    <a:pt x="0" y="1214655"/>
                  </a:lnTo>
                  <a:lnTo>
                    <a:pt x="0" y="1158976"/>
                  </a:lnTo>
                  <a:lnTo>
                    <a:pt x="6004" y="1153229"/>
                  </a:lnTo>
                  <a:lnTo>
                    <a:pt x="12270" y="1153229"/>
                  </a:lnTo>
                  <a:lnTo>
                    <a:pt x="18797" y="1153229"/>
                  </a:lnTo>
                  <a:lnTo>
                    <a:pt x="18797" y="1158976"/>
                  </a:lnTo>
                  <a:close/>
                </a:path>
                <a:path w="19050" h="1679575">
                  <a:moveTo>
                    <a:pt x="18797" y="1281828"/>
                  </a:moveTo>
                  <a:lnTo>
                    <a:pt x="18797" y="1287552"/>
                  </a:lnTo>
                  <a:lnTo>
                    <a:pt x="12270" y="1293299"/>
                  </a:lnTo>
                  <a:lnTo>
                    <a:pt x="6004" y="1287552"/>
                  </a:lnTo>
                  <a:lnTo>
                    <a:pt x="0" y="1287552"/>
                  </a:lnTo>
                  <a:lnTo>
                    <a:pt x="0" y="1281828"/>
                  </a:lnTo>
                  <a:lnTo>
                    <a:pt x="6004" y="1276081"/>
                  </a:lnTo>
                  <a:lnTo>
                    <a:pt x="12270" y="1276081"/>
                  </a:lnTo>
                  <a:lnTo>
                    <a:pt x="18797" y="1276081"/>
                  </a:lnTo>
                  <a:lnTo>
                    <a:pt x="18797" y="1281828"/>
                  </a:lnTo>
                  <a:close/>
                </a:path>
                <a:path w="19050" h="1679575">
                  <a:moveTo>
                    <a:pt x="18797" y="1354725"/>
                  </a:moveTo>
                  <a:lnTo>
                    <a:pt x="18797" y="1405239"/>
                  </a:lnTo>
                  <a:lnTo>
                    <a:pt x="18797" y="1410404"/>
                  </a:lnTo>
                  <a:lnTo>
                    <a:pt x="12270" y="1416151"/>
                  </a:lnTo>
                  <a:lnTo>
                    <a:pt x="6004" y="1410404"/>
                  </a:lnTo>
                  <a:lnTo>
                    <a:pt x="0" y="1410404"/>
                  </a:lnTo>
                  <a:lnTo>
                    <a:pt x="0" y="1405239"/>
                  </a:lnTo>
                  <a:lnTo>
                    <a:pt x="0" y="1354725"/>
                  </a:lnTo>
                  <a:lnTo>
                    <a:pt x="0" y="1348978"/>
                  </a:lnTo>
                  <a:lnTo>
                    <a:pt x="6004" y="1348978"/>
                  </a:lnTo>
                  <a:lnTo>
                    <a:pt x="6004" y="1343254"/>
                  </a:lnTo>
                  <a:lnTo>
                    <a:pt x="12270" y="1343254"/>
                  </a:lnTo>
                  <a:lnTo>
                    <a:pt x="18797" y="1348978"/>
                  </a:lnTo>
                  <a:lnTo>
                    <a:pt x="18797" y="1354725"/>
                  </a:lnTo>
                  <a:close/>
                </a:path>
                <a:path w="19050" h="1679575">
                  <a:moveTo>
                    <a:pt x="18797" y="1477578"/>
                  </a:moveTo>
                  <a:lnTo>
                    <a:pt x="18797" y="1483325"/>
                  </a:lnTo>
                  <a:lnTo>
                    <a:pt x="12270" y="1483325"/>
                  </a:lnTo>
                  <a:lnTo>
                    <a:pt x="6004" y="1483325"/>
                  </a:lnTo>
                  <a:lnTo>
                    <a:pt x="0" y="1477578"/>
                  </a:lnTo>
                  <a:lnTo>
                    <a:pt x="0" y="1472412"/>
                  </a:lnTo>
                  <a:lnTo>
                    <a:pt x="6004" y="1472412"/>
                  </a:lnTo>
                  <a:lnTo>
                    <a:pt x="6004" y="1466665"/>
                  </a:lnTo>
                  <a:lnTo>
                    <a:pt x="12270" y="1466665"/>
                  </a:lnTo>
                  <a:lnTo>
                    <a:pt x="18797" y="1472412"/>
                  </a:lnTo>
                  <a:lnTo>
                    <a:pt x="18797" y="1477578"/>
                  </a:lnTo>
                  <a:close/>
                </a:path>
                <a:path w="19050" h="1679575">
                  <a:moveTo>
                    <a:pt x="18797" y="1544728"/>
                  </a:moveTo>
                  <a:lnTo>
                    <a:pt x="18797" y="1600988"/>
                  </a:lnTo>
                  <a:lnTo>
                    <a:pt x="18797" y="1606735"/>
                  </a:lnTo>
                  <a:lnTo>
                    <a:pt x="12270" y="1606735"/>
                  </a:lnTo>
                  <a:lnTo>
                    <a:pt x="6004" y="1606735"/>
                  </a:lnTo>
                  <a:lnTo>
                    <a:pt x="0" y="1600988"/>
                  </a:lnTo>
                  <a:lnTo>
                    <a:pt x="0" y="1544728"/>
                  </a:lnTo>
                  <a:lnTo>
                    <a:pt x="6004" y="1539562"/>
                  </a:lnTo>
                  <a:lnTo>
                    <a:pt x="12270" y="1539562"/>
                  </a:lnTo>
                  <a:lnTo>
                    <a:pt x="18797" y="1539562"/>
                  </a:lnTo>
                  <a:lnTo>
                    <a:pt x="18797" y="1544728"/>
                  </a:lnTo>
                  <a:close/>
                </a:path>
                <a:path w="19050" h="1679575">
                  <a:moveTo>
                    <a:pt x="18797" y="1668162"/>
                  </a:moveTo>
                  <a:lnTo>
                    <a:pt x="18797" y="1673909"/>
                  </a:lnTo>
                  <a:lnTo>
                    <a:pt x="12270" y="1679074"/>
                  </a:lnTo>
                  <a:lnTo>
                    <a:pt x="6004" y="1679074"/>
                  </a:lnTo>
                  <a:lnTo>
                    <a:pt x="6004" y="1673909"/>
                  </a:lnTo>
                  <a:lnTo>
                    <a:pt x="0" y="1673909"/>
                  </a:lnTo>
                  <a:lnTo>
                    <a:pt x="0" y="1668162"/>
                  </a:lnTo>
                  <a:lnTo>
                    <a:pt x="6004" y="1662414"/>
                  </a:lnTo>
                  <a:lnTo>
                    <a:pt x="12270" y="1662414"/>
                  </a:lnTo>
                  <a:lnTo>
                    <a:pt x="18797" y="1662414"/>
                  </a:lnTo>
                  <a:lnTo>
                    <a:pt x="18797" y="1668162"/>
                  </a:lnTo>
                  <a:close/>
                </a:path>
              </a:pathLst>
            </a:custGeom>
            <a:ln w="6115">
              <a:solidFill>
                <a:srgbClr val="000000"/>
              </a:solidFill>
            </a:ln>
          </p:spPr>
          <p:txBody>
            <a:bodyPr wrap="square" lIns="0" tIns="0" rIns="0" bIns="0" rtlCol="0"/>
            <a:lstStyle/>
            <a:p/>
          </p:txBody>
        </p:sp>
      </p:grpSp>
      <p:grpSp>
        <p:nvGrpSpPr>
          <p:cNvPr id="102" name="object 102" descr=""/>
          <p:cNvGrpSpPr/>
          <p:nvPr/>
        </p:nvGrpSpPr>
        <p:grpSpPr>
          <a:xfrm>
            <a:off x="1774825" y="5821362"/>
            <a:ext cx="2663825" cy="711200"/>
            <a:chOff x="1774825" y="5821362"/>
            <a:chExt cx="2663825" cy="711200"/>
          </a:xfrm>
        </p:grpSpPr>
        <p:sp>
          <p:nvSpPr>
            <p:cNvPr id="103" name="object 103" descr=""/>
            <p:cNvSpPr/>
            <p:nvPr/>
          </p:nvSpPr>
          <p:spPr>
            <a:xfrm>
              <a:off x="1774825" y="5821362"/>
              <a:ext cx="2663825" cy="711200"/>
            </a:xfrm>
            <a:custGeom>
              <a:avLst/>
              <a:gdLst/>
              <a:ahLst/>
              <a:cxnLst/>
              <a:rect l="l" t="t" r="r" b="b"/>
              <a:pathLst>
                <a:path w="2663825" h="711200">
                  <a:moveTo>
                    <a:pt x="2663825" y="0"/>
                  </a:moveTo>
                  <a:lnTo>
                    <a:pt x="0" y="0"/>
                  </a:lnTo>
                  <a:lnTo>
                    <a:pt x="0" y="711200"/>
                  </a:lnTo>
                  <a:lnTo>
                    <a:pt x="2663825" y="711200"/>
                  </a:lnTo>
                  <a:lnTo>
                    <a:pt x="2663825" y="0"/>
                  </a:lnTo>
                  <a:close/>
                </a:path>
              </a:pathLst>
            </a:custGeom>
            <a:solidFill>
              <a:srgbClr val="C3FFF1"/>
            </a:solidFill>
          </p:spPr>
          <p:txBody>
            <a:bodyPr wrap="square" lIns="0" tIns="0" rIns="0" bIns="0" rtlCol="0"/>
            <a:lstStyle/>
            <a:p/>
          </p:txBody>
        </p:sp>
        <p:sp>
          <p:nvSpPr>
            <p:cNvPr id="104" name="object 104" descr=""/>
            <p:cNvSpPr/>
            <p:nvPr/>
          </p:nvSpPr>
          <p:spPr>
            <a:xfrm>
              <a:off x="2289769" y="6189812"/>
              <a:ext cx="1207770" cy="0"/>
            </a:xfrm>
            <a:custGeom>
              <a:avLst/>
              <a:gdLst/>
              <a:ahLst/>
              <a:cxnLst/>
              <a:rect l="l" t="t" r="r" b="b"/>
              <a:pathLst>
                <a:path w="1207770" h="0">
                  <a:moveTo>
                    <a:pt x="0" y="0"/>
                  </a:moveTo>
                  <a:lnTo>
                    <a:pt x="1207565" y="0"/>
                  </a:lnTo>
                </a:path>
              </a:pathLst>
            </a:custGeom>
            <a:ln w="11227">
              <a:solidFill>
                <a:srgbClr val="000000"/>
              </a:solidFill>
            </a:ln>
          </p:spPr>
          <p:txBody>
            <a:bodyPr wrap="square" lIns="0" tIns="0" rIns="0" bIns="0" rtlCol="0"/>
            <a:lstStyle/>
            <a:p/>
          </p:txBody>
        </p:sp>
      </p:grpSp>
      <p:sp>
        <p:nvSpPr>
          <p:cNvPr id="105" name="object 105" descr=""/>
          <p:cNvSpPr txBox="1"/>
          <p:nvPr/>
        </p:nvSpPr>
        <p:spPr>
          <a:xfrm>
            <a:off x="2596897" y="6184389"/>
            <a:ext cx="619125" cy="358775"/>
          </a:xfrm>
          <a:prstGeom prst="rect">
            <a:avLst/>
          </a:prstGeom>
        </p:spPr>
        <p:txBody>
          <a:bodyPr wrap="square" lIns="0" tIns="16510" rIns="0" bIns="0" rtlCol="0" vert="horz">
            <a:spAutoFit/>
          </a:bodyPr>
          <a:lstStyle/>
          <a:p>
            <a:pPr>
              <a:lnSpc>
                <a:spcPct val="100000"/>
              </a:lnSpc>
              <a:spcBef>
                <a:spcPts val="130"/>
              </a:spcBef>
            </a:pPr>
            <a:r>
              <a:rPr dirty="0" sz="2150" spc="60">
                <a:latin typeface="Times New Roman"/>
                <a:cs typeface="Times New Roman"/>
              </a:rPr>
              <a:t>5</a:t>
            </a:r>
            <a:r>
              <a:rPr dirty="0" sz="2150" spc="60">
                <a:latin typeface="Symbol"/>
                <a:cs typeface="Symbol"/>
              </a:rPr>
              <a:t></a:t>
            </a:r>
            <a:r>
              <a:rPr dirty="0" sz="2150" spc="60">
                <a:latin typeface="Times New Roman"/>
                <a:cs typeface="Times New Roman"/>
              </a:rPr>
              <a:t>16</a:t>
            </a:r>
            <a:endParaRPr sz="2150">
              <a:latin typeface="Times New Roman"/>
              <a:cs typeface="Times New Roman"/>
            </a:endParaRPr>
          </a:p>
        </p:txBody>
      </p:sp>
      <p:sp>
        <p:nvSpPr>
          <p:cNvPr id="106" name="object 106" descr=""/>
          <p:cNvSpPr txBox="1"/>
          <p:nvPr/>
        </p:nvSpPr>
        <p:spPr>
          <a:xfrm>
            <a:off x="1799385" y="5968570"/>
            <a:ext cx="2651760" cy="358775"/>
          </a:xfrm>
          <a:prstGeom prst="rect">
            <a:avLst/>
          </a:prstGeom>
        </p:spPr>
        <p:txBody>
          <a:bodyPr wrap="square" lIns="0" tIns="16510" rIns="0" bIns="0" rtlCol="0" vert="horz">
            <a:spAutoFit/>
          </a:bodyPr>
          <a:lstStyle/>
          <a:p>
            <a:pPr marL="25400">
              <a:lnSpc>
                <a:spcPct val="100000"/>
              </a:lnSpc>
              <a:spcBef>
                <a:spcPts val="130"/>
              </a:spcBef>
            </a:pPr>
            <a:r>
              <a:rPr dirty="0" sz="2150" i="1">
                <a:latin typeface="Times New Roman"/>
                <a:cs typeface="Times New Roman"/>
              </a:rPr>
              <a:t>E</a:t>
            </a:r>
            <a:r>
              <a:rPr dirty="0" sz="2150" spc="75" i="1">
                <a:latin typeface="Times New Roman"/>
                <a:cs typeface="Times New Roman"/>
              </a:rPr>
              <a:t> </a:t>
            </a:r>
            <a:r>
              <a:rPr dirty="0" sz="2150">
                <a:latin typeface="Symbol"/>
                <a:cs typeface="Symbol"/>
              </a:rPr>
              <a:t></a:t>
            </a:r>
            <a:r>
              <a:rPr dirty="0" sz="2150" spc="160">
                <a:latin typeface="Times New Roman"/>
                <a:cs typeface="Times New Roman"/>
              </a:rPr>
              <a:t> </a:t>
            </a:r>
            <a:r>
              <a:rPr dirty="0" baseline="34883" sz="3225" spc="172">
                <a:latin typeface="Times New Roman"/>
                <a:cs typeface="Times New Roman"/>
              </a:rPr>
              <a:t>4</a:t>
            </a:r>
            <a:r>
              <a:rPr dirty="0" baseline="34883" sz="3225" spc="172">
                <a:latin typeface="Symbol"/>
                <a:cs typeface="Symbol"/>
              </a:rPr>
              <a:t></a:t>
            </a:r>
            <a:r>
              <a:rPr dirty="0" baseline="34883" sz="3225" spc="-480">
                <a:latin typeface="Times New Roman"/>
                <a:cs typeface="Times New Roman"/>
              </a:rPr>
              <a:t> </a:t>
            </a:r>
            <a:r>
              <a:rPr dirty="0" baseline="34883" sz="3225">
                <a:latin typeface="Times New Roman"/>
                <a:cs typeface="Times New Roman"/>
              </a:rPr>
              <a:t>3</a:t>
            </a:r>
            <a:r>
              <a:rPr dirty="0" baseline="34883" sz="3225" spc="-412">
                <a:latin typeface="Times New Roman"/>
                <a:cs typeface="Times New Roman"/>
              </a:rPr>
              <a:t> </a:t>
            </a:r>
            <a:r>
              <a:rPr dirty="0" baseline="34883" sz="3225">
                <a:latin typeface="Symbol"/>
                <a:cs typeface="Symbol"/>
              </a:rPr>
              <a:t></a:t>
            </a:r>
            <a:r>
              <a:rPr dirty="0" baseline="34883" sz="3225" spc="-307">
                <a:latin typeface="Times New Roman"/>
                <a:cs typeface="Times New Roman"/>
              </a:rPr>
              <a:t> </a:t>
            </a:r>
            <a:r>
              <a:rPr dirty="0" baseline="34883" sz="3225" spc="120">
                <a:latin typeface="Times New Roman"/>
                <a:cs typeface="Times New Roman"/>
              </a:rPr>
              <a:t>3</a:t>
            </a:r>
            <a:r>
              <a:rPr dirty="0" baseline="34883" sz="3225" spc="120">
                <a:latin typeface="Symbol"/>
                <a:cs typeface="Symbol"/>
              </a:rPr>
              <a:t></a:t>
            </a:r>
            <a:r>
              <a:rPr dirty="0" baseline="34883" sz="3225" spc="-472">
                <a:latin typeface="Times New Roman"/>
                <a:cs typeface="Times New Roman"/>
              </a:rPr>
              <a:t> </a:t>
            </a:r>
            <a:r>
              <a:rPr dirty="0" baseline="34883" sz="3225">
                <a:latin typeface="Times New Roman"/>
                <a:cs typeface="Times New Roman"/>
              </a:rPr>
              <a:t>5</a:t>
            </a:r>
            <a:r>
              <a:rPr dirty="0" baseline="34883" sz="3225" spc="150">
                <a:latin typeface="Times New Roman"/>
                <a:cs typeface="Times New Roman"/>
              </a:rPr>
              <a:t> </a:t>
            </a:r>
            <a:r>
              <a:rPr dirty="0" sz="2150">
                <a:latin typeface="Symbol"/>
                <a:cs typeface="Symbol"/>
              </a:rPr>
              <a:t></a:t>
            </a:r>
            <a:r>
              <a:rPr dirty="0" sz="2150" spc="-70">
                <a:latin typeface="Times New Roman"/>
                <a:cs typeface="Times New Roman"/>
              </a:rPr>
              <a:t> </a:t>
            </a:r>
            <a:r>
              <a:rPr dirty="0" sz="2150" spc="-20">
                <a:latin typeface="Times New Roman"/>
                <a:cs typeface="Times New Roman"/>
              </a:rPr>
              <a:t>0.338</a:t>
            </a:r>
            <a:endParaRPr sz="2150">
              <a:latin typeface="Times New Roman"/>
              <a:cs typeface="Times New Roman"/>
            </a:endParaRPr>
          </a:p>
        </p:txBody>
      </p:sp>
      <p:sp>
        <p:nvSpPr>
          <p:cNvPr id="107" name="object 107"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grpSp>
        <p:nvGrpSpPr>
          <p:cNvPr id="108" name="object 108" descr=""/>
          <p:cNvGrpSpPr/>
          <p:nvPr/>
        </p:nvGrpSpPr>
        <p:grpSpPr>
          <a:xfrm>
            <a:off x="174010" y="1097777"/>
            <a:ext cx="706755" cy="79375"/>
            <a:chOff x="174010" y="1097777"/>
            <a:chExt cx="706755" cy="79375"/>
          </a:xfrm>
        </p:grpSpPr>
        <p:sp>
          <p:nvSpPr>
            <p:cNvPr id="109" name="object 109" descr=""/>
            <p:cNvSpPr/>
            <p:nvPr/>
          </p:nvSpPr>
          <p:spPr>
            <a:xfrm>
              <a:off x="176217" y="1100700"/>
              <a:ext cx="701040" cy="73025"/>
            </a:xfrm>
            <a:custGeom>
              <a:avLst/>
              <a:gdLst/>
              <a:ahLst/>
              <a:cxnLst/>
              <a:rect l="l" t="t" r="r" b="b"/>
              <a:pathLst>
                <a:path w="701040" h="73025">
                  <a:moveTo>
                    <a:pt x="484940" y="0"/>
                  </a:moveTo>
                  <a:lnTo>
                    <a:pt x="553693" y="34518"/>
                  </a:lnTo>
                  <a:lnTo>
                    <a:pt x="484940" y="72969"/>
                  </a:lnTo>
                  <a:lnTo>
                    <a:pt x="629772" y="47200"/>
                  </a:lnTo>
                  <a:lnTo>
                    <a:pt x="553693" y="47200"/>
                  </a:lnTo>
                  <a:lnTo>
                    <a:pt x="562635" y="42825"/>
                  </a:lnTo>
                  <a:lnTo>
                    <a:pt x="571540" y="42825"/>
                  </a:lnTo>
                  <a:lnTo>
                    <a:pt x="571540" y="30161"/>
                  </a:lnTo>
                  <a:lnTo>
                    <a:pt x="562635" y="30161"/>
                  </a:lnTo>
                  <a:lnTo>
                    <a:pt x="553693" y="25787"/>
                  </a:lnTo>
                  <a:lnTo>
                    <a:pt x="646380" y="25787"/>
                  </a:lnTo>
                  <a:lnTo>
                    <a:pt x="484940" y="0"/>
                  </a:lnTo>
                  <a:close/>
                </a:path>
                <a:path w="701040" h="73025">
                  <a:moveTo>
                    <a:pt x="536302" y="25787"/>
                  </a:moveTo>
                  <a:lnTo>
                    <a:pt x="17860" y="25787"/>
                  </a:lnTo>
                  <a:lnTo>
                    <a:pt x="0" y="34518"/>
                  </a:lnTo>
                  <a:lnTo>
                    <a:pt x="0" y="38450"/>
                  </a:lnTo>
                  <a:lnTo>
                    <a:pt x="17860" y="47200"/>
                  </a:lnTo>
                  <a:lnTo>
                    <a:pt x="531018" y="47200"/>
                  </a:lnTo>
                  <a:lnTo>
                    <a:pt x="553693" y="34518"/>
                  </a:lnTo>
                  <a:lnTo>
                    <a:pt x="536302" y="25787"/>
                  </a:lnTo>
                  <a:close/>
                </a:path>
                <a:path w="701040" h="73025">
                  <a:moveTo>
                    <a:pt x="646380" y="25787"/>
                  </a:moveTo>
                  <a:lnTo>
                    <a:pt x="553693" y="25787"/>
                  </a:lnTo>
                  <a:lnTo>
                    <a:pt x="562635" y="30161"/>
                  </a:lnTo>
                  <a:lnTo>
                    <a:pt x="571540" y="30161"/>
                  </a:lnTo>
                  <a:lnTo>
                    <a:pt x="571540" y="42825"/>
                  </a:lnTo>
                  <a:lnTo>
                    <a:pt x="562635" y="42825"/>
                  </a:lnTo>
                  <a:lnTo>
                    <a:pt x="553693" y="47200"/>
                  </a:lnTo>
                  <a:lnTo>
                    <a:pt x="629772" y="47200"/>
                  </a:lnTo>
                  <a:lnTo>
                    <a:pt x="701043" y="34518"/>
                  </a:lnTo>
                  <a:lnTo>
                    <a:pt x="646380" y="25787"/>
                  </a:lnTo>
                  <a:close/>
                </a:path>
              </a:pathLst>
            </a:custGeom>
            <a:solidFill>
              <a:srgbClr val="0000FF"/>
            </a:solidFill>
          </p:spPr>
          <p:txBody>
            <a:bodyPr wrap="square" lIns="0" tIns="0" rIns="0" bIns="0" rtlCol="0"/>
            <a:lstStyle/>
            <a:p/>
          </p:txBody>
        </p:sp>
        <p:sp>
          <p:nvSpPr>
            <p:cNvPr id="110" name="object 110" descr=""/>
            <p:cNvSpPr/>
            <p:nvPr/>
          </p:nvSpPr>
          <p:spPr>
            <a:xfrm>
              <a:off x="176217" y="1100700"/>
              <a:ext cx="701040" cy="73025"/>
            </a:xfrm>
            <a:custGeom>
              <a:avLst/>
              <a:gdLst/>
              <a:ahLst/>
              <a:cxnLst/>
              <a:rect l="l" t="t" r="r" b="b"/>
              <a:pathLst>
                <a:path w="701040" h="73025">
                  <a:moveTo>
                    <a:pt x="17860" y="25787"/>
                  </a:moveTo>
                  <a:lnTo>
                    <a:pt x="553693" y="25787"/>
                  </a:lnTo>
                  <a:lnTo>
                    <a:pt x="562635" y="30161"/>
                  </a:lnTo>
                  <a:lnTo>
                    <a:pt x="571540" y="30161"/>
                  </a:lnTo>
                  <a:lnTo>
                    <a:pt x="571540" y="34518"/>
                  </a:lnTo>
                  <a:lnTo>
                    <a:pt x="571540" y="38450"/>
                  </a:lnTo>
                  <a:lnTo>
                    <a:pt x="571540" y="42825"/>
                  </a:lnTo>
                  <a:lnTo>
                    <a:pt x="562635" y="42825"/>
                  </a:lnTo>
                  <a:lnTo>
                    <a:pt x="553693" y="47200"/>
                  </a:lnTo>
                  <a:lnTo>
                    <a:pt x="17860" y="47200"/>
                  </a:lnTo>
                  <a:lnTo>
                    <a:pt x="8930" y="42825"/>
                  </a:lnTo>
                  <a:lnTo>
                    <a:pt x="0" y="38450"/>
                  </a:lnTo>
                  <a:lnTo>
                    <a:pt x="0" y="34518"/>
                  </a:lnTo>
                  <a:lnTo>
                    <a:pt x="8930" y="30161"/>
                  </a:lnTo>
                  <a:lnTo>
                    <a:pt x="17860" y="25787"/>
                  </a:lnTo>
                  <a:close/>
                </a:path>
                <a:path w="701040" h="73025">
                  <a:moveTo>
                    <a:pt x="553693" y="34518"/>
                  </a:moveTo>
                  <a:lnTo>
                    <a:pt x="484940" y="0"/>
                  </a:lnTo>
                  <a:lnTo>
                    <a:pt x="701043" y="34518"/>
                  </a:lnTo>
                  <a:lnTo>
                    <a:pt x="484940" y="72969"/>
                  </a:lnTo>
                  <a:lnTo>
                    <a:pt x="553693" y="34518"/>
                  </a:lnTo>
                  <a:close/>
                </a:path>
              </a:pathLst>
            </a:custGeom>
            <a:ln w="6658">
              <a:solidFill>
                <a:srgbClr val="0000FF"/>
              </a:solidFill>
            </a:ln>
          </p:spPr>
          <p:txBody>
            <a:bodyPr wrap="square" lIns="0" tIns="0" rIns="0" bIns="0" rtlCol="0"/>
            <a:lstStyle/>
            <a:p/>
          </p:txBody>
        </p:sp>
      </p:grpSp>
      <p:grpSp>
        <p:nvGrpSpPr>
          <p:cNvPr id="111" name="object 111" descr=""/>
          <p:cNvGrpSpPr/>
          <p:nvPr/>
        </p:nvGrpSpPr>
        <p:grpSpPr>
          <a:xfrm>
            <a:off x="174010" y="1376131"/>
            <a:ext cx="706755" cy="78740"/>
            <a:chOff x="174010" y="1376131"/>
            <a:chExt cx="706755" cy="78740"/>
          </a:xfrm>
        </p:grpSpPr>
        <p:sp>
          <p:nvSpPr>
            <p:cNvPr id="112" name="object 112" descr=""/>
            <p:cNvSpPr/>
            <p:nvPr/>
          </p:nvSpPr>
          <p:spPr>
            <a:xfrm>
              <a:off x="176217" y="1379047"/>
              <a:ext cx="701040" cy="73025"/>
            </a:xfrm>
            <a:custGeom>
              <a:avLst/>
              <a:gdLst/>
              <a:ahLst/>
              <a:cxnLst/>
              <a:rect l="l" t="t" r="r" b="b"/>
              <a:pathLst>
                <a:path w="701040" h="73025">
                  <a:moveTo>
                    <a:pt x="484940" y="0"/>
                  </a:moveTo>
                  <a:lnTo>
                    <a:pt x="553693" y="34093"/>
                  </a:lnTo>
                  <a:lnTo>
                    <a:pt x="484940" y="72544"/>
                  </a:lnTo>
                  <a:lnTo>
                    <a:pt x="629871" y="46757"/>
                  </a:lnTo>
                  <a:lnTo>
                    <a:pt x="553693" y="46757"/>
                  </a:lnTo>
                  <a:lnTo>
                    <a:pt x="562635" y="42825"/>
                  </a:lnTo>
                  <a:lnTo>
                    <a:pt x="571540" y="42825"/>
                  </a:lnTo>
                  <a:lnTo>
                    <a:pt x="571540" y="29719"/>
                  </a:lnTo>
                  <a:lnTo>
                    <a:pt x="562635" y="29719"/>
                  </a:lnTo>
                  <a:lnTo>
                    <a:pt x="553693" y="25344"/>
                  </a:lnTo>
                  <a:lnTo>
                    <a:pt x="645586" y="25344"/>
                  </a:lnTo>
                  <a:lnTo>
                    <a:pt x="484940" y="0"/>
                  </a:lnTo>
                  <a:close/>
                </a:path>
                <a:path w="701040" h="73025">
                  <a:moveTo>
                    <a:pt x="536050" y="25344"/>
                  </a:moveTo>
                  <a:lnTo>
                    <a:pt x="17860" y="25344"/>
                  </a:lnTo>
                  <a:lnTo>
                    <a:pt x="0" y="34093"/>
                  </a:lnTo>
                  <a:lnTo>
                    <a:pt x="0" y="38450"/>
                  </a:lnTo>
                  <a:lnTo>
                    <a:pt x="8930" y="42825"/>
                  </a:lnTo>
                  <a:lnTo>
                    <a:pt x="17860" y="46757"/>
                  </a:lnTo>
                  <a:lnTo>
                    <a:pt x="531050" y="46757"/>
                  </a:lnTo>
                  <a:lnTo>
                    <a:pt x="553693" y="34093"/>
                  </a:lnTo>
                  <a:lnTo>
                    <a:pt x="536050" y="25344"/>
                  </a:lnTo>
                  <a:close/>
                </a:path>
                <a:path w="701040" h="73025">
                  <a:moveTo>
                    <a:pt x="645586" y="25344"/>
                  </a:moveTo>
                  <a:lnTo>
                    <a:pt x="553693" y="25344"/>
                  </a:lnTo>
                  <a:lnTo>
                    <a:pt x="562635" y="29719"/>
                  </a:lnTo>
                  <a:lnTo>
                    <a:pt x="571540" y="29719"/>
                  </a:lnTo>
                  <a:lnTo>
                    <a:pt x="571540" y="42825"/>
                  </a:lnTo>
                  <a:lnTo>
                    <a:pt x="562635" y="42825"/>
                  </a:lnTo>
                  <a:lnTo>
                    <a:pt x="553693" y="46757"/>
                  </a:lnTo>
                  <a:lnTo>
                    <a:pt x="629871" y="46757"/>
                  </a:lnTo>
                  <a:lnTo>
                    <a:pt x="701043" y="34093"/>
                  </a:lnTo>
                  <a:lnTo>
                    <a:pt x="645586" y="25344"/>
                  </a:lnTo>
                  <a:close/>
                </a:path>
              </a:pathLst>
            </a:custGeom>
            <a:solidFill>
              <a:srgbClr val="000080"/>
            </a:solidFill>
          </p:spPr>
          <p:txBody>
            <a:bodyPr wrap="square" lIns="0" tIns="0" rIns="0" bIns="0" rtlCol="0"/>
            <a:lstStyle/>
            <a:p/>
          </p:txBody>
        </p:sp>
        <p:sp>
          <p:nvSpPr>
            <p:cNvPr id="113" name="object 113" descr=""/>
            <p:cNvSpPr/>
            <p:nvPr/>
          </p:nvSpPr>
          <p:spPr>
            <a:xfrm>
              <a:off x="176217" y="1379047"/>
              <a:ext cx="701040" cy="73025"/>
            </a:xfrm>
            <a:custGeom>
              <a:avLst/>
              <a:gdLst/>
              <a:ahLst/>
              <a:cxnLst/>
              <a:rect l="l" t="t" r="r" b="b"/>
              <a:pathLst>
                <a:path w="701040" h="73025">
                  <a:moveTo>
                    <a:pt x="17860" y="25344"/>
                  </a:moveTo>
                  <a:lnTo>
                    <a:pt x="553693" y="25344"/>
                  </a:lnTo>
                  <a:lnTo>
                    <a:pt x="562635" y="29719"/>
                  </a:lnTo>
                  <a:lnTo>
                    <a:pt x="571540" y="29719"/>
                  </a:lnTo>
                  <a:lnTo>
                    <a:pt x="571540" y="34093"/>
                  </a:lnTo>
                  <a:lnTo>
                    <a:pt x="571540" y="38450"/>
                  </a:lnTo>
                  <a:lnTo>
                    <a:pt x="571540" y="42825"/>
                  </a:lnTo>
                  <a:lnTo>
                    <a:pt x="562635" y="42825"/>
                  </a:lnTo>
                  <a:lnTo>
                    <a:pt x="553693" y="46757"/>
                  </a:lnTo>
                  <a:lnTo>
                    <a:pt x="17860" y="46757"/>
                  </a:lnTo>
                  <a:lnTo>
                    <a:pt x="8930" y="42825"/>
                  </a:lnTo>
                  <a:lnTo>
                    <a:pt x="0" y="38450"/>
                  </a:lnTo>
                  <a:lnTo>
                    <a:pt x="0" y="34093"/>
                  </a:lnTo>
                  <a:lnTo>
                    <a:pt x="8930" y="29719"/>
                  </a:lnTo>
                  <a:lnTo>
                    <a:pt x="17860" y="25344"/>
                  </a:lnTo>
                  <a:close/>
                </a:path>
                <a:path w="701040" h="73025">
                  <a:moveTo>
                    <a:pt x="553693" y="34093"/>
                  </a:moveTo>
                  <a:lnTo>
                    <a:pt x="484940" y="0"/>
                  </a:lnTo>
                  <a:lnTo>
                    <a:pt x="701043" y="34093"/>
                  </a:lnTo>
                  <a:lnTo>
                    <a:pt x="484940" y="72544"/>
                  </a:lnTo>
                  <a:lnTo>
                    <a:pt x="553693" y="34093"/>
                  </a:lnTo>
                  <a:close/>
                </a:path>
              </a:pathLst>
            </a:custGeom>
            <a:ln w="6658">
              <a:solidFill>
                <a:srgbClr val="000080"/>
              </a:solidFill>
            </a:ln>
          </p:spPr>
          <p:txBody>
            <a:bodyPr wrap="square" lIns="0" tIns="0" rIns="0" bIns="0" rtlCol="0"/>
            <a:lstStyle/>
            <a:p/>
          </p:txBody>
        </p:sp>
      </p:grpSp>
      <p:grpSp>
        <p:nvGrpSpPr>
          <p:cNvPr id="114" name="object 114" descr=""/>
          <p:cNvGrpSpPr/>
          <p:nvPr/>
        </p:nvGrpSpPr>
        <p:grpSpPr>
          <a:xfrm>
            <a:off x="1463592" y="905559"/>
            <a:ext cx="5474970" cy="735965"/>
            <a:chOff x="1463592" y="905559"/>
            <a:chExt cx="5474970" cy="735965"/>
          </a:xfrm>
        </p:grpSpPr>
        <p:sp>
          <p:nvSpPr>
            <p:cNvPr id="115" name="object 115" descr=""/>
            <p:cNvSpPr/>
            <p:nvPr/>
          </p:nvSpPr>
          <p:spPr>
            <a:xfrm>
              <a:off x="3361721" y="1100700"/>
              <a:ext cx="535940" cy="73025"/>
            </a:xfrm>
            <a:custGeom>
              <a:avLst/>
              <a:gdLst/>
              <a:ahLst/>
              <a:cxnLst/>
              <a:rect l="l" t="t" r="r" b="b"/>
              <a:pathLst>
                <a:path w="535939" h="73025">
                  <a:moveTo>
                    <a:pt x="319719" y="0"/>
                  </a:moveTo>
                  <a:lnTo>
                    <a:pt x="397270" y="34518"/>
                  </a:lnTo>
                  <a:lnTo>
                    <a:pt x="319719" y="72969"/>
                  </a:lnTo>
                  <a:lnTo>
                    <a:pt x="464478" y="47200"/>
                  </a:lnTo>
                  <a:lnTo>
                    <a:pt x="397270" y="47200"/>
                  </a:lnTo>
                  <a:lnTo>
                    <a:pt x="415296" y="38450"/>
                  </a:lnTo>
                  <a:lnTo>
                    <a:pt x="415296" y="34518"/>
                  </a:lnTo>
                  <a:lnTo>
                    <a:pt x="397270" y="25787"/>
                  </a:lnTo>
                  <a:lnTo>
                    <a:pt x="481078" y="25787"/>
                  </a:lnTo>
                  <a:lnTo>
                    <a:pt x="319719" y="0"/>
                  </a:lnTo>
                  <a:close/>
                </a:path>
                <a:path w="535939" h="73025">
                  <a:moveTo>
                    <a:pt x="377653" y="25787"/>
                  </a:moveTo>
                  <a:lnTo>
                    <a:pt x="16981" y="25787"/>
                  </a:lnTo>
                  <a:lnTo>
                    <a:pt x="8039" y="30161"/>
                  </a:lnTo>
                  <a:lnTo>
                    <a:pt x="0" y="30161"/>
                  </a:lnTo>
                  <a:lnTo>
                    <a:pt x="0" y="42825"/>
                  </a:lnTo>
                  <a:lnTo>
                    <a:pt x="8039" y="42825"/>
                  </a:lnTo>
                  <a:lnTo>
                    <a:pt x="16981" y="47200"/>
                  </a:lnTo>
                  <a:lnTo>
                    <a:pt x="371693" y="47200"/>
                  </a:lnTo>
                  <a:lnTo>
                    <a:pt x="397270" y="34518"/>
                  </a:lnTo>
                  <a:lnTo>
                    <a:pt x="377653" y="25787"/>
                  </a:lnTo>
                  <a:close/>
                </a:path>
                <a:path w="535939" h="73025">
                  <a:moveTo>
                    <a:pt x="481078" y="25787"/>
                  </a:moveTo>
                  <a:lnTo>
                    <a:pt x="397270" y="25787"/>
                  </a:lnTo>
                  <a:lnTo>
                    <a:pt x="415296" y="34518"/>
                  </a:lnTo>
                  <a:lnTo>
                    <a:pt x="415296" y="38450"/>
                  </a:lnTo>
                  <a:lnTo>
                    <a:pt x="397270" y="47200"/>
                  </a:lnTo>
                  <a:lnTo>
                    <a:pt x="464478" y="47200"/>
                  </a:lnTo>
                  <a:lnTo>
                    <a:pt x="535714" y="34518"/>
                  </a:lnTo>
                  <a:lnTo>
                    <a:pt x="481078" y="25787"/>
                  </a:lnTo>
                  <a:close/>
                </a:path>
              </a:pathLst>
            </a:custGeom>
            <a:solidFill>
              <a:srgbClr val="0000FF"/>
            </a:solidFill>
          </p:spPr>
          <p:txBody>
            <a:bodyPr wrap="square" lIns="0" tIns="0" rIns="0" bIns="0" rtlCol="0"/>
            <a:lstStyle/>
            <a:p/>
          </p:txBody>
        </p:sp>
        <p:sp>
          <p:nvSpPr>
            <p:cNvPr id="116" name="object 116" descr=""/>
            <p:cNvSpPr/>
            <p:nvPr/>
          </p:nvSpPr>
          <p:spPr>
            <a:xfrm>
              <a:off x="3361721" y="1100700"/>
              <a:ext cx="535940" cy="73025"/>
            </a:xfrm>
            <a:custGeom>
              <a:avLst/>
              <a:gdLst/>
              <a:ahLst/>
              <a:cxnLst/>
              <a:rect l="l" t="t" r="r" b="b"/>
              <a:pathLst>
                <a:path w="535939" h="73025">
                  <a:moveTo>
                    <a:pt x="16981" y="25787"/>
                  </a:moveTo>
                  <a:lnTo>
                    <a:pt x="397270" y="25787"/>
                  </a:lnTo>
                  <a:lnTo>
                    <a:pt x="406283" y="30161"/>
                  </a:lnTo>
                  <a:lnTo>
                    <a:pt x="415296" y="34518"/>
                  </a:lnTo>
                  <a:lnTo>
                    <a:pt x="415296" y="38450"/>
                  </a:lnTo>
                  <a:lnTo>
                    <a:pt x="406283" y="42825"/>
                  </a:lnTo>
                  <a:lnTo>
                    <a:pt x="397270" y="47200"/>
                  </a:lnTo>
                  <a:lnTo>
                    <a:pt x="16981" y="47200"/>
                  </a:lnTo>
                  <a:lnTo>
                    <a:pt x="8039" y="42825"/>
                  </a:lnTo>
                  <a:lnTo>
                    <a:pt x="0" y="42825"/>
                  </a:lnTo>
                  <a:lnTo>
                    <a:pt x="0" y="38450"/>
                  </a:lnTo>
                  <a:lnTo>
                    <a:pt x="0" y="34518"/>
                  </a:lnTo>
                  <a:lnTo>
                    <a:pt x="0" y="30161"/>
                  </a:lnTo>
                  <a:lnTo>
                    <a:pt x="8039" y="30161"/>
                  </a:lnTo>
                  <a:lnTo>
                    <a:pt x="16981" y="25787"/>
                  </a:lnTo>
                  <a:close/>
                </a:path>
                <a:path w="535939" h="73025">
                  <a:moveTo>
                    <a:pt x="397270" y="34518"/>
                  </a:moveTo>
                  <a:lnTo>
                    <a:pt x="319719" y="0"/>
                  </a:lnTo>
                  <a:lnTo>
                    <a:pt x="535714" y="34518"/>
                  </a:lnTo>
                  <a:lnTo>
                    <a:pt x="319719" y="72969"/>
                  </a:lnTo>
                  <a:lnTo>
                    <a:pt x="397270" y="34518"/>
                  </a:lnTo>
                  <a:close/>
                </a:path>
              </a:pathLst>
            </a:custGeom>
            <a:ln w="6658">
              <a:solidFill>
                <a:srgbClr val="0000FF"/>
              </a:solidFill>
            </a:ln>
          </p:spPr>
          <p:txBody>
            <a:bodyPr wrap="square" lIns="0" tIns="0" rIns="0" bIns="0" rtlCol="0"/>
            <a:lstStyle/>
            <a:p/>
          </p:txBody>
        </p:sp>
        <p:sp>
          <p:nvSpPr>
            <p:cNvPr id="117" name="object 117" descr=""/>
            <p:cNvSpPr/>
            <p:nvPr/>
          </p:nvSpPr>
          <p:spPr>
            <a:xfrm>
              <a:off x="4494837" y="1100700"/>
              <a:ext cx="926465" cy="73025"/>
            </a:xfrm>
            <a:custGeom>
              <a:avLst/>
              <a:gdLst/>
              <a:ahLst/>
              <a:cxnLst/>
              <a:rect l="l" t="t" r="r" b="b"/>
              <a:pathLst>
                <a:path w="926464" h="73025">
                  <a:moveTo>
                    <a:pt x="710247" y="0"/>
                  </a:moveTo>
                  <a:lnTo>
                    <a:pt x="778748" y="34518"/>
                  </a:lnTo>
                  <a:lnTo>
                    <a:pt x="710247" y="72969"/>
                  </a:lnTo>
                  <a:lnTo>
                    <a:pt x="854982" y="47200"/>
                  </a:lnTo>
                  <a:lnTo>
                    <a:pt x="778748" y="47200"/>
                  </a:lnTo>
                  <a:lnTo>
                    <a:pt x="787762" y="42825"/>
                  </a:lnTo>
                  <a:lnTo>
                    <a:pt x="796775" y="42825"/>
                  </a:lnTo>
                  <a:lnTo>
                    <a:pt x="796775" y="30161"/>
                  </a:lnTo>
                  <a:lnTo>
                    <a:pt x="787762" y="30161"/>
                  </a:lnTo>
                  <a:lnTo>
                    <a:pt x="778748" y="25787"/>
                  </a:lnTo>
                  <a:lnTo>
                    <a:pt x="871579" y="25787"/>
                  </a:lnTo>
                  <a:lnTo>
                    <a:pt x="710247" y="0"/>
                  </a:lnTo>
                  <a:close/>
                </a:path>
                <a:path w="926464" h="73025">
                  <a:moveTo>
                    <a:pt x="761421" y="25787"/>
                  </a:moveTo>
                  <a:lnTo>
                    <a:pt x="17305" y="25787"/>
                  </a:lnTo>
                  <a:lnTo>
                    <a:pt x="9013" y="30161"/>
                  </a:lnTo>
                  <a:lnTo>
                    <a:pt x="0" y="34518"/>
                  </a:lnTo>
                  <a:lnTo>
                    <a:pt x="0" y="38450"/>
                  </a:lnTo>
                  <a:lnTo>
                    <a:pt x="9013" y="42825"/>
                  </a:lnTo>
                  <a:lnTo>
                    <a:pt x="17305" y="47200"/>
                  </a:lnTo>
                  <a:lnTo>
                    <a:pt x="756156" y="47200"/>
                  </a:lnTo>
                  <a:lnTo>
                    <a:pt x="778748" y="34518"/>
                  </a:lnTo>
                  <a:lnTo>
                    <a:pt x="761421" y="25787"/>
                  </a:lnTo>
                  <a:close/>
                </a:path>
                <a:path w="926464" h="73025">
                  <a:moveTo>
                    <a:pt x="871579" y="25787"/>
                  </a:moveTo>
                  <a:lnTo>
                    <a:pt x="778748" y="25787"/>
                  </a:lnTo>
                  <a:lnTo>
                    <a:pt x="787762" y="30161"/>
                  </a:lnTo>
                  <a:lnTo>
                    <a:pt x="796775" y="30161"/>
                  </a:lnTo>
                  <a:lnTo>
                    <a:pt x="796775" y="42825"/>
                  </a:lnTo>
                  <a:lnTo>
                    <a:pt x="787762" y="42825"/>
                  </a:lnTo>
                  <a:lnTo>
                    <a:pt x="778748" y="47200"/>
                  </a:lnTo>
                  <a:lnTo>
                    <a:pt x="854982" y="47200"/>
                  </a:lnTo>
                  <a:lnTo>
                    <a:pt x="926206" y="34518"/>
                  </a:lnTo>
                  <a:lnTo>
                    <a:pt x="871579" y="25787"/>
                  </a:lnTo>
                  <a:close/>
                </a:path>
              </a:pathLst>
            </a:custGeom>
            <a:solidFill>
              <a:srgbClr val="0000FF"/>
            </a:solidFill>
          </p:spPr>
          <p:txBody>
            <a:bodyPr wrap="square" lIns="0" tIns="0" rIns="0" bIns="0" rtlCol="0"/>
            <a:lstStyle/>
            <a:p/>
          </p:txBody>
        </p:sp>
        <p:sp>
          <p:nvSpPr>
            <p:cNvPr id="118" name="object 118" descr=""/>
            <p:cNvSpPr/>
            <p:nvPr/>
          </p:nvSpPr>
          <p:spPr>
            <a:xfrm>
              <a:off x="4494837" y="1100700"/>
              <a:ext cx="926465" cy="73025"/>
            </a:xfrm>
            <a:custGeom>
              <a:avLst/>
              <a:gdLst/>
              <a:ahLst/>
              <a:cxnLst/>
              <a:rect l="l" t="t" r="r" b="b"/>
              <a:pathLst>
                <a:path w="926464" h="73025">
                  <a:moveTo>
                    <a:pt x="17305" y="25787"/>
                  </a:moveTo>
                  <a:lnTo>
                    <a:pt x="778748" y="25787"/>
                  </a:lnTo>
                  <a:lnTo>
                    <a:pt x="787762" y="30161"/>
                  </a:lnTo>
                  <a:lnTo>
                    <a:pt x="796775" y="30161"/>
                  </a:lnTo>
                  <a:lnTo>
                    <a:pt x="796775" y="34518"/>
                  </a:lnTo>
                  <a:lnTo>
                    <a:pt x="796775" y="38450"/>
                  </a:lnTo>
                  <a:lnTo>
                    <a:pt x="796775" y="42825"/>
                  </a:lnTo>
                  <a:lnTo>
                    <a:pt x="787762" y="42825"/>
                  </a:lnTo>
                  <a:lnTo>
                    <a:pt x="778748" y="47200"/>
                  </a:lnTo>
                  <a:lnTo>
                    <a:pt x="17305" y="47200"/>
                  </a:lnTo>
                  <a:lnTo>
                    <a:pt x="9013" y="42825"/>
                  </a:lnTo>
                  <a:lnTo>
                    <a:pt x="0" y="38450"/>
                  </a:lnTo>
                  <a:lnTo>
                    <a:pt x="0" y="34518"/>
                  </a:lnTo>
                  <a:lnTo>
                    <a:pt x="9013" y="30161"/>
                  </a:lnTo>
                  <a:lnTo>
                    <a:pt x="17305" y="25787"/>
                  </a:lnTo>
                  <a:close/>
                </a:path>
                <a:path w="926464" h="73025">
                  <a:moveTo>
                    <a:pt x="778748" y="34518"/>
                  </a:moveTo>
                  <a:lnTo>
                    <a:pt x="710247" y="0"/>
                  </a:lnTo>
                  <a:lnTo>
                    <a:pt x="926206" y="34518"/>
                  </a:lnTo>
                  <a:lnTo>
                    <a:pt x="710247" y="72969"/>
                  </a:lnTo>
                  <a:lnTo>
                    <a:pt x="778748" y="34518"/>
                  </a:lnTo>
                  <a:close/>
                </a:path>
              </a:pathLst>
            </a:custGeom>
            <a:ln w="6658">
              <a:solidFill>
                <a:srgbClr val="0000FF"/>
              </a:solidFill>
            </a:ln>
          </p:spPr>
          <p:txBody>
            <a:bodyPr wrap="square" lIns="0" tIns="0" rIns="0" bIns="0" rtlCol="0"/>
            <a:lstStyle/>
            <a:p/>
          </p:txBody>
        </p:sp>
        <p:sp>
          <p:nvSpPr>
            <p:cNvPr id="119" name="object 119" descr=""/>
            <p:cNvSpPr/>
            <p:nvPr/>
          </p:nvSpPr>
          <p:spPr>
            <a:xfrm>
              <a:off x="6009792" y="1100700"/>
              <a:ext cx="926465" cy="73025"/>
            </a:xfrm>
            <a:custGeom>
              <a:avLst/>
              <a:gdLst/>
              <a:ahLst/>
              <a:cxnLst/>
              <a:rect l="l" t="t" r="r" b="b"/>
              <a:pathLst>
                <a:path w="926465" h="73025">
                  <a:moveTo>
                    <a:pt x="709887" y="0"/>
                  </a:moveTo>
                  <a:lnTo>
                    <a:pt x="778388" y="34518"/>
                  </a:lnTo>
                  <a:lnTo>
                    <a:pt x="709887" y="72969"/>
                  </a:lnTo>
                  <a:lnTo>
                    <a:pt x="854622" y="47200"/>
                  </a:lnTo>
                  <a:lnTo>
                    <a:pt x="778388" y="47200"/>
                  </a:lnTo>
                  <a:lnTo>
                    <a:pt x="787401" y="42825"/>
                  </a:lnTo>
                  <a:lnTo>
                    <a:pt x="796414" y="42825"/>
                  </a:lnTo>
                  <a:lnTo>
                    <a:pt x="796414" y="30161"/>
                  </a:lnTo>
                  <a:lnTo>
                    <a:pt x="787401" y="30161"/>
                  </a:lnTo>
                  <a:lnTo>
                    <a:pt x="778388" y="25787"/>
                  </a:lnTo>
                  <a:lnTo>
                    <a:pt x="871218" y="25787"/>
                  </a:lnTo>
                  <a:lnTo>
                    <a:pt x="709887" y="0"/>
                  </a:lnTo>
                  <a:close/>
                </a:path>
                <a:path w="926465" h="73025">
                  <a:moveTo>
                    <a:pt x="761060" y="25787"/>
                  </a:moveTo>
                  <a:lnTo>
                    <a:pt x="16944" y="25787"/>
                  </a:lnTo>
                  <a:lnTo>
                    <a:pt x="8652" y="30161"/>
                  </a:lnTo>
                  <a:lnTo>
                    <a:pt x="0" y="34518"/>
                  </a:lnTo>
                  <a:lnTo>
                    <a:pt x="0" y="38450"/>
                  </a:lnTo>
                  <a:lnTo>
                    <a:pt x="8652" y="42825"/>
                  </a:lnTo>
                  <a:lnTo>
                    <a:pt x="16944" y="47200"/>
                  </a:lnTo>
                  <a:lnTo>
                    <a:pt x="755796" y="47200"/>
                  </a:lnTo>
                  <a:lnTo>
                    <a:pt x="778388" y="34518"/>
                  </a:lnTo>
                  <a:lnTo>
                    <a:pt x="761060" y="25787"/>
                  </a:lnTo>
                  <a:close/>
                </a:path>
                <a:path w="926465" h="73025">
                  <a:moveTo>
                    <a:pt x="871218" y="25787"/>
                  </a:moveTo>
                  <a:lnTo>
                    <a:pt x="778388" y="25787"/>
                  </a:lnTo>
                  <a:lnTo>
                    <a:pt x="787401" y="30161"/>
                  </a:lnTo>
                  <a:lnTo>
                    <a:pt x="796414" y="30161"/>
                  </a:lnTo>
                  <a:lnTo>
                    <a:pt x="796414" y="42825"/>
                  </a:lnTo>
                  <a:lnTo>
                    <a:pt x="787401" y="42825"/>
                  </a:lnTo>
                  <a:lnTo>
                    <a:pt x="778388" y="47200"/>
                  </a:lnTo>
                  <a:lnTo>
                    <a:pt x="854622" y="47200"/>
                  </a:lnTo>
                  <a:lnTo>
                    <a:pt x="925845" y="34518"/>
                  </a:lnTo>
                  <a:lnTo>
                    <a:pt x="871218" y="25787"/>
                  </a:lnTo>
                  <a:close/>
                </a:path>
              </a:pathLst>
            </a:custGeom>
            <a:solidFill>
              <a:srgbClr val="0000FF"/>
            </a:solidFill>
          </p:spPr>
          <p:txBody>
            <a:bodyPr wrap="square" lIns="0" tIns="0" rIns="0" bIns="0" rtlCol="0"/>
            <a:lstStyle/>
            <a:p/>
          </p:txBody>
        </p:sp>
        <p:sp>
          <p:nvSpPr>
            <p:cNvPr id="120" name="object 120" descr=""/>
            <p:cNvSpPr/>
            <p:nvPr/>
          </p:nvSpPr>
          <p:spPr>
            <a:xfrm>
              <a:off x="6009792" y="1100700"/>
              <a:ext cx="926465" cy="73025"/>
            </a:xfrm>
            <a:custGeom>
              <a:avLst/>
              <a:gdLst/>
              <a:ahLst/>
              <a:cxnLst/>
              <a:rect l="l" t="t" r="r" b="b"/>
              <a:pathLst>
                <a:path w="926465" h="73025">
                  <a:moveTo>
                    <a:pt x="16944" y="25787"/>
                  </a:moveTo>
                  <a:lnTo>
                    <a:pt x="778388" y="25787"/>
                  </a:lnTo>
                  <a:lnTo>
                    <a:pt x="787401" y="30161"/>
                  </a:lnTo>
                  <a:lnTo>
                    <a:pt x="796414" y="30161"/>
                  </a:lnTo>
                  <a:lnTo>
                    <a:pt x="796414" y="34518"/>
                  </a:lnTo>
                  <a:lnTo>
                    <a:pt x="796414" y="38450"/>
                  </a:lnTo>
                  <a:lnTo>
                    <a:pt x="796414" y="42825"/>
                  </a:lnTo>
                  <a:lnTo>
                    <a:pt x="787401" y="42825"/>
                  </a:lnTo>
                  <a:lnTo>
                    <a:pt x="778388" y="47200"/>
                  </a:lnTo>
                  <a:lnTo>
                    <a:pt x="16944" y="47200"/>
                  </a:lnTo>
                  <a:lnTo>
                    <a:pt x="8652" y="42825"/>
                  </a:lnTo>
                  <a:lnTo>
                    <a:pt x="0" y="38450"/>
                  </a:lnTo>
                  <a:lnTo>
                    <a:pt x="0" y="34518"/>
                  </a:lnTo>
                  <a:lnTo>
                    <a:pt x="8652" y="30161"/>
                  </a:lnTo>
                  <a:lnTo>
                    <a:pt x="16944" y="25787"/>
                  </a:lnTo>
                  <a:close/>
                </a:path>
                <a:path w="926465" h="73025">
                  <a:moveTo>
                    <a:pt x="778388" y="34518"/>
                  </a:moveTo>
                  <a:lnTo>
                    <a:pt x="709887" y="0"/>
                  </a:lnTo>
                  <a:lnTo>
                    <a:pt x="925845" y="34518"/>
                  </a:lnTo>
                  <a:lnTo>
                    <a:pt x="709887" y="72969"/>
                  </a:lnTo>
                  <a:lnTo>
                    <a:pt x="778388" y="34518"/>
                  </a:lnTo>
                  <a:close/>
                </a:path>
              </a:pathLst>
            </a:custGeom>
            <a:ln w="6658">
              <a:solidFill>
                <a:srgbClr val="0000FF"/>
              </a:solidFill>
            </a:ln>
          </p:spPr>
          <p:txBody>
            <a:bodyPr wrap="square" lIns="0" tIns="0" rIns="0" bIns="0" rtlCol="0"/>
            <a:lstStyle/>
            <a:p/>
          </p:txBody>
        </p:sp>
        <p:sp>
          <p:nvSpPr>
            <p:cNvPr id="121" name="object 121" descr=""/>
            <p:cNvSpPr/>
            <p:nvPr/>
          </p:nvSpPr>
          <p:spPr>
            <a:xfrm>
              <a:off x="1465793" y="1379047"/>
              <a:ext cx="926465" cy="73025"/>
            </a:xfrm>
            <a:custGeom>
              <a:avLst/>
              <a:gdLst/>
              <a:ahLst/>
              <a:cxnLst/>
              <a:rect l="l" t="t" r="r" b="b"/>
              <a:pathLst>
                <a:path w="926464" h="73025">
                  <a:moveTo>
                    <a:pt x="709959" y="0"/>
                  </a:moveTo>
                  <a:lnTo>
                    <a:pt x="778712" y="34093"/>
                  </a:lnTo>
                  <a:lnTo>
                    <a:pt x="709959" y="72544"/>
                  </a:lnTo>
                  <a:lnTo>
                    <a:pt x="854914" y="46757"/>
                  </a:lnTo>
                  <a:lnTo>
                    <a:pt x="778712" y="46757"/>
                  </a:lnTo>
                  <a:lnTo>
                    <a:pt x="787653" y="42825"/>
                  </a:lnTo>
                  <a:lnTo>
                    <a:pt x="796595" y="42825"/>
                  </a:lnTo>
                  <a:lnTo>
                    <a:pt x="796595" y="29719"/>
                  </a:lnTo>
                  <a:lnTo>
                    <a:pt x="787653" y="29719"/>
                  </a:lnTo>
                  <a:lnTo>
                    <a:pt x="778712" y="25344"/>
                  </a:lnTo>
                  <a:lnTo>
                    <a:pt x="870631" y="25344"/>
                  </a:lnTo>
                  <a:lnTo>
                    <a:pt x="709959" y="0"/>
                  </a:lnTo>
                  <a:close/>
                </a:path>
                <a:path w="926464" h="73025">
                  <a:moveTo>
                    <a:pt x="761068" y="25344"/>
                  </a:moveTo>
                  <a:lnTo>
                    <a:pt x="17846" y="25344"/>
                  </a:lnTo>
                  <a:lnTo>
                    <a:pt x="0" y="34093"/>
                  </a:lnTo>
                  <a:lnTo>
                    <a:pt x="0" y="38450"/>
                  </a:lnTo>
                  <a:lnTo>
                    <a:pt x="8905" y="42825"/>
                  </a:lnTo>
                  <a:lnTo>
                    <a:pt x="17846" y="46757"/>
                  </a:lnTo>
                  <a:lnTo>
                    <a:pt x="756069" y="46757"/>
                  </a:lnTo>
                  <a:lnTo>
                    <a:pt x="778712" y="34093"/>
                  </a:lnTo>
                  <a:lnTo>
                    <a:pt x="761068" y="25344"/>
                  </a:lnTo>
                  <a:close/>
                </a:path>
                <a:path w="926464" h="73025">
                  <a:moveTo>
                    <a:pt x="870631" y="25344"/>
                  </a:moveTo>
                  <a:lnTo>
                    <a:pt x="778712" y="25344"/>
                  </a:lnTo>
                  <a:lnTo>
                    <a:pt x="787653" y="29719"/>
                  </a:lnTo>
                  <a:lnTo>
                    <a:pt x="796595" y="29719"/>
                  </a:lnTo>
                  <a:lnTo>
                    <a:pt x="796595" y="42825"/>
                  </a:lnTo>
                  <a:lnTo>
                    <a:pt x="787653" y="42825"/>
                  </a:lnTo>
                  <a:lnTo>
                    <a:pt x="778712" y="46757"/>
                  </a:lnTo>
                  <a:lnTo>
                    <a:pt x="854914" y="46757"/>
                  </a:lnTo>
                  <a:lnTo>
                    <a:pt x="926098" y="34093"/>
                  </a:lnTo>
                  <a:lnTo>
                    <a:pt x="870631" y="25344"/>
                  </a:lnTo>
                  <a:close/>
                </a:path>
              </a:pathLst>
            </a:custGeom>
            <a:solidFill>
              <a:srgbClr val="000080"/>
            </a:solidFill>
          </p:spPr>
          <p:txBody>
            <a:bodyPr wrap="square" lIns="0" tIns="0" rIns="0" bIns="0" rtlCol="0"/>
            <a:lstStyle/>
            <a:p/>
          </p:txBody>
        </p:sp>
        <p:sp>
          <p:nvSpPr>
            <p:cNvPr id="122" name="object 122" descr=""/>
            <p:cNvSpPr/>
            <p:nvPr/>
          </p:nvSpPr>
          <p:spPr>
            <a:xfrm>
              <a:off x="1465793" y="1379047"/>
              <a:ext cx="926465" cy="73025"/>
            </a:xfrm>
            <a:custGeom>
              <a:avLst/>
              <a:gdLst/>
              <a:ahLst/>
              <a:cxnLst/>
              <a:rect l="l" t="t" r="r" b="b"/>
              <a:pathLst>
                <a:path w="926464" h="73025">
                  <a:moveTo>
                    <a:pt x="17846" y="25344"/>
                  </a:moveTo>
                  <a:lnTo>
                    <a:pt x="778712" y="25344"/>
                  </a:lnTo>
                  <a:lnTo>
                    <a:pt x="787653" y="29719"/>
                  </a:lnTo>
                  <a:lnTo>
                    <a:pt x="796595" y="29719"/>
                  </a:lnTo>
                  <a:lnTo>
                    <a:pt x="796595" y="34093"/>
                  </a:lnTo>
                  <a:lnTo>
                    <a:pt x="796595" y="38450"/>
                  </a:lnTo>
                  <a:lnTo>
                    <a:pt x="796595" y="42825"/>
                  </a:lnTo>
                  <a:lnTo>
                    <a:pt x="787653" y="42825"/>
                  </a:lnTo>
                  <a:lnTo>
                    <a:pt x="778712" y="46757"/>
                  </a:lnTo>
                  <a:lnTo>
                    <a:pt x="17846" y="46757"/>
                  </a:lnTo>
                  <a:lnTo>
                    <a:pt x="8905" y="42825"/>
                  </a:lnTo>
                  <a:lnTo>
                    <a:pt x="0" y="38450"/>
                  </a:lnTo>
                  <a:lnTo>
                    <a:pt x="0" y="34093"/>
                  </a:lnTo>
                  <a:lnTo>
                    <a:pt x="8905" y="29719"/>
                  </a:lnTo>
                  <a:lnTo>
                    <a:pt x="17846" y="25344"/>
                  </a:lnTo>
                  <a:close/>
                </a:path>
                <a:path w="926464" h="73025">
                  <a:moveTo>
                    <a:pt x="778712" y="34093"/>
                  </a:moveTo>
                  <a:lnTo>
                    <a:pt x="709959" y="0"/>
                  </a:lnTo>
                  <a:lnTo>
                    <a:pt x="926098" y="34093"/>
                  </a:lnTo>
                  <a:lnTo>
                    <a:pt x="709959" y="72544"/>
                  </a:lnTo>
                  <a:lnTo>
                    <a:pt x="778712" y="34093"/>
                  </a:lnTo>
                  <a:close/>
                </a:path>
              </a:pathLst>
            </a:custGeom>
            <a:ln w="6658">
              <a:solidFill>
                <a:srgbClr val="000080"/>
              </a:solidFill>
            </a:ln>
          </p:spPr>
          <p:txBody>
            <a:bodyPr wrap="square" lIns="0" tIns="0" rIns="0" bIns="0" rtlCol="0"/>
            <a:lstStyle/>
            <a:p/>
          </p:txBody>
        </p:sp>
        <p:sp>
          <p:nvSpPr>
            <p:cNvPr id="123" name="object 123" descr=""/>
            <p:cNvSpPr/>
            <p:nvPr/>
          </p:nvSpPr>
          <p:spPr>
            <a:xfrm>
              <a:off x="1478267" y="1132598"/>
              <a:ext cx="381000" cy="0"/>
            </a:xfrm>
            <a:custGeom>
              <a:avLst/>
              <a:gdLst/>
              <a:ahLst/>
              <a:cxnLst/>
              <a:rect l="l" t="t" r="r" b="b"/>
              <a:pathLst>
                <a:path w="381000" h="0">
                  <a:moveTo>
                    <a:pt x="0" y="0"/>
                  </a:moveTo>
                  <a:lnTo>
                    <a:pt x="380469" y="0"/>
                  </a:lnTo>
                </a:path>
              </a:pathLst>
            </a:custGeom>
            <a:ln w="17109">
              <a:solidFill>
                <a:srgbClr val="0000FF"/>
              </a:solidFill>
            </a:ln>
          </p:spPr>
          <p:txBody>
            <a:bodyPr wrap="square" lIns="0" tIns="0" rIns="0" bIns="0" rtlCol="0"/>
            <a:lstStyle/>
            <a:p/>
          </p:txBody>
        </p:sp>
        <p:sp>
          <p:nvSpPr>
            <p:cNvPr id="124" name="object 124" descr=""/>
            <p:cNvSpPr/>
            <p:nvPr/>
          </p:nvSpPr>
          <p:spPr>
            <a:xfrm>
              <a:off x="2992897" y="1410520"/>
              <a:ext cx="458470" cy="0"/>
            </a:xfrm>
            <a:custGeom>
              <a:avLst/>
              <a:gdLst/>
              <a:ahLst/>
              <a:cxnLst/>
              <a:rect l="l" t="t" r="r" b="b"/>
              <a:pathLst>
                <a:path w="458470" h="0">
                  <a:moveTo>
                    <a:pt x="0" y="0"/>
                  </a:moveTo>
                  <a:lnTo>
                    <a:pt x="458127" y="0"/>
                  </a:lnTo>
                </a:path>
              </a:pathLst>
            </a:custGeom>
            <a:ln w="17109">
              <a:solidFill>
                <a:srgbClr val="000080"/>
              </a:solidFill>
            </a:ln>
          </p:spPr>
          <p:txBody>
            <a:bodyPr wrap="square" lIns="0" tIns="0" rIns="0" bIns="0" rtlCol="0"/>
            <a:lstStyle/>
            <a:p/>
          </p:txBody>
        </p:sp>
        <p:sp>
          <p:nvSpPr>
            <p:cNvPr id="125" name="object 125" descr=""/>
            <p:cNvSpPr/>
            <p:nvPr/>
          </p:nvSpPr>
          <p:spPr>
            <a:xfrm>
              <a:off x="6390152" y="1379047"/>
              <a:ext cx="546100" cy="68580"/>
            </a:xfrm>
            <a:custGeom>
              <a:avLst/>
              <a:gdLst/>
              <a:ahLst/>
              <a:cxnLst/>
              <a:rect l="l" t="t" r="r" b="b"/>
              <a:pathLst>
                <a:path w="546100" h="68580">
                  <a:moveTo>
                    <a:pt x="329526" y="0"/>
                  </a:moveTo>
                  <a:lnTo>
                    <a:pt x="398027" y="34093"/>
                  </a:lnTo>
                  <a:lnTo>
                    <a:pt x="329526" y="68170"/>
                  </a:lnTo>
                  <a:lnTo>
                    <a:pt x="490148" y="42825"/>
                  </a:lnTo>
                  <a:lnTo>
                    <a:pt x="416053" y="42825"/>
                  </a:lnTo>
                  <a:lnTo>
                    <a:pt x="416053" y="29719"/>
                  </a:lnTo>
                  <a:lnTo>
                    <a:pt x="407040" y="25344"/>
                  </a:lnTo>
                  <a:lnTo>
                    <a:pt x="490064" y="25344"/>
                  </a:lnTo>
                  <a:lnTo>
                    <a:pt x="329526" y="0"/>
                  </a:lnTo>
                  <a:close/>
                </a:path>
                <a:path w="546100" h="68580">
                  <a:moveTo>
                    <a:pt x="380448" y="25344"/>
                  </a:moveTo>
                  <a:lnTo>
                    <a:pt x="9013" y="25344"/>
                  </a:lnTo>
                  <a:lnTo>
                    <a:pt x="0" y="29719"/>
                  </a:lnTo>
                  <a:lnTo>
                    <a:pt x="0" y="42825"/>
                  </a:lnTo>
                  <a:lnTo>
                    <a:pt x="380474" y="42825"/>
                  </a:lnTo>
                  <a:lnTo>
                    <a:pt x="398027" y="34093"/>
                  </a:lnTo>
                  <a:lnTo>
                    <a:pt x="380448" y="25344"/>
                  </a:lnTo>
                  <a:close/>
                </a:path>
                <a:path w="546100" h="68580">
                  <a:moveTo>
                    <a:pt x="490064" y="25344"/>
                  </a:moveTo>
                  <a:lnTo>
                    <a:pt x="407040" y="25344"/>
                  </a:lnTo>
                  <a:lnTo>
                    <a:pt x="416053" y="29719"/>
                  </a:lnTo>
                  <a:lnTo>
                    <a:pt x="416053" y="42825"/>
                  </a:lnTo>
                  <a:lnTo>
                    <a:pt x="490148" y="42825"/>
                  </a:lnTo>
                  <a:lnTo>
                    <a:pt x="545484" y="34093"/>
                  </a:lnTo>
                  <a:lnTo>
                    <a:pt x="490064" y="25344"/>
                  </a:lnTo>
                  <a:close/>
                </a:path>
              </a:pathLst>
            </a:custGeom>
            <a:solidFill>
              <a:srgbClr val="000080"/>
            </a:solidFill>
          </p:spPr>
          <p:txBody>
            <a:bodyPr wrap="square" lIns="0" tIns="0" rIns="0" bIns="0" rtlCol="0"/>
            <a:lstStyle/>
            <a:p/>
          </p:txBody>
        </p:sp>
        <p:sp>
          <p:nvSpPr>
            <p:cNvPr id="126" name="object 126" descr=""/>
            <p:cNvSpPr/>
            <p:nvPr/>
          </p:nvSpPr>
          <p:spPr>
            <a:xfrm>
              <a:off x="6390153" y="1379047"/>
              <a:ext cx="546100" cy="68580"/>
            </a:xfrm>
            <a:custGeom>
              <a:avLst/>
              <a:gdLst/>
              <a:ahLst/>
              <a:cxnLst/>
              <a:rect l="l" t="t" r="r" b="b"/>
              <a:pathLst>
                <a:path w="546100" h="68580">
                  <a:moveTo>
                    <a:pt x="17666" y="25344"/>
                  </a:moveTo>
                  <a:lnTo>
                    <a:pt x="398027" y="25344"/>
                  </a:lnTo>
                  <a:lnTo>
                    <a:pt x="407040" y="25344"/>
                  </a:lnTo>
                  <a:lnTo>
                    <a:pt x="416053" y="29719"/>
                  </a:lnTo>
                  <a:lnTo>
                    <a:pt x="416053" y="34093"/>
                  </a:lnTo>
                  <a:lnTo>
                    <a:pt x="416053" y="38450"/>
                  </a:lnTo>
                  <a:lnTo>
                    <a:pt x="416053" y="42825"/>
                  </a:lnTo>
                  <a:lnTo>
                    <a:pt x="407040" y="42825"/>
                  </a:lnTo>
                  <a:lnTo>
                    <a:pt x="398027" y="42825"/>
                  </a:lnTo>
                  <a:lnTo>
                    <a:pt x="17666" y="42825"/>
                  </a:lnTo>
                  <a:lnTo>
                    <a:pt x="9013" y="42825"/>
                  </a:lnTo>
                  <a:lnTo>
                    <a:pt x="0" y="42825"/>
                  </a:lnTo>
                  <a:lnTo>
                    <a:pt x="0" y="38450"/>
                  </a:lnTo>
                  <a:lnTo>
                    <a:pt x="0" y="34093"/>
                  </a:lnTo>
                  <a:lnTo>
                    <a:pt x="0" y="29719"/>
                  </a:lnTo>
                  <a:lnTo>
                    <a:pt x="9013" y="25344"/>
                  </a:lnTo>
                  <a:lnTo>
                    <a:pt x="17666" y="25344"/>
                  </a:lnTo>
                  <a:close/>
                </a:path>
                <a:path w="546100" h="68580">
                  <a:moveTo>
                    <a:pt x="398027" y="34093"/>
                  </a:moveTo>
                  <a:lnTo>
                    <a:pt x="329526" y="0"/>
                  </a:lnTo>
                  <a:lnTo>
                    <a:pt x="545484" y="34093"/>
                  </a:lnTo>
                  <a:lnTo>
                    <a:pt x="329526" y="68170"/>
                  </a:lnTo>
                  <a:lnTo>
                    <a:pt x="398027" y="34093"/>
                  </a:lnTo>
                  <a:close/>
                </a:path>
              </a:pathLst>
            </a:custGeom>
            <a:ln w="6658">
              <a:solidFill>
                <a:srgbClr val="000080"/>
              </a:solidFill>
            </a:ln>
          </p:spPr>
          <p:txBody>
            <a:bodyPr wrap="square" lIns="0" tIns="0" rIns="0" bIns="0" rtlCol="0"/>
            <a:lstStyle/>
            <a:p/>
          </p:txBody>
        </p:sp>
        <p:sp>
          <p:nvSpPr>
            <p:cNvPr id="127" name="object 127" descr=""/>
            <p:cNvSpPr/>
            <p:nvPr/>
          </p:nvSpPr>
          <p:spPr>
            <a:xfrm>
              <a:off x="2386519" y="1025552"/>
              <a:ext cx="606425" cy="496570"/>
            </a:xfrm>
            <a:custGeom>
              <a:avLst/>
              <a:gdLst/>
              <a:ahLst/>
              <a:cxnLst/>
              <a:rect l="l" t="t" r="r" b="b"/>
              <a:pathLst>
                <a:path w="606425" h="496569">
                  <a:moveTo>
                    <a:pt x="606378" y="0"/>
                  </a:moveTo>
                  <a:lnTo>
                    <a:pt x="0" y="0"/>
                  </a:lnTo>
                  <a:lnTo>
                    <a:pt x="0" y="496388"/>
                  </a:lnTo>
                  <a:lnTo>
                    <a:pt x="606378" y="496388"/>
                  </a:lnTo>
                  <a:lnTo>
                    <a:pt x="606378" y="0"/>
                  </a:lnTo>
                  <a:close/>
                </a:path>
              </a:pathLst>
            </a:custGeom>
            <a:solidFill>
              <a:srgbClr val="CCFFCC"/>
            </a:solidFill>
          </p:spPr>
          <p:txBody>
            <a:bodyPr wrap="square" lIns="0" tIns="0" rIns="0" bIns="0" rtlCol="0"/>
            <a:lstStyle/>
            <a:p/>
          </p:txBody>
        </p:sp>
        <p:sp>
          <p:nvSpPr>
            <p:cNvPr id="128" name="object 128" descr=""/>
            <p:cNvSpPr/>
            <p:nvPr/>
          </p:nvSpPr>
          <p:spPr>
            <a:xfrm>
              <a:off x="2386519" y="1025552"/>
              <a:ext cx="606425" cy="496570"/>
            </a:xfrm>
            <a:custGeom>
              <a:avLst/>
              <a:gdLst/>
              <a:ahLst/>
              <a:cxnLst/>
              <a:rect l="l" t="t" r="r" b="b"/>
              <a:pathLst>
                <a:path w="606425" h="496569">
                  <a:moveTo>
                    <a:pt x="0" y="496388"/>
                  </a:moveTo>
                  <a:lnTo>
                    <a:pt x="606378" y="496388"/>
                  </a:lnTo>
                  <a:lnTo>
                    <a:pt x="606378" y="0"/>
                  </a:lnTo>
                  <a:lnTo>
                    <a:pt x="0" y="0"/>
                  </a:lnTo>
                  <a:lnTo>
                    <a:pt x="0" y="496388"/>
                  </a:lnTo>
                  <a:close/>
                </a:path>
              </a:pathLst>
            </a:custGeom>
            <a:ln w="18009">
              <a:solidFill>
                <a:srgbClr val="000000"/>
              </a:solidFill>
            </a:ln>
          </p:spPr>
          <p:txBody>
            <a:bodyPr wrap="square" lIns="0" tIns="0" rIns="0" bIns="0" rtlCol="0"/>
            <a:lstStyle/>
            <a:p/>
          </p:txBody>
        </p:sp>
        <p:sp>
          <p:nvSpPr>
            <p:cNvPr id="129" name="object 129" descr=""/>
            <p:cNvSpPr/>
            <p:nvPr/>
          </p:nvSpPr>
          <p:spPr>
            <a:xfrm>
              <a:off x="3901041" y="1025552"/>
              <a:ext cx="605790" cy="496570"/>
            </a:xfrm>
            <a:custGeom>
              <a:avLst/>
              <a:gdLst/>
              <a:ahLst/>
              <a:cxnLst/>
              <a:rect l="l" t="t" r="r" b="b"/>
              <a:pathLst>
                <a:path w="605789" h="496569">
                  <a:moveTo>
                    <a:pt x="605477" y="0"/>
                  </a:moveTo>
                  <a:lnTo>
                    <a:pt x="0" y="0"/>
                  </a:lnTo>
                  <a:lnTo>
                    <a:pt x="0" y="496388"/>
                  </a:lnTo>
                  <a:lnTo>
                    <a:pt x="605477" y="496388"/>
                  </a:lnTo>
                  <a:lnTo>
                    <a:pt x="605477" y="0"/>
                  </a:lnTo>
                  <a:close/>
                </a:path>
              </a:pathLst>
            </a:custGeom>
            <a:solidFill>
              <a:srgbClr val="CCFFFF"/>
            </a:solidFill>
          </p:spPr>
          <p:txBody>
            <a:bodyPr wrap="square" lIns="0" tIns="0" rIns="0" bIns="0" rtlCol="0"/>
            <a:lstStyle/>
            <a:p/>
          </p:txBody>
        </p:sp>
        <p:sp>
          <p:nvSpPr>
            <p:cNvPr id="130" name="object 130" descr=""/>
            <p:cNvSpPr/>
            <p:nvPr/>
          </p:nvSpPr>
          <p:spPr>
            <a:xfrm>
              <a:off x="3901041" y="1025552"/>
              <a:ext cx="605790" cy="496570"/>
            </a:xfrm>
            <a:custGeom>
              <a:avLst/>
              <a:gdLst/>
              <a:ahLst/>
              <a:cxnLst/>
              <a:rect l="l" t="t" r="r" b="b"/>
              <a:pathLst>
                <a:path w="605789" h="496569">
                  <a:moveTo>
                    <a:pt x="0" y="496388"/>
                  </a:moveTo>
                  <a:lnTo>
                    <a:pt x="605477" y="496388"/>
                  </a:lnTo>
                  <a:lnTo>
                    <a:pt x="605477" y="0"/>
                  </a:lnTo>
                  <a:lnTo>
                    <a:pt x="0" y="0"/>
                  </a:lnTo>
                  <a:lnTo>
                    <a:pt x="0" y="496388"/>
                  </a:lnTo>
                  <a:close/>
                </a:path>
              </a:pathLst>
            </a:custGeom>
            <a:ln w="18018">
              <a:solidFill>
                <a:srgbClr val="000000"/>
              </a:solidFill>
            </a:ln>
          </p:spPr>
          <p:txBody>
            <a:bodyPr wrap="square" lIns="0" tIns="0" rIns="0" bIns="0" rtlCol="0"/>
            <a:lstStyle/>
            <a:p/>
          </p:txBody>
        </p:sp>
        <p:sp>
          <p:nvSpPr>
            <p:cNvPr id="131" name="object 131" descr=""/>
            <p:cNvSpPr/>
            <p:nvPr/>
          </p:nvSpPr>
          <p:spPr>
            <a:xfrm>
              <a:off x="5415635" y="1025552"/>
              <a:ext cx="605790" cy="496570"/>
            </a:xfrm>
            <a:custGeom>
              <a:avLst/>
              <a:gdLst/>
              <a:ahLst/>
              <a:cxnLst/>
              <a:rect l="l" t="t" r="r" b="b"/>
              <a:pathLst>
                <a:path w="605789" h="496569">
                  <a:moveTo>
                    <a:pt x="605477" y="0"/>
                  </a:moveTo>
                  <a:lnTo>
                    <a:pt x="0" y="0"/>
                  </a:lnTo>
                  <a:lnTo>
                    <a:pt x="0" y="496388"/>
                  </a:lnTo>
                  <a:lnTo>
                    <a:pt x="605477" y="496388"/>
                  </a:lnTo>
                  <a:lnTo>
                    <a:pt x="605477" y="0"/>
                  </a:lnTo>
                  <a:close/>
                </a:path>
              </a:pathLst>
            </a:custGeom>
            <a:solidFill>
              <a:srgbClr val="FFCC99"/>
            </a:solidFill>
          </p:spPr>
          <p:txBody>
            <a:bodyPr wrap="square" lIns="0" tIns="0" rIns="0" bIns="0" rtlCol="0"/>
            <a:lstStyle/>
            <a:p/>
          </p:txBody>
        </p:sp>
        <p:sp>
          <p:nvSpPr>
            <p:cNvPr id="132" name="object 132" descr=""/>
            <p:cNvSpPr/>
            <p:nvPr/>
          </p:nvSpPr>
          <p:spPr>
            <a:xfrm>
              <a:off x="5415635" y="1025552"/>
              <a:ext cx="605790" cy="496570"/>
            </a:xfrm>
            <a:custGeom>
              <a:avLst/>
              <a:gdLst/>
              <a:ahLst/>
              <a:cxnLst/>
              <a:rect l="l" t="t" r="r" b="b"/>
              <a:pathLst>
                <a:path w="605789" h="496569">
                  <a:moveTo>
                    <a:pt x="0" y="496388"/>
                  </a:moveTo>
                  <a:lnTo>
                    <a:pt x="605477" y="496388"/>
                  </a:lnTo>
                  <a:lnTo>
                    <a:pt x="605477" y="0"/>
                  </a:lnTo>
                  <a:lnTo>
                    <a:pt x="0" y="0"/>
                  </a:lnTo>
                  <a:lnTo>
                    <a:pt x="0" y="496388"/>
                  </a:lnTo>
                  <a:close/>
                </a:path>
              </a:pathLst>
            </a:custGeom>
            <a:ln w="18018">
              <a:solidFill>
                <a:srgbClr val="000000"/>
              </a:solidFill>
            </a:ln>
          </p:spPr>
          <p:txBody>
            <a:bodyPr wrap="square" lIns="0" tIns="0" rIns="0" bIns="0" rtlCol="0"/>
            <a:lstStyle/>
            <a:p/>
          </p:txBody>
        </p:sp>
        <p:sp>
          <p:nvSpPr>
            <p:cNvPr id="133" name="object 133" descr=""/>
            <p:cNvSpPr/>
            <p:nvPr/>
          </p:nvSpPr>
          <p:spPr>
            <a:xfrm>
              <a:off x="1858736" y="914113"/>
              <a:ext cx="1515110" cy="219075"/>
            </a:xfrm>
            <a:custGeom>
              <a:avLst/>
              <a:gdLst/>
              <a:ahLst/>
              <a:cxnLst/>
              <a:rect l="l" t="t" r="r" b="b"/>
              <a:pathLst>
                <a:path w="1515110" h="219075">
                  <a:moveTo>
                    <a:pt x="0" y="0"/>
                  </a:moveTo>
                  <a:lnTo>
                    <a:pt x="0" y="218484"/>
                  </a:lnTo>
                </a:path>
                <a:path w="1515110" h="219075">
                  <a:moveTo>
                    <a:pt x="0" y="0"/>
                  </a:moveTo>
                  <a:lnTo>
                    <a:pt x="1514594" y="0"/>
                  </a:lnTo>
                </a:path>
                <a:path w="1515110" h="219075">
                  <a:moveTo>
                    <a:pt x="1514594" y="0"/>
                  </a:moveTo>
                  <a:lnTo>
                    <a:pt x="1514594" y="218484"/>
                  </a:lnTo>
                </a:path>
              </a:pathLst>
            </a:custGeom>
            <a:ln w="25969">
              <a:solidFill>
                <a:srgbClr val="0000FF"/>
              </a:solidFill>
            </a:ln>
          </p:spPr>
          <p:txBody>
            <a:bodyPr wrap="square" lIns="0" tIns="0" rIns="0" bIns="0" rtlCol="0"/>
            <a:lstStyle/>
            <a:p/>
          </p:txBody>
        </p:sp>
        <p:sp>
          <p:nvSpPr>
            <p:cNvPr id="134" name="object 134" descr=""/>
            <p:cNvSpPr/>
            <p:nvPr/>
          </p:nvSpPr>
          <p:spPr>
            <a:xfrm>
              <a:off x="3451025" y="1410520"/>
              <a:ext cx="2951480" cy="222885"/>
            </a:xfrm>
            <a:custGeom>
              <a:avLst/>
              <a:gdLst/>
              <a:ahLst/>
              <a:cxnLst/>
              <a:rect l="l" t="t" r="r" b="b"/>
              <a:pathLst>
                <a:path w="2951479" h="222885">
                  <a:moveTo>
                    <a:pt x="0" y="0"/>
                  </a:moveTo>
                  <a:lnTo>
                    <a:pt x="0" y="222415"/>
                  </a:lnTo>
                </a:path>
                <a:path w="2951479" h="222885">
                  <a:moveTo>
                    <a:pt x="0" y="222415"/>
                  </a:moveTo>
                  <a:lnTo>
                    <a:pt x="2951385" y="222415"/>
                  </a:lnTo>
                </a:path>
                <a:path w="2951479" h="222885">
                  <a:moveTo>
                    <a:pt x="2951385" y="222415"/>
                  </a:moveTo>
                  <a:lnTo>
                    <a:pt x="2951385" y="0"/>
                  </a:lnTo>
                </a:path>
              </a:pathLst>
            </a:custGeom>
            <a:ln w="25969">
              <a:solidFill>
                <a:srgbClr val="000080"/>
              </a:solidFill>
            </a:ln>
          </p:spPr>
          <p:txBody>
            <a:bodyPr wrap="square" lIns="0" tIns="0" rIns="0" bIns="0" rtlCol="0"/>
            <a:lstStyle/>
            <a:p/>
          </p:txBody>
        </p:sp>
      </p:grpSp>
      <p:grpSp>
        <p:nvGrpSpPr>
          <p:cNvPr id="135" name="object 135" descr=""/>
          <p:cNvGrpSpPr/>
          <p:nvPr/>
        </p:nvGrpSpPr>
        <p:grpSpPr>
          <a:xfrm>
            <a:off x="7522179" y="1097777"/>
            <a:ext cx="706120" cy="79375"/>
            <a:chOff x="7522179" y="1097777"/>
            <a:chExt cx="706120" cy="79375"/>
          </a:xfrm>
        </p:grpSpPr>
        <p:sp>
          <p:nvSpPr>
            <p:cNvPr id="136" name="object 136" descr=""/>
            <p:cNvSpPr/>
            <p:nvPr/>
          </p:nvSpPr>
          <p:spPr>
            <a:xfrm>
              <a:off x="7524386" y="1100700"/>
              <a:ext cx="701040" cy="73025"/>
            </a:xfrm>
            <a:custGeom>
              <a:avLst/>
              <a:gdLst/>
              <a:ahLst/>
              <a:cxnLst/>
              <a:rect l="l" t="t" r="r" b="b"/>
              <a:pathLst>
                <a:path w="701040" h="73025">
                  <a:moveTo>
                    <a:pt x="484915" y="0"/>
                  </a:moveTo>
                  <a:lnTo>
                    <a:pt x="553416" y="34518"/>
                  </a:lnTo>
                  <a:lnTo>
                    <a:pt x="484915" y="72969"/>
                  </a:lnTo>
                  <a:lnTo>
                    <a:pt x="629650" y="47200"/>
                  </a:lnTo>
                  <a:lnTo>
                    <a:pt x="553416" y="47200"/>
                  </a:lnTo>
                  <a:lnTo>
                    <a:pt x="562429" y="42825"/>
                  </a:lnTo>
                  <a:lnTo>
                    <a:pt x="571442" y="42825"/>
                  </a:lnTo>
                  <a:lnTo>
                    <a:pt x="571442" y="30161"/>
                  </a:lnTo>
                  <a:lnTo>
                    <a:pt x="562429" y="30161"/>
                  </a:lnTo>
                  <a:lnTo>
                    <a:pt x="553416" y="25787"/>
                  </a:lnTo>
                  <a:lnTo>
                    <a:pt x="646247" y="25787"/>
                  </a:lnTo>
                  <a:lnTo>
                    <a:pt x="484915" y="0"/>
                  </a:lnTo>
                  <a:close/>
                </a:path>
                <a:path w="701040" h="73025">
                  <a:moveTo>
                    <a:pt x="536088" y="25787"/>
                  </a:moveTo>
                  <a:lnTo>
                    <a:pt x="16944" y="25787"/>
                  </a:lnTo>
                  <a:lnTo>
                    <a:pt x="8652" y="30161"/>
                  </a:lnTo>
                  <a:lnTo>
                    <a:pt x="0" y="34518"/>
                  </a:lnTo>
                  <a:lnTo>
                    <a:pt x="0" y="38450"/>
                  </a:lnTo>
                  <a:lnTo>
                    <a:pt x="8652" y="42825"/>
                  </a:lnTo>
                  <a:lnTo>
                    <a:pt x="16944" y="47200"/>
                  </a:lnTo>
                  <a:lnTo>
                    <a:pt x="530824" y="47200"/>
                  </a:lnTo>
                  <a:lnTo>
                    <a:pt x="553416" y="34518"/>
                  </a:lnTo>
                  <a:lnTo>
                    <a:pt x="536088" y="25787"/>
                  </a:lnTo>
                  <a:close/>
                </a:path>
                <a:path w="701040" h="73025">
                  <a:moveTo>
                    <a:pt x="646247" y="25787"/>
                  </a:moveTo>
                  <a:lnTo>
                    <a:pt x="553416" y="25787"/>
                  </a:lnTo>
                  <a:lnTo>
                    <a:pt x="562429" y="30161"/>
                  </a:lnTo>
                  <a:lnTo>
                    <a:pt x="571442" y="30161"/>
                  </a:lnTo>
                  <a:lnTo>
                    <a:pt x="571442" y="42825"/>
                  </a:lnTo>
                  <a:lnTo>
                    <a:pt x="562429" y="42825"/>
                  </a:lnTo>
                  <a:lnTo>
                    <a:pt x="553416" y="47200"/>
                  </a:lnTo>
                  <a:lnTo>
                    <a:pt x="629650" y="47200"/>
                  </a:lnTo>
                  <a:lnTo>
                    <a:pt x="700873" y="34518"/>
                  </a:lnTo>
                  <a:lnTo>
                    <a:pt x="646247" y="25787"/>
                  </a:lnTo>
                  <a:close/>
                </a:path>
              </a:pathLst>
            </a:custGeom>
            <a:solidFill>
              <a:srgbClr val="0000FF"/>
            </a:solidFill>
          </p:spPr>
          <p:txBody>
            <a:bodyPr wrap="square" lIns="0" tIns="0" rIns="0" bIns="0" rtlCol="0"/>
            <a:lstStyle/>
            <a:p/>
          </p:txBody>
        </p:sp>
        <p:sp>
          <p:nvSpPr>
            <p:cNvPr id="137" name="object 137" descr=""/>
            <p:cNvSpPr/>
            <p:nvPr/>
          </p:nvSpPr>
          <p:spPr>
            <a:xfrm>
              <a:off x="7524386" y="1100700"/>
              <a:ext cx="701040" cy="73025"/>
            </a:xfrm>
            <a:custGeom>
              <a:avLst/>
              <a:gdLst/>
              <a:ahLst/>
              <a:cxnLst/>
              <a:rect l="l" t="t" r="r" b="b"/>
              <a:pathLst>
                <a:path w="701040" h="73025">
                  <a:moveTo>
                    <a:pt x="16944" y="25787"/>
                  </a:moveTo>
                  <a:lnTo>
                    <a:pt x="553416" y="25787"/>
                  </a:lnTo>
                  <a:lnTo>
                    <a:pt x="562429" y="30161"/>
                  </a:lnTo>
                  <a:lnTo>
                    <a:pt x="571442" y="30161"/>
                  </a:lnTo>
                  <a:lnTo>
                    <a:pt x="571442" y="34518"/>
                  </a:lnTo>
                  <a:lnTo>
                    <a:pt x="571442" y="38450"/>
                  </a:lnTo>
                  <a:lnTo>
                    <a:pt x="571442" y="42825"/>
                  </a:lnTo>
                  <a:lnTo>
                    <a:pt x="562429" y="42825"/>
                  </a:lnTo>
                  <a:lnTo>
                    <a:pt x="553416" y="47200"/>
                  </a:lnTo>
                  <a:lnTo>
                    <a:pt x="16944" y="47200"/>
                  </a:lnTo>
                  <a:lnTo>
                    <a:pt x="8652" y="42825"/>
                  </a:lnTo>
                  <a:lnTo>
                    <a:pt x="0" y="38450"/>
                  </a:lnTo>
                  <a:lnTo>
                    <a:pt x="0" y="34518"/>
                  </a:lnTo>
                  <a:lnTo>
                    <a:pt x="8652" y="30161"/>
                  </a:lnTo>
                  <a:lnTo>
                    <a:pt x="16944" y="25787"/>
                  </a:lnTo>
                  <a:close/>
                </a:path>
                <a:path w="701040" h="73025">
                  <a:moveTo>
                    <a:pt x="553416" y="34518"/>
                  </a:moveTo>
                  <a:lnTo>
                    <a:pt x="484915" y="0"/>
                  </a:lnTo>
                  <a:lnTo>
                    <a:pt x="700873" y="34518"/>
                  </a:lnTo>
                  <a:lnTo>
                    <a:pt x="484915" y="72969"/>
                  </a:lnTo>
                  <a:lnTo>
                    <a:pt x="553416" y="34518"/>
                  </a:lnTo>
                  <a:close/>
                </a:path>
              </a:pathLst>
            </a:custGeom>
            <a:ln w="6658">
              <a:solidFill>
                <a:srgbClr val="0000FF"/>
              </a:solidFill>
            </a:ln>
          </p:spPr>
          <p:txBody>
            <a:bodyPr wrap="square" lIns="0" tIns="0" rIns="0" bIns="0" rtlCol="0"/>
            <a:lstStyle/>
            <a:p/>
          </p:txBody>
        </p:sp>
      </p:grpSp>
      <p:grpSp>
        <p:nvGrpSpPr>
          <p:cNvPr id="138" name="object 138" descr=""/>
          <p:cNvGrpSpPr/>
          <p:nvPr/>
        </p:nvGrpSpPr>
        <p:grpSpPr>
          <a:xfrm>
            <a:off x="7522184" y="1376190"/>
            <a:ext cx="706120" cy="74295"/>
            <a:chOff x="7522184" y="1376190"/>
            <a:chExt cx="706120" cy="74295"/>
          </a:xfrm>
        </p:grpSpPr>
        <p:sp>
          <p:nvSpPr>
            <p:cNvPr id="139" name="object 139" descr=""/>
            <p:cNvSpPr/>
            <p:nvPr/>
          </p:nvSpPr>
          <p:spPr>
            <a:xfrm>
              <a:off x="7524386" y="1379047"/>
              <a:ext cx="701040" cy="68580"/>
            </a:xfrm>
            <a:custGeom>
              <a:avLst/>
              <a:gdLst/>
              <a:ahLst/>
              <a:cxnLst/>
              <a:rect l="l" t="t" r="r" b="b"/>
              <a:pathLst>
                <a:path w="701040" h="68580">
                  <a:moveTo>
                    <a:pt x="484915" y="0"/>
                  </a:moveTo>
                  <a:lnTo>
                    <a:pt x="553416" y="34093"/>
                  </a:lnTo>
                  <a:lnTo>
                    <a:pt x="484915" y="68170"/>
                  </a:lnTo>
                  <a:lnTo>
                    <a:pt x="645537" y="42825"/>
                  </a:lnTo>
                  <a:lnTo>
                    <a:pt x="571442" y="42825"/>
                  </a:lnTo>
                  <a:lnTo>
                    <a:pt x="571442" y="29719"/>
                  </a:lnTo>
                  <a:lnTo>
                    <a:pt x="562429" y="25344"/>
                  </a:lnTo>
                  <a:lnTo>
                    <a:pt x="645453" y="25344"/>
                  </a:lnTo>
                  <a:lnTo>
                    <a:pt x="484915" y="0"/>
                  </a:lnTo>
                  <a:close/>
                </a:path>
                <a:path w="701040" h="68580">
                  <a:moveTo>
                    <a:pt x="535837" y="25344"/>
                  </a:moveTo>
                  <a:lnTo>
                    <a:pt x="8652" y="25344"/>
                  </a:lnTo>
                  <a:lnTo>
                    <a:pt x="8652" y="29719"/>
                  </a:lnTo>
                  <a:lnTo>
                    <a:pt x="0" y="29719"/>
                  </a:lnTo>
                  <a:lnTo>
                    <a:pt x="0" y="38450"/>
                  </a:lnTo>
                  <a:lnTo>
                    <a:pt x="8652" y="42825"/>
                  </a:lnTo>
                  <a:lnTo>
                    <a:pt x="535863" y="42825"/>
                  </a:lnTo>
                  <a:lnTo>
                    <a:pt x="553416" y="34093"/>
                  </a:lnTo>
                  <a:lnTo>
                    <a:pt x="535837" y="25344"/>
                  </a:lnTo>
                  <a:close/>
                </a:path>
                <a:path w="701040" h="68580">
                  <a:moveTo>
                    <a:pt x="645453" y="25344"/>
                  </a:moveTo>
                  <a:lnTo>
                    <a:pt x="562429" y="25344"/>
                  </a:lnTo>
                  <a:lnTo>
                    <a:pt x="571442" y="29719"/>
                  </a:lnTo>
                  <a:lnTo>
                    <a:pt x="571442" y="42825"/>
                  </a:lnTo>
                  <a:lnTo>
                    <a:pt x="645537" y="42825"/>
                  </a:lnTo>
                  <a:lnTo>
                    <a:pt x="700873" y="34093"/>
                  </a:lnTo>
                  <a:lnTo>
                    <a:pt x="645453" y="25344"/>
                  </a:lnTo>
                  <a:close/>
                </a:path>
              </a:pathLst>
            </a:custGeom>
            <a:solidFill>
              <a:srgbClr val="000080"/>
            </a:solidFill>
          </p:spPr>
          <p:txBody>
            <a:bodyPr wrap="square" lIns="0" tIns="0" rIns="0" bIns="0" rtlCol="0"/>
            <a:lstStyle/>
            <a:p/>
          </p:txBody>
        </p:sp>
        <p:sp>
          <p:nvSpPr>
            <p:cNvPr id="140" name="object 140" descr=""/>
            <p:cNvSpPr/>
            <p:nvPr/>
          </p:nvSpPr>
          <p:spPr>
            <a:xfrm>
              <a:off x="7524386" y="1379047"/>
              <a:ext cx="701040" cy="68580"/>
            </a:xfrm>
            <a:custGeom>
              <a:avLst/>
              <a:gdLst/>
              <a:ahLst/>
              <a:cxnLst/>
              <a:rect l="l" t="t" r="r" b="b"/>
              <a:pathLst>
                <a:path w="701040" h="68580">
                  <a:moveTo>
                    <a:pt x="16944" y="25344"/>
                  </a:moveTo>
                  <a:lnTo>
                    <a:pt x="553416" y="25344"/>
                  </a:lnTo>
                  <a:lnTo>
                    <a:pt x="562429" y="25344"/>
                  </a:lnTo>
                  <a:lnTo>
                    <a:pt x="571442" y="29719"/>
                  </a:lnTo>
                  <a:lnTo>
                    <a:pt x="571442" y="34093"/>
                  </a:lnTo>
                  <a:lnTo>
                    <a:pt x="571442" y="38450"/>
                  </a:lnTo>
                  <a:lnTo>
                    <a:pt x="571442" y="42825"/>
                  </a:lnTo>
                  <a:lnTo>
                    <a:pt x="562429" y="42825"/>
                  </a:lnTo>
                  <a:lnTo>
                    <a:pt x="553416" y="42825"/>
                  </a:lnTo>
                  <a:lnTo>
                    <a:pt x="16944" y="42825"/>
                  </a:lnTo>
                  <a:lnTo>
                    <a:pt x="8652" y="42825"/>
                  </a:lnTo>
                  <a:lnTo>
                    <a:pt x="0" y="38450"/>
                  </a:lnTo>
                  <a:lnTo>
                    <a:pt x="0" y="34093"/>
                  </a:lnTo>
                  <a:lnTo>
                    <a:pt x="0" y="29719"/>
                  </a:lnTo>
                  <a:lnTo>
                    <a:pt x="8652" y="29719"/>
                  </a:lnTo>
                  <a:lnTo>
                    <a:pt x="8652" y="25344"/>
                  </a:lnTo>
                  <a:lnTo>
                    <a:pt x="16944" y="25344"/>
                  </a:lnTo>
                  <a:close/>
                </a:path>
                <a:path w="701040" h="68580">
                  <a:moveTo>
                    <a:pt x="553416" y="34093"/>
                  </a:moveTo>
                  <a:lnTo>
                    <a:pt x="484915" y="0"/>
                  </a:lnTo>
                  <a:lnTo>
                    <a:pt x="700873" y="34093"/>
                  </a:lnTo>
                  <a:lnTo>
                    <a:pt x="484915" y="68170"/>
                  </a:lnTo>
                  <a:lnTo>
                    <a:pt x="553416" y="34093"/>
                  </a:lnTo>
                  <a:close/>
                </a:path>
              </a:pathLst>
            </a:custGeom>
            <a:ln w="6658">
              <a:solidFill>
                <a:srgbClr val="000080"/>
              </a:solidFill>
            </a:ln>
          </p:spPr>
          <p:txBody>
            <a:bodyPr wrap="square" lIns="0" tIns="0" rIns="0" bIns="0" rtlCol="0"/>
            <a:lstStyle/>
            <a:p/>
          </p:txBody>
        </p:sp>
      </p:grpSp>
      <p:sp>
        <p:nvSpPr>
          <p:cNvPr id="141" name="object 141" descr=""/>
          <p:cNvSpPr txBox="1"/>
          <p:nvPr/>
        </p:nvSpPr>
        <p:spPr>
          <a:xfrm>
            <a:off x="871889" y="1025552"/>
            <a:ext cx="606425" cy="496570"/>
          </a:xfrm>
          <a:prstGeom prst="rect">
            <a:avLst/>
          </a:prstGeom>
          <a:solidFill>
            <a:srgbClr val="FFFF99"/>
          </a:solidFill>
          <a:ln w="22409">
            <a:solidFill>
              <a:srgbClr val="000000"/>
            </a:solidFill>
          </a:ln>
        </p:spPr>
        <p:txBody>
          <a:bodyPr wrap="square" lIns="0" tIns="136525" rIns="0" bIns="0" rtlCol="0" vert="horz">
            <a:spAutoFit/>
          </a:bodyPr>
          <a:lstStyle/>
          <a:p>
            <a:pPr marL="215900">
              <a:lnSpc>
                <a:spcPct val="100000"/>
              </a:lnSpc>
              <a:spcBef>
                <a:spcPts val="1075"/>
              </a:spcBef>
            </a:pPr>
            <a:r>
              <a:rPr dirty="0" sz="1450" spc="740" b="1">
                <a:latin typeface="Times New Roman"/>
                <a:cs typeface="Times New Roman"/>
              </a:rPr>
              <a:t>1</a:t>
            </a:r>
            <a:endParaRPr sz="1450">
              <a:latin typeface="Times New Roman"/>
              <a:cs typeface="Times New Roman"/>
            </a:endParaRPr>
          </a:p>
        </p:txBody>
      </p:sp>
      <p:sp>
        <p:nvSpPr>
          <p:cNvPr id="142" name="object 142" descr=""/>
          <p:cNvSpPr txBox="1"/>
          <p:nvPr/>
        </p:nvSpPr>
        <p:spPr>
          <a:xfrm>
            <a:off x="2589921" y="1148873"/>
            <a:ext cx="218440" cy="252729"/>
          </a:xfrm>
          <a:prstGeom prst="rect">
            <a:avLst/>
          </a:prstGeom>
        </p:spPr>
        <p:txBody>
          <a:bodyPr wrap="square" lIns="0" tIns="17145" rIns="0" bIns="0" rtlCol="0" vert="horz">
            <a:spAutoFit/>
          </a:bodyPr>
          <a:lstStyle/>
          <a:p>
            <a:pPr marL="12700">
              <a:lnSpc>
                <a:spcPct val="100000"/>
              </a:lnSpc>
              <a:spcBef>
                <a:spcPts val="135"/>
              </a:spcBef>
            </a:pPr>
            <a:r>
              <a:rPr dirty="0" sz="1450" spc="740" b="1">
                <a:latin typeface="Times New Roman"/>
                <a:cs typeface="Times New Roman"/>
              </a:rPr>
              <a:t>2</a:t>
            </a:r>
            <a:endParaRPr sz="1450">
              <a:latin typeface="Times New Roman"/>
              <a:cs typeface="Times New Roman"/>
            </a:endParaRPr>
          </a:p>
        </p:txBody>
      </p:sp>
      <p:sp>
        <p:nvSpPr>
          <p:cNvPr id="143" name="object 143" descr=""/>
          <p:cNvSpPr txBox="1"/>
          <p:nvPr/>
        </p:nvSpPr>
        <p:spPr>
          <a:xfrm>
            <a:off x="6930229" y="1025552"/>
            <a:ext cx="605790" cy="496570"/>
          </a:xfrm>
          <a:prstGeom prst="rect">
            <a:avLst/>
          </a:prstGeom>
          <a:solidFill>
            <a:srgbClr val="FFC5E1"/>
          </a:solidFill>
          <a:ln w="24731">
            <a:solidFill>
              <a:srgbClr val="000000"/>
            </a:solidFill>
          </a:ln>
        </p:spPr>
        <p:txBody>
          <a:bodyPr wrap="square" lIns="0" tIns="140970" rIns="0" bIns="0" rtlCol="0" vert="horz">
            <a:spAutoFit/>
          </a:bodyPr>
          <a:lstStyle/>
          <a:p>
            <a:pPr marL="259715">
              <a:lnSpc>
                <a:spcPct val="100000"/>
              </a:lnSpc>
              <a:spcBef>
                <a:spcPts val="1110"/>
              </a:spcBef>
            </a:pPr>
            <a:r>
              <a:rPr dirty="0" sz="1450" spc="740" b="1">
                <a:latin typeface="Times New Roman"/>
                <a:cs typeface="Times New Roman"/>
              </a:rPr>
              <a:t>5</a:t>
            </a:r>
            <a:endParaRPr sz="1450">
              <a:latin typeface="Times New Roman"/>
              <a:cs typeface="Times New Roman"/>
            </a:endParaRPr>
          </a:p>
        </p:txBody>
      </p:sp>
      <p:sp>
        <p:nvSpPr>
          <p:cNvPr id="144" name="object 144" descr=""/>
          <p:cNvSpPr txBox="1"/>
          <p:nvPr/>
        </p:nvSpPr>
        <p:spPr>
          <a:xfrm>
            <a:off x="4685116" y="1666772"/>
            <a:ext cx="683260" cy="221615"/>
          </a:xfrm>
          <a:prstGeom prst="rect">
            <a:avLst/>
          </a:prstGeom>
        </p:spPr>
        <p:txBody>
          <a:bodyPr wrap="square" lIns="0" tIns="17145" rIns="0" bIns="0" rtlCol="0" vert="horz">
            <a:spAutoFit/>
          </a:bodyPr>
          <a:lstStyle/>
          <a:p>
            <a:pPr marL="12700">
              <a:lnSpc>
                <a:spcPct val="100000"/>
              </a:lnSpc>
              <a:spcBef>
                <a:spcPts val="135"/>
              </a:spcBef>
            </a:pPr>
            <a:r>
              <a:rPr dirty="0" sz="1250" spc="1305" b="1">
                <a:solidFill>
                  <a:srgbClr val="000080"/>
                </a:solidFill>
                <a:latin typeface="宋体"/>
                <a:cs typeface="宋体"/>
              </a:rPr>
              <a:t>乘法</a:t>
            </a:r>
            <a:endParaRPr sz="1250">
              <a:latin typeface="宋体"/>
              <a:cs typeface="宋体"/>
            </a:endParaRPr>
          </a:p>
        </p:txBody>
      </p:sp>
      <p:sp>
        <p:nvSpPr>
          <p:cNvPr id="145" name="object 145" descr=""/>
          <p:cNvSpPr txBox="1"/>
          <p:nvPr/>
        </p:nvSpPr>
        <p:spPr>
          <a:xfrm>
            <a:off x="2192543" y="639899"/>
            <a:ext cx="683260" cy="221615"/>
          </a:xfrm>
          <a:prstGeom prst="rect">
            <a:avLst/>
          </a:prstGeom>
        </p:spPr>
        <p:txBody>
          <a:bodyPr wrap="square" lIns="0" tIns="17145" rIns="0" bIns="0" rtlCol="0" vert="horz">
            <a:spAutoFit/>
          </a:bodyPr>
          <a:lstStyle/>
          <a:p>
            <a:pPr marL="12700">
              <a:lnSpc>
                <a:spcPct val="100000"/>
              </a:lnSpc>
              <a:spcBef>
                <a:spcPts val="135"/>
              </a:spcBef>
            </a:pPr>
            <a:r>
              <a:rPr dirty="0" sz="1250" spc="1305" b="1">
                <a:solidFill>
                  <a:srgbClr val="0000FF"/>
                </a:solidFill>
                <a:latin typeface="宋体"/>
                <a:cs typeface="宋体"/>
              </a:rPr>
              <a:t>加法</a:t>
            </a:r>
            <a:endParaRPr sz="1250">
              <a:latin typeface="宋体"/>
              <a:cs typeface="宋体"/>
            </a:endParaRPr>
          </a:p>
        </p:txBody>
      </p:sp>
      <p:sp>
        <p:nvSpPr>
          <p:cNvPr id="146" name="object 146" descr=""/>
          <p:cNvSpPr txBox="1"/>
          <p:nvPr/>
        </p:nvSpPr>
        <p:spPr>
          <a:xfrm>
            <a:off x="928843" y="1559706"/>
            <a:ext cx="464820"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47" name="object 147" descr=""/>
          <p:cNvSpPr txBox="1"/>
          <p:nvPr/>
        </p:nvSpPr>
        <p:spPr>
          <a:xfrm>
            <a:off x="2408646" y="1559706"/>
            <a:ext cx="464820"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48" name="object 148" descr=""/>
          <p:cNvSpPr txBox="1"/>
          <p:nvPr/>
        </p:nvSpPr>
        <p:spPr>
          <a:xfrm>
            <a:off x="3940257" y="776664"/>
            <a:ext cx="2058035" cy="624840"/>
          </a:xfrm>
          <a:prstGeom prst="rect">
            <a:avLst/>
          </a:prstGeom>
        </p:spPr>
        <p:txBody>
          <a:bodyPr wrap="square" lIns="0" tIns="17145" rIns="0" bIns="0" rtlCol="0" vert="horz">
            <a:spAutoFit/>
          </a:bodyPr>
          <a:lstStyle/>
          <a:p>
            <a:pPr marL="12700">
              <a:lnSpc>
                <a:spcPct val="100000"/>
              </a:lnSpc>
              <a:spcBef>
                <a:spcPts val="135"/>
              </a:spcBef>
              <a:tabLst>
                <a:tab pos="1440180" algn="l"/>
              </a:tabLst>
            </a:pPr>
            <a:r>
              <a:rPr dirty="0" sz="1250" spc="869" b="1">
                <a:latin typeface="宋体"/>
                <a:cs typeface="宋体"/>
              </a:rPr>
              <a:t>△</a:t>
            </a:r>
            <a:r>
              <a:rPr dirty="0" sz="1250" spc="869" b="1">
                <a:latin typeface="Times New Roman"/>
                <a:cs typeface="Times New Roman"/>
              </a:rPr>
              <a:t>t</a:t>
            </a:r>
            <a:r>
              <a:rPr dirty="0" sz="1250" b="1">
                <a:latin typeface="Times New Roman"/>
                <a:cs typeface="Times New Roman"/>
              </a:rPr>
              <a:t>	</a:t>
            </a:r>
            <a:r>
              <a:rPr dirty="0" sz="1250" spc="795" b="1">
                <a:solidFill>
                  <a:srgbClr val="FF6600"/>
                </a:solidFill>
                <a:latin typeface="Times New Roman"/>
                <a:cs typeface="Times New Roman"/>
              </a:rPr>
              <a:t>2</a:t>
            </a:r>
            <a:r>
              <a:rPr dirty="0" sz="1250" spc="795" b="1">
                <a:solidFill>
                  <a:srgbClr val="FF6600"/>
                </a:solidFill>
                <a:latin typeface="宋体"/>
                <a:cs typeface="宋体"/>
              </a:rPr>
              <a:t>△</a:t>
            </a:r>
            <a:r>
              <a:rPr dirty="0" sz="1250" spc="795" b="1">
                <a:solidFill>
                  <a:srgbClr val="FF6600"/>
                </a:solidFill>
                <a:latin typeface="Times New Roman"/>
                <a:cs typeface="Times New Roman"/>
              </a:rPr>
              <a:t>t</a:t>
            </a:r>
            <a:endParaRPr sz="1250">
              <a:latin typeface="Times New Roman"/>
              <a:cs typeface="Times New Roman"/>
            </a:endParaRPr>
          </a:p>
          <a:p>
            <a:pPr marL="168275">
              <a:lnSpc>
                <a:spcPct val="100000"/>
              </a:lnSpc>
              <a:spcBef>
                <a:spcPts val="1435"/>
              </a:spcBef>
              <a:tabLst>
                <a:tab pos="1700530" algn="l"/>
              </a:tabLst>
            </a:pPr>
            <a:r>
              <a:rPr dirty="0" sz="1450" spc="740" b="1">
                <a:latin typeface="Times New Roman"/>
                <a:cs typeface="Times New Roman"/>
              </a:rPr>
              <a:t>3</a:t>
            </a:r>
            <a:r>
              <a:rPr dirty="0" sz="1450" b="1">
                <a:latin typeface="Times New Roman"/>
                <a:cs typeface="Times New Roman"/>
              </a:rPr>
              <a:t>	</a:t>
            </a:r>
            <a:r>
              <a:rPr dirty="0" sz="1450" spc="740" b="1">
                <a:latin typeface="Times New Roman"/>
                <a:cs typeface="Times New Roman"/>
              </a:rPr>
              <a:t>4</a:t>
            </a:r>
            <a:endParaRPr sz="1450">
              <a:latin typeface="Times New Roman"/>
              <a:cs typeface="Times New Roman"/>
            </a:endParaRPr>
          </a:p>
        </p:txBody>
      </p:sp>
      <p:sp>
        <p:nvSpPr>
          <p:cNvPr id="149" name="object 149" descr=""/>
          <p:cNvSpPr txBox="1"/>
          <p:nvPr/>
        </p:nvSpPr>
        <p:spPr>
          <a:xfrm>
            <a:off x="6969446" y="776664"/>
            <a:ext cx="465455" cy="221615"/>
          </a:xfrm>
          <a:prstGeom prst="rect">
            <a:avLst/>
          </a:prstGeom>
        </p:spPr>
        <p:txBody>
          <a:bodyPr wrap="square" lIns="0" tIns="17145" rIns="0" bIns="0" rtlCol="0" vert="horz">
            <a:spAutoFit/>
          </a:bodyPr>
          <a:lstStyle/>
          <a:p>
            <a:pPr marL="12700">
              <a:lnSpc>
                <a:spcPct val="100000"/>
              </a:lnSpc>
              <a:spcBef>
                <a:spcPts val="135"/>
              </a:spcBef>
            </a:pPr>
            <a:r>
              <a:rPr dirty="0" sz="1250" spc="869" b="1">
                <a:latin typeface="宋体"/>
                <a:cs typeface="宋体"/>
              </a:rPr>
              <a:t>△</a:t>
            </a:r>
            <a:r>
              <a:rPr dirty="0" sz="1250" spc="869" b="1">
                <a:latin typeface="Times New Roman"/>
                <a:cs typeface="Times New Roman"/>
              </a:rPr>
              <a:t>t</a:t>
            </a:r>
            <a:endParaRPr sz="1250">
              <a:latin typeface="Times New Roman"/>
              <a:cs typeface="Times New Roman"/>
            </a:endParaRPr>
          </a:p>
        </p:txBody>
      </p:sp>
      <p:sp>
        <p:nvSpPr>
          <p:cNvPr id="150" name="object 150" descr=""/>
          <p:cNvSpPr/>
          <p:nvPr/>
        </p:nvSpPr>
        <p:spPr>
          <a:xfrm>
            <a:off x="8905875" y="22225"/>
            <a:ext cx="1511300" cy="635000"/>
          </a:xfrm>
          <a:custGeom>
            <a:avLst/>
            <a:gdLst/>
            <a:ahLst/>
            <a:cxnLst/>
            <a:rect l="l" t="t" r="r" b="b"/>
            <a:pathLst>
              <a:path w="1511300" h="635000">
                <a:moveTo>
                  <a:pt x="1511300" y="0"/>
                </a:moveTo>
                <a:lnTo>
                  <a:pt x="0" y="0"/>
                </a:lnTo>
                <a:lnTo>
                  <a:pt x="0" y="635000"/>
                </a:lnTo>
                <a:lnTo>
                  <a:pt x="1511300" y="635000"/>
                </a:lnTo>
                <a:lnTo>
                  <a:pt x="1511300" y="0"/>
                </a:lnTo>
                <a:close/>
              </a:path>
            </a:pathLst>
          </a:custGeom>
          <a:solidFill>
            <a:srgbClr val="FFACFF"/>
          </a:solidFill>
        </p:spPr>
        <p:txBody>
          <a:bodyPr wrap="square" lIns="0" tIns="0" rIns="0" bIns="0" rtlCol="0"/>
          <a:lstStyle/>
          <a:p/>
        </p:txBody>
      </p:sp>
      <p:sp>
        <p:nvSpPr>
          <p:cNvPr id="151" name="object 151" descr=""/>
          <p:cNvSpPr txBox="1"/>
          <p:nvPr/>
        </p:nvSpPr>
        <p:spPr>
          <a:xfrm>
            <a:off x="9067798" y="24503"/>
            <a:ext cx="102235" cy="183515"/>
          </a:xfrm>
          <a:prstGeom prst="rect">
            <a:avLst/>
          </a:prstGeom>
        </p:spPr>
        <p:txBody>
          <a:bodyPr wrap="square" lIns="0" tIns="17145" rIns="0" bIns="0" rtlCol="0" vert="horz">
            <a:spAutoFit/>
          </a:bodyPr>
          <a:lstStyle/>
          <a:p>
            <a:pPr>
              <a:lnSpc>
                <a:spcPct val="100000"/>
              </a:lnSpc>
              <a:spcBef>
                <a:spcPts val="135"/>
              </a:spcBef>
            </a:pPr>
            <a:r>
              <a:rPr dirty="0" sz="1000" spc="150">
                <a:latin typeface="Times New Roman"/>
                <a:cs typeface="Times New Roman"/>
              </a:rPr>
              <a:t>4</a:t>
            </a:r>
            <a:endParaRPr sz="1000">
              <a:latin typeface="Times New Roman"/>
              <a:cs typeface="Times New Roman"/>
            </a:endParaRPr>
          </a:p>
        </p:txBody>
      </p:sp>
      <p:sp>
        <p:nvSpPr>
          <p:cNvPr id="152" name="object 152"/>
          <p:cNvSpPr txBox="1">
            <a:spLocks noGrp="1"/>
          </p:cNvSpPr>
          <p:nvPr>
            <p:ph type="title"/>
          </p:nvPr>
        </p:nvSpPr>
        <p:spPr>
          <a:xfrm>
            <a:off x="8923901" y="5082"/>
            <a:ext cx="1471295" cy="645795"/>
          </a:xfrm>
          <a:prstGeom prst="rect"/>
        </p:spPr>
        <p:txBody>
          <a:bodyPr wrap="square" lIns="0" tIns="54610" rIns="0" bIns="0" rtlCol="0" vert="horz">
            <a:spAutoFit/>
          </a:bodyPr>
          <a:lstStyle/>
          <a:p>
            <a:pPr marL="25400">
              <a:lnSpc>
                <a:spcPct val="100000"/>
              </a:lnSpc>
              <a:spcBef>
                <a:spcPts val="430"/>
              </a:spcBef>
            </a:pPr>
            <a:r>
              <a:rPr dirty="0" u="none" baseline="-8385" sz="3975" spc="855">
                <a:solidFill>
                  <a:srgbClr val="000000"/>
                </a:solidFill>
                <a:latin typeface="Symbol"/>
                <a:cs typeface="Symbol"/>
              </a:rPr>
              <a:t></a:t>
            </a:r>
            <a:r>
              <a:rPr dirty="0" u="none" sz="1750" spc="570">
                <a:solidFill>
                  <a:srgbClr val="000000"/>
                </a:solidFill>
                <a:latin typeface="Times New Roman"/>
                <a:cs typeface="Times New Roman"/>
              </a:rPr>
              <a:t>(</a:t>
            </a:r>
            <a:r>
              <a:rPr dirty="0" u="none" sz="1750" spc="-195">
                <a:solidFill>
                  <a:srgbClr val="000000"/>
                </a:solidFill>
                <a:latin typeface="Times New Roman"/>
                <a:cs typeface="Times New Roman"/>
              </a:rPr>
              <a:t> </a:t>
            </a:r>
            <a:r>
              <a:rPr dirty="0" u="none" sz="1750" spc="175" i="1">
                <a:solidFill>
                  <a:srgbClr val="000000"/>
                </a:solidFill>
                <a:latin typeface="Times New Roman"/>
                <a:cs typeface="Times New Roman"/>
              </a:rPr>
              <a:t>A</a:t>
            </a:r>
            <a:r>
              <a:rPr dirty="0" u="none" baseline="-25000" sz="1500" spc="262" i="1">
                <a:solidFill>
                  <a:srgbClr val="000000"/>
                </a:solidFill>
                <a:latin typeface="Times New Roman"/>
                <a:cs typeface="Times New Roman"/>
              </a:rPr>
              <a:t>i</a:t>
            </a:r>
            <a:r>
              <a:rPr dirty="0" u="none" baseline="-25000" sz="1500" spc="660" i="1">
                <a:solidFill>
                  <a:srgbClr val="000000"/>
                </a:solidFill>
                <a:latin typeface="Times New Roman"/>
                <a:cs typeface="Times New Roman"/>
              </a:rPr>
              <a:t> </a:t>
            </a:r>
            <a:r>
              <a:rPr dirty="0" u="none" sz="1750" spc="355">
                <a:solidFill>
                  <a:srgbClr val="000000"/>
                </a:solidFill>
                <a:latin typeface="Symbol"/>
                <a:cs typeface="Symbol"/>
              </a:rPr>
              <a:t></a:t>
            </a:r>
            <a:r>
              <a:rPr dirty="0" u="none" sz="1750" spc="30">
                <a:solidFill>
                  <a:srgbClr val="000000"/>
                </a:solidFill>
                <a:latin typeface="Times New Roman"/>
                <a:cs typeface="Times New Roman"/>
              </a:rPr>
              <a:t> </a:t>
            </a:r>
            <a:r>
              <a:rPr dirty="0" u="none" sz="1750" spc="229" i="1">
                <a:solidFill>
                  <a:srgbClr val="000000"/>
                </a:solidFill>
                <a:latin typeface="Times New Roman"/>
                <a:cs typeface="Times New Roman"/>
              </a:rPr>
              <a:t>B</a:t>
            </a:r>
            <a:r>
              <a:rPr dirty="0" u="none" baseline="-25000" sz="1500" spc="345" i="1">
                <a:solidFill>
                  <a:srgbClr val="000000"/>
                </a:solidFill>
                <a:latin typeface="Times New Roman"/>
                <a:cs typeface="Times New Roman"/>
              </a:rPr>
              <a:t>i</a:t>
            </a:r>
            <a:r>
              <a:rPr dirty="0" u="none" baseline="-25000" sz="1500" spc="202" i="1">
                <a:solidFill>
                  <a:srgbClr val="000000"/>
                </a:solidFill>
                <a:latin typeface="Times New Roman"/>
                <a:cs typeface="Times New Roman"/>
              </a:rPr>
              <a:t> </a:t>
            </a:r>
            <a:r>
              <a:rPr dirty="0" u="none" sz="1750" spc="160">
                <a:solidFill>
                  <a:srgbClr val="000000"/>
                </a:solidFill>
                <a:latin typeface="Times New Roman"/>
                <a:cs typeface="Times New Roman"/>
              </a:rPr>
              <a:t>)</a:t>
            </a:r>
            <a:endParaRPr sz="1750">
              <a:latin typeface="Times New Roman"/>
              <a:cs typeface="Times New Roman"/>
            </a:endParaRPr>
          </a:p>
          <a:p>
            <a:pPr marL="72390">
              <a:lnSpc>
                <a:spcPct val="100000"/>
              </a:lnSpc>
              <a:spcBef>
                <a:spcPts val="165"/>
              </a:spcBef>
            </a:pPr>
            <a:r>
              <a:rPr dirty="0" u="none" sz="1000" spc="110" i="1">
                <a:solidFill>
                  <a:srgbClr val="000000"/>
                </a:solidFill>
                <a:latin typeface="Times New Roman"/>
                <a:cs typeface="Times New Roman"/>
              </a:rPr>
              <a:t>i</a:t>
            </a:r>
            <a:r>
              <a:rPr dirty="0" u="none" sz="1000" spc="-145" i="1">
                <a:solidFill>
                  <a:srgbClr val="000000"/>
                </a:solidFill>
                <a:latin typeface="Times New Roman"/>
                <a:cs typeface="Times New Roman"/>
              </a:rPr>
              <a:t> </a:t>
            </a:r>
            <a:r>
              <a:rPr dirty="0" u="none" sz="1000" spc="125">
                <a:solidFill>
                  <a:srgbClr val="000000"/>
                </a:solidFill>
                <a:latin typeface="Symbol"/>
                <a:cs typeface="Symbol"/>
              </a:rPr>
              <a:t></a:t>
            </a:r>
            <a:r>
              <a:rPr dirty="0" u="none" sz="1000" spc="125">
                <a:solidFill>
                  <a:srgbClr val="000000"/>
                </a:solidFill>
                <a:latin typeface="Times New Roman"/>
                <a:cs typeface="Times New Roman"/>
              </a:rPr>
              <a:t>1</a:t>
            </a:r>
            <a:endParaRPr sz="1000">
              <a:latin typeface="Times New Roman"/>
              <a:cs typeface="Times New Roman"/>
            </a:endParaRPr>
          </a:p>
        </p:txBody>
      </p:sp>
      <p:sp>
        <p:nvSpPr>
          <p:cNvPr id="153" name="object 153" descr=""/>
          <p:cNvSpPr txBox="1"/>
          <p:nvPr/>
        </p:nvSpPr>
        <p:spPr>
          <a:xfrm>
            <a:off x="5681726" y="5808662"/>
            <a:ext cx="4895850" cy="668655"/>
          </a:xfrm>
          <a:prstGeom prst="rect">
            <a:avLst/>
          </a:prstGeom>
          <a:solidFill>
            <a:srgbClr val="FFC000"/>
          </a:solidFill>
        </p:spPr>
        <p:txBody>
          <a:bodyPr wrap="square" lIns="0" tIns="43815" rIns="0" bIns="0" rtlCol="0" vert="horz">
            <a:spAutoFit/>
          </a:bodyPr>
          <a:lstStyle/>
          <a:p>
            <a:pPr marL="92075">
              <a:lnSpc>
                <a:spcPct val="100000"/>
              </a:lnSpc>
              <a:spcBef>
                <a:spcPts val="345"/>
              </a:spcBef>
              <a:tabLst>
                <a:tab pos="541020"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5">
                <a:solidFill>
                  <a:srgbClr val="2C44A3"/>
                </a:solidFill>
                <a:latin typeface="黑体"/>
                <a:cs typeface="黑体"/>
              </a:rPr>
              <a:t>请分析流水线效率低的原因</a:t>
            </a:r>
            <a:endParaRPr sz="2400">
              <a:latin typeface="黑体"/>
              <a:cs typeface="黑体"/>
            </a:endParaRPr>
          </a:p>
        </p:txBody>
      </p:sp>
      <p:grpSp>
        <p:nvGrpSpPr>
          <p:cNvPr id="154" name="object 154" descr=""/>
          <p:cNvGrpSpPr/>
          <p:nvPr/>
        </p:nvGrpSpPr>
        <p:grpSpPr>
          <a:xfrm>
            <a:off x="4651438" y="6088062"/>
            <a:ext cx="873125" cy="225425"/>
            <a:chOff x="4651438" y="6088062"/>
            <a:chExt cx="873125" cy="225425"/>
          </a:xfrm>
        </p:grpSpPr>
        <p:sp>
          <p:nvSpPr>
            <p:cNvPr id="155" name="object 155" descr=""/>
            <p:cNvSpPr/>
            <p:nvPr/>
          </p:nvSpPr>
          <p:spPr>
            <a:xfrm>
              <a:off x="4656201" y="6092825"/>
              <a:ext cx="863600" cy="215900"/>
            </a:xfrm>
            <a:custGeom>
              <a:avLst/>
              <a:gdLst/>
              <a:ahLst/>
              <a:cxnLst/>
              <a:rect l="l" t="t" r="r" b="b"/>
              <a:pathLst>
                <a:path w="863600" h="215900">
                  <a:moveTo>
                    <a:pt x="755650" y="0"/>
                  </a:moveTo>
                  <a:lnTo>
                    <a:pt x="755650" y="53975"/>
                  </a:lnTo>
                  <a:lnTo>
                    <a:pt x="0" y="53975"/>
                  </a:lnTo>
                  <a:lnTo>
                    <a:pt x="0" y="161925"/>
                  </a:lnTo>
                  <a:lnTo>
                    <a:pt x="755650" y="161925"/>
                  </a:lnTo>
                  <a:lnTo>
                    <a:pt x="755650" y="215900"/>
                  </a:lnTo>
                  <a:lnTo>
                    <a:pt x="863600" y="107950"/>
                  </a:lnTo>
                  <a:lnTo>
                    <a:pt x="755650" y="0"/>
                  </a:lnTo>
                  <a:close/>
                </a:path>
              </a:pathLst>
            </a:custGeom>
            <a:solidFill>
              <a:srgbClr val="FAC995"/>
            </a:solidFill>
          </p:spPr>
          <p:txBody>
            <a:bodyPr wrap="square" lIns="0" tIns="0" rIns="0" bIns="0" rtlCol="0"/>
            <a:lstStyle/>
            <a:p/>
          </p:txBody>
        </p:sp>
        <p:sp>
          <p:nvSpPr>
            <p:cNvPr id="156" name="object 156" descr=""/>
            <p:cNvSpPr/>
            <p:nvPr/>
          </p:nvSpPr>
          <p:spPr>
            <a:xfrm>
              <a:off x="4656201" y="6092825"/>
              <a:ext cx="863600" cy="215900"/>
            </a:xfrm>
            <a:custGeom>
              <a:avLst/>
              <a:gdLst/>
              <a:ahLst/>
              <a:cxnLst/>
              <a:rect l="l" t="t" r="r" b="b"/>
              <a:pathLst>
                <a:path w="863600" h="215900">
                  <a:moveTo>
                    <a:pt x="0" y="53975"/>
                  </a:moveTo>
                  <a:lnTo>
                    <a:pt x="755650" y="53975"/>
                  </a:lnTo>
                  <a:lnTo>
                    <a:pt x="755650" y="0"/>
                  </a:lnTo>
                  <a:lnTo>
                    <a:pt x="863600" y="107950"/>
                  </a:lnTo>
                  <a:lnTo>
                    <a:pt x="755650" y="215900"/>
                  </a:lnTo>
                  <a:lnTo>
                    <a:pt x="755650" y="161925"/>
                  </a:lnTo>
                  <a:lnTo>
                    <a:pt x="0" y="161925"/>
                  </a:lnTo>
                  <a:lnTo>
                    <a:pt x="0" y="53975"/>
                  </a:lnTo>
                  <a:close/>
                </a:path>
              </a:pathLst>
            </a:custGeom>
            <a:ln w="9525">
              <a:solidFill>
                <a:srgbClr val="40458B"/>
              </a:solidFill>
            </a:ln>
          </p:spPr>
          <p:txBody>
            <a:bodyPr wrap="square" lIns="0" tIns="0" rIns="0" bIns="0" rtlCol="0"/>
            <a:lstStyle/>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662296" y="2019046"/>
            <a:ext cx="2768600" cy="2660015"/>
          </a:xfrm>
          <a:prstGeom prst="rect">
            <a:avLst/>
          </a:prstGeom>
        </p:spPr>
        <p:txBody>
          <a:bodyPr wrap="square" lIns="0" tIns="12700" rIns="0" bIns="0" rtlCol="0" vert="horz">
            <a:spAutoFit/>
          </a:bodyPr>
          <a:lstStyle/>
          <a:p>
            <a:pPr marL="12700">
              <a:lnSpc>
                <a:spcPct val="100000"/>
              </a:lnSpc>
              <a:spcBef>
                <a:spcPts val="100"/>
              </a:spcBef>
            </a:pPr>
            <a:r>
              <a:rPr dirty="0" sz="2700" spc="-15">
                <a:solidFill>
                  <a:srgbClr val="E14B04"/>
                </a:solidFill>
                <a:latin typeface="黑体"/>
                <a:cs typeface="黑体"/>
              </a:rPr>
              <a:t>瓶颈问题</a:t>
            </a:r>
            <a:endParaRPr sz="2700">
              <a:latin typeface="黑体"/>
              <a:cs typeface="黑体"/>
            </a:endParaRPr>
          </a:p>
          <a:p>
            <a:pPr marL="12700" marR="5080">
              <a:lnSpc>
                <a:spcPct val="270100"/>
              </a:lnSpc>
            </a:pPr>
            <a:r>
              <a:rPr dirty="0" sz="2700" spc="-10">
                <a:solidFill>
                  <a:srgbClr val="E14B04"/>
                </a:solidFill>
                <a:latin typeface="黑体"/>
                <a:cs typeface="黑体"/>
              </a:rPr>
              <a:t>流水线的额外开销</a:t>
            </a:r>
            <a:r>
              <a:rPr dirty="0" sz="2700" spc="-15">
                <a:solidFill>
                  <a:srgbClr val="E14B04"/>
                </a:solidFill>
                <a:latin typeface="黑体"/>
                <a:cs typeface="黑体"/>
              </a:rPr>
              <a:t>冲突问题</a:t>
            </a:r>
            <a:endParaRPr sz="2700">
              <a:latin typeface="黑体"/>
              <a:cs typeface="黑体"/>
            </a:endParaRPr>
          </a:p>
        </p:txBody>
      </p:sp>
      <p:sp>
        <p:nvSpPr>
          <p:cNvPr id="10" name="object 10"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
        <p:nvSpPr>
          <p:cNvPr id="11" name="object 11"/>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42391" y="1279397"/>
            <a:ext cx="11170920" cy="2860675"/>
          </a:xfrm>
          <a:prstGeom prst="rect">
            <a:avLst/>
          </a:prstGeom>
        </p:spPr>
        <p:txBody>
          <a:bodyPr wrap="square" lIns="0" tIns="12700" rIns="0" bIns="0" rtlCol="0" vert="horz">
            <a:spAutoFit/>
          </a:bodyPr>
          <a:lstStyle/>
          <a:p>
            <a:pPr marL="12700">
              <a:lnSpc>
                <a:spcPct val="100000"/>
              </a:lnSpc>
              <a:spcBef>
                <a:spcPts val="100"/>
              </a:spcBef>
            </a:pPr>
            <a:r>
              <a:rPr dirty="0" sz="2700" spc="-15">
                <a:solidFill>
                  <a:srgbClr val="E14B04"/>
                </a:solidFill>
                <a:latin typeface="黑体"/>
                <a:cs typeface="黑体"/>
              </a:rPr>
              <a:t>瓶颈问题</a:t>
            </a:r>
            <a:endParaRPr sz="2700">
              <a:latin typeface="黑体"/>
              <a:cs typeface="黑体"/>
            </a:endParaRPr>
          </a:p>
          <a:p>
            <a:pPr marL="1099185" indent="-457200">
              <a:lnSpc>
                <a:spcPct val="100000"/>
              </a:lnSpc>
              <a:spcBef>
                <a:spcPts val="2085"/>
              </a:spcBef>
              <a:buSzPct val="89583"/>
              <a:buFont typeface="Wingdings"/>
              <a:buChar char=""/>
              <a:tabLst>
                <a:tab pos="1099185" algn="l"/>
              </a:tabLst>
            </a:pPr>
            <a:r>
              <a:rPr dirty="0" sz="2400" spc="-15">
                <a:solidFill>
                  <a:srgbClr val="40458B"/>
                </a:solidFill>
                <a:latin typeface="黑体"/>
                <a:cs typeface="黑体"/>
              </a:rPr>
              <a:t>理想情况下，流水线在工作时，其中的任务是同步地每一个时钟周期往前流</a:t>
            </a:r>
            <a:endParaRPr sz="2400">
              <a:latin typeface="黑体"/>
              <a:cs typeface="黑体"/>
            </a:endParaRPr>
          </a:p>
          <a:p>
            <a:pPr marL="1099185">
              <a:lnSpc>
                <a:spcPct val="100000"/>
              </a:lnSpc>
              <a:spcBef>
                <a:spcPts val="1445"/>
              </a:spcBef>
            </a:pPr>
            <a:r>
              <a:rPr dirty="0" sz="2400" spc="-15">
                <a:solidFill>
                  <a:srgbClr val="40458B"/>
                </a:solidFill>
                <a:latin typeface="黑体"/>
                <a:cs typeface="黑体"/>
              </a:rPr>
              <a:t>动一段。</a:t>
            </a:r>
            <a:endParaRPr sz="2400">
              <a:latin typeface="黑体"/>
              <a:cs typeface="黑体"/>
            </a:endParaRPr>
          </a:p>
          <a:p>
            <a:pPr marL="1099185" indent="-457200">
              <a:lnSpc>
                <a:spcPct val="100000"/>
              </a:lnSpc>
              <a:spcBef>
                <a:spcPts val="2014"/>
              </a:spcBef>
              <a:buSzPct val="89583"/>
              <a:buFont typeface="Wingdings"/>
              <a:buChar char=""/>
              <a:tabLst>
                <a:tab pos="1099185" algn="l"/>
              </a:tabLst>
            </a:pPr>
            <a:r>
              <a:rPr dirty="0" sz="2400" spc="-10">
                <a:solidFill>
                  <a:srgbClr val="40458B"/>
                </a:solidFill>
                <a:latin typeface="黑体"/>
                <a:cs typeface="黑体"/>
              </a:rPr>
              <a:t>当流水线各段不均匀时，</a:t>
            </a:r>
            <a:r>
              <a:rPr dirty="0" sz="2400" spc="-15">
                <a:solidFill>
                  <a:srgbClr val="D50092"/>
                </a:solidFill>
                <a:latin typeface="黑体"/>
                <a:cs typeface="黑体"/>
              </a:rPr>
              <a:t>机器的时钟周期取决于瓶颈段的延迟时间。</a:t>
            </a:r>
            <a:endParaRPr sz="2400">
              <a:latin typeface="黑体"/>
              <a:cs typeface="黑体"/>
            </a:endParaRPr>
          </a:p>
          <a:p>
            <a:pPr marL="1099185" indent="-457200">
              <a:lnSpc>
                <a:spcPct val="100000"/>
              </a:lnSpc>
              <a:spcBef>
                <a:spcPts val="2020"/>
              </a:spcBef>
              <a:buSzPct val="89583"/>
              <a:buFont typeface="Wingdings"/>
              <a:buChar char=""/>
              <a:tabLst>
                <a:tab pos="1099185" algn="l"/>
              </a:tabLst>
            </a:pPr>
            <a:r>
              <a:rPr dirty="0" sz="2400" spc="-5">
                <a:solidFill>
                  <a:srgbClr val="40458B"/>
                </a:solidFill>
                <a:latin typeface="黑体"/>
                <a:cs typeface="黑体"/>
              </a:rPr>
              <a:t>在设计流水线时，要尽可能使各段时间相等。</a:t>
            </a:r>
            <a:endParaRPr sz="2400">
              <a:latin typeface="黑体"/>
              <a:cs typeface="黑体"/>
            </a:endParaRPr>
          </a:p>
        </p:txBody>
      </p:sp>
      <p:sp>
        <p:nvSpPr>
          <p:cNvPr id="10" name="object 10"/>
          <p:cNvSpPr txBox="1">
            <a:spLocks noGrp="1"/>
          </p:cNvSpPr>
          <p:nvPr>
            <p:ph type="title"/>
          </p:nvPr>
        </p:nvSpPr>
        <p:spPr>
          <a:xfrm>
            <a:off x="7471029" y="164337"/>
            <a:ext cx="4716780" cy="452120"/>
          </a:xfrm>
          <a:prstGeom prst="rect"/>
        </p:spPr>
        <p:txBody>
          <a:bodyPr wrap="square" lIns="0" tIns="12065" rIns="0" bIns="0" rtlCol="0" vert="horz">
            <a:spAutoFit/>
          </a:bodyPr>
          <a:lstStyle/>
          <a:p>
            <a:pPr marL="12700">
              <a:lnSpc>
                <a:spcPct val="100000"/>
              </a:lnSpc>
              <a:spcBef>
                <a:spcPts val="95"/>
              </a:spcBef>
            </a:pPr>
            <a:r>
              <a:rPr dirty="0" u="none" sz="2800">
                <a:solidFill>
                  <a:srgbClr val="0000CC"/>
                </a:solidFill>
              </a:rPr>
              <a:t>3.2.5</a:t>
            </a:r>
            <a:r>
              <a:rPr dirty="0" u="none" sz="2800" spc="-160">
                <a:solidFill>
                  <a:srgbClr val="0000CC"/>
                </a:solidFill>
              </a:rPr>
              <a:t> </a:t>
            </a:r>
            <a:r>
              <a:rPr dirty="0" u="none" sz="2600" spc="-15">
                <a:solidFill>
                  <a:srgbClr val="0000CC"/>
                </a:solidFill>
              </a:rPr>
              <a:t>流水线设计中的若干问题</a:t>
            </a:r>
            <a:endParaRPr sz="2600"/>
          </a:p>
        </p:txBody>
      </p:sp>
      <p:sp>
        <p:nvSpPr>
          <p:cNvPr id="11" name="object 11" descr=""/>
          <p:cNvSpPr txBox="1"/>
          <p:nvPr/>
        </p:nvSpPr>
        <p:spPr>
          <a:xfrm>
            <a:off x="2850007" y="233883"/>
            <a:ext cx="4105275" cy="514350"/>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F55AC"/>
                </a:solidFill>
                <a:latin typeface="黑体"/>
                <a:cs typeface="黑体"/>
              </a:rPr>
              <a:t>3.2</a:t>
            </a:r>
            <a:r>
              <a:rPr dirty="0" sz="3200" spc="-45" b="1">
                <a:solidFill>
                  <a:srgbClr val="4F55AC"/>
                </a:solidFill>
                <a:latin typeface="黑体"/>
                <a:cs typeface="黑体"/>
              </a:rPr>
              <a:t> 流水线的性能指标</a:t>
            </a:r>
            <a:endParaRPr sz="3200">
              <a:latin typeface="黑体"/>
              <a:cs typeface="黑体"/>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126288" y="728217"/>
            <a:ext cx="11646535" cy="4723765"/>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E14B04"/>
                </a:solidFill>
                <a:latin typeface="黑体"/>
                <a:cs typeface="黑体"/>
              </a:rPr>
              <a:t>流水线的额外开销</a:t>
            </a:r>
            <a:endParaRPr sz="2800">
              <a:latin typeface="黑体"/>
              <a:cs typeface="黑体"/>
            </a:endParaRPr>
          </a:p>
          <a:p>
            <a:pPr marL="1856105" indent="-287655">
              <a:lnSpc>
                <a:spcPct val="100000"/>
              </a:lnSpc>
              <a:spcBef>
                <a:spcPts val="2115"/>
              </a:spcBef>
              <a:buClr>
                <a:srgbClr val="4668F5"/>
              </a:buClr>
              <a:buSzPct val="60416"/>
              <a:buFont typeface="Wingdings"/>
              <a:buChar char=""/>
              <a:tabLst>
                <a:tab pos="1856105" algn="l"/>
              </a:tabLst>
            </a:pPr>
            <a:r>
              <a:rPr dirty="0" sz="2400" spc="-25" b="1">
                <a:latin typeface="黑体"/>
                <a:cs typeface="黑体"/>
              </a:rPr>
              <a:t>流水寄存器延迟+时钟偏移开销</a:t>
            </a:r>
            <a:endParaRPr sz="2400">
              <a:latin typeface="黑体"/>
              <a:cs typeface="黑体"/>
            </a:endParaRPr>
          </a:p>
          <a:p>
            <a:pPr marL="1099185" indent="-457200">
              <a:lnSpc>
                <a:spcPct val="100000"/>
              </a:lnSpc>
              <a:spcBef>
                <a:spcPts val="1500"/>
              </a:spcBef>
              <a:buSzPct val="89285"/>
              <a:buFont typeface="Wingdings"/>
              <a:buChar char=""/>
              <a:tabLst>
                <a:tab pos="1099185" algn="l"/>
              </a:tabLst>
            </a:pPr>
            <a:r>
              <a:rPr dirty="0" sz="2800" spc="-40">
                <a:solidFill>
                  <a:srgbClr val="40458B"/>
                </a:solidFill>
                <a:latin typeface="黑体"/>
                <a:cs typeface="黑体"/>
              </a:rPr>
              <a:t>流水寄存器需要建立时间和传输延迟</a:t>
            </a:r>
            <a:endParaRPr sz="2800">
              <a:latin typeface="黑体"/>
              <a:cs typeface="黑体"/>
            </a:endParaRPr>
          </a:p>
          <a:p>
            <a:pPr lvl="1" marL="1524635" marR="5080" indent="-288290">
              <a:lnSpc>
                <a:spcPct val="120000"/>
              </a:lnSpc>
              <a:spcBef>
                <a:spcPts val="640"/>
              </a:spcBef>
              <a:buClr>
                <a:srgbClr val="4668F5"/>
              </a:buClr>
              <a:buSzPct val="60416"/>
              <a:buFont typeface="Wingdings"/>
              <a:buChar char=""/>
              <a:tabLst>
                <a:tab pos="1524635" algn="l"/>
              </a:tabLst>
            </a:pPr>
            <a:r>
              <a:rPr dirty="0" sz="2400" spc="-20" b="1">
                <a:solidFill>
                  <a:srgbClr val="FF0000"/>
                </a:solidFill>
                <a:latin typeface="黑体"/>
                <a:cs typeface="黑体"/>
              </a:rPr>
              <a:t>建立时间：</a:t>
            </a:r>
            <a:r>
              <a:rPr dirty="0" sz="2400" spc="-25" b="1">
                <a:solidFill>
                  <a:srgbClr val="00AFEF"/>
                </a:solidFill>
                <a:latin typeface="黑体"/>
                <a:cs typeface="黑体"/>
              </a:rPr>
              <a:t>在触发写操作的时钟信号到达之前，寄存器输入必须保持稳定的</a:t>
            </a:r>
            <a:r>
              <a:rPr dirty="0" sz="2400" spc="-35" b="1">
                <a:solidFill>
                  <a:srgbClr val="00AFEF"/>
                </a:solidFill>
                <a:latin typeface="黑体"/>
                <a:cs typeface="黑体"/>
              </a:rPr>
              <a:t>时间。</a:t>
            </a:r>
            <a:endParaRPr sz="2400">
              <a:latin typeface="黑体"/>
              <a:cs typeface="黑体"/>
            </a:endParaRPr>
          </a:p>
          <a:p>
            <a:pPr lvl="1" marL="1524000" indent="-287655">
              <a:lnSpc>
                <a:spcPct val="100000"/>
              </a:lnSpc>
              <a:spcBef>
                <a:spcPts val="1155"/>
              </a:spcBef>
              <a:buClr>
                <a:srgbClr val="4668F5"/>
              </a:buClr>
              <a:buSzPct val="60416"/>
              <a:buFont typeface="Wingdings"/>
              <a:buChar char=""/>
              <a:tabLst>
                <a:tab pos="1524000" algn="l"/>
              </a:tabLst>
            </a:pPr>
            <a:r>
              <a:rPr dirty="0" sz="2400" spc="-20" b="1">
                <a:solidFill>
                  <a:srgbClr val="FF0000"/>
                </a:solidFill>
                <a:latin typeface="黑体"/>
                <a:cs typeface="黑体"/>
              </a:rPr>
              <a:t>传输延迟：</a:t>
            </a:r>
            <a:r>
              <a:rPr dirty="0" sz="2400" spc="-25" b="1">
                <a:solidFill>
                  <a:srgbClr val="00AFEF"/>
                </a:solidFill>
                <a:latin typeface="黑体"/>
                <a:cs typeface="黑体"/>
              </a:rPr>
              <a:t>时钟信号到达后到寄存器输出可用的时间。</a:t>
            </a:r>
            <a:endParaRPr sz="2400">
              <a:latin typeface="黑体"/>
              <a:cs typeface="黑体"/>
            </a:endParaRPr>
          </a:p>
          <a:p>
            <a:pPr marL="1099185" indent="-457200">
              <a:lnSpc>
                <a:spcPct val="100000"/>
              </a:lnSpc>
              <a:spcBef>
                <a:spcPts val="1280"/>
              </a:spcBef>
              <a:buSzPct val="89285"/>
              <a:buFont typeface="Wingdings"/>
              <a:buChar char=""/>
              <a:tabLst>
                <a:tab pos="1099185" algn="l"/>
              </a:tabLst>
            </a:pPr>
            <a:r>
              <a:rPr dirty="0" sz="2800" spc="-40">
                <a:solidFill>
                  <a:srgbClr val="40458B"/>
                </a:solidFill>
                <a:latin typeface="黑体"/>
                <a:cs typeface="黑体"/>
              </a:rPr>
              <a:t>时钟偏移开销</a:t>
            </a:r>
            <a:endParaRPr sz="2800">
              <a:latin typeface="黑体"/>
              <a:cs typeface="黑体"/>
            </a:endParaRPr>
          </a:p>
          <a:p>
            <a:pPr lvl="1" marL="1524000" indent="-287655">
              <a:lnSpc>
                <a:spcPct val="100000"/>
              </a:lnSpc>
              <a:spcBef>
                <a:spcPts val="1215"/>
              </a:spcBef>
              <a:buClr>
                <a:srgbClr val="4668F5"/>
              </a:buClr>
              <a:buSzPct val="60416"/>
              <a:buFont typeface="Wingdings"/>
              <a:buChar char=""/>
              <a:tabLst>
                <a:tab pos="1524000" algn="l"/>
              </a:tabLst>
            </a:pPr>
            <a:r>
              <a:rPr dirty="0" sz="2400" spc="-25" b="1">
                <a:solidFill>
                  <a:srgbClr val="00AFEF"/>
                </a:solidFill>
                <a:latin typeface="黑体"/>
                <a:cs typeface="黑体"/>
              </a:rPr>
              <a:t>流水线中，时钟到达各流水寄存器的最大差值时间。（</a:t>
            </a:r>
            <a:r>
              <a:rPr dirty="0" sz="2400" spc="-30" b="1">
                <a:solidFill>
                  <a:srgbClr val="00AFEF"/>
                </a:solidFill>
                <a:latin typeface="黑体"/>
                <a:cs typeface="黑体"/>
              </a:rPr>
              <a:t>时钟到达各流水寄存</a:t>
            </a:r>
            <a:endParaRPr sz="2400">
              <a:latin typeface="黑体"/>
              <a:cs typeface="黑体"/>
            </a:endParaRPr>
          </a:p>
          <a:p>
            <a:pPr marL="1524635">
              <a:lnSpc>
                <a:spcPct val="100000"/>
              </a:lnSpc>
              <a:spcBef>
                <a:spcPts val="580"/>
              </a:spcBef>
            </a:pPr>
            <a:r>
              <a:rPr dirty="0" sz="2400" spc="-20" b="1">
                <a:solidFill>
                  <a:srgbClr val="00AFEF"/>
                </a:solidFill>
                <a:latin typeface="黑体"/>
                <a:cs typeface="黑体"/>
              </a:rPr>
              <a:t>器的时间不是完全相同</a:t>
            </a:r>
            <a:r>
              <a:rPr dirty="0" sz="2400" spc="-50" b="1">
                <a:solidFill>
                  <a:srgbClr val="00AFEF"/>
                </a:solidFill>
                <a:latin typeface="黑体"/>
                <a:cs typeface="黑体"/>
              </a:rPr>
              <a:t>）</a:t>
            </a:r>
            <a:endParaRPr sz="2400">
              <a:latin typeface="黑体"/>
              <a:cs typeface="黑体"/>
            </a:endParaRPr>
          </a:p>
        </p:txBody>
      </p:sp>
      <p:sp>
        <p:nvSpPr>
          <p:cNvPr id="10" name="object 10"/>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1" name="object 11"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86867" y="1139443"/>
            <a:ext cx="10960735" cy="2662555"/>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E14B04"/>
                </a:solidFill>
                <a:latin typeface="黑体"/>
                <a:cs typeface="黑体"/>
              </a:rPr>
              <a:t>流水线的额外开销</a:t>
            </a:r>
            <a:endParaRPr sz="2800">
              <a:latin typeface="黑体"/>
              <a:cs typeface="黑体"/>
            </a:endParaRPr>
          </a:p>
          <a:p>
            <a:pPr marL="1856105" indent="-287655">
              <a:lnSpc>
                <a:spcPct val="100000"/>
              </a:lnSpc>
              <a:spcBef>
                <a:spcPts val="2115"/>
              </a:spcBef>
              <a:buClr>
                <a:srgbClr val="4668F5"/>
              </a:buClr>
              <a:buSzPct val="60416"/>
              <a:buFont typeface="Wingdings"/>
              <a:buChar char=""/>
              <a:tabLst>
                <a:tab pos="1856105" algn="l"/>
              </a:tabLst>
            </a:pPr>
            <a:r>
              <a:rPr dirty="0" sz="2400" spc="-30" b="1">
                <a:latin typeface="黑体"/>
                <a:cs typeface="黑体"/>
              </a:rPr>
              <a:t>流水寄存器延迟+时钟偏移开销</a:t>
            </a:r>
            <a:endParaRPr sz="2400">
              <a:latin typeface="黑体"/>
              <a:cs typeface="黑体"/>
            </a:endParaRPr>
          </a:p>
          <a:p>
            <a:pPr marL="1099185" indent="-457200">
              <a:lnSpc>
                <a:spcPct val="100000"/>
              </a:lnSpc>
              <a:spcBef>
                <a:spcPts val="1500"/>
              </a:spcBef>
              <a:buSzPct val="89285"/>
              <a:buFont typeface="Wingdings"/>
              <a:buChar char=""/>
              <a:tabLst>
                <a:tab pos="1099185" algn="l"/>
              </a:tabLst>
            </a:pPr>
            <a:r>
              <a:rPr dirty="0" sz="2800" spc="-40">
                <a:solidFill>
                  <a:srgbClr val="40458B"/>
                </a:solidFill>
                <a:latin typeface="黑体"/>
                <a:cs typeface="黑体"/>
              </a:rPr>
              <a:t>流水寄存器需要建立时间和传输延迟</a:t>
            </a:r>
            <a:endParaRPr sz="2800">
              <a:latin typeface="黑体"/>
              <a:cs typeface="黑体"/>
            </a:endParaRPr>
          </a:p>
          <a:p>
            <a:pPr marL="1099185" indent="-457200">
              <a:lnSpc>
                <a:spcPct val="100000"/>
              </a:lnSpc>
              <a:spcBef>
                <a:spcPts val="1215"/>
              </a:spcBef>
              <a:buSzPct val="89583"/>
              <a:buFont typeface="Wingdings"/>
              <a:buChar char=""/>
              <a:tabLst>
                <a:tab pos="1099185" algn="l"/>
              </a:tabLst>
            </a:pPr>
            <a:r>
              <a:rPr dirty="0" sz="2400" spc="-5">
                <a:solidFill>
                  <a:srgbClr val="40458B"/>
                </a:solidFill>
                <a:latin typeface="黑体"/>
                <a:cs typeface="黑体"/>
              </a:rPr>
              <a:t>在流水线的每一个流水线段中都要设置一个流水寄存器</a:t>
            </a:r>
            <a:endParaRPr sz="2400">
              <a:latin typeface="黑体"/>
              <a:cs typeface="黑体"/>
            </a:endParaRPr>
          </a:p>
          <a:p>
            <a:pPr marL="1193800">
              <a:lnSpc>
                <a:spcPct val="100000"/>
              </a:lnSpc>
              <a:spcBef>
                <a:spcPts val="580"/>
              </a:spcBef>
            </a:pPr>
            <a:r>
              <a:rPr dirty="0" sz="2400">
                <a:solidFill>
                  <a:srgbClr val="FF0000"/>
                </a:solidFill>
                <a:latin typeface="黑体"/>
                <a:cs typeface="黑体"/>
              </a:rPr>
              <a:t>时间开销：</a:t>
            </a:r>
            <a:r>
              <a:rPr dirty="0" sz="2400" spc="-5">
                <a:solidFill>
                  <a:srgbClr val="40458B"/>
                </a:solidFill>
                <a:latin typeface="黑体"/>
                <a:cs typeface="黑体"/>
              </a:rPr>
              <a:t>流水线的执行时间加长是流水线中需要增加的主要硬件之一。</a:t>
            </a:r>
            <a:endParaRPr sz="2400">
              <a:latin typeface="黑体"/>
              <a:cs typeface="黑体"/>
            </a:endParaRPr>
          </a:p>
        </p:txBody>
      </p:sp>
      <p:sp>
        <p:nvSpPr>
          <p:cNvPr id="10" name="object 10"/>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1" name="object 11"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descr=""/>
          <p:cNvSpPr txBox="1"/>
          <p:nvPr/>
        </p:nvSpPr>
        <p:spPr>
          <a:xfrm>
            <a:off x="234492" y="888618"/>
            <a:ext cx="11645900" cy="2662555"/>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E14B04"/>
                </a:solidFill>
                <a:latin typeface="黑体"/>
                <a:cs typeface="黑体"/>
              </a:rPr>
              <a:t>流水线的额外开销</a:t>
            </a:r>
            <a:endParaRPr sz="2800">
              <a:latin typeface="黑体"/>
              <a:cs typeface="黑体"/>
            </a:endParaRPr>
          </a:p>
          <a:p>
            <a:pPr marL="1856105" indent="-287655">
              <a:lnSpc>
                <a:spcPct val="100000"/>
              </a:lnSpc>
              <a:spcBef>
                <a:spcPts val="2115"/>
              </a:spcBef>
              <a:buClr>
                <a:srgbClr val="4668F5"/>
              </a:buClr>
              <a:buSzPct val="60416"/>
              <a:buFont typeface="Wingdings"/>
              <a:buChar char=""/>
              <a:tabLst>
                <a:tab pos="1856105" algn="l"/>
              </a:tabLst>
            </a:pPr>
            <a:r>
              <a:rPr dirty="0" sz="2400" spc="-30" b="1">
                <a:latin typeface="黑体"/>
                <a:cs typeface="黑体"/>
              </a:rPr>
              <a:t>流水寄存器延迟+时钟偏移开销</a:t>
            </a:r>
            <a:endParaRPr sz="2400">
              <a:latin typeface="黑体"/>
              <a:cs typeface="黑体"/>
            </a:endParaRPr>
          </a:p>
          <a:p>
            <a:pPr marL="1099185" indent="-457200">
              <a:lnSpc>
                <a:spcPct val="100000"/>
              </a:lnSpc>
              <a:spcBef>
                <a:spcPts val="1500"/>
              </a:spcBef>
              <a:buSzPct val="89285"/>
              <a:buFont typeface="Wingdings"/>
              <a:buChar char=""/>
              <a:tabLst>
                <a:tab pos="1099185" algn="l"/>
              </a:tabLst>
            </a:pPr>
            <a:r>
              <a:rPr dirty="0" sz="2800" spc="-40">
                <a:solidFill>
                  <a:srgbClr val="40458B"/>
                </a:solidFill>
                <a:latin typeface="黑体"/>
                <a:cs typeface="黑体"/>
              </a:rPr>
              <a:t>时钟偏移开销</a:t>
            </a:r>
            <a:endParaRPr sz="2800">
              <a:latin typeface="黑体"/>
              <a:cs typeface="黑体"/>
            </a:endParaRPr>
          </a:p>
          <a:p>
            <a:pPr lvl="1" marL="1524000" marR="5080" indent="-288290">
              <a:lnSpc>
                <a:spcPct val="120000"/>
              </a:lnSpc>
              <a:spcBef>
                <a:spcPts val="640"/>
              </a:spcBef>
              <a:buClr>
                <a:srgbClr val="4668F5"/>
              </a:buClr>
              <a:buSzPct val="60416"/>
              <a:buFont typeface="Wingdings"/>
              <a:buChar char=""/>
              <a:tabLst>
                <a:tab pos="1524000" algn="l"/>
              </a:tabLst>
            </a:pPr>
            <a:r>
              <a:rPr dirty="0" sz="2400" spc="-20" b="1">
                <a:solidFill>
                  <a:srgbClr val="00AFEF"/>
                </a:solidFill>
                <a:latin typeface="黑体"/>
                <a:cs typeface="黑体"/>
              </a:rPr>
              <a:t>流水线中，时钟到达各流水寄存器的最大差值时间。（</a:t>
            </a:r>
            <a:r>
              <a:rPr dirty="0" sz="2400" spc="-25" b="1">
                <a:solidFill>
                  <a:srgbClr val="00AFEF"/>
                </a:solidFill>
                <a:latin typeface="黑体"/>
                <a:cs typeface="黑体"/>
              </a:rPr>
              <a:t>时钟到达各流水寄存器的时间不是完全相同</a:t>
            </a:r>
            <a:r>
              <a:rPr dirty="0" sz="2400" spc="-50" b="1">
                <a:solidFill>
                  <a:srgbClr val="00AFEF"/>
                </a:solidFill>
                <a:latin typeface="黑体"/>
                <a:cs typeface="黑体"/>
              </a:rPr>
              <a:t>）</a:t>
            </a:r>
            <a:endParaRPr sz="24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698625" algn="l"/>
                <a:tab pos="11028045" algn="l"/>
              </a:tabLst>
            </a:pPr>
            <a:r>
              <a:rPr dirty="0" b="1">
                <a:latin typeface="黑体"/>
                <a:cs typeface="黑体"/>
              </a:rPr>
              <a:t>	3.2</a:t>
            </a:r>
            <a:r>
              <a:rPr dirty="0" spc="20" b="1">
                <a:latin typeface="黑体"/>
                <a:cs typeface="黑体"/>
              </a:rPr>
              <a:t> </a:t>
            </a:r>
            <a:r>
              <a:rPr dirty="0" spc="-40" b="1">
                <a:latin typeface="黑体"/>
                <a:cs typeface="黑体"/>
              </a:rPr>
              <a:t>流</a:t>
            </a:r>
            <a:r>
              <a:rPr dirty="0" spc="-25" b="1">
                <a:latin typeface="黑体"/>
                <a:cs typeface="黑体"/>
              </a:rPr>
              <a:t>水</a:t>
            </a:r>
            <a:r>
              <a:rPr dirty="0" spc="-40" b="1">
                <a:latin typeface="黑体"/>
                <a:cs typeface="黑体"/>
              </a:rPr>
              <a:t>线的</a:t>
            </a:r>
            <a:r>
              <a:rPr dirty="0" spc="-30" b="1">
                <a:latin typeface="黑体"/>
                <a:cs typeface="黑体"/>
              </a:rPr>
              <a:t>性</a:t>
            </a:r>
            <a:r>
              <a:rPr dirty="0" spc="-40" b="1">
                <a:latin typeface="黑体"/>
                <a:cs typeface="黑体"/>
              </a:rPr>
              <a:t>能指</a:t>
            </a:r>
            <a:r>
              <a:rPr dirty="0" spc="-50" b="1">
                <a:latin typeface="黑体"/>
                <a:cs typeface="黑体"/>
              </a:rPr>
              <a:t>标</a:t>
            </a:r>
            <a:r>
              <a:rPr dirty="0" b="1">
                <a:latin typeface="黑体"/>
                <a:cs typeface="黑体"/>
              </a:rPr>
              <a:t>	</a:t>
            </a:r>
          </a:p>
        </p:txBody>
      </p:sp>
      <p:grpSp>
        <p:nvGrpSpPr>
          <p:cNvPr id="10" name="object 10" descr=""/>
          <p:cNvGrpSpPr/>
          <p:nvPr/>
        </p:nvGrpSpPr>
        <p:grpSpPr>
          <a:xfrm>
            <a:off x="3419475" y="4327525"/>
            <a:ext cx="4432935" cy="781050"/>
            <a:chOff x="3419475" y="4327525"/>
            <a:chExt cx="4432935" cy="781050"/>
          </a:xfrm>
        </p:grpSpPr>
        <p:sp>
          <p:nvSpPr>
            <p:cNvPr id="11" name="object 11" descr=""/>
            <p:cNvSpPr/>
            <p:nvPr/>
          </p:nvSpPr>
          <p:spPr>
            <a:xfrm>
              <a:off x="4440174" y="4667250"/>
              <a:ext cx="503555" cy="114300"/>
            </a:xfrm>
            <a:custGeom>
              <a:avLst/>
              <a:gdLst/>
              <a:ahLst/>
              <a:cxnLst/>
              <a:rect l="l" t="t" r="r" b="b"/>
              <a:pathLst>
                <a:path w="503554" h="114300">
                  <a:moveTo>
                    <a:pt x="459195" y="57150"/>
                  </a:moveTo>
                  <a:lnTo>
                    <a:pt x="399541" y="91948"/>
                  </a:lnTo>
                  <a:lnTo>
                    <a:pt x="394208" y="95123"/>
                  </a:lnTo>
                  <a:lnTo>
                    <a:pt x="392429" y="101854"/>
                  </a:lnTo>
                  <a:lnTo>
                    <a:pt x="395477" y="107187"/>
                  </a:lnTo>
                  <a:lnTo>
                    <a:pt x="398652" y="112522"/>
                  </a:lnTo>
                  <a:lnTo>
                    <a:pt x="405384" y="114300"/>
                  </a:lnTo>
                  <a:lnTo>
                    <a:pt x="410717" y="111251"/>
                  </a:lnTo>
                  <a:lnTo>
                    <a:pt x="484393" y="68199"/>
                  </a:lnTo>
                  <a:lnTo>
                    <a:pt x="481329" y="68199"/>
                  </a:lnTo>
                  <a:lnTo>
                    <a:pt x="481329" y="66801"/>
                  </a:lnTo>
                  <a:lnTo>
                    <a:pt x="475741" y="66801"/>
                  </a:lnTo>
                  <a:lnTo>
                    <a:pt x="459195" y="57150"/>
                  </a:lnTo>
                  <a:close/>
                </a:path>
                <a:path w="503554" h="114300">
                  <a:moveTo>
                    <a:pt x="440036" y="45974"/>
                  </a:moveTo>
                  <a:lnTo>
                    <a:pt x="0" y="45974"/>
                  </a:lnTo>
                  <a:lnTo>
                    <a:pt x="0" y="68199"/>
                  </a:lnTo>
                  <a:lnTo>
                    <a:pt x="440254" y="68199"/>
                  </a:lnTo>
                  <a:lnTo>
                    <a:pt x="459195" y="57150"/>
                  </a:lnTo>
                  <a:lnTo>
                    <a:pt x="440036" y="45974"/>
                  </a:lnTo>
                  <a:close/>
                </a:path>
                <a:path w="503554" h="114300">
                  <a:moveTo>
                    <a:pt x="484175" y="45974"/>
                  </a:moveTo>
                  <a:lnTo>
                    <a:pt x="481329" y="45974"/>
                  </a:lnTo>
                  <a:lnTo>
                    <a:pt x="481329" y="68199"/>
                  </a:lnTo>
                  <a:lnTo>
                    <a:pt x="484393" y="68199"/>
                  </a:lnTo>
                  <a:lnTo>
                    <a:pt x="503300" y="57150"/>
                  </a:lnTo>
                  <a:lnTo>
                    <a:pt x="484175" y="45974"/>
                  </a:lnTo>
                  <a:close/>
                </a:path>
                <a:path w="503554" h="114300">
                  <a:moveTo>
                    <a:pt x="475741" y="47498"/>
                  </a:moveTo>
                  <a:lnTo>
                    <a:pt x="459195" y="57150"/>
                  </a:lnTo>
                  <a:lnTo>
                    <a:pt x="475741" y="66801"/>
                  </a:lnTo>
                  <a:lnTo>
                    <a:pt x="475741" y="47498"/>
                  </a:lnTo>
                  <a:close/>
                </a:path>
                <a:path w="503554" h="114300">
                  <a:moveTo>
                    <a:pt x="481329" y="47498"/>
                  </a:moveTo>
                  <a:lnTo>
                    <a:pt x="475741" y="47498"/>
                  </a:lnTo>
                  <a:lnTo>
                    <a:pt x="475741" y="66801"/>
                  </a:lnTo>
                  <a:lnTo>
                    <a:pt x="481329" y="66801"/>
                  </a:lnTo>
                  <a:lnTo>
                    <a:pt x="481329" y="47498"/>
                  </a:lnTo>
                  <a:close/>
                </a:path>
                <a:path w="503554" h="114300">
                  <a:moveTo>
                    <a:pt x="405384" y="0"/>
                  </a:moveTo>
                  <a:lnTo>
                    <a:pt x="398652" y="1777"/>
                  </a:lnTo>
                  <a:lnTo>
                    <a:pt x="395477" y="7112"/>
                  </a:lnTo>
                  <a:lnTo>
                    <a:pt x="392429" y="12445"/>
                  </a:lnTo>
                  <a:lnTo>
                    <a:pt x="394208" y="19176"/>
                  </a:lnTo>
                  <a:lnTo>
                    <a:pt x="399541" y="22351"/>
                  </a:lnTo>
                  <a:lnTo>
                    <a:pt x="459195" y="57150"/>
                  </a:lnTo>
                  <a:lnTo>
                    <a:pt x="475741" y="47498"/>
                  </a:lnTo>
                  <a:lnTo>
                    <a:pt x="481329" y="47498"/>
                  </a:lnTo>
                  <a:lnTo>
                    <a:pt x="481329" y="45974"/>
                  </a:lnTo>
                  <a:lnTo>
                    <a:pt x="484175" y="45974"/>
                  </a:lnTo>
                  <a:lnTo>
                    <a:pt x="410717" y="3048"/>
                  </a:lnTo>
                  <a:lnTo>
                    <a:pt x="405384" y="0"/>
                  </a:lnTo>
                  <a:close/>
                </a:path>
              </a:pathLst>
            </a:custGeom>
            <a:solidFill>
              <a:srgbClr val="3B428A"/>
            </a:solidFill>
          </p:spPr>
          <p:txBody>
            <a:bodyPr wrap="square" lIns="0" tIns="0" rIns="0" bIns="0" rtlCol="0"/>
            <a:lstStyle/>
            <a:p/>
          </p:txBody>
        </p:sp>
        <p:sp>
          <p:nvSpPr>
            <p:cNvPr id="12" name="object 12" descr=""/>
            <p:cNvSpPr/>
            <p:nvPr/>
          </p:nvSpPr>
          <p:spPr>
            <a:xfrm>
              <a:off x="3922776" y="4349813"/>
              <a:ext cx="504825" cy="748030"/>
            </a:xfrm>
            <a:custGeom>
              <a:avLst/>
              <a:gdLst/>
              <a:ahLst/>
              <a:cxnLst/>
              <a:rect l="l" t="t" r="r" b="b"/>
              <a:pathLst>
                <a:path w="504825" h="748029">
                  <a:moveTo>
                    <a:pt x="504825" y="0"/>
                  </a:moveTo>
                  <a:lnTo>
                    <a:pt x="0" y="0"/>
                  </a:lnTo>
                  <a:lnTo>
                    <a:pt x="0" y="747712"/>
                  </a:lnTo>
                  <a:lnTo>
                    <a:pt x="504825" y="747712"/>
                  </a:lnTo>
                  <a:lnTo>
                    <a:pt x="504825" y="0"/>
                  </a:lnTo>
                  <a:close/>
                </a:path>
              </a:pathLst>
            </a:custGeom>
            <a:solidFill>
              <a:srgbClr val="D4D6EB"/>
            </a:solidFill>
          </p:spPr>
          <p:txBody>
            <a:bodyPr wrap="square" lIns="0" tIns="0" rIns="0" bIns="0" rtlCol="0"/>
            <a:lstStyle/>
            <a:p/>
          </p:txBody>
        </p:sp>
        <p:sp>
          <p:nvSpPr>
            <p:cNvPr id="13" name="object 13" descr=""/>
            <p:cNvSpPr/>
            <p:nvPr/>
          </p:nvSpPr>
          <p:spPr>
            <a:xfrm>
              <a:off x="3922776" y="4349813"/>
              <a:ext cx="504825" cy="748030"/>
            </a:xfrm>
            <a:custGeom>
              <a:avLst/>
              <a:gdLst/>
              <a:ahLst/>
              <a:cxnLst/>
              <a:rect l="l" t="t" r="r" b="b"/>
              <a:pathLst>
                <a:path w="504825" h="748029">
                  <a:moveTo>
                    <a:pt x="0" y="747712"/>
                  </a:moveTo>
                  <a:lnTo>
                    <a:pt x="504825" y="747712"/>
                  </a:lnTo>
                  <a:lnTo>
                    <a:pt x="504825" y="0"/>
                  </a:lnTo>
                  <a:lnTo>
                    <a:pt x="0" y="0"/>
                  </a:lnTo>
                  <a:lnTo>
                    <a:pt x="0" y="747712"/>
                  </a:lnTo>
                  <a:close/>
                </a:path>
              </a:pathLst>
            </a:custGeom>
            <a:ln w="9525">
              <a:solidFill>
                <a:srgbClr val="B7C1EB"/>
              </a:solidFill>
            </a:ln>
          </p:spPr>
          <p:txBody>
            <a:bodyPr wrap="square" lIns="0" tIns="0" rIns="0" bIns="0" rtlCol="0"/>
            <a:lstStyle/>
            <a:p/>
          </p:txBody>
        </p:sp>
        <p:sp>
          <p:nvSpPr>
            <p:cNvPr id="14" name="object 14" descr=""/>
            <p:cNvSpPr/>
            <p:nvPr/>
          </p:nvSpPr>
          <p:spPr>
            <a:xfrm>
              <a:off x="4926075" y="4332287"/>
              <a:ext cx="233679" cy="748030"/>
            </a:xfrm>
            <a:custGeom>
              <a:avLst/>
              <a:gdLst/>
              <a:ahLst/>
              <a:cxnLst/>
              <a:rect l="l" t="t" r="r" b="b"/>
              <a:pathLst>
                <a:path w="233679" h="748029">
                  <a:moveTo>
                    <a:pt x="233362" y="0"/>
                  </a:moveTo>
                  <a:lnTo>
                    <a:pt x="0" y="0"/>
                  </a:lnTo>
                  <a:lnTo>
                    <a:pt x="0" y="747712"/>
                  </a:lnTo>
                  <a:lnTo>
                    <a:pt x="233362" y="747712"/>
                  </a:lnTo>
                  <a:lnTo>
                    <a:pt x="233362" y="0"/>
                  </a:lnTo>
                  <a:close/>
                </a:path>
              </a:pathLst>
            </a:custGeom>
            <a:solidFill>
              <a:srgbClr val="FFACFF"/>
            </a:solidFill>
          </p:spPr>
          <p:txBody>
            <a:bodyPr wrap="square" lIns="0" tIns="0" rIns="0" bIns="0" rtlCol="0"/>
            <a:lstStyle/>
            <a:p/>
          </p:txBody>
        </p:sp>
        <p:sp>
          <p:nvSpPr>
            <p:cNvPr id="15" name="object 15" descr=""/>
            <p:cNvSpPr/>
            <p:nvPr/>
          </p:nvSpPr>
          <p:spPr>
            <a:xfrm>
              <a:off x="4926075" y="4332287"/>
              <a:ext cx="233679" cy="748030"/>
            </a:xfrm>
            <a:custGeom>
              <a:avLst/>
              <a:gdLst/>
              <a:ahLst/>
              <a:cxnLst/>
              <a:rect l="l" t="t" r="r" b="b"/>
              <a:pathLst>
                <a:path w="233679" h="748029">
                  <a:moveTo>
                    <a:pt x="0" y="747712"/>
                  </a:moveTo>
                  <a:lnTo>
                    <a:pt x="233362" y="747712"/>
                  </a:lnTo>
                  <a:lnTo>
                    <a:pt x="233362" y="0"/>
                  </a:lnTo>
                  <a:lnTo>
                    <a:pt x="0" y="0"/>
                  </a:lnTo>
                  <a:lnTo>
                    <a:pt x="0" y="747712"/>
                  </a:lnTo>
                  <a:close/>
                </a:path>
              </a:pathLst>
            </a:custGeom>
            <a:ln w="9525">
              <a:solidFill>
                <a:srgbClr val="B7C1EB"/>
              </a:solidFill>
            </a:ln>
          </p:spPr>
          <p:txBody>
            <a:bodyPr wrap="square" lIns="0" tIns="0" rIns="0" bIns="0" rtlCol="0"/>
            <a:lstStyle/>
            <a:p/>
          </p:txBody>
        </p:sp>
        <p:sp>
          <p:nvSpPr>
            <p:cNvPr id="16" name="object 16" descr=""/>
            <p:cNvSpPr/>
            <p:nvPr/>
          </p:nvSpPr>
          <p:spPr>
            <a:xfrm>
              <a:off x="6213475" y="4357623"/>
              <a:ext cx="504825" cy="746125"/>
            </a:xfrm>
            <a:custGeom>
              <a:avLst/>
              <a:gdLst/>
              <a:ahLst/>
              <a:cxnLst/>
              <a:rect l="l" t="t" r="r" b="b"/>
              <a:pathLst>
                <a:path w="504825" h="746125">
                  <a:moveTo>
                    <a:pt x="504825" y="0"/>
                  </a:moveTo>
                  <a:lnTo>
                    <a:pt x="0" y="0"/>
                  </a:lnTo>
                  <a:lnTo>
                    <a:pt x="0" y="746125"/>
                  </a:lnTo>
                  <a:lnTo>
                    <a:pt x="504825" y="746125"/>
                  </a:lnTo>
                  <a:lnTo>
                    <a:pt x="504825" y="0"/>
                  </a:lnTo>
                  <a:close/>
                </a:path>
              </a:pathLst>
            </a:custGeom>
            <a:solidFill>
              <a:srgbClr val="D4D6EB"/>
            </a:solidFill>
          </p:spPr>
          <p:txBody>
            <a:bodyPr wrap="square" lIns="0" tIns="0" rIns="0" bIns="0" rtlCol="0"/>
            <a:lstStyle/>
            <a:p/>
          </p:txBody>
        </p:sp>
        <p:sp>
          <p:nvSpPr>
            <p:cNvPr id="17" name="object 17" descr=""/>
            <p:cNvSpPr/>
            <p:nvPr/>
          </p:nvSpPr>
          <p:spPr>
            <a:xfrm>
              <a:off x="6213475" y="4357623"/>
              <a:ext cx="504825" cy="746125"/>
            </a:xfrm>
            <a:custGeom>
              <a:avLst/>
              <a:gdLst/>
              <a:ahLst/>
              <a:cxnLst/>
              <a:rect l="l" t="t" r="r" b="b"/>
              <a:pathLst>
                <a:path w="504825" h="746125">
                  <a:moveTo>
                    <a:pt x="0" y="746125"/>
                  </a:moveTo>
                  <a:lnTo>
                    <a:pt x="504825" y="746125"/>
                  </a:lnTo>
                  <a:lnTo>
                    <a:pt x="504825" y="0"/>
                  </a:lnTo>
                  <a:lnTo>
                    <a:pt x="0" y="0"/>
                  </a:lnTo>
                  <a:lnTo>
                    <a:pt x="0" y="746125"/>
                  </a:lnTo>
                  <a:close/>
                </a:path>
              </a:pathLst>
            </a:custGeom>
            <a:ln w="9525">
              <a:solidFill>
                <a:srgbClr val="B7C1EB"/>
              </a:solidFill>
            </a:ln>
          </p:spPr>
          <p:txBody>
            <a:bodyPr wrap="square" lIns="0" tIns="0" rIns="0" bIns="0" rtlCol="0"/>
            <a:lstStyle/>
            <a:p/>
          </p:txBody>
        </p:sp>
        <p:sp>
          <p:nvSpPr>
            <p:cNvPr id="18" name="object 18" descr=""/>
            <p:cNvSpPr/>
            <p:nvPr/>
          </p:nvSpPr>
          <p:spPr>
            <a:xfrm>
              <a:off x="3419475" y="4691125"/>
              <a:ext cx="4432935" cy="120650"/>
            </a:xfrm>
            <a:custGeom>
              <a:avLst/>
              <a:gdLst/>
              <a:ahLst/>
              <a:cxnLst/>
              <a:rect l="l" t="t" r="r" b="b"/>
              <a:pathLst>
                <a:path w="4432934" h="120650">
                  <a:moveTo>
                    <a:pt x="503402" y="57086"/>
                  </a:moveTo>
                  <a:lnTo>
                    <a:pt x="484314" y="45974"/>
                  </a:lnTo>
                  <a:lnTo>
                    <a:pt x="405384" y="0"/>
                  </a:lnTo>
                  <a:lnTo>
                    <a:pt x="398526" y="1778"/>
                  </a:lnTo>
                  <a:lnTo>
                    <a:pt x="395478" y="6985"/>
                  </a:lnTo>
                  <a:lnTo>
                    <a:pt x="392303" y="12319"/>
                  </a:lnTo>
                  <a:lnTo>
                    <a:pt x="394081" y="19177"/>
                  </a:lnTo>
                  <a:lnTo>
                    <a:pt x="399415" y="22225"/>
                  </a:lnTo>
                  <a:lnTo>
                    <a:pt x="440118" y="45974"/>
                  </a:lnTo>
                  <a:lnTo>
                    <a:pt x="0" y="45974"/>
                  </a:lnTo>
                  <a:lnTo>
                    <a:pt x="0" y="68199"/>
                  </a:lnTo>
                  <a:lnTo>
                    <a:pt x="440118" y="68199"/>
                  </a:lnTo>
                  <a:lnTo>
                    <a:pt x="399415" y="91948"/>
                  </a:lnTo>
                  <a:lnTo>
                    <a:pt x="394081" y="94996"/>
                  </a:lnTo>
                  <a:lnTo>
                    <a:pt x="392303" y="101854"/>
                  </a:lnTo>
                  <a:lnTo>
                    <a:pt x="395478" y="107188"/>
                  </a:lnTo>
                  <a:lnTo>
                    <a:pt x="398526" y="112395"/>
                  </a:lnTo>
                  <a:lnTo>
                    <a:pt x="405384" y="114173"/>
                  </a:lnTo>
                  <a:lnTo>
                    <a:pt x="484149" y="68199"/>
                  </a:lnTo>
                  <a:lnTo>
                    <a:pt x="503186" y="57086"/>
                  </a:lnTo>
                  <a:lnTo>
                    <a:pt x="503402" y="57086"/>
                  </a:lnTo>
                  <a:close/>
                </a:path>
                <a:path w="4432934" h="120650">
                  <a:moveTo>
                    <a:pt x="4432401" y="63436"/>
                  </a:moveTo>
                  <a:lnTo>
                    <a:pt x="4413339" y="52324"/>
                  </a:lnTo>
                  <a:lnTo>
                    <a:pt x="4339717" y="9398"/>
                  </a:lnTo>
                  <a:lnTo>
                    <a:pt x="4334383" y="6350"/>
                  </a:lnTo>
                  <a:lnTo>
                    <a:pt x="4327525" y="8128"/>
                  </a:lnTo>
                  <a:lnTo>
                    <a:pt x="4324477" y="13335"/>
                  </a:lnTo>
                  <a:lnTo>
                    <a:pt x="4321429" y="18669"/>
                  </a:lnTo>
                  <a:lnTo>
                    <a:pt x="4323207" y="25527"/>
                  </a:lnTo>
                  <a:lnTo>
                    <a:pt x="4328541" y="28575"/>
                  </a:lnTo>
                  <a:lnTo>
                    <a:pt x="4369244" y="52324"/>
                  </a:lnTo>
                  <a:lnTo>
                    <a:pt x="3928999" y="52324"/>
                  </a:lnTo>
                  <a:lnTo>
                    <a:pt x="3928999" y="74549"/>
                  </a:lnTo>
                  <a:lnTo>
                    <a:pt x="4369244" y="74549"/>
                  </a:lnTo>
                  <a:lnTo>
                    <a:pt x="4328541" y="98298"/>
                  </a:lnTo>
                  <a:lnTo>
                    <a:pt x="4323207" y="101346"/>
                  </a:lnTo>
                  <a:lnTo>
                    <a:pt x="4321429" y="108204"/>
                  </a:lnTo>
                  <a:lnTo>
                    <a:pt x="4324477" y="113538"/>
                  </a:lnTo>
                  <a:lnTo>
                    <a:pt x="4327525" y="118745"/>
                  </a:lnTo>
                  <a:lnTo>
                    <a:pt x="4334383" y="120523"/>
                  </a:lnTo>
                  <a:lnTo>
                    <a:pt x="4339717" y="117475"/>
                  </a:lnTo>
                  <a:lnTo>
                    <a:pt x="4413174" y="74549"/>
                  </a:lnTo>
                  <a:lnTo>
                    <a:pt x="4432185" y="63436"/>
                  </a:lnTo>
                  <a:lnTo>
                    <a:pt x="4432401" y="63436"/>
                  </a:lnTo>
                  <a:close/>
                </a:path>
              </a:pathLst>
            </a:custGeom>
            <a:solidFill>
              <a:srgbClr val="3B428A"/>
            </a:solidFill>
          </p:spPr>
          <p:txBody>
            <a:bodyPr wrap="square" lIns="0" tIns="0" rIns="0" bIns="0" rtlCol="0"/>
            <a:lstStyle/>
            <a:p/>
          </p:txBody>
        </p:sp>
      </p:grpSp>
      <p:sp>
        <p:nvSpPr>
          <p:cNvPr id="19" name="object 19" descr=""/>
          <p:cNvSpPr txBox="1"/>
          <p:nvPr/>
        </p:nvSpPr>
        <p:spPr>
          <a:xfrm>
            <a:off x="2553970" y="3554983"/>
            <a:ext cx="66548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S1</a:t>
            </a:r>
            <a:r>
              <a:rPr dirty="0" sz="2400" spc="-50">
                <a:solidFill>
                  <a:srgbClr val="40458B"/>
                </a:solidFill>
                <a:latin typeface="黑体"/>
                <a:cs typeface="黑体"/>
              </a:rPr>
              <a:t>段</a:t>
            </a:r>
            <a:endParaRPr sz="2400">
              <a:latin typeface="黑体"/>
              <a:cs typeface="黑体"/>
            </a:endParaRPr>
          </a:p>
        </p:txBody>
      </p:sp>
      <p:sp>
        <p:nvSpPr>
          <p:cNvPr id="20" name="object 20" descr=""/>
          <p:cNvSpPr txBox="1"/>
          <p:nvPr/>
        </p:nvSpPr>
        <p:spPr>
          <a:xfrm>
            <a:off x="2553970" y="3920439"/>
            <a:ext cx="432434"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a:t>
            </a:r>
            <a:r>
              <a:rPr dirty="0" sz="2400" spc="-25">
                <a:solidFill>
                  <a:srgbClr val="40458B"/>
                </a:solidFill>
                <a:latin typeface="Tahoma"/>
                <a:cs typeface="Tahoma"/>
              </a:rPr>
              <a:t>t</a:t>
            </a:r>
            <a:endParaRPr sz="2400">
              <a:latin typeface="Tahoma"/>
              <a:cs typeface="Tahoma"/>
            </a:endParaRPr>
          </a:p>
        </p:txBody>
      </p:sp>
      <p:sp>
        <p:nvSpPr>
          <p:cNvPr id="21" name="object 21" descr=""/>
          <p:cNvSpPr txBox="1"/>
          <p:nvPr/>
        </p:nvSpPr>
        <p:spPr>
          <a:xfrm>
            <a:off x="3939921" y="3575684"/>
            <a:ext cx="665480" cy="75692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S2</a:t>
            </a:r>
            <a:r>
              <a:rPr dirty="0" sz="2400" spc="-50">
                <a:solidFill>
                  <a:srgbClr val="40458B"/>
                </a:solidFill>
                <a:latin typeface="黑体"/>
                <a:cs typeface="黑体"/>
              </a:rPr>
              <a:t>段</a:t>
            </a:r>
            <a:endParaRPr sz="2400">
              <a:latin typeface="黑体"/>
              <a:cs typeface="黑体"/>
            </a:endParaRPr>
          </a:p>
          <a:p>
            <a:pPr marL="12700">
              <a:lnSpc>
                <a:spcPct val="100000"/>
              </a:lnSpc>
            </a:pPr>
            <a:r>
              <a:rPr dirty="0" sz="2400" spc="-25">
                <a:solidFill>
                  <a:srgbClr val="40458B"/>
                </a:solidFill>
                <a:latin typeface="黑体"/>
                <a:cs typeface="黑体"/>
              </a:rPr>
              <a:t>△</a:t>
            </a:r>
            <a:r>
              <a:rPr dirty="0" sz="2400" spc="-25">
                <a:solidFill>
                  <a:srgbClr val="40458B"/>
                </a:solidFill>
                <a:latin typeface="Tahoma"/>
                <a:cs typeface="Tahoma"/>
              </a:rPr>
              <a:t>t</a:t>
            </a:r>
            <a:endParaRPr sz="2400">
              <a:latin typeface="Tahoma"/>
              <a:cs typeface="Tahoma"/>
            </a:endParaRPr>
          </a:p>
        </p:txBody>
      </p:sp>
      <p:sp>
        <p:nvSpPr>
          <p:cNvPr id="22" name="object 22" descr=""/>
          <p:cNvSpPr txBox="1"/>
          <p:nvPr/>
        </p:nvSpPr>
        <p:spPr>
          <a:xfrm>
            <a:off x="6289928" y="3533978"/>
            <a:ext cx="670560" cy="75755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Sn</a:t>
            </a:r>
            <a:r>
              <a:rPr dirty="0" sz="2400" spc="-50">
                <a:solidFill>
                  <a:srgbClr val="40458B"/>
                </a:solidFill>
                <a:latin typeface="黑体"/>
                <a:cs typeface="黑体"/>
              </a:rPr>
              <a:t>段</a:t>
            </a:r>
            <a:endParaRPr sz="2400">
              <a:latin typeface="黑体"/>
              <a:cs typeface="黑体"/>
            </a:endParaRPr>
          </a:p>
          <a:p>
            <a:pPr marL="12700">
              <a:lnSpc>
                <a:spcPct val="100000"/>
              </a:lnSpc>
              <a:spcBef>
                <a:spcPts val="5"/>
              </a:spcBef>
            </a:pPr>
            <a:r>
              <a:rPr dirty="0" sz="2400" spc="-25">
                <a:solidFill>
                  <a:srgbClr val="40458B"/>
                </a:solidFill>
                <a:latin typeface="黑体"/>
                <a:cs typeface="黑体"/>
              </a:rPr>
              <a:t>△</a:t>
            </a:r>
            <a:r>
              <a:rPr dirty="0" sz="2400" spc="-25">
                <a:solidFill>
                  <a:srgbClr val="40458B"/>
                </a:solidFill>
                <a:latin typeface="Tahoma"/>
                <a:cs typeface="Tahoma"/>
              </a:rPr>
              <a:t>t</a:t>
            </a:r>
            <a:endParaRPr sz="2400">
              <a:latin typeface="Tahoma"/>
              <a:cs typeface="Tahoma"/>
            </a:endParaRPr>
          </a:p>
        </p:txBody>
      </p:sp>
      <p:sp>
        <p:nvSpPr>
          <p:cNvPr id="23" name="object 23" descr=""/>
          <p:cNvSpPr txBox="1"/>
          <p:nvPr/>
        </p:nvSpPr>
        <p:spPr>
          <a:xfrm>
            <a:off x="2978023" y="5595924"/>
            <a:ext cx="5137150" cy="965835"/>
          </a:xfrm>
          <a:prstGeom prst="rect">
            <a:avLst/>
          </a:prstGeom>
        </p:spPr>
        <p:txBody>
          <a:bodyPr wrap="square" lIns="0" tIns="116839" rIns="0" bIns="0" rtlCol="0" vert="horz">
            <a:spAutoFit/>
          </a:bodyPr>
          <a:lstStyle/>
          <a:p>
            <a:pPr marL="3305810">
              <a:lnSpc>
                <a:spcPct val="100000"/>
              </a:lnSpc>
              <a:spcBef>
                <a:spcPts val="919"/>
              </a:spcBef>
            </a:pPr>
            <a:r>
              <a:rPr dirty="0" sz="2400" spc="50">
                <a:solidFill>
                  <a:srgbClr val="40458B"/>
                </a:solidFill>
                <a:latin typeface="黑体"/>
                <a:cs typeface="黑体"/>
              </a:rPr>
              <a:t>流水寄存器 </a:t>
            </a:r>
            <a:r>
              <a:rPr dirty="0" sz="2400" spc="-50">
                <a:solidFill>
                  <a:srgbClr val="40458B"/>
                </a:solidFill>
                <a:latin typeface="Tahoma"/>
                <a:cs typeface="Tahoma"/>
              </a:rPr>
              <a:t>t</a:t>
            </a:r>
            <a:endParaRPr sz="2400">
              <a:latin typeface="Tahoma"/>
              <a:cs typeface="Tahoma"/>
            </a:endParaRPr>
          </a:p>
          <a:p>
            <a:pPr marL="12700">
              <a:lnSpc>
                <a:spcPct val="100000"/>
              </a:lnSpc>
              <a:spcBef>
                <a:spcPts val="819"/>
              </a:spcBef>
            </a:pPr>
            <a:r>
              <a:rPr dirty="0" sz="2400">
                <a:solidFill>
                  <a:srgbClr val="40458B"/>
                </a:solidFill>
                <a:latin typeface="黑体"/>
                <a:cs typeface="黑体"/>
              </a:rPr>
              <a:t>流水线时间：△</a:t>
            </a:r>
            <a:r>
              <a:rPr dirty="0" sz="2400">
                <a:solidFill>
                  <a:srgbClr val="40458B"/>
                </a:solidFill>
                <a:latin typeface="Tahoma"/>
                <a:cs typeface="Tahoma"/>
              </a:rPr>
              <a:t>t+t+</a:t>
            </a:r>
            <a:r>
              <a:rPr dirty="0" sz="2400" spc="-35">
                <a:solidFill>
                  <a:srgbClr val="40458B"/>
                </a:solidFill>
                <a:latin typeface="Tahoma"/>
                <a:cs typeface="Tahoma"/>
              </a:rPr>
              <a:t> </a:t>
            </a:r>
            <a:r>
              <a:rPr dirty="0" sz="2400">
                <a:solidFill>
                  <a:srgbClr val="40458B"/>
                </a:solidFill>
                <a:latin typeface="黑体"/>
                <a:cs typeface="黑体"/>
              </a:rPr>
              <a:t>△</a:t>
            </a:r>
            <a:r>
              <a:rPr dirty="0" sz="2400">
                <a:solidFill>
                  <a:srgbClr val="40458B"/>
                </a:solidFill>
                <a:latin typeface="Tahoma"/>
                <a:cs typeface="Tahoma"/>
              </a:rPr>
              <a:t>t+t</a:t>
            </a:r>
            <a:r>
              <a:rPr dirty="0" sz="2400" spc="-55">
                <a:solidFill>
                  <a:srgbClr val="40458B"/>
                </a:solidFill>
                <a:latin typeface="Tahoma"/>
                <a:cs typeface="Tahoma"/>
              </a:rPr>
              <a:t> </a:t>
            </a:r>
            <a:r>
              <a:rPr dirty="0" sz="2400" spc="-10">
                <a:solidFill>
                  <a:srgbClr val="40458B"/>
                </a:solidFill>
                <a:latin typeface="黑体"/>
                <a:cs typeface="黑体"/>
              </a:rPr>
              <a:t>△</a:t>
            </a:r>
            <a:r>
              <a:rPr dirty="0" sz="2400" spc="-10">
                <a:solidFill>
                  <a:srgbClr val="40458B"/>
                </a:solidFill>
                <a:latin typeface="Tahoma"/>
                <a:cs typeface="Tahoma"/>
              </a:rPr>
              <a:t>t+t+….</a:t>
            </a:r>
            <a:endParaRPr sz="2400">
              <a:latin typeface="Tahoma"/>
              <a:cs typeface="Tahoma"/>
            </a:endParaRPr>
          </a:p>
        </p:txBody>
      </p:sp>
      <p:pic>
        <p:nvPicPr>
          <p:cNvPr id="24" name="object 24" descr=""/>
          <p:cNvPicPr/>
          <p:nvPr/>
        </p:nvPicPr>
        <p:blipFill>
          <a:blip r:embed="rId2" cstate="print"/>
          <a:stretch>
            <a:fillRect/>
          </a:stretch>
        </p:blipFill>
        <p:spPr>
          <a:xfrm>
            <a:off x="2215395" y="5249862"/>
            <a:ext cx="5280779" cy="421341"/>
          </a:xfrm>
          <a:prstGeom prst="rect">
            <a:avLst/>
          </a:prstGeom>
        </p:spPr>
      </p:pic>
      <p:grpSp>
        <p:nvGrpSpPr>
          <p:cNvPr id="25" name="object 25" descr=""/>
          <p:cNvGrpSpPr/>
          <p:nvPr/>
        </p:nvGrpSpPr>
        <p:grpSpPr>
          <a:xfrm>
            <a:off x="1976373" y="4294123"/>
            <a:ext cx="5364480" cy="816610"/>
            <a:chOff x="1976373" y="4294123"/>
            <a:chExt cx="5364480" cy="816610"/>
          </a:xfrm>
        </p:grpSpPr>
        <p:sp>
          <p:nvSpPr>
            <p:cNvPr id="26" name="object 26" descr=""/>
            <p:cNvSpPr/>
            <p:nvPr/>
          </p:nvSpPr>
          <p:spPr>
            <a:xfrm>
              <a:off x="3273424" y="4343336"/>
              <a:ext cx="233679" cy="748030"/>
            </a:xfrm>
            <a:custGeom>
              <a:avLst/>
              <a:gdLst/>
              <a:ahLst/>
              <a:cxnLst/>
              <a:rect l="l" t="t" r="r" b="b"/>
              <a:pathLst>
                <a:path w="233679" h="748029">
                  <a:moveTo>
                    <a:pt x="233362" y="0"/>
                  </a:moveTo>
                  <a:lnTo>
                    <a:pt x="0" y="0"/>
                  </a:lnTo>
                  <a:lnTo>
                    <a:pt x="0" y="747712"/>
                  </a:lnTo>
                  <a:lnTo>
                    <a:pt x="233362" y="747712"/>
                  </a:lnTo>
                  <a:lnTo>
                    <a:pt x="233362" y="0"/>
                  </a:lnTo>
                  <a:close/>
                </a:path>
              </a:pathLst>
            </a:custGeom>
            <a:solidFill>
              <a:srgbClr val="FFACFF"/>
            </a:solidFill>
          </p:spPr>
          <p:txBody>
            <a:bodyPr wrap="square" lIns="0" tIns="0" rIns="0" bIns="0" rtlCol="0"/>
            <a:lstStyle/>
            <a:p/>
          </p:txBody>
        </p:sp>
        <p:sp>
          <p:nvSpPr>
            <p:cNvPr id="27" name="object 27" descr=""/>
            <p:cNvSpPr/>
            <p:nvPr/>
          </p:nvSpPr>
          <p:spPr>
            <a:xfrm>
              <a:off x="3273424" y="4343336"/>
              <a:ext cx="233679" cy="748030"/>
            </a:xfrm>
            <a:custGeom>
              <a:avLst/>
              <a:gdLst/>
              <a:ahLst/>
              <a:cxnLst/>
              <a:rect l="l" t="t" r="r" b="b"/>
              <a:pathLst>
                <a:path w="233679" h="748029">
                  <a:moveTo>
                    <a:pt x="0" y="747712"/>
                  </a:moveTo>
                  <a:lnTo>
                    <a:pt x="233362" y="747712"/>
                  </a:lnTo>
                  <a:lnTo>
                    <a:pt x="233362" y="0"/>
                  </a:lnTo>
                  <a:lnTo>
                    <a:pt x="0" y="0"/>
                  </a:lnTo>
                  <a:lnTo>
                    <a:pt x="0" y="747712"/>
                  </a:lnTo>
                  <a:close/>
                </a:path>
              </a:pathLst>
            </a:custGeom>
            <a:ln w="9525">
              <a:solidFill>
                <a:srgbClr val="B7C1EB"/>
              </a:solidFill>
            </a:ln>
          </p:spPr>
          <p:txBody>
            <a:bodyPr wrap="square" lIns="0" tIns="0" rIns="0" bIns="0" rtlCol="0"/>
            <a:lstStyle/>
            <a:p/>
          </p:txBody>
        </p:sp>
        <p:sp>
          <p:nvSpPr>
            <p:cNvPr id="28" name="object 28" descr=""/>
            <p:cNvSpPr/>
            <p:nvPr/>
          </p:nvSpPr>
          <p:spPr>
            <a:xfrm>
              <a:off x="2479674" y="4298886"/>
              <a:ext cx="504825" cy="748030"/>
            </a:xfrm>
            <a:custGeom>
              <a:avLst/>
              <a:gdLst/>
              <a:ahLst/>
              <a:cxnLst/>
              <a:rect l="l" t="t" r="r" b="b"/>
              <a:pathLst>
                <a:path w="504825" h="748029">
                  <a:moveTo>
                    <a:pt x="504825" y="0"/>
                  </a:moveTo>
                  <a:lnTo>
                    <a:pt x="0" y="0"/>
                  </a:lnTo>
                  <a:lnTo>
                    <a:pt x="0" y="747712"/>
                  </a:lnTo>
                  <a:lnTo>
                    <a:pt x="504825" y="747712"/>
                  </a:lnTo>
                  <a:lnTo>
                    <a:pt x="504825" y="0"/>
                  </a:lnTo>
                  <a:close/>
                </a:path>
              </a:pathLst>
            </a:custGeom>
            <a:solidFill>
              <a:srgbClr val="D4D6EB"/>
            </a:solidFill>
          </p:spPr>
          <p:txBody>
            <a:bodyPr wrap="square" lIns="0" tIns="0" rIns="0" bIns="0" rtlCol="0"/>
            <a:lstStyle/>
            <a:p/>
          </p:txBody>
        </p:sp>
        <p:sp>
          <p:nvSpPr>
            <p:cNvPr id="29" name="object 29" descr=""/>
            <p:cNvSpPr/>
            <p:nvPr/>
          </p:nvSpPr>
          <p:spPr>
            <a:xfrm>
              <a:off x="2479674" y="4298886"/>
              <a:ext cx="504825" cy="748030"/>
            </a:xfrm>
            <a:custGeom>
              <a:avLst/>
              <a:gdLst/>
              <a:ahLst/>
              <a:cxnLst/>
              <a:rect l="l" t="t" r="r" b="b"/>
              <a:pathLst>
                <a:path w="504825" h="748029">
                  <a:moveTo>
                    <a:pt x="0" y="747712"/>
                  </a:moveTo>
                  <a:lnTo>
                    <a:pt x="504825" y="747712"/>
                  </a:lnTo>
                  <a:lnTo>
                    <a:pt x="504825" y="0"/>
                  </a:lnTo>
                  <a:lnTo>
                    <a:pt x="0" y="0"/>
                  </a:lnTo>
                  <a:lnTo>
                    <a:pt x="0" y="747712"/>
                  </a:lnTo>
                  <a:close/>
                </a:path>
              </a:pathLst>
            </a:custGeom>
            <a:ln w="9525">
              <a:solidFill>
                <a:srgbClr val="B7C1EB"/>
              </a:solidFill>
            </a:ln>
          </p:spPr>
          <p:txBody>
            <a:bodyPr wrap="square" lIns="0" tIns="0" rIns="0" bIns="0" rtlCol="0"/>
            <a:lstStyle/>
            <a:p/>
          </p:txBody>
        </p:sp>
        <p:sp>
          <p:nvSpPr>
            <p:cNvPr id="30" name="object 30" descr=""/>
            <p:cNvSpPr/>
            <p:nvPr/>
          </p:nvSpPr>
          <p:spPr>
            <a:xfrm>
              <a:off x="1976374" y="4640325"/>
              <a:ext cx="4219575" cy="165100"/>
            </a:xfrm>
            <a:custGeom>
              <a:avLst/>
              <a:gdLst/>
              <a:ahLst/>
              <a:cxnLst/>
              <a:rect l="l" t="t" r="r" b="b"/>
              <a:pathLst>
                <a:path w="4219575" h="165100">
                  <a:moveTo>
                    <a:pt x="503402" y="57086"/>
                  </a:moveTo>
                  <a:lnTo>
                    <a:pt x="484339" y="45974"/>
                  </a:lnTo>
                  <a:lnTo>
                    <a:pt x="410718" y="3048"/>
                  </a:lnTo>
                  <a:lnTo>
                    <a:pt x="405384" y="0"/>
                  </a:lnTo>
                  <a:lnTo>
                    <a:pt x="398653" y="1778"/>
                  </a:lnTo>
                  <a:lnTo>
                    <a:pt x="395478" y="6985"/>
                  </a:lnTo>
                  <a:lnTo>
                    <a:pt x="392430" y="12319"/>
                  </a:lnTo>
                  <a:lnTo>
                    <a:pt x="394208" y="19177"/>
                  </a:lnTo>
                  <a:lnTo>
                    <a:pt x="399542" y="22225"/>
                  </a:lnTo>
                  <a:lnTo>
                    <a:pt x="440245" y="45974"/>
                  </a:lnTo>
                  <a:lnTo>
                    <a:pt x="0" y="45974"/>
                  </a:lnTo>
                  <a:lnTo>
                    <a:pt x="0" y="68199"/>
                  </a:lnTo>
                  <a:lnTo>
                    <a:pt x="440245" y="68199"/>
                  </a:lnTo>
                  <a:lnTo>
                    <a:pt x="399542" y="91948"/>
                  </a:lnTo>
                  <a:lnTo>
                    <a:pt x="394208" y="94996"/>
                  </a:lnTo>
                  <a:lnTo>
                    <a:pt x="392430" y="101854"/>
                  </a:lnTo>
                  <a:lnTo>
                    <a:pt x="395478" y="107188"/>
                  </a:lnTo>
                  <a:lnTo>
                    <a:pt x="398653" y="112395"/>
                  </a:lnTo>
                  <a:lnTo>
                    <a:pt x="405384" y="114173"/>
                  </a:lnTo>
                  <a:lnTo>
                    <a:pt x="410718" y="111125"/>
                  </a:lnTo>
                  <a:lnTo>
                    <a:pt x="484174" y="68199"/>
                  </a:lnTo>
                  <a:lnTo>
                    <a:pt x="503186" y="57086"/>
                  </a:lnTo>
                  <a:lnTo>
                    <a:pt x="503402" y="57086"/>
                  </a:lnTo>
                  <a:close/>
                </a:path>
                <a:path w="4219575" h="165100">
                  <a:moveTo>
                    <a:pt x="1297152" y="107886"/>
                  </a:moveTo>
                  <a:lnTo>
                    <a:pt x="1278089" y="96774"/>
                  </a:lnTo>
                  <a:lnTo>
                    <a:pt x="1204468" y="53848"/>
                  </a:lnTo>
                  <a:lnTo>
                    <a:pt x="1199134" y="50800"/>
                  </a:lnTo>
                  <a:lnTo>
                    <a:pt x="1192403" y="52578"/>
                  </a:lnTo>
                  <a:lnTo>
                    <a:pt x="1189228" y="57785"/>
                  </a:lnTo>
                  <a:lnTo>
                    <a:pt x="1186180" y="63119"/>
                  </a:lnTo>
                  <a:lnTo>
                    <a:pt x="1187958" y="69977"/>
                  </a:lnTo>
                  <a:lnTo>
                    <a:pt x="1193292" y="73025"/>
                  </a:lnTo>
                  <a:lnTo>
                    <a:pt x="1233995" y="96774"/>
                  </a:lnTo>
                  <a:lnTo>
                    <a:pt x="1004951" y="96774"/>
                  </a:lnTo>
                  <a:lnTo>
                    <a:pt x="1004951" y="118999"/>
                  </a:lnTo>
                  <a:lnTo>
                    <a:pt x="1233995" y="118999"/>
                  </a:lnTo>
                  <a:lnTo>
                    <a:pt x="1193292" y="142748"/>
                  </a:lnTo>
                  <a:lnTo>
                    <a:pt x="1187958" y="145796"/>
                  </a:lnTo>
                  <a:lnTo>
                    <a:pt x="1186180" y="152654"/>
                  </a:lnTo>
                  <a:lnTo>
                    <a:pt x="1189228" y="157988"/>
                  </a:lnTo>
                  <a:lnTo>
                    <a:pt x="1192403" y="163195"/>
                  </a:lnTo>
                  <a:lnTo>
                    <a:pt x="1199134" y="164973"/>
                  </a:lnTo>
                  <a:lnTo>
                    <a:pt x="1204468" y="161925"/>
                  </a:lnTo>
                  <a:lnTo>
                    <a:pt x="1277924" y="118999"/>
                  </a:lnTo>
                  <a:lnTo>
                    <a:pt x="1296936" y="107886"/>
                  </a:lnTo>
                  <a:lnTo>
                    <a:pt x="1297152" y="107886"/>
                  </a:lnTo>
                  <a:close/>
                </a:path>
                <a:path w="4219575" h="165100">
                  <a:moveTo>
                    <a:pt x="3273425" y="96774"/>
                  </a:moveTo>
                  <a:lnTo>
                    <a:pt x="3184525" y="96774"/>
                  </a:lnTo>
                  <a:lnTo>
                    <a:pt x="3184525" y="118999"/>
                  </a:lnTo>
                  <a:lnTo>
                    <a:pt x="3273425" y="118999"/>
                  </a:lnTo>
                  <a:lnTo>
                    <a:pt x="3273425" y="96774"/>
                  </a:lnTo>
                  <a:close/>
                </a:path>
                <a:path w="4219575" h="165100">
                  <a:moveTo>
                    <a:pt x="3429000" y="96774"/>
                  </a:moveTo>
                  <a:lnTo>
                    <a:pt x="3340100" y="96774"/>
                  </a:lnTo>
                  <a:lnTo>
                    <a:pt x="3340100" y="118999"/>
                  </a:lnTo>
                  <a:lnTo>
                    <a:pt x="3429000" y="118999"/>
                  </a:lnTo>
                  <a:lnTo>
                    <a:pt x="3429000" y="96774"/>
                  </a:lnTo>
                  <a:close/>
                </a:path>
                <a:path w="4219575" h="165100">
                  <a:moveTo>
                    <a:pt x="3584575" y="96774"/>
                  </a:moveTo>
                  <a:lnTo>
                    <a:pt x="3495675" y="96774"/>
                  </a:lnTo>
                  <a:lnTo>
                    <a:pt x="3495675" y="118999"/>
                  </a:lnTo>
                  <a:lnTo>
                    <a:pt x="3584575" y="118999"/>
                  </a:lnTo>
                  <a:lnTo>
                    <a:pt x="3584575" y="96774"/>
                  </a:lnTo>
                  <a:close/>
                </a:path>
                <a:path w="4219575" h="165100">
                  <a:moveTo>
                    <a:pt x="3740150" y="96774"/>
                  </a:moveTo>
                  <a:lnTo>
                    <a:pt x="3651250" y="96774"/>
                  </a:lnTo>
                  <a:lnTo>
                    <a:pt x="3651250" y="118999"/>
                  </a:lnTo>
                  <a:lnTo>
                    <a:pt x="3740150" y="118999"/>
                  </a:lnTo>
                  <a:lnTo>
                    <a:pt x="3740150" y="96774"/>
                  </a:lnTo>
                  <a:close/>
                </a:path>
                <a:path w="4219575" h="165100">
                  <a:moveTo>
                    <a:pt x="3895725" y="96774"/>
                  </a:moveTo>
                  <a:lnTo>
                    <a:pt x="3806825" y="96774"/>
                  </a:lnTo>
                  <a:lnTo>
                    <a:pt x="3806825" y="118999"/>
                  </a:lnTo>
                  <a:lnTo>
                    <a:pt x="3895725" y="118999"/>
                  </a:lnTo>
                  <a:lnTo>
                    <a:pt x="3895725" y="96774"/>
                  </a:lnTo>
                  <a:close/>
                </a:path>
                <a:path w="4219575" h="165100">
                  <a:moveTo>
                    <a:pt x="4051300" y="96774"/>
                  </a:moveTo>
                  <a:lnTo>
                    <a:pt x="3962400" y="96774"/>
                  </a:lnTo>
                  <a:lnTo>
                    <a:pt x="3962400" y="118999"/>
                  </a:lnTo>
                  <a:lnTo>
                    <a:pt x="4051300" y="118999"/>
                  </a:lnTo>
                  <a:lnTo>
                    <a:pt x="4051300" y="96774"/>
                  </a:lnTo>
                  <a:close/>
                </a:path>
                <a:path w="4219575" h="165100">
                  <a:moveTo>
                    <a:pt x="4219575" y="107823"/>
                  </a:moveTo>
                  <a:lnTo>
                    <a:pt x="4197477" y="96774"/>
                  </a:lnTo>
                  <a:lnTo>
                    <a:pt x="4143375" y="69723"/>
                  </a:lnTo>
                  <a:lnTo>
                    <a:pt x="4143375" y="96774"/>
                  </a:lnTo>
                  <a:lnTo>
                    <a:pt x="4117975" y="96774"/>
                  </a:lnTo>
                  <a:lnTo>
                    <a:pt x="4117975" y="118999"/>
                  </a:lnTo>
                  <a:lnTo>
                    <a:pt x="4143375" y="118999"/>
                  </a:lnTo>
                  <a:lnTo>
                    <a:pt x="4143375" y="145923"/>
                  </a:lnTo>
                  <a:lnTo>
                    <a:pt x="4197223" y="118999"/>
                  </a:lnTo>
                  <a:lnTo>
                    <a:pt x="4219575" y="107823"/>
                  </a:lnTo>
                  <a:close/>
                </a:path>
              </a:pathLst>
            </a:custGeom>
            <a:solidFill>
              <a:srgbClr val="3B428A"/>
            </a:solidFill>
          </p:spPr>
          <p:txBody>
            <a:bodyPr wrap="square" lIns="0" tIns="0" rIns="0" bIns="0" rtlCol="0"/>
            <a:lstStyle/>
            <a:p/>
          </p:txBody>
        </p:sp>
        <p:sp>
          <p:nvSpPr>
            <p:cNvPr id="31" name="object 31" descr=""/>
            <p:cNvSpPr/>
            <p:nvPr/>
          </p:nvSpPr>
          <p:spPr>
            <a:xfrm>
              <a:off x="7102475" y="4357687"/>
              <a:ext cx="233679" cy="748030"/>
            </a:xfrm>
            <a:custGeom>
              <a:avLst/>
              <a:gdLst/>
              <a:ahLst/>
              <a:cxnLst/>
              <a:rect l="l" t="t" r="r" b="b"/>
              <a:pathLst>
                <a:path w="233679" h="748029">
                  <a:moveTo>
                    <a:pt x="233362" y="0"/>
                  </a:moveTo>
                  <a:lnTo>
                    <a:pt x="0" y="0"/>
                  </a:lnTo>
                  <a:lnTo>
                    <a:pt x="0" y="747712"/>
                  </a:lnTo>
                  <a:lnTo>
                    <a:pt x="233362" y="747712"/>
                  </a:lnTo>
                  <a:lnTo>
                    <a:pt x="233362" y="0"/>
                  </a:lnTo>
                  <a:close/>
                </a:path>
              </a:pathLst>
            </a:custGeom>
            <a:solidFill>
              <a:srgbClr val="FFACFF"/>
            </a:solidFill>
          </p:spPr>
          <p:txBody>
            <a:bodyPr wrap="square" lIns="0" tIns="0" rIns="0" bIns="0" rtlCol="0"/>
            <a:lstStyle/>
            <a:p/>
          </p:txBody>
        </p:sp>
        <p:sp>
          <p:nvSpPr>
            <p:cNvPr id="32" name="object 32" descr=""/>
            <p:cNvSpPr/>
            <p:nvPr/>
          </p:nvSpPr>
          <p:spPr>
            <a:xfrm>
              <a:off x="7102475" y="4357687"/>
              <a:ext cx="233679" cy="748030"/>
            </a:xfrm>
            <a:custGeom>
              <a:avLst/>
              <a:gdLst/>
              <a:ahLst/>
              <a:cxnLst/>
              <a:rect l="l" t="t" r="r" b="b"/>
              <a:pathLst>
                <a:path w="233679" h="748029">
                  <a:moveTo>
                    <a:pt x="0" y="747712"/>
                  </a:moveTo>
                  <a:lnTo>
                    <a:pt x="233362" y="747712"/>
                  </a:lnTo>
                  <a:lnTo>
                    <a:pt x="233362" y="0"/>
                  </a:lnTo>
                  <a:lnTo>
                    <a:pt x="0" y="0"/>
                  </a:lnTo>
                  <a:lnTo>
                    <a:pt x="0" y="747712"/>
                  </a:lnTo>
                  <a:close/>
                </a:path>
              </a:pathLst>
            </a:custGeom>
            <a:ln w="9525">
              <a:solidFill>
                <a:srgbClr val="B7C1EB"/>
              </a:solidFill>
            </a:ln>
          </p:spPr>
          <p:txBody>
            <a:bodyPr wrap="square" lIns="0" tIns="0" rIns="0" bIns="0" rtlCol="0"/>
            <a:lstStyle/>
            <a:p/>
          </p:txBody>
        </p:sp>
        <p:sp>
          <p:nvSpPr>
            <p:cNvPr id="33" name="object 33" descr=""/>
            <p:cNvSpPr/>
            <p:nvPr/>
          </p:nvSpPr>
          <p:spPr>
            <a:xfrm>
              <a:off x="6727316" y="4678171"/>
              <a:ext cx="375285" cy="114300"/>
            </a:xfrm>
            <a:custGeom>
              <a:avLst/>
              <a:gdLst/>
              <a:ahLst/>
              <a:cxnLst/>
              <a:rect l="l" t="t" r="r" b="b"/>
              <a:pathLst>
                <a:path w="375284" h="114300">
                  <a:moveTo>
                    <a:pt x="355964" y="42544"/>
                  </a:moveTo>
                  <a:lnTo>
                    <a:pt x="352678" y="42544"/>
                  </a:lnTo>
                  <a:lnTo>
                    <a:pt x="353642" y="63500"/>
                  </a:lnTo>
                  <a:lnTo>
                    <a:pt x="353694" y="64642"/>
                  </a:lnTo>
                  <a:lnTo>
                    <a:pt x="312700" y="66562"/>
                  </a:lnTo>
                  <a:lnTo>
                    <a:pt x="267969" y="95503"/>
                  </a:lnTo>
                  <a:lnTo>
                    <a:pt x="266446" y="102488"/>
                  </a:lnTo>
                  <a:lnTo>
                    <a:pt x="269748" y="107568"/>
                  </a:lnTo>
                  <a:lnTo>
                    <a:pt x="273176" y="112775"/>
                  </a:lnTo>
                  <a:lnTo>
                    <a:pt x="280034" y="114172"/>
                  </a:lnTo>
                  <a:lnTo>
                    <a:pt x="375157" y="52577"/>
                  </a:lnTo>
                  <a:lnTo>
                    <a:pt x="355964" y="42544"/>
                  </a:lnTo>
                  <a:close/>
                </a:path>
                <a:path w="375284" h="114300">
                  <a:moveTo>
                    <a:pt x="311601" y="44453"/>
                  </a:moveTo>
                  <a:lnTo>
                    <a:pt x="0" y="58927"/>
                  </a:lnTo>
                  <a:lnTo>
                    <a:pt x="1015" y="81152"/>
                  </a:lnTo>
                  <a:lnTo>
                    <a:pt x="312700" y="66562"/>
                  </a:lnTo>
                  <a:lnTo>
                    <a:pt x="331101" y="54662"/>
                  </a:lnTo>
                  <a:lnTo>
                    <a:pt x="311601" y="44453"/>
                  </a:lnTo>
                  <a:close/>
                </a:path>
                <a:path w="375284" h="114300">
                  <a:moveTo>
                    <a:pt x="331101" y="54662"/>
                  </a:moveTo>
                  <a:lnTo>
                    <a:pt x="312700" y="66562"/>
                  </a:lnTo>
                  <a:lnTo>
                    <a:pt x="353694" y="64642"/>
                  </a:lnTo>
                  <a:lnTo>
                    <a:pt x="353642" y="63500"/>
                  </a:lnTo>
                  <a:lnTo>
                    <a:pt x="347979" y="63500"/>
                  </a:lnTo>
                  <a:lnTo>
                    <a:pt x="331101" y="54662"/>
                  </a:lnTo>
                  <a:close/>
                </a:path>
                <a:path w="375284" h="114300">
                  <a:moveTo>
                    <a:pt x="347090" y="44322"/>
                  </a:moveTo>
                  <a:lnTo>
                    <a:pt x="331101" y="54662"/>
                  </a:lnTo>
                  <a:lnTo>
                    <a:pt x="347979" y="63500"/>
                  </a:lnTo>
                  <a:lnTo>
                    <a:pt x="347097" y="44453"/>
                  </a:lnTo>
                  <a:lnTo>
                    <a:pt x="347090" y="44322"/>
                  </a:lnTo>
                  <a:close/>
                </a:path>
                <a:path w="375284" h="114300">
                  <a:moveTo>
                    <a:pt x="352760" y="44322"/>
                  </a:moveTo>
                  <a:lnTo>
                    <a:pt x="347090" y="44322"/>
                  </a:lnTo>
                  <a:lnTo>
                    <a:pt x="347979" y="63500"/>
                  </a:lnTo>
                  <a:lnTo>
                    <a:pt x="353642" y="63500"/>
                  </a:lnTo>
                  <a:lnTo>
                    <a:pt x="352766" y="44453"/>
                  </a:lnTo>
                  <a:lnTo>
                    <a:pt x="352760" y="44322"/>
                  </a:lnTo>
                  <a:close/>
                </a:path>
                <a:path w="375284" h="114300">
                  <a:moveTo>
                    <a:pt x="352678" y="42544"/>
                  </a:moveTo>
                  <a:lnTo>
                    <a:pt x="311601" y="44453"/>
                  </a:lnTo>
                  <a:lnTo>
                    <a:pt x="331101" y="54662"/>
                  </a:lnTo>
                  <a:lnTo>
                    <a:pt x="347090" y="44322"/>
                  </a:lnTo>
                  <a:lnTo>
                    <a:pt x="352760" y="44322"/>
                  </a:lnTo>
                  <a:lnTo>
                    <a:pt x="352678" y="42544"/>
                  </a:lnTo>
                  <a:close/>
                </a:path>
                <a:path w="375284" h="114300">
                  <a:moveTo>
                    <a:pt x="274700" y="0"/>
                  </a:moveTo>
                  <a:lnTo>
                    <a:pt x="267969" y="2158"/>
                  </a:lnTo>
                  <a:lnTo>
                    <a:pt x="265175" y="7619"/>
                  </a:lnTo>
                  <a:lnTo>
                    <a:pt x="262254" y="13080"/>
                  </a:lnTo>
                  <a:lnTo>
                    <a:pt x="264413" y="19811"/>
                  </a:lnTo>
                  <a:lnTo>
                    <a:pt x="269875" y="22605"/>
                  </a:lnTo>
                  <a:lnTo>
                    <a:pt x="311601" y="44453"/>
                  </a:lnTo>
                  <a:lnTo>
                    <a:pt x="352678" y="42544"/>
                  </a:lnTo>
                  <a:lnTo>
                    <a:pt x="355964" y="42544"/>
                  </a:lnTo>
                  <a:lnTo>
                    <a:pt x="280161" y="2920"/>
                  </a:lnTo>
                  <a:lnTo>
                    <a:pt x="274700" y="0"/>
                  </a:lnTo>
                  <a:close/>
                </a:path>
              </a:pathLst>
            </a:custGeom>
            <a:solidFill>
              <a:srgbClr val="3B428A"/>
            </a:solidFill>
          </p:spPr>
          <p:txBody>
            <a:bodyPr wrap="square" lIns="0" tIns="0" rIns="0" bIns="0" rtlCol="0"/>
            <a:lstStyle/>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24104" y="1179956"/>
            <a:ext cx="11323320" cy="3464560"/>
          </a:xfrm>
          <a:prstGeom prst="rect">
            <a:avLst/>
          </a:prstGeom>
        </p:spPr>
        <p:txBody>
          <a:bodyPr wrap="square" lIns="0" tIns="158750" rIns="0" bIns="0" rtlCol="0" vert="horz">
            <a:spAutoFit/>
          </a:bodyPr>
          <a:lstStyle/>
          <a:p>
            <a:pPr marL="469265" indent="-456565">
              <a:lnSpc>
                <a:spcPct val="100000"/>
              </a:lnSpc>
              <a:spcBef>
                <a:spcPts val="1250"/>
              </a:spcBef>
              <a:buSzPct val="89583"/>
              <a:buFont typeface="Wingdings"/>
              <a:buChar char=""/>
              <a:tabLst>
                <a:tab pos="469265" algn="l"/>
              </a:tabLst>
            </a:pPr>
            <a:r>
              <a:rPr dirty="0" sz="2400" spc="-15">
                <a:solidFill>
                  <a:srgbClr val="40458B"/>
                </a:solidFill>
                <a:latin typeface="黑体"/>
                <a:cs typeface="黑体"/>
              </a:rPr>
              <a:t>几个问题</a:t>
            </a:r>
            <a:endParaRPr sz="2400">
              <a:latin typeface="黑体"/>
              <a:cs typeface="黑体"/>
            </a:endParaRPr>
          </a:p>
          <a:p>
            <a:pPr lvl="1" marL="894715" marR="5080" indent="-288290">
              <a:lnSpc>
                <a:spcPct val="120000"/>
              </a:lnSpc>
              <a:spcBef>
                <a:spcPts val="575"/>
              </a:spcBef>
              <a:buClr>
                <a:srgbClr val="4668F5"/>
              </a:buClr>
              <a:buSzPct val="60416"/>
              <a:buFont typeface="Wingdings"/>
              <a:buChar char=""/>
              <a:tabLst>
                <a:tab pos="894715" algn="l"/>
              </a:tabLst>
            </a:pPr>
            <a:r>
              <a:rPr dirty="0" sz="2400" spc="-20" b="1">
                <a:solidFill>
                  <a:srgbClr val="00AFEF"/>
                </a:solidFill>
                <a:latin typeface="黑体"/>
                <a:cs typeface="黑体"/>
              </a:rPr>
              <a:t>流水线并不能减少（而且一般是增加）</a:t>
            </a:r>
            <a:r>
              <a:rPr dirty="0" sz="2400" spc="-25" b="1">
                <a:solidFill>
                  <a:srgbClr val="00AFEF"/>
                </a:solidFill>
                <a:latin typeface="黑体"/>
                <a:cs typeface="黑体"/>
              </a:rPr>
              <a:t>单条指令的执行时间，但却能提高吞吐</a:t>
            </a:r>
            <a:r>
              <a:rPr dirty="0" sz="2400" spc="-40" b="1">
                <a:solidFill>
                  <a:srgbClr val="00AFEF"/>
                </a:solidFill>
                <a:latin typeface="黑体"/>
                <a:cs typeface="黑体"/>
              </a:rPr>
              <a:t>率。</a:t>
            </a:r>
            <a:endParaRPr sz="2400">
              <a:latin typeface="黑体"/>
              <a:cs typeface="黑体"/>
            </a:endParaRPr>
          </a:p>
          <a:p>
            <a:pPr lvl="1" marL="894715" indent="-287655">
              <a:lnSpc>
                <a:spcPct val="100000"/>
              </a:lnSpc>
              <a:spcBef>
                <a:spcPts val="1155"/>
              </a:spcBef>
              <a:buClr>
                <a:srgbClr val="4668F5"/>
              </a:buClr>
              <a:buSzPct val="60416"/>
              <a:buFont typeface="Wingdings"/>
              <a:buChar char=""/>
              <a:tabLst>
                <a:tab pos="894715" algn="l"/>
              </a:tabLst>
            </a:pPr>
            <a:r>
              <a:rPr dirty="0" sz="2400" spc="-20" b="1">
                <a:solidFill>
                  <a:srgbClr val="00AFEF"/>
                </a:solidFill>
                <a:latin typeface="黑体"/>
                <a:cs typeface="黑体"/>
              </a:rPr>
              <a:t>增加流水线的深度（段数）</a:t>
            </a:r>
            <a:r>
              <a:rPr dirty="0" sz="2400" spc="-25" b="1">
                <a:solidFill>
                  <a:srgbClr val="00AFEF"/>
                </a:solidFill>
                <a:latin typeface="黑体"/>
                <a:cs typeface="黑体"/>
              </a:rPr>
              <a:t>可以提高流水线的性能。</a:t>
            </a:r>
            <a:endParaRPr sz="2400">
              <a:latin typeface="黑体"/>
              <a:cs typeface="黑体"/>
            </a:endParaRPr>
          </a:p>
          <a:p>
            <a:pPr lvl="1" marL="894715" indent="-287655">
              <a:lnSpc>
                <a:spcPct val="100000"/>
              </a:lnSpc>
              <a:spcBef>
                <a:spcPts val="1155"/>
              </a:spcBef>
              <a:buClr>
                <a:srgbClr val="4668F5"/>
              </a:buClr>
              <a:buSzPct val="60416"/>
              <a:buFont typeface="Wingdings"/>
              <a:buChar char=""/>
              <a:tabLst>
                <a:tab pos="894715" algn="l"/>
              </a:tabLst>
            </a:pPr>
            <a:r>
              <a:rPr dirty="0" sz="2400" spc="-25" b="1">
                <a:solidFill>
                  <a:srgbClr val="00AFEF"/>
                </a:solidFill>
                <a:latin typeface="黑体"/>
                <a:cs typeface="黑体"/>
              </a:rPr>
              <a:t>流水线的深度受限于流水线的额外开销。</a:t>
            </a:r>
            <a:endParaRPr sz="2400">
              <a:latin typeface="黑体"/>
              <a:cs typeface="黑体"/>
            </a:endParaRPr>
          </a:p>
          <a:p>
            <a:pPr lvl="1" marL="894715" marR="5080" indent="-288290">
              <a:lnSpc>
                <a:spcPct val="120000"/>
              </a:lnSpc>
              <a:spcBef>
                <a:spcPts val="575"/>
              </a:spcBef>
              <a:buClr>
                <a:srgbClr val="4668F5"/>
              </a:buClr>
              <a:buSzPct val="60416"/>
              <a:buFont typeface="Wingdings"/>
              <a:buChar char=""/>
              <a:tabLst>
                <a:tab pos="894715" algn="l"/>
              </a:tabLst>
            </a:pPr>
            <a:r>
              <a:rPr dirty="0" sz="2400" spc="-25" b="1">
                <a:solidFill>
                  <a:srgbClr val="00AFEF"/>
                </a:solidFill>
                <a:latin typeface="黑体"/>
                <a:cs typeface="黑体"/>
              </a:rPr>
              <a:t>当时钟周期小到与额外开销相同时，流水已没意义。因为这时在每一个时钟周期中已没有时间来做有用的工作。</a:t>
            </a:r>
            <a:endParaRPr sz="2400">
              <a:latin typeface="黑体"/>
              <a:cs typeface="黑体"/>
            </a:endParaRPr>
          </a:p>
        </p:txBody>
      </p:sp>
      <p:sp>
        <p:nvSpPr>
          <p:cNvPr id="10" name="object 10"/>
          <p:cNvSpPr txBox="1">
            <a:spLocks noGrp="1"/>
          </p:cNvSpPr>
          <p:nvPr>
            <p:ph type="title"/>
          </p:nvPr>
        </p:nvSpPr>
        <p:spPr>
          <a:xfrm>
            <a:off x="2850007" y="233883"/>
            <a:ext cx="410527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3.2</a:t>
            </a:r>
            <a:r>
              <a:rPr dirty="0" u="none" spc="-45" b="1">
                <a:latin typeface="黑体"/>
                <a:cs typeface="黑体"/>
              </a:rPr>
              <a:t> 流水线的性能指标</a:t>
            </a:r>
          </a:p>
        </p:txBody>
      </p:sp>
      <p:sp>
        <p:nvSpPr>
          <p:cNvPr id="11" name="object 11"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13715" y="1017357"/>
            <a:ext cx="6218555" cy="1127760"/>
          </a:xfrm>
          <a:prstGeom prst="rect">
            <a:avLst/>
          </a:prstGeom>
        </p:spPr>
        <p:txBody>
          <a:bodyPr wrap="square" lIns="0" tIns="184785" rIns="0" bIns="0" rtlCol="0" vert="horz">
            <a:spAutoFit/>
          </a:bodyPr>
          <a:lstStyle/>
          <a:p>
            <a:pPr marL="12700">
              <a:lnSpc>
                <a:spcPct val="100000"/>
              </a:lnSpc>
              <a:spcBef>
                <a:spcPts val="1455"/>
              </a:spcBef>
              <a:tabLst>
                <a:tab pos="469265" algn="l"/>
              </a:tabLst>
            </a:pPr>
            <a:r>
              <a:rPr dirty="0" sz="2700" spc="-25">
                <a:solidFill>
                  <a:srgbClr val="40458B"/>
                </a:solidFill>
                <a:latin typeface="Tahoma"/>
                <a:cs typeface="Tahoma"/>
              </a:rPr>
              <a:t>3.</a:t>
            </a:r>
            <a:r>
              <a:rPr dirty="0" sz="2700">
                <a:solidFill>
                  <a:srgbClr val="40458B"/>
                </a:solidFill>
                <a:latin typeface="Tahoma"/>
                <a:cs typeface="Tahoma"/>
              </a:rPr>
              <a:t>	</a:t>
            </a:r>
            <a:r>
              <a:rPr dirty="0" sz="2700" spc="-15">
                <a:solidFill>
                  <a:srgbClr val="E14B04"/>
                </a:solidFill>
                <a:latin typeface="黑体"/>
                <a:cs typeface="黑体"/>
              </a:rPr>
              <a:t>冲突问题</a:t>
            </a:r>
            <a:endParaRPr sz="2700">
              <a:latin typeface="黑体"/>
              <a:cs typeface="黑体"/>
            </a:endParaRPr>
          </a:p>
          <a:p>
            <a:pPr marL="1022985">
              <a:lnSpc>
                <a:spcPct val="100000"/>
              </a:lnSpc>
              <a:spcBef>
                <a:spcPts val="1200"/>
              </a:spcBef>
            </a:pPr>
            <a:r>
              <a:rPr dirty="0" sz="2400">
                <a:solidFill>
                  <a:srgbClr val="40458B"/>
                </a:solidFill>
                <a:latin typeface="黑体"/>
                <a:cs typeface="黑体"/>
              </a:rPr>
              <a:t>流水线设计中要解决的</a:t>
            </a:r>
            <a:r>
              <a:rPr dirty="0" sz="2400" spc="-10">
                <a:solidFill>
                  <a:srgbClr val="D50092"/>
                </a:solidFill>
                <a:latin typeface="黑体"/>
                <a:cs typeface="黑体"/>
              </a:rPr>
              <a:t>重要问题之一。</a:t>
            </a:r>
            <a:endParaRPr sz="2400">
              <a:latin typeface="黑体"/>
              <a:cs typeface="黑体"/>
            </a:endParaRPr>
          </a:p>
        </p:txBody>
      </p:sp>
      <p:sp>
        <p:nvSpPr>
          <p:cNvPr id="10" name="object 10" descr=""/>
          <p:cNvSpPr txBox="1"/>
          <p:nvPr/>
        </p:nvSpPr>
        <p:spPr>
          <a:xfrm>
            <a:off x="1043127" y="2787141"/>
            <a:ext cx="4445635" cy="1122680"/>
          </a:xfrm>
          <a:prstGeom prst="rect">
            <a:avLst/>
          </a:prstGeom>
        </p:spPr>
        <p:txBody>
          <a:bodyPr wrap="square" lIns="0" tIns="12700" rIns="0" bIns="0" rtlCol="0" vert="horz">
            <a:spAutoFit/>
          </a:bodyPr>
          <a:lstStyle/>
          <a:p>
            <a:pPr marL="469900" marR="5080" indent="-457834">
              <a:lnSpc>
                <a:spcPct val="150000"/>
              </a:lnSpc>
              <a:spcBef>
                <a:spcPts val="100"/>
              </a:spcBef>
              <a:buSzPct val="89583"/>
              <a:buFont typeface="Wingdings"/>
              <a:buChar char=""/>
              <a:tabLst>
                <a:tab pos="469900" algn="l"/>
              </a:tabLst>
            </a:pPr>
            <a:r>
              <a:rPr dirty="0" sz="2400" spc="-5">
                <a:solidFill>
                  <a:srgbClr val="40458B"/>
                </a:solidFill>
                <a:latin typeface="黑体"/>
                <a:cs typeface="黑体"/>
              </a:rPr>
              <a:t>在非线性流水线中，存在反馈</a:t>
            </a:r>
            <a:r>
              <a:rPr dirty="0" sz="2400" spc="-10">
                <a:solidFill>
                  <a:srgbClr val="40458B"/>
                </a:solidFill>
                <a:latin typeface="黑体"/>
                <a:cs typeface="黑体"/>
              </a:rPr>
              <a:t>多次经过某些段。</a:t>
            </a:r>
            <a:endParaRPr sz="2400">
              <a:latin typeface="黑体"/>
              <a:cs typeface="黑体"/>
            </a:endParaRPr>
          </a:p>
        </p:txBody>
      </p:sp>
      <p:pic>
        <p:nvPicPr>
          <p:cNvPr id="11" name="object 11" descr=""/>
          <p:cNvPicPr/>
          <p:nvPr/>
        </p:nvPicPr>
        <p:blipFill>
          <a:blip r:embed="rId2" cstate="print"/>
          <a:stretch>
            <a:fillRect/>
          </a:stretch>
        </p:blipFill>
        <p:spPr>
          <a:xfrm>
            <a:off x="5507482" y="3055747"/>
            <a:ext cx="238125" cy="250825"/>
          </a:xfrm>
          <a:prstGeom prst="rect">
            <a:avLst/>
          </a:prstGeom>
        </p:spPr>
      </p:pic>
      <p:sp>
        <p:nvSpPr>
          <p:cNvPr id="12" name="object 12" descr=""/>
          <p:cNvSpPr txBox="1"/>
          <p:nvPr/>
        </p:nvSpPr>
        <p:spPr>
          <a:xfrm>
            <a:off x="5767832" y="2970021"/>
            <a:ext cx="58166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路，当一个任务在流水线中流过时，可能要</a:t>
            </a:r>
            <a:endParaRPr sz="2400">
              <a:latin typeface="黑体"/>
              <a:cs typeface="黑体"/>
            </a:endParaRPr>
          </a:p>
        </p:txBody>
      </p:sp>
      <p:sp>
        <p:nvSpPr>
          <p:cNvPr id="13" name="object 13" descr=""/>
          <p:cNvSpPr txBox="1"/>
          <p:nvPr/>
        </p:nvSpPr>
        <p:spPr>
          <a:xfrm>
            <a:off x="1043127" y="4140149"/>
            <a:ext cx="10535285" cy="1483995"/>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流水线调度要</a:t>
            </a:r>
            <a:r>
              <a:rPr dirty="0" sz="2400" spc="-20">
                <a:solidFill>
                  <a:srgbClr val="D50092"/>
                </a:solidFill>
                <a:latin typeface="黑体"/>
                <a:cs typeface="黑体"/>
              </a:rPr>
              <a:t>解决的问题：</a:t>
            </a:r>
            <a:endParaRPr sz="2400">
              <a:latin typeface="黑体"/>
              <a:cs typeface="黑体"/>
            </a:endParaRPr>
          </a:p>
          <a:p>
            <a:pPr marL="469900" marR="5080" indent="589280">
              <a:lnSpc>
                <a:spcPct val="157500"/>
              </a:lnSpc>
              <a:spcBef>
                <a:spcPts val="1040"/>
              </a:spcBef>
            </a:pPr>
            <a:r>
              <a:rPr dirty="0" sz="2000" spc="-25" b="1">
                <a:solidFill>
                  <a:srgbClr val="9933FF"/>
                </a:solidFill>
                <a:latin typeface="宋体"/>
                <a:cs typeface="宋体"/>
              </a:rPr>
              <a:t>应按什么样的时间间隔向流水线输入新任务，才能既不发生功能段使用冲突，又能使</a:t>
            </a:r>
            <a:r>
              <a:rPr dirty="0" sz="2000" spc="-20" b="1">
                <a:solidFill>
                  <a:srgbClr val="9933FF"/>
                </a:solidFill>
                <a:latin typeface="宋体"/>
                <a:cs typeface="宋体"/>
              </a:rPr>
              <a:t>流水线有较高的吞吐率和效率？</a:t>
            </a:r>
            <a:endParaRPr sz="2000">
              <a:latin typeface="宋体"/>
              <a:cs typeface="宋体"/>
            </a:endParaRPr>
          </a:p>
        </p:txBody>
      </p:sp>
      <p:sp>
        <p:nvSpPr>
          <p:cNvPr id="14" name="object 14"/>
          <p:cNvSpPr txBox="1">
            <a:spLocks noGrp="1"/>
          </p:cNvSpPr>
          <p:nvPr>
            <p:ph type="title"/>
          </p:nvPr>
        </p:nvSpPr>
        <p:spPr>
          <a:xfrm>
            <a:off x="2645791" y="233883"/>
            <a:ext cx="451421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3.3</a:t>
            </a:r>
            <a:r>
              <a:rPr dirty="0" u="none" spc="-45" b="1">
                <a:latin typeface="黑体"/>
                <a:cs typeface="黑体"/>
              </a:rPr>
              <a:t> 非线性流水线的调度</a:t>
            </a:r>
          </a:p>
        </p:txBody>
      </p:sp>
      <p:sp>
        <p:nvSpPr>
          <p:cNvPr id="15" name="object 15"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861817" y="2100199"/>
            <a:ext cx="5641340" cy="1794510"/>
          </a:xfrm>
          <a:prstGeom prst="rect">
            <a:avLst/>
          </a:prstGeom>
        </p:spPr>
        <p:txBody>
          <a:bodyPr wrap="square" lIns="0" tIns="13335" rIns="0" bIns="0" rtlCol="0" vert="horz">
            <a:spAutoFit/>
          </a:bodyPr>
          <a:lstStyle/>
          <a:p>
            <a:pPr lvl="2" marL="1003300" indent="-990600">
              <a:lnSpc>
                <a:spcPct val="100000"/>
              </a:lnSpc>
              <a:spcBef>
                <a:spcPts val="105"/>
              </a:spcBef>
              <a:buAutoNum type="arabicPeriod"/>
              <a:tabLst>
                <a:tab pos="1003300" algn="l"/>
              </a:tabLst>
            </a:pPr>
            <a:r>
              <a:rPr dirty="0" sz="2600" spc="-20">
                <a:solidFill>
                  <a:srgbClr val="0000CC"/>
                </a:solidFill>
                <a:latin typeface="黑体"/>
                <a:cs typeface="黑体"/>
              </a:rPr>
              <a:t>单功能非线性流水线的最优调度</a:t>
            </a:r>
            <a:endParaRPr sz="2600">
              <a:latin typeface="黑体"/>
              <a:cs typeface="黑体"/>
            </a:endParaRPr>
          </a:p>
          <a:p>
            <a:pPr lvl="2">
              <a:lnSpc>
                <a:spcPct val="100000"/>
              </a:lnSpc>
              <a:buClr>
                <a:srgbClr val="0000CC"/>
              </a:buClr>
              <a:buFont typeface=""/>
              <a:buAutoNum type="arabicPeriod"/>
            </a:pPr>
            <a:endParaRPr sz="2600">
              <a:latin typeface="黑体"/>
              <a:cs typeface="黑体"/>
            </a:endParaRPr>
          </a:p>
          <a:p>
            <a:pPr lvl="2">
              <a:lnSpc>
                <a:spcPct val="100000"/>
              </a:lnSpc>
              <a:spcBef>
                <a:spcPts val="919"/>
              </a:spcBef>
              <a:buClr>
                <a:srgbClr val="0000CC"/>
              </a:buClr>
              <a:buFont typeface=""/>
              <a:buAutoNum type="arabicPeriod"/>
            </a:pPr>
            <a:endParaRPr sz="2600">
              <a:latin typeface="黑体"/>
              <a:cs typeface="黑体"/>
            </a:endParaRPr>
          </a:p>
          <a:p>
            <a:pPr lvl="2" marL="1021080" indent="-990600">
              <a:lnSpc>
                <a:spcPct val="100000"/>
              </a:lnSpc>
              <a:buAutoNum type="arabicPeriod"/>
              <a:tabLst>
                <a:tab pos="1021080" algn="l"/>
              </a:tabLst>
            </a:pPr>
            <a:r>
              <a:rPr dirty="0" sz="2600" spc="-15">
                <a:solidFill>
                  <a:srgbClr val="0000CC"/>
                </a:solidFill>
                <a:latin typeface="黑体"/>
                <a:cs typeface="黑体"/>
              </a:rPr>
              <a:t>多功能非线性流水线的调度</a:t>
            </a:r>
            <a:endParaRPr sz="2600">
              <a:latin typeface="黑体"/>
              <a:cs typeface="黑体"/>
            </a:endParaRPr>
          </a:p>
        </p:txBody>
      </p:sp>
      <p:sp>
        <p:nvSpPr>
          <p:cNvPr id="10" name="object 10"/>
          <p:cNvSpPr txBox="1">
            <a:spLocks noGrp="1"/>
          </p:cNvSpPr>
          <p:nvPr>
            <p:ph type="title"/>
          </p:nvPr>
        </p:nvSpPr>
        <p:spPr>
          <a:xfrm>
            <a:off x="1786508" y="248234"/>
            <a:ext cx="4514215"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3.3</a:t>
            </a:r>
            <a:r>
              <a:rPr dirty="0" u="none" spc="-45" b="1">
                <a:latin typeface="黑体"/>
                <a:cs typeface="黑体"/>
              </a:rPr>
              <a:t> 非线性流水线的调度</a:t>
            </a:r>
          </a:p>
        </p:txBody>
      </p:sp>
      <p:sp>
        <p:nvSpPr>
          <p:cNvPr id="11" name="object 11"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79/154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708151" y="1402206"/>
            <a:ext cx="11155045" cy="3710304"/>
          </a:xfrm>
          <a:prstGeom prst="rect">
            <a:avLst/>
          </a:prstGeom>
        </p:spPr>
        <p:txBody>
          <a:bodyPr wrap="square" lIns="0" tIns="12700" rIns="0" bIns="0" rtlCol="0" vert="horz">
            <a:spAutoFit/>
          </a:bodyPr>
          <a:lstStyle/>
          <a:p>
            <a:pPr marL="469900" marR="8890" indent="-457834">
              <a:lnSpc>
                <a:spcPct val="114599"/>
              </a:lnSpc>
              <a:spcBef>
                <a:spcPts val="100"/>
              </a:spcBef>
              <a:buSzPct val="89583"/>
              <a:buFont typeface="Wingdings"/>
              <a:buChar char=""/>
              <a:tabLst>
                <a:tab pos="469900" algn="l"/>
              </a:tabLst>
            </a:pPr>
            <a:r>
              <a:rPr dirty="0" sz="2400" spc="-5">
                <a:solidFill>
                  <a:srgbClr val="40458B"/>
                </a:solidFill>
                <a:latin typeface="黑体"/>
                <a:cs typeface="黑体"/>
              </a:rPr>
              <a:t>向一条非线性流水线的输入端连续输入两个任务之间的时间间隔称为非线性流水线的</a:t>
            </a:r>
            <a:r>
              <a:rPr dirty="0" sz="2400">
                <a:solidFill>
                  <a:srgbClr val="FF0000"/>
                </a:solidFill>
                <a:latin typeface="黑体"/>
                <a:cs typeface="黑体"/>
              </a:rPr>
              <a:t>启动距离</a:t>
            </a:r>
            <a:r>
              <a:rPr dirty="0" sz="2400" spc="-50">
                <a:solidFill>
                  <a:srgbClr val="40458B"/>
                </a:solidFill>
                <a:latin typeface="黑体"/>
                <a:cs typeface="黑体"/>
              </a:rPr>
              <a:t>。</a:t>
            </a:r>
            <a:endParaRPr sz="2400">
              <a:latin typeface="黑体"/>
              <a:cs typeface="黑体"/>
            </a:endParaRPr>
          </a:p>
          <a:p>
            <a:pPr marL="469900" indent="-457200">
              <a:lnSpc>
                <a:spcPct val="100000"/>
              </a:lnSpc>
              <a:spcBef>
                <a:spcPts val="994"/>
              </a:spcBef>
              <a:buSzPct val="89583"/>
              <a:buFont typeface="Wingdings"/>
              <a:buChar char=""/>
              <a:tabLst>
                <a:tab pos="469900" algn="l"/>
              </a:tabLst>
            </a:pPr>
            <a:r>
              <a:rPr dirty="0" sz="2400" spc="-10">
                <a:solidFill>
                  <a:srgbClr val="40458B"/>
                </a:solidFill>
                <a:latin typeface="黑体"/>
                <a:cs typeface="黑体"/>
              </a:rPr>
              <a:t>会引起非线性流水线功能段使用冲突的启动距离则称为</a:t>
            </a:r>
            <a:r>
              <a:rPr dirty="0" sz="2400">
                <a:solidFill>
                  <a:srgbClr val="FF0000"/>
                </a:solidFill>
                <a:latin typeface="黑体"/>
                <a:cs typeface="黑体"/>
              </a:rPr>
              <a:t>禁用启动距离（</a:t>
            </a:r>
            <a:r>
              <a:rPr dirty="0" sz="2400" spc="-15">
                <a:solidFill>
                  <a:srgbClr val="FF0000"/>
                </a:solidFill>
                <a:latin typeface="黑体"/>
                <a:cs typeface="黑体"/>
              </a:rPr>
              <a:t>是启动距</a:t>
            </a:r>
            <a:endParaRPr sz="2400">
              <a:latin typeface="黑体"/>
              <a:cs typeface="黑体"/>
            </a:endParaRPr>
          </a:p>
          <a:p>
            <a:pPr marL="469900">
              <a:lnSpc>
                <a:spcPct val="100000"/>
              </a:lnSpc>
              <a:spcBef>
                <a:spcPts val="420"/>
              </a:spcBef>
            </a:pPr>
            <a:r>
              <a:rPr dirty="0" sz="2400">
                <a:solidFill>
                  <a:srgbClr val="FF0000"/>
                </a:solidFill>
                <a:latin typeface="黑体"/>
                <a:cs typeface="黑体"/>
              </a:rPr>
              <a:t>离的子集</a:t>
            </a:r>
            <a:r>
              <a:rPr dirty="0" sz="2400" spc="-10">
                <a:solidFill>
                  <a:srgbClr val="FF0000"/>
                </a:solidFill>
                <a:latin typeface="黑体"/>
                <a:cs typeface="黑体"/>
              </a:rPr>
              <a:t>）</a:t>
            </a:r>
            <a:r>
              <a:rPr dirty="0" sz="2400" spc="-50">
                <a:solidFill>
                  <a:srgbClr val="40458B"/>
                </a:solidFill>
                <a:latin typeface="黑体"/>
                <a:cs typeface="黑体"/>
              </a:rPr>
              <a:t>。</a:t>
            </a:r>
            <a:endParaRPr sz="2400">
              <a:latin typeface="黑体"/>
              <a:cs typeface="黑体"/>
            </a:endParaRPr>
          </a:p>
          <a:p>
            <a:pPr marL="469900" indent="-457200">
              <a:lnSpc>
                <a:spcPct val="100000"/>
              </a:lnSpc>
              <a:spcBef>
                <a:spcPts val="994"/>
              </a:spcBef>
              <a:buSzPct val="89583"/>
              <a:buFont typeface="Wingdings"/>
              <a:buChar char=""/>
              <a:tabLst>
                <a:tab pos="469900" algn="l"/>
              </a:tabLst>
            </a:pPr>
            <a:r>
              <a:rPr dirty="0" sz="2400" spc="-5">
                <a:solidFill>
                  <a:srgbClr val="40458B"/>
                </a:solidFill>
                <a:latin typeface="黑体"/>
                <a:cs typeface="黑体"/>
              </a:rPr>
              <a:t>启动距离和禁用启动距离一般都用时钟周期数来表示，是一个正整数。</a:t>
            </a:r>
            <a:endParaRPr sz="2400">
              <a:latin typeface="黑体"/>
              <a:cs typeface="黑体"/>
            </a:endParaRPr>
          </a:p>
          <a:p>
            <a:pPr marL="469900" indent="-457200">
              <a:lnSpc>
                <a:spcPct val="100000"/>
              </a:lnSpc>
              <a:spcBef>
                <a:spcPts val="1000"/>
              </a:spcBef>
              <a:buClr>
                <a:srgbClr val="40458B"/>
              </a:buClr>
              <a:buSzPct val="89583"/>
              <a:buFont typeface="Wingdings"/>
              <a:buChar char=""/>
              <a:tabLst>
                <a:tab pos="469900" algn="l"/>
              </a:tabLst>
            </a:pPr>
            <a:r>
              <a:rPr dirty="0" sz="2400" spc="-25">
                <a:solidFill>
                  <a:srgbClr val="D50092"/>
                </a:solidFill>
                <a:latin typeface="黑体"/>
                <a:cs typeface="黑体"/>
              </a:rPr>
              <a:t>预约表</a:t>
            </a:r>
            <a:endParaRPr sz="2400">
              <a:latin typeface="黑体"/>
              <a:cs typeface="黑体"/>
            </a:endParaRPr>
          </a:p>
          <a:p>
            <a:pPr lvl="1" marL="894715" indent="-287655">
              <a:lnSpc>
                <a:spcPct val="100000"/>
              </a:lnSpc>
              <a:spcBef>
                <a:spcPts val="1300"/>
              </a:spcBef>
              <a:buClr>
                <a:srgbClr val="4668F5"/>
              </a:buClr>
              <a:buSzPct val="60000"/>
              <a:buFont typeface="Wingdings"/>
              <a:buChar char=""/>
              <a:tabLst>
                <a:tab pos="894715" algn="l"/>
              </a:tabLst>
            </a:pPr>
            <a:r>
              <a:rPr dirty="0" sz="2000" spc="-10" b="1">
                <a:solidFill>
                  <a:srgbClr val="00AFEF"/>
                </a:solidFill>
                <a:latin typeface="黑体"/>
                <a:cs typeface="黑体"/>
              </a:rPr>
              <a:t>横向（</a:t>
            </a:r>
            <a:r>
              <a:rPr dirty="0" sz="2000" spc="-20" b="1">
                <a:solidFill>
                  <a:srgbClr val="00AFEF"/>
                </a:solidFill>
                <a:latin typeface="黑体"/>
                <a:cs typeface="黑体"/>
              </a:rPr>
              <a:t>向右</a:t>
            </a:r>
            <a:r>
              <a:rPr dirty="0" sz="2000" spc="-15" b="1">
                <a:solidFill>
                  <a:srgbClr val="00AFEF"/>
                </a:solidFill>
                <a:latin typeface="黑体"/>
                <a:cs typeface="黑体"/>
              </a:rPr>
              <a:t>）：时间</a:t>
            </a:r>
            <a:r>
              <a:rPr dirty="0" sz="2000" spc="-10" b="1">
                <a:solidFill>
                  <a:srgbClr val="00AFEF"/>
                </a:solidFill>
                <a:latin typeface="黑体"/>
                <a:cs typeface="黑体"/>
              </a:rPr>
              <a:t>（</a:t>
            </a:r>
            <a:r>
              <a:rPr dirty="0" sz="2000" spc="-20" b="1">
                <a:solidFill>
                  <a:srgbClr val="00AFEF"/>
                </a:solidFill>
                <a:latin typeface="黑体"/>
                <a:cs typeface="黑体"/>
              </a:rPr>
              <a:t>一般用时钟周期表示</a:t>
            </a:r>
            <a:r>
              <a:rPr dirty="0" sz="2000" spc="-50" b="1">
                <a:solidFill>
                  <a:srgbClr val="00AFEF"/>
                </a:solidFill>
                <a:latin typeface="黑体"/>
                <a:cs typeface="黑体"/>
              </a:rPr>
              <a:t>）</a:t>
            </a:r>
            <a:endParaRPr sz="2000">
              <a:latin typeface="黑体"/>
              <a:cs typeface="黑体"/>
            </a:endParaRPr>
          </a:p>
          <a:p>
            <a:pPr lvl="1" marL="894715" indent="-287655">
              <a:lnSpc>
                <a:spcPct val="100000"/>
              </a:lnSpc>
              <a:spcBef>
                <a:spcPts val="1380"/>
              </a:spcBef>
              <a:buClr>
                <a:srgbClr val="4668F5"/>
              </a:buClr>
              <a:buSzPct val="60000"/>
              <a:buFont typeface="Wingdings"/>
              <a:buChar char=""/>
              <a:tabLst>
                <a:tab pos="894715" algn="l"/>
              </a:tabLst>
            </a:pPr>
            <a:r>
              <a:rPr dirty="0" sz="2000" spc="-10" b="1">
                <a:solidFill>
                  <a:srgbClr val="00AFEF"/>
                </a:solidFill>
                <a:latin typeface="黑体"/>
                <a:cs typeface="黑体"/>
              </a:rPr>
              <a:t>纵向（</a:t>
            </a:r>
            <a:r>
              <a:rPr dirty="0" sz="2000" spc="-20" b="1">
                <a:solidFill>
                  <a:srgbClr val="00AFEF"/>
                </a:solidFill>
                <a:latin typeface="黑体"/>
                <a:cs typeface="黑体"/>
              </a:rPr>
              <a:t>向下</a:t>
            </a:r>
            <a:r>
              <a:rPr dirty="0" sz="2000" spc="-15" b="1">
                <a:solidFill>
                  <a:srgbClr val="00AFEF"/>
                </a:solidFill>
                <a:latin typeface="黑体"/>
                <a:cs typeface="黑体"/>
              </a:rPr>
              <a:t>）</a:t>
            </a:r>
            <a:r>
              <a:rPr dirty="0" sz="2000" spc="-25" b="1">
                <a:solidFill>
                  <a:srgbClr val="00AFEF"/>
                </a:solidFill>
                <a:latin typeface="黑体"/>
                <a:cs typeface="黑体"/>
              </a:rPr>
              <a:t>：流水线的段</a:t>
            </a:r>
            <a:endParaRPr sz="2000">
              <a:latin typeface="黑体"/>
              <a:cs typeface="黑体"/>
            </a:endParaRPr>
          </a:p>
        </p:txBody>
      </p:sp>
      <p:sp>
        <p:nvSpPr>
          <p:cNvPr id="10" name="object 10" descr=""/>
          <p:cNvSpPr txBox="1"/>
          <p:nvPr/>
        </p:nvSpPr>
        <p:spPr>
          <a:xfrm>
            <a:off x="6680454" y="216484"/>
            <a:ext cx="52070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00CC"/>
                </a:solidFill>
                <a:latin typeface="黑体"/>
                <a:cs typeface="黑体"/>
              </a:rPr>
              <a:t>3.3.1</a:t>
            </a:r>
            <a:r>
              <a:rPr dirty="0" sz="2400" spc="-15">
                <a:solidFill>
                  <a:srgbClr val="0000CC"/>
                </a:solidFill>
                <a:latin typeface="黑体"/>
                <a:cs typeface="黑体"/>
              </a:rPr>
              <a:t> 单功能非线性流水线的最优调度</a:t>
            </a:r>
            <a:endParaRPr sz="2400">
              <a:latin typeface="黑体"/>
              <a:cs typeface="黑体"/>
            </a:endParaRPr>
          </a:p>
        </p:txBody>
      </p:sp>
      <p:sp>
        <p:nvSpPr>
          <p:cNvPr id="11" name="object 11"/>
          <p:cNvSpPr txBox="1">
            <a:spLocks noGrp="1"/>
          </p:cNvSpPr>
          <p:nvPr>
            <p:ph type="title"/>
          </p:nvPr>
        </p:nvSpPr>
        <p:spPr>
          <a:xfrm>
            <a:off x="1494536" y="189433"/>
            <a:ext cx="4514850" cy="514350"/>
          </a:xfrm>
          <a:prstGeom prst="rect"/>
        </p:spPr>
        <p:txBody>
          <a:bodyPr wrap="square" lIns="0" tIns="13335" rIns="0" bIns="0" rtlCol="0" vert="horz">
            <a:spAutoFit/>
          </a:bodyPr>
          <a:lstStyle/>
          <a:p>
            <a:pPr marL="12700">
              <a:lnSpc>
                <a:spcPct val="100000"/>
              </a:lnSpc>
              <a:spcBef>
                <a:spcPts val="105"/>
              </a:spcBef>
            </a:pPr>
            <a:r>
              <a:rPr dirty="0" u="none" b="1">
                <a:latin typeface="黑体"/>
                <a:cs typeface="黑体"/>
              </a:rPr>
              <a:t>3.3</a:t>
            </a:r>
            <a:r>
              <a:rPr dirty="0" u="none" spc="-45" b="1">
                <a:latin typeface="黑体"/>
                <a:cs typeface="黑体"/>
              </a:rPr>
              <a:t> 非线性流水线的调度</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2819526" y="107391"/>
            <a:ext cx="1250950" cy="514350"/>
          </a:xfrm>
          <a:prstGeom prst="rect">
            <a:avLst/>
          </a:prstGeom>
        </p:spPr>
        <p:txBody>
          <a:bodyPr wrap="square" lIns="0" tIns="13335" rIns="0" bIns="0" rtlCol="0" vert="horz">
            <a:spAutoFit/>
          </a:bodyPr>
          <a:lstStyle/>
          <a:p>
            <a:pPr marL="12700">
              <a:lnSpc>
                <a:spcPct val="100000"/>
              </a:lnSpc>
              <a:spcBef>
                <a:spcPts val="105"/>
              </a:spcBef>
            </a:pPr>
            <a:r>
              <a:rPr dirty="0" sz="3200" spc="-40" b="1">
                <a:solidFill>
                  <a:srgbClr val="4F55AC"/>
                </a:solidFill>
                <a:latin typeface="黑体"/>
                <a:cs typeface="黑体"/>
              </a:rPr>
              <a:t>预约表</a:t>
            </a:r>
            <a:endParaRPr sz="3200">
              <a:latin typeface="黑体"/>
              <a:cs typeface="黑体"/>
            </a:endParaRPr>
          </a:p>
        </p:txBody>
      </p:sp>
      <p:sp>
        <p:nvSpPr>
          <p:cNvPr id="10" name="object 10" descr=""/>
          <p:cNvSpPr txBox="1"/>
          <p:nvPr/>
        </p:nvSpPr>
        <p:spPr>
          <a:xfrm>
            <a:off x="702665" y="1139443"/>
            <a:ext cx="10727055" cy="5189220"/>
          </a:xfrm>
          <a:prstGeom prst="rect">
            <a:avLst/>
          </a:prstGeom>
        </p:spPr>
        <p:txBody>
          <a:bodyPr wrap="square" lIns="0" tIns="12065" rIns="0" bIns="0" rtlCol="0" vert="horz">
            <a:spAutoFit/>
          </a:bodyPr>
          <a:lstStyle/>
          <a:p>
            <a:pPr algn="just" marL="469265" indent="-456565">
              <a:lnSpc>
                <a:spcPct val="100000"/>
              </a:lnSpc>
              <a:spcBef>
                <a:spcPts val="95"/>
              </a:spcBef>
              <a:buClr>
                <a:srgbClr val="40458B"/>
              </a:buClr>
              <a:buFont typeface="Wingdings"/>
              <a:buChar char=""/>
              <a:tabLst>
                <a:tab pos="469265" algn="l"/>
              </a:tabLst>
            </a:pPr>
            <a:r>
              <a:rPr dirty="0" sz="2800" spc="-35" b="1">
                <a:solidFill>
                  <a:srgbClr val="2C44A3"/>
                </a:solidFill>
                <a:latin typeface="宋体"/>
                <a:cs typeface="宋体"/>
              </a:rPr>
              <a:t>使用二维的预约表来记录任务使用流水线各功能段的时间。</a:t>
            </a:r>
            <a:endParaRPr sz="2800">
              <a:latin typeface="宋体"/>
              <a:cs typeface="宋体"/>
            </a:endParaRPr>
          </a:p>
          <a:p>
            <a:pPr algn="just" marL="469900" marR="18415" indent="-457200">
              <a:lnSpc>
                <a:spcPct val="150100"/>
              </a:lnSpc>
              <a:spcBef>
                <a:spcPts val="670"/>
              </a:spcBef>
              <a:buClr>
                <a:srgbClr val="40458B"/>
              </a:buClr>
              <a:buFont typeface="Wingdings"/>
              <a:buChar char=""/>
              <a:tabLst>
                <a:tab pos="469900" algn="l"/>
              </a:tabLst>
            </a:pPr>
            <a:r>
              <a:rPr dirty="0" sz="2800" spc="25" b="1">
                <a:solidFill>
                  <a:srgbClr val="2C44A3"/>
                </a:solidFill>
                <a:latin typeface="宋体"/>
                <a:cs typeface="宋体"/>
              </a:rPr>
              <a:t>如果有一个由</a:t>
            </a:r>
            <a:r>
              <a:rPr dirty="0" sz="2800" spc="60" b="1">
                <a:solidFill>
                  <a:srgbClr val="FF09FF"/>
                </a:solidFill>
                <a:latin typeface="宋体"/>
                <a:cs typeface="宋体"/>
              </a:rPr>
              <a:t>K</a:t>
            </a:r>
            <a:r>
              <a:rPr dirty="0" sz="2800" spc="50" b="1">
                <a:solidFill>
                  <a:srgbClr val="FF09FF"/>
                </a:solidFill>
                <a:latin typeface="宋体"/>
                <a:cs typeface="宋体"/>
              </a:rPr>
              <a:t>段</a:t>
            </a:r>
            <a:r>
              <a:rPr dirty="0" sz="2800" b="1">
                <a:solidFill>
                  <a:srgbClr val="2C44A3"/>
                </a:solidFill>
                <a:latin typeface="宋体"/>
                <a:cs typeface="宋体"/>
              </a:rPr>
              <a:t>组成的流水线，每个任务通过流水线需要</a:t>
            </a:r>
            <a:r>
              <a:rPr dirty="0" sz="2800" spc="70" b="1">
                <a:solidFill>
                  <a:srgbClr val="FF09FF"/>
                </a:solidFill>
                <a:latin typeface="宋体"/>
                <a:cs typeface="宋体"/>
              </a:rPr>
              <a:t>N</a:t>
            </a:r>
            <a:r>
              <a:rPr dirty="0" sz="2800" spc="50" b="1">
                <a:solidFill>
                  <a:srgbClr val="FF09FF"/>
                </a:solidFill>
                <a:latin typeface="宋体"/>
                <a:cs typeface="宋体"/>
              </a:rPr>
              <a:t>拍</a:t>
            </a:r>
            <a:r>
              <a:rPr dirty="0" sz="2800" spc="-50" b="1">
                <a:solidFill>
                  <a:srgbClr val="FF09FF"/>
                </a:solidFill>
                <a:latin typeface="宋体"/>
                <a:cs typeface="宋体"/>
              </a:rPr>
              <a:t>（</a:t>
            </a:r>
            <a:r>
              <a:rPr dirty="0" sz="2800" spc="-30" b="1">
                <a:solidFill>
                  <a:srgbClr val="FF09FF"/>
                </a:solidFill>
                <a:latin typeface="宋体"/>
                <a:cs typeface="宋体"/>
              </a:rPr>
              <a:t>时钟周期</a:t>
            </a:r>
            <a:r>
              <a:rPr dirty="0" sz="2800" spc="-25" b="1">
                <a:solidFill>
                  <a:srgbClr val="FF09FF"/>
                </a:solidFill>
                <a:latin typeface="宋体"/>
                <a:cs typeface="宋体"/>
              </a:rPr>
              <a:t>）</a:t>
            </a:r>
            <a:r>
              <a:rPr dirty="0" sz="2800" spc="-25" b="1">
                <a:solidFill>
                  <a:srgbClr val="2C44A3"/>
                </a:solidFill>
                <a:latin typeface="宋体"/>
                <a:cs typeface="宋体"/>
              </a:rPr>
              <a:t>，则预约表共有</a:t>
            </a:r>
            <a:r>
              <a:rPr dirty="0" sz="2800" spc="-20" b="1">
                <a:solidFill>
                  <a:srgbClr val="2C44A3"/>
                </a:solidFill>
                <a:latin typeface="宋体"/>
                <a:cs typeface="宋体"/>
              </a:rPr>
              <a:t>K</a:t>
            </a:r>
            <a:r>
              <a:rPr dirty="0" sz="2800" spc="-25" b="1">
                <a:solidFill>
                  <a:srgbClr val="2C44A3"/>
                </a:solidFill>
                <a:latin typeface="宋体"/>
                <a:cs typeface="宋体"/>
              </a:rPr>
              <a:t>行，</a:t>
            </a:r>
            <a:r>
              <a:rPr dirty="0" sz="2800" spc="-20" b="1">
                <a:solidFill>
                  <a:srgbClr val="2C44A3"/>
                </a:solidFill>
                <a:latin typeface="宋体"/>
                <a:cs typeface="宋体"/>
              </a:rPr>
              <a:t>N</a:t>
            </a:r>
            <a:r>
              <a:rPr dirty="0" sz="2800" spc="-40" b="1">
                <a:solidFill>
                  <a:srgbClr val="2C44A3"/>
                </a:solidFill>
                <a:latin typeface="宋体"/>
                <a:cs typeface="宋体"/>
              </a:rPr>
              <a:t>列。</a:t>
            </a:r>
            <a:endParaRPr sz="2800">
              <a:latin typeface="宋体"/>
              <a:cs typeface="宋体"/>
            </a:endParaRPr>
          </a:p>
          <a:p>
            <a:pPr algn="just" marL="469900" marR="5080" indent="-457200">
              <a:lnSpc>
                <a:spcPct val="150000"/>
              </a:lnSpc>
              <a:spcBef>
                <a:spcPts val="670"/>
              </a:spcBef>
              <a:buClr>
                <a:srgbClr val="40458B"/>
              </a:buClr>
              <a:buFont typeface="Wingdings"/>
              <a:buChar char=""/>
              <a:tabLst>
                <a:tab pos="469900" algn="l"/>
              </a:tabLst>
            </a:pPr>
            <a:r>
              <a:rPr dirty="0" sz="2800" spc="40" b="1">
                <a:solidFill>
                  <a:srgbClr val="2C44A3"/>
                </a:solidFill>
                <a:latin typeface="宋体"/>
                <a:cs typeface="宋体"/>
              </a:rPr>
              <a:t>一个任务在某时刻用到某功能段，可以在表中相应的位置上用√</a:t>
            </a:r>
            <a:r>
              <a:rPr dirty="0" sz="2800" spc="45" b="1">
                <a:solidFill>
                  <a:srgbClr val="2C44A3"/>
                </a:solidFill>
                <a:latin typeface="宋体"/>
                <a:cs typeface="宋体"/>
              </a:rPr>
              <a:t>表示。计算出预约表中所有各行中两个或多个√之间的节拍间隔</a:t>
            </a:r>
            <a:r>
              <a:rPr dirty="0" sz="2800" spc="-30" b="1">
                <a:solidFill>
                  <a:srgbClr val="2C44A3"/>
                </a:solidFill>
                <a:latin typeface="宋体"/>
                <a:cs typeface="宋体"/>
              </a:rPr>
              <a:t>数，并将所有的节拍间隔数汇集在一起，构成一个延迟禁止表</a:t>
            </a:r>
            <a:r>
              <a:rPr dirty="0" sz="2800" b="1">
                <a:solidFill>
                  <a:srgbClr val="2C44A3"/>
                </a:solidFill>
                <a:latin typeface="宋体"/>
                <a:cs typeface="宋体"/>
              </a:rPr>
              <a:t>F</a:t>
            </a:r>
            <a:r>
              <a:rPr dirty="0" sz="2800" spc="-50" b="1">
                <a:solidFill>
                  <a:srgbClr val="2C44A3"/>
                </a:solidFill>
                <a:latin typeface="宋体"/>
                <a:cs typeface="宋体"/>
              </a:rPr>
              <a:t>。</a:t>
            </a:r>
            <a:endParaRPr sz="2800">
              <a:latin typeface="宋体"/>
              <a:cs typeface="宋体"/>
            </a:endParaRPr>
          </a:p>
          <a:p>
            <a:pPr algn="just" marL="469900" marR="17145" indent="-457200">
              <a:lnSpc>
                <a:spcPct val="150000"/>
              </a:lnSpc>
              <a:spcBef>
                <a:spcPts val="675"/>
              </a:spcBef>
              <a:buClr>
                <a:srgbClr val="40458B"/>
              </a:buClr>
              <a:buFont typeface="Wingdings"/>
              <a:buChar char=""/>
              <a:tabLst>
                <a:tab pos="469900" algn="l"/>
              </a:tabLst>
            </a:pPr>
            <a:r>
              <a:rPr dirty="0" sz="2800" spc="45" b="1">
                <a:solidFill>
                  <a:srgbClr val="2C44A3"/>
                </a:solidFill>
                <a:latin typeface="宋体"/>
                <a:cs typeface="宋体"/>
              </a:rPr>
              <a:t>如果任务之间间隔这些拍数，一定会发生流水段的冲突，所以，</a:t>
            </a:r>
            <a:r>
              <a:rPr dirty="0" sz="2800" spc="-35" b="1">
                <a:solidFill>
                  <a:srgbClr val="2C44A3"/>
                </a:solidFill>
                <a:latin typeface="宋体"/>
                <a:cs typeface="宋体"/>
              </a:rPr>
              <a:t>这些间隔拍数应当禁止使用。</a:t>
            </a:r>
            <a:endParaRPr sz="2800">
              <a:latin typeface="宋体"/>
              <a:cs typeface="宋体"/>
            </a:endParaRPr>
          </a:p>
        </p:txBody>
      </p:sp>
      <p:sp>
        <p:nvSpPr>
          <p:cNvPr id="11" name="object 11" descr=""/>
          <p:cNvSpPr txBox="1"/>
          <p:nvPr/>
        </p:nvSpPr>
        <p:spPr>
          <a:xfrm>
            <a:off x="7759954" y="302767"/>
            <a:ext cx="429641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3.2.5</a:t>
            </a:r>
            <a:r>
              <a:rPr dirty="0" sz="2400">
                <a:solidFill>
                  <a:srgbClr val="0000CC"/>
                </a:solidFill>
                <a:latin typeface="黑体"/>
                <a:cs typeface="黑体"/>
              </a:rPr>
              <a:t>	</a:t>
            </a:r>
            <a:r>
              <a:rPr dirty="0" sz="2400" spc="-5">
                <a:solidFill>
                  <a:srgbClr val="0000CC"/>
                </a:solidFill>
                <a:latin typeface="黑体"/>
                <a:cs typeface="黑体"/>
              </a:rPr>
              <a:t>流水线设计中的若干问题</a:t>
            </a:r>
            <a:endParaRPr sz="2400">
              <a:latin typeface="黑体"/>
              <a:cs typeface="黑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503170" y="940054"/>
            <a:ext cx="5909945" cy="452120"/>
          </a:xfrm>
          <a:prstGeom prst="rect">
            <a:avLst/>
          </a:prstGeom>
        </p:spPr>
        <p:txBody>
          <a:bodyPr wrap="square" lIns="0" tIns="12065" rIns="0" bIns="0" rtlCol="0" vert="horz">
            <a:spAutoFit/>
          </a:bodyPr>
          <a:lstStyle/>
          <a:p>
            <a:pPr marL="12700">
              <a:lnSpc>
                <a:spcPct val="100000"/>
              </a:lnSpc>
              <a:spcBef>
                <a:spcPts val="95"/>
              </a:spcBef>
            </a:pPr>
            <a:r>
              <a:rPr dirty="0" sz="2800" spc="-25" b="1">
                <a:solidFill>
                  <a:srgbClr val="40458B"/>
                </a:solidFill>
                <a:latin typeface="宋体"/>
                <a:cs typeface="宋体"/>
              </a:rPr>
              <a:t>例：一个</a:t>
            </a:r>
            <a:r>
              <a:rPr dirty="0" sz="2800" spc="-10" b="1">
                <a:solidFill>
                  <a:srgbClr val="9933FF"/>
                </a:solidFill>
                <a:latin typeface="Times New Roman"/>
                <a:cs typeface="Times New Roman"/>
              </a:rPr>
              <a:t>5</a:t>
            </a:r>
            <a:r>
              <a:rPr dirty="0" sz="2800" spc="-30" b="1">
                <a:solidFill>
                  <a:srgbClr val="40458B"/>
                </a:solidFill>
                <a:latin typeface="宋体"/>
                <a:cs typeface="宋体"/>
              </a:rPr>
              <a:t>功能段非线性流水线预约表</a:t>
            </a:r>
            <a:endParaRPr sz="2800">
              <a:latin typeface="宋体"/>
              <a:cs typeface="宋体"/>
            </a:endParaRPr>
          </a:p>
        </p:txBody>
      </p:sp>
      <p:graphicFrame>
        <p:nvGraphicFramePr>
          <p:cNvPr id="10" name="object 10" descr=""/>
          <p:cNvGraphicFramePr>
            <a:graphicFrameLocks noGrp="1"/>
          </p:cNvGraphicFramePr>
          <p:nvPr/>
        </p:nvGraphicFramePr>
        <p:xfrm>
          <a:off x="2572188" y="1505788"/>
          <a:ext cx="7515859" cy="2945130"/>
        </p:xfrm>
        <a:graphic>
          <a:graphicData uri="http://schemas.openxmlformats.org/drawingml/2006/table">
            <a:tbl>
              <a:tblPr firstRow="1" bandRow="1">
                <a:tableStyleId>{2D5ABB26-0587-4C30-8999-92F81FD0307C}</a:tableStyleId>
              </a:tblPr>
              <a:tblGrid>
                <a:gridCol w="1299210"/>
                <a:gridCol w="705485"/>
                <a:gridCol w="674369"/>
                <a:gridCol w="680720"/>
                <a:gridCol w="675004"/>
                <a:gridCol w="680720"/>
                <a:gridCol w="674370"/>
                <a:gridCol w="674370"/>
                <a:gridCol w="680719"/>
                <a:gridCol w="674370"/>
              </a:tblGrid>
              <a:tr h="622300">
                <a:tc>
                  <a:txBody>
                    <a:bodyPr/>
                    <a:lstStyle/>
                    <a:p>
                      <a:pPr marL="785495">
                        <a:lnSpc>
                          <a:spcPts val="2100"/>
                        </a:lnSpc>
                        <a:spcBef>
                          <a:spcPts val="570"/>
                        </a:spcBef>
                      </a:pPr>
                      <a:r>
                        <a:rPr dirty="0" sz="1900" spc="-60">
                          <a:solidFill>
                            <a:srgbClr val="0000FF"/>
                          </a:solidFill>
                          <a:latin typeface="宋体"/>
                          <a:cs typeface="宋体"/>
                        </a:rPr>
                        <a:t>时间</a:t>
                      </a:r>
                      <a:endParaRPr sz="1900">
                        <a:latin typeface="宋体"/>
                        <a:cs typeface="宋体"/>
                      </a:endParaRPr>
                    </a:p>
                    <a:p>
                      <a:pPr marL="55244">
                        <a:lnSpc>
                          <a:spcPts val="2100"/>
                        </a:lnSpc>
                      </a:pPr>
                      <a:r>
                        <a:rPr dirty="0" sz="1900" spc="-55">
                          <a:solidFill>
                            <a:srgbClr val="CC0000"/>
                          </a:solidFill>
                          <a:latin typeface="宋体"/>
                          <a:cs typeface="宋体"/>
                        </a:rPr>
                        <a:t>功能段</a:t>
                      </a:r>
                      <a:endParaRPr sz="1900">
                        <a:latin typeface="宋体"/>
                        <a:cs typeface="宋体"/>
                      </a:endParaRPr>
                    </a:p>
                  </a:txBody>
                  <a:tcPr marL="0" marR="0" marB="0" marT="7239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L="6350">
                        <a:lnSpc>
                          <a:spcPct val="100000"/>
                        </a:lnSpc>
                        <a:spcBef>
                          <a:spcPts val="1889"/>
                        </a:spcBef>
                      </a:pPr>
                      <a:r>
                        <a:rPr dirty="0" sz="1900" spc="-50">
                          <a:solidFill>
                            <a:srgbClr val="0000FF"/>
                          </a:solidFill>
                          <a:latin typeface="宋体"/>
                          <a:cs typeface="宋体"/>
                        </a:rPr>
                        <a:t>1</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3810">
                        <a:lnSpc>
                          <a:spcPct val="100000"/>
                        </a:lnSpc>
                        <a:spcBef>
                          <a:spcPts val="1889"/>
                        </a:spcBef>
                      </a:pPr>
                      <a:r>
                        <a:rPr dirty="0" sz="1900" spc="-50">
                          <a:solidFill>
                            <a:srgbClr val="0000FF"/>
                          </a:solidFill>
                          <a:latin typeface="宋体"/>
                          <a:cs typeface="宋体"/>
                        </a:rPr>
                        <a:t>2</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8890">
                        <a:lnSpc>
                          <a:spcPct val="100000"/>
                        </a:lnSpc>
                        <a:spcBef>
                          <a:spcPts val="1889"/>
                        </a:spcBef>
                      </a:pPr>
                      <a:r>
                        <a:rPr dirty="0" sz="1900" spc="-50">
                          <a:solidFill>
                            <a:srgbClr val="0000FF"/>
                          </a:solidFill>
                          <a:latin typeface="宋体"/>
                          <a:cs typeface="宋体"/>
                        </a:rPr>
                        <a:t>3</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5875">
                        <a:lnSpc>
                          <a:spcPct val="100000"/>
                        </a:lnSpc>
                        <a:spcBef>
                          <a:spcPts val="1889"/>
                        </a:spcBef>
                      </a:pPr>
                      <a:r>
                        <a:rPr dirty="0" sz="1900" spc="-50">
                          <a:solidFill>
                            <a:srgbClr val="0000FF"/>
                          </a:solidFill>
                          <a:latin typeface="宋体"/>
                          <a:cs typeface="宋体"/>
                        </a:rPr>
                        <a:t>4</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L="31115">
                        <a:lnSpc>
                          <a:spcPct val="100000"/>
                        </a:lnSpc>
                        <a:spcBef>
                          <a:spcPts val="1889"/>
                        </a:spcBef>
                      </a:pPr>
                      <a:r>
                        <a:rPr dirty="0" sz="1900" spc="-50">
                          <a:solidFill>
                            <a:srgbClr val="0000FF"/>
                          </a:solidFill>
                          <a:latin typeface="宋体"/>
                          <a:cs typeface="宋体"/>
                        </a:rPr>
                        <a:t>5</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6510">
                        <a:lnSpc>
                          <a:spcPct val="100000"/>
                        </a:lnSpc>
                        <a:spcBef>
                          <a:spcPts val="1889"/>
                        </a:spcBef>
                      </a:pPr>
                      <a:r>
                        <a:rPr dirty="0" sz="1900" spc="-50">
                          <a:solidFill>
                            <a:srgbClr val="0000FF"/>
                          </a:solidFill>
                          <a:latin typeface="宋体"/>
                          <a:cs typeface="宋体"/>
                        </a:rPr>
                        <a:t>6</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3810">
                        <a:lnSpc>
                          <a:spcPct val="100000"/>
                        </a:lnSpc>
                        <a:spcBef>
                          <a:spcPts val="1889"/>
                        </a:spcBef>
                      </a:pPr>
                      <a:r>
                        <a:rPr dirty="0" sz="1900" spc="-50">
                          <a:solidFill>
                            <a:srgbClr val="0000FF"/>
                          </a:solidFill>
                          <a:latin typeface="宋体"/>
                          <a:cs typeface="宋体"/>
                        </a:rPr>
                        <a:t>7</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0160">
                        <a:lnSpc>
                          <a:spcPct val="100000"/>
                        </a:lnSpc>
                        <a:spcBef>
                          <a:spcPts val="1889"/>
                        </a:spcBef>
                      </a:pPr>
                      <a:r>
                        <a:rPr dirty="0" sz="1900" spc="-50">
                          <a:solidFill>
                            <a:srgbClr val="0000FF"/>
                          </a:solidFill>
                          <a:latin typeface="宋体"/>
                          <a:cs typeface="宋体"/>
                        </a:rPr>
                        <a:t>8</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L="37465">
                        <a:lnSpc>
                          <a:spcPct val="100000"/>
                        </a:lnSpc>
                        <a:spcBef>
                          <a:spcPts val="1889"/>
                        </a:spcBef>
                      </a:pPr>
                      <a:r>
                        <a:rPr dirty="0" sz="1900" spc="-50">
                          <a:solidFill>
                            <a:srgbClr val="0000FF"/>
                          </a:solidFill>
                          <a:latin typeface="宋体"/>
                          <a:cs typeface="宋体"/>
                        </a:rPr>
                        <a:t>9</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500380">
                <a:tc>
                  <a:txBody>
                    <a:bodyPr/>
                    <a:lstStyle/>
                    <a:p>
                      <a:pPr algn="r" marR="487680">
                        <a:lnSpc>
                          <a:spcPct val="100000"/>
                        </a:lnSpc>
                        <a:spcBef>
                          <a:spcPts val="1230"/>
                        </a:spcBef>
                      </a:pPr>
                      <a:r>
                        <a:rPr dirty="0" sz="1900" spc="-25">
                          <a:solidFill>
                            <a:srgbClr val="CC0000"/>
                          </a:solidFill>
                          <a:latin typeface="宋体"/>
                          <a:cs typeface="宋体"/>
                        </a:rPr>
                        <a:t>S1</a:t>
                      </a:r>
                      <a:endParaRPr sz="1900">
                        <a:latin typeface="宋体"/>
                        <a:cs typeface="宋体"/>
                      </a:endParaRPr>
                    </a:p>
                  </a:txBody>
                  <a:tcPr marL="0" marR="0" marB="0" marT="1562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40005">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18542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55930">
                <a:tc>
                  <a:txBody>
                    <a:bodyPr/>
                    <a:lstStyle/>
                    <a:p>
                      <a:pPr algn="r" marR="487680">
                        <a:lnSpc>
                          <a:spcPct val="100000"/>
                        </a:lnSpc>
                        <a:spcBef>
                          <a:spcPts val="880"/>
                        </a:spcBef>
                      </a:pPr>
                      <a:r>
                        <a:rPr dirty="0" sz="1900" spc="-25">
                          <a:solidFill>
                            <a:srgbClr val="CC0000"/>
                          </a:solidFill>
                          <a:latin typeface="宋体"/>
                          <a:cs typeface="宋体"/>
                        </a:rPr>
                        <a:t>S2</a:t>
                      </a:r>
                      <a:endParaRPr sz="1900">
                        <a:latin typeface="宋体"/>
                        <a:cs typeface="宋体"/>
                      </a:endParaRPr>
                    </a:p>
                  </a:txBody>
                  <a:tcPr marL="0" marR="0" marB="0" marT="1117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889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524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524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10209">
                <a:tc>
                  <a:txBody>
                    <a:bodyPr/>
                    <a:lstStyle/>
                    <a:p>
                      <a:pPr algn="r" marR="487680">
                        <a:lnSpc>
                          <a:spcPct val="100000"/>
                        </a:lnSpc>
                        <a:spcBef>
                          <a:spcPts val="525"/>
                        </a:spcBef>
                      </a:pPr>
                      <a:r>
                        <a:rPr dirty="0" sz="1900" spc="-25">
                          <a:solidFill>
                            <a:srgbClr val="CC0000"/>
                          </a:solidFill>
                          <a:latin typeface="宋体"/>
                          <a:cs typeface="宋体"/>
                        </a:rPr>
                        <a:t>S3</a:t>
                      </a:r>
                      <a:endParaRPr sz="1900">
                        <a:latin typeface="宋体"/>
                        <a:cs typeface="宋体"/>
                      </a:endParaRPr>
                    </a:p>
                  </a:txBody>
                  <a:tcPr marL="0" marR="0" marB="0" marT="6667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70485">
                        <a:lnSpc>
                          <a:spcPct val="100000"/>
                        </a:lnSpc>
                        <a:spcBef>
                          <a:spcPts val="325"/>
                        </a:spcBef>
                      </a:pPr>
                      <a:r>
                        <a:rPr dirty="0" sz="2200" spc="-50">
                          <a:latin typeface="宋体"/>
                          <a:cs typeface="宋体"/>
                        </a:rPr>
                        <a:t>√</a:t>
                      </a:r>
                      <a:endParaRPr sz="2200">
                        <a:latin typeface="宋体"/>
                        <a:cs typeface="宋体"/>
                      </a:endParaRPr>
                    </a:p>
                  </a:txBody>
                  <a:tcPr marL="0" marR="0" marB="0" marT="4127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501015">
                <a:tc>
                  <a:txBody>
                    <a:bodyPr/>
                    <a:lstStyle/>
                    <a:p>
                      <a:pPr algn="r" marR="487680">
                        <a:lnSpc>
                          <a:spcPct val="100000"/>
                        </a:lnSpc>
                        <a:spcBef>
                          <a:spcPts val="1230"/>
                        </a:spcBef>
                      </a:pPr>
                      <a:r>
                        <a:rPr dirty="0" sz="1900" spc="-25">
                          <a:solidFill>
                            <a:srgbClr val="CC0000"/>
                          </a:solidFill>
                          <a:latin typeface="宋体"/>
                          <a:cs typeface="宋体"/>
                        </a:rPr>
                        <a:t>S4</a:t>
                      </a:r>
                      <a:endParaRPr sz="1900">
                        <a:latin typeface="宋体"/>
                        <a:cs typeface="宋体"/>
                      </a:endParaRPr>
                    </a:p>
                  </a:txBody>
                  <a:tcPr marL="0" marR="0" marB="0" marT="1562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524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2159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55295">
                <a:tc>
                  <a:txBody>
                    <a:bodyPr/>
                    <a:lstStyle/>
                    <a:p>
                      <a:pPr algn="r" marR="487680">
                        <a:lnSpc>
                          <a:spcPct val="100000"/>
                        </a:lnSpc>
                        <a:spcBef>
                          <a:spcPts val="880"/>
                        </a:spcBef>
                      </a:pPr>
                      <a:r>
                        <a:rPr dirty="0" sz="1900" spc="-25">
                          <a:solidFill>
                            <a:srgbClr val="CC0000"/>
                          </a:solidFill>
                          <a:latin typeface="宋体"/>
                          <a:cs typeface="宋体"/>
                        </a:rPr>
                        <a:t>S5</a:t>
                      </a:r>
                      <a:endParaRPr sz="1900">
                        <a:latin typeface="宋体"/>
                        <a:cs typeface="宋体"/>
                      </a:endParaRPr>
                    </a:p>
                  </a:txBody>
                  <a:tcPr marL="0" marR="0" marB="0" marT="1117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21590">
                        <a:lnSpc>
                          <a:spcPct val="100000"/>
                        </a:lnSpc>
                        <a:spcBef>
                          <a:spcPts val="680"/>
                        </a:spcBef>
                      </a:pPr>
                      <a:r>
                        <a:rPr dirty="0" sz="2200" spc="-50">
                          <a:latin typeface="宋体"/>
                          <a:cs typeface="宋体"/>
                        </a:rPr>
                        <a:t>√</a:t>
                      </a:r>
                      <a:endParaRPr sz="2200">
                        <a:latin typeface="宋体"/>
                        <a:cs typeface="宋体"/>
                      </a:endParaRPr>
                    </a:p>
                  </a:txBody>
                  <a:tcPr marL="0" marR="0" marB="0" marT="863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R="15240">
                        <a:lnSpc>
                          <a:spcPct val="100000"/>
                        </a:lnSpc>
                        <a:spcBef>
                          <a:spcPts val="680"/>
                        </a:spcBef>
                      </a:pPr>
                      <a:r>
                        <a:rPr dirty="0" sz="2200" spc="-50">
                          <a:latin typeface="宋体"/>
                          <a:cs typeface="宋体"/>
                        </a:rPr>
                        <a:t>√</a:t>
                      </a:r>
                      <a:endParaRPr sz="2200">
                        <a:latin typeface="宋体"/>
                        <a:cs typeface="宋体"/>
                      </a:endParaRPr>
                    </a:p>
                  </a:txBody>
                  <a:tcPr marL="0" marR="0" marB="0" marT="863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3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bl>
          </a:graphicData>
        </a:graphic>
      </p:graphicFrame>
      <p:sp>
        <p:nvSpPr>
          <p:cNvPr id="11" name="object 11" descr=""/>
          <p:cNvSpPr/>
          <p:nvPr/>
        </p:nvSpPr>
        <p:spPr>
          <a:xfrm>
            <a:off x="2581721" y="1515154"/>
            <a:ext cx="1299210" cy="623570"/>
          </a:xfrm>
          <a:custGeom>
            <a:avLst/>
            <a:gdLst/>
            <a:ahLst/>
            <a:cxnLst/>
            <a:rect l="l" t="t" r="r" b="b"/>
            <a:pathLst>
              <a:path w="1299210" h="623569">
                <a:moveTo>
                  <a:pt x="0" y="0"/>
                </a:moveTo>
                <a:lnTo>
                  <a:pt x="1299165" y="622997"/>
                </a:lnTo>
              </a:path>
            </a:pathLst>
          </a:custGeom>
          <a:ln w="19028">
            <a:solidFill>
              <a:srgbClr val="000000"/>
            </a:solidFill>
          </a:ln>
        </p:spPr>
        <p:txBody>
          <a:bodyPr wrap="square" lIns="0" tIns="0" rIns="0" bIns="0" rtlCol="0"/>
          <a:lstStyle/>
          <a:p/>
        </p:txBody>
      </p:sp>
      <p:sp>
        <p:nvSpPr>
          <p:cNvPr id="12" name="object 12" descr=""/>
          <p:cNvSpPr txBox="1"/>
          <p:nvPr/>
        </p:nvSpPr>
        <p:spPr>
          <a:xfrm>
            <a:off x="3184398" y="4598289"/>
            <a:ext cx="6643370" cy="1708785"/>
          </a:xfrm>
          <a:prstGeom prst="rect">
            <a:avLst/>
          </a:prstGeom>
        </p:spPr>
        <p:txBody>
          <a:bodyPr wrap="square" lIns="0" tIns="12700" rIns="0" bIns="0" rtlCol="0" vert="horz">
            <a:spAutoFit/>
          </a:bodyPr>
          <a:lstStyle/>
          <a:p>
            <a:pPr marL="469900" marR="141605" indent="-457200">
              <a:lnSpc>
                <a:spcPct val="110000"/>
              </a:lnSpc>
              <a:spcBef>
                <a:spcPts val="100"/>
              </a:spcBef>
              <a:buClr>
                <a:srgbClr val="4668F5"/>
              </a:buClr>
              <a:buSzPct val="60416"/>
              <a:buFont typeface="Wingdings"/>
              <a:buChar char=""/>
              <a:tabLst>
                <a:tab pos="469900" algn="l"/>
              </a:tabLst>
            </a:pPr>
            <a:r>
              <a:rPr dirty="0" sz="2400" spc="-20" b="1">
                <a:latin typeface="宋体"/>
                <a:cs typeface="宋体"/>
              </a:rPr>
              <a:t>如果在第</a:t>
            </a:r>
            <a:r>
              <a:rPr dirty="0" sz="2400" spc="-25" b="1">
                <a:solidFill>
                  <a:srgbClr val="9933FF"/>
                </a:solidFill>
                <a:latin typeface="Times New Roman"/>
                <a:cs typeface="Times New Roman"/>
              </a:rPr>
              <a:t>n</a:t>
            </a:r>
            <a:r>
              <a:rPr dirty="0" sz="2400" spc="-20" b="1">
                <a:latin typeface="宋体"/>
                <a:cs typeface="宋体"/>
              </a:rPr>
              <a:t>个时钟周期使用第</a:t>
            </a:r>
            <a:r>
              <a:rPr dirty="0" sz="2400" spc="-10" b="1">
                <a:solidFill>
                  <a:srgbClr val="9933FF"/>
                </a:solidFill>
                <a:latin typeface="Times New Roman"/>
                <a:cs typeface="Times New Roman"/>
              </a:rPr>
              <a:t>k</a:t>
            </a:r>
            <a:r>
              <a:rPr dirty="0" sz="2400" spc="-20" b="1">
                <a:latin typeface="宋体"/>
                <a:cs typeface="宋体"/>
              </a:rPr>
              <a:t>段，则在第</a:t>
            </a:r>
            <a:r>
              <a:rPr dirty="0" sz="2400" spc="-10" b="1">
                <a:solidFill>
                  <a:srgbClr val="9933FF"/>
                </a:solidFill>
                <a:latin typeface="Times New Roman"/>
                <a:cs typeface="Times New Roman"/>
              </a:rPr>
              <a:t>k</a:t>
            </a:r>
            <a:r>
              <a:rPr dirty="0" sz="2400" spc="-50" b="1">
                <a:latin typeface="宋体"/>
                <a:cs typeface="宋体"/>
              </a:rPr>
              <a:t>行</a:t>
            </a:r>
            <a:r>
              <a:rPr dirty="0" sz="2400" spc="-20" b="1">
                <a:latin typeface="宋体"/>
                <a:cs typeface="宋体"/>
              </a:rPr>
              <a:t>和第</a:t>
            </a:r>
            <a:r>
              <a:rPr dirty="0" sz="2400" spc="-25" b="1">
                <a:solidFill>
                  <a:srgbClr val="9933FF"/>
                </a:solidFill>
                <a:latin typeface="Times New Roman"/>
                <a:cs typeface="Times New Roman"/>
              </a:rPr>
              <a:t>n</a:t>
            </a:r>
            <a:r>
              <a:rPr dirty="0" sz="2400" spc="-20" b="1">
                <a:latin typeface="宋体"/>
                <a:cs typeface="宋体"/>
              </a:rPr>
              <a:t>列的交叉处的格子里有一个</a:t>
            </a:r>
            <a:r>
              <a:rPr dirty="0" sz="2400" b="1">
                <a:solidFill>
                  <a:srgbClr val="9933FF"/>
                </a:solidFill>
                <a:latin typeface="Times New Roman"/>
                <a:cs typeface="Times New Roman"/>
              </a:rPr>
              <a:t>√</a:t>
            </a:r>
            <a:r>
              <a:rPr dirty="0" sz="2400" spc="-50" b="1">
                <a:latin typeface="宋体"/>
                <a:cs typeface="宋体"/>
              </a:rPr>
              <a:t>。</a:t>
            </a:r>
            <a:endParaRPr sz="2400">
              <a:latin typeface="宋体"/>
              <a:cs typeface="宋体"/>
            </a:endParaRPr>
          </a:p>
          <a:p>
            <a:pPr marL="469265" indent="-456565">
              <a:lnSpc>
                <a:spcPct val="100000"/>
              </a:lnSpc>
              <a:spcBef>
                <a:spcPts val="865"/>
              </a:spcBef>
              <a:buClr>
                <a:srgbClr val="4668F5"/>
              </a:buClr>
              <a:buSzPct val="60416"/>
              <a:buFont typeface="Wingdings"/>
              <a:buChar char=""/>
              <a:tabLst>
                <a:tab pos="469265" algn="l"/>
              </a:tabLst>
            </a:pPr>
            <a:r>
              <a:rPr dirty="0" sz="2400" spc="-20" b="1">
                <a:latin typeface="宋体"/>
                <a:cs typeface="宋体"/>
              </a:rPr>
              <a:t>如果在第</a:t>
            </a:r>
            <a:r>
              <a:rPr dirty="0" sz="2400" spc="-10" b="1">
                <a:solidFill>
                  <a:srgbClr val="9933FF"/>
                </a:solidFill>
                <a:latin typeface="Times New Roman"/>
                <a:cs typeface="Times New Roman"/>
              </a:rPr>
              <a:t>k</a:t>
            </a:r>
            <a:r>
              <a:rPr dirty="0" sz="2400" spc="-20" b="1">
                <a:latin typeface="宋体"/>
                <a:cs typeface="宋体"/>
              </a:rPr>
              <a:t>行和第</a:t>
            </a:r>
            <a:r>
              <a:rPr dirty="0" sz="2400" spc="-25" b="1">
                <a:solidFill>
                  <a:srgbClr val="9933FF"/>
                </a:solidFill>
                <a:latin typeface="Times New Roman"/>
                <a:cs typeface="Times New Roman"/>
              </a:rPr>
              <a:t>n</a:t>
            </a:r>
            <a:r>
              <a:rPr dirty="0" sz="2400" spc="-25" b="1">
                <a:latin typeface="宋体"/>
                <a:cs typeface="宋体"/>
              </a:rPr>
              <a:t>列的交叉处的格子里有一个</a:t>
            </a:r>
            <a:endParaRPr sz="2400">
              <a:latin typeface="宋体"/>
              <a:cs typeface="宋体"/>
            </a:endParaRPr>
          </a:p>
          <a:p>
            <a:pPr marL="469900">
              <a:lnSpc>
                <a:spcPct val="100000"/>
              </a:lnSpc>
              <a:spcBef>
                <a:spcPts val="290"/>
              </a:spcBef>
            </a:pPr>
            <a:r>
              <a:rPr dirty="0" sz="2400" spc="-10" b="1">
                <a:solidFill>
                  <a:srgbClr val="9933FF"/>
                </a:solidFill>
                <a:latin typeface="Times New Roman"/>
                <a:cs typeface="Times New Roman"/>
              </a:rPr>
              <a:t>√</a:t>
            </a:r>
            <a:r>
              <a:rPr dirty="0" sz="2400" spc="-20" b="1">
                <a:latin typeface="宋体"/>
                <a:cs typeface="宋体"/>
              </a:rPr>
              <a:t>，则表示在第</a:t>
            </a:r>
            <a:r>
              <a:rPr dirty="0" sz="2400" spc="-25" b="1">
                <a:solidFill>
                  <a:srgbClr val="9933FF"/>
                </a:solidFill>
                <a:latin typeface="Times New Roman"/>
                <a:cs typeface="Times New Roman"/>
              </a:rPr>
              <a:t>n</a:t>
            </a:r>
            <a:r>
              <a:rPr dirty="0" sz="2400" spc="-20" b="1">
                <a:latin typeface="宋体"/>
                <a:cs typeface="宋体"/>
              </a:rPr>
              <a:t>个时钟周期要使用第</a:t>
            </a:r>
            <a:r>
              <a:rPr dirty="0" sz="2400" spc="-10" b="1">
                <a:solidFill>
                  <a:srgbClr val="9933FF"/>
                </a:solidFill>
                <a:latin typeface="Times New Roman"/>
                <a:cs typeface="Times New Roman"/>
              </a:rPr>
              <a:t>k</a:t>
            </a:r>
            <a:r>
              <a:rPr dirty="0" sz="2400" spc="-35" b="1">
                <a:latin typeface="宋体"/>
                <a:cs typeface="宋体"/>
              </a:rPr>
              <a:t>段。</a:t>
            </a:r>
            <a:endParaRPr sz="2400">
              <a:latin typeface="宋体"/>
              <a:cs typeface="宋体"/>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1710944" y="1061415"/>
            <a:ext cx="8789035" cy="5831205"/>
          </a:xfrm>
          <a:prstGeom prst="rect">
            <a:avLst/>
          </a:prstGeom>
        </p:spPr>
        <p:txBody>
          <a:bodyPr wrap="square" lIns="0" tIns="12700" rIns="0" bIns="0" rtlCol="0" vert="horz">
            <a:spAutoFit/>
          </a:bodyPr>
          <a:lstStyle/>
          <a:p>
            <a:pPr marL="12700">
              <a:lnSpc>
                <a:spcPct val="100000"/>
              </a:lnSpc>
              <a:spcBef>
                <a:spcPts val="100"/>
              </a:spcBef>
            </a:pPr>
            <a:r>
              <a:rPr dirty="0" sz="2700" spc="-5">
                <a:solidFill>
                  <a:srgbClr val="E14B04"/>
                </a:solidFill>
                <a:latin typeface="黑体"/>
                <a:cs typeface="黑体"/>
              </a:rPr>
              <a:t>根据预约表写出禁止表</a:t>
            </a:r>
            <a:r>
              <a:rPr dirty="0" sz="2700" spc="-50">
                <a:solidFill>
                  <a:srgbClr val="E14B04"/>
                </a:solidFill>
                <a:latin typeface="Times New Roman"/>
                <a:cs typeface="Times New Roman"/>
              </a:rPr>
              <a:t>F</a:t>
            </a:r>
            <a:endParaRPr sz="2700">
              <a:latin typeface="Times New Roman"/>
              <a:cs typeface="Times New Roman"/>
            </a:endParaRPr>
          </a:p>
          <a:p>
            <a:pPr marL="1099185" indent="-457200">
              <a:lnSpc>
                <a:spcPct val="100000"/>
              </a:lnSpc>
              <a:spcBef>
                <a:spcPts val="2090"/>
              </a:spcBef>
              <a:buClr>
                <a:srgbClr val="40458B"/>
              </a:buClr>
              <a:buSzPct val="89583"/>
              <a:buFont typeface="Wingdings"/>
              <a:buChar char=""/>
              <a:tabLst>
                <a:tab pos="1099185" algn="l"/>
              </a:tabLst>
            </a:pPr>
            <a:r>
              <a:rPr dirty="0" sz="2400">
                <a:solidFill>
                  <a:srgbClr val="FF0000"/>
                </a:solidFill>
                <a:latin typeface="黑体"/>
                <a:cs typeface="黑体"/>
              </a:rPr>
              <a:t>禁止表</a:t>
            </a:r>
            <a:r>
              <a:rPr dirty="0" sz="2400" spc="-10">
                <a:solidFill>
                  <a:srgbClr val="FF0000"/>
                </a:solidFill>
                <a:latin typeface="Times New Roman"/>
                <a:cs typeface="Times New Roman"/>
              </a:rPr>
              <a:t>F</a:t>
            </a:r>
            <a:r>
              <a:rPr dirty="0" sz="2400" spc="-10">
                <a:solidFill>
                  <a:srgbClr val="40458B"/>
                </a:solidFill>
                <a:latin typeface="黑体"/>
                <a:cs typeface="黑体"/>
              </a:rPr>
              <a:t>：一个由禁用启动距离构成的集合。</a:t>
            </a:r>
            <a:endParaRPr sz="2400">
              <a:latin typeface="黑体"/>
              <a:cs typeface="黑体"/>
            </a:endParaRPr>
          </a:p>
          <a:p>
            <a:pPr marL="1099185" indent="-457200">
              <a:lnSpc>
                <a:spcPct val="100000"/>
              </a:lnSpc>
              <a:spcBef>
                <a:spcPts val="2014"/>
              </a:spcBef>
              <a:buSzPct val="89583"/>
              <a:buFont typeface="Wingdings"/>
              <a:buChar char=""/>
              <a:tabLst>
                <a:tab pos="1099185" algn="l"/>
              </a:tabLst>
            </a:pPr>
            <a:r>
              <a:rPr dirty="0" sz="2400" spc="-15">
                <a:solidFill>
                  <a:srgbClr val="40458B"/>
                </a:solidFill>
                <a:latin typeface="黑体"/>
                <a:cs typeface="黑体"/>
              </a:rPr>
              <a:t>具体方法</a:t>
            </a:r>
            <a:endParaRPr sz="2400">
              <a:latin typeface="黑体"/>
              <a:cs typeface="黑体"/>
            </a:endParaRPr>
          </a:p>
          <a:p>
            <a:pPr marL="1524000" marR="5080" indent="97790">
              <a:lnSpc>
                <a:spcPct val="150000"/>
              </a:lnSpc>
              <a:spcBef>
                <a:spcPts val="585"/>
              </a:spcBef>
            </a:pPr>
            <a:r>
              <a:rPr dirty="0" sz="2000" spc="-20" b="1">
                <a:solidFill>
                  <a:srgbClr val="00AFEF"/>
                </a:solidFill>
                <a:latin typeface="黑体"/>
                <a:cs typeface="黑体"/>
              </a:rPr>
              <a:t>对于预约表的每一行的任何</a:t>
            </a:r>
            <a:r>
              <a:rPr dirty="0" sz="2000" spc="-10" b="1">
                <a:solidFill>
                  <a:srgbClr val="FF0000"/>
                </a:solidFill>
                <a:latin typeface="黑体"/>
                <a:cs typeface="黑体"/>
              </a:rPr>
              <a:t>一对</a:t>
            </a:r>
            <a:r>
              <a:rPr dirty="0" sz="2000" spc="-20" b="1">
                <a:solidFill>
                  <a:srgbClr val="9933FF"/>
                </a:solidFill>
                <a:latin typeface="黑体"/>
                <a:cs typeface="黑体"/>
              </a:rPr>
              <a:t>√</a:t>
            </a:r>
            <a:r>
              <a:rPr dirty="0" sz="2000" spc="-20" b="1">
                <a:solidFill>
                  <a:srgbClr val="00AFEF"/>
                </a:solidFill>
                <a:latin typeface="黑体"/>
                <a:cs typeface="黑体"/>
              </a:rPr>
              <a:t>，用它们所在的列号相减（</a:t>
            </a:r>
            <a:r>
              <a:rPr dirty="0" sz="2000" spc="-50" b="1">
                <a:solidFill>
                  <a:srgbClr val="00AFEF"/>
                </a:solidFill>
                <a:latin typeface="黑体"/>
                <a:cs typeface="黑体"/>
              </a:rPr>
              <a:t>大</a:t>
            </a:r>
            <a:r>
              <a:rPr dirty="0" sz="2000" spc="-10" b="1">
                <a:solidFill>
                  <a:srgbClr val="00AFEF"/>
                </a:solidFill>
                <a:latin typeface="黑体"/>
                <a:cs typeface="黑体"/>
              </a:rPr>
              <a:t>的减小的</a:t>
            </a:r>
            <a:r>
              <a:rPr dirty="0" sz="2000" spc="-20" b="1">
                <a:solidFill>
                  <a:srgbClr val="00AFEF"/>
                </a:solidFill>
                <a:latin typeface="黑体"/>
                <a:cs typeface="黑体"/>
              </a:rPr>
              <a:t>），</a:t>
            </a:r>
            <a:r>
              <a:rPr dirty="0" sz="2000" spc="-25" b="1">
                <a:solidFill>
                  <a:srgbClr val="00AFEF"/>
                </a:solidFill>
                <a:latin typeface="黑体"/>
                <a:cs typeface="黑体"/>
              </a:rPr>
              <a:t>列出各种可能的差值，然后删除相同的，剩下的就是禁止表的元素。</a:t>
            </a:r>
            <a:endParaRPr sz="2000">
              <a:latin typeface="黑体"/>
              <a:cs typeface="黑体"/>
            </a:endParaRPr>
          </a:p>
          <a:p>
            <a:pPr marL="1099185" indent="-457200">
              <a:lnSpc>
                <a:spcPct val="100000"/>
              </a:lnSpc>
              <a:spcBef>
                <a:spcPts val="1920"/>
              </a:spcBef>
              <a:buSzPct val="89583"/>
              <a:buFont typeface="Wingdings"/>
              <a:buChar char=""/>
              <a:tabLst>
                <a:tab pos="1099185" algn="l"/>
              </a:tabLst>
            </a:pPr>
            <a:r>
              <a:rPr dirty="0" sz="2400" spc="-15">
                <a:solidFill>
                  <a:srgbClr val="40458B"/>
                </a:solidFill>
                <a:latin typeface="黑体"/>
                <a:cs typeface="黑体"/>
              </a:rPr>
              <a:t>在上例中</a:t>
            </a:r>
            <a:endParaRPr sz="2400">
              <a:latin typeface="黑体"/>
              <a:cs typeface="黑体"/>
            </a:endParaRPr>
          </a:p>
          <a:p>
            <a:pPr lvl="1" marL="1524000" indent="-287655">
              <a:lnSpc>
                <a:spcPct val="100000"/>
              </a:lnSpc>
              <a:spcBef>
                <a:spcPts val="1780"/>
              </a:spcBef>
              <a:buClr>
                <a:srgbClr val="4668F5"/>
              </a:buClr>
              <a:buSzPct val="60000"/>
              <a:buFont typeface="Wingdings"/>
              <a:buChar char=""/>
              <a:tabLst>
                <a:tab pos="1524000" algn="l"/>
              </a:tabLst>
            </a:pPr>
            <a:r>
              <a:rPr dirty="0" sz="2000" spc="-25" b="1">
                <a:solidFill>
                  <a:srgbClr val="00AFEF"/>
                </a:solidFill>
                <a:latin typeface="黑体"/>
                <a:cs typeface="黑体"/>
              </a:rPr>
              <a:t>第一行的差值只有一个：</a:t>
            </a:r>
            <a:r>
              <a:rPr dirty="0" sz="2000" spc="-25" b="1">
                <a:solidFill>
                  <a:srgbClr val="9933FF"/>
                </a:solidFill>
                <a:latin typeface="Times New Roman"/>
                <a:cs typeface="Times New Roman"/>
              </a:rPr>
              <a:t>8</a:t>
            </a:r>
            <a:r>
              <a:rPr dirty="0" sz="2000" spc="-25" b="1">
                <a:solidFill>
                  <a:srgbClr val="9933FF"/>
                </a:solidFill>
                <a:latin typeface="黑体"/>
                <a:cs typeface="黑体"/>
              </a:rPr>
              <a:t>；</a:t>
            </a:r>
            <a:endParaRPr sz="2000">
              <a:latin typeface="黑体"/>
              <a:cs typeface="黑体"/>
            </a:endParaRPr>
          </a:p>
          <a:p>
            <a:pPr lvl="1" marL="1524000" indent="-287655">
              <a:lnSpc>
                <a:spcPct val="100000"/>
              </a:lnSpc>
              <a:spcBef>
                <a:spcPts val="1680"/>
              </a:spcBef>
              <a:buClr>
                <a:srgbClr val="4668F5"/>
              </a:buClr>
              <a:buSzPct val="60000"/>
              <a:buFont typeface="Wingdings"/>
              <a:buChar char=""/>
              <a:tabLst>
                <a:tab pos="1524000" algn="l"/>
              </a:tabLst>
            </a:pPr>
            <a:r>
              <a:rPr dirty="0" sz="2000" spc="-15" b="1">
                <a:solidFill>
                  <a:srgbClr val="00AFEF"/>
                </a:solidFill>
                <a:latin typeface="黑体"/>
                <a:cs typeface="黑体"/>
              </a:rPr>
              <a:t>第二行的差值有</a:t>
            </a:r>
            <a:r>
              <a:rPr dirty="0" sz="2000" spc="-10" b="1">
                <a:solidFill>
                  <a:srgbClr val="9933FF"/>
                </a:solidFill>
                <a:latin typeface="Times New Roman"/>
                <a:cs typeface="Times New Roman"/>
              </a:rPr>
              <a:t>3</a:t>
            </a:r>
            <a:r>
              <a:rPr dirty="0" sz="2000" spc="-10" b="1">
                <a:solidFill>
                  <a:srgbClr val="00AFEF"/>
                </a:solidFill>
                <a:latin typeface="黑体"/>
                <a:cs typeface="黑体"/>
              </a:rPr>
              <a:t>个：</a:t>
            </a:r>
            <a:r>
              <a:rPr dirty="0" sz="2000" spc="-10" b="1">
                <a:solidFill>
                  <a:srgbClr val="9933FF"/>
                </a:solidFill>
                <a:latin typeface="Times New Roman"/>
                <a:cs typeface="Times New Roman"/>
              </a:rPr>
              <a:t>1</a:t>
            </a:r>
            <a:r>
              <a:rPr dirty="0" sz="2000" spc="-10" b="1">
                <a:solidFill>
                  <a:srgbClr val="9933FF"/>
                </a:solidFill>
                <a:latin typeface="黑体"/>
                <a:cs typeface="黑体"/>
              </a:rPr>
              <a:t>，</a:t>
            </a:r>
            <a:r>
              <a:rPr dirty="0" sz="2000" spc="-10" b="1">
                <a:solidFill>
                  <a:srgbClr val="9933FF"/>
                </a:solidFill>
                <a:latin typeface="Times New Roman"/>
                <a:cs typeface="Times New Roman"/>
              </a:rPr>
              <a:t>5</a:t>
            </a:r>
            <a:r>
              <a:rPr dirty="0" sz="2000" spc="-10" b="1">
                <a:solidFill>
                  <a:srgbClr val="9933FF"/>
                </a:solidFill>
                <a:latin typeface="黑体"/>
                <a:cs typeface="黑体"/>
              </a:rPr>
              <a:t>，</a:t>
            </a:r>
            <a:r>
              <a:rPr dirty="0" sz="2000" spc="-10" b="1">
                <a:solidFill>
                  <a:srgbClr val="9933FF"/>
                </a:solidFill>
                <a:latin typeface="Times New Roman"/>
                <a:cs typeface="Times New Roman"/>
              </a:rPr>
              <a:t>6</a:t>
            </a:r>
            <a:r>
              <a:rPr dirty="0" sz="2000" spc="-10" b="1">
                <a:solidFill>
                  <a:srgbClr val="9933FF"/>
                </a:solidFill>
                <a:latin typeface="黑体"/>
                <a:cs typeface="黑体"/>
              </a:rPr>
              <a:t>；</a:t>
            </a:r>
            <a:endParaRPr sz="2000">
              <a:latin typeface="黑体"/>
              <a:cs typeface="黑体"/>
            </a:endParaRPr>
          </a:p>
          <a:p>
            <a:pPr lvl="1" marL="1524000" indent="-287655">
              <a:lnSpc>
                <a:spcPct val="100000"/>
              </a:lnSpc>
              <a:spcBef>
                <a:spcPts val="1680"/>
              </a:spcBef>
              <a:buClr>
                <a:srgbClr val="4668F5"/>
              </a:buClr>
              <a:buSzPct val="60000"/>
              <a:buFont typeface="Wingdings"/>
              <a:buChar char=""/>
              <a:tabLst>
                <a:tab pos="1524000" algn="l"/>
              </a:tabLst>
            </a:pPr>
            <a:r>
              <a:rPr dirty="0" sz="2000" b="1">
                <a:solidFill>
                  <a:srgbClr val="00AFEF"/>
                </a:solidFill>
                <a:latin typeface="黑体"/>
                <a:cs typeface="黑体"/>
              </a:rPr>
              <a:t>第</a:t>
            </a:r>
            <a:r>
              <a:rPr dirty="0" sz="2000" b="1">
                <a:solidFill>
                  <a:srgbClr val="00AFEF"/>
                </a:solidFill>
                <a:latin typeface="Times New Roman"/>
                <a:cs typeface="Times New Roman"/>
              </a:rPr>
              <a:t>3</a:t>
            </a:r>
            <a:r>
              <a:rPr dirty="0" sz="2000" spc="-10" b="1">
                <a:solidFill>
                  <a:srgbClr val="00AFEF"/>
                </a:solidFill>
                <a:latin typeface="黑体"/>
                <a:cs typeface="黑体"/>
              </a:rPr>
              <a:t>行只有一个</a:t>
            </a:r>
            <a:r>
              <a:rPr dirty="0" sz="2000" spc="-25" b="1">
                <a:solidFill>
                  <a:srgbClr val="00AFEF"/>
                </a:solidFill>
                <a:latin typeface="Times New Roman"/>
                <a:cs typeface="Times New Roman"/>
              </a:rPr>
              <a:t>√</a:t>
            </a:r>
            <a:r>
              <a:rPr dirty="0" sz="2000" spc="-25" b="1">
                <a:solidFill>
                  <a:srgbClr val="00AFEF"/>
                </a:solidFill>
                <a:latin typeface="黑体"/>
                <a:cs typeface="黑体"/>
              </a:rPr>
              <a:t>，没有差值；</a:t>
            </a:r>
            <a:endParaRPr sz="2000">
              <a:latin typeface="黑体"/>
              <a:cs typeface="黑体"/>
            </a:endParaRPr>
          </a:p>
          <a:p>
            <a:pPr lvl="1" marL="1524000" indent="-287655">
              <a:lnSpc>
                <a:spcPct val="100000"/>
              </a:lnSpc>
              <a:spcBef>
                <a:spcPts val="1680"/>
              </a:spcBef>
              <a:buClr>
                <a:srgbClr val="4668F5"/>
              </a:buClr>
              <a:buSzPct val="60000"/>
              <a:buFont typeface="Wingdings"/>
              <a:buChar char=""/>
              <a:tabLst>
                <a:tab pos="1524000" algn="l"/>
              </a:tabLst>
            </a:pPr>
            <a:r>
              <a:rPr dirty="0" sz="2000" b="1">
                <a:solidFill>
                  <a:srgbClr val="00AFEF"/>
                </a:solidFill>
                <a:latin typeface="黑体"/>
                <a:cs typeface="黑体"/>
              </a:rPr>
              <a:t>第</a:t>
            </a:r>
            <a:r>
              <a:rPr dirty="0" sz="2000" b="1">
                <a:solidFill>
                  <a:srgbClr val="00AFEF"/>
                </a:solidFill>
                <a:latin typeface="Times New Roman"/>
                <a:cs typeface="Times New Roman"/>
              </a:rPr>
              <a:t>4</a:t>
            </a:r>
            <a:r>
              <a:rPr dirty="0" sz="2000" spc="-10" b="1">
                <a:solidFill>
                  <a:srgbClr val="00AFEF"/>
                </a:solidFill>
                <a:latin typeface="黑体"/>
                <a:cs typeface="黑体"/>
              </a:rPr>
              <a:t>和第</a:t>
            </a:r>
            <a:r>
              <a:rPr dirty="0" sz="2000" spc="-10" b="1">
                <a:solidFill>
                  <a:srgbClr val="00AFEF"/>
                </a:solidFill>
                <a:latin typeface="Times New Roman"/>
                <a:cs typeface="Times New Roman"/>
              </a:rPr>
              <a:t>5</a:t>
            </a:r>
            <a:r>
              <a:rPr dirty="0" sz="2000" spc="-25" b="1">
                <a:solidFill>
                  <a:srgbClr val="00AFEF"/>
                </a:solidFill>
                <a:latin typeface="黑体"/>
                <a:cs typeface="黑体"/>
              </a:rPr>
              <a:t>行的差值都只有一个：</a:t>
            </a:r>
            <a:r>
              <a:rPr dirty="0" sz="2000" spc="-25" b="1">
                <a:solidFill>
                  <a:srgbClr val="9933FF"/>
                </a:solidFill>
                <a:latin typeface="Times New Roman"/>
                <a:cs typeface="Times New Roman"/>
              </a:rPr>
              <a:t>1</a:t>
            </a:r>
            <a:r>
              <a:rPr dirty="0" sz="2000" spc="-25" b="1">
                <a:solidFill>
                  <a:srgbClr val="00AFEF"/>
                </a:solidFill>
                <a:latin typeface="黑体"/>
                <a:cs typeface="黑体"/>
              </a:rPr>
              <a:t>；</a:t>
            </a:r>
            <a:endParaRPr sz="2000">
              <a:latin typeface="黑体"/>
              <a:cs typeface="黑体"/>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83/154</a:t>
            </a:r>
            <a:endParaRPr sz="1600">
              <a:latin typeface="宋体"/>
              <a:cs typeface="宋体"/>
            </a:endParaRPr>
          </a:p>
        </p:txBody>
      </p:sp>
      <p:sp>
        <p:nvSpPr>
          <p:cNvPr id="3" name="object 3" descr=""/>
          <p:cNvSpPr/>
          <p:nvPr/>
        </p:nvSpPr>
        <p:spPr>
          <a:xfrm>
            <a:off x="1176337" y="692150"/>
            <a:ext cx="1426210" cy="0"/>
          </a:xfrm>
          <a:custGeom>
            <a:avLst/>
            <a:gdLst/>
            <a:ahLst/>
            <a:cxnLst/>
            <a:rect l="l" t="t" r="r" b="b"/>
            <a:pathLst>
              <a:path w="1426210" h="0">
                <a:moveTo>
                  <a:pt x="0" y="0"/>
                </a:moveTo>
                <a:lnTo>
                  <a:pt x="1425638" y="0"/>
                </a:lnTo>
              </a:path>
            </a:pathLst>
          </a:custGeom>
          <a:ln w="38100">
            <a:solidFill>
              <a:srgbClr val="2C44A3"/>
            </a:solidFill>
          </a:ln>
        </p:spPr>
        <p:txBody>
          <a:bodyPr wrap="square" lIns="0" tIns="0" rIns="0" bIns="0" rtlCol="0"/>
          <a:lstStyle/>
          <a:p/>
        </p:txBody>
      </p:sp>
      <p:sp>
        <p:nvSpPr>
          <p:cNvPr id="4" name="object 4" descr=""/>
          <p:cNvSpPr/>
          <p:nvPr/>
        </p:nvSpPr>
        <p:spPr>
          <a:xfrm>
            <a:off x="10198227" y="692150"/>
            <a:ext cx="1993900" cy="0"/>
          </a:xfrm>
          <a:custGeom>
            <a:avLst/>
            <a:gdLst/>
            <a:ahLst/>
            <a:cxnLst/>
            <a:rect l="l" t="t" r="r" b="b"/>
            <a:pathLst>
              <a:path w="1993900" h="0">
                <a:moveTo>
                  <a:pt x="0" y="0"/>
                </a:moveTo>
                <a:lnTo>
                  <a:pt x="1993773" y="0"/>
                </a:lnTo>
              </a:path>
            </a:pathLst>
          </a:custGeom>
          <a:ln w="38100">
            <a:solidFill>
              <a:srgbClr val="2C44A3"/>
            </a:solidFill>
          </a:ln>
        </p:spPr>
        <p:txBody>
          <a:bodyPr wrap="square" lIns="0" tIns="0" rIns="0" bIns="0" rtlCol="0"/>
          <a:lstStyle/>
          <a:p/>
        </p:txBody>
      </p:sp>
      <p:grpSp>
        <p:nvGrpSpPr>
          <p:cNvPr id="5" name="object 5" descr=""/>
          <p:cNvGrpSpPr/>
          <p:nvPr/>
        </p:nvGrpSpPr>
        <p:grpSpPr>
          <a:xfrm>
            <a:off x="192087" y="331850"/>
            <a:ext cx="1078230" cy="274955"/>
            <a:chOff x="192087" y="331850"/>
            <a:chExt cx="1078230" cy="274955"/>
          </a:xfrm>
        </p:grpSpPr>
        <p:sp>
          <p:nvSpPr>
            <p:cNvPr id="6" name="object 6"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7" name="object 7"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8" name="object 8"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txBox="1"/>
          <p:nvPr/>
        </p:nvSpPr>
        <p:spPr>
          <a:xfrm>
            <a:off x="1710944" y="1061415"/>
            <a:ext cx="873125" cy="1684655"/>
          </a:xfrm>
          <a:prstGeom prst="rect">
            <a:avLst/>
          </a:prstGeom>
        </p:spPr>
        <p:txBody>
          <a:bodyPr wrap="square" lIns="0" tIns="12700" rIns="0" bIns="0" rtlCol="0" vert="horz">
            <a:spAutoFit/>
          </a:bodyPr>
          <a:lstStyle/>
          <a:p>
            <a:pPr marL="12700">
              <a:lnSpc>
                <a:spcPct val="100000"/>
              </a:lnSpc>
              <a:spcBef>
                <a:spcPts val="100"/>
              </a:spcBef>
            </a:pPr>
            <a:r>
              <a:rPr dirty="0" sz="2700" spc="-25">
                <a:solidFill>
                  <a:srgbClr val="E14B04"/>
                </a:solidFill>
                <a:latin typeface="黑体"/>
                <a:cs typeface="黑体"/>
              </a:rPr>
              <a:t>根据</a:t>
            </a:r>
            <a:endParaRPr sz="2700">
              <a:latin typeface="黑体"/>
              <a:cs typeface="黑体"/>
            </a:endParaRPr>
          </a:p>
          <a:p>
            <a:pPr marL="641985">
              <a:lnSpc>
                <a:spcPct val="100000"/>
              </a:lnSpc>
              <a:spcBef>
                <a:spcPts val="2340"/>
              </a:spcBef>
            </a:pPr>
            <a:r>
              <a:rPr dirty="0" sz="2150" spc="-50">
                <a:solidFill>
                  <a:srgbClr val="40458B"/>
                </a:solidFill>
                <a:latin typeface="Wingdings"/>
                <a:cs typeface="Wingdings"/>
              </a:rPr>
              <a:t></a:t>
            </a:r>
            <a:endParaRPr sz="2150">
              <a:latin typeface="Wingdings"/>
              <a:cs typeface="Wingdings"/>
            </a:endParaRPr>
          </a:p>
          <a:p>
            <a:pPr marL="641985">
              <a:lnSpc>
                <a:spcPct val="100000"/>
              </a:lnSpc>
              <a:spcBef>
                <a:spcPts val="2315"/>
              </a:spcBef>
            </a:pPr>
            <a:r>
              <a:rPr dirty="0" sz="2150" spc="-50">
                <a:solidFill>
                  <a:srgbClr val="40458B"/>
                </a:solidFill>
                <a:latin typeface="Wingdings"/>
                <a:cs typeface="Wingdings"/>
              </a:rPr>
              <a:t></a:t>
            </a:r>
            <a:endParaRPr sz="2150">
              <a:latin typeface="Wingdings"/>
              <a:cs typeface="Wingdings"/>
            </a:endParaRPr>
          </a:p>
        </p:txBody>
      </p:sp>
      <p:sp>
        <p:nvSpPr>
          <p:cNvPr id="11" name="object 11" descr=""/>
          <p:cNvSpPr txBox="1"/>
          <p:nvPr/>
        </p:nvSpPr>
        <p:spPr>
          <a:xfrm>
            <a:off x="2412112" y="267271"/>
            <a:ext cx="7820659" cy="2988310"/>
          </a:xfrm>
          <a:prstGeom prst="rect">
            <a:avLst/>
          </a:prstGeom>
        </p:spPr>
        <p:txBody>
          <a:bodyPr wrap="square" lIns="0" tIns="0" rIns="0" bIns="0" rtlCol="0" vert="horz">
            <a:spAutoFit/>
          </a:bodyPr>
          <a:lstStyle/>
          <a:p>
            <a:pPr marL="728345">
              <a:lnSpc>
                <a:spcPts val="3395"/>
              </a:lnSpc>
            </a:pPr>
            <a:r>
              <a:rPr dirty="0" sz="3200">
                <a:solidFill>
                  <a:srgbClr val="4F55AC"/>
                </a:solidFill>
                <a:latin typeface="黑体"/>
                <a:cs typeface="黑体"/>
              </a:rPr>
              <a:t>3.3</a:t>
            </a:r>
            <a:r>
              <a:rPr dirty="0" sz="3200" spc="-25">
                <a:solidFill>
                  <a:srgbClr val="4F55AC"/>
                </a:solidFill>
                <a:latin typeface="黑体"/>
                <a:cs typeface="黑体"/>
              </a:rPr>
              <a:t> 非线性流水线的调度</a:t>
            </a:r>
            <a:endParaRPr sz="3200">
              <a:latin typeface="黑体"/>
              <a:cs typeface="黑体"/>
            </a:endParaRPr>
          </a:p>
          <a:p>
            <a:pPr>
              <a:lnSpc>
                <a:spcPct val="100000"/>
              </a:lnSpc>
              <a:spcBef>
                <a:spcPts val="2960"/>
              </a:spcBef>
            </a:pPr>
            <a:r>
              <a:rPr dirty="0" sz="2700" spc="-5">
                <a:solidFill>
                  <a:srgbClr val="E14B04"/>
                </a:solidFill>
                <a:latin typeface="黑体"/>
                <a:cs typeface="黑体"/>
              </a:rPr>
              <a:t>预约表写出禁止表</a:t>
            </a:r>
            <a:r>
              <a:rPr dirty="0" sz="2700" spc="-50">
                <a:solidFill>
                  <a:srgbClr val="E14B04"/>
                </a:solidFill>
                <a:latin typeface="Times New Roman"/>
                <a:cs typeface="Times New Roman"/>
              </a:rPr>
              <a:t>F</a:t>
            </a:r>
            <a:endParaRPr sz="2700">
              <a:latin typeface="Times New Roman"/>
              <a:cs typeface="Times New Roman"/>
            </a:endParaRPr>
          </a:p>
          <a:p>
            <a:pPr marL="397510" marR="1453515">
              <a:lnSpc>
                <a:spcPct val="170000"/>
              </a:lnSpc>
              <a:spcBef>
                <a:spcPts val="70"/>
              </a:spcBef>
            </a:pPr>
            <a:r>
              <a:rPr dirty="0" sz="2400">
                <a:solidFill>
                  <a:srgbClr val="FF0000"/>
                </a:solidFill>
                <a:latin typeface="黑体"/>
                <a:cs typeface="黑体"/>
              </a:rPr>
              <a:t>禁止表</a:t>
            </a:r>
            <a:r>
              <a:rPr dirty="0" sz="2400" spc="-10">
                <a:solidFill>
                  <a:srgbClr val="FF0000"/>
                </a:solidFill>
                <a:latin typeface="Times New Roman"/>
                <a:cs typeface="Times New Roman"/>
              </a:rPr>
              <a:t>F</a:t>
            </a:r>
            <a:r>
              <a:rPr dirty="0" sz="2400" spc="-10">
                <a:solidFill>
                  <a:srgbClr val="40458B"/>
                </a:solidFill>
                <a:latin typeface="黑体"/>
                <a:cs typeface="黑体"/>
              </a:rPr>
              <a:t>：一个由禁用启动距离构成的集合。</a:t>
            </a:r>
            <a:r>
              <a:rPr dirty="0" sz="2400" spc="-15">
                <a:solidFill>
                  <a:srgbClr val="40458B"/>
                </a:solidFill>
                <a:latin typeface="黑体"/>
                <a:cs typeface="黑体"/>
              </a:rPr>
              <a:t>具体方法</a:t>
            </a:r>
            <a:endParaRPr sz="2400">
              <a:latin typeface="黑体"/>
              <a:cs typeface="黑体"/>
            </a:endParaRPr>
          </a:p>
          <a:p>
            <a:pPr marL="920750">
              <a:lnSpc>
                <a:spcPts val="2280"/>
              </a:lnSpc>
              <a:spcBef>
                <a:spcPts val="1785"/>
              </a:spcBef>
            </a:pPr>
            <a:r>
              <a:rPr dirty="0" sz="2000" spc="-20" b="1">
                <a:solidFill>
                  <a:srgbClr val="00AFEF"/>
                </a:solidFill>
                <a:latin typeface="黑体"/>
                <a:cs typeface="黑体"/>
              </a:rPr>
              <a:t>对于预约表的每一行的任何</a:t>
            </a:r>
            <a:r>
              <a:rPr dirty="0" sz="2000" spc="-10" b="1">
                <a:solidFill>
                  <a:srgbClr val="FF0000"/>
                </a:solidFill>
                <a:latin typeface="黑体"/>
                <a:cs typeface="黑体"/>
              </a:rPr>
              <a:t>一对</a:t>
            </a:r>
            <a:r>
              <a:rPr dirty="0" sz="2000" spc="-20" b="1">
                <a:solidFill>
                  <a:srgbClr val="9933FF"/>
                </a:solidFill>
                <a:latin typeface="黑体"/>
                <a:cs typeface="黑体"/>
              </a:rPr>
              <a:t>√</a:t>
            </a:r>
            <a:r>
              <a:rPr dirty="0" sz="2000" spc="-20" b="1">
                <a:solidFill>
                  <a:srgbClr val="00AFEF"/>
                </a:solidFill>
                <a:latin typeface="黑体"/>
                <a:cs typeface="黑体"/>
              </a:rPr>
              <a:t>，用它们所在的列号相减</a:t>
            </a:r>
            <a:r>
              <a:rPr dirty="0" sz="2000" spc="-50" b="1">
                <a:solidFill>
                  <a:srgbClr val="00AFEF"/>
                </a:solidFill>
                <a:latin typeface="黑体"/>
                <a:cs typeface="黑体"/>
              </a:rPr>
              <a:t>（</a:t>
            </a:r>
            <a:endParaRPr sz="2000">
              <a:latin typeface="黑体"/>
              <a:cs typeface="黑体"/>
            </a:endParaRPr>
          </a:p>
        </p:txBody>
      </p:sp>
      <p:sp>
        <p:nvSpPr>
          <p:cNvPr id="12" name="object 12" descr=""/>
          <p:cNvSpPr txBox="1"/>
          <p:nvPr/>
        </p:nvSpPr>
        <p:spPr>
          <a:xfrm>
            <a:off x="2340355" y="2800324"/>
            <a:ext cx="8159750" cy="4092575"/>
          </a:xfrm>
          <a:prstGeom prst="rect">
            <a:avLst/>
          </a:prstGeom>
        </p:spPr>
        <p:txBody>
          <a:bodyPr wrap="square" lIns="0" tIns="12700" rIns="0" bIns="0" rtlCol="0" vert="horz">
            <a:spAutoFit/>
          </a:bodyPr>
          <a:lstStyle/>
          <a:p>
            <a:pPr marL="894715" marR="5080" indent="6996430">
              <a:lnSpc>
                <a:spcPct val="150000"/>
              </a:lnSpc>
              <a:spcBef>
                <a:spcPts val="100"/>
              </a:spcBef>
            </a:pPr>
            <a:r>
              <a:rPr dirty="0" sz="2000" spc="-50" b="1">
                <a:solidFill>
                  <a:srgbClr val="00AFEF"/>
                </a:solidFill>
                <a:latin typeface="黑体"/>
                <a:cs typeface="黑体"/>
              </a:rPr>
              <a:t>大</a:t>
            </a:r>
            <a:r>
              <a:rPr dirty="0" sz="2000" spc="-10" b="1">
                <a:solidFill>
                  <a:srgbClr val="00AFEF"/>
                </a:solidFill>
                <a:latin typeface="黑体"/>
                <a:cs typeface="黑体"/>
              </a:rPr>
              <a:t>的减小的</a:t>
            </a:r>
            <a:r>
              <a:rPr dirty="0" sz="2000" spc="-20" b="1">
                <a:solidFill>
                  <a:srgbClr val="00AFEF"/>
                </a:solidFill>
                <a:latin typeface="黑体"/>
                <a:cs typeface="黑体"/>
              </a:rPr>
              <a:t>），</a:t>
            </a:r>
            <a:r>
              <a:rPr dirty="0" sz="2000" spc="-25" b="1">
                <a:solidFill>
                  <a:srgbClr val="00AFEF"/>
                </a:solidFill>
                <a:latin typeface="黑体"/>
                <a:cs typeface="黑体"/>
              </a:rPr>
              <a:t>列出各种可能的差值，然后删除相同的，剩下的就是禁止表的元素。</a:t>
            </a:r>
            <a:endParaRPr sz="2000">
              <a:latin typeface="黑体"/>
              <a:cs typeface="黑体"/>
            </a:endParaRPr>
          </a:p>
          <a:p>
            <a:pPr marL="469265" indent="-456565">
              <a:lnSpc>
                <a:spcPct val="100000"/>
              </a:lnSpc>
              <a:spcBef>
                <a:spcPts val="1914"/>
              </a:spcBef>
              <a:buSzPct val="89583"/>
              <a:buFont typeface="Wingdings"/>
              <a:buChar char=""/>
              <a:tabLst>
                <a:tab pos="469265" algn="l"/>
              </a:tabLst>
            </a:pPr>
            <a:r>
              <a:rPr dirty="0" sz="2400" spc="-15">
                <a:solidFill>
                  <a:srgbClr val="40458B"/>
                </a:solidFill>
                <a:latin typeface="黑体"/>
                <a:cs typeface="黑体"/>
              </a:rPr>
              <a:t>在上例中</a:t>
            </a:r>
            <a:endParaRPr sz="2400">
              <a:latin typeface="黑体"/>
              <a:cs typeface="黑体"/>
            </a:endParaRPr>
          </a:p>
          <a:p>
            <a:pPr lvl="1" marL="894715" indent="-287655">
              <a:lnSpc>
                <a:spcPct val="100000"/>
              </a:lnSpc>
              <a:spcBef>
                <a:spcPts val="1780"/>
              </a:spcBef>
              <a:buClr>
                <a:srgbClr val="4668F5"/>
              </a:buClr>
              <a:buSzPct val="60000"/>
              <a:buFont typeface="Wingdings"/>
              <a:buChar char=""/>
              <a:tabLst>
                <a:tab pos="894715" algn="l"/>
              </a:tabLst>
            </a:pPr>
            <a:r>
              <a:rPr dirty="0" sz="2000" spc="-25" b="1">
                <a:solidFill>
                  <a:srgbClr val="00AFEF"/>
                </a:solidFill>
                <a:latin typeface="黑体"/>
                <a:cs typeface="黑体"/>
              </a:rPr>
              <a:t>第一行的差值只有一个：</a:t>
            </a:r>
            <a:r>
              <a:rPr dirty="0" sz="2000" spc="-25" b="1">
                <a:solidFill>
                  <a:srgbClr val="9933FF"/>
                </a:solidFill>
                <a:latin typeface="Times New Roman"/>
                <a:cs typeface="Times New Roman"/>
              </a:rPr>
              <a:t>8</a:t>
            </a:r>
            <a:r>
              <a:rPr dirty="0" sz="2000" spc="-25" b="1">
                <a:solidFill>
                  <a:srgbClr val="9933FF"/>
                </a:solidFill>
                <a:latin typeface="黑体"/>
                <a:cs typeface="黑体"/>
              </a:rPr>
              <a:t>；</a:t>
            </a:r>
            <a:endParaRPr sz="2000">
              <a:latin typeface="黑体"/>
              <a:cs typeface="黑体"/>
            </a:endParaRPr>
          </a:p>
          <a:p>
            <a:pPr lvl="1" marL="894715" indent="-287655">
              <a:lnSpc>
                <a:spcPct val="100000"/>
              </a:lnSpc>
              <a:spcBef>
                <a:spcPts val="1685"/>
              </a:spcBef>
              <a:buClr>
                <a:srgbClr val="4668F5"/>
              </a:buClr>
              <a:buSzPct val="60000"/>
              <a:buFont typeface="Wingdings"/>
              <a:buChar char=""/>
              <a:tabLst>
                <a:tab pos="894715" algn="l"/>
              </a:tabLst>
            </a:pPr>
            <a:r>
              <a:rPr dirty="0" sz="2000" spc="-15" b="1">
                <a:solidFill>
                  <a:srgbClr val="00AFEF"/>
                </a:solidFill>
                <a:latin typeface="黑体"/>
                <a:cs typeface="黑体"/>
              </a:rPr>
              <a:t>第二行的差值有</a:t>
            </a:r>
            <a:r>
              <a:rPr dirty="0" sz="2000" spc="-10" b="1">
                <a:solidFill>
                  <a:srgbClr val="9933FF"/>
                </a:solidFill>
                <a:latin typeface="Times New Roman"/>
                <a:cs typeface="Times New Roman"/>
              </a:rPr>
              <a:t>3</a:t>
            </a:r>
            <a:r>
              <a:rPr dirty="0" sz="2000" spc="-10" b="1">
                <a:solidFill>
                  <a:srgbClr val="00AFEF"/>
                </a:solidFill>
                <a:latin typeface="黑体"/>
                <a:cs typeface="黑体"/>
              </a:rPr>
              <a:t>个：</a:t>
            </a:r>
            <a:r>
              <a:rPr dirty="0" sz="2000" spc="-10" b="1">
                <a:solidFill>
                  <a:srgbClr val="9933FF"/>
                </a:solidFill>
                <a:latin typeface="Times New Roman"/>
                <a:cs typeface="Times New Roman"/>
              </a:rPr>
              <a:t>1</a:t>
            </a:r>
            <a:r>
              <a:rPr dirty="0" sz="2000" spc="-10" b="1">
                <a:solidFill>
                  <a:srgbClr val="9933FF"/>
                </a:solidFill>
                <a:latin typeface="黑体"/>
                <a:cs typeface="黑体"/>
              </a:rPr>
              <a:t>，</a:t>
            </a:r>
            <a:r>
              <a:rPr dirty="0" sz="2000" spc="-10" b="1">
                <a:solidFill>
                  <a:srgbClr val="9933FF"/>
                </a:solidFill>
                <a:latin typeface="Times New Roman"/>
                <a:cs typeface="Times New Roman"/>
              </a:rPr>
              <a:t>5</a:t>
            </a:r>
            <a:r>
              <a:rPr dirty="0" sz="2000" spc="-10" b="1">
                <a:solidFill>
                  <a:srgbClr val="9933FF"/>
                </a:solidFill>
                <a:latin typeface="黑体"/>
                <a:cs typeface="黑体"/>
              </a:rPr>
              <a:t>，</a:t>
            </a:r>
            <a:r>
              <a:rPr dirty="0" sz="2000" spc="-10" b="1">
                <a:solidFill>
                  <a:srgbClr val="9933FF"/>
                </a:solidFill>
                <a:latin typeface="Times New Roman"/>
                <a:cs typeface="Times New Roman"/>
              </a:rPr>
              <a:t>6</a:t>
            </a:r>
            <a:r>
              <a:rPr dirty="0" sz="2000" spc="-10" b="1">
                <a:solidFill>
                  <a:srgbClr val="9933FF"/>
                </a:solidFill>
                <a:latin typeface="黑体"/>
                <a:cs typeface="黑体"/>
              </a:rPr>
              <a:t>；</a:t>
            </a:r>
            <a:endParaRPr sz="2000">
              <a:latin typeface="黑体"/>
              <a:cs typeface="黑体"/>
            </a:endParaRPr>
          </a:p>
          <a:p>
            <a:pPr lvl="1" marL="894715" indent="-287655">
              <a:lnSpc>
                <a:spcPct val="100000"/>
              </a:lnSpc>
              <a:spcBef>
                <a:spcPts val="1680"/>
              </a:spcBef>
              <a:buClr>
                <a:srgbClr val="4668F5"/>
              </a:buClr>
              <a:buSzPct val="60000"/>
              <a:buFont typeface="Wingdings"/>
              <a:buChar char=""/>
              <a:tabLst>
                <a:tab pos="894715" algn="l"/>
              </a:tabLst>
            </a:pPr>
            <a:r>
              <a:rPr dirty="0" sz="2000" b="1">
                <a:solidFill>
                  <a:srgbClr val="00AFEF"/>
                </a:solidFill>
                <a:latin typeface="黑体"/>
                <a:cs typeface="黑体"/>
              </a:rPr>
              <a:t>第</a:t>
            </a:r>
            <a:r>
              <a:rPr dirty="0" sz="2000" b="1">
                <a:solidFill>
                  <a:srgbClr val="00AFEF"/>
                </a:solidFill>
                <a:latin typeface="Times New Roman"/>
                <a:cs typeface="Times New Roman"/>
              </a:rPr>
              <a:t>3</a:t>
            </a:r>
            <a:r>
              <a:rPr dirty="0" sz="2000" spc="-10" b="1">
                <a:solidFill>
                  <a:srgbClr val="00AFEF"/>
                </a:solidFill>
                <a:latin typeface="黑体"/>
                <a:cs typeface="黑体"/>
              </a:rPr>
              <a:t>行只有一个</a:t>
            </a:r>
            <a:r>
              <a:rPr dirty="0" sz="2000" spc="-25" b="1">
                <a:solidFill>
                  <a:srgbClr val="00AFEF"/>
                </a:solidFill>
                <a:latin typeface="Times New Roman"/>
                <a:cs typeface="Times New Roman"/>
              </a:rPr>
              <a:t>√</a:t>
            </a:r>
            <a:r>
              <a:rPr dirty="0" sz="2000" spc="-25" b="1">
                <a:solidFill>
                  <a:srgbClr val="00AFEF"/>
                </a:solidFill>
                <a:latin typeface="黑体"/>
                <a:cs typeface="黑体"/>
              </a:rPr>
              <a:t>，没有差值；</a:t>
            </a:r>
            <a:endParaRPr sz="2000">
              <a:latin typeface="黑体"/>
              <a:cs typeface="黑体"/>
            </a:endParaRPr>
          </a:p>
          <a:p>
            <a:pPr lvl="1" marL="894715" indent="-287655">
              <a:lnSpc>
                <a:spcPct val="100000"/>
              </a:lnSpc>
              <a:spcBef>
                <a:spcPts val="1680"/>
              </a:spcBef>
              <a:buClr>
                <a:srgbClr val="4668F5"/>
              </a:buClr>
              <a:buSzPct val="60000"/>
              <a:buFont typeface="Wingdings"/>
              <a:buChar char=""/>
              <a:tabLst>
                <a:tab pos="894715" algn="l"/>
              </a:tabLst>
            </a:pPr>
            <a:r>
              <a:rPr dirty="0" sz="2000" b="1">
                <a:solidFill>
                  <a:srgbClr val="00AFEF"/>
                </a:solidFill>
                <a:latin typeface="黑体"/>
                <a:cs typeface="黑体"/>
              </a:rPr>
              <a:t>第</a:t>
            </a:r>
            <a:r>
              <a:rPr dirty="0" sz="2000" b="1">
                <a:solidFill>
                  <a:srgbClr val="00AFEF"/>
                </a:solidFill>
                <a:latin typeface="Times New Roman"/>
                <a:cs typeface="Times New Roman"/>
              </a:rPr>
              <a:t>4</a:t>
            </a:r>
            <a:r>
              <a:rPr dirty="0" sz="2000" spc="-10" b="1">
                <a:solidFill>
                  <a:srgbClr val="00AFEF"/>
                </a:solidFill>
                <a:latin typeface="黑体"/>
                <a:cs typeface="黑体"/>
              </a:rPr>
              <a:t>和第</a:t>
            </a:r>
            <a:r>
              <a:rPr dirty="0" sz="2000" spc="-10" b="1">
                <a:solidFill>
                  <a:srgbClr val="00AFEF"/>
                </a:solidFill>
                <a:latin typeface="Times New Roman"/>
                <a:cs typeface="Times New Roman"/>
              </a:rPr>
              <a:t>5</a:t>
            </a:r>
            <a:r>
              <a:rPr dirty="0" sz="2000" spc="-25" b="1">
                <a:solidFill>
                  <a:srgbClr val="00AFEF"/>
                </a:solidFill>
                <a:latin typeface="黑体"/>
                <a:cs typeface="黑体"/>
              </a:rPr>
              <a:t>行的差值都只有一个：</a:t>
            </a:r>
            <a:r>
              <a:rPr dirty="0" sz="2000" spc="-25" b="1">
                <a:solidFill>
                  <a:srgbClr val="9933FF"/>
                </a:solidFill>
                <a:latin typeface="Times New Roman"/>
                <a:cs typeface="Times New Roman"/>
              </a:rPr>
              <a:t>1</a:t>
            </a:r>
            <a:r>
              <a:rPr dirty="0" sz="2000" spc="-25" b="1">
                <a:solidFill>
                  <a:srgbClr val="00AFEF"/>
                </a:solidFill>
                <a:latin typeface="黑体"/>
                <a:cs typeface="黑体"/>
              </a:rPr>
              <a:t>；</a:t>
            </a:r>
            <a:endParaRPr sz="2000">
              <a:latin typeface="黑体"/>
              <a:cs typeface="黑体"/>
            </a:endParaRPr>
          </a:p>
        </p:txBody>
      </p:sp>
      <p:sp>
        <p:nvSpPr>
          <p:cNvPr id="13" name="object 13" descr=""/>
          <p:cNvSpPr/>
          <p:nvPr/>
        </p:nvSpPr>
        <p:spPr>
          <a:xfrm>
            <a:off x="2601976" y="152272"/>
            <a:ext cx="7596505" cy="3157855"/>
          </a:xfrm>
          <a:custGeom>
            <a:avLst/>
            <a:gdLst/>
            <a:ahLst/>
            <a:cxnLst/>
            <a:rect l="l" t="t" r="r" b="b"/>
            <a:pathLst>
              <a:path w="7596505" h="3157854">
                <a:moveTo>
                  <a:pt x="7596251" y="0"/>
                </a:moveTo>
                <a:lnTo>
                  <a:pt x="0" y="0"/>
                </a:lnTo>
                <a:lnTo>
                  <a:pt x="0" y="3157601"/>
                </a:lnTo>
                <a:lnTo>
                  <a:pt x="7596251" y="3157601"/>
                </a:lnTo>
                <a:lnTo>
                  <a:pt x="7596251" y="0"/>
                </a:lnTo>
                <a:close/>
              </a:path>
            </a:pathLst>
          </a:custGeom>
          <a:solidFill>
            <a:srgbClr val="B7C1EB"/>
          </a:solidFill>
        </p:spPr>
        <p:txBody>
          <a:bodyPr wrap="square" lIns="0" tIns="0" rIns="0" bIns="0" rtlCol="0"/>
          <a:lstStyle/>
          <a:p/>
        </p:txBody>
      </p:sp>
      <p:graphicFrame>
        <p:nvGraphicFramePr>
          <p:cNvPr id="14" name="object 14" descr=""/>
          <p:cNvGraphicFramePr>
            <a:graphicFrameLocks noGrp="1"/>
          </p:cNvGraphicFramePr>
          <p:nvPr/>
        </p:nvGraphicFramePr>
        <p:xfrm>
          <a:off x="2642165" y="219913"/>
          <a:ext cx="7515859" cy="2945130"/>
        </p:xfrm>
        <a:graphic>
          <a:graphicData uri="http://schemas.openxmlformats.org/drawingml/2006/table">
            <a:tbl>
              <a:tblPr firstRow="1" bandRow="1">
                <a:tableStyleId>{2D5ABB26-0587-4C30-8999-92F81FD0307C}</a:tableStyleId>
              </a:tblPr>
              <a:tblGrid>
                <a:gridCol w="1299210"/>
                <a:gridCol w="705485"/>
                <a:gridCol w="674369"/>
                <a:gridCol w="680720"/>
                <a:gridCol w="675004"/>
                <a:gridCol w="680720"/>
                <a:gridCol w="674370"/>
                <a:gridCol w="674370"/>
                <a:gridCol w="680719"/>
                <a:gridCol w="674370"/>
              </a:tblGrid>
              <a:tr h="622300">
                <a:tc>
                  <a:txBody>
                    <a:bodyPr/>
                    <a:lstStyle/>
                    <a:p>
                      <a:pPr marL="785495">
                        <a:lnSpc>
                          <a:spcPts val="2100"/>
                        </a:lnSpc>
                        <a:spcBef>
                          <a:spcPts val="570"/>
                        </a:spcBef>
                      </a:pPr>
                      <a:r>
                        <a:rPr dirty="0" sz="1900" spc="-60">
                          <a:solidFill>
                            <a:srgbClr val="0000FF"/>
                          </a:solidFill>
                          <a:latin typeface="宋体"/>
                          <a:cs typeface="宋体"/>
                        </a:rPr>
                        <a:t>时间</a:t>
                      </a:r>
                      <a:endParaRPr sz="1900">
                        <a:latin typeface="宋体"/>
                        <a:cs typeface="宋体"/>
                      </a:endParaRPr>
                    </a:p>
                    <a:p>
                      <a:pPr marL="55244">
                        <a:lnSpc>
                          <a:spcPts val="2100"/>
                        </a:lnSpc>
                      </a:pPr>
                      <a:r>
                        <a:rPr dirty="0" sz="1900" spc="-55">
                          <a:solidFill>
                            <a:srgbClr val="CC0000"/>
                          </a:solidFill>
                          <a:latin typeface="宋体"/>
                          <a:cs typeface="宋体"/>
                        </a:rPr>
                        <a:t>功能段</a:t>
                      </a:r>
                      <a:endParaRPr sz="1900">
                        <a:latin typeface="宋体"/>
                        <a:cs typeface="宋体"/>
                      </a:endParaRPr>
                    </a:p>
                  </a:txBody>
                  <a:tcPr marL="0" marR="0" marB="0" marT="7239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marL="6350">
                        <a:lnSpc>
                          <a:spcPct val="100000"/>
                        </a:lnSpc>
                        <a:spcBef>
                          <a:spcPts val="1889"/>
                        </a:spcBef>
                      </a:pPr>
                      <a:r>
                        <a:rPr dirty="0" sz="1900" spc="-50">
                          <a:solidFill>
                            <a:srgbClr val="0000FF"/>
                          </a:solidFill>
                          <a:latin typeface="宋体"/>
                          <a:cs typeface="宋体"/>
                        </a:rPr>
                        <a:t>1</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3810">
                        <a:lnSpc>
                          <a:spcPct val="100000"/>
                        </a:lnSpc>
                        <a:spcBef>
                          <a:spcPts val="1889"/>
                        </a:spcBef>
                      </a:pPr>
                      <a:r>
                        <a:rPr dirty="0" sz="1900" spc="-50">
                          <a:solidFill>
                            <a:srgbClr val="0000FF"/>
                          </a:solidFill>
                          <a:latin typeface="宋体"/>
                          <a:cs typeface="宋体"/>
                        </a:rPr>
                        <a:t>2</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8890">
                        <a:lnSpc>
                          <a:spcPct val="100000"/>
                        </a:lnSpc>
                        <a:spcBef>
                          <a:spcPts val="1889"/>
                        </a:spcBef>
                      </a:pPr>
                      <a:r>
                        <a:rPr dirty="0" sz="1900" spc="-50">
                          <a:solidFill>
                            <a:srgbClr val="0000FF"/>
                          </a:solidFill>
                          <a:latin typeface="宋体"/>
                          <a:cs typeface="宋体"/>
                        </a:rPr>
                        <a:t>3</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5875">
                        <a:lnSpc>
                          <a:spcPct val="100000"/>
                        </a:lnSpc>
                        <a:spcBef>
                          <a:spcPts val="1889"/>
                        </a:spcBef>
                      </a:pPr>
                      <a:r>
                        <a:rPr dirty="0" sz="1900" spc="-50">
                          <a:solidFill>
                            <a:srgbClr val="0000FF"/>
                          </a:solidFill>
                          <a:latin typeface="宋体"/>
                          <a:cs typeface="宋体"/>
                        </a:rPr>
                        <a:t>4</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L="31115">
                        <a:lnSpc>
                          <a:spcPct val="100000"/>
                        </a:lnSpc>
                        <a:spcBef>
                          <a:spcPts val="1889"/>
                        </a:spcBef>
                      </a:pPr>
                      <a:r>
                        <a:rPr dirty="0" sz="1900" spc="-50">
                          <a:solidFill>
                            <a:srgbClr val="0000FF"/>
                          </a:solidFill>
                          <a:latin typeface="宋体"/>
                          <a:cs typeface="宋体"/>
                        </a:rPr>
                        <a:t>5</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6510">
                        <a:lnSpc>
                          <a:spcPct val="100000"/>
                        </a:lnSpc>
                        <a:spcBef>
                          <a:spcPts val="1889"/>
                        </a:spcBef>
                      </a:pPr>
                      <a:r>
                        <a:rPr dirty="0" sz="1900" spc="-50">
                          <a:solidFill>
                            <a:srgbClr val="0000FF"/>
                          </a:solidFill>
                          <a:latin typeface="宋体"/>
                          <a:cs typeface="宋体"/>
                        </a:rPr>
                        <a:t>6</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3810">
                        <a:lnSpc>
                          <a:spcPct val="100000"/>
                        </a:lnSpc>
                        <a:spcBef>
                          <a:spcPts val="1889"/>
                        </a:spcBef>
                      </a:pPr>
                      <a:r>
                        <a:rPr dirty="0" sz="1900" spc="-50">
                          <a:solidFill>
                            <a:srgbClr val="0000FF"/>
                          </a:solidFill>
                          <a:latin typeface="宋体"/>
                          <a:cs typeface="宋体"/>
                        </a:rPr>
                        <a:t>7</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0160">
                        <a:lnSpc>
                          <a:spcPct val="100000"/>
                        </a:lnSpc>
                        <a:spcBef>
                          <a:spcPts val="1889"/>
                        </a:spcBef>
                      </a:pPr>
                      <a:r>
                        <a:rPr dirty="0" sz="1900" spc="-50">
                          <a:solidFill>
                            <a:srgbClr val="0000FF"/>
                          </a:solidFill>
                          <a:latin typeface="宋体"/>
                          <a:cs typeface="宋体"/>
                        </a:rPr>
                        <a:t>8</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L="37465">
                        <a:lnSpc>
                          <a:spcPct val="100000"/>
                        </a:lnSpc>
                        <a:spcBef>
                          <a:spcPts val="1889"/>
                        </a:spcBef>
                      </a:pPr>
                      <a:r>
                        <a:rPr dirty="0" sz="1900" spc="-50">
                          <a:solidFill>
                            <a:srgbClr val="0000FF"/>
                          </a:solidFill>
                          <a:latin typeface="宋体"/>
                          <a:cs typeface="宋体"/>
                        </a:rPr>
                        <a:t>9</a:t>
                      </a:r>
                      <a:endParaRPr sz="1900">
                        <a:latin typeface="宋体"/>
                        <a:cs typeface="宋体"/>
                      </a:endParaRPr>
                    </a:p>
                  </a:txBody>
                  <a:tcPr marL="0" marR="0" marB="0" marT="24002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r h="500380">
                <a:tc>
                  <a:txBody>
                    <a:bodyPr/>
                    <a:lstStyle/>
                    <a:p>
                      <a:pPr algn="ctr" marL="73660">
                        <a:lnSpc>
                          <a:spcPct val="100000"/>
                        </a:lnSpc>
                        <a:spcBef>
                          <a:spcPts val="1230"/>
                        </a:spcBef>
                      </a:pPr>
                      <a:r>
                        <a:rPr dirty="0" sz="1900" spc="-25">
                          <a:solidFill>
                            <a:srgbClr val="CC0000"/>
                          </a:solidFill>
                          <a:latin typeface="宋体"/>
                          <a:cs typeface="宋体"/>
                        </a:rPr>
                        <a:t>S1</a:t>
                      </a:r>
                      <a:endParaRPr sz="1900">
                        <a:latin typeface="宋体"/>
                        <a:cs typeface="宋体"/>
                      </a:endParaRPr>
                    </a:p>
                  </a:txBody>
                  <a:tcPr marL="0" marR="0" marB="0" marT="1562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40005">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2159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r h="455930">
                <a:tc>
                  <a:txBody>
                    <a:bodyPr/>
                    <a:lstStyle/>
                    <a:p>
                      <a:pPr algn="ctr" marL="73660">
                        <a:lnSpc>
                          <a:spcPct val="100000"/>
                        </a:lnSpc>
                        <a:spcBef>
                          <a:spcPts val="880"/>
                        </a:spcBef>
                      </a:pPr>
                      <a:r>
                        <a:rPr dirty="0" sz="1900" spc="-25">
                          <a:solidFill>
                            <a:srgbClr val="CC0000"/>
                          </a:solidFill>
                          <a:latin typeface="宋体"/>
                          <a:cs typeface="宋体"/>
                        </a:rPr>
                        <a:t>S2</a:t>
                      </a:r>
                      <a:endParaRPr sz="1900">
                        <a:latin typeface="宋体"/>
                        <a:cs typeface="宋体"/>
                      </a:endParaRPr>
                    </a:p>
                  </a:txBody>
                  <a:tcPr marL="0" marR="0" marB="0" marT="1117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889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524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5240">
                        <a:lnSpc>
                          <a:spcPct val="100000"/>
                        </a:lnSpc>
                        <a:spcBef>
                          <a:spcPts val="685"/>
                        </a:spcBef>
                      </a:pPr>
                      <a:r>
                        <a:rPr dirty="0" sz="2200" spc="-50">
                          <a:latin typeface="宋体"/>
                          <a:cs typeface="宋体"/>
                        </a:rPr>
                        <a:t>√</a:t>
                      </a:r>
                      <a:endParaRPr sz="2200">
                        <a:latin typeface="宋体"/>
                        <a:cs typeface="宋体"/>
                      </a:endParaRPr>
                    </a:p>
                  </a:txBody>
                  <a:tcPr marL="0" marR="0" marB="0" marT="869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r h="410209">
                <a:tc>
                  <a:txBody>
                    <a:bodyPr/>
                    <a:lstStyle/>
                    <a:p>
                      <a:pPr algn="ctr" marL="73660">
                        <a:lnSpc>
                          <a:spcPct val="100000"/>
                        </a:lnSpc>
                        <a:spcBef>
                          <a:spcPts val="525"/>
                        </a:spcBef>
                      </a:pPr>
                      <a:r>
                        <a:rPr dirty="0" sz="1900" spc="-25">
                          <a:solidFill>
                            <a:srgbClr val="CC0000"/>
                          </a:solidFill>
                          <a:latin typeface="宋体"/>
                          <a:cs typeface="宋体"/>
                        </a:rPr>
                        <a:t>S3</a:t>
                      </a:r>
                      <a:endParaRPr sz="1900">
                        <a:latin typeface="宋体"/>
                        <a:cs typeface="宋体"/>
                      </a:endParaRPr>
                    </a:p>
                  </a:txBody>
                  <a:tcPr marL="0" marR="0" marB="0" marT="6667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70485">
                        <a:lnSpc>
                          <a:spcPct val="100000"/>
                        </a:lnSpc>
                        <a:spcBef>
                          <a:spcPts val="325"/>
                        </a:spcBef>
                      </a:pPr>
                      <a:r>
                        <a:rPr dirty="0" sz="2200" spc="-50">
                          <a:latin typeface="宋体"/>
                          <a:cs typeface="宋体"/>
                        </a:rPr>
                        <a:t>√</a:t>
                      </a:r>
                      <a:endParaRPr sz="2200">
                        <a:latin typeface="宋体"/>
                        <a:cs typeface="宋体"/>
                      </a:endParaRPr>
                    </a:p>
                  </a:txBody>
                  <a:tcPr marL="0" marR="0" marB="0" marT="4127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r h="501015">
                <a:tc>
                  <a:txBody>
                    <a:bodyPr/>
                    <a:lstStyle/>
                    <a:p>
                      <a:pPr algn="ctr" marL="73660">
                        <a:lnSpc>
                          <a:spcPct val="100000"/>
                        </a:lnSpc>
                        <a:spcBef>
                          <a:spcPts val="1230"/>
                        </a:spcBef>
                      </a:pPr>
                      <a:r>
                        <a:rPr dirty="0" sz="1900" spc="-25">
                          <a:solidFill>
                            <a:srgbClr val="CC0000"/>
                          </a:solidFill>
                          <a:latin typeface="宋体"/>
                          <a:cs typeface="宋体"/>
                        </a:rPr>
                        <a:t>S4</a:t>
                      </a:r>
                      <a:endParaRPr sz="1900">
                        <a:latin typeface="宋体"/>
                        <a:cs typeface="宋体"/>
                      </a:endParaRPr>
                    </a:p>
                  </a:txBody>
                  <a:tcPr marL="0" marR="0" marB="0" marT="1562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524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21590">
                        <a:lnSpc>
                          <a:spcPct val="100000"/>
                        </a:lnSpc>
                        <a:spcBef>
                          <a:spcPts val="1035"/>
                        </a:spcBef>
                      </a:pPr>
                      <a:r>
                        <a:rPr dirty="0" sz="2200" spc="-50">
                          <a:latin typeface="宋体"/>
                          <a:cs typeface="宋体"/>
                        </a:rPr>
                        <a:t>√</a:t>
                      </a:r>
                      <a:endParaRPr sz="2200">
                        <a:latin typeface="宋体"/>
                        <a:cs typeface="宋体"/>
                      </a:endParaRPr>
                    </a:p>
                  </a:txBody>
                  <a:tcPr marL="0" marR="0" marB="0" marT="1314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r h="455295">
                <a:tc>
                  <a:txBody>
                    <a:bodyPr/>
                    <a:lstStyle/>
                    <a:p>
                      <a:pPr algn="ctr" marL="73660">
                        <a:lnSpc>
                          <a:spcPct val="100000"/>
                        </a:lnSpc>
                        <a:spcBef>
                          <a:spcPts val="880"/>
                        </a:spcBef>
                      </a:pPr>
                      <a:r>
                        <a:rPr dirty="0" sz="1900" spc="-25">
                          <a:solidFill>
                            <a:srgbClr val="CC0000"/>
                          </a:solidFill>
                          <a:latin typeface="宋体"/>
                          <a:cs typeface="宋体"/>
                        </a:rPr>
                        <a:t>S5</a:t>
                      </a:r>
                      <a:endParaRPr sz="1900">
                        <a:latin typeface="宋体"/>
                        <a:cs typeface="宋体"/>
                      </a:endParaRPr>
                    </a:p>
                  </a:txBody>
                  <a:tcPr marL="0" marR="0" marB="0" marT="1117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21590">
                        <a:lnSpc>
                          <a:spcPct val="100000"/>
                        </a:lnSpc>
                        <a:spcBef>
                          <a:spcPts val="680"/>
                        </a:spcBef>
                      </a:pPr>
                      <a:r>
                        <a:rPr dirty="0" sz="2200" spc="-50">
                          <a:latin typeface="宋体"/>
                          <a:cs typeface="宋体"/>
                        </a:rPr>
                        <a:t>√</a:t>
                      </a:r>
                      <a:endParaRPr sz="2200">
                        <a:latin typeface="宋体"/>
                        <a:cs typeface="宋体"/>
                      </a:endParaRPr>
                    </a:p>
                  </a:txBody>
                  <a:tcPr marL="0" marR="0" marB="0" marT="863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gn="ctr" marR="15240">
                        <a:lnSpc>
                          <a:spcPct val="100000"/>
                        </a:lnSpc>
                        <a:spcBef>
                          <a:spcPts val="680"/>
                        </a:spcBef>
                      </a:pPr>
                      <a:r>
                        <a:rPr dirty="0" sz="2200" spc="-50">
                          <a:latin typeface="宋体"/>
                          <a:cs typeface="宋体"/>
                        </a:rPr>
                        <a:t>√</a:t>
                      </a:r>
                      <a:endParaRPr sz="2200">
                        <a:latin typeface="宋体"/>
                        <a:cs typeface="宋体"/>
                      </a:endParaRPr>
                    </a:p>
                  </a:txBody>
                  <a:tcPr marL="0" marR="0" marB="0" marT="863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c>
                  <a:txBody>
                    <a:bodyPr/>
                    <a:lstStyle/>
                    <a:p>
                      <a:pPr>
                        <a:lnSpc>
                          <a:spcPct val="100000"/>
                        </a:lnSpc>
                      </a:pPr>
                      <a:endParaRPr sz="19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B7C1EB"/>
                    </a:solidFill>
                  </a:tcPr>
                </a:tc>
              </a:tr>
            </a:tbl>
          </a:graphicData>
        </a:graphic>
      </p:graphicFrame>
      <p:sp>
        <p:nvSpPr>
          <p:cNvPr id="15" name="object 15" descr=""/>
          <p:cNvSpPr/>
          <p:nvPr/>
        </p:nvSpPr>
        <p:spPr>
          <a:xfrm>
            <a:off x="2651698" y="229279"/>
            <a:ext cx="1299210" cy="623570"/>
          </a:xfrm>
          <a:custGeom>
            <a:avLst/>
            <a:gdLst/>
            <a:ahLst/>
            <a:cxnLst/>
            <a:rect l="l" t="t" r="r" b="b"/>
            <a:pathLst>
              <a:path w="1299210" h="623569">
                <a:moveTo>
                  <a:pt x="0" y="0"/>
                </a:moveTo>
                <a:lnTo>
                  <a:pt x="1299165" y="622997"/>
                </a:lnTo>
              </a:path>
            </a:pathLst>
          </a:custGeom>
          <a:ln w="19028">
            <a:solidFill>
              <a:srgbClr val="000000"/>
            </a:solidFill>
          </a:ln>
        </p:spPr>
        <p:txBody>
          <a:bodyPr wrap="square" lIns="0" tIns="0" rIns="0" bIns="0" rtlCol="0"/>
          <a:lstStyle/>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66595" algn="l"/>
                <a:tab pos="11028045" algn="l"/>
              </a:tabLst>
            </a:pPr>
            <a:r>
              <a:rPr dirty="0" b="1">
                <a:latin typeface="黑体"/>
                <a:cs typeface="黑体"/>
              </a:rPr>
              <a:t>	3.3</a:t>
            </a:r>
            <a:r>
              <a:rPr dirty="0" spc="35" b="1">
                <a:latin typeface="黑体"/>
                <a:cs typeface="黑体"/>
              </a:rPr>
              <a:t> </a:t>
            </a:r>
            <a:r>
              <a:rPr dirty="0" spc="-40" b="1">
                <a:latin typeface="黑体"/>
                <a:cs typeface="黑体"/>
              </a:rPr>
              <a:t>非</a:t>
            </a:r>
            <a:r>
              <a:rPr dirty="0" spc="-25" b="1">
                <a:latin typeface="黑体"/>
                <a:cs typeface="黑体"/>
              </a:rPr>
              <a:t>线</a:t>
            </a:r>
            <a:r>
              <a:rPr dirty="0" spc="-40" b="1">
                <a:latin typeface="黑体"/>
                <a:cs typeface="黑体"/>
              </a:rPr>
              <a:t>性流</a:t>
            </a:r>
            <a:r>
              <a:rPr dirty="0" spc="-30" b="1">
                <a:latin typeface="黑体"/>
                <a:cs typeface="黑体"/>
              </a:rPr>
              <a:t>水</a:t>
            </a:r>
            <a:r>
              <a:rPr dirty="0" spc="-40" b="1">
                <a:latin typeface="黑体"/>
                <a:cs typeface="黑体"/>
              </a:rPr>
              <a:t>线的</a:t>
            </a:r>
            <a:r>
              <a:rPr dirty="0" spc="-30" b="1">
                <a:latin typeface="黑体"/>
                <a:cs typeface="黑体"/>
              </a:rPr>
              <a:t>调</a:t>
            </a:r>
            <a:r>
              <a:rPr dirty="0" spc="-50" b="1">
                <a:latin typeface="黑体"/>
                <a:cs typeface="黑体"/>
              </a:rPr>
              <a:t>度</a:t>
            </a:r>
            <a:r>
              <a:rPr dirty="0" b="1">
                <a:latin typeface="黑体"/>
                <a:cs typeface="黑体"/>
              </a:rPr>
              <a:t>	</a:t>
            </a:r>
          </a:p>
        </p:txBody>
      </p:sp>
      <p:sp>
        <p:nvSpPr>
          <p:cNvPr id="9" name="object 9" descr=""/>
          <p:cNvSpPr txBox="1"/>
          <p:nvPr/>
        </p:nvSpPr>
        <p:spPr>
          <a:xfrm>
            <a:off x="677265" y="1106070"/>
            <a:ext cx="6776720" cy="1969135"/>
          </a:xfrm>
          <a:prstGeom prst="rect">
            <a:avLst/>
          </a:prstGeom>
        </p:spPr>
        <p:txBody>
          <a:bodyPr wrap="square" lIns="0" tIns="155575" rIns="0" bIns="0" rtlCol="0" vert="horz">
            <a:spAutoFit/>
          </a:bodyPr>
          <a:lstStyle/>
          <a:p>
            <a:pPr marL="494665" indent="-456565">
              <a:lnSpc>
                <a:spcPct val="100000"/>
              </a:lnSpc>
              <a:spcBef>
                <a:spcPts val="1225"/>
              </a:spcBef>
              <a:buClr>
                <a:srgbClr val="40458B"/>
              </a:buClr>
              <a:buFont typeface="Times New Roman"/>
              <a:buAutoNum type="arabicPeriod" startAt="2"/>
              <a:tabLst>
                <a:tab pos="494665" algn="l"/>
              </a:tabLst>
            </a:pPr>
            <a:r>
              <a:rPr dirty="0" sz="2800" spc="-30">
                <a:solidFill>
                  <a:srgbClr val="E14B04"/>
                </a:solidFill>
                <a:latin typeface="黑体"/>
                <a:cs typeface="黑体"/>
              </a:rPr>
              <a:t>根据禁止表</a:t>
            </a:r>
            <a:r>
              <a:rPr dirty="0" sz="2800" spc="-20">
                <a:solidFill>
                  <a:srgbClr val="E14B04"/>
                </a:solidFill>
                <a:latin typeface="Times New Roman"/>
                <a:cs typeface="Times New Roman"/>
              </a:rPr>
              <a:t>F</a:t>
            </a:r>
            <a:r>
              <a:rPr dirty="0" sz="2800" spc="-35">
                <a:solidFill>
                  <a:srgbClr val="E14B04"/>
                </a:solidFill>
                <a:latin typeface="黑体"/>
                <a:cs typeface="黑体"/>
              </a:rPr>
              <a:t>写出初始冲突向量</a:t>
            </a:r>
            <a:r>
              <a:rPr dirty="0" sz="2800" spc="-25">
                <a:solidFill>
                  <a:srgbClr val="E14B04"/>
                </a:solidFill>
                <a:latin typeface="Times New Roman"/>
                <a:cs typeface="Times New Roman"/>
              </a:rPr>
              <a:t>C</a:t>
            </a:r>
            <a:r>
              <a:rPr dirty="0" baseline="-21021" sz="2775" spc="-37">
                <a:solidFill>
                  <a:srgbClr val="E14B04"/>
                </a:solidFill>
                <a:latin typeface="Times New Roman"/>
                <a:cs typeface="Times New Roman"/>
              </a:rPr>
              <a:t>0</a:t>
            </a:r>
            <a:endParaRPr baseline="-21021" sz="2775">
              <a:latin typeface="Times New Roman"/>
              <a:cs typeface="Times New Roman"/>
            </a:endParaRPr>
          </a:p>
          <a:p>
            <a:pPr marL="1295400">
              <a:lnSpc>
                <a:spcPct val="100000"/>
              </a:lnSpc>
              <a:spcBef>
                <a:spcPts val="844"/>
              </a:spcBef>
            </a:pPr>
            <a:r>
              <a:rPr dirty="0" sz="2100" spc="-20" b="1">
                <a:solidFill>
                  <a:srgbClr val="00AFEF"/>
                </a:solidFill>
                <a:latin typeface="宋体"/>
                <a:cs typeface="宋体"/>
              </a:rPr>
              <a:t>（</a:t>
            </a:r>
            <a:r>
              <a:rPr dirty="0" sz="2100" spc="-40" b="1">
                <a:solidFill>
                  <a:srgbClr val="00AFEF"/>
                </a:solidFill>
                <a:latin typeface="宋体"/>
                <a:cs typeface="宋体"/>
              </a:rPr>
              <a:t>进行从一个集合到一个二进制位串的变换 </a:t>
            </a:r>
            <a:r>
              <a:rPr dirty="0" sz="2100" spc="-50" b="1">
                <a:solidFill>
                  <a:srgbClr val="00AFEF"/>
                </a:solidFill>
                <a:latin typeface="宋体"/>
                <a:cs typeface="宋体"/>
              </a:rPr>
              <a:t>）</a:t>
            </a:r>
            <a:endParaRPr sz="2100">
              <a:latin typeface="宋体"/>
              <a:cs typeface="宋体"/>
            </a:endParaRPr>
          </a:p>
          <a:p>
            <a:pPr lvl="1" marL="1124585" indent="-457200">
              <a:lnSpc>
                <a:spcPct val="100000"/>
              </a:lnSpc>
              <a:spcBef>
                <a:spcPts val="830"/>
              </a:spcBef>
              <a:buClr>
                <a:srgbClr val="40458B"/>
              </a:buClr>
              <a:buSzPct val="89583"/>
              <a:buFont typeface="Wingdings"/>
              <a:buChar char=""/>
              <a:tabLst>
                <a:tab pos="1124585" algn="l"/>
              </a:tabLst>
            </a:pPr>
            <a:r>
              <a:rPr dirty="0" sz="2400">
                <a:solidFill>
                  <a:srgbClr val="FF0000"/>
                </a:solidFill>
                <a:latin typeface="黑体"/>
                <a:cs typeface="黑体"/>
              </a:rPr>
              <a:t>冲突向量</a:t>
            </a:r>
            <a:r>
              <a:rPr dirty="0" sz="2400" spc="-10">
                <a:solidFill>
                  <a:srgbClr val="FF0000"/>
                </a:solidFill>
                <a:latin typeface="Times New Roman"/>
                <a:cs typeface="Times New Roman"/>
              </a:rPr>
              <a:t>C</a:t>
            </a:r>
            <a:r>
              <a:rPr dirty="0" sz="2400" spc="-5">
                <a:solidFill>
                  <a:srgbClr val="40458B"/>
                </a:solidFill>
                <a:latin typeface="黑体"/>
                <a:cs typeface="黑体"/>
              </a:rPr>
              <a:t>：一个</a:t>
            </a:r>
            <a:r>
              <a:rPr dirty="0" sz="2400" spc="-35">
                <a:solidFill>
                  <a:srgbClr val="9933FF"/>
                </a:solidFill>
                <a:latin typeface="Times New Roman"/>
                <a:cs typeface="Times New Roman"/>
              </a:rPr>
              <a:t>N</a:t>
            </a:r>
            <a:r>
              <a:rPr dirty="0" sz="2400" spc="-10">
                <a:solidFill>
                  <a:srgbClr val="40458B"/>
                </a:solidFill>
                <a:latin typeface="黑体"/>
                <a:cs typeface="黑体"/>
              </a:rPr>
              <a:t>位的二进制位串。</a:t>
            </a:r>
            <a:endParaRPr sz="2400">
              <a:latin typeface="黑体"/>
              <a:cs typeface="黑体"/>
            </a:endParaRPr>
          </a:p>
          <a:p>
            <a:pPr lvl="1" marL="1124585" indent="-457200">
              <a:lnSpc>
                <a:spcPct val="100000"/>
              </a:lnSpc>
              <a:spcBef>
                <a:spcPts val="860"/>
              </a:spcBef>
              <a:buSzPct val="89583"/>
              <a:buFont typeface="Wingdings"/>
              <a:buChar char=""/>
              <a:tabLst>
                <a:tab pos="1124585" algn="l"/>
              </a:tabLst>
            </a:pPr>
            <a:r>
              <a:rPr dirty="0" sz="2400" spc="-10">
                <a:solidFill>
                  <a:srgbClr val="40458B"/>
                </a:solidFill>
                <a:latin typeface="黑体"/>
                <a:cs typeface="黑体"/>
              </a:rPr>
              <a:t>设</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0</a:t>
            </a:r>
            <a:r>
              <a:rPr dirty="0" sz="2400" spc="-10">
                <a:solidFill>
                  <a:srgbClr val="9933FF"/>
                </a:solidFill>
                <a:latin typeface="Times New Roman"/>
                <a:cs typeface="Times New Roman"/>
              </a:rPr>
              <a:t>=</a:t>
            </a:r>
            <a:r>
              <a:rPr dirty="0" sz="2400" spc="-10">
                <a:solidFill>
                  <a:srgbClr val="9933FF"/>
                </a:solidFill>
                <a:latin typeface="黑体"/>
                <a:cs typeface="黑体"/>
              </a:rPr>
              <a:t>（</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N</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N-1</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i</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2</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1</a:t>
            </a:r>
            <a:r>
              <a:rPr dirty="0" sz="2400" spc="-10">
                <a:solidFill>
                  <a:srgbClr val="9933FF"/>
                </a:solidFill>
                <a:latin typeface="黑体"/>
                <a:cs typeface="黑体"/>
              </a:rPr>
              <a:t>）</a:t>
            </a:r>
            <a:r>
              <a:rPr dirty="0" sz="2400" spc="-25">
                <a:solidFill>
                  <a:srgbClr val="40458B"/>
                </a:solidFill>
                <a:latin typeface="黑体"/>
                <a:cs typeface="黑体"/>
              </a:rPr>
              <a:t>，则：</a:t>
            </a:r>
            <a:endParaRPr sz="2400">
              <a:latin typeface="黑体"/>
              <a:cs typeface="黑体"/>
            </a:endParaRPr>
          </a:p>
        </p:txBody>
      </p:sp>
      <p:sp>
        <p:nvSpPr>
          <p:cNvPr id="10" name="object 10" descr=""/>
          <p:cNvSpPr txBox="1"/>
          <p:nvPr/>
        </p:nvSpPr>
        <p:spPr>
          <a:xfrm>
            <a:off x="1306702" y="4005071"/>
            <a:ext cx="6586220" cy="2166620"/>
          </a:xfrm>
          <a:prstGeom prst="rect">
            <a:avLst/>
          </a:prstGeom>
        </p:spPr>
        <p:txBody>
          <a:bodyPr wrap="square" lIns="0" tIns="109220" rIns="0" bIns="0" rtlCol="0" vert="horz">
            <a:spAutoFit/>
          </a:bodyPr>
          <a:lstStyle/>
          <a:p>
            <a:pPr marL="1123315" indent="-457200">
              <a:lnSpc>
                <a:spcPct val="100000"/>
              </a:lnSpc>
              <a:spcBef>
                <a:spcPts val="860"/>
              </a:spcBef>
              <a:buClr>
                <a:srgbClr val="4668F5"/>
              </a:buClr>
              <a:buSzPct val="59523"/>
              <a:buFont typeface="Wingdings"/>
              <a:buChar char=""/>
              <a:tabLst>
                <a:tab pos="1123315" algn="l"/>
              </a:tabLst>
            </a:pPr>
            <a:r>
              <a:rPr dirty="0" sz="2100" b="1">
                <a:solidFill>
                  <a:srgbClr val="D50092"/>
                </a:solidFill>
                <a:latin typeface="Times New Roman"/>
                <a:cs typeface="Times New Roman"/>
              </a:rPr>
              <a:t>c</a:t>
            </a:r>
            <a:r>
              <a:rPr dirty="0" baseline="-19841" sz="2100" b="1">
                <a:solidFill>
                  <a:srgbClr val="D50092"/>
                </a:solidFill>
                <a:latin typeface="Times New Roman"/>
                <a:cs typeface="Times New Roman"/>
              </a:rPr>
              <a:t>i</a:t>
            </a:r>
            <a:r>
              <a:rPr dirty="0" sz="2100" b="1">
                <a:solidFill>
                  <a:srgbClr val="D50092"/>
                </a:solidFill>
                <a:latin typeface="Times New Roman"/>
                <a:cs typeface="Times New Roman"/>
              </a:rPr>
              <a:t>=0</a:t>
            </a:r>
            <a:r>
              <a:rPr dirty="0" sz="2100" spc="110" b="1">
                <a:solidFill>
                  <a:srgbClr val="D50092"/>
                </a:solidFill>
                <a:latin typeface="Times New Roman"/>
                <a:cs typeface="Times New Roman"/>
              </a:rPr>
              <a:t> </a:t>
            </a:r>
            <a:r>
              <a:rPr dirty="0" sz="2100" spc="-20" b="1">
                <a:solidFill>
                  <a:srgbClr val="00AFEF"/>
                </a:solidFill>
                <a:latin typeface="宋体"/>
                <a:cs typeface="宋体"/>
              </a:rPr>
              <a:t>：允许间隔</a:t>
            </a:r>
            <a:r>
              <a:rPr dirty="0" sz="2100" spc="-10" b="1">
                <a:solidFill>
                  <a:srgbClr val="9933FF"/>
                </a:solidFill>
                <a:latin typeface="Times New Roman"/>
                <a:cs typeface="Times New Roman"/>
              </a:rPr>
              <a:t>i</a:t>
            </a:r>
            <a:r>
              <a:rPr dirty="0" sz="2100" spc="-25" b="1">
                <a:solidFill>
                  <a:srgbClr val="00AFEF"/>
                </a:solidFill>
                <a:latin typeface="宋体"/>
                <a:cs typeface="宋体"/>
              </a:rPr>
              <a:t>个时钟周期后送入后续任务</a:t>
            </a:r>
            <a:endParaRPr sz="2100">
              <a:latin typeface="宋体"/>
              <a:cs typeface="宋体"/>
            </a:endParaRPr>
          </a:p>
          <a:p>
            <a:pPr marL="1123315" indent="-457200">
              <a:lnSpc>
                <a:spcPct val="100000"/>
              </a:lnSpc>
              <a:spcBef>
                <a:spcPts val="755"/>
              </a:spcBef>
              <a:buClr>
                <a:srgbClr val="4668F5"/>
              </a:buClr>
              <a:buSzPct val="59523"/>
              <a:buFont typeface="Wingdings"/>
              <a:buChar char=""/>
              <a:tabLst>
                <a:tab pos="1123315" algn="l"/>
              </a:tabLst>
            </a:pPr>
            <a:r>
              <a:rPr dirty="0" sz="2100" b="1">
                <a:solidFill>
                  <a:srgbClr val="D50092"/>
                </a:solidFill>
                <a:latin typeface="Times New Roman"/>
                <a:cs typeface="Times New Roman"/>
              </a:rPr>
              <a:t>c</a:t>
            </a:r>
            <a:r>
              <a:rPr dirty="0" baseline="-19841" sz="2100" b="1">
                <a:solidFill>
                  <a:srgbClr val="D50092"/>
                </a:solidFill>
                <a:latin typeface="Times New Roman"/>
                <a:cs typeface="Times New Roman"/>
              </a:rPr>
              <a:t>i</a:t>
            </a:r>
            <a:r>
              <a:rPr dirty="0" sz="2100" b="1">
                <a:solidFill>
                  <a:srgbClr val="D50092"/>
                </a:solidFill>
                <a:latin typeface="Times New Roman"/>
                <a:cs typeface="Times New Roman"/>
              </a:rPr>
              <a:t>=1</a:t>
            </a:r>
            <a:r>
              <a:rPr dirty="0" sz="2100" spc="125" b="1">
                <a:solidFill>
                  <a:srgbClr val="D50092"/>
                </a:solidFill>
                <a:latin typeface="Times New Roman"/>
                <a:cs typeface="Times New Roman"/>
              </a:rPr>
              <a:t> </a:t>
            </a:r>
            <a:r>
              <a:rPr dirty="0" sz="2100" spc="-20" b="1">
                <a:solidFill>
                  <a:srgbClr val="00AFEF"/>
                </a:solidFill>
                <a:latin typeface="宋体"/>
                <a:cs typeface="宋体"/>
              </a:rPr>
              <a:t>：不允许间隔</a:t>
            </a:r>
            <a:r>
              <a:rPr dirty="0" sz="2100" spc="-10" b="1">
                <a:solidFill>
                  <a:srgbClr val="9933FF"/>
                </a:solidFill>
                <a:latin typeface="Times New Roman"/>
                <a:cs typeface="Times New Roman"/>
              </a:rPr>
              <a:t>i</a:t>
            </a:r>
            <a:r>
              <a:rPr dirty="0" sz="2100" spc="-25" b="1">
                <a:solidFill>
                  <a:srgbClr val="00AFEF"/>
                </a:solidFill>
                <a:latin typeface="宋体"/>
                <a:cs typeface="宋体"/>
              </a:rPr>
              <a:t>个时钟周期后送入后续任务</a:t>
            </a:r>
            <a:endParaRPr sz="2100">
              <a:latin typeface="宋体"/>
              <a:cs typeface="宋体"/>
            </a:endParaRPr>
          </a:p>
          <a:p>
            <a:pPr marL="495300" indent="-457200">
              <a:lnSpc>
                <a:spcPct val="100000"/>
              </a:lnSpc>
              <a:spcBef>
                <a:spcPts val="830"/>
              </a:spcBef>
              <a:buSzPct val="89583"/>
              <a:buFont typeface="Wingdings"/>
              <a:buChar char=""/>
              <a:tabLst>
                <a:tab pos="495300" algn="l"/>
              </a:tabLst>
            </a:pPr>
            <a:r>
              <a:rPr dirty="0" sz="2400" spc="-10">
                <a:solidFill>
                  <a:srgbClr val="40458B"/>
                </a:solidFill>
                <a:latin typeface="黑体"/>
                <a:cs typeface="黑体"/>
              </a:rPr>
              <a:t>对于上面的例子</a:t>
            </a:r>
            <a:endParaRPr sz="2400">
              <a:latin typeface="黑体"/>
              <a:cs typeface="黑体"/>
            </a:endParaRPr>
          </a:p>
          <a:p>
            <a:pPr marL="1864995" marR="2646680">
              <a:lnSpc>
                <a:spcPct val="130100"/>
              </a:lnSpc>
              <a:spcBef>
                <a:spcPts val="35"/>
              </a:spcBef>
            </a:pPr>
            <a:r>
              <a:rPr dirty="0" sz="2100" b="1">
                <a:solidFill>
                  <a:srgbClr val="00AFEF"/>
                </a:solidFill>
                <a:latin typeface="Times New Roman"/>
                <a:cs typeface="Times New Roman"/>
              </a:rPr>
              <a:t>F= {</a:t>
            </a:r>
            <a:r>
              <a:rPr dirty="0" sz="2100" spc="-25" b="1">
                <a:solidFill>
                  <a:srgbClr val="00AFEF"/>
                </a:solidFill>
                <a:latin typeface="Times New Roman"/>
                <a:cs typeface="Times New Roman"/>
              </a:rPr>
              <a:t> </a:t>
            </a:r>
            <a:r>
              <a:rPr dirty="0" sz="2100" b="1">
                <a:solidFill>
                  <a:srgbClr val="00AFEF"/>
                </a:solidFill>
                <a:latin typeface="Times New Roman"/>
                <a:cs typeface="Times New Roman"/>
              </a:rPr>
              <a:t>1</a:t>
            </a:r>
            <a:r>
              <a:rPr dirty="0" sz="2100" b="1">
                <a:solidFill>
                  <a:srgbClr val="00AFEF"/>
                </a:solidFill>
                <a:latin typeface="宋体"/>
                <a:cs typeface="宋体"/>
              </a:rPr>
              <a:t>，</a:t>
            </a:r>
            <a:r>
              <a:rPr dirty="0" sz="2100" b="1">
                <a:solidFill>
                  <a:srgbClr val="00AFEF"/>
                </a:solidFill>
                <a:latin typeface="Times New Roman"/>
                <a:cs typeface="Times New Roman"/>
              </a:rPr>
              <a:t>5</a:t>
            </a:r>
            <a:r>
              <a:rPr dirty="0" sz="2100" b="1">
                <a:solidFill>
                  <a:srgbClr val="00AFEF"/>
                </a:solidFill>
                <a:latin typeface="宋体"/>
                <a:cs typeface="宋体"/>
              </a:rPr>
              <a:t>，</a:t>
            </a:r>
            <a:r>
              <a:rPr dirty="0" sz="2100" b="1">
                <a:solidFill>
                  <a:srgbClr val="00AFEF"/>
                </a:solidFill>
                <a:latin typeface="Times New Roman"/>
                <a:cs typeface="Times New Roman"/>
              </a:rPr>
              <a:t>6</a:t>
            </a:r>
            <a:r>
              <a:rPr dirty="0" sz="2100" b="1">
                <a:solidFill>
                  <a:srgbClr val="00AFEF"/>
                </a:solidFill>
                <a:latin typeface="宋体"/>
                <a:cs typeface="宋体"/>
              </a:rPr>
              <a:t>，</a:t>
            </a:r>
            <a:r>
              <a:rPr dirty="0" sz="2100" b="1">
                <a:solidFill>
                  <a:srgbClr val="00AFEF"/>
                </a:solidFill>
                <a:latin typeface="Times New Roman"/>
                <a:cs typeface="Times New Roman"/>
              </a:rPr>
              <a:t>8</a:t>
            </a:r>
            <a:r>
              <a:rPr dirty="0" sz="2100" spc="-25" b="1">
                <a:solidFill>
                  <a:srgbClr val="00AFEF"/>
                </a:solidFill>
                <a:latin typeface="Times New Roman"/>
                <a:cs typeface="Times New Roman"/>
              </a:rPr>
              <a:t> </a:t>
            </a:r>
            <a:r>
              <a:rPr dirty="0" sz="2100" spc="-50" b="1">
                <a:solidFill>
                  <a:srgbClr val="00AFEF"/>
                </a:solidFill>
                <a:latin typeface="Times New Roman"/>
                <a:cs typeface="Times New Roman"/>
              </a:rPr>
              <a:t>} </a:t>
            </a:r>
            <a:r>
              <a:rPr dirty="0" sz="2100" spc="-10" b="1">
                <a:solidFill>
                  <a:srgbClr val="9933FF"/>
                </a:solidFill>
                <a:latin typeface="Times New Roman"/>
                <a:cs typeface="Times New Roman"/>
              </a:rPr>
              <a:t>C</a:t>
            </a:r>
            <a:r>
              <a:rPr dirty="0" baseline="-19841" sz="2100" spc="-15" b="1">
                <a:solidFill>
                  <a:srgbClr val="9933FF"/>
                </a:solidFill>
                <a:latin typeface="Times New Roman"/>
                <a:cs typeface="Times New Roman"/>
              </a:rPr>
              <a:t>0</a:t>
            </a:r>
            <a:r>
              <a:rPr dirty="0" sz="2100" spc="-10" b="1">
                <a:solidFill>
                  <a:srgbClr val="9933FF"/>
                </a:solidFill>
                <a:latin typeface="Times New Roman"/>
                <a:cs typeface="Times New Roman"/>
              </a:rPr>
              <a:t>=</a:t>
            </a:r>
            <a:r>
              <a:rPr dirty="0" sz="2100" spc="-10" b="1">
                <a:solidFill>
                  <a:srgbClr val="9933FF"/>
                </a:solidFill>
                <a:latin typeface="宋体"/>
                <a:cs typeface="宋体"/>
              </a:rPr>
              <a:t>（</a:t>
            </a:r>
            <a:r>
              <a:rPr dirty="0" sz="2100" spc="-10" b="1">
                <a:solidFill>
                  <a:srgbClr val="9933FF"/>
                </a:solidFill>
                <a:latin typeface="Times New Roman"/>
                <a:cs typeface="Times New Roman"/>
              </a:rPr>
              <a:t>10110001</a:t>
            </a:r>
            <a:r>
              <a:rPr dirty="0" sz="2100" spc="-10" b="1">
                <a:solidFill>
                  <a:srgbClr val="9933FF"/>
                </a:solidFill>
                <a:latin typeface="宋体"/>
                <a:cs typeface="宋体"/>
              </a:rPr>
              <a:t>）</a:t>
            </a:r>
            <a:endParaRPr sz="2100">
              <a:latin typeface="宋体"/>
              <a:cs typeface="宋体"/>
            </a:endParaRPr>
          </a:p>
        </p:txBody>
      </p:sp>
      <p:sp>
        <p:nvSpPr>
          <p:cNvPr id="11" name="object 11" descr=""/>
          <p:cNvSpPr txBox="1"/>
          <p:nvPr/>
        </p:nvSpPr>
        <p:spPr>
          <a:xfrm>
            <a:off x="4705854" y="3136003"/>
            <a:ext cx="221615" cy="547370"/>
          </a:xfrm>
          <a:prstGeom prst="rect">
            <a:avLst/>
          </a:prstGeom>
        </p:spPr>
        <p:txBody>
          <a:bodyPr wrap="square" lIns="0" tIns="15240" rIns="0" bIns="0" rtlCol="0" vert="horz">
            <a:spAutoFit/>
          </a:bodyPr>
          <a:lstStyle/>
          <a:p>
            <a:pPr marL="12700">
              <a:lnSpc>
                <a:spcPct val="100000"/>
              </a:lnSpc>
              <a:spcBef>
                <a:spcPts val="120"/>
              </a:spcBef>
            </a:pPr>
            <a:r>
              <a:rPr dirty="0" sz="3400" spc="-50">
                <a:latin typeface="Times New Roman"/>
                <a:cs typeface="Times New Roman"/>
              </a:rPr>
              <a:t>c</a:t>
            </a:r>
            <a:endParaRPr sz="3400">
              <a:latin typeface="Times New Roman"/>
              <a:cs typeface="Times New Roman"/>
            </a:endParaRPr>
          </a:p>
        </p:txBody>
      </p:sp>
      <p:sp>
        <p:nvSpPr>
          <p:cNvPr id="12" name="object 12" descr=""/>
          <p:cNvSpPr txBox="1"/>
          <p:nvPr/>
        </p:nvSpPr>
        <p:spPr>
          <a:xfrm>
            <a:off x="4897093" y="3318126"/>
            <a:ext cx="325120" cy="370205"/>
          </a:xfrm>
          <a:prstGeom prst="rect">
            <a:avLst/>
          </a:prstGeom>
        </p:spPr>
        <p:txBody>
          <a:bodyPr wrap="square" lIns="0" tIns="13970" rIns="0" bIns="0" rtlCol="0" vert="horz">
            <a:spAutoFit/>
          </a:bodyPr>
          <a:lstStyle/>
          <a:p>
            <a:pPr marL="12700">
              <a:lnSpc>
                <a:spcPct val="100000"/>
              </a:lnSpc>
              <a:spcBef>
                <a:spcPts val="110"/>
              </a:spcBef>
            </a:pPr>
            <a:r>
              <a:rPr dirty="0" baseline="-3703" sz="3375" spc="-37">
                <a:latin typeface="Times New Roman"/>
                <a:cs typeface="Times New Roman"/>
              </a:rPr>
              <a:t>i</a:t>
            </a:r>
            <a:r>
              <a:rPr dirty="0" sz="1700" spc="-25">
                <a:latin typeface="宋体"/>
                <a:cs typeface="宋体"/>
              </a:rPr>
              <a:t>＝</a:t>
            </a:r>
            <a:endParaRPr sz="1700">
              <a:latin typeface="宋体"/>
              <a:cs typeface="宋体"/>
            </a:endParaRPr>
          </a:p>
        </p:txBody>
      </p:sp>
      <p:sp>
        <p:nvSpPr>
          <p:cNvPr id="13" name="object 13" descr=""/>
          <p:cNvSpPr/>
          <p:nvPr/>
        </p:nvSpPr>
        <p:spPr>
          <a:xfrm>
            <a:off x="5213786" y="3271750"/>
            <a:ext cx="191770" cy="476884"/>
          </a:xfrm>
          <a:custGeom>
            <a:avLst/>
            <a:gdLst/>
            <a:ahLst/>
            <a:cxnLst/>
            <a:rect l="l" t="t" r="r" b="b"/>
            <a:pathLst>
              <a:path w="191770" h="476885">
                <a:moveTo>
                  <a:pt x="191265" y="0"/>
                </a:moveTo>
                <a:lnTo>
                  <a:pt x="156049" y="8864"/>
                </a:lnTo>
                <a:lnTo>
                  <a:pt x="138933" y="8864"/>
                </a:lnTo>
                <a:lnTo>
                  <a:pt x="130811" y="16832"/>
                </a:lnTo>
                <a:lnTo>
                  <a:pt x="112785" y="16832"/>
                </a:lnTo>
                <a:lnTo>
                  <a:pt x="104664" y="25697"/>
                </a:lnTo>
                <a:lnTo>
                  <a:pt x="95632" y="34526"/>
                </a:lnTo>
                <a:lnTo>
                  <a:pt x="95632" y="43391"/>
                </a:lnTo>
                <a:lnTo>
                  <a:pt x="95632" y="199228"/>
                </a:lnTo>
                <a:lnTo>
                  <a:pt x="95632" y="207195"/>
                </a:lnTo>
                <a:lnTo>
                  <a:pt x="86601" y="216060"/>
                </a:lnTo>
                <a:lnTo>
                  <a:pt x="78479" y="216060"/>
                </a:lnTo>
                <a:lnTo>
                  <a:pt x="69484" y="224925"/>
                </a:lnTo>
                <a:lnTo>
                  <a:pt x="52332" y="233754"/>
                </a:lnTo>
                <a:lnTo>
                  <a:pt x="43300" y="233754"/>
                </a:lnTo>
                <a:lnTo>
                  <a:pt x="0" y="233754"/>
                </a:lnTo>
                <a:lnTo>
                  <a:pt x="43300" y="242619"/>
                </a:lnTo>
                <a:lnTo>
                  <a:pt x="52332" y="242619"/>
                </a:lnTo>
                <a:lnTo>
                  <a:pt x="69484" y="250587"/>
                </a:lnTo>
                <a:lnTo>
                  <a:pt x="78479" y="250587"/>
                </a:lnTo>
                <a:lnTo>
                  <a:pt x="86601" y="259452"/>
                </a:lnTo>
                <a:lnTo>
                  <a:pt x="95632" y="268317"/>
                </a:lnTo>
                <a:lnTo>
                  <a:pt x="95632" y="277146"/>
                </a:lnTo>
                <a:lnTo>
                  <a:pt x="95632" y="433004"/>
                </a:lnTo>
                <a:lnTo>
                  <a:pt x="95632" y="441858"/>
                </a:lnTo>
                <a:lnTo>
                  <a:pt x="104664" y="449829"/>
                </a:lnTo>
                <a:lnTo>
                  <a:pt x="112785" y="458684"/>
                </a:lnTo>
                <a:lnTo>
                  <a:pt x="130812" y="458684"/>
                </a:lnTo>
                <a:lnTo>
                  <a:pt x="138933" y="467538"/>
                </a:lnTo>
                <a:lnTo>
                  <a:pt x="156049" y="467538"/>
                </a:lnTo>
                <a:lnTo>
                  <a:pt x="191265" y="476392"/>
                </a:lnTo>
              </a:path>
            </a:pathLst>
          </a:custGeom>
          <a:ln w="26107">
            <a:solidFill>
              <a:srgbClr val="000000"/>
            </a:solidFill>
          </a:ln>
        </p:spPr>
        <p:txBody>
          <a:bodyPr wrap="square" lIns="0" tIns="0" rIns="0" bIns="0" rtlCol="0"/>
          <a:lstStyle/>
          <a:p/>
        </p:txBody>
      </p:sp>
      <p:sp>
        <p:nvSpPr>
          <p:cNvPr id="14" name="object 14" descr=""/>
          <p:cNvSpPr txBox="1"/>
          <p:nvPr/>
        </p:nvSpPr>
        <p:spPr>
          <a:xfrm>
            <a:off x="5531247" y="3004782"/>
            <a:ext cx="1056640" cy="891540"/>
          </a:xfrm>
          <a:prstGeom prst="rect">
            <a:avLst/>
          </a:prstGeom>
        </p:spPr>
        <p:txBody>
          <a:bodyPr wrap="square" lIns="0" tIns="102235" rIns="0" bIns="0" rtlCol="0" vert="horz">
            <a:spAutoFit/>
          </a:bodyPr>
          <a:lstStyle/>
          <a:p>
            <a:pPr marL="12700">
              <a:lnSpc>
                <a:spcPct val="100000"/>
              </a:lnSpc>
              <a:spcBef>
                <a:spcPts val="805"/>
              </a:spcBef>
              <a:tabLst>
                <a:tab pos="585470" algn="l"/>
              </a:tabLst>
            </a:pPr>
            <a:r>
              <a:rPr dirty="0" sz="2250" spc="-50">
                <a:latin typeface="Times New Roman"/>
                <a:cs typeface="Times New Roman"/>
              </a:rPr>
              <a:t>1</a:t>
            </a:r>
            <a:r>
              <a:rPr dirty="0" sz="2250">
                <a:latin typeface="Times New Roman"/>
                <a:cs typeface="Times New Roman"/>
              </a:rPr>
              <a:t>	</a:t>
            </a:r>
            <a:r>
              <a:rPr dirty="0" sz="2250" spc="-25">
                <a:latin typeface="Times New Roman"/>
                <a:cs typeface="Times New Roman"/>
              </a:rPr>
              <a:t>i</a:t>
            </a:r>
            <a:r>
              <a:rPr dirty="0" baseline="4901" sz="2550" spc="-37">
                <a:latin typeface="宋体"/>
                <a:cs typeface="宋体"/>
              </a:rPr>
              <a:t>∈</a:t>
            </a:r>
            <a:r>
              <a:rPr dirty="0" sz="2250" spc="-25">
                <a:latin typeface="Times New Roman"/>
                <a:cs typeface="Times New Roman"/>
              </a:rPr>
              <a:t>F</a:t>
            </a:r>
            <a:endParaRPr sz="2250">
              <a:latin typeface="Times New Roman"/>
              <a:cs typeface="Times New Roman"/>
            </a:endParaRPr>
          </a:p>
          <a:p>
            <a:pPr marL="12700">
              <a:lnSpc>
                <a:spcPct val="100000"/>
              </a:lnSpc>
              <a:spcBef>
                <a:spcPts val="710"/>
              </a:spcBef>
              <a:tabLst>
                <a:tab pos="585470" algn="l"/>
              </a:tabLst>
            </a:pPr>
            <a:r>
              <a:rPr dirty="0" sz="2250" spc="-50">
                <a:latin typeface="Times New Roman"/>
                <a:cs typeface="Times New Roman"/>
              </a:rPr>
              <a:t>0</a:t>
            </a:r>
            <a:r>
              <a:rPr dirty="0" sz="2250">
                <a:latin typeface="Times New Roman"/>
                <a:cs typeface="Times New Roman"/>
              </a:rPr>
              <a:t>	</a:t>
            </a:r>
            <a:r>
              <a:rPr dirty="0" sz="2250" spc="-25">
                <a:latin typeface="Times New Roman"/>
                <a:cs typeface="Times New Roman"/>
              </a:rPr>
              <a:t>i</a:t>
            </a:r>
            <a:r>
              <a:rPr dirty="0" baseline="4901" sz="2550" spc="-37">
                <a:latin typeface="宋体"/>
                <a:cs typeface="宋体"/>
              </a:rPr>
              <a:t>∈</a:t>
            </a:r>
            <a:r>
              <a:rPr dirty="0" sz="2250" spc="-25">
                <a:latin typeface="Times New Roman"/>
                <a:cs typeface="Times New Roman"/>
              </a:rPr>
              <a:t>F</a:t>
            </a:r>
            <a:endParaRPr sz="2250">
              <a:latin typeface="Times New Roman"/>
              <a:cs typeface="Times New Roman"/>
            </a:endParaRPr>
          </a:p>
        </p:txBody>
      </p:sp>
      <p:sp>
        <p:nvSpPr>
          <p:cNvPr id="15" name="object 15" descr=""/>
          <p:cNvSpPr/>
          <p:nvPr/>
        </p:nvSpPr>
        <p:spPr>
          <a:xfrm>
            <a:off x="6238540" y="3583445"/>
            <a:ext cx="78740" cy="277495"/>
          </a:xfrm>
          <a:custGeom>
            <a:avLst/>
            <a:gdLst/>
            <a:ahLst/>
            <a:cxnLst/>
            <a:rect l="l" t="t" r="r" b="b"/>
            <a:pathLst>
              <a:path w="78739" h="277495">
                <a:moveTo>
                  <a:pt x="78479" y="0"/>
                </a:moveTo>
                <a:lnTo>
                  <a:pt x="0" y="277157"/>
                </a:lnTo>
              </a:path>
            </a:pathLst>
          </a:custGeom>
          <a:ln w="26132">
            <a:solidFill>
              <a:srgbClr val="000000"/>
            </a:solidFill>
          </a:ln>
        </p:spPr>
        <p:txBody>
          <a:bodyPr wrap="square" lIns="0" tIns="0" rIns="0" bIns="0" rtlCol="0"/>
          <a:lstStyle/>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159816" y="1372565"/>
            <a:ext cx="10333355" cy="4203700"/>
          </a:xfrm>
          <a:prstGeom prst="rect">
            <a:avLst/>
          </a:prstGeom>
        </p:spPr>
        <p:txBody>
          <a:bodyPr wrap="square" lIns="0" tIns="12700" rIns="0" bIns="0" rtlCol="0" vert="horz">
            <a:spAutoFit/>
          </a:bodyPr>
          <a:lstStyle/>
          <a:p>
            <a:pPr marL="507365" indent="-456565">
              <a:lnSpc>
                <a:spcPct val="100000"/>
              </a:lnSpc>
              <a:spcBef>
                <a:spcPts val="100"/>
              </a:spcBef>
              <a:buClr>
                <a:srgbClr val="40458B"/>
              </a:buClr>
              <a:buFont typeface="Times New Roman"/>
              <a:buAutoNum type="arabicPeriod" startAt="3"/>
              <a:tabLst>
                <a:tab pos="507365" algn="l"/>
              </a:tabLst>
            </a:pPr>
            <a:r>
              <a:rPr dirty="0" sz="2700" spc="-5">
                <a:solidFill>
                  <a:srgbClr val="E14B04"/>
                </a:solidFill>
                <a:latin typeface="黑体"/>
                <a:cs typeface="黑体"/>
              </a:rPr>
              <a:t>根据初始冲突向量</a:t>
            </a:r>
            <a:r>
              <a:rPr dirty="0" sz="2700" spc="-10">
                <a:solidFill>
                  <a:srgbClr val="E14B04"/>
                </a:solidFill>
                <a:latin typeface="Times New Roman"/>
                <a:cs typeface="Times New Roman"/>
              </a:rPr>
              <a:t>C</a:t>
            </a:r>
            <a:r>
              <a:rPr dirty="0" baseline="-20061" sz="2700" spc="-15">
                <a:solidFill>
                  <a:srgbClr val="E14B04"/>
                </a:solidFill>
                <a:latin typeface="Times New Roman"/>
                <a:cs typeface="Times New Roman"/>
              </a:rPr>
              <a:t>0</a:t>
            </a:r>
            <a:r>
              <a:rPr dirty="0" sz="2700" spc="-20">
                <a:solidFill>
                  <a:srgbClr val="E14B04"/>
                </a:solidFill>
                <a:latin typeface="黑体"/>
                <a:cs typeface="黑体"/>
              </a:rPr>
              <a:t>画出状态转换图</a:t>
            </a:r>
            <a:endParaRPr sz="2700">
              <a:latin typeface="黑体"/>
              <a:cs typeface="黑体"/>
            </a:endParaRPr>
          </a:p>
          <a:p>
            <a:pPr algn="just" lvl="1" marL="1137285" marR="43180" indent="-457200">
              <a:lnSpc>
                <a:spcPct val="150000"/>
              </a:lnSpc>
              <a:spcBef>
                <a:spcPts val="650"/>
              </a:spcBef>
              <a:buSzPct val="89583"/>
              <a:buFont typeface="Wingdings"/>
              <a:buChar char=""/>
              <a:tabLst>
                <a:tab pos="1137285" algn="l"/>
              </a:tabLst>
            </a:pPr>
            <a:r>
              <a:rPr dirty="0" sz="2400">
                <a:solidFill>
                  <a:srgbClr val="40458B"/>
                </a:solidFill>
                <a:latin typeface="黑体"/>
                <a:cs typeface="黑体"/>
              </a:rPr>
              <a:t>当第一个任务流入流水线后，初始冲突向量</a:t>
            </a:r>
            <a:r>
              <a:rPr dirty="0" sz="2400" spc="-10">
                <a:solidFill>
                  <a:srgbClr val="40458B"/>
                </a:solidFill>
                <a:latin typeface="Times New Roman"/>
                <a:cs typeface="Times New Roman"/>
              </a:rPr>
              <a:t>C</a:t>
            </a:r>
            <a:r>
              <a:rPr dirty="0" baseline="-20833" sz="2400" spc="-15">
                <a:solidFill>
                  <a:srgbClr val="40458B"/>
                </a:solidFill>
                <a:latin typeface="Times New Roman"/>
                <a:cs typeface="Times New Roman"/>
              </a:rPr>
              <a:t>0</a:t>
            </a:r>
            <a:r>
              <a:rPr dirty="0" sz="2400" spc="-5">
                <a:solidFill>
                  <a:srgbClr val="40458B"/>
                </a:solidFill>
                <a:latin typeface="黑体"/>
                <a:cs typeface="黑体"/>
              </a:rPr>
              <a:t>决定了下一个任务需间隔多少个时钟周期才可以流入。</a:t>
            </a:r>
            <a:endParaRPr sz="2400">
              <a:latin typeface="黑体"/>
              <a:cs typeface="黑体"/>
            </a:endParaRPr>
          </a:p>
          <a:p>
            <a:pPr algn="just" lvl="1" marL="1136650" indent="-456565">
              <a:lnSpc>
                <a:spcPct val="100000"/>
              </a:lnSpc>
              <a:spcBef>
                <a:spcPts val="2020"/>
              </a:spcBef>
              <a:buSzPct val="89583"/>
              <a:buFont typeface="Wingdings"/>
              <a:buChar char=""/>
              <a:tabLst>
                <a:tab pos="1136650" algn="l"/>
              </a:tabLst>
            </a:pPr>
            <a:r>
              <a:rPr dirty="0" sz="2400">
                <a:solidFill>
                  <a:srgbClr val="40458B"/>
                </a:solidFill>
                <a:latin typeface="黑体"/>
                <a:cs typeface="黑体"/>
              </a:rPr>
              <a:t>在第二个任务流入后，</a:t>
            </a:r>
            <a:r>
              <a:rPr dirty="0" sz="2400" spc="-5">
                <a:solidFill>
                  <a:srgbClr val="339933"/>
                </a:solidFill>
                <a:latin typeface="黑体"/>
                <a:cs typeface="黑体"/>
              </a:rPr>
              <a:t>新的冲突向量是怎样的呢？</a:t>
            </a:r>
            <a:endParaRPr sz="2400">
              <a:latin typeface="黑体"/>
              <a:cs typeface="黑体"/>
            </a:endParaRPr>
          </a:p>
          <a:p>
            <a:pPr algn="just" lvl="2" marL="1560830" marR="241935" indent="-287020">
              <a:lnSpc>
                <a:spcPct val="150100"/>
              </a:lnSpc>
              <a:spcBef>
                <a:spcPts val="580"/>
              </a:spcBef>
              <a:buClr>
                <a:srgbClr val="4668F5"/>
              </a:buClr>
              <a:buSzPct val="60000"/>
              <a:buFont typeface="Wingdings"/>
              <a:buChar char=""/>
              <a:tabLst>
                <a:tab pos="1562100" algn="l"/>
              </a:tabLst>
            </a:pPr>
            <a:r>
              <a:rPr dirty="0" sz="2000" spc="-20" b="1">
                <a:solidFill>
                  <a:srgbClr val="00AFEF"/>
                </a:solidFill>
                <a:latin typeface="黑体"/>
                <a:cs typeface="黑体"/>
              </a:rPr>
              <a:t>假设第二个任务是在与第一个任务间隔</a:t>
            </a:r>
            <a:r>
              <a:rPr dirty="0" sz="2000" spc="-10" b="1">
                <a:solidFill>
                  <a:srgbClr val="9933FF"/>
                </a:solidFill>
                <a:latin typeface="Times New Roman"/>
                <a:cs typeface="Times New Roman"/>
              </a:rPr>
              <a:t>j</a:t>
            </a:r>
            <a:r>
              <a:rPr dirty="0" sz="2000" spc="-25" b="1">
                <a:solidFill>
                  <a:srgbClr val="00AFEF"/>
                </a:solidFill>
                <a:latin typeface="黑体"/>
                <a:cs typeface="黑体"/>
              </a:rPr>
              <a:t>个时钟周期流入，这时，由于第一个</a:t>
            </a:r>
            <a:r>
              <a:rPr dirty="0" sz="2000" spc="-25" b="1">
                <a:solidFill>
                  <a:srgbClr val="00AFEF"/>
                </a:solidFill>
                <a:latin typeface="黑体"/>
                <a:cs typeface="黑体"/>
              </a:rPr>
              <a:t>	</a:t>
            </a:r>
            <a:r>
              <a:rPr dirty="0" sz="2000" spc="-20" b="1">
                <a:solidFill>
                  <a:srgbClr val="00AFEF"/>
                </a:solidFill>
                <a:latin typeface="黑体"/>
                <a:cs typeface="黑体"/>
              </a:rPr>
              <a:t>任务已经在流水线中前进了</a:t>
            </a:r>
            <a:r>
              <a:rPr dirty="0" sz="2000" spc="-10" b="1">
                <a:solidFill>
                  <a:srgbClr val="9933FF"/>
                </a:solidFill>
                <a:latin typeface="Times New Roman"/>
                <a:cs typeface="Times New Roman"/>
              </a:rPr>
              <a:t>j</a:t>
            </a:r>
            <a:r>
              <a:rPr dirty="0" sz="2000" spc="-25" b="1">
                <a:solidFill>
                  <a:srgbClr val="00AFEF"/>
                </a:solidFill>
                <a:latin typeface="黑体"/>
                <a:cs typeface="黑体"/>
              </a:rPr>
              <a:t>个时钟周期，其相应的禁止表中各元素的值都应</a:t>
            </a:r>
            <a:r>
              <a:rPr dirty="0" sz="2000" spc="-25" b="1">
                <a:solidFill>
                  <a:srgbClr val="00AFEF"/>
                </a:solidFill>
                <a:latin typeface="黑体"/>
                <a:cs typeface="黑体"/>
              </a:rPr>
              <a:t>	</a:t>
            </a:r>
            <a:r>
              <a:rPr dirty="0" sz="2000" spc="-5" b="1">
                <a:solidFill>
                  <a:srgbClr val="00AFEF"/>
                </a:solidFill>
                <a:latin typeface="黑体"/>
                <a:cs typeface="黑体"/>
              </a:rPr>
              <a:t>该减去</a:t>
            </a:r>
            <a:r>
              <a:rPr dirty="0" sz="2000" spc="-10" b="1">
                <a:solidFill>
                  <a:srgbClr val="9933FF"/>
                </a:solidFill>
                <a:latin typeface="Times New Roman"/>
                <a:cs typeface="Times New Roman"/>
              </a:rPr>
              <a:t>j</a:t>
            </a:r>
            <a:r>
              <a:rPr dirty="0" sz="2000" spc="-20" b="1">
                <a:solidFill>
                  <a:srgbClr val="00AFEF"/>
                </a:solidFill>
                <a:latin typeface="黑体"/>
                <a:cs typeface="黑体"/>
              </a:rPr>
              <a:t>，并丢弃小于等于</a:t>
            </a:r>
            <a:r>
              <a:rPr dirty="0" sz="2000" spc="-10" b="1">
                <a:solidFill>
                  <a:srgbClr val="9933FF"/>
                </a:solidFill>
                <a:latin typeface="Times New Roman"/>
                <a:cs typeface="Times New Roman"/>
              </a:rPr>
              <a:t>0</a:t>
            </a:r>
            <a:r>
              <a:rPr dirty="0" sz="2000" spc="-25" b="1">
                <a:solidFill>
                  <a:srgbClr val="00AFEF"/>
                </a:solidFill>
                <a:latin typeface="黑体"/>
                <a:cs typeface="黑体"/>
              </a:rPr>
              <a:t>的值。</a:t>
            </a:r>
            <a:endParaRPr sz="2000">
              <a:latin typeface="黑体"/>
              <a:cs typeface="黑体"/>
            </a:endParaRPr>
          </a:p>
          <a:p>
            <a:pPr algn="just" lvl="2" marL="1561465" indent="-287020">
              <a:lnSpc>
                <a:spcPct val="100000"/>
              </a:lnSpc>
              <a:spcBef>
                <a:spcPts val="1680"/>
              </a:spcBef>
              <a:buClr>
                <a:srgbClr val="4668F5"/>
              </a:buClr>
              <a:buSzPct val="60000"/>
              <a:buFont typeface="Wingdings"/>
              <a:buChar char=""/>
              <a:tabLst>
                <a:tab pos="1561465" algn="l"/>
              </a:tabLst>
            </a:pPr>
            <a:r>
              <a:rPr dirty="0" sz="2000" spc="-20" b="1">
                <a:solidFill>
                  <a:srgbClr val="00AFEF"/>
                </a:solidFill>
                <a:latin typeface="黑体"/>
                <a:cs typeface="黑体"/>
              </a:rPr>
              <a:t>对冲突向量来说，就是</a:t>
            </a:r>
            <a:r>
              <a:rPr dirty="0" sz="2000" spc="-15" b="1">
                <a:solidFill>
                  <a:srgbClr val="D50092"/>
                </a:solidFill>
                <a:latin typeface="黑体"/>
                <a:cs typeface="黑体"/>
              </a:rPr>
              <a:t>逻辑右移</a:t>
            </a:r>
            <a:r>
              <a:rPr dirty="0" sz="2000" spc="-10" b="1">
                <a:solidFill>
                  <a:srgbClr val="D50092"/>
                </a:solidFill>
                <a:latin typeface="Times New Roman"/>
                <a:cs typeface="Times New Roman"/>
              </a:rPr>
              <a:t>j</a:t>
            </a:r>
            <a:r>
              <a:rPr dirty="0" sz="2000" spc="-10" b="1">
                <a:solidFill>
                  <a:srgbClr val="D50092"/>
                </a:solidFill>
                <a:latin typeface="黑体"/>
                <a:cs typeface="黑体"/>
              </a:rPr>
              <a:t>位</a:t>
            </a:r>
            <a:r>
              <a:rPr dirty="0" sz="2000" spc="-10" b="1">
                <a:solidFill>
                  <a:srgbClr val="00AFEF"/>
                </a:solidFill>
                <a:latin typeface="黑体"/>
                <a:cs typeface="黑体"/>
              </a:rPr>
              <a:t>（</a:t>
            </a:r>
            <a:r>
              <a:rPr dirty="0" sz="2000" spc="-15" b="1">
                <a:solidFill>
                  <a:srgbClr val="00AFEF"/>
                </a:solidFill>
                <a:latin typeface="黑体"/>
                <a:cs typeface="黑体"/>
              </a:rPr>
              <a:t>左边补</a:t>
            </a:r>
            <a:r>
              <a:rPr dirty="0" sz="2000" spc="-10" b="1">
                <a:solidFill>
                  <a:srgbClr val="9933FF"/>
                </a:solidFill>
                <a:latin typeface="Times New Roman"/>
                <a:cs typeface="Times New Roman"/>
              </a:rPr>
              <a:t>0</a:t>
            </a:r>
            <a:r>
              <a:rPr dirty="0" sz="2000" spc="-10" b="1">
                <a:solidFill>
                  <a:srgbClr val="00AFEF"/>
                </a:solidFill>
                <a:latin typeface="黑体"/>
                <a:cs typeface="黑体"/>
              </a:rPr>
              <a:t>）</a:t>
            </a:r>
            <a:r>
              <a:rPr dirty="0" sz="2000" spc="-50" b="1">
                <a:solidFill>
                  <a:srgbClr val="00AFEF"/>
                </a:solidFill>
                <a:latin typeface="黑体"/>
                <a:cs typeface="黑体"/>
              </a:rPr>
              <a:t>。</a:t>
            </a:r>
            <a:endParaRPr sz="2000">
              <a:latin typeface="黑体"/>
              <a:cs typeface="黑体"/>
            </a:endParaRPr>
          </a:p>
        </p:txBody>
      </p:sp>
      <p:pic>
        <p:nvPicPr>
          <p:cNvPr id="10" name="object 10" descr=""/>
          <p:cNvPicPr/>
          <p:nvPr/>
        </p:nvPicPr>
        <p:blipFill>
          <a:blip r:embed="rId2" cstate="print"/>
          <a:stretch>
            <a:fillRect/>
          </a:stretch>
        </p:blipFill>
        <p:spPr>
          <a:xfrm>
            <a:off x="2855976" y="5805487"/>
            <a:ext cx="7858125" cy="57626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966927" y="1174241"/>
            <a:ext cx="10668635" cy="5769610"/>
          </a:xfrm>
          <a:prstGeom prst="rect">
            <a:avLst/>
          </a:prstGeom>
        </p:spPr>
        <p:txBody>
          <a:bodyPr wrap="square" lIns="0" tIns="13335" rIns="0" bIns="0" rtlCol="0" vert="horz">
            <a:spAutoFit/>
          </a:bodyPr>
          <a:lstStyle/>
          <a:p>
            <a:pPr marL="970915" indent="-287655">
              <a:lnSpc>
                <a:spcPct val="100000"/>
              </a:lnSpc>
              <a:spcBef>
                <a:spcPts val="105"/>
              </a:spcBef>
              <a:buClr>
                <a:srgbClr val="4668F5"/>
              </a:buClr>
              <a:buSzPct val="60000"/>
              <a:buFont typeface="Wingdings"/>
              <a:buChar char=""/>
              <a:tabLst>
                <a:tab pos="970915" algn="l"/>
              </a:tabLst>
            </a:pPr>
            <a:r>
              <a:rPr dirty="0" sz="2000" spc="-20" b="1">
                <a:solidFill>
                  <a:srgbClr val="00AFEF"/>
                </a:solidFill>
                <a:latin typeface="黑体"/>
                <a:cs typeface="黑体"/>
              </a:rPr>
              <a:t>在冲突向量上，就是对它们的冲突向量进行</a:t>
            </a:r>
            <a:r>
              <a:rPr dirty="0" sz="2000" spc="-20" b="1">
                <a:solidFill>
                  <a:srgbClr val="D50092"/>
                </a:solidFill>
                <a:latin typeface="黑体"/>
                <a:cs typeface="黑体"/>
              </a:rPr>
              <a:t>“或”运算</a:t>
            </a:r>
            <a:r>
              <a:rPr dirty="0" sz="2000" spc="-50" b="1">
                <a:solidFill>
                  <a:srgbClr val="00AFEF"/>
                </a:solidFill>
                <a:latin typeface="黑体"/>
                <a:cs typeface="黑体"/>
              </a:rPr>
              <a:t>。</a:t>
            </a:r>
            <a:endParaRPr sz="2000">
              <a:latin typeface="黑体"/>
              <a:cs typeface="黑体"/>
            </a:endParaRPr>
          </a:p>
          <a:p>
            <a:pPr marL="2143125">
              <a:lnSpc>
                <a:spcPct val="100000"/>
              </a:lnSpc>
              <a:spcBef>
                <a:spcPts val="1680"/>
              </a:spcBef>
            </a:pPr>
            <a:r>
              <a:rPr dirty="0" sz="2000" spc="-10" b="1">
                <a:solidFill>
                  <a:srgbClr val="9933FF"/>
                </a:solidFill>
                <a:latin typeface="Times New Roman"/>
                <a:cs typeface="Times New Roman"/>
              </a:rPr>
              <a:t>SHR</a:t>
            </a:r>
            <a:r>
              <a:rPr dirty="0" baseline="25641" sz="1950" spc="-15" b="1">
                <a:solidFill>
                  <a:srgbClr val="9933FF"/>
                </a:solidFill>
                <a:latin typeface="Times New Roman"/>
                <a:cs typeface="Times New Roman"/>
              </a:rPr>
              <a:t>(j)</a:t>
            </a:r>
            <a:r>
              <a:rPr dirty="0" sz="2000" spc="-10" b="1">
                <a:solidFill>
                  <a:srgbClr val="9933FF"/>
                </a:solidFill>
                <a:latin typeface="黑体"/>
                <a:cs typeface="黑体"/>
              </a:rPr>
              <a:t>（</a:t>
            </a:r>
            <a:r>
              <a:rPr dirty="0" sz="2000" spc="-10" b="1">
                <a:solidFill>
                  <a:srgbClr val="9933FF"/>
                </a:solidFill>
                <a:latin typeface="Times New Roman"/>
                <a:cs typeface="Times New Roman"/>
              </a:rPr>
              <a:t>C</a:t>
            </a:r>
            <a:r>
              <a:rPr dirty="0" baseline="-21367" sz="1950" spc="-15" b="1">
                <a:solidFill>
                  <a:srgbClr val="9933FF"/>
                </a:solidFill>
                <a:latin typeface="Times New Roman"/>
                <a:cs typeface="Times New Roman"/>
              </a:rPr>
              <a:t>0</a:t>
            </a:r>
            <a:r>
              <a:rPr dirty="0" sz="2000" spc="-10" b="1">
                <a:solidFill>
                  <a:srgbClr val="9933FF"/>
                </a:solidFill>
                <a:latin typeface="黑体"/>
                <a:cs typeface="黑体"/>
              </a:rPr>
              <a:t>）</a:t>
            </a:r>
            <a:r>
              <a:rPr dirty="0" sz="2000" spc="-10" b="1">
                <a:solidFill>
                  <a:srgbClr val="9933FF"/>
                </a:solidFill>
                <a:latin typeface="Cambria Math"/>
                <a:cs typeface="Cambria Math"/>
              </a:rPr>
              <a:t>∨</a:t>
            </a:r>
            <a:r>
              <a:rPr dirty="0" sz="2000" spc="-10" b="1">
                <a:solidFill>
                  <a:srgbClr val="9933FF"/>
                </a:solidFill>
                <a:latin typeface="Times New Roman"/>
                <a:cs typeface="Times New Roman"/>
              </a:rPr>
              <a:t>C</a:t>
            </a:r>
            <a:r>
              <a:rPr dirty="0" baseline="-21367" sz="1950" spc="-15" b="1">
                <a:solidFill>
                  <a:srgbClr val="9933FF"/>
                </a:solidFill>
                <a:latin typeface="Times New Roman"/>
                <a:cs typeface="Times New Roman"/>
              </a:rPr>
              <a:t>0</a:t>
            </a:r>
            <a:endParaRPr baseline="-21367" sz="1950">
              <a:latin typeface="Times New Roman"/>
              <a:cs typeface="Times New Roman"/>
            </a:endParaRPr>
          </a:p>
          <a:p>
            <a:pPr marL="1699895">
              <a:lnSpc>
                <a:spcPct val="100000"/>
              </a:lnSpc>
              <a:spcBef>
                <a:spcPts val="1680"/>
              </a:spcBef>
            </a:pPr>
            <a:r>
              <a:rPr dirty="0" sz="2000" b="1">
                <a:solidFill>
                  <a:srgbClr val="00AFEF"/>
                </a:solidFill>
                <a:latin typeface="黑体"/>
                <a:cs typeface="黑体"/>
              </a:rPr>
              <a:t>其中</a:t>
            </a:r>
            <a:r>
              <a:rPr dirty="0" sz="2000" spc="-10" b="1">
                <a:solidFill>
                  <a:srgbClr val="00AFEF"/>
                </a:solidFill>
                <a:latin typeface="Times New Roman"/>
                <a:cs typeface="Times New Roman"/>
              </a:rPr>
              <a:t>:</a:t>
            </a:r>
            <a:r>
              <a:rPr dirty="0" sz="2000" spc="-10" b="1">
                <a:solidFill>
                  <a:srgbClr val="9933FF"/>
                </a:solidFill>
                <a:latin typeface="Times New Roman"/>
                <a:cs typeface="Times New Roman"/>
              </a:rPr>
              <a:t>SHR</a:t>
            </a:r>
            <a:r>
              <a:rPr dirty="0" baseline="25641" sz="1950" spc="-15" b="1">
                <a:solidFill>
                  <a:srgbClr val="9933FF"/>
                </a:solidFill>
                <a:latin typeface="Times New Roman"/>
                <a:cs typeface="Times New Roman"/>
              </a:rPr>
              <a:t>(j)</a:t>
            </a:r>
            <a:r>
              <a:rPr dirty="0" sz="2000" spc="-15" b="1">
                <a:solidFill>
                  <a:srgbClr val="00AFEF"/>
                </a:solidFill>
                <a:latin typeface="黑体"/>
                <a:cs typeface="黑体"/>
              </a:rPr>
              <a:t>表示逻辑右移</a:t>
            </a:r>
            <a:r>
              <a:rPr dirty="0" sz="2000" spc="-10" b="1">
                <a:solidFill>
                  <a:srgbClr val="00AFEF"/>
                </a:solidFill>
                <a:latin typeface="Times New Roman"/>
                <a:cs typeface="Times New Roman"/>
              </a:rPr>
              <a:t>j</a:t>
            </a:r>
            <a:r>
              <a:rPr dirty="0" sz="2000" spc="-50" b="1">
                <a:solidFill>
                  <a:srgbClr val="00AFEF"/>
                </a:solidFill>
                <a:latin typeface="黑体"/>
                <a:cs typeface="黑体"/>
              </a:rPr>
              <a:t>位</a:t>
            </a:r>
            <a:endParaRPr sz="2000">
              <a:latin typeface="黑体"/>
              <a:cs typeface="黑体"/>
            </a:endParaRPr>
          </a:p>
          <a:p>
            <a:pPr marL="546100" indent="-457200">
              <a:lnSpc>
                <a:spcPct val="100000"/>
              </a:lnSpc>
              <a:spcBef>
                <a:spcPts val="1914"/>
              </a:spcBef>
              <a:buSzPct val="89583"/>
              <a:buFont typeface="Wingdings"/>
              <a:buChar char=""/>
              <a:tabLst>
                <a:tab pos="546100" algn="l"/>
              </a:tabLst>
            </a:pPr>
            <a:r>
              <a:rPr dirty="0" sz="2400" spc="-15">
                <a:solidFill>
                  <a:srgbClr val="40458B"/>
                </a:solidFill>
                <a:latin typeface="黑体"/>
                <a:cs typeface="黑体"/>
              </a:rPr>
              <a:t>推广到更一般的情况</a:t>
            </a:r>
            <a:endParaRPr sz="2400">
              <a:latin typeface="黑体"/>
              <a:cs typeface="黑体"/>
            </a:endParaRPr>
          </a:p>
          <a:p>
            <a:pPr marL="1445260" marR="6993255" indent="-762000">
              <a:lnSpc>
                <a:spcPct val="170000"/>
              </a:lnSpc>
              <a:spcBef>
                <a:spcPts val="100"/>
              </a:spcBef>
            </a:pPr>
            <a:r>
              <a:rPr dirty="0" sz="2000" b="1">
                <a:solidFill>
                  <a:srgbClr val="00AFEF"/>
                </a:solidFill>
                <a:latin typeface="黑体"/>
                <a:cs typeface="黑体"/>
              </a:rPr>
              <a:t>假设</a:t>
            </a:r>
            <a:r>
              <a:rPr dirty="0" sz="2000" spc="-20" b="1">
                <a:solidFill>
                  <a:srgbClr val="00AFEF"/>
                </a:solidFill>
                <a:latin typeface="Times New Roman"/>
                <a:cs typeface="Times New Roman"/>
              </a:rPr>
              <a:t>: </a:t>
            </a:r>
            <a:r>
              <a:rPr dirty="0" sz="2000" spc="-10" b="1">
                <a:solidFill>
                  <a:srgbClr val="9933FF"/>
                </a:solidFill>
                <a:latin typeface="Times New Roman"/>
                <a:cs typeface="Times New Roman"/>
              </a:rPr>
              <a:t>C</a:t>
            </a:r>
            <a:r>
              <a:rPr dirty="0" baseline="-21367" sz="1950" spc="-15" b="1">
                <a:solidFill>
                  <a:srgbClr val="9933FF"/>
                </a:solidFill>
                <a:latin typeface="Times New Roman"/>
                <a:cs typeface="Times New Roman"/>
              </a:rPr>
              <a:t>k</a:t>
            </a:r>
            <a:r>
              <a:rPr dirty="0" sz="2000" spc="-15" b="1">
                <a:solidFill>
                  <a:srgbClr val="00AFEF"/>
                </a:solidFill>
                <a:latin typeface="黑体"/>
                <a:cs typeface="黑体"/>
              </a:rPr>
              <a:t>：当前的冲突向量</a:t>
            </a:r>
            <a:r>
              <a:rPr dirty="0" sz="2000" spc="-50" b="1">
                <a:solidFill>
                  <a:srgbClr val="00AFEF"/>
                </a:solidFill>
                <a:latin typeface="黑体"/>
                <a:cs typeface="黑体"/>
              </a:rPr>
              <a:t> </a:t>
            </a:r>
            <a:r>
              <a:rPr dirty="0" sz="2000" b="1">
                <a:solidFill>
                  <a:srgbClr val="9933FF"/>
                </a:solidFill>
                <a:latin typeface="Times New Roman"/>
                <a:cs typeface="Times New Roman"/>
              </a:rPr>
              <a:t>j</a:t>
            </a:r>
            <a:r>
              <a:rPr dirty="0" sz="2000" spc="-10" b="1">
                <a:solidFill>
                  <a:srgbClr val="00AFEF"/>
                </a:solidFill>
                <a:latin typeface="Times New Roman"/>
                <a:cs typeface="Times New Roman"/>
              </a:rPr>
              <a:t>: </a:t>
            </a:r>
            <a:r>
              <a:rPr dirty="0" sz="2000" spc="-20" b="1">
                <a:solidFill>
                  <a:srgbClr val="00AFEF"/>
                </a:solidFill>
                <a:latin typeface="黑体"/>
                <a:cs typeface="黑体"/>
              </a:rPr>
              <a:t>允许的时间间隔</a:t>
            </a:r>
            <a:endParaRPr sz="2000">
              <a:latin typeface="黑体"/>
              <a:cs typeface="黑体"/>
            </a:endParaRPr>
          </a:p>
          <a:p>
            <a:pPr marL="683260">
              <a:lnSpc>
                <a:spcPct val="100000"/>
              </a:lnSpc>
              <a:spcBef>
                <a:spcPts val="1685"/>
              </a:spcBef>
            </a:pPr>
            <a:r>
              <a:rPr dirty="0" sz="2000" spc="-25" b="1">
                <a:solidFill>
                  <a:srgbClr val="00AFEF"/>
                </a:solidFill>
                <a:latin typeface="黑体"/>
                <a:cs typeface="黑体"/>
              </a:rPr>
              <a:t>则新的冲突向量为：</a:t>
            </a:r>
            <a:endParaRPr sz="2000">
              <a:latin typeface="黑体"/>
              <a:cs typeface="黑体"/>
            </a:endParaRPr>
          </a:p>
          <a:p>
            <a:pPr marL="1635760">
              <a:lnSpc>
                <a:spcPct val="100000"/>
              </a:lnSpc>
              <a:spcBef>
                <a:spcPts val="1680"/>
              </a:spcBef>
            </a:pPr>
            <a:r>
              <a:rPr dirty="0" sz="2000" spc="-10" b="1">
                <a:solidFill>
                  <a:srgbClr val="9933FF"/>
                </a:solidFill>
                <a:latin typeface="Times New Roman"/>
                <a:cs typeface="Times New Roman"/>
              </a:rPr>
              <a:t>SHR</a:t>
            </a:r>
            <a:r>
              <a:rPr dirty="0" baseline="25641" sz="1950" spc="-15" b="1">
                <a:solidFill>
                  <a:srgbClr val="9933FF"/>
                </a:solidFill>
                <a:latin typeface="Times New Roman"/>
                <a:cs typeface="Times New Roman"/>
              </a:rPr>
              <a:t>(j)</a:t>
            </a:r>
            <a:r>
              <a:rPr dirty="0" sz="2000" spc="-10" b="1">
                <a:solidFill>
                  <a:srgbClr val="9933FF"/>
                </a:solidFill>
                <a:latin typeface="黑体"/>
                <a:cs typeface="黑体"/>
              </a:rPr>
              <a:t>（</a:t>
            </a:r>
            <a:r>
              <a:rPr dirty="0" sz="2000" spc="-10" b="1">
                <a:solidFill>
                  <a:srgbClr val="9933FF"/>
                </a:solidFill>
                <a:latin typeface="Times New Roman"/>
                <a:cs typeface="Times New Roman"/>
              </a:rPr>
              <a:t>C</a:t>
            </a:r>
            <a:r>
              <a:rPr dirty="0" baseline="-21367" sz="1950" spc="-15" b="1">
                <a:solidFill>
                  <a:srgbClr val="9933FF"/>
                </a:solidFill>
                <a:latin typeface="Times New Roman"/>
                <a:cs typeface="Times New Roman"/>
              </a:rPr>
              <a:t>k</a:t>
            </a:r>
            <a:r>
              <a:rPr dirty="0" sz="2000" spc="-10" b="1">
                <a:solidFill>
                  <a:srgbClr val="9933FF"/>
                </a:solidFill>
                <a:latin typeface="黑体"/>
                <a:cs typeface="黑体"/>
              </a:rPr>
              <a:t>）</a:t>
            </a:r>
            <a:r>
              <a:rPr dirty="0" sz="2000" spc="-10" b="1">
                <a:solidFill>
                  <a:srgbClr val="9933FF"/>
                </a:solidFill>
                <a:latin typeface="Cambria Math"/>
                <a:cs typeface="Cambria Math"/>
              </a:rPr>
              <a:t>∨</a:t>
            </a:r>
            <a:r>
              <a:rPr dirty="0" sz="2000" spc="-10" b="1">
                <a:solidFill>
                  <a:srgbClr val="9933FF"/>
                </a:solidFill>
                <a:latin typeface="Times New Roman"/>
                <a:cs typeface="Times New Roman"/>
              </a:rPr>
              <a:t>C</a:t>
            </a:r>
            <a:r>
              <a:rPr dirty="0" baseline="-21367" sz="1950" spc="-15" b="1">
                <a:solidFill>
                  <a:srgbClr val="9933FF"/>
                </a:solidFill>
                <a:latin typeface="Times New Roman"/>
                <a:cs typeface="Times New Roman"/>
              </a:rPr>
              <a:t>0</a:t>
            </a:r>
            <a:endParaRPr baseline="-21367" sz="1950">
              <a:latin typeface="Times New Roman"/>
              <a:cs typeface="Times New Roman"/>
            </a:endParaRPr>
          </a:p>
          <a:p>
            <a:pPr algn="just" marL="544830" marR="55880" indent="-456565">
              <a:lnSpc>
                <a:spcPct val="150000"/>
              </a:lnSpc>
              <a:spcBef>
                <a:spcPts val="475"/>
              </a:spcBef>
              <a:buSzPct val="89583"/>
              <a:buFont typeface="Wingdings"/>
              <a:buChar char=""/>
              <a:tabLst>
                <a:tab pos="546100" algn="l"/>
              </a:tabLst>
            </a:pPr>
            <a:r>
              <a:rPr dirty="0" sz="2400" spc="-15">
                <a:solidFill>
                  <a:srgbClr val="40458B"/>
                </a:solidFill>
                <a:latin typeface="黑体"/>
                <a:cs typeface="黑体"/>
              </a:rPr>
              <a:t>对于所有允许的时间间隔都按上述步骤求出其新的冲突向量，并且把新的冲</a:t>
            </a:r>
            <a:r>
              <a:rPr dirty="0" sz="2400" spc="-15">
                <a:solidFill>
                  <a:srgbClr val="40458B"/>
                </a:solidFill>
                <a:latin typeface="黑体"/>
                <a:cs typeface="黑体"/>
              </a:rPr>
              <a:t>	</a:t>
            </a:r>
            <a:r>
              <a:rPr dirty="0" sz="2400" spc="-5">
                <a:solidFill>
                  <a:srgbClr val="40458B"/>
                </a:solidFill>
                <a:latin typeface="黑体"/>
                <a:cs typeface="黑体"/>
              </a:rPr>
              <a:t>突向量作为当前冲突向量，反复使用上述步骤，直到不再产生新的冲突向量</a:t>
            </a:r>
            <a:r>
              <a:rPr dirty="0" sz="2400" spc="-5">
                <a:solidFill>
                  <a:srgbClr val="40458B"/>
                </a:solidFill>
                <a:latin typeface="黑体"/>
                <a:cs typeface="黑体"/>
              </a:rPr>
              <a:t>	</a:t>
            </a:r>
            <a:r>
              <a:rPr dirty="0" sz="2400" spc="-25">
                <a:solidFill>
                  <a:srgbClr val="40458B"/>
                </a:solidFill>
                <a:latin typeface="黑体"/>
                <a:cs typeface="黑体"/>
              </a:rPr>
              <a:t>为止。</a:t>
            </a:r>
            <a:endParaRPr sz="2400">
              <a:latin typeface="黑体"/>
              <a:cs typeface="黑体"/>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560730" y="1099692"/>
            <a:ext cx="11558270" cy="2172970"/>
          </a:xfrm>
          <a:prstGeom prst="rect">
            <a:avLst/>
          </a:prstGeom>
        </p:spPr>
        <p:txBody>
          <a:bodyPr wrap="square" lIns="0" tIns="12700" rIns="0" bIns="0" rtlCol="0" vert="horz">
            <a:spAutoFit/>
          </a:bodyPr>
          <a:lstStyle/>
          <a:p>
            <a:pPr marL="520700" marR="55880" indent="-457200">
              <a:lnSpc>
                <a:spcPct val="150100"/>
              </a:lnSpc>
              <a:spcBef>
                <a:spcPts val="100"/>
              </a:spcBef>
              <a:buSzPct val="89583"/>
              <a:buFont typeface="Wingdings"/>
              <a:buChar char=""/>
              <a:tabLst>
                <a:tab pos="520700" algn="l"/>
              </a:tabLst>
            </a:pPr>
            <a:r>
              <a:rPr dirty="0" sz="2400">
                <a:solidFill>
                  <a:srgbClr val="40458B"/>
                </a:solidFill>
                <a:latin typeface="黑体"/>
                <a:cs typeface="黑体"/>
              </a:rPr>
              <a:t>从初始冲突向量</a:t>
            </a:r>
            <a:r>
              <a:rPr dirty="0" sz="2400" spc="-10">
                <a:solidFill>
                  <a:srgbClr val="40458B"/>
                </a:solidFill>
                <a:latin typeface="Times New Roman"/>
                <a:cs typeface="Times New Roman"/>
              </a:rPr>
              <a:t>C</a:t>
            </a:r>
            <a:r>
              <a:rPr dirty="0" baseline="-20833" sz="2400" spc="-15">
                <a:solidFill>
                  <a:srgbClr val="40458B"/>
                </a:solidFill>
                <a:latin typeface="Times New Roman"/>
                <a:cs typeface="Times New Roman"/>
              </a:rPr>
              <a:t>0</a:t>
            </a:r>
            <a:r>
              <a:rPr dirty="0" sz="2400" spc="-5">
                <a:solidFill>
                  <a:srgbClr val="40458B"/>
                </a:solidFill>
                <a:latin typeface="黑体"/>
                <a:cs typeface="黑体"/>
              </a:rPr>
              <a:t>出发，反复应用上述步骤，可以求得所有的冲突向量以及产生</a:t>
            </a:r>
            <a:r>
              <a:rPr dirty="0" sz="2400" spc="-50">
                <a:solidFill>
                  <a:srgbClr val="40458B"/>
                </a:solidFill>
                <a:latin typeface="黑体"/>
                <a:cs typeface="黑体"/>
              </a:rPr>
              <a:t> </a:t>
            </a:r>
            <a:r>
              <a:rPr dirty="0" sz="2400">
                <a:solidFill>
                  <a:srgbClr val="40458B"/>
                </a:solidFill>
                <a:latin typeface="黑体"/>
                <a:cs typeface="黑体"/>
              </a:rPr>
              <a:t>这些向量所对应的时间间隔。由此可以画出用冲突向量表示的</a:t>
            </a:r>
            <a:r>
              <a:rPr dirty="0" sz="2400">
                <a:solidFill>
                  <a:srgbClr val="FF0000"/>
                </a:solidFill>
                <a:latin typeface="黑体"/>
                <a:cs typeface="黑体"/>
              </a:rPr>
              <a:t>流水线状态转移图</a:t>
            </a:r>
            <a:r>
              <a:rPr dirty="0" sz="2400" spc="-50">
                <a:solidFill>
                  <a:srgbClr val="40458B"/>
                </a:solidFill>
                <a:latin typeface="黑体"/>
                <a:cs typeface="黑体"/>
              </a:rPr>
              <a:t>。</a:t>
            </a:r>
            <a:endParaRPr sz="2400">
              <a:latin typeface="黑体"/>
              <a:cs typeface="黑体"/>
            </a:endParaRPr>
          </a:p>
          <a:p>
            <a:pPr lvl="1" marL="945515" indent="-287655">
              <a:lnSpc>
                <a:spcPct val="100000"/>
              </a:lnSpc>
              <a:spcBef>
                <a:spcPts val="1780"/>
              </a:spcBef>
              <a:buClr>
                <a:srgbClr val="4668F5"/>
              </a:buClr>
              <a:buSzPct val="60000"/>
              <a:buFont typeface="Wingdings"/>
              <a:buChar char=""/>
              <a:tabLst>
                <a:tab pos="945515" algn="l"/>
              </a:tabLst>
            </a:pPr>
            <a:r>
              <a:rPr dirty="0" sz="2000" spc="-10" b="1">
                <a:solidFill>
                  <a:srgbClr val="339933"/>
                </a:solidFill>
                <a:latin typeface="黑体"/>
                <a:cs typeface="黑体"/>
              </a:rPr>
              <a:t>有向弧</a:t>
            </a:r>
            <a:r>
              <a:rPr dirty="0" sz="2000" spc="-25" b="1">
                <a:solidFill>
                  <a:srgbClr val="00AFEF"/>
                </a:solidFill>
                <a:latin typeface="黑体"/>
                <a:cs typeface="黑体"/>
              </a:rPr>
              <a:t>：表示状态转移的方向</a:t>
            </a:r>
            <a:endParaRPr sz="2000">
              <a:latin typeface="黑体"/>
              <a:cs typeface="黑体"/>
            </a:endParaRPr>
          </a:p>
          <a:p>
            <a:pPr lvl="1" marL="945515" indent="-287655">
              <a:lnSpc>
                <a:spcPct val="100000"/>
              </a:lnSpc>
              <a:spcBef>
                <a:spcPts val="1680"/>
              </a:spcBef>
              <a:buClr>
                <a:srgbClr val="4668F5"/>
              </a:buClr>
              <a:buSzPct val="60000"/>
              <a:buFont typeface="Wingdings"/>
              <a:buChar char=""/>
              <a:tabLst>
                <a:tab pos="945515" algn="l"/>
              </a:tabLst>
            </a:pPr>
            <a:r>
              <a:rPr dirty="0" sz="2000" spc="-20" b="1">
                <a:solidFill>
                  <a:srgbClr val="339933"/>
                </a:solidFill>
                <a:latin typeface="黑体"/>
                <a:cs typeface="黑体"/>
              </a:rPr>
              <a:t>弧上的数字</a:t>
            </a:r>
            <a:r>
              <a:rPr dirty="0" sz="2000" spc="-20" b="1">
                <a:solidFill>
                  <a:srgbClr val="00AFEF"/>
                </a:solidFill>
                <a:latin typeface="黑体"/>
                <a:cs typeface="黑体"/>
              </a:rPr>
              <a:t>：表示引入后续任务</a:t>
            </a:r>
            <a:r>
              <a:rPr dirty="0" sz="2000" spc="-10" b="1">
                <a:solidFill>
                  <a:srgbClr val="00AFEF"/>
                </a:solidFill>
                <a:latin typeface="黑体"/>
                <a:cs typeface="黑体"/>
              </a:rPr>
              <a:t>（</a:t>
            </a:r>
            <a:r>
              <a:rPr dirty="0" sz="2000" spc="-20" b="1">
                <a:solidFill>
                  <a:srgbClr val="00AFEF"/>
                </a:solidFill>
                <a:latin typeface="黑体"/>
                <a:cs typeface="黑体"/>
              </a:rPr>
              <a:t>从而产生新的冲突向量</a:t>
            </a:r>
            <a:r>
              <a:rPr dirty="0" sz="2000" spc="-10" b="1">
                <a:solidFill>
                  <a:srgbClr val="00AFEF"/>
                </a:solidFill>
                <a:latin typeface="黑体"/>
                <a:cs typeface="黑体"/>
              </a:rPr>
              <a:t>）</a:t>
            </a:r>
            <a:r>
              <a:rPr dirty="0" sz="2000" spc="-20" b="1">
                <a:solidFill>
                  <a:srgbClr val="00AFEF"/>
                </a:solidFill>
                <a:latin typeface="黑体"/>
                <a:cs typeface="黑体"/>
              </a:rPr>
              <a:t>所用的时间间隔</a:t>
            </a:r>
            <a:r>
              <a:rPr dirty="0" sz="2000" spc="-10" b="1">
                <a:solidFill>
                  <a:srgbClr val="00AFEF"/>
                </a:solidFill>
                <a:latin typeface="黑体"/>
                <a:cs typeface="黑体"/>
              </a:rPr>
              <a:t>（</a:t>
            </a:r>
            <a:r>
              <a:rPr dirty="0" sz="2000" spc="-20" b="1">
                <a:solidFill>
                  <a:srgbClr val="00AFEF"/>
                </a:solidFill>
                <a:latin typeface="黑体"/>
                <a:cs typeface="黑体"/>
              </a:rPr>
              <a:t>时钟周期数</a:t>
            </a:r>
            <a:r>
              <a:rPr dirty="0" sz="2000" spc="-50" b="1">
                <a:solidFill>
                  <a:srgbClr val="00AFEF"/>
                </a:solidFill>
                <a:latin typeface="黑体"/>
                <a:cs typeface="黑体"/>
              </a:rPr>
              <a:t>）</a:t>
            </a:r>
            <a:endParaRPr sz="2000">
              <a:latin typeface="黑体"/>
              <a:cs typeface="黑体"/>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373989" y="918413"/>
            <a:ext cx="7472680" cy="5642610"/>
          </a:xfrm>
          <a:prstGeom prst="rect">
            <a:avLst/>
          </a:prstGeom>
        </p:spPr>
        <p:txBody>
          <a:bodyPr wrap="square" lIns="0" tIns="12700" rIns="0" bIns="0" rtlCol="0" vert="horz">
            <a:spAutoFit/>
          </a:bodyPr>
          <a:lstStyle/>
          <a:p>
            <a:pPr marL="152400">
              <a:lnSpc>
                <a:spcPct val="100000"/>
              </a:lnSpc>
              <a:spcBef>
                <a:spcPts val="100"/>
              </a:spcBef>
            </a:pPr>
            <a:r>
              <a:rPr dirty="0" sz="2700" spc="-35" b="1">
                <a:solidFill>
                  <a:srgbClr val="E14B04"/>
                </a:solidFill>
                <a:latin typeface="宋体"/>
                <a:cs typeface="宋体"/>
              </a:rPr>
              <a:t>对于上面的例子</a:t>
            </a:r>
            <a:endParaRPr sz="2700">
              <a:latin typeface="宋体"/>
              <a:cs typeface="宋体"/>
            </a:endParaRPr>
          </a:p>
          <a:p>
            <a:pPr marL="152400">
              <a:lnSpc>
                <a:spcPct val="100000"/>
              </a:lnSpc>
              <a:spcBef>
                <a:spcPts val="1855"/>
              </a:spcBef>
            </a:pPr>
            <a:r>
              <a:rPr dirty="0" sz="2000" b="1">
                <a:latin typeface="宋体"/>
                <a:cs typeface="宋体"/>
              </a:rPr>
              <a:t>（1）</a:t>
            </a:r>
            <a:r>
              <a:rPr dirty="0" sz="2000" spc="-35" b="1">
                <a:latin typeface="宋体"/>
                <a:cs typeface="宋体"/>
              </a:rPr>
              <a:t> </a:t>
            </a:r>
            <a:r>
              <a:rPr dirty="0" sz="2000" spc="-10" b="1">
                <a:solidFill>
                  <a:srgbClr val="9933FF"/>
                </a:solidFill>
                <a:latin typeface="宋体"/>
                <a:cs typeface="宋体"/>
              </a:rPr>
              <a:t>C</a:t>
            </a:r>
            <a:r>
              <a:rPr dirty="0" baseline="-21367" sz="1950" spc="-15" b="1">
                <a:solidFill>
                  <a:srgbClr val="9933FF"/>
                </a:solidFill>
                <a:latin typeface="宋体"/>
                <a:cs typeface="宋体"/>
              </a:rPr>
              <a:t>0</a:t>
            </a:r>
            <a:r>
              <a:rPr dirty="0" sz="2000" spc="-10" b="1">
                <a:solidFill>
                  <a:srgbClr val="9933FF"/>
                </a:solidFill>
                <a:latin typeface="宋体"/>
                <a:cs typeface="宋体"/>
              </a:rPr>
              <a:t>=（10110001）</a:t>
            </a:r>
            <a:endParaRPr sz="2000">
              <a:latin typeface="宋体"/>
              <a:cs typeface="宋体"/>
            </a:endParaRPr>
          </a:p>
          <a:p>
            <a:pPr marL="925194" marR="144780">
              <a:lnSpc>
                <a:spcPts val="4079"/>
              </a:lnSpc>
              <a:spcBef>
                <a:spcPts val="415"/>
              </a:spcBef>
            </a:pPr>
            <a:r>
              <a:rPr dirty="0" sz="2000" spc="-20" b="1">
                <a:latin typeface="宋体"/>
                <a:cs typeface="宋体"/>
              </a:rPr>
              <a:t>引入后续任务可用的时间间隔为：</a:t>
            </a:r>
            <a:r>
              <a:rPr dirty="0" sz="2000" spc="-10" b="1">
                <a:solidFill>
                  <a:srgbClr val="9933FF"/>
                </a:solidFill>
                <a:latin typeface="宋体"/>
                <a:cs typeface="宋体"/>
              </a:rPr>
              <a:t>2、</a:t>
            </a:r>
            <a:r>
              <a:rPr dirty="0" sz="2000" spc="-15" b="1">
                <a:solidFill>
                  <a:srgbClr val="9933FF"/>
                </a:solidFill>
                <a:latin typeface="宋体"/>
                <a:cs typeface="宋体"/>
              </a:rPr>
              <a:t>3</a:t>
            </a:r>
            <a:r>
              <a:rPr dirty="0" sz="2000" spc="-10" b="1">
                <a:solidFill>
                  <a:srgbClr val="9933FF"/>
                </a:solidFill>
                <a:latin typeface="宋体"/>
                <a:cs typeface="宋体"/>
              </a:rPr>
              <a:t>、</a:t>
            </a:r>
            <a:r>
              <a:rPr dirty="0" sz="2000" spc="-15" b="1">
                <a:solidFill>
                  <a:srgbClr val="9933FF"/>
                </a:solidFill>
                <a:latin typeface="宋体"/>
                <a:cs typeface="宋体"/>
              </a:rPr>
              <a:t>4</a:t>
            </a:r>
            <a:r>
              <a:rPr dirty="0" sz="2000" spc="-10" b="1">
                <a:solidFill>
                  <a:srgbClr val="9933FF"/>
                </a:solidFill>
                <a:latin typeface="宋体"/>
                <a:cs typeface="宋体"/>
              </a:rPr>
              <a:t>、7</a:t>
            </a:r>
            <a:r>
              <a:rPr dirty="0" sz="2000" spc="-30" b="1">
                <a:latin typeface="宋体"/>
                <a:cs typeface="宋体"/>
              </a:rPr>
              <a:t>个时钟周期</a:t>
            </a:r>
            <a:r>
              <a:rPr dirty="0" sz="2000" spc="-10" b="1">
                <a:latin typeface="宋体"/>
                <a:cs typeface="宋体"/>
              </a:rPr>
              <a:t>如果采用</a:t>
            </a:r>
            <a:r>
              <a:rPr dirty="0" sz="2000" spc="-10" b="1">
                <a:solidFill>
                  <a:srgbClr val="9933FF"/>
                </a:solidFill>
                <a:latin typeface="宋体"/>
                <a:cs typeface="宋体"/>
              </a:rPr>
              <a:t>2</a:t>
            </a:r>
            <a:r>
              <a:rPr dirty="0" sz="2000" spc="-25" b="1">
                <a:latin typeface="宋体"/>
                <a:cs typeface="宋体"/>
              </a:rPr>
              <a:t>，则新的冲突向量为：</a:t>
            </a:r>
            <a:endParaRPr sz="2000">
              <a:latin typeface="宋体"/>
              <a:cs typeface="宋体"/>
            </a:endParaRPr>
          </a:p>
          <a:p>
            <a:pPr marL="1566545">
              <a:lnSpc>
                <a:spcPct val="100000"/>
              </a:lnSpc>
              <a:spcBef>
                <a:spcPts val="1270"/>
              </a:spcBef>
            </a:pPr>
            <a:r>
              <a:rPr dirty="0" sz="2000" b="1">
                <a:solidFill>
                  <a:srgbClr val="E14B04"/>
                </a:solidFill>
                <a:latin typeface="宋体"/>
                <a:cs typeface="宋体"/>
              </a:rPr>
              <a:t>（00101100）∨（10110001）=</a:t>
            </a:r>
            <a:r>
              <a:rPr dirty="0" sz="2000" spc="-250" b="1">
                <a:solidFill>
                  <a:srgbClr val="E14B04"/>
                </a:solidFill>
                <a:latin typeface="宋体"/>
                <a:cs typeface="宋体"/>
              </a:rPr>
              <a:t> </a:t>
            </a:r>
            <a:r>
              <a:rPr dirty="0" sz="2000" spc="-10" b="1">
                <a:solidFill>
                  <a:srgbClr val="E14B04"/>
                </a:solidFill>
                <a:latin typeface="宋体"/>
                <a:cs typeface="宋体"/>
              </a:rPr>
              <a:t>（10111101）</a:t>
            </a:r>
            <a:endParaRPr sz="2000">
              <a:latin typeface="宋体"/>
              <a:cs typeface="宋体"/>
            </a:endParaRPr>
          </a:p>
          <a:p>
            <a:pPr marL="925194">
              <a:lnSpc>
                <a:spcPct val="100000"/>
              </a:lnSpc>
              <a:spcBef>
                <a:spcPts val="1680"/>
              </a:spcBef>
            </a:pPr>
            <a:r>
              <a:rPr dirty="0" sz="2000" spc="-15" b="1">
                <a:latin typeface="宋体"/>
                <a:cs typeface="宋体"/>
              </a:rPr>
              <a:t>如果采用</a:t>
            </a:r>
            <a:r>
              <a:rPr dirty="0" sz="2000" spc="-10" b="1">
                <a:solidFill>
                  <a:srgbClr val="9933FF"/>
                </a:solidFill>
                <a:latin typeface="宋体"/>
                <a:cs typeface="宋体"/>
              </a:rPr>
              <a:t>3</a:t>
            </a:r>
            <a:r>
              <a:rPr dirty="0" sz="2000" spc="-25" b="1">
                <a:latin typeface="宋体"/>
                <a:cs typeface="宋体"/>
              </a:rPr>
              <a:t>，则新的冲突向量为：</a:t>
            </a:r>
            <a:endParaRPr sz="2000">
              <a:latin typeface="宋体"/>
              <a:cs typeface="宋体"/>
            </a:endParaRPr>
          </a:p>
          <a:p>
            <a:pPr marL="1566545">
              <a:lnSpc>
                <a:spcPct val="100000"/>
              </a:lnSpc>
              <a:spcBef>
                <a:spcPts val="1680"/>
              </a:spcBef>
            </a:pPr>
            <a:r>
              <a:rPr dirty="0" sz="2000" b="1">
                <a:solidFill>
                  <a:srgbClr val="E14B04"/>
                </a:solidFill>
                <a:latin typeface="宋体"/>
                <a:cs typeface="宋体"/>
              </a:rPr>
              <a:t>（00010110）∨（10110001）=</a:t>
            </a:r>
            <a:r>
              <a:rPr dirty="0" sz="2000" spc="-250" b="1">
                <a:solidFill>
                  <a:srgbClr val="E14B04"/>
                </a:solidFill>
                <a:latin typeface="宋体"/>
                <a:cs typeface="宋体"/>
              </a:rPr>
              <a:t> </a:t>
            </a:r>
            <a:r>
              <a:rPr dirty="0" sz="2000" spc="-10" b="1">
                <a:solidFill>
                  <a:srgbClr val="E14B04"/>
                </a:solidFill>
                <a:latin typeface="宋体"/>
                <a:cs typeface="宋体"/>
              </a:rPr>
              <a:t>（10110111）</a:t>
            </a:r>
            <a:endParaRPr sz="2000">
              <a:latin typeface="宋体"/>
              <a:cs typeface="宋体"/>
            </a:endParaRPr>
          </a:p>
          <a:p>
            <a:pPr marL="925194">
              <a:lnSpc>
                <a:spcPct val="100000"/>
              </a:lnSpc>
              <a:spcBef>
                <a:spcPts val="1680"/>
              </a:spcBef>
            </a:pPr>
            <a:r>
              <a:rPr dirty="0" sz="2000" spc="-10" b="1">
                <a:latin typeface="宋体"/>
                <a:cs typeface="宋体"/>
              </a:rPr>
              <a:t>如果采用</a:t>
            </a:r>
            <a:r>
              <a:rPr dirty="0" sz="2000" spc="-10" b="1">
                <a:solidFill>
                  <a:srgbClr val="9933FF"/>
                </a:solidFill>
                <a:latin typeface="宋体"/>
                <a:cs typeface="宋体"/>
              </a:rPr>
              <a:t>4</a:t>
            </a:r>
            <a:r>
              <a:rPr dirty="0" sz="2000" spc="-25" b="1">
                <a:latin typeface="宋体"/>
                <a:cs typeface="宋体"/>
              </a:rPr>
              <a:t>，则新的冲突向量为：</a:t>
            </a:r>
            <a:endParaRPr sz="2000">
              <a:latin typeface="宋体"/>
              <a:cs typeface="宋体"/>
            </a:endParaRPr>
          </a:p>
          <a:p>
            <a:pPr marL="1566545">
              <a:lnSpc>
                <a:spcPct val="100000"/>
              </a:lnSpc>
              <a:spcBef>
                <a:spcPts val="1685"/>
              </a:spcBef>
            </a:pPr>
            <a:r>
              <a:rPr dirty="0" sz="2000" b="1">
                <a:solidFill>
                  <a:srgbClr val="E14B04"/>
                </a:solidFill>
                <a:latin typeface="宋体"/>
                <a:cs typeface="宋体"/>
              </a:rPr>
              <a:t>（00001011）∨（10110001）=</a:t>
            </a:r>
            <a:r>
              <a:rPr dirty="0" sz="2000" spc="-250" b="1">
                <a:solidFill>
                  <a:srgbClr val="E14B04"/>
                </a:solidFill>
                <a:latin typeface="宋体"/>
                <a:cs typeface="宋体"/>
              </a:rPr>
              <a:t> </a:t>
            </a:r>
            <a:r>
              <a:rPr dirty="0" sz="2000" spc="-10" b="1">
                <a:solidFill>
                  <a:srgbClr val="E14B04"/>
                </a:solidFill>
                <a:latin typeface="宋体"/>
                <a:cs typeface="宋体"/>
              </a:rPr>
              <a:t>（10111011）</a:t>
            </a:r>
            <a:endParaRPr sz="2000">
              <a:latin typeface="宋体"/>
              <a:cs typeface="宋体"/>
            </a:endParaRPr>
          </a:p>
          <a:p>
            <a:pPr marL="925194">
              <a:lnSpc>
                <a:spcPct val="100000"/>
              </a:lnSpc>
              <a:spcBef>
                <a:spcPts val="1680"/>
              </a:spcBef>
            </a:pPr>
            <a:r>
              <a:rPr dirty="0" sz="2000" spc="-10" b="1">
                <a:latin typeface="宋体"/>
                <a:cs typeface="宋体"/>
              </a:rPr>
              <a:t>如果采用</a:t>
            </a:r>
            <a:r>
              <a:rPr dirty="0" sz="2000" spc="-10" b="1">
                <a:solidFill>
                  <a:srgbClr val="9933FF"/>
                </a:solidFill>
                <a:latin typeface="宋体"/>
                <a:cs typeface="宋体"/>
              </a:rPr>
              <a:t>7</a:t>
            </a:r>
            <a:r>
              <a:rPr dirty="0" sz="2000" spc="-25" b="1">
                <a:latin typeface="宋体"/>
                <a:cs typeface="宋体"/>
              </a:rPr>
              <a:t>，则新的冲突向量为：</a:t>
            </a:r>
            <a:endParaRPr sz="2000">
              <a:latin typeface="宋体"/>
              <a:cs typeface="宋体"/>
            </a:endParaRPr>
          </a:p>
          <a:p>
            <a:pPr marL="1566545">
              <a:lnSpc>
                <a:spcPct val="100000"/>
              </a:lnSpc>
              <a:spcBef>
                <a:spcPts val="1680"/>
              </a:spcBef>
            </a:pPr>
            <a:r>
              <a:rPr dirty="0" sz="2000" b="1">
                <a:solidFill>
                  <a:srgbClr val="E14B04"/>
                </a:solidFill>
                <a:latin typeface="宋体"/>
                <a:cs typeface="宋体"/>
              </a:rPr>
              <a:t>（00000001）∨（10110001）=</a:t>
            </a:r>
            <a:r>
              <a:rPr dirty="0" sz="2000" spc="-250" b="1">
                <a:solidFill>
                  <a:srgbClr val="E14B04"/>
                </a:solidFill>
                <a:latin typeface="宋体"/>
                <a:cs typeface="宋体"/>
              </a:rPr>
              <a:t> </a:t>
            </a:r>
            <a:r>
              <a:rPr dirty="0" sz="2000" spc="-10" b="1">
                <a:solidFill>
                  <a:srgbClr val="E14B04"/>
                </a:solidFill>
                <a:latin typeface="宋体"/>
                <a:cs typeface="宋体"/>
              </a:rPr>
              <a:t>（10110001）</a:t>
            </a:r>
            <a:endParaRPr sz="2000">
              <a:latin typeface="宋体"/>
              <a:cs typeface="宋体"/>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89/154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grpSp>
        <p:nvGrpSpPr>
          <p:cNvPr id="9" name="object 9" descr=""/>
          <p:cNvGrpSpPr/>
          <p:nvPr/>
        </p:nvGrpSpPr>
        <p:grpSpPr>
          <a:xfrm>
            <a:off x="3487646" y="3359180"/>
            <a:ext cx="4168775" cy="3014980"/>
            <a:chOff x="3487646" y="3359180"/>
            <a:chExt cx="4168775" cy="3014980"/>
          </a:xfrm>
        </p:grpSpPr>
        <p:sp>
          <p:nvSpPr>
            <p:cNvPr id="10" name="object 10" descr=""/>
            <p:cNvSpPr/>
            <p:nvPr/>
          </p:nvSpPr>
          <p:spPr>
            <a:xfrm>
              <a:off x="4757550" y="3932256"/>
              <a:ext cx="2889250" cy="2432050"/>
            </a:xfrm>
            <a:custGeom>
              <a:avLst/>
              <a:gdLst/>
              <a:ahLst/>
              <a:cxnLst/>
              <a:rect l="l" t="t" r="r" b="b"/>
              <a:pathLst>
                <a:path w="2889250" h="2432050">
                  <a:moveTo>
                    <a:pt x="1866674" y="2432030"/>
                  </a:moveTo>
                  <a:lnTo>
                    <a:pt x="1874078" y="2430707"/>
                  </a:lnTo>
                  <a:lnTo>
                    <a:pt x="1939320" y="2411515"/>
                  </a:lnTo>
                  <a:lnTo>
                    <a:pt x="2010469" y="2385707"/>
                  </a:lnTo>
                  <a:lnTo>
                    <a:pt x="2068193" y="2359897"/>
                  </a:lnTo>
                  <a:lnTo>
                    <a:pt x="2132898" y="2334088"/>
                  </a:lnTo>
                  <a:lnTo>
                    <a:pt x="2191428" y="2301659"/>
                  </a:lnTo>
                  <a:lnTo>
                    <a:pt x="2249152" y="2269232"/>
                  </a:lnTo>
                  <a:lnTo>
                    <a:pt x="2307682" y="2236806"/>
                  </a:lnTo>
                  <a:lnTo>
                    <a:pt x="2365674" y="2198422"/>
                  </a:lnTo>
                  <a:lnTo>
                    <a:pt x="2417492" y="2160043"/>
                  </a:lnTo>
                  <a:lnTo>
                    <a:pt x="2469310" y="2120989"/>
                  </a:lnTo>
                  <a:lnTo>
                    <a:pt x="2514415" y="2076006"/>
                  </a:lnTo>
                  <a:lnTo>
                    <a:pt x="2559789" y="2030997"/>
                  </a:lnTo>
                  <a:lnTo>
                    <a:pt x="2604894" y="1985988"/>
                  </a:lnTo>
                  <a:lnTo>
                    <a:pt x="2643556" y="1934380"/>
                  </a:lnTo>
                  <a:lnTo>
                    <a:pt x="2682218" y="1882745"/>
                  </a:lnTo>
                  <a:lnTo>
                    <a:pt x="2714705" y="1831137"/>
                  </a:lnTo>
                  <a:lnTo>
                    <a:pt x="2746655" y="1779503"/>
                  </a:lnTo>
                  <a:lnTo>
                    <a:pt x="2772698" y="1727895"/>
                  </a:lnTo>
                  <a:lnTo>
                    <a:pt x="2798472" y="1669662"/>
                  </a:lnTo>
                  <a:lnTo>
                    <a:pt x="2824515" y="1612072"/>
                  </a:lnTo>
                  <a:lnTo>
                    <a:pt x="2843846" y="1553839"/>
                  </a:lnTo>
                  <a:lnTo>
                    <a:pt x="2857002" y="1489651"/>
                  </a:lnTo>
                  <a:lnTo>
                    <a:pt x="2869621" y="1431418"/>
                  </a:lnTo>
                  <a:lnTo>
                    <a:pt x="2883045" y="1366560"/>
                  </a:lnTo>
                  <a:lnTo>
                    <a:pt x="2888952" y="1302372"/>
                  </a:lnTo>
                  <a:lnTo>
                    <a:pt x="2888952" y="1238184"/>
                  </a:lnTo>
                  <a:lnTo>
                    <a:pt x="2888952" y="1173326"/>
                  </a:lnTo>
                  <a:lnTo>
                    <a:pt x="2883045" y="1115763"/>
                  </a:lnTo>
                  <a:lnTo>
                    <a:pt x="2869621" y="1050905"/>
                  </a:lnTo>
                  <a:lnTo>
                    <a:pt x="2857002" y="992672"/>
                  </a:lnTo>
                  <a:lnTo>
                    <a:pt x="2843846" y="928457"/>
                  </a:lnTo>
                  <a:lnTo>
                    <a:pt x="2824515" y="870224"/>
                  </a:lnTo>
                  <a:lnTo>
                    <a:pt x="2798472" y="812661"/>
                  </a:lnTo>
                  <a:lnTo>
                    <a:pt x="2772697" y="754428"/>
                  </a:lnTo>
                  <a:lnTo>
                    <a:pt x="2746654" y="702794"/>
                  </a:lnTo>
                  <a:lnTo>
                    <a:pt x="2714705" y="644560"/>
                  </a:lnTo>
                  <a:lnTo>
                    <a:pt x="2682218" y="593596"/>
                  </a:lnTo>
                  <a:lnTo>
                    <a:pt x="2643556" y="547943"/>
                  </a:lnTo>
                  <a:lnTo>
                    <a:pt x="2604894" y="496336"/>
                  </a:lnTo>
                  <a:lnTo>
                    <a:pt x="2559789" y="451326"/>
                  </a:lnTo>
                  <a:lnTo>
                    <a:pt x="2514415" y="406317"/>
                  </a:lnTo>
                  <a:lnTo>
                    <a:pt x="2469309" y="361335"/>
                  </a:lnTo>
                  <a:lnTo>
                    <a:pt x="2417492" y="322280"/>
                  </a:lnTo>
                  <a:lnTo>
                    <a:pt x="2365674" y="283896"/>
                  </a:lnTo>
                  <a:lnTo>
                    <a:pt x="2307681" y="244841"/>
                  </a:lnTo>
                  <a:lnTo>
                    <a:pt x="2249152" y="206457"/>
                  </a:lnTo>
                  <a:lnTo>
                    <a:pt x="2191427" y="174028"/>
                  </a:lnTo>
                  <a:lnTo>
                    <a:pt x="2132898" y="148224"/>
                  </a:lnTo>
                  <a:lnTo>
                    <a:pt x="2068193" y="122420"/>
                  </a:lnTo>
                  <a:lnTo>
                    <a:pt x="2010469" y="96617"/>
                  </a:lnTo>
                  <a:lnTo>
                    <a:pt x="1939320" y="70813"/>
                  </a:lnTo>
                  <a:lnTo>
                    <a:pt x="1874078" y="51607"/>
                  </a:lnTo>
                  <a:lnTo>
                    <a:pt x="1803735" y="39027"/>
                  </a:lnTo>
                  <a:lnTo>
                    <a:pt x="1738493" y="19849"/>
                  </a:lnTo>
                  <a:lnTo>
                    <a:pt x="1667345" y="13223"/>
                  </a:lnTo>
                  <a:lnTo>
                    <a:pt x="1590021" y="6598"/>
                  </a:lnTo>
                  <a:lnTo>
                    <a:pt x="1518873" y="0"/>
                  </a:lnTo>
                  <a:lnTo>
                    <a:pt x="1447724" y="0"/>
                  </a:lnTo>
                  <a:lnTo>
                    <a:pt x="1369863" y="0"/>
                  </a:lnTo>
                  <a:lnTo>
                    <a:pt x="1298822" y="6598"/>
                  </a:lnTo>
                  <a:lnTo>
                    <a:pt x="1228345" y="13223"/>
                  </a:lnTo>
                  <a:lnTo>
                    <a:pt x="1157170" y="19849"/>
                  </a:lnTo>
                  <a:lnTo>
                    <a:pt x="1086021" y="39027"/>
                  </a:lnTo>
                  <a:lnTo>
                    <a:pt x="1014846" y="51607"/>
                  </a:lnTo>
                  <a:lnTo>
                    <a:pt x="950356" y="70813"/>
                  </a:lnTo>
                  <a:lnTo>
                    <a:pt x="885167" y="96617"/>
                  </a:lnTo>
                  <a:lnTo>
                    <a:pt x="820677" y="122420"/>
                  </a:lnTo>
                  <a:lnTo>
                    <a:pt x="756160" y="148224"/>
                  </a:lnTo>
                  <a:lnTo>
                    <a:pt x="698302" y="174028"/>
                  </a:lnTo>
                  <a:lnTo>
                    <a:pt x="639772" y="206457"/>
                  </a:lnTo>
                  <a:lnTo>
                    <a:pt x="581914" y="244841"/>
                  </a:lnTo>
                  <a:lnTo>
                    <a:pt x="530042" y="283896"/>
                  </a:lnTo>
                  <a:lnTo>
                    <a:pt x="471513" y="322280"/>
                  </a:lnTo>
                  <a:lnTo>
                    <a:pt x="426300" y="361335"/>
                  </a:lnTo>
                  <a:lnTo>
                    <a:pt x="375073" y="406317"/>
                  </a:lnTo>
                  <a:lnTo>
                    <a:pt x="329860" y="451326"/>
                  </a:lnTo>
                  <a:lnTo>
                    <a:pt x="290634" y="496336"/>
                  </a:lnTo>
                  <a:lnTo>
                    <a:pt x="245395" y="547943"/>
                  </a:lnTo>
                  <a:lnTo>
                    <a:pt x="213472" y="593596"/>
                  </a:lnTo>
                  <a:lnTo>
                    <a:pt x="174246" y="644560"/>
                  </a:lnTo>
                  <a:lnTo>
                    <a:pt x="142323" y="702794"/>
                  </a:lnTo>
                  <a:lnTo>
                    <a:pt x="116388" y="754428"/>
                  </a:lnTo>
                  <a:lnTo>
                    <a:pt x="90452" y="812661"/>
                  </a:lnTo>
                  <a:lnTo>
                    <a:pt x="64516" y="870224"/>
                  </a:lnTo>
                  <a:lnTo>
                    <a:pt x="45212" y="928457"/>
                  </a:lnTo>
                  <a:lnTo>
                    <a:pt x="31922" y="992672"/>
                  </a:lnTo>
                  <a:lnTo>
                    <a:pt x="19277" y="1050905"/>
                  </a:lnTo>
                  <a:lnTo>
                    <a:pt x="6658" y="1115763"/>
                  </a:lnTo>
                  <a:lnTo>
                    <a:pt x="6658" y="1173326"/>
                  </a:lnTo>
                  <a:lnTo>
                    <a:pt x="0" y="1238184"/>
                  </a:lnTo>
                  <a:lnTo>
                    <a:pt x="6658" y="1302372"/>
                  </a:lnTo>
                  <a:lnTo>
                    <a:pt x="6658" y="1366560"/>
                  </a:lnTo>
                  <a:lnTo>
                    <a:pt x="19277" y="1431418"/>
                  </a:lnTo>
                  <a:lnTo>
                    <a:pt x="31922" y="1489651"/>
                  </a:lnTo>
                  <a:lnTo>
                    <a:pt x="45212" y="1553839"/>
                  </a:lnTo>
                  <a:lnTo>
                    <a:pt x="64516" y="1612072"/>
                  </a:lnTo>
                  <a:lnTo>
                    <a:pt x="90452" y="1669662"/>
                  </a:lnTo>
                  <a:lnTo>
                    <a:pt x="116388" y="1727895"/>
                  </a:lnTo>
                  <a:lnTo>
                    <a:pt x="142323" y="1779503"/>
                  </a:lnTo>
                  <a:lnTo>
                    <a:pt x="174246" y="1831137"/>
                  </a:lnTo>
                  <a:lnTo>
                    <a:pt x="213472" y="1882745"/>
                  </a:lnTo>
                  <a:lnTo>
                    <a:pt x="245395" y="1934380"/>
                  </a:lnTo>
                  <a:lnTo>
                    <a:pt x="290635" y="1985988"/>
                  </a:lnTo>
                  <a:lnTo>
                    <a:pt x="329860" y="2030997"/>
                  </a:lnTo>
                  <a:lnTo>
                    <a:pt x="375073" y="2076006"/>
                  </a:lnTo>
                  <a:lnTo>
                    <a:pt x="426300" y="2120989"/>
                  </a:lnTo>
                  <a:lnTo>
                    <a:pt x="471513" y="2160043"/>
                  </a:lnTo>
                  <a:lnTo>
                    <a:pt x="530043" y="2198422"/>
                  </a:lnTo>
                  <a:lnTo>
                    <a:pt x="581914" y="2236806"/>
                  </a:lnTo>
                  <a:lnTo>
                    <a:pt x="639772" y="2269232"/>
                  </a:lnTo>
                  <a:lnTo>
                    <a:pt x="698302" y="2301659"/>
                  </a:lnTo>
                  <a:lnTo>
                    <a:pt x="756161" y="2334088"/>
                  </a:lnTo>
                  <a:lnTo>
                    <a:pt x="820678" y="2359897"/>
                  </a:lnTo>
                  <a:lnTo>
                    <a:pt x="885168" y="2385707"/>
                  </a:lnTo>
                  <a:lnTo>
                    <a:pt x="950356" y="2411515"/>
                  </a:lnTo>
                  <a:lnTo>
                    <a:pt x="1014846" y="2430707"/>
                  </a:lnTo>
                  <a:lnTo>
                    <a:pt x="1022338" y="2432030"/>
                  </a:lnTo>
                </a:path>
              </a:pathLst>
            </a:custGeom>
            <a:ln w="19275">
              <a:solidFill>
                <a:srgbClr val="000000"/>
              </a:solidFill>
            </a:ln>
          </p:spPr>
          <p:txBody>
            <a:bodyPr wrap="square" lIns="0" tIns="0" rIns="0" bIns="0" rtlCol="0"/>
            <a:lstStyle/>
            <a:p/>
          </p:txBody>
        </p:sp>
        <p:sp>
          <p:nvSpPr>
            <p:cNvPr id="11" name="object 11" descr=""/>
            <p:cNvSpPr/>
            <p:nvPr/>
          </p:nvSpPr>
          <p:spPr>
            <a:xfrm>
              <a:off x="4272720" y="3726442"/>
              <a:ext cx="3070860" cy="2638425"/>
            </a:xfrm>
            <a:custGeom>
              <a:avLst/>
              <a:gdLst/>
              <a:ahLst/>
              <a:cxnLst/>
              <a:rect l="l" t="t" r="r" b="b"/>
              <a:pathLst>
                <a:path w="3070859" h="2638425">
                  <a:moveTo>
                    <a:pt x="1758388" y="0"/>
                  </a:moveTo>
                  <a:lnTo>
                    <a:pt x="0" y="927813"/>
                  </a:lnTo>
                  <a:lnTo>
                    <a:pt x="904159" y="2637844"/>
                  </a:lnTo>
                  <a:lnTo>
                    <a:pt x="2748585" y="2637844"/>
                  </a:lnTo>
                  <a:lnTo>
                    <a:pt x="3070662" y="2468429"/>
                  </a:lnTo>
                  <a:lnTo>
                    <a:pt x="1758388" y="0"/>
                  </a:lnTo>
                  <a:close/>
                </a:path>
              </a:pathLst>
            </a:custGeom>
            <a:solidFill>
              <a:srgbClr val="FFFFFF"/>
            </a:solidFill>
          </p:spPr>
          <p:txBody>
            <a:bodyPr wrap="square" lIns="0" tIns="0" rIns="0" bIns="0" rtlCol="0"/>
            <a:lstStyle/>
            <a:p/>
          </p:txBody>
        </p:sp>
        <p:sp>
          <p:nvSpPr>
            <p:cNvPr id="12" name="object 12" descr=""/>
            <p:cNvSpPr/>
            <p:nvPr/>
          </p:nvSpPr>
          <p:spPr>
            <a:xfrm>
              <a:off x="5501065" y="4132116"/>
              <a:ext cx="1312545" cy="1360805"/>
            </a:xfrm>
            <a:custGeom>
              <a:avLst/>
              <a:gdLst/>
              <a:ahLst/>
              <a:cxnLst/>
              <a:rect l="l" t="t" r="r" b="b"/>
              <a:pathLst>
                <a:path w="1312545" h="1360804">
                  <a:moveTo>
                    <a:pt x="652391" y="0"/>
                  </a:moveTo>
                  <a:lnTo>
                    <a:pt x="620441" y="0"/>
                  </a:lnTo>
                  <a:lnTo>
                    <a:pt x="587901" y="0"/>
                  </a:lnTo>
                  <a:lnTo>
                    <a:pt x="555307" y="6598"/>
                  </a:lnTo>
                  <a:lnTo>
                    <a:pt x="523384" y="13223"/>
                  </a:lnTo>
                  <a:lnTo>
                    <a:pt x="490817" y="19849"/>
                  </a:lnTo>
                  <a:lnTo>
                    <a:pt x="458894" y="32429"/>
                  </a:lnTo>
                  <a:lnTo>
                    <a:pt x="400364" y="51607"/>
                  </a:lnTo>
                  <a:lnTo>
                    <a:pt x="342506" y="84037"/>
                  </a:lnTo>
                  <a:lnTo>
                    <a:pt x="283976" y="116466"/>
                  </a:lnTo>
                  <a:lnTo>
                    <a:pt x="238763" y="154850"/>
                  </a:lnTo>
                  <a:lnTo>
                    <a:pt x="186892" y="199859"/>
                  </a:lnTo>
                  <a:lnTo>
                    <a:pt x="148311" y="244841"/>
                  </a:lnTo>
                  <a:lnTo>
                    <a:pt x="109729" y="296476"/>
                  </a:lnTo>
                  <a:lnTo>
                    <a:pt x="77162" y="354709"/>
                  </a:lnTo>
                  <a:lnTo>
                    <a:pt x="51226" y="412942"/>
                  </a:lnTo>
                  <a:lnTo>
                    <a:pt x="25264" y="477130"/>
                  </a:lnTo>
                  <a:lnTo>
                    <a:pt x="12645" y="541989"/>
                  </a:lnTo>
                  <a:lnTo>
                    <a:pt x="5987" y="573747"/>
                  </a:lnTo>
                  <a:lnTo>
                    <a:pt x="0" y="606177"/>
                  </a:lnTo>
                  <a:lnTo>
                    <a:pt x="0" y="644560"/>
                  </a:lnTo>
                  <a:lnTo>
                    <a:pt x="0" y="676990"/>
                  </a:lnTo>
                  <a:lnTo>
                    <a:pt x="0" y="716044"/>
                  </a:lnTo>
                  <a:lnTo>
                    <a:pt x="0" y="747803"/>
                  </a:lnTo>
                  <a:lnTo>
                    <a:pt x="5987" y="780232"/>
                  </a:lnTo>
                  <a:lnTo>
                    <a:pt x="12645" y="818616"/>
                  </a:lnTo>
                  <a:lnTo>
                    <a:pt x="25264" y="883475"/>
                  </a:lnTo>
                  <a:lnTo>
                    <a:pt x="51226" y="941708"/>
                  </a:lnTo>
                  <a:lnTo>
                    <a:pt x="77162" y="1005895"/>
                  </a:lnTo>
                  <a:lnTo>
                    <a:pt x="109729" y="1057503"/>
                  </a:lnTo>
                  <a:lnTo>
                    <a:pt x="148311" y="1109138"/>
                  </a:lnTo>
                  <a:lnTo>
                    <a:pt x="186892" y="1160746"/>
                  </a:lnTo>
                  <a:lnTo>
                    <a:pt x="238763" y="1205755"/>
                  </a:lnTo>
                  <a:lnTo>
                    <a:pt x="283976" y="1244139"/>
                  </a:lnTo>
                  <a:lnTo>
                    <a:pt x="342506" y="1276568"/>
                  </a:lnTo>
                  <a:lnTo>
                    <a:pt x="400364" y="1302372"/>
                  </a:lnTo>
                  <a:lnTo>
                    <a:pt x="458894" y="1328176"/>
                  </a:lnTo>
                  <a:lnTo>
                    <a:pt x="523384" y="1347381"/>
                  </a:lnTo>
                  <a:lnTo>
                    <a:pt x="555307" y="1353980"/>
                  </a:lnTo>
                  <a:lnTo>
                    <a:pt x="587901" y="1353980"/>
                  </a:lnTo>
                  <a:lnTo>
                    <a:pt x="620442" y="1360605"/>
                  </a:lnTo>
                  <a:lnTo>
                    <a:pt x="652391" y="1360605"/>
                  </a:lnTo>
                  <a:lnTo>
                    <a:pt x="684878" y="1360605"/>
                  </a:lnTo>
                  <a:lnTo>
                    <a:pt x="716828" y="1353980"/>
                  </a:lnTo>
                  <a:lnTo>
                    <a:pt x="756295" y="1353980"/>
                  </a:lnTo>
                  <a:lnTo>
                    <a:pt x="787976" y="1347381"/>
                  </a:lnTo>
                  <a:lnTo>
                    <a:pt x="846506" y="1328176"/>
                  </a:lnTo>
                  <a:lnTo>
                    <a:pt x="911211" y="1302372"/>
                  </a:lnTo>
                  <a:lnTo>
                    <a:pt x="963028" y="1276568"/>
                  </a:lnTo>
                  <a:lnTo>
                    <a:pt x="1020753" y="1244139"/>
                  </a:lnTo>
                  <a:lnTo>
                    <a:pt x="1072839" y="1205755"/>
                  </a:lnTo>
                  <a:lnTo>
                    <a:pt x="1117944" y="1160746"/>
                  </a:lnTo>
                  <a:lnTo>
                    <a:pt x="1156606" y="1109138"/>
                  </a:lnTo>
                  <a:lnTo>
                    <a:pt x="1195805" y="1057503"/>
                  </a:lnTo>
                  <a:lnTo>
                    <a:pt x="1227754" y="1005895"/>
                  </a:lnTo>
                  <a:lnTo>
                    <a:pt x="1260241" y="941708"/>
                  </a:lnTo>
                  <a:lnTo>
                    <a:pt x="1279572" y="883475"/>
                  </a:lnTo>
                  <a:lnTo>
                    <a:pt x="1292191" y="818616"/>
                  </a:lnTo>
                  <a:lnTo>
                    <a:pt x="1298903" y="780232"/>
                  </a:lnTo>
                  <a:lnTo>
                    <a:pt x="1305615" y="747803"/>
                  </a:lnTo>
                  <a:lnTo>
                    <a:pt x="1305615" y="716044"/>
                  </a:lnTo>
                  <a:lnTo>
                    <a:pt x="1312059" y="676990"/>
                  </a:lnTo>
                  <a:lnTo>
                    <a:pt x="1305615" y="644560"/>
                  </a:lnTo>
                  <a:lnTo>
                    <a:pt x="1305615" y="606177"/>
                  </a:lnTo>
                  <a:lnTo>
                    <a:pt x="1298903" y="573747"/>
                  </a:lnTo>
                  <a:lnTo>
                    <a:pt x="1292191" y="541989"/>
                  </a:lnTo>
                  <a:lnTo>
                    <a:pt x="1279572" y="477130"/>
                  </a:lnTo>
                  <a:lnTo>
                    <a:pt x="1260241" y="412942"/>
                  </a:lnTo>
                  <a:lnTo>
                    <a:pt x="1227754" y="354709"/>
                  </a:lnTo>
                  <a:lnTo>
                    <a:pt x="1195805" y="296476"/>
                  </a:lnTo>
                  <a:lnTo>
                    <a:pt x="1156606" y="244841"/>
                  </a:lnTo>
                  <a:lnTo>
                    <a:pt x="1117944" y="199859"/>
                  </a:lnTo>
                  <a:lnTo>
                    <a:pt x="1072839" y="154850"/>
                  </a:lnTo>
                  <a:lnTo>
                    <a:pt x="1020752" y="116466"/>
                  </a:lnTo>
                  <a:lnTo>
                    <a:pt x="963028" y="84037"/>
                  </a:lnTo>
                  <a:lnTo>
                    <a:pt x="911211" y="51607"/>
                  </a:lnTo>
                  <a:lnTo>
                    <a:pt x="846506" y="32429"/>
                  </a:lnTo>
                  <a:lnTo>
                    <a:pt x="814019" y="19849"/>
                  </a:lnTo>
                  <a:lnTo>
                    <a:pt x="787976" y="13223"/>
                  </a:lnTo>
                  <a:lnTo>
                    <a:pt x="756295" y="6598"/>
                  </a:lnTo>
                  <a:lnTo>
                    <a:pt x="716827" y="0"/>
                  </a:lnTo>
                  <a:lnTo>
                    <a:pt x="684878" y="0"/>
                  </a:lnTo>
                  <a:lnTo>
                    <a:pt x="652391" y="0"/>
                  </a:lnTo>
                </a:path>
              </a:pathLst>
            </a:custGeom>
            <a:ln w="19277">
              <a:solidFill>
                <a:srgbClr val="000000"/>
              </a:solidFill>
            </a:ln>
          </p:spPr>
          <p:txBody>
            <a:bodyPr wrap="square" lIns="0" tIns="0" rIns="0" bIns="0" rtlCol="0"/>
            <a:lstStyle/>
            <a:p/>
          </p:txBody>
        </p:sp>
        <p:sp>
          <p:nvSpPr>
            <p:cNvPr id="13" name="object 13" descr=""/>
            <p:cNvSpPr/>
            <p:nvPr/>
          </p:nvSpPr>
          <p:spPr>
            <a:xfrm>
              <a:off x="5177863" y="4003070"/>
              <a:ext cx="1816735" cy="1850389"/>
            </a:xfrm>
            <a:custGeom>
              <a:avLst/>
              <a:gdLst/>
              <a:ahLst/>
              <a:cxnLst/>
              <a:rect l="l" t="t" r="r" b="b"/>
              <a:pathLst>
                <a:path w="1816734" h="1850389">
                  <a:moveTo>
                    <a:pt x="853245" y="0"/>
                  </a:moveTo>
                  <a:lnTo>
                    <a:pt x="0" y="721999"/>
                  </a:lnTo>
                  <a:lnTo>
                    <a:pt x="962975" y="1850316"/>
                  </a:lnTo>
                  <a:lnTo>
                    <a:pt x="1816220" y="1128316"/>
                  </a:lnTo>
                  <a:lnTo>
                    <a:pt x="853245" y="0"/>
                  </a:lnTo>
                  <a:close/>
                </a:path>
              </a:pathLst>
            </a:custGeom>
            <a:solidFill>
              <a:srgbClr val="FFFFFF"/>
            </a:solidFill>
          </p:spPr>
          <p:txBody>
            <a:bodyPr wrap="square" lIns="0" tIns="0" rIns="0" bIns="0" rtlCol="0"/>
            <a:lstStyle/>
            <a:p/>
          </p:txBody>
        </p:sp>
        <p:sp>
          <p:nvSpPr>
            <p:cNvPr id="14" name="object 14" descr=""/>
            <p:cNvSpPr/>
            <p:nvPr/>
          </p:nvSpPr>
          <p:spPr>
            <a:xfrm>
              <a:off x="3497284" y="3958060"/>
              <a:ext cx="2475865" cy="2276475"/>
            </a:xfrm>
            <a:custGeom>
              <a:avLst/>
              <a:gdLst/>
              <a:ahLst/>
              <a:cxnLst/>
              <a:rect l="l" t="t" r="r" b="b"/>
              <a:pathLst>
                <a:path w="2475865" h="2276475">
                  <a:moveTo>
                    <a:pt x="1240988" y="0"/>
                  </a:moveTo>
                  <a:lnTo>
                    <a:pt x="1176471" y="6625"/>
                  </a:lnTo>
                  <a:lnTo>
                    <a:pt x="1111283" y="6625"/>
                  </a:lnTo>
                  <a:lnTo>
                    <a:pt x="1046793" y="13223"/>
                  </a:lnTo>
                  <a:lnTo>
                    <a:pt x="988934" y="25803"/>
                  </a:lnTo>
                  <a:lnTo>
                    <a:pt x="930405" y="39054"/>
                  </a:lnTo>
                  <a:lnTo>
                    <a:pt x="872546" y="51607"/>
                  </a:lnTo>
                  <a:lnTo>
                    <a:pt x="814016" y="70813"/>
                  </a:lnTo>
                  <a:lnTo>
                    <a:pt x="756158" y="90662"/>
                  </a:lnTo>
                  <a:lnTo>
                    <a:pt x="704286" y="116466"/>
                  </a:lnTo>
                  <a:lnTo>
                    <a:pt x="646428" y="142270"/>
                  </a:lnTo>
                  <a:lnTo>
                    <a:pt x="594557" y="168100"/>
                  </a:lnTo>
                  <a:lnTo>
                    <a:pt x="549317" y="193904"/>
                  </a:lnTo>
                  <a:lnTo>
                    <a:pt x="497446" y="225663"/>
                  </a:lnTo>
                  <a:lnTo>
                    <a:pt x="452233" y="264717"/>
                  </a:lnTo>
                  <a:lnTo>
                    <a:pt x="407020" y="296476"/>
                  </a:lnTo>
                  <a:lnTo>
                    <a:pt x="361780" y="335531"/>
                  </a:lnTo>
                  <a:lnTo>
                    <a:pt x="323226" y="373915"/>
                  </a:lnTo>
                  <a:lnTo>
                    <a:pt x="283973" y="418897"/>
                  </a:lnTo>
                  <a:lnTo>
                    <a:pt x="245392" y="457952"/>
                  </a:lnTo>
                  <a:lnTo>
                    <a:pt x="212825" y="502961"/>
                  </a:lnTo>
                  <a:lnTo>
                    <a:pt x="180894" y="547943"/>
                  </a:lnTo>
                  <a:lnTo>
                    <a:pt x="148305" y="599578"/>
                  </a:lnTo>
                  <a:lnTo>
                    <a:pt x="122370" y="644560"/>
                  </a:lnTo>
                  <a:lnTo>
                    <a:pt x="96431" y="696195"/>
                  </a:lnTo>
                  <a:lnTo>
                    <a:pt x="77146" y="747803"/>
                  </a:lnTo>
                  <a:lnTo>
                    <a:pt x="57861" y="799437"/>
                  </a:lnTo>
                  <a:lnTo>
                    <a:pt x="38573" y="857671"/>
                  </a:lnTo>
                  <a:lnTo>
                    <a:pt x="25938" y="909278"/>
                  </a:lnTo>
                  <a:lnTo>
                    <a:pt x="12637" y="966868"/>
                  </a:lnTo>
                  <a:lnTo>
                    <a:pt x="5987" y="1025101"/>
                  </a:lnTo>
                  <a:lnTo>
                    <a:pt x="5987" y="1083334"/>
                  </a:lnTo>
                  <a:lnTo>
                    <a:pt x="0" y="1140897"/>
                  </a:lnTo>
                  <a:lnTo>
                    <a:pt x="5987" y="1199130"/>
                  </a:lnTo>
                  <a:lnTo>
                    <a:pt x="5987" y="1257390"/>
                  </a:lnTo>
                  <a:lnTo>
                    <a:pt x="12637" y="1314952"/>
                  </a:lnTo>
                  <a:lnTo>
                    <a:pt x="25938" y="1366560"/>
                  </a:lnTo>
                  <a:lnTo>
                    <a:pt x="38573" y="1424820"/>
                  </a:lnTo>
                  <a:lnTo>
                    <a:pt x="57861" y="1476428"/>
                  </a:lnTo>
                  <a:lnTo>
                    <a:pt x="77146" y="1534661"/>
                  </a:lnTo>
                  <a:lnTo>
                    <a:pt x="96431" y="1586269"/>
                  </a:lnTo>
                  <a:lnTo>
                    <a:pt x="122370" y="1631278"/>
                  </a:lnTo>
                  <a:lnTo>
                    <a:pt x="148305" y="1682913"/>
                  </a:lnTo>
                  <a:lnTo>
                    <a:pt x="180894" y="1727895"/>
                  </a:lnTo>
                  <a:lnTo>
                    <a:pt x="212825" y="1779530"/>
                  </a:lnTo>
                  <a:lnTo>
                    <a:pt x="245392" y="1817914"/>
                  </a:lnTo>
                  <a:lnTo>
                    <a:pt x="283973" y="1862896"/>
                  </a:lnTo>
                  <a:lnTo>
                    <a:pt x="323226" y="1908576"/>
                  </a:lnTo>
                  <a:lnTo>
                    <a:pt x="361780" y="1946960"/>
                  </a:lnTo>
                  <a:lnTo>
                    <a:pt x="407020" y="1985988"/>
                  </a:lnTo>
                  <a:lnTo>
                    <a:pt x="452233" y="2017773"/>
                  </a:lnTo>
                  <a:lnTo>
                    <a:pt x="497446" y="2050202"/>
                  </a:lnTo>
                  <a:lnTo>
                    <a:pt x="549317" y="2082605"/>
                  </a:lnTo>
                  <a:lnTo>
                    <a:pt x="594557" y="2114390"/>
                  </a:lnTo>
                  <a:lnTo>
                    <a:pt x="646428" y="2140191"/>
                  </a:lnTo>
                  <a:lnTo>
                    <a:pt x="704287" y="2166001"/>
                  </a:lnTo>
                  <a:lnTo>
                    <a:pt x="756158" y="2191810"/>
                  </a:lnTo>
                  <a:lnTo>
                    <a:pt x="814017" y="2211002"/>
                  </a:lnTo>
                  <a:lnTo>
                    <a:pt x="872546" y="2224236"/>
                  </a:lnTo>
                  <a:lnTo>
                    <a:pt x="930405" y="2243428"/>
                  </a:lnTo>
                  <a:lnTo>
                    <a:pt x="988934" y="2256663"/>
                  </a:lnTo>
                  <a:lnTo>
                    <a:pt x="1046793" y="2262620"/>
                  </a:lnTo>
                  <a:lnTo>
                    <a:pt x="1111283" y="2269238"/>
                  </a:lnTo>
                  <a:lnTo>
                    <a:pt x="1176471" y="2275855"/>
                  </a:lnTo>
                  <a:lnTo>
                    <a:pt x="1240988" y="2275855"/>
                  </a:lnTo>
                  <a:lnTo>
                    <a:pt x="1298847" y="2275855"/>
                  </a:lnTo>
                  <a:lnTo>
                    <a:pt x="1363337" y="2269238"/>
                  </a:lnTo>
                  <a:lnTo>
                    <a:pt x="1428525" y="2262620"/>
                  </a:lnTo>
                  <a:lnTo>
                    <a:pt x="1486383" y="2256663"/>
                  </a:lnTo>
                  <a:lnTo>
                    <a:pt x="1544913" y="2243428"/>
                  </a:lnTo>
                  <a:lnTo>
                    <a:pt x="1609403" y="2224236"/>
                  </a:lnTo>
                  <a:lnTo>
                    <a:pt x="1660630" y="2211002"/>
                  </a:lnTo>
                  <a:lnTo>
                    <a:pt x="1719133" y="2191810"/>
                  </a:lnTo>
                  <a:lnTo>
                    <a:pt x="1776992" y="2166001"/>
                  </a:lnTo>
                  <a:lnTo>
                    <a:pt x="1828890" y="2140191"/>
                  </a:lnTo>
                  <a:lnTo>
                    <a:pt x="1880761" y="2114390"/>
                  </a:lnTo>
                  <a:lnTo>
                    <a:pt x="1932632" y="2082605"/>
                  </a:lnTo>
                  <a:lnTo>
                    <a:pt x="1977845" y="2050202"/>
                  </a:lnTo>
                  <a:lnTo>
                    <a:pt x="2023085" y="2017773"/>
                  </a:lnTo>
                  <a:lnTo>
                    <a:pt x="2068298" y="1985988"/>
                  </a:lnTo>
                  <a:lnTo>
                    <a:pt x="2113511" y="1946960"/>
                  </a:lnTo>
                  <a:lnTo>
                    <a:pt x="2152092" y="1908576"/>
                  </a:lnTo>
                  <a:lnTo>
                    <a:pt x="2190673" y="1862896"/>
                  </a:lnTo>
                  <a:lnTo>
                    <a:pt x="2229899" y="1817914"/>
                  </a:lnTo>
                  <a:lnTo>
                    <a:pt x="2261822" y="1779530"/>
                  </a:lnTo>
                  <a:lnTo>
                    <a:pt x="2294416" y="1727895"/>
                  </a:lnTo>
                  <a:lnTo>
                    <a:pt x="2327010" y="1682913"/>
                  </a:lnTo>
                  <a:lnTo>
                    <a:pt x="2352274" y="1631278"/>
                  </a:lnTo>
                  <a:lnTo>
                    <a:pt x="2378210" y="1586269"/>
                  </a:lnTo>
                  <a:lnTo>
                    <a:pt x="2397487" y="1534661"/>
                  </a:lnTo>
                  <a:lnTo>
                    <a:pt x="2417436" y="1476428"/>
                  </a:lnTo>
                  <a:lnTo>
                    <a:pt x="2436740" y="1424820"/>
                  </a:lnTo>
                  <a:lnTo>
                    <a:pt x="2449358" y="1366560"/>
                  </a:lnTo>
                  <a:lnTo>
                    <a:pt x="2462675" y="1314952"/>
                  </a:lnTo>
                  <a:lnTo>
                    <a:pt x="2468662" y="1257390"/>
                  </a:lnTo>
                  <a:lnTo>
                    <a:pt x="2475294" y="1199130"/>
                  </a:lnTo>
                  <a:lnTo>
                    <a:pt x="2475294" y="1140897"/>
                  </a:lnTo>
                  <a:lnTo>
                    <a:pt x="2475294" y="1083334"/>
                  </a:lnTo>
                  <a:lnTo>
                    <a:pt x="2468662" y="1025101"/>
                  </a:lnTo>
                  <a:lnTo>
                    <a:pt x="2462675" y="966868"/>
                  </a:lnTo>
                  <a:lnTo>
                    <a:pt x="2449358" y="909278"/>
                  </a:lnTo>
                  <a:lnTo>
                    <a:pt x="2436740" y="857671"/>
                  </a:lnTo>
                  <a:lnTo>
                    <a:pt x="2417435" y="799437"/>
                  </a:lnTo>
                  <a:lnTo>
                    <a:pt x="2397487" y="747803"/>
                  </a:lnTo>
                  <a:lnTo>
                    <a:pt x="2378210" y="696195"/>
                  </a:lnTo>
                  <a:lnTo>
                    <a:pt x="2352274" y="644560"/>
                  </a:lnTo>
                  <a:lnTo>
                    <a:pt x="2327010" y="599578"/>
                  </a:lnTo>
                  <a:lnTo>
                    <a:pt x="2294416" y="547943"/>
                  </a:lnTo>
                  <a:lnTo>
                    <a:pt x="2261822" y="502961"/>
                  </a:lnTo>
                  <a:lnTo>
                    <a:pt x="2229899" y="457952"/>
                  </a:lnTo>
                  <a:lnTo>
                    <a:pt x="2190673" y="418897"/>
                  </a:lnTo>
                  <a:lnTo>
                    <a:pt x="2152092" y="373915"/>
                  </a:lnTo>
                  <a:lnTo>
                    <a:pt x="2113510" y="335531"/>
                  </a:lnTo>
                  <a:lnTo>
                    <a:pt x="2068298" y="296476"/>
                  </a:lnTo>
                  <a:lnTo>
                    <a:pt x="2023085" y="264717"/>
                  </a:lnTo>
                  <a:lnTo>
                    <a:pt x="1977845" y="225663"/>
                  </a:lnTo>
                  <a:lnTo>
                    <a:pt x="1932632" y="193904"/>
                  </a:lnTo>
                  <a:lnTo>
                    <a:pt x="1880761" y="168100"/>
                  </a:lnTo>
                  <a:lnTo>
                    <a:pt x="1828890" y="142270"/>
                  </a:lnTo>
                  <a:lnTo>
                    <a:pt x="1776991" y="116466"/>
                  </a:lnTo>
                  <a:lnTo>
                    <a:pt x="1719133" y="90662"/>
                  </a:lnTo>
                  <a:lnTo>
                    <a:pt x="1660630" y="70813"/>
                  </a:lnTo>
                  <a:lnTo>
                    <a:pt x="1609403" y="51607"/>
                  </a:lnTo>
                  <a:lnTo>
                    <a:pt x="1544913" y="39054"/>
                  </a:lnTo>
                  <a:lnTo>
                    <a:pt x="1486383" y="25803"/>
                  </a:lnTo>
                  <a:lnTo>
                    <a:pt x="1428525" y="13223"/>
                  </a:lnTo>
                  <a:lnTo>
                    <a:pt x="1363337" y="6625"/>
                  </a:lnTo>
                  <a:lnTo>
                    <a:pt x="1298846" y="6625"/>
                  </a:lnTo>
                  <a:lnTo>
                    <a:pt x="1240988" y="0"/>
                  </a:lnTo>
                </a:path>
              </a:pathLst>
            </a:custGeom>
            <a:ln w="19276">
              <a:solidFill>
                <a:srgbClr val="000000"/>
              </a:solidFill>
            </a:ln>
          </p:spPr>
          <p:txBody>
            <a:bodyPr wrap="square" lIns="0" tIns="0" rIns="0" bIns="0" rtlCol="0"/>
            <a:lstStyle/>
            <a:p/>
          </p:txBody>
        </p:sp>
        <p:sp>
          <p:nvSpPr>
            <p:cNvPr id="15" name="object 15" descr=""/>
            <p:cNvSpPr/>
            <p:nvPr/>
          </p:nvSpPr>
          <p:spPr>
            <a:xfrm>
              <a:off x="3949518" y="3848863"/>
              <a:ext cx="2443480" cy="2515870"/>
            </a:xfrm>
            <a:custGeom>
              <a:avLst/>
              <a:gdLst/>
              <a:ahLst/>
              <a:cxnLst/>
              <a:rect l="l" t="t" r="r" b="b"/>
              <a:pathLst>
                <a:path w="2443479" h="2515870">
                  <a:moveTo>
                    <a:pt x="1046768" y="0"/>
                  </a:moveTo>
                  <a:lnTo>
                    <a:pt x="0" y="2295050"/>
                  </a:lnTo>
                  <a:lnTo>
                    <a:pt x="489591" y="2515423"/>
                  </a:lnTo>
                  <a:lnTo>
                    <a:pt x="1589507" y="2515423"/>
                  </a:lnTo>
                  <a:lnTo>
                    <a:pt x="2443427" y="637962"/>
                  </a:lnTo>
                  <a:lnTo>
                    <a:pt x="1046768" y="0"/>
                  </a:lnTo>
                  <a:close/>
                </a:path>
              </a:pathLst>
            </a:custGeom>
            <a:solidFill>
              <a:srgbClr val="FFFFFF"/>
            </a:solidFill>
          </p:spPr>
          <p:txBody>
            <a:bodyPr wrap="square" lIns="0" tIns="0" rIns="0" bIns="0" rtlCol="0"/>
            <a:lstStyle/>
            <a:p/>
          </p:txBody>
        </p:sp>
        <p:pic>
          <p:nvPicPr>
            <p:cNvPr id="16" name="object 16" descr=""/>
            <p:cNvPicPr/>
            <p:nvPr/>
          </p:nvPicPr>
          <p:blipFill>
            <a:blip r:embed="rId2" cstate="print"/>
            <a:stretch>
              <a:fillRect/>
            </a:stretch>
          </p:blipFill>
          <p:spPr>
            <a:xfrm>
              <a:off x="3862076" y="3359180"/>
              <a:ext cx="3399656" cy="2877753"/>
            </a:xfrm>
            <a:prstGeom prst="rect">
              <a:avLst/>
            </a:prstGeom>
          </p:spPr>
        </p:pic>
      </p:grpSp>
      <p:sp>
        <p:nvSpPr>
          <p:cNvPr id="17" name="object 17" descr=""/>
          <p:cNvSpPr txBox="1"/>
          <p:nvPr/>
        </p:nvSpPr>
        <p:spPr>
          <a:xfrm>
            <a:off x="2190242" y="1012672"/>
            <a:ext cx="7628890" cy="2653665"/>
          </a:xfrm>
          <a:prstGeom prst="rect">
            <a:avLst/>
          </a:prstGeom>
        </p:spPr>
        <p:txBody>
          <a:bodyPr wrap="square" lIns="0" tIns="12700" rIns="0" bIns="0" rtlCol="0" vert="horz">
            <a:spAutoFit/>
          </a:bodyPr>
          <a:lstStyle/>
          <a:p>
            <a:pPr marL="673100" marR="30480" indent="-635635">
              <a:lnSpc>
                <a:spcPct val="130000"/>
              </a:lnSpc>
              <a:spcBef>
                <a:spcPts val="100"/>
              </a:spcBef>
              <a:buSzPct val="95000"/>
              <a:buAutoNum type="arabicPlain" startAt="2"/>
              <a:tabLst>
                <a:tab pos="681355" algn="l"/>
              </a:tabLst>
            </a:pPr>
            <a:r>
              <a:rPr dirty="0" sz="2000" spc="-15" b="1">
                <a:latin typeface="宋体"/>
                <a:cs typeface="宋体"/>
              </a:rPr>
              <a:t>对于新向量</a:t>
            </a:r>
            <a:r>
              <a:rPr dirty="0" sz="2000" spc="-20" b="1">
                <a:solidFill>
                  <a:srgbClr val="9933FF"/>
                </a:solidFill>
                <a:latin typeface="宋体"/>
                <a:cs typeface="宋体"/>
              </a:rPr>
              <a:t>（10111101）</a:t>
            </a:r>
            <a:r>
              <a:rPr dirty="0" sz="2000" spc="-20" b="1">
                <a:latin typeface="宋体"/>
                <a:cs typeface="宋体"/>
              </a:rPr>
              <a:t>，其可用的时间间隔为</a:t>
            </a:r>
            <a:r>
              <a:rPr dirty="0" sz="2000" spc="-15" b="1">
                <a:solidFill>
                  <a:srgbClr val="9933FF"/>
                </a:solidFill>
                <a:latin typeface="宋体"/>
                <a:cs typeface="宋体"/>
              </a:rPr>
              <a:t>2</a:t>
            </a:r>
            <a:r>
              <a:rPr dirty="0" sz="2000" spc="-10" b="1">
                <a:solidFill>
                  <a:srgbClr val="9933FF"/>
                </a:solidFill>
                <a:latin typeface="宋体"/>
                <a:cs typeface="宋体"/>
              </a:rPr>
              <a:t>个</a:t>
            </a:r>
            <a:r>
              <a:rPr dirty="0" sz="2000" spc="-10" b="1">
                <a:latin typeface="宋体"/>
                <a:cs typeface="宋体"/>
              </a:rPr>
              <a:t>和</a:t>
            </a:r>
            <a:r>
              <a:rPr dirty="0" sz="2000" spc="-15" b="1">
                <a:solidFill>
                  <a:srgbClr val="9933FF"/>
                </a:solidFill>
                <a:latin typeface="宋体"/>
                <a:cs typeface="宋体"/>
              </a:rPr>
              <a:t>7</a:t>
            </a:r>
            <a:r>
              <a:rPr dirty="0" sz="2000" spc="-10" b="1">
                <a:solidFill>
                  <a:srgbClr val="9933FF"/>
                </a:solidFill>
                <a:latin typeface="宋体"/>
                <a:cs typeface="宋体"/>
              </a:rPr>
              <a:t>个</a:t>
            </a:r>
            <a:r>
              <a:rPr dirty="0" sz="2000" spc="-35" b="1">
                <a:latin typeface="宋体"/>
                <a:cs typeface="宋体"/>
              </a:rPr>
              <a:t>时钟</a:t>
            </a:r>
            <a:r>
              <a:rPr dirty="0" sz="2000" spc="-35" b="1">
                <a:latin typeface="宋体"/>
                <a:cs typeface="宋体"/>
              </a:rPr>
              <a:t>	</a:t>
            </a:r>
            <a:r>
              <a:rPr dirty="0" sz="2000" spc="-25" b="1">
                <a:latin typeface="宋体"/>
                <a:cs typeface="宋体"/>
              </a:rPr>
              <a:t>周期。用类似上面的方法，可以求出其后续的冲突向量分别为</a:t>
            </a:r>
            <a:endParaRPr sz="2000">
              <a:latin typeface="宋体"/>
              <a:cs typeface="宋体"/>
            </a:endParaRPr>
          </a:p>
          <a:p>
            <a:pPr algn="r" marR="3345179">
              <a:lnSpc>
                <a:spcPct val="100000"/>
              </a:lnSpc>
              <a:spcBef>
                <a:spcPts val="720"/>
              </a:spcBef>
            </a:pPr>
            <a:r>
              <a:rPr dirty="0" sz="2000" spc="-10" b="1">
                <a:solidFill>
                  <a:srgbClr val="E14B04"/>
                </a:solidFill>
                <a:latin typeface="宋体"/>
                <a:cs typeface="宋体"/>
              </a:rPr>
              <a:t>（10111101）</a:t>
            </a:r>
            <a:r>
              <a:rPr dirty="0" sz="2000" spc="-15" b="1">
                <a:latin typeface="宋体"/>
                <a:cs typeface="宋体"/>
              </a:rPr>
              <a:t>和</a:t>
            </a:r>
            <a:r>
              <a:rPr dirty="0" sz="2000" spc="-10" b="1">
                <a:solidFill>
                  <a:srgbClr val="E14B04"/>
                </a:solidFill>
                <a:latin typeface="宋体"/>
                <a:cs typeface="宋体"/>
              </a:rPr>
              <a:t>（10110001）</a:t>
            </a:r>
            <a:r>
              <a:rPr dirty="0" sz="2000" spc="-50" b="1">
                <a:latin typeface="宋体"/>
                <a:cs typeface="宋体"/>
              </a:rPr>
              <a:t>。</a:t>
            </a:r>
            <a:endParaRPr sz="2000">
              <a:latin typeface="宋体"/>
              <a:cs typeface="宋体"/>
            </a:endParaRPr>
          </a:p>
          <a:p>
            <a:pPr algn="r" marL="635635" marR="3355340" indent="-635635">
              <a:lnSpc>
                <a:spcPct val="100000"/>
              </a:lnSpc>
              <a:spcBef>
                <a:spcPts val="720"/>
              </a:spcBef>
              <a:buSzPct val="95000"/>
              <a:buAutoNum type="arabicPlain" startAt="3"/>
              <a:tabLst>
                <a:tab pos="635635" algn="l"/>
              </a:tabLst>
            </a:pPr>
            <a:r>
              <a:rPr dirty="0" sz="2000" spc="-25" b="1">
                <a:latin typeface="宋体"/>
                <a:cs typeface="宋体"/>
              </a:rPr>
              <a:t>对于其他新向量，也照此处理。</a:t>
            </a:r>
            <a:endParaRPr sz="2000">
              <a:latin typeface="宋体"/>
              <a:cs typeface="宋体"/>
            </a:endParaRPr>
          </a:p>
          <a:p>
            <a:pPr algn="ctr" marL="635635" marR="2807335" indent="-635635">
              <a:lnSpc>
                <a:spcPct val="100000"/>
              </a:lnSpc>
              <a:spcBef>
                <a:spcPts val="720"/>
              </a:spcBef>
              <a:buSzPct val="95000"/>
              <a:buAutoNum type="arabicPlain" startAt="3"/>
              <a:tabLst>
                <a:tab pos="635635" algn="l"/>
              </a:tabLst>
            </a:pPr>
            <a:r>
              <a:rPr dirty="0" sz="2000" spc="-25" b="1">
                <a:latin typeface="宋体"/>
                <a:cs typeface="宋体"/>
              </a:rPr>
              <a:t>在此基础上，画出状态转移示意图。</a:t>
            </a:r>
            <a:endParaRPr sz="2000">
              <a:latin typeface="宋体"/>
              <a:cs typeface="宋体"/>
            </a:endParaRPr>
          </a:p>
          <a:p>
            <a:pPr algn="ctr" marR="173355">
              <a:lnSpc>
                <a:spcPct val="100000"/>
              </a:lnSpc>
              <a:spcBef>
                <a:spcPts val="365"/>
              </a:spcBef>
            </a:pPr>
            <a:r>
              <a:rPr dirty="0" sz="1900" spc="-15">
                <a:solidFill>
                  <a:srgbClr val="0000FF"/>
                </a:solidFill>
                <a:latin typeface="宋体"/>
                <a:cs typeface="宋体"/>
              </a:rPr>
              <a:t>初始状态</a:t>
            </a:r>
            <a:endParaRPr sz="1900">
              <a:latin typeface="宋体"/>
              <a:cs typeface="宋体"/>
            </a:endParaRPr>
          </a:p>
          <a:p>
            <a:pPr marL="2411730">
              <a:lnSpc>
                <a:spcPct val="100000"/>
              </a:lnSpc>
              <a:spcBef>
                <a:spcPts val="155"/>
              </a:spcBef>
            </a:pPr>
            <a:r>
              <a:rPr dirty="0" sz="1900" spc="-20" b="1">
                <a:latin typeface="Times New Roman"/>
                <a:cs typeface="Times New Roman"/>
              </a:rPr>
              <a:t>9</a:t>
            </a:r>
            <a:r>
              <a:rPr dirty="0" baseline="37777" sz="1875" spc="-30" b="1">
                <a:latin typeface="Times New Roman"/>
                <a:cs typeface="Times New Roman"/>
              </a:rPr>
              <a:t>+</a:t>
            </a:r>
            <a:r>
              <a:rPr dirty="0" sz="1900" spc="-20" b="1">
                <a:latin typeface="Times New Roman"/>
                <a:cs typeface="Times New Roman"/>
              </a:rPr>
              <a:t>,7</a:t>
            </a:r>
            <a:endParaRPr sz="1900">
              <a:latin typeface="Times New Roman"/>
              <a:cs typeface="Times New Roman"/>
            </a:endParaRPr>
          </a:p>
        </p:txBody>
      </p:sp>
      <p:sp>
        <p:nvSpPr>
          <p:cNvPr id="18" name="object 18" descr=""/>
          <p:cNvSpPr txBox="1"/>
          <p:nvPr/>
        </p:nvSpPr>
        <p:spPr>
          <a:xfrm>
            <a:off x="5494353" y="4408945"/>
            <a:ext cx="148590" cy="320675"/>
          </a:xfrm>
          <a:prstGeom prst="rect">
            <a:avLst/>
          </a:prstGeom>
        </p:spPr>
        <p:txBody>
          <a:bodyPr wrap="square" lIns="0" tIns="17145" rIns="0" bIns="0" rtlCol="0" vert="horz">
            <a:spAutoFit/>
          </a:bodyPr>
          <a:lstStyle/>
          <a:p>
            <a:pPr marL="12700">
              <a:lnSpc>
                <a:spcPct val="100000"/>
              </a:lnSpc>
              <a:spcBef>
                <a:spcPts val="135"/>
              </a:spcBef>
            </a:pPr>
            <a:r>
              <a:rPr dirty="0" sz="1900" spc="-50" b="1">
                <a:latin typeface="Times New Roman"/>
                <a:cs typeface="Times New Roman"/>
              </a:rPr>
              <a:t>4</a:t>
            </a:r>
            <a:endParaRPr sz="1900">
              <a:latin typeface="Times New Roman"/>
              <a:cs typeface="Times New Roman"/>
            </a:endParaRPr>
          </a:p>
        </p:txBody>
      </p:sp>
      <p:sp>
        <p:nvSpPr>
          <p:cNvPr id="19" name="object 19" descr=""/>
          <p:cNvSpPr txBox="1"/>
          <p:nvPr/>
        </p:nvSpPr>
        <p:spPr>
          <a:xfrm>
            <a:off x="4996903" y="4415570"/>
            <a:ext cx="148590" cy="320675"/>
          </a:xfrm>
          <a:prstGeom prst="rect">
            <a:avLst/>
          </a:prstGeom>
        </p:spPr>
        <p:txBody>
          <a:bodyPr wrap="square" lIns="0" tIns="17145" rIns="0" bIns="0" rtlCol="0" vert="horz">
            <a:spAutoFit/>
          </a:bodyPr>
          <a:lstStyle/>
          <a:p>
            <a:pPr marL="12700">
              <a:lnSpc>
                <a:spcPct val="100000"/>
              </a:lnSpc>
              <a:spcBef>
                <a:spcPts val="135"/>
              </a:spcBef>
            </a:pPr>
            <a:r>
              <a:rPr dirty="0" sz="1900" spc="-50" b="1">
                <a:latin typeface="Times New Roman"/>
                <a:cs typeface="Times New Roman"/>
              </a:rPr>
              <a:t>3</a:t>
            </a:r>
            <a:endParaRPr sz="1900">
              <a:latin typeface="Times New Roman"/>
              <a:cs typeface="Times New Roman"/>
            </a:endParaRPr>
          </a:p>
        </p:txBody>
      </p:sp>
      <p:sp>
        <p:nvSpPr>
          <p:cNvPr id="20" name="object 20" descr=""/>
          <p:cNvSpPr txBox="1"/>
          <p:nvPr/>
        </p:nvSpPr>
        <p:spPr>
          <a:xfrm>
            <a:off x="3788371" y="4434749"/>
            <a:ext cx="479425" cy="320675"/>
          </a:xfrm>
          <a:prstGeom prst="rect">
            <a:avLst/>
          </a:prstGeom>
        </p:spPr>
        <p:txBody>
          <a:bodyPr wrap="square" lIns="0" tIns="17145" rIns="0" bIns="0" rtlCol="0" vert="horz">
            <a:spAutoFit/>
          </a:bodyPr>
          <a:lstStyle/>
          <a:p>
            <a:pPr marL="38100">
              <a:lnSpc>
                <a:spcPct val="100000"/>
              </a:lnSpc>
              <a:spcBef>
                <a:spcPts val="135"/>
              </a:spcBef>
            </a:pPr>
            <a:r>
              <a:rPr dirty="0" sz="1900" spc="-20" b="1">
                <a:latin typeface="Times New Roman"/>
                <a:cs typeface="Times New Roman"/>
              </a:rPr>
              <a:t>7,9</a:t>
            </a:r>
            <a:r>
              <a:rPr dirty="0" baseline="37777" sz="1875" spc="-30" b="1">
                <a:latin typeface="Times New Roman"/>
                <a:cs typeface="Times New Roman"/>
              </a:rPr>
              <a:t>+</a:t>
            </a:r>
            <a:endParaRPr baseline="37777" sz="1875">
              <a:latin typeface="Times New Roman"/>
              <a:cs typeface="Times New Roman"/>
            </a:endParaRPr>
          </a:p>
        </p:txBody>
      </p:sp>
      <p:sp>
        <p:nvSpPr>
          <p:cNvPr id="21" name="object 21" descr=""/>
          <p:cNvSpPr txBox="1"/>
          <p:nvPr/>
        </p:nvSpPr>
        <p:spPr>
          <a:xfrm>
            <a:off x="6166800" y="4357337"/>
            <a:ext cx="148590" cy="320675"/>
          </a:xfrm>
          <a:prstGeom prst="rect">
            <a:avLst/>
          </a:prstGeom>
        </p:spPr>
        <p:txBody>
          <a:bodyPr wrap="square" lIns="0" tIns="17145" rIns="0" bIns="0" rtlCol="0" vert="horz">
            <a:spAutoFit/>
          </a:bodyPr>
          <a:lstStyle/>
          <a:p>
            <a:pPr marL="12700">
              <a:lnSpc>
                <a:spcPct val="100000"/>
              </a:lnSpc>
              <a:spcBef>
                <a:spcPts val="135"/>
              </a:spcBef>
            </a:pPr>
            <a:r>
              <a:rPr dirty="0" sz="1900" spc="-50" b="1">
                <a:latin typeface="Times New Roman"/>
                <a:cs typeface="Times New Roman"/>
              </a:rPr>
              <a:t>2</a:t>
            </a:r>
            <a:endParaRPr sz="1900">
              <a:latin typeface="Times New Roman"/>
              <a:cs typeface="Times New Roman"/>
            </a:endParaRPr>
          </a:p>
        </p:txBody>
      </p:sp>
      <p:sp>
        <p:nvSpPr>
          <p:cNvPr id="22" name="object 22" descr=""/>
          <p:cNvSpPr txBox="1"/>
          <p:nvPr/>
        </p:nvSpPr>
        <p:spPr>
          <a:xfrm>
            <a:off x="6833017" y="4486383"/>
            <a:ext cx="480695" cy="320675"/>
          </a:xfrm>
          <a:prstGeom prst="rect">
            <a:avLst/>
          </a:prstGeom>
        </p:spPr>
        <p:txBody>
          <a:bodyPr wrap="square" lIns="0" tIns="17145" rIns="0" bIns="0" rtlCol="0" vert="horz">
            <a:spAutoFit/>
          </a:bodyPr>
          <a:lstStyle/>
          <a:p>
            <a:pPr marL="38100">
              <a:lnSpc>
                <a:spcPct val="100000"/>
              </a:lnSpc>
              <a:spcBef>
                <a:spcPts val="135"/>
              </a:spcBef>
            </a:pPr>
            <a:r>
              <a:rPr dirty="0" sz="1900" spc="-20" b="1">
                <a:latin typeface="Times New Roman"/>
                <a:cs typeface="Times New Roman"/>
              </a:rPr>
              <a:t>9</a:t>
            </a:r>
            <a:r>
              <a:rPr dirty="0" baseline="37777" sz="1875" spc="-30" b="1">
                <a:latin typeface="Times New Roman"/>
                <a:cs typeface="Times New Roman"/>
              </a:rPr>
              <a:t>+</a:t>
            </a:r>
            <a:r>
              <a:rPr dirty="0" sz="1900" spc="-20" b="1">
                <a:latin typeface="Times New Roman"/>
                <a:cs typeface="Times New Roman"/>
              </a:rPr>
              <a:t>,7</a:t>
            </a:r>
            <a:endParaRPr sz="1900">
              <a:latin typeface="Times New Roman"/>
              <a:cs typeface="Times New Roman"/>
            </a:endParaRPr>
          </a:p>
        </p:txBody>
      </p:sp>
      <p:sp>
        <p:nvSpPr>
          <p:cNvPr id="23" name="object 23" descr=""/>
          <p:cNvSpPr txBox="1"/>
          <p:nvPr/>
        </p:nvSpPr>
        <p:spPr>
          <a:xfrm>
            <a:off x="3756393" y="3809367"/>
            <a:ext cx="3801110" cy="320675"/>
          </a:xfrm>
          <a:prstGeom prst="rect">
            <a:avLst/>
          </a:prstGeom>
        </p:spPr>
        <p:txBody>
          <a:bodyPr wrap="square" lIns="0" tIns="17145" rIns="0" bIns="0" rtlCol="0" vert="horz">
            <a:spAutoFit/>
          </a:bodyPr>
          <a:lstStyle/>
          <a:p>
            <a:pPr marL="50800">
              <a:lnSpc>
                <a:spcPct val="100000"/>
              </a:lnSpc>
              <a:spcBef>
                <a:spcPts val="135"/>
              </a:spcBef>
              <a:tabLst>
                <a:tab pos="3347085" algn="l"/>
              </a:tabLst>
            </a:pPr>
            <a:r>
              <a:rPr dirty="0" sz="1900" spc="-20" b="1">
                <a:latin typeface="Times New Roman"/>
                <a:cs typeface="Times New Roman"/>
              </a:rPr>
              <a:t>7,9</a:t>
            </a:r>
            <a:r>
              <a:rPr dirty="0" baseline="37777" sz="1875" spc="-30" b="1">
                <a:latin typeface="Times New Roman"/>
                <a:cs typeface="Times New Roman"/>
              </a:rPr>
              <a:t>+</a:t>
            </a:r>
            <a:r>
              <a:rPr dirty="0" baseline="37777" sz="1875" b="1">
                <a:latin typeface="Times New Roman"/>
                <a:cs typeface="Times New Roman"/>
              </a:rPr>
              <a:t>	</a:t>
            </a:r>
            <a:r>
              <a:rPr dirty="0" sz="1900" spc="-20" b="1">
                <a:latin typeface="Times New Roman"/>
                <a:cs typeface="Times New Roman"/>
              </a:rPr>
              <a:t>7,9</a:t>
            </a:r>
            <a:r>
              <a:rPr dirty="0" baseline="37777" sz="1875" spc="-30" b="1">
                <a:latin typeface="Times New Roman"/>
                <a:cs typeface="Times New Roman"/>
              </a:rPr>
              <a:t>+</a:t>
            </a:r>
            <a:endParaRPr baseline="37777" sz="1875">
              <a:latin typeface="Times New Roman"/>
              <a:cs typeface="Times New Roman"/>
            </a:endParaRPr>
          </a:p>
        </p:txBody>
      </p:sp>
      <p:sp>
        <p:nvSpPr>
          <p:cNvPr id="24" name="object 24" descr=""/>
          <p:cNvSpPr txBox="1"/>
          <p:nvPr/>
        </p:nvSpPr>
        <p:spPr>
          <a:xfrm>
            <a:off x="5068052" y="3867627"/>
            <a:ext cx="1003300" cy="320675"/>
          </a:xfrm>
          <a:prstGeom prst="rect">
            <a:avLst/>
          </a:prstGeom>
        </p:spPr>
        <p:txBody>
          <a:bodyPr wrap="square" lIns="0" tIns="17145" rIns="0" bIns="0" rtlCol="0" vert="horz">
            <a:spAutoFit/>
          </a:bodyPr>
          <a:lstStyle/>
          <a:p>
            <a:pPr marL="12700">
              <a:lnSpc>
                <a:spcPct val="100000"/>
              </a:lnSpc>
              <a:spcBef>
                <a:spcPts val="135"/>
              </a:spcBef>
            </a:pPr>
            <a:r>
              <a:rPr dirty="0" sz="1900" spc="-10">
                <a:latin typeface="宋体"/>
                <a:cs typeface="宋体"/>
              </a:rPr>
              <a:t>10110001</a:t>
            </a:r>
            <a:endParaRPr sz="1900">
              <a:latin typeface="宋体"/>
              <a:cs typeface="宋体"/>
            </a:endParaRPr>
          </a:p>
        </p:txBody>
      </p:sp>
      <p:sp>
        <p:nvSpPr>
          <p:cNvPr id="25" name="object 25" descr=""/>
          <p:cNvSpPr txBox="1"/>
          <p:nvPr/>
        </p:nvSpPr>
        <p:spPr>
          <a:xfrm>
            <a:off x="4007966" y="4942190"/>
            <a:ext cx="1145540" cy="1257300"/>
          </a:xfrm>
          <a:prstGeom prst="rect">
            <a:avLst/>
          </a:prstGeom>
        </p:spPr>
        <p:txBody>
          <a:bodyPr wrap="square" lIns="0" tIns="50800" rIns="0" bIns="0" rtlCol="0" vert="horz">
            <a:spAutoFit/>
          </a:bodyPr>
          <a:lstStyle/>
          <a:p>
            <a:pPr marL="12700">
              <a:lnSpc>
                <a:spcPct val="100000"/>
              </a:lnSpc>
              <a:spcBef>
                <a:spcPts val="400"/>
              </a:spcBef>
            </a:pPr>
            <a:r>
              <a:rPr dirty="0" sz="1900" spc="-10">
                <a:latin typeface="宋体"/>
                <a:cs typeface="宋体"/>
              </a:rPr>
              <a:t>10110111</a:t>
            </a:r>
            <a:endParaRPr sz="1900">
              <a:latin typeface="宋体"/>
              <a:cs typeface="宋体"/>
            </a:endParaRPr>
          </a:p>
          <a:p>
            <a:pPr marL="697230">
              <a:lnSpc>
                <a:spcPts val="1900"/>
              </a:lnSpc>
              <a:spcBef>
                <a:spcPts val="310"/>
              </a:spcBef>
            </a:pPr>
            <a:r>
              <a:rPr dirty="0" sz="1900" spc="-50" b="1">
                <a:latin typeface="Times New Roman"/>
                <a:cs typeface="Times New Roman"/>
              </a:rPr>
              <a:t>4</a:t>
            </a:r>
            <a:endParaRPr sz="1900">
              <a:latin typeface="Times New Roman"/>
              <a:cs typeface="Times New Roman"/>
            </a:endParaRPr>
          </a:p>
          <a:p>
            <a:pPr marL="226060">
              <a:lnSpc>
                <a:spcPts val="1900"/>
              </a:lnSpc>
            </a:pPr>
            <a:r>
              <a:rPr dirty="0" sz="1900" spc="-50" b="1">
                <a:latin typeface="Times New Roman"/>
                <a:cs typeface="Times New Roman"/>
              </a:rPr>
              <a:t>3</a:t>
            </a:r>
            <a:endParaRPr sz="1900">
              <a:latin typeface="Times New Roman"/>
              <a:cs typeface="Times New Roman"/>
            </a:endParaRPr>
          </a:p>
          <a:p>
            <a:pPr marL="154940">
              <a:lnSpc>
                <a:spcPct val="100000"/>
              </a:lnSpc>
              <a:spcBef>
                <a:spcPts val="715"/>
              </a:spcBef>
            </a:pPr>
            <a:r>
              <a:rPr dirty="0" sz="1900" spc="-10">
                <a:latin typeface="宋体"/>
                <a:cs typeface="宋体"/>
              </a:rPr>
              <a:t>10111011</a:t>
            </a:r>
            <a:endParaRPr sz="1900">
              <a:latin typeface="宋体"/>
              <a:cs typeface="宋体"/>
            </a:endParaRPr>
          </a:p>
        </p:txBody>
      </p:sp>
      <p:sp>
        <p:nvSpPr>
          <p:cNvPr id="26" name="object 26" descr=""/>
          <p:cNvSpPr txBox="1"/>
          <p:nvPr/>
        </p:nvSpPr>
        <p:spPr>
          <a:xfrm>
            <a:off x="6179956" y="5885381"/>
            <a:ext cx="1003300" cy="320675"/>
          </a:xfrm>
          <a:prstGeom prst="rect">
            <a:avLst/>
          </a:prstGeom>
        </p:spPr>
        <p:txBody>
          <a:bodyPr wrap="square" lIns="0" tIns="17145" rIns="0" bIns="0" rtlCol="0" vert="horz">
            <a:spAutoFit/>
          </a:bodyPr>
          <a:lstStyle/>
          <a:p>
            <a:pPr marL="12700">
              <a:lnSpc>
                <a:spcPct val="100000"/>
              </a:lnSpc>
              <a:spcBef>
                <a:spcPts val="135"/>
              </a:spcBef>
            </a:pPr>
            <a:r>
              <a:rPr dirty="0" sz="1900" spc="-10">
                <a:latin typeface="宋体"/>
                <a:cs typeface="宋体"/>
              </a:rPr>
              <a:t>10111111</a:t>
            </a:r>
            <a:endParaRPr sz="1900">
              <a:latin typeface="宋体"/>
              <a:cs typeface="宋体"/>
            </a:endParaRPr>
          </a:p>
        </p:txBody>
      </p:sp>
      <p:sp>
        <p:nvSpPr>
          <p:cNvPr id="27" name="object 27" descr=""/>
          <p:cNvSpPr txBox="1"/>
          <p:nvPr/>
        </p:nvSpPr>
        <p:spPr>
          <a:xfrm>
            <a:off x="6147469" y="4897851"/>
            <a:ext cx="1003300" cy="746760"/>
          </a:xfrm>
          <a:prstGeom prst="rect">
            <a:avLst/>
          </a:prstGeom>
        </p:spPr>
        <p:txBody>
          <a:bodyPr wrap="square" lIns="0" tIns="82550" rIns="0" bIns="0" rtlCol="0" vert="horz">
            <a:spAutoFit/>
          </a:bodyPr>
          <a:lstStyle/>
          <a:p>
            <a:pPr marL="12700">
              <a:lnSpc>
                <a:spcPct val="100000"/>
              </a:lnSpc>
              <a:spcBef>
                <a:spcPts val="650"/>
              </a:spcBef>
            </a:pPr>
            <a:r>
              <a:rPr dirty="0" sz="1900" spc="-10">
                <a:latin typeface="宋体"/>
                <a:cs typeface="宋体"/>
              </a:rPr>
              <a:t>10111101</a:t>
            </a:r>
            <a:endParaRPr sz="1900">
              <a:latin typeface="宋体"/>
              <a:cs typeface="宋体"/>
            </a:endParaRPr>
          </a:p>
          <a:p>
            <a:pPr marL="568325">
              <a:lnSpc>
                <a:spcPct val="100000"/>
              </a:lnSpc>
              <a:spcBef>
                <a:spcPts val="560"/>
              </a:spcBef>
            </a:pPr>
            <a:r>
              <a:rPr dirty="0" sz="1900" spc="-50" b="1">
                <a:latin typeface="Times New Roman"/>
                <a:cs typeface="Times New Roman"/>
              </a:rPr>
              <a:t>2</a:t>
            </a:r>
            <a:endParaRPr sz="1900">
              <a:latin typeface="Times New Roman"/>
              <a:cs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pic>
        <p:nvPicPr>
          <p:cNvPr id="9" name="object 9" descr=""/>
          <p:cNvPicPr/>
          <p:nvPr/>
        </p:nvPicPr>
        <p:blipFill>
          <a:blip r:embed="rId2" cstate="print"/>
          <a:stretch>
            <a:fillRect/>
          </a:stretch>
        </p:blipFill>
        <p:spPr>
          <a:xfrm>
            <a:off x="8483854" y="1868932"/>
            <a:ext cx="238125" cy="250825"/>
          </a:xfrm>
          <a:prstGeom prst="rect">
            <a:avLst/>
          </a:prstGeom>
        </p:spPr>
      </p:pic>
      <p:sp>
        <p:nvSpPr>
          <p:cNvPr id="10" name="object 10" descr=""/>
          <p:cNvSpPr txBox="1"/>
          <p:nvPr/>
        </p:nvSpPr>
        <p:spPr>
          <a:xfrm>
            <a:off x="342391" y="1106170"/>
            <a:ext cx="11475720" cy="442849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Tahoma"/>
              <a:buAutoNum type="arabicPeriod" startAt="4"/>
              <a:tabLst>
                <a:tab pos="469265" algn="l"/>
              </a:tabLst>
            </a:pPr>
            <a:r>
              <a:rPr dirty="0" sz="2700" spc="-5">
                <a:solidFill>
                  <a:srgbClr val="E14B04"/>
                </a:solidFill>
                <a:latin typeface="黑体"/>
                <a:cs typeface="黑体"/>
              </a:rPr>
              <a:t>根据状态转换图写出最优调度方案</a:t>
            </a:r>
            <a:endParaRPr sz="2700">
              <a:latin typeface="黑体"/>
              <a:cs typeface="黑体"/>
            </a:endParaRPr>
          </a:p>
          <a:p>
            <a:pPr lvl="1" marL="1099185" indent="-457200">
              <a:lnSpc>
                <a:spcPct val="100000"/>
              </a:lnSpc>
              <a:spcBef>
                <a:spcPts val="2090"/>
              </a:spcBef>
              <a:buSzPct val="89583"/>
              <a:buFont typeface="Wingdings"/>
              <a:buChar char=""/>
              <a:tabLst>
                <a:tab pos="1099185" algn="l"/>
                <a:tab pos="8414385" algn="l"/>
              </a:tabLst>
            </a:pPr>
            <a:r>
              <a:rPr dirty="0" sz="2400">
                <a:solidFill>
                  <a:srgbClr val="40458B"/>
                </a:solidFill>
                <a:latin typeface="黑体"/>
                <a:cs typeface="黑体"/>
              </a:rPr>
              <a:t>根据流水线状态图，由初始状态出发，任何一个闭</a:t>
            </a:r>
            <a:r>
              <a:rPr dirty="0" sz="2400" spc="-50">
                <a:solidFill>
                  <a:srgbClr val="40458B"/>
                </a:solidFill>
                <a:latin typeface="黑体"/>
                <a:cs typeface="黑体"/>
              </a:rPr>
              <a:t>合</a:t>
            </a:r>
            <a:r>
              <a:rPr dirty="0" sz="2400">
                <a:solidFill>
                  <a:srgbClr val="40458B"/>
                </a:solidFill>
                <a:latin typeface="黑体"/>
                <a:cs typeface="黑体"/>
              </a:rPr>
              <a:t>	路即为一种调度方案</a:t>
            </a:r>
            <a:r>
              <a:rPr dirty="0" sz="2400" spc="-50">
                <a:solidFill>
                  <a:srgbClr val="40458B"/>
                </a:solidFill>
                <a:latin typeface="黑体"/>
                <a:cs typeface="黑体"/>
              </a:rPr>
              <a:t>。</a:t>
            </a:r>
            <a:endParaRPr sz="2400">
              <a:latin typeface="黑体"/>
              <a:cs typeface="黑体"/>
            </a:endParaRPr>
          </a:p>
          <a:p>
            <a:pPr lvl="1" marL="1099185" marR="5080" indent="-457200">
              <a:lnSpc>
                <a:spcPct val="150000"/>
              </a:lnSpc>
              <a:spcBef>
                <a:spcPts val="575"/>
              </a:spcBef>
              <a:buSzPct val="89583"/>
              <a:buFont typeface="Wingdings"/>
              <a:buChar char=""/>
              <a:tabLst>
                <a:tab pos="1099185" algn="l"/>
              </a:tabLst>
            </a:pPr>
            <a:r>
              <a:rPr dirty="0" sz="2400" spc="-5">
                <a:solidFill>
                  <a:srgbClr val="40458B"/>
                </a:solidFill>
                <a:latin typeface="黑体"/>
                <a:cs typeface="黑体"/>
              </a:rPr>
              <a:t>列出所有可能的调度方案，计算出每种方案的平均时间间隔，从中找出其最小</a:t>
            </a:r>
            <a:r>
              <a:rPr dirty="0" sz="2400" spc="-15">
                <a:solidFill>
                  <a:srgbClr val="40458B"/>
                </a:solidFill>
                <a:latin typeface="黑体"/>
                <a:cs typeface="黑体"/>
              </a:rPr>
              <a:t>者即为最优调度方案。</a:t>
            </a:r>
            <a:endParaRPr sz="2400">
              <a:latin typeface="黑体"/>
              <a:cs typeface="黑体"/>
            </a:endParaRPr>
          </a:p>
          <a:p>
            <a:pPr lvl="1" marL="1099185" indent="-457200">
              <a:lnSpc>
                <a:spcPct val="100000"/>
              </a:lnSpc>
              <a:spcBef>
                <a:spcPts val="2020"/>
              </a:spcBef>
              <a:buSzPct val="89583"/>
              <a:buFont typeface="Wingdings"/>
              <a:buChar char=""/>
              <a:tabLst>
                <a:tab pos="1099185" algn="l"/>
              </a:tabLst>
            </a:pPr>
            <a:r>
              <a:rPr dirty="0" sz="2400" spc="-5">
                <a:solidFill>
                  <a:srgbClr val="40458B"/>
                </a:solidFill>
                <a:latin typeface="黑体"/>
                <a:cs typeface="黑体"/>
              </a:rPr>
              <a:t>上例中，各种调度方案及其平均间隔时间。</a:t>
            </a:r>
            <a:endParaRPr sz="2400">
              <a:latin typeface="黑体"/>
              <a:cs typeface="黑体"/>
            </a:endParaRPr>
          </a:p>
          <a:p>
            <a:pPr lvl="2" marL="1524000" indent="-287655">
              <a:lnSpc>
                <a:spcPct val="100000"/>
              </a:lnSpc>
              <a:spcBef>
                <a:spcPts val="1780"/>
              </a:spcBef>
              <a:buClr>
                <a:srgbClr val="4668F5"/>
              </a:buClr>
              <a:buSzPct val="60000"/>
              <a:buFont typeface="Wingdings"/>
              <a:buChar char=""/>
              <a:tabLst>
                <a:tab pos="1524000" algn="l"/>
              </a:tabLst>
            </a:pPr>
            <a:r>
              <a:rPr dirty="0" sz="2000" spc="-10" b="1">
                <a:solidFill>
                  <a:srgbClr val="D50092"/>
                </a:solidFill>
                <a:latin typeface="黑体"/>
                <a:cs typeface="黑体"/>
              </a:rPr>
              <a:t>最佳方案：</a:t>
            </a:r>
            <a:r>
              <a:rPr dirty="0" sz="2000" spc="-10" b="1">
                <a:solidFill>
                  <a:srgbClr val="9933FF"/>
                </a:solidFill>
                <a:latin typeface="黑体"/>
                <a:cs typeface="黑体"/>
              </a:rPr>
              <a:t>（</a:t>
            </a:r>
            <a:r>
              <a:rPr dirty="0" sz="2000" spc="-10" b="1">
                <a:solidFill>
                  <a:srgbClr val="9933FF"/>
                </a:solidFill>
                <a:latin typeface="Times New Roman"/>
                <a:cs typeface="Times New Roman"/>
              </a:rPr>
              <a:t>3</a:t>
            </a:r>
            <a:r>
              <a:rPr dirty="0" sz="2000" spc="-10" b="1">
                <a:solidFill>
                  <a:srgbClr val="9933FF"/>
                </a:solidFill>
                <a:latin typeface="黑体"/>
                <a:cs typeface="黑体"/>
              </a:rPr>
              <a:t>，</a:t>
            </a:r>
            <a:r>
              <a:rPr dirty="0" sz="2000" spc="-10" b="1">
                <a:solidFill>
                  <a:srgbClr val="9933FF"/>
                </a:solidFill>
                <a:latin typeface="Times New Roman"/>
                <a:cs typeface="Times New Roman"/>
              </a:rPr>
              <a:t>4</a:t>
            </a:r>
            <a:r>
              <a:rPr dirty="0" sz="2000" spc="-10" b="1">
                <a:solidFill>
                  <a:srgbClr val="9933FF"/>
                </a:solidFill>
                <a:latin typeface="黑体"/>
                <a:cs typeface="黑体"/>
              </a:rPr>
              <a:t>）</a:t>
            </a:r>
            <a:endParaRPr sz="2000">
              <a:latin typeface="黑体"/>
              <a:cs typeface="黑体"/>
            </a:endParaRPr>
          </a:p>
          <a:p>
            <a:pPr marL="1681480">
              <a:lnSpc>
                <a:spcPct val="100000"/>
              </a:lnSpc>
              <a:spcBef>
                <a:spcPts val="1680"/>
              </a:spcBef>
            </a:pPr>
            <a:r>
              <a:rPr dirty="0" sz="2000" spc="-10" b="1">
                <a:solidFill>
                  <a:srgbClr val="00AFEF"/>
                </a:solidFill>
                <a:latin typeface="黑体"/>
                <a:cs typeface="黑体"/>
              </a:rPr>
              <a:t>平均间隔时间：</a:t>
            </a:r>
            <a:r>
              <a:rPr dirty="0" sz="2000" spc="-10" b="1">
                <a:solidFill>
                  <a:srgbClr val="9933FF"/>
                </a:solidFill>
                <a:latin typeface="Times New Roman"/>
                <a:cs typeface="Times New Roman"/>
              </a:rPr>
              <a:t>3.5</a:t>
            </a:r>
            <a:r>
              <a:rPr dirty="0" sz="2000" spc="-15" b="1">
                <a:solidFill>
                  <a:srgbClr val="00AFEF"/>
                </a:solidFill>
                <a:latin typeface="黑体"/>
                <a:cs typeface="黑体"/>
              </a:rPr>
              <a:t>个时钟周期</a:t>
            </a:r>
            <a:r>
              <a:rPr dirty="0" sz="2000" spc="-20" b="1">
                <a:solidFill>
                  <a:srgbClr val="00AFEF"/>
                </a:solidFill>
                <a:latin typeface="黑体"/>
                <a:cs typeface="黑体"/>
              </a:rPr>
              <a:t>（</a:t>
            </a:r>
            <a:r>
              <a:rPr dirty="0" sz="2000" spc="-15" b="1">
                <a:solidFill>
                  <a:srgbClr val="00AFEF"/>
                </a:solidFill>
                <a:latin typeface="黑体"/>
                <a:cs typeface="黑体"/>
              </a:rPr>
              <a:t>吞吐率最高</a:t>
            </a:r>
            <a:r>
              <a:rPr dirty="0" sz="2000" spc="-50" b="1">
                <a:solidFill>
                  <a:srgbClr val="00AFEF"/>
                </a:solidFill>
                <a:latin typeface="黑体"/>
                <a:cs typeface="黑体"/>
              </a:rPr>
              <a:t>）</a:t>
            </a:r>
            <a:endParaRPr sz="2000">
              <a:latin typeface="黑体"/>
              <a:cs typeface="黑体"/>
            </a:endParaRPr>
          </a:p>
          <a:p>
            <a:pPr lvl="2" marL="1524000" indent="-287655">
              <a:lnSpc>
                <a:spcPct val="100000"/>
              </a:lnSpc>
              <a:spcBef>
                <a:spcPts val="1680"/>
              </a:spcBef>
              <a:buClr>
                <a:srgbClr val="4668F5"/>
              </a:buClr>
              <a:buSzPct val="60000"/>
              <a:buFont typeface="Wingdings"/>
              <a:buChar char=""/>
              <a:tabLst>
                <a:tab pos="1524000" algn="l"/>
              </a:tabLst>
            </a:pPr>
            <a:r>
              <a:rPr dirty="0" sz="2000" b="1">
                <a:solidFill>
                  <a:srgbClr val="00AFEF"/>
                </a:solidFill>
                <a:latin typeface="黑体"/>
                <a:cs typeface="黑体"/>
              </a:rPr>
              <a:t>方案</a:t>
            </a:r>
            <a:r>
              <a:rPr dirty="0" sz="2000" spc="-10" b="1">
                <a:solidFill>
                  <a:srgbClr val="00AFEF"/>
                </a:solidFill>
                <a:latin typeface="黑体"/>
                <a:cs typeface="黑体"/>
              </a:rPr>
              <a:t>（</a:t>
            </a:r>
            <a:r>
              <a:rPr dirty="0" sz="2000" spc="-10" b="1">
                <a:solidFill>
                  <a:srgbClr val="00AFEF"/>
                </a:solidFill>
                <a:latin typeface="Times New Roman"/>
                <a:cs typeface="Times New Roman"/>
              </a:rPr>
              <a:t>4</a:t>
            </a:r>
            <a:r>
              <a:rPr dirty="0" sz="2000" spc="-10" b="1">
                <a:solidFill>
                  <a:srgbClr val="00AFEF"/>
                </a:solidFill>
                <a:latin typeface="黑体"/>
                <a:cs typeface="黑体"/>
              </a:rPr>
              <a:t>，</a:t>
            </a:r>
            <a:r>
              <a:rPr dirty="0" sz="2000" spc="-10" b="1">
                <a:solidFill>
                  <a:srgbClr val="00AFEF"/>
                </a:solidFill>
                <a:latin typeface="Times New Roman"/>
                <a:cs typeface="Times New Roman"/>
              </a:rPr>
              <a:t>3</a:t>
            </a:r>
            <a:r>
              <a:rPr dirty="0" sz="2000" spc="-10" b="1">
                <a:solidFill>
                  <a:srgbClr val="00AFEF"/>
                </a:solidFill>
                <a:latin typeface="黑体"/>
                <a:cs typeface="黑体"/>
              </a:rPr>
              <a:t>）</a:t>
            </a:r>
            <a:r>
              <a:rPr dirty="0" sz="2000" spc="-20" b="1">
                <a:solidFill>
                  <a:srgbClr val="00AFEF"/>
                </a:solidFill>
                <a:latin typeface="黑体"/>
                <a:cs typeface="黑体"/>
              </a:rPr>
              <a:t>的平均间隔时间也是</a:t>
            </a:r>
            <a:r>
              <a:rPr dirty="0" sz="2000" b="1">
                <a:solidFill>
                  <a:srgbClr val="00AFEF"/>
                </a:solidFill>
                <a:latin typeface="Times New Roman"/>
                <a:cs typeface="Times New Roman"/>
              </a:rPr>
              <a:t>3.5</a:t>
            </a:r>
            <a:r>
              <a:rPr dirty="0" sz="2000" spc="465" b="1">
                <a:solidFill>
                  <a:srgbClr val="00AFEF"/>
                </a:solidFill>
                <a:latin typeface="Times New Roman"/>
                <a:cs typeface="Times New Roman"/>
              </a:rPr>
              <a:t> </a:t>
            </a:r>
            <a:r>
              <a:rPr dirty="0" sz="2000" spc="-25" b="1">
                <a:solidFill>
                  <a:srgbClr val="00AFEF"/>
                </a:solidFill>
                <a:latin typeface="黑体"/>
                <a:cs typeface="黑体"/>
              </a:rPr>
              <a:t>，但它不是最佳方案，为什么？</a:t>
            </a:r>
            <a:endParaRPr sz="2000">
              <a:latin typeface="黑体"/>
              <a:cs typeface="黑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016757" y="161289"/>
            <a:ext cx="4500245" cy="513715"/>
          </a:xfrm>
          <a:prstGeom prst="rect"/>
        </p:spPr>
        <p:txBody>
          <a:bodyPr wrap="square" lIns="0" tIns="12700" rIns="0" bIns="0" rtlCol="0" vert="horz">
            <a:spAutoFit/>
          </a:bodyPr>
          <a:lstStyle/>
          <a:p>
            <a:pPr marL="12700">
              <a:lnSpc>
                <a:spcPct val="100000"/>
              </a:lnSpc>
              <a:spcBef>
                <a:spcPts val="100"/>
              </a:spcBef>
            </a:pPr>
            <a:r>
              <a:rPr dirty="0" u="none"/>
              <a:t>3.3</a:t>
            </a:r>
            <a:r>
              <a:rPr dirty="0" u="none" spc="-10"/>
              <a:t> 非线性流水线的调度</a:t>
            </a:r>
          </a:p>
        </p:txBody>
      </p:sp>
      <p:graphicFrame>
        <p:nvGraphicFramePr>
          <p:cNvPr id="10" name="object 10" descr=""/>
          <p:cNvGraphicFramePr>
            <a:graphicFrameLocks noGrp="1"/>
          </p:cNvGraphicFramePr>
          <p:nvPr/>
        </p:nvGraphicFramePr>
        <p:xfrm>
          <a:off x="3633787" y="1901888"/>
          <a:ext cx="4857750" cy="4366895"/>
        </p:xfrm>
        <a:graphic>
          <a:graphicData uri="http://schemas.openxmlformats.org/drawingml/2006/table">
            <a:tbl>
              <a:tblPr firstRow="1" bandRow="1">
                <a:tableStyleId>{2D5ABB26-0587-4C30-8999-92F81FD0307C}</a:tableStyleId>
              </a:tblPr>
              <a:tblGrid>
                <a:gridCol w="2447925"/>
                <a:gridCol w="2305050"/>
              </a:tblGrid>
              <a:tr h="768350">
                <a:tc>
                  <a:txBody>
                    <a:bodyPr/>
                    <a:lstStyle/>
                    <a:p>
                      <a:pPr marL="614680">
                        <a:lnSpc>
                          <a:spcPct val="100000"/>
                        </a:lnSpc>
                        <a:spcBef>
                          <a:spcPts val="1610"/>
                        </a:spcBef>
                      </a:pPr>
                      <a:r>
                        <a:rPr dirty="0" sz="2400" spc="-20">
                          <a:solidFill>
                            <a:srgbClr val="E14B04"/>
                          </a:solidFill>
                          <a:latin typeface="黑体"/>
                          <a:cs typeface="黑体"/>
                        </a:rPr>
                        <a:t>调度策略</a:t>
                      </a:r>
                      <a:endParaRPr sz="2400">
                        <a:latin typeface="黑体"/>
                        <a:cs typeface="黑体"/>
                      </a:endParaRPr>
                    </a:p>
                  </a:txBody>
                  <a:tcPr marL="0" marR="0" marB="0" marT="20447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38760">
                        <a:lnSpc>
                          <a:spcPct val="100000"/>
                        </a:lnSpc>
                        <a:spcBef>
                          <a:spcPts val="1610"/>
                        </a:spcBef>
                      </a:pPr>
                      <a:r>
                        <a:rPr dirty="0" sz="2400" spc="-10">
                          <a:solidFill>
                            <a:srgbClr val="E14B04"/>
                          </a:solidFill>
                          <a:latin typeface="黑体"/>
                          <a:cs typeface="黑体"/>
                        </a:rPr>
                        <a:t>平均延迟拍数</a:t>
                      </a:r>
                      <a:endParaRPr sz="2400">
                        <a:latin typeface="黑体"/>
                        <a:cs typeface="黑体"/>
                      </a:endParaRPr>
                    </a:p>
                  </a:txBody>
                  <a:tcPr marL="0" marR="0" marB="0" marT="20447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598545">
                <a:tc>
                  <a:txBody>
                    <a:bodyPr/>
                    <a:lstStyle/>
                    <a:p>
                      <a:pPr algn="ctr" marL="635">
                        <a:lnSpc>
                          <a:spcPct val="100000"/>
                        </a:lnSpc>
                        <a:spcBef>
                          <a:spcPts val="459"/>
                        </a:spcBef>
                      </a:pPr>
                      <a:r>
                        <a:rPr dirty="0" sz="2000" spc="-10" b="1">
                          <a:solidFill>
                            <a:srgbClr val="40458B"/>
                          </a:solidFill>
                          <a:latin typeface="Times New Roman"/>
                          <a:cs typeface="Times New Roman"/>
                        </a:rPr>
                        <a:t>(2,7)</a:t>
                      </a:r>
                      <a:endParaRPr sz="2000">
                        <a:latin typeface="Times New Roman"/>
                        <a:cs typeface="Times New Roman"/>
                      </a:endParaRPr>
                    </a:p>
                    <a:p>
                      <a:pPr algn="ctr" marL="1270">
                        <a:lnSpc>
                          <a:spcPct val="100000"/>
                        </a:lnSpc>
                        <a:spcBef>
                          <a:spcPts val="720"/>
                        </a:spcBef>
                      </a:pPr>
                      <a:r>
                        <a:rPr dirty="0" sz="2000" spc="-10" b="1">
                          <a:solidFill>
                            <a:srgbClr val="40458B"/>
                          </a:solidFill>
                          <a:latin typeface="Times New Roman"/>
                          <a:cs typeface="Times New Roman"/>
                        </a:rPr>
                        <a:t>(2,2,7)</a:t>
                      </a:r>
                      <a:endParaRPr sz="2000">
                        <a:latin typeface="Times New Roman"/>
                        <a:cs typeface="Times New Roman"/>
                      </a:endParaRPr>
                    </a:p>
                    <a:p>
                      <a:pPr algn="ctr" marL="635">
                        <a:lnSpc>
                          <a:spcPct val="100000"/>
                        </a:lnSpc>
                        <a:spcBef>
                          <a:spcPts val="720"/>
                        </a:spcBef>
                      </a:pPr>
                      <a:r>
                        <a:rPr dirty="0" sz="2000" spc="-10" b="1">
                          <a:solidFill>
                            <a:srgbClr val="40458B"/>
                          </a:solidFill>
                          <a:latin typeface="Times New Roman"/>
                          <a:cs typeface="Times New Roman"/>
                        </a:rPr>
                        <a:t>(3,7)</a:t>
                      </a:r>
                      <a:endParaRPr sz="2000">
                        <a:latin typeface="Times New Roman"/>
                        <a:cs typeface="Times New Roman"/>
                      </a:endParaRPr>
                    </a:p>
                    <a:p>
                      <a:pPr algn="ctr" marL="635">
                        <a:lnSpc>
                          <a:spcPct val="100000"/>
                        </a:lnSpc>
                        <a:spcBef>
                          <a:spcPts val="720"/>
                        </a:spcBef>
                      </a:pPr>
                      <a:r>
                        <a:rPr dirty="0" sz="2000" spc="-10" b="1">
                          <a:solidFill>
                            <a:srgbClr val="D50092"/>
                          </a:solidFill>
                          <a:latin typeface="Times New Roman"/>
                          <a:cs typeface="Times New Roman"/>
                        </a:rPr>
                        <a:t>(3,4)</a:t>
                      </a:r>
                      <a:endParaRPr sz="2000">
                        <a:latin typeface="Times New Roman"/>
                        <a:cs typeface="Times New Roman"/>
                      </a:endParaRPr>
                    </a:p>
                    <a:p>
                      <a:pPr algn="ctr" marL="635">
                        <a:lnSpc>
                          <a:spcPct val="100000"/>
                        </a:lnSpc>
                        <a:spcBef>
                          <a:spcPts val="725"/>
                        </a:spcBef>
                      </a:pPr>
                      <a:r>
                        <a:rPr dirty="0" sz="2000" spc="-10" b="1">
                          <a:solidFill>
                            <a:srgbClr val="40458B"/>
                          </a:solidFill>
                          <a:latin typeface="Times New Roman"/>
                          <a:cs typeface="Times New Roman"/>
                        </a:rPr>
                        <a:t>(3,4,3,7)</a:t>
                      </a:r>
                      <a:endParaRPr sz="2000">
                        <a:latin typeface="Times New Roman"/>
                        <a:cs typeface="Times New Roman"/>
                      </a:endParaRPr>
                    </a:p>
                    <a:p>
                      <a:pPr algn="ctr" marL="1270">
                        <a:lnSpc>
                          <a:spcPct val="100000"/>
                        </a:lnSpc>
                        <a:spcBef>
                          <a:spcPts val="720"/>
                        </a:spcBef>
                      </a:pPr>
                      <a:r>
                        <a:rPr dirty="0" sz="2000" spc="-10" b="1">
                          <a:solidFill>
                            <a:srgbClr val="40458B"/>
                          </a:solidFill>
                          <a:latin typeface="Times New Roman"/>
                          <a:cs typeface="Times New Roman"/>
                        </a:rPr>
                        <a:t>(3,4,7)</a:t>
                      </a:r>
                      <a:endParaRPr sz="2000">
                        <a:latin typeface="Times New Roman"/>
                        <a:cs typeface="Times New Roman"/>
                      </a:endParaRPr>
                    </a:p>
                    <a:p>
                      <a:pPr algn="ctr" marL="1270">
                        <a:lnSpc>
                          <a:spcPct val="100000"/>
                        </a:lnSpc>
                        <a:spcBef>
                          <a:spcPts val="720"/>
                        </a:spcBef>
                      </a:pPr>
                      <a:r>
                        <a:rPr dirty="0" sz="2000" spc="-10" b="1">
                          <a:solidFill>
                            <a:srgbClr val="40458B"/>
                          </a:solidFill>
                          <a:latin typeface="Times New Roman"/>
                          <a:cs typeface="Times New Roman"/>
                        </a:rPr>
                        <a:t>(4,3,7)</a:t>
                      </a:r>
                      <a:endParaRPr sz="2000">
                        <a:latin typeface="Times New Roman"/>
                        <a:cs typeface="Times New Roman"/>
                      </a:endParaRPr>
                    </a:p>
                    <a:p>
                      <a:pPr algn="ctr" marL="635">
                        <a:lnSpc>
                          <a:spcPct val="100000"/>
                        </a:lnSpc>
                        <a:spcBef>
                          <a:spcPts val="720"/>
                        </a:spcBef>
                      </a:pPr>
                      <a:r>
                        <a:rPr dirty="0" sz="2000" spc="-10" b="1">
                          <a:solidFill>
                            <a:srgbClr val="40458B"/>
                          </a:solidFill>
                          <a:latin typeface="Times New Roman"/>
                          <a:cs typeface="Times New Roman"/>
                        </a:rPr>
                        <a:t>(4,7)</a:t>
                      </a:r>
                      <a:endParaRPr sz="2000">
                        <a:latin typeface="Times New Roman"/>
                        <a:cs typeface="Times New Roman"/>
                      </a:endParaRPr>
                    </a:p>
                    <a:p>
                      <a:pPr algn="ctr">
                        <a:lnSpc>
                          <a:spcPct val="100000"/>
                        </a:lnSpc>
                        <a:spcBef>
                          <a:spcPts val="720"/>
                        </a:spcBef>
                      </a:pPr>
                      <a:r>
                        <a:rPr dirty="0" sz="2000" spc="-25" b="1">
                          <a:solidFill>
                            <a:srgbClr val="40458B"/>
                          </a:solidFill>
                          <a:latin typeface="黑体"/>
                          <a:cs typeface="黑体"/>
                        </a:rPr>
                        <a:t>（</a:t>
                      </a:r>
                      <a:r>
                        <a:rPr dirty="0" sz="2000" spc="-25" b="1">
                          <a:solidFill>
                            <a:srgbClr val="40458B"/>
                          </a:solidFill>
                          <a:latin typeface="Times New Roman"/>
                          <a:cs typeface="Times New Roman"/>
                        </a:rPr>
                        <a:t>7</a:t>
                      </a:r>
                      <a:r>
                        <a:rPr dirty="0" sz="2000" spc="-25" b="1">
                          <a:solidFill>
                            <a:srgbClr val="40458B"/>
                          </a:solidFill>
                          <a:latin typeface="黑体"/>
                          <a:cs typeface="黑体"/>
                        </a:rPr>
                        <a:t>）</a:t>
                      </a:r>
                      <a:endParaRPr sz="2000">
                        <a:latin typeface="黑体"/>
                        <a:cs typeface="黑体"/>
                      </a:endParaRPr>
                    </a:p>
                  </a:txBody>
                  <a:tcPr marL="0" marR="0" marB="0" marT="58419">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445"/>
                        </a:spcBef>
                      </a:pPr>
                      <a:r>
                        <a:rPr dirty="0" sz="2000" spc="-25" b="1">
                          <a:solidFill>
                            <a:srgbClr val="40458B"/>
                          </a:solidFill>
                          <a:latin typeface="Times New Roman"/>
                          <a:cs typeface="Times New Roman"/>
                        </a:rPr>
                        <a:t>4.5</a:t>
                      </a:r>
                      <a:endParaRPr sz="2000">
                        <a:latin typeface="Times New Roman"/>
                        <a:cs typeface="Times New Roman"/>
                      </a:endParaRPr>
                    </a:p>
                    <a:p>
                      <a:pPr algn="ctr" marL="635">
                        <a:lnSpc>
                          <a:spcPct val="100000"/>
                        </a:lnSpc>
                        <a:spcBef>
                          <a:spcPts val="725"/>
                        </a:spcBef>
                      </a:pPr>
                      <a:r>
                        <a:rPr dirty="0" sz="2000" spc="-20" b="1">
                          <a:solidFill>
                            <a:srgbClr val="40458B"/>
                          </a:solidFill>
                          <a:latin typeface="Times New Roman"/>
                          <a:cs typeface="Times New Roman"/>
                        </a:rPr>
                        <a:t>3.67</a:t>
                      </a:r>
                      <a:endParaRPr sz="2000">
                        <a:latin typeface="Times New Roman"/>
                        <a:cs typeface="Times New Roman"/>
                      </a:endParaRPr>
                    </a:p>
                    <a:p>
                      <a:pPr algn="ctr" marL="1270">
                        <a:lnSpc>
                          <a:spcPct val="100000"/>
                        </a:lnSpc>
                        <a:spcBef>
                          <a:spcPts val="720"/>
                        </a:spcBef>
                      </a:pPr>
                      <a:r>
                        <a:rPr dirty="0" sz="2000" spc="-50" b="1">
                          <a:solidFill>
                            <a:srgbClr val="40458B"/>
                          </a:solidFill>
                          <a:latin typeface="Times New Roman"/>
                          <a:cs typeface="Times New Roman"/>
                        </a:rPr>
                        <a:t>5</a:t>
                      </a:r>
                      <a:endParaRPr sz="2000">
                        <a:latin typeface="Times New Roman"/>
                        <a:cs typeface="Times New Roman"/>
                      </a:endParaRPr>
                    </a:p>
                    <a:p>
                      <a:pPr algn="ctr" marL="635">
                        <a:lnSpc>
                          <a:spcPct val="100000"/>
                        </a:lnSpc>
                        <a:spcBef>
                          <a:spcPts val="720"/>
                        </a:spcBef>
                      </a:pPr>
                      <a:r>
                        <a:rPr dirty="0" sz="2000" spc="-25" b="1">
                          <a:solidFill>
                            <a:srgbClr val="D50092"/>
                          </a:solidFill>
                          <a:latin typeface="Times New Roman"/>
                          <a:cs typeface="Times New Roman"/>
                        </a:rPr>
                        <a:t>3.5</a:t>
                      </a:r>
                      <a:endParaRPr sz="2000">
                        <a:latin typeface="Times New Roman"/>
                        <a:cs typeface="Times New Roman"/>
                      </a:endParaRPr>
                    </a:p>
                    <a:p>
                      <a:pPr algn="ctr">
                        <a:lnSpc>
                          <a:spcPct val="100000"/>
                        </a:lnSpc>
                        <a:spcBef>
                          <a:spcPts val="720"/>
                        </a:spcBef>
                      </a:pPr>
                      <a:r>
                        <a:rPr dirty="0" sz="2000" spc="-20" b="1">
                          <a:solidFill>
                            <a:srgbClr val="40458B"/>
                          </a:solidFill>
                          <a:latin typeface="Times New Roman"/>
                          <a:cs typeface="Times New Roman"/>
                        </a:rPr>
                        <a:t>4.25</a:t>
                      </a:r>
                      <a:endParaRPr sz="2000">
                        <a:latin typeface="Times New Roman"/>
                        <a:cs typeface="Times New Roman"/>
                      </a:endParaRPr>
                    </a:p>
                    <a:p>
                      <a:pPr algn="ctr">
                        <a:lnSpc>
                          <a:spcPct val="100000"/>
                        </a:lnSpc>
                        <a:spcBef>
                          <a:spcPts val="720"/>
                        </a:spcBef>
                      </a:pPr>
                      <a:r>
                        <a:rPr dirty="0" sz="2000" spc="-20" b="1">
                          <a:solidFill>
                            <a:srgbClr val="40458B"/>
                          </a:solidFill>
                          <a:latin typeface="Times New Roman"/>
                          <a:cs typeface="Times New Roman"/>
                        </a:rPr>
                        <a:t>4.67</a:t>
                      </a:r>
                      <a:endParaRPr sz="2000">
                        <a:latin typeface="Times New Roman"/>
                        <a:cs typeface="Times New Roman"/>
                      </a:endParaRPr>
                    </a:p>
                    <a:p>
                      <a:pPr algn="ctr">
                        <a:lnSpc>
                          <a:spcPct val="100000"/>
                        </a:lnSpc>
                        <a:spcBef>
                          <a:spcPts val="725"/>
                        </a:spcBef>
                      </a:pPr>
                      <a:r>
                        <a:rPr dirty="0" sz="2000" spc="-20" b="1">
                          <a:solidFill>
                            <a:srgbClr val="40458B"/>
                          </a:solidFill>
                          <a:latin typeface="Times New Roman"/>
                          <a:cs typeface="Times New Roman"/>
                        </a:rPr>
                        <a:t>4.67</a:t>
                      </a:r>
                      <a:endParaRPr sz="2000">
                        <a:latin typeface="Times New Roman"/>
                        <a:cs typeface="Times New Roman"/>
                      </a:endParaRPr>
                    </a:p>
                    <a:p>
                      <a:pPr algn="ctr" marL="635">
                        <a:lnSpc>
                          <a:spcPct val="100000"/>
                        </a:lnSpc>
                        <a:spcBef>
                          <a:spcPts val="715"/>
                        </a:spcBef>
                      </a:pPr>
                      <a:r>
                        <a:rPr dirty="0" sz="2000" spc="-25" b="1">
                          <a:solidFill>
                            <a:srgbClr val="40458B"/>
                          </a:solidFill>
                          <a:latin typeface="Times New Roman"/>
                          <a:cs typeface="Times New Roman"/>
                        </a:rPr>
                        <a:t>5.5</a:t>
                      </a:r>
                      <a:endParaRPr sz="2000">
                        <a:latin typeface="Times New Roman"/>
                        <a:cs typeface="Times New Roman"/>
                      </a:endParaRPr>
                    </a:p>
                    <a:p>
                      <a:pPr algn="ctr" marL="1270">
                        <a:lnSpc>
                          <a:spcPct val="100000"/>
                        </a:lnSpc>
                        <a:spcBef>
                          <a:spcPts val="725"/>
                        </a:spcBef>
                      </a:pPr>
                      <a:r>
                        <a:rPr dirty="0" sz="2000" spc="-50" b="1">
                          <a:solidFill>
                            <a:srgbClr val="40458B"/>
                          </a:solidFill>
                          <a:latin typeface="Times New Roman"/>
                          <a:cs typeface="Times New Roman"/>
                        </a:rPr>
                        <a:t>7</a:t>
                      </a:r>
                      <a:endParaRPr sz="2000">
                        <a:latin typeface="Times New Roman"/>
                        <a:cs typeface="Times New Roman"/>
                      </a:endParaRPr>
                    </a:p>
                  </a:txBody>
                  <a:tcPr marL="0" marR="0" marB="0" marT="5651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descr=""/>
          <p:cNvSpPr txBox="1"/>
          <p:nvPr/>
        </p:nvSpPr>
        <p:spPr>
          <a:xfrm>
            <a:off x="4232275" y="1350645"/>
            <a:ext cx="3354070"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各种调度策略及平均延迟拍数</a:t>
            </a:r>
            <a:endParaRPr sz="2000">
              <a:latin typeface="宋体"/>
              <a:cs typeface="宋体"/>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756005" y="1397635"/>
            <a:ext cx="10848340" cy="1777364"/>
          </a:xfrm>
          <a:prstGeom prst="rect">
            <a:avLst/>
          </a:prstGeom>
        </p:spPr>
        <p:txBody>
          <a:bodyPr wrap="square" lIns="0" tIns="12700" rIns="0" bIns="0" rtlCol="0" vert="horz">
            <a:spAutoFit/>
          </a:bodyPr>
          <a:lstStyle/>
          <a:p>
            <a:pPr algn="just" marL="469900" marR="5080" indent="-457200">
              <a:lnSpc>
                <a:spcPct val="120000"/>
              </a:lnSpc>
              <a:spcBef>
                <a:spcPts val="100"/>
              </a:spcBef>
              <a:buSzPct val="89583"/>
              <a:buFont typeface="Wingdings"/>
              <a:buChar char=""/>
              <a:tabLst>
                <a:tab pos="469900" algn="l"/>
              </a:tabLst>
            </a:pPr>
            <a:r>
              <a:rPr dirty="0" sz="2400">
                <a:solidFill>
                  <a:srgbClr val="40458B"/>
                </a:solidFill>
                <a:latin typeface="黑体"/>
                <a:cs typeface="黑体"/>
              </a:rPr>
              <a:t>方案</a:t>
            </a:r>
            <a:r>
              <a:rPr dirty="0" sz="2400">
                <a:solidFill>
                  <a:srgbClr val="9933FF"/>
                </a:solidFill>
                <a:latin typeface="黑体"/>
                <a:cs typeface="黑体"/>
              </a:rPr>
              <a:t>（</a:t>
            </a:r>
            <a:r>
              <a:rPr dirty="0" sz="2400">
                <a:solidFill>
                  <a:srgbClr val="9933FF"/>
                </a:solidFill>
                <a:latin typeface="Times New Roman"/>
                <a:cs typeface="Times New Roman"/>
              </a:rPr>
              <a:t>3</a:t>
            </a:r>
            <a:r>
              <a:rPr dirty="0" sz="2400">
                <a:solidFill>
                  <a:srgbClr val="9933FF"/>
                </a:solidFill>
                <a:latin typeface="黑体"/>
                <a:cs typeface="黑体"/>
              </a:rPr>
              <a:t>，</a:t>
            </a:r>
            <a:r>
              <a:rPr dirty="0" sz="2400">
                <a:solidFill>
                  <a:srgbClr val="9933FF"/>
                </a:solidFill>
                <a:latin typeface="Times New Roman"/>
                <a:cs typeface="Times New Roman"/>
              </a:rPr>
              <a:t>4</a:t>
            </a:r>
            <a:r>
              <a:rPr dirty="0" sz="2400">
                <a:solidFill>
                  <a:srgbClr val="9933FF"/>
                </a:solidFill>
                <a:latin typeface="黑体"/>
                <a:cs typeface="黑体"/>
              </a:rPr>
              <a:t>）</a:t>
            </a:r>
            <a:r>
              <a:rPr dirty="0" sz="2400">
                <a:solidFill>
                  <a:srgbClr val="40458B"/>
                </a:solidFill>
                <a:latin typeface="黑体"/>
                <a:cs typeface="黑体"/>
              </a:rPr>
              <a:t>是一种</a:t>
            </a:r>
            <a:r>
              <a:rPr dirty="0" sz="2400">
                <a:solidFill>
                  <a:srgbClr val="339933"/>
                </a:solidFill>
                <a:latin typeface="黑体"/>
                <a:cs typeface="黑体"/>
              </a:rPr>
              <a:t>不等时间间隔的调度方案</a:t>
            </a:r>
            <a:r>
              <a:rPr dirty="0" sz="2400">
                <a:solidFill>
                  <a:srgbClr val="40458B"/>
                </a:solidFill>
                <a:latin typeface="黑体"/>
                <a:cs typeface="黑体"/>
              </a:rPr>
              <a:t>，与</a:t>
            </a:r>
            <a:r>
              <a:rPr dirty="0" sz="2400" spc="-5">
                <a:solidFill>
                  <a:srgbClr val="339933"/>
                </a:solidFill>
                <a:latin typeface="黑体"/>
                <a:cs typeface="黑体"/>
              </a:rPr>
              <a:t>等间隔的调度方案</a:t>
            </a:r>
            <a:r>
              <a:rPr dirty="0" sz="2400" spc="-15">
                <a:solidFill>
                  <a:srgbClr val="40458B"/>
                </a:solidFill>
                <a:latin typeface="黑体"/>
                <a:cs typeface="黑体"/>
              </a:rPr>
              <a:t>相比，在</a:t>
            </a:r>
            <a:r>
              <a:rPr dirty="0" sz="2400" spc="-5">
                <a:solidFill>
                  <a:srgbClr val="40458B"/>
                </a:solidFill>
                <a:latin typeface="黑体"/>
                <a:cs typeface="黑体"/>
              </a:rPr>
              <a:t>控制上要复杂得多。为了简化控制，也可以采用等间隔时间的调度方案，但吞</a:t>
            </a:r>
            <a:r>
              <a:rPr dirty="0" sz="2400" spc="-15">
                <a:solidFill>
                  <a:srgbClr val="40458B"/>
                </a:solidFill>
                <a:latin typeface="黑体"/>
                <a:cs typeface="黑体"/>
              </a:rPr>
              <a:t>吐率和效率往往会下降不少。</a:t>
            </a:r>
            <a:endParaRPr sz="2400">
              <a:latin typeface="黑体"/>
              <a:cs typeface="黑体"/>
            </a:endParaRPr>
          </a:p>
          <a:p>
            <a:pPr algn="just" lvl="1" marL="894080" indent="-287020">
              <a:lnSpc>
                <a:spcPct val="100000"/>
              </a:lnSpc>
              <a:spcBef>
                <a:spcPts val="1025"/>
              </a:spcBef>
              <a:buClr>
                <a:srgbClr val="4668F5"/>
              </a:buClr>
              <a:buSzPct val="60000"/>
              <a:buFont typeface="Wingdings"/>
              <a:buChar char=""/>
              <a:tabLst>
                <a:tab pos="894080" algn="l"/>
              </a:tabLst>
            </a:pPr>
            <a:r>
              <a:rPr dirty="0" sz="2000" spc="-20" b="1">
                <a:solidFill>
                  <a:srgbClr val="00AFEF"/>
                </a:solidFill>
                <a:latin typeface="黑体"/>
                <a:cs typeface="黑体"/>
              </a:rPr>
              <a:t>在上述例子中，等时间间隔的方案只有一个：</a:t>
            </a:r>
            <a:r>
              <a:rPr dirty="0" sz="2000" spc="-10" b="1">
                <a:solidFill>
                  <a:srgbClr val="9933FF"/>
                </a:solidFill>
                <a:latin typeface="黑体"/>
                <a:cs typeface="黑体"/>
              </a:rPr>
              <a:t>（</a:t>
            </a:r>
            <a:r>
              <a:rPr dirty="0" sz="2000" spc="-10" b="1">
                <a:solidFill>
                  <a:srgbClr val="9933FF"/>
                </a:solidFill>
                <a:latin typeface="Times New Roman"/>
                <a:cs typeface="Times New Roman"/>
              </a:rPr>
              <a:t>7</a:t>
            </a:r>
            <a:r>
              <a:rPr dirty="0" sz="2000" spc="-10" b="1">
                <a:solidFill>
                  <a:srgbClr val="9933FF"/>
                </a:solidFill>
                <a:latin typeface="黑体"/>
                <a:cs typeface="黑体"/>
              </a:rPr>
              <a:t>）</a:t>
            </a:r>
            <a:r>
              <a:rPr dirty="0" sz="2000" spc="-25" b="1">
                <a:solidFill>
                  <a:srgbClr val="00AFEF"/>
                </a:solidFill>
                <a:latin typeface="黑体"/>
                <a:cs typeface="黑体"/>
              </a:rPr>
              <a:t>，其吞吐率下降了一半。</a:t>
            </a:r>
            <a:endParaRPr sz="2000">
              <a:latin typeface="黑体"/>
              <a:cs typeface="黑体"/>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591718" y="654152"/>
            <a:ext cx="10916920" cy="5111115"/>
          </a:xfrm>
          <a:prstGeom prst="rect">
            <a:avLst/>
          </a:prstGeom>
        </p:spPr>
        <p:txBody>
          <a:bodyPr wrap="square" lIns="0" tIns="209550" rIns="0" bIns="0" rtlCol="0" vert="horz">
            <a:spAutoFit/>
          </a:bodyPr>
          <a:lstStyle/>
          <a:p>
            <a:pPr marL="1851025">
              <a:lnSpc>
                <a:spcPct val="100000"/>
              </a:lnSpc>
              <a:spcBef>
                <a:spcPts val="1650"/>
              </a:spcBef>
            </a:pPr>
            <a:r>
              <a:rPr dirty="0" sz="2600">
                <a:solidFill>
                  <a:srgbClr val="0000CC"/>
                </a:solidFill>
                <a:latin typeface="黑体"/>
                <a:cs typeface="黑体"/>
              </a:rPr>
              <a:t>3.3.2</a:t>
            </a:r>
            <a:r>
              <a:rPr dirty="0" sz="2600" spc="-20">
                <a:solidFill>
                  <a:srgbClr val="0000CC"/>
                </a:solidFill>
                <a:latin typeface="黑体"/>
                <a:cs typeface="黑体"/>
              </a:rPr>
              <a:t> 多功能非线性流水线的调度</a:t>
            </a:r>
            <a:endParaRPr sz="2600">
              <a:latin typeface="黑体"/>
              <a:cs typeface="黑体"/>
            </a:endParaRPr>
          </a:p>
          <a:p>
            <a:pPr marL="650875">
              <a:lnSpc>
                <a:spcPct val="100000"/>
              </a:lnSpc>
              <a:spcBef>
                <a:spcPts val="1605"/>
              </a:spcBef>
            </a:pPr>
            <a:r>
              <a:rPr dirty="0" sz="2700">
                <a:solidFill>
                  <a:srgbClr val="40458B"/>
                </a:solidFill>
                <a:latin typeface="黑体"/>
                <a:cs typeface="黑体"/>
              </a:rPr>
              <a:t>以双功能（功能</a:t>
            </a:r>
            <a:r>
              <a:rPr dirty="0" sz="2700" spc="-10">
                <a:solidFill>
                  <a:srgbClr val="9933FF"/>
                </a:solidFill>
                <a:latin typeface="Times New Roman"/>
                <a:cs typeface="Times New Roman"/>
              </a:rPr>
              <a:t>A</a:t>
            </a:r>
            <a:r>
              <a:rPr dirty="0" sz="2700">
                <a:solidFill>
                  <a:srgbClr val="40458B"/>
                </a:solidFill>
                <a:latin typeface="黑体"/>
                <a:cs typeface="黑体"/>
              </a:rPr>
              <a:t>和</a:t>
            </a:r>
            <a:r>
              <a:rPr dirty="0" sz="2700" spc="-10">
                <a:solidFill>
                  <a:srgbClr val="9933FF"/>
                </a:solidFill>
                <a:latin typeface="Times New Roman"/>
                <a:cs typeface="Times New Roman"/>
              </a:rPr>
              <a:t>B</a:t>
            </a:r>
            <a:r>
              <a:rPr dirty="0" sz="2700" spc="-10">
                <a:solidFill>
                  <a:srgbClr val="40458B"/>
                </a:solidFill>
                <a:latin typeface="黑体"/>
                <a:cs typeface="黑体"/>
              </a:rPr>
              <a:t>）非线性流水线为例。</a:t>
            </a:r>
            <a:endParaRPr sz="2700">
              <a:latin typeface="黑体"/>
              <a:cs typeface="黑体"/>
            </a:endParaRPr>
          </a:p>
          <a:p>
            <a:pPr marL="50800">
              <a:lnSpc>
                <a:spcPct val="100000"/>
              </a:lnSpc>
              <a:spcBef>
                <a:spcPts val="2265"/>
              </a:spcBef>
            </a:pPr>
            <a:r>
              <a:rPr dirty="0" sz="2700" spc="-5">
                <a:solidFill>
                  <a:srgbClr val="E14B04"/>
                </a:solidFill>
                <a:latin typeface="黑体"/>
                <a:cs typeface="黑体"/>
              </a:rPr>
              <a:t>状态转移图中结点状态的表示</a:t>
            </a:r>
            <a:endParaRPr sz="2700">
              <a:latin typeface="黑体"/>
              <a:cs typeface="黑体"/>
            </a:endParaRPr>
          </a:p>
          <a:p>
            <a:pPr marL="1137285" marR="17780" indent="-457200">
              <a:lnSpc>
                <a:spcPct val="150000"/>
              </a:lnSpc>
              <a:spcBef>
                <a:spcPts val="650"/>
              </a:spcBef>
              <a:buSzPct val="89583"/>
              <a:buFont typeface="Wingdings"/>
              <a:buChar char=""/>
              <a:tabLst>
                <a:tab pos="1137285" algn="l"/>
              </a:tabLst>
            </a:pPr>
            <a:r>
              <a:rPr dirty="0" sz="2400" spc="-5">
                <a:solidFill>
                  <a:srgbClr val="40458B"/>
                </a:solidFill>
                <a:latin typeface="黑体"/>
                <a:cs typeface="黑体"/>
              </a:rPr>
              <a:t>由两个冲突向量构成的冲突矩阵，这两个冲突向量分别对应于下一个任务</a:t>
            </a:r>
            <a:r>
              <a:rPr dirty="0" sz="2400">
                <a:solidFill>
                  <a:srgbClr val="40458B"/>
                </a:solidFill>
                <a:latin typeface="黑体"/>
                <a:cs typeface="黑体"/>
              </a:rPr>
              <a:t>的功能是</a:t>
            </a:r>
            <a:r>
              <a:rPr dirty="0" sz="2400" spc="-35">
                <a:solidFill>
                  <a:srgbClr val="9933FF"/>
                </a:solidFill>
                <a:latin typeface="Times New Roman"/>
                <a:cs typeface="Times New Roman"/>
              </a:rPr>
              <a:t>A</a:t>
            </a:r>
            <a:r>
              <a:rPr dirty="0" sz="2400">
                <a:solidFill>
                  <a:srgbClr val="9933FF"/>
                </a:solidFill>
                <a:latin typeface="黑体"/>
                <a:cs typeface="黑体"/>
              </a:rPr>
              <a:t>类</a:t>
            </a:r>
            <a:r>
              <a:rPr dirty="0" sz="2400">
                <a:solidFill>
                  <a:srgbClr val="40458B"/>
                </a:solidFill>
                <a:latin typeface="黑体"/>
                <a:cs typeface="黑体"/>
              </a:rPr>
              <a:t>和</a:t>
            </a:r>
            <a:r>
              <a:rPr dirty="0" sz="2400" spc="-10">
                <a:solidFill>
                  <a:srgbClr val="9933FF"/>
                </a:solidFill>
                <a:latin typeface="Times New Roman"/>
                <a:cs typeface="Times New Roman"/>
              </a:rPr>
              <a:t>B</a:t>
            </a:r>
            <a:r>
              <a:rPr dirty="0" sz="2400">
                <a:solidFill>
                  <a:srgbClr val="9933FF"/>
                </a:solidFill>
                <a:latin typeface="黑体"/>
                <a:cs typeface="黑体"/>
              </a:rPr>
              <a:t>类</a:t>
            </a:r>
            <a:r>
              <a:rPr dirty="0" sz="2400" spc="-15">
                <a:solidFill>
                  <a:srgbClr val="40458B"/>
                </a:solidFill>
                <a:latin typeface="黑体"/>
                <a:cs typeface="黑体"/>
              </a:rPr>
              <a:t>的情况。</a:t>
            </a:r>
            <a:endParaRPr sz="2400">
              <a:latin typeface="黑体"/>
              <a:cs typeface="黑体"/>
            </a:endParaRPr>
          </a:p>
          <a:p>
            <a:pPr marL="50800">
              <a:lnSpc>
                <a:spcPct val="100000"/>
              </a:lnSpc>
              <a:spcBef>
                <a:spcPts val="2195"/>
              </a:spcBef>
            </a:pPr>
            <a:r>
              <a:rPr dirty="0" sz="2700" spc="-15">
                <a:solidFill>
                  <a:srgbClr val="E14B04"/>
                </a:solidFill>
                <a:latin typeface="黑体"/>
                <a:cs typeface="黑体"/>
              </a:rPr>
              <a:t>初始结点有两个，分别对应于第一个任务是</a:t>
            </a:r>
            <a:r>
              <a:rPr dirty="0" sz="2700" spc="-10">
                <a:solidFill>
                  <a:srgbClr val="9933FF"/>
                </a:solidFill>
                <a:latin typeface="Times New Roman"/>
                <a:cs typeface="Times New Roman"/>
              </a:rPr>
              <a:t>A</a:t>
            </a:r>
            <a:r>
              <a:rPr dirty="0" sz="2700">
                <a:solidFill>
                  <a:srgbClr val="9933FF"/>
                </a:solidFill>
                <a:latin typeface="黑体"/>
                <a:cs typeface="黑体"/>
              </a:rPr>
              <a:t>类</a:t>
            </a:r>
            <a:r>
              <a:rPr dirty="0" sz="2700" spc="-10">
                <a:solidFill>
                  <a:srgbClr val="E14B04"/>
                </a:solidFill>
                <a:latin typeface="黑体"/>
                <a:cs typeface="黑体"/>
              </a:rPr>
              <a:t>和</a:t>
            </a:r>
            <a:r>
              <a:rPr dirty="0" sz="2700" spc="-10">
                <a:solidFill>
                  <a:srgbClr val="9933FF"/>
                </a:solidFill>
                <a:latin typeface="Times New Roman"/>
                <a:cs typeface="Times New Roman"/>
              </a:rPr>
              <a:t>B</a:t>
            </a:r>
            <a:r>
              <a:rPr dirty="0" sz="2700" spc="-10">
                <a:solidFill>
                  <a:srgbClr val="9933FF"/>
                </a:solidFill>
                <a:latin typeface="黑体"/>
                <a:cs typeface="黑体"/>
              </a:rPr>
              <a:t>类</a:t>
            </a:r>
            <a:r>
              <a:rPr dirty="0" sz="2700" spc="-20">
                <a:solidFill>
                  <a:srgbClr val="E14B04"/>
                </a:solidFill>
                <a:latin typeface="黑体"/>
                <a:cs typeface="黑体"/>
              </a:rPr>
              <a:t>的情况。</a:t>
            </a:r>
            <a:endParaRPr sz="2700">
              <a:latin typeface="黑体"/>
              <a:cs typeface="黑体"/>
            </a:endParaRPr>
          </a:p>
          <a:p>
            <a:pPr marL="1137285" indent="-457200">
              <a:lnSpc>
                <a:spcPts val="2135"/>
              </a:lnSpc>
              <a:spcBef>
                <a:spcPts val="2095"/>
              </a:spcBef>
              <a:buSzPct val="89583"/>
              <a:buFont typeface="Wingdings"/>
              <a:buChar char=""/>
              <a:tabLst>
                <a:tab pos="1137285" algn="l"/>
                <a:tab pos="6583045" algn="l"/>
              </a:tabLst>
            </a:pPr>
            <a:r>
              <a:rPr dirty="0" sz="2400">
                <a:solidFill>
                  <a:srgbClr val="40458B"/>
                </a:solidFill>
                <a:latin typeface="黑体"/>
                <a:cs typeface="黑体"/>
              </a:rPr>
              <a:t>当第一个任务是</a:t>
            </a:r>
            <a:r>
              <a:rPr dirty="0" sz="2400" spc="-35">
                <a:solidFill>
                  <a:srgbClr val="9933FF"/>
                </a:solidFill>
                <a:latin typeface="Times New Roman"/>
                <a:cs typeface="Times New Roman"/>
              </a:rPr>
              <a:t>A</a:t>
            </a:r>
            <a:r>
              <a:rPr dirty="0" sz="2400">
                <a:solidFill>
                  <a:srgbClr val="40458B"/>
                </a:solidFill>
                <a:latin typeface="黑体"/>
                <a:cs typeface="黑体"/>
              </a:rPr>
              <a:t>类时，冲突矩阵为</a:t>
            </a:r>
            <a:r>
              <a:rPr dirty="0" sz="2400" spc="-20">
                <a:solidFill>
                  <a:srgbClr val="9933FF"/>
                </a:solidFill>
                <a:latin typeface="Times New Roman"/>
                <a:cs typeface="Times New Roman"/>
              </a:rPr>
              <a:t>M</a:t>
            </a:r>
            <a:r>
              <a:rPr dirty="0" baseline="24305" sz="2400" spc="-30">
                <a:solidFill>
                  <a:srgbClr val="9933FF"/>
                </a:solidFill>
                <a:latin typeface="Times New Roman"/>
                <a:cs typeface="Times New Roman"/>
              </a:rPr>
              <a:t>(0)</a:t>
            </a:r>
            <a:r>
              <a:rPr dirty="0" baseline="24305" sz="2400">
                <a:solidFill>
                  <a:srgbClr val="9933FF"/>
                </a:solidFill>
                <a:latin typeface="Times New Roman"/>
                <a:cs typeface="Times New Roman"/>
              </a:rPr>
              <a:t>	</a:t>
            </a:r>
            <a:r>
              <a:rPr dirty="0" sz="2400" spc="-50">
                <a:solidFill>
                  <a:srgbClr val="40458B"/>
                </a:solidFill>
                <a:latin typeface="黑体"/>
                <a:cs typeface="黑体"/>
              </a:rPr>
              <a:t>。</a:t>
            </a:r>
            <a:endParaRPr sz="2400">
              <a:latin typeface="黑体"/>
              <a:cs typeface="黑体"/>
            </a:endParaRPr>
          </a:p>
          <a:p>
            <a:pPr algn="ctr" marL="2103755">
              <a:lnSpc>
                <a:spcPts val="1175"/>
              </a:lnSpc>
            </a:pPr>
            <a:r>
              <a:rPr dirty="0" sz="1600" spc="-50">
                <a:solidFill>
                  <a:srgbClr val="9933FF"/>
                </a:solidFill>
                <a:latin typeface="Times New Roman"/>
                <a:cs typeface="Times New Roman"/>
              </a:rPr>
              <a:t>A</a:t>
            </a:r>
            <a:endParaRPr sz="1600">
              <a:latin typeface="Times New Roman"/>
              <a:cs typeface="Times New Roman"/>
            </a:endParaRPr>
          </a:p>
          <a:p>
            <a:pPr marL="1137285" indent="-457200">
              <a:lnSpc>
                <a:spcPts val="2135"/>
              </a:lnSpc>
              <a:spcBef>
                <a:spcPts val="1585"/>
              </a:spcBef>
              <a:buSzPct val="89583"/>
              <a:buFont typeface="Wingdings"/>
              <a:buChar char=""/>
              <a:tabLst>
                <a:tab pos="1137285" algn="l"/>
                <a:tab pos="6555740" algn="l"/>
              </a:tabLst>
            </a:pPr>
            <a:r>
              <a:rPr dirty="0" sz="2400" spc="-10">
                <a:solidFill>
                  <a:srgbClr val="40458B"/>
                </a:solidFill>
                <a:latin typeface="黑体"/>
                <a:cs typeface="黑体"/>
              </a:rPr>
              <a:t>当第一个任务</a:t>
            </a:r>
            <a:r>
              <a:rPr dirty="0" sz="2400">
                <a:solidFill>
                  <a:srgbClr val="40458B"/>
                </a:solidFill>
                <a:latin typeface="黑体"/>
                <a:cs typeface="黑体"/>
              </a:rPr>
              <a:t>是</a:t>
            </a:r>
            <a:r>
              <a:rPr dirty="0" sz="2400" spc="-10">
                <a:solidFill>
                  <a:srgbClr val="9933FF"/>
                </a:solidFill>
                <a:latin typeface="Times New Roman"/>
                <a:cs typeface="Times New Roman"/>
              </a:rPr>
              <a:t>B</a:t>
            </a:r>
            <a:r>
              <a:rPr dirty="0" sz="2400" spc="-10">
                <a:solidFill>
                  <a:srgbClr val="40458B"/>
                </a:solidFill>
                <a:latin typeface="黑体"/>
                <a:cs typeface="黑体"/>
              </a:rPr>
              <a:t>类时，冲突矩阵为</a:t>
            </a:r>
            <a:r>
              <a:rPr dirty="0" sz="2400" spc="-20">
                <a:solidFill>
                  <a:srgbClr val="9933FF"/>
                </a:solidFill>
                <a:latin typeface="Times New Roman"/>
                <a:cs typeface="Times New Roman"/>
              </a:rPr>
              <a:t>M</a:t>
            </a:r>
            <a:r>
              <a:rPr dirty="0" baseline="24305" sz="2400" spc="-30">
                <a:solidFill>
                  <a:srgbClr val="9933FF"/>
                </a:solidFill>
                <a:latin typeface="Times New Roman"/>
                <a:cs typeface="Times New Roman"/>
              </a:rPr>
              <a:t>(0)</a:t>
            </a:r>
            <a:r>
              <a:rPr dirty="0" baseline="24305" sz="2400">
                <a:solidFill>
                  <a:srgbClr val="9933FF"/>
                </a:solidFill>
                <a:latin typeface="Times New Roman"/>
                <a:cs typeface="Times New Roman"/>
              </a:rPr>
              <a:t>	</a:t>
            </a:r>
            <a:r>
              <a:rPr dirty="0" sz="2400" spc="-50">
                <a:solidFill>
                  <a:srgbClr val="40458B"/>
                </a:solidFill>
                <a:latin typeface="黑体"/>
                <a:cs typeface="黑体"/>
              </a:rPr>
              <a:t>。</a:t>
            </a:r>
            <a:endParaRPr sz="2400">
              <a:latin typeface="黑体"/>
              <a:cs typeface="黑体"/>
            </a:endParaRPr>
          </a:p>
          <a:p>
            <a:pPr algn="ctr" marL="2059305">
              <a:lnSpc>
                <a:spcPts val="1175"/>
              </a:lnSpc>
            </a:pPr>
            <a:r>
              <a:rPr dirty="0" sz="1600" spc="-50">
                <a:solidFill>
                  <a:srgbClr val="9933FF"/>
                </a:solidFill>
                <a:latin typeface="Times New Roman"/>
                <a:cs typeface="Times New Roman"/>
              </a:rPr>
              <a:t>B</a:t>
            </a:r>
            <a:endParaRPr sz="1600">
              <a:latin typeface="Times New Roman"/>
              <a:cs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746882" y="2875642"/>
            <a:ext cx="7002780" cy="2689225"/>
          </a:xfrm>
          <a:prstGeom prst="rect">
            <a:avLst/>
          </a:prstGeom>
        </p:spPr>
        <p:txBody>
          <a:bodyPr wrap="square" lIns="0" tIns="201295" rIns="0" bIns="0" rtlCol="0" vert="horz">
            <a:spAutoFit/>
          </a:bodyPr>
          <a:lstStyle/>
          <a:p>
            <a:pPr marL="38100">
              <a:lnSpc>
                <a:spcPct val="100000"/>
              </a:lnSpc>
              <a:spcBef>
                <a:spcPts val="1585"/>
              </a:spcBef>
            </a:pPr>
            <a:r>
              <a:rPr dirty="0" sz="2400" spc="-25">
                <a:solidFill>
                  <a:srgbClr val="40458B"/>
                </a:solidFill>
                <a:latin typeface="黑体"/>
                <a:cs typeface="黑体"/>
              </a:rPr>
              <a:t>其中：</a:t>
            </a:r>
            <a:endParaRPr sz="2400">
              <a:latin typeface="黑体"/>
              <a:cs typeface="黑体"/>
            </a:endParaRPr>
          </a:p>
          <a:p>
            <a:pPr marL="920115" marR="30480" indent="-288290">
              <a:lnSpc>
                <a:spcPct val="120000"/>
              </a:lnSpc>
              <a:spcBef>
                <a:spcPts val="765"/>
              </a:spcBef>
              <a:buClr>
                <a:srgbClr val="4668F5"/>
              </a:buClr>
              <a:buSzPct val="60000"/>
              <a:buFont typeface="Wingdings"/>
              <a:buChar char=""/>
              <a:tabLst>
                <a:tab pos="92011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pq</a:t>
            </a:r>
            <a:r>
              <a:rPr dirty="0" sz="2000" b="1">
                <a:solidFill>
                  <a:srgbClr val="00AFEF"/>
                </a:solidFill>
                <a:latin typeface="黑体"/>
                <a:cs typeface="黑体"/>
              </a:rPr>
              <a:t>（</a:t>
            </a:r>
            <a:r>
              <a:rPr dirty="0" sz="2000" b="1">
                <a:solidFill>
                  <a:srgbClr val="00AFEF"/>
                </a:solidFill>
                <a:latin typeface="Times New Roman"/>
                <a:cs typeface="Times New Roman"/>
              </a:rPr>
              <a:t>p,q</a:t>
            </a:r>
            <a:r>
              <a:rPr dirty="0" sz="2000" b="1">
                <a:solidFill>
                  <a:srgbClr val="00AFEF"/>
                </a:solidFill>
                <a:latin typeface="Cambria Math"/>
                <a:cs typeface="Cambria Math"/>
              </a:rPr>
              <a:t>∈</a:t>
            </a:r>
            <a:r>
              <a:rPr dirty="0" sz="2000" b="1">
                <a:solidFill>
                  <a:srgbClr val="00AFEF"/>
                </a:solidFill>
                <a:latin typeface="Times New Roman"/>
                <a:cs typeface="Times New Roman"/>
              </a:rPr>
              <a:t>{A,</a:t>
            </a:r>
            <a:r>
              <a:rPr dirty="0" sz="2000" spc="-50" b="1">
                <a:solidFill>
                  <a:srgbClr val="00AFEF"/>
                </a:solidFill>
                <a:latin typeface="Times New Roman"/>
                <a:cs typeface="Times New Roman"/>
              </a:rPr>
              <a:t> </a:t>
            </a:r>
            <a:r>
              <a:rPr dirty="0" sz="2000" spc="-10" b="1">
                <a:solidFill>
                  <a:srgbClr val="00AFEF"/>
                </a:solidFill>
                <a:latin typeface="Times New Roman"/>
                <a:cs typeface="Times New Roman"/>
              </a:rPr>
              <a:t>B}</a:t>
            </a:r>
            <a:r>
              <a:rPr dirty="0" sz="2000" spc="-10" b="1">
                <a:solidFill>
                  <a:srgbClr val="00AFEF"/>
                </a:solidFill>
                <a:latin typeface="黑体"/>
                <a:cs typeface="黑体"/>
              </a:rPr>
              <a:t>）</a:t>
            </a:r>
            <a:r>
              <a:rPr dirty="0" sz="2000" spc="-15" b="1">
                <a:solidFill>
                  <a:srgbClr val="00AFEF"/>
                </a:solidFill>
                <a:latin typeface="黑体"/>
                <a:cs typeface="黑体"/>
              </a:rPr>
              <a:t>表示的是：在一个</a:t>
            </a:r>
            <a:r>
              <a:rPr dirty="0" sz="2000" spc="-15" b="1">
                <a:solidFill>
                  <a:srgbClr val="9933FF"/>
                </a:solidFill>
                <a:latin typeface="Times New Roman"/>
                <a:cs typeface="Times New Roman"/>
              </a:rPr>
              <a:t>p</a:t>
            </a:r>
            <a:r>
              <a:rPr dirty="0" sz="2000" spc="-20" b="1">
                <a:solidFill>
                  <a:srgbClr val="00AFEF"/>
                </a:solidFill>
                <a:latin typeface="黑体"/>
                <a:cs typeface="黑体"/>
              </a:rPr>
              <a:t>类任务流入流水</a:t>
            </a:r>
            <a:r>
              <a:rPr dirty="0" sz="2000" spc="-10" b="1">
                <a:solidFill>
                  <a:srgbClr val="00AFEF"/>
                </a:solidFill>
                <a:latin typeface="黑体"/>
                <a:cs typeface="黑体"/>
              </a:rPr>
              <a:t>线后，对后续</a:t>
            </a:r>
            <a:r>
              <a:rPr dirty="0" sz="2000" b="1">
                <a:solidFill>
                  <a:srgbClr val="9933FF"/>
                </a:solidFill>
                <a:latin typeface="Times New Roman"/>
                <a:cs typeface="Times New Roman"/>
              </a:rPr>
              <a:t>q</a:t>
            </a:r>
            <a:r>
              <a:rPr dirty="0" sz="2000" spc="-25" b="1">
                <a:solidFill>
                  <a:srgbClr val="00AFEF"/>
                </a:solidFill>
                <a:latin typeface="黑体"/>
                <a:cs typeface="黑体"/>
              </a:rPr>
              <a:t>类任务的冲突向量。</a:t>
            </a:r>
            <a:endParaRPr sz="2000">
              <a:latin typeface="黑体"/>
              <a:cs typeface="黑体"/>
            </a:endParaRPr>
          </a:p>
          <a:p>
            <a:pPr marL="1520825">
              <a:lnSpc>
                <a:spcPct val="100000"/>
              </a:lnSpc>
              <a:spcBef>
                <a:spcPts val="960"/>
              </a:spcBef>
            </a:pPr>
            <a:r>
              <a:rPr dirty="0" sz="2000" spc="-25" b="1">
                <a:solidFill>
                  <a:srgbClr val="00AFEF"/>
                </a:solidFill>
                <a:latin typeface="黑体"/>
                <a:cs typeface="黑体"/>
              </a:rPr>
              <a:t>它们可以由预约表求得。</a:t>
            </a:r>
            <a:endParaRPr sz="2000">
              <a:latin typeface="黑体"/>
              <a:cs typeface="黑体"/>
            </a:endParaRPr>
          </a:p>
          <a:p>
            <a:pPr marL="920115" indent="-288290">
              <a:lnSpc>
                <a:spcPct val="100000"/>
              </a:lnSpc>
              <a:spcBef>
                <a:spcPts val="960"/>
              </a:spcBef>
              <a:buClr>
                <a:srgbClr val="4668F5"/>
              </a:buClr>
              <a:buSzPct val="60000"/>
              <a:buFont typeface="Wingdings"/>
              <a:buChar char=""/>
              <a:tabLst>
                <a:tab pos="92011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pq</a:t>
            </a:r>
            <a:r>
              <a:rPr dirty="0" sz="2000" spc="-5" b="1">
                <a:solidFill>
                  <a:srgbClr val="00AFEF"/>
                </a:solidFill>
                <a:latin typeface="黑体"/>
                <a:cs typeface="黑体"/>
              </a:rPr>
              <a:t>共有</a:t>
            </a:r>
            <a:r>
              <a:rPr dirty="0" sz="2000" spc="-10" b="1">
                <a:solidFill>
                  <a:srgbClr val="9933FF"/>
                </a:solidFill>
                <a:latin typeface="Times New Roman"/>
                <a:cs typeface="Times New Roman"/>
              </a:rPr>
              <a:t>2</a:t>
            </a:r>
            <a:r>
              <a:rPr dirty="0" baseline="25641" sz="1950" spc="-15" b="1">
                <a:solidFill>
                  <a:srgbClr val="9933FF"/>
                </a:solidFill>
                <a:latin typeface="Times New Roman"/>
                <a:cs typeface="Times New Roman"/>
              </a:rPr>
              <a:t>2</a:t>
            </a:r>
            <a:r>
              <a:rPr dirty="0" sz="2000" spc="-10" b="1">
                <a:solidFill>
                  <a:srgbClr val="9933FF"/>
                </a:solidFill>
                <a:latin typeface="Times New Roman"/>
                <a:cs typeface="Times New Roman"/>
              </a:rPr>
              <a:t>=4</a:t>
            </a:r>
            <a:r>
              <a:rPr dirty="0" sz="2000" spc="-30" b="1">
                <a:solidFill>
                  <a:srgbClr val="00AFEF"/>
                </a:solidFill>
                <a:latin typeface="黑体"/>
                <a:cs typeface="黑体"/>
              </a:rPr>
              <a:t>个。</a:t>
            </a:r>
            <a:endParaRPr sz="2000">
              <a:latin typeface="黑体"/>
              <a:cs typeface="黑体"/>
            </a:endParaRPr>
          </a:p>
          <a:p>
            <a:pPr marL="920115" indent="-288290">
              <a:lnSpc>
                <a:spcPct val="100000"/>
              </a:lnSpc>
              <a:spcBef>
                <a:spcPts val="960"/>
              </a:spcBef>
              <a:buClr>
                <a:srgbClr val="4668F5"/>
              </a:buClr>
              <a:buSzPct val="60000"/>
              <a:buFont typeface="Wingdings"/>
              <a:buChar char=""/>
              <a:tabLst>
                <a:tab pos="920115" algn="l"/>
              </a:tabLst>
            </a:pPr>
            <a:r>
              <a:rPr dirty="0" sz="2000" b="1">
                <a:solidFill>
                  <a:srgbClr val="00AFEF"/>
                </a:solidFill>
                <a:latin typeface="黑体"/>
                <a:cs typeface="黑体"/>
              </a:rPr>
              <a:t>对于</a:t>
            </a:r>
            <a:r>
              <a:rPr dirty="0" sz="2000" spc="-20" b="1">
                <a:solidFill>
                  <a:srgbClr val="9933FF"/>
                </a:solidFill>
                <a:latin typeface="Times New Roman"/>
                <a:cs typeface="Times New Roman"/>
              </a:rPr>
              <a:t>N</a:t>
            </a:r>
            <a:r>
              <a:rPr dirty="0" sz="2000" spc="-20" b="1">
                <a:solidFill>
                  <a:srgbClr val="00AFEF"/>
                </a:solidFill>
                <a:latin typeface="黑体"/>
                <a:cs typeface="黑体"/>
              </a:rPr>
              <a:t>功能流水线，这种冲突向量有</a:t>
            </a:r>
            <a:r>
              <a:rPr dirty="0" sz="2000" spc="-10" b="1">
                <a:solidFill>
                  <a:srgbClr val="9933FF"/>
                </a:solidFill>
                <a:latin typeface="Times New Roman"/>
                <a:cs typeface="Times New Roman"/>
              </a:rPr>
              <a:t>N</a:t>
            </a:r>
            <a:r>
              <a:rPr dirty="0" baseline="25641" sz="1950" spc="-15" b="1">
                <a:solidFill>
                  <a:srgbClr val="9933FF"/>
                </a:solidFill>
                <a:latin typeface="Times New Roman"/>
                <a:cs typeface="Times New Roman"/>
              </a:rPr>
              <a:t>2</a:t>
            </a:r>
            <a:r>
              <a:rPr dirty="0" sz="2000" spc="-30" b="1">
                <a:solidFill>
                  <a:srgbClr val="00AFEF"/>
                </a:solidFill>
                <a:latin typeface="黑体"/>
                <a:cs typeface="黑体"/>
              </a:rPr>
              <a:t>个。</a:t>
            </a:r>
            <a:endParaRPr sz="2000">
              <a:latin typeface="黑体"/>
              <a:cs typeface="黑体"/>
            </a:endParaRPr>
          </a:p>
        </p:txBody>
      </p:sp>
      <p:sp>
        <p:nvSpPr>
          <p:cNvPr id="10" name="object 10" descr=""/>
          <p:cNvSpPr txBox="1"/>
          <p:nvPr/>
        </p:nvSpPr>
        <p:spPr>
          <a:xfrm>
            <a:off x="5360546" y="1926900"/>
            <a:ext cx="115570" cy="306705"/>
          </a:xfrm>
          <a:prstGeom prst="rect">
            <a:avLst/>
          </a:prstGeom>
        </p:spPr>
        <p:txBody>
          <a:bodyPr wrap="square" lIns="0" tIns="11430" rIns="0" bIns="0" rtlCol="0" vert="horz">
            <a:spAutoFit/>
          </a:bodyPr>
          <a:lstStyle/>
          <a:p>
            <a:pPr marL="12700">
              <a:lnSpc>
                <a:spcPct val="100000"/>
              </a:lnSpc>
              <a:spcBef>
                <a:spcPts val="90"/>
              </a:spcBef>
            </a:pPr>
            <a:r>
              <a:rPr dirty="0" sz="1850" spc="-50">
                <a:latin typeface="Symbol"/>
                <a:cs typeface="Symbol"/>
              </a:rPr>
              <a:t></a:t>
            </a:r>
            <a:endParaRPr sz="1850">
              <a:latin typeface="Symbol"/>
              <a:cs typeface="Symbol"/>
            </a:endParaRPr>
          </a:p>
        </p:txBody>
      </p:sp>
      <p:sp>
        <p:nvSpPr>
          <p:cNvPr id="11" name="object 11" descr=""/>
          <p:cNvSpPr txBox="1"/>
          <p:nvPr/>
        </p:nvSpPr>
        <p:spPr>
          <a:xfrm>
            <a:off x="4838298" y="1926900"/>
            <a:ext cx="115570" cy="306705"/>
          </a:xfrm>
          <a:prstGeom prst="rect">
            <a:avLst/>
          </a:prstGeom>
        </p:spPr>
        <p:txBody>
          <a:bodyPr wrap="square" lIns="0" tIns="11430" rIns="0" bIns="0" rtlCol="0" vert="horz">
            <a:spAutoFit/>
          </a:bodyPr>
          <a:lstStyle/>
          <a:p>
            <a:pPr marL="12700">
              <a:lnSpc>
                <a:spcPct val="100000"/>
              </a:lnSpc>
              <a:spcBef>
                <a:spcPts val="90"/>
              </a:spcBef>
            </a:pPr>
            <a:r>
              <a:rPr dirty="0" sz="1850" spc="-50">
                <a:latin typeface="Symbol"/>
                <a:cs typeface="Symbol"/>
              </a:rPr>
              <a:t></a:t>
            </a:r>
            <a:endParaRPr sz="1850">
              <a:latin typeface="Symbol"/>
              <a:cs typeface="Symbol"/>
            </a:endParaRPr>
          </a:p>
        </p:txBody>
      </p:sp>
      <p:sp>
        <p:nvSpPr>
          <p:cNvPr id="12" name="object 12" descr=""/>
          <p:cNvSpPr txBox="1"/>
          <p:nvPr/>
        </p:nvSpPr>
        <p:spPr>
          <a:xfrm>
            <a:off x="4838298" y="2327508"/>
            <a:ext cx="637540" cy="306705"/>
          </a:xfrm>
          <a:prstGeom prst="rect">
            <a:avLst/>
          </a:prstGeom>
        </p:spPr>
        <p:txBody>
          <a:bodyPr wrap="square" lIns="0" tIns="11430" rIns="0" bIns="0" rtlCol="0" vert="horz">
            <a:spAutoFit/>
          </a:bodyPr>
          <a:lstStyle/>
          <a:p>
            <a:pPr marL="12700">
              <a:lnSpc>
                <a:spcPct val="100000"/>
              </a:lnSpc>
              <a:spcBef>
                <a:spcPts val="90"/>
              </a:spcBef>
              <a:tabLst>
                <a:tab pos="283845" algn="l"/>
              </a:tabLst>
            </a:pPr>
            <a:r>
              <a:rPr dirty="0" sz="1850" spc="-50">
                <a:latin typeface="Symbol"/>
                <a:cs typeface="Symbol"/>
              </a:rPr>
              <a:t></a:t>
            </a:r>
            <a:r>
              <a:rPr dirty="0" sz="1850">
                <a:latin typeface="Times New Roman"/>
                <a:cs typeface="Times New Roman"/>
              </a:rPr>
              <a:t>	</a:t>
            </a:r>
            <a:r>
              <a:rPr dirty="0" sz="1350" i="1">
                <a:latin typeface="Times New Roman"/>
                <a:cs typeface="Times New Roman"/>
              </a:rPr>
              <a:t>AB</a:t>
            </a:r>
            <a:r>
              <a:rPr dirty="0" sz="1350" spc="-25" i="1">
                <a:latin typeface="Times New Roman"/>
                <a:cs typeface="Times New Roman"/>
              </a:rPr>
              <a:t> </a:t>
            </a:r>
            <a:r>
              <a:rPr dirty="0" sz="1850" spc="-50">
                <a:latin typeface="Symbol"/>
                <a:cs typeface="Symbol"/>
              </a:rPr>
              <a:t></a:t>
            </a:r>
            <a:endParaRPr sz="1850">
              <a:latin typeface="Symbol"/>
              <a:cs typeface="Symbol"/>
            </a:endParaRPr>
          </a:p>
        </p:txBody>
      </p:sp>
      <p:sp>
        <p:nvSpPr>
          <p:cNvPr id="13" name="object 13" descr=""/>
          <p:cNvSpPr txBox="1"/>
          <p:nvPr/>
        </p:nvSpPr>
        <p:spPr>
          <a:xfrm>
            <a:off x="4654632" y="2087143"/>
            <a:ext cx="154305" cy="306705"/>
          </a:xfrm>
          <a:prstGeom prst="rect">
            <a:avLst/>
          </a:prstGeom>
        </p:spPr>
        <p:txBody>
          <a:bodyPr wrap="square" lIns="0" tIns="11430" rIns="0" bIns="0" rtlCol="0" vert="horz">
            <a:spAutoFit/>
          </a:bodyPr>
          <a:lstStyle/>
          <a:p>
            <a:pPr marL="12700">
              <a:lnSpc>
                <a:spcPct val="100000"/>
              </a:lnSpc>
              <a:spcBef>
                <a:spcPts val="90"/>
              </a:spcBef>
            </a:pPr>
            <a:r>
              <a:rPr dirty="0" sz="1850" spc="-50">
                <a:latin typeface="Symbol"/>
                <a:cs typeface="Symbol"/>
              </a:rPr>
              <a:t></a:t>
            </a:r>
            <a:endParaRPr sz="1850">
              <a:latin typeface="Symbol"/>
              <a:cs typeface="Symbol"/>
            </a:endParaRPr>
          </a:p>
        </p:txBody>
      </p:sp>
      <p:sp>
        <p:nvSpPr>
          <p:cNvPr id="14" name="object 14" descr=""/>
          <p:cNvSpPr txBox="1"/>
          <p:nvPr/>
        </p:nvSpPr>
        <p:spPr>
          <a:xfrm>
            <a:off x="5109585" y="2034338"/>
            <a:ext cx="240665" cy="229870"/>
          </a:xfrm>
          <a:prstGeom prst="rect">
            <a:avLst/>
          </a:prstGeom>
        </p:spPr>
        <p:txBody>
          <a:bodyPr wrap="square" lIns="0" tIns="11430" rIns="0" bIns="0" rtlCol="0" vert="horz">
            <a:spAutoFit/>
          </a:bodyPr>
          <a:lstStyle/>
          <a:p>
            <a:pPr marL="12700">
              <a:lnSpc>
                <a:spcPct val="100000"/>
              </a:lnSpc>
              <a:spcBef>
                <a:spcPts val="90"/>
              </a:spcBef>
            </a:pPr>
            <a:r>
              <a:rPr dirty="0" sz="1350" spc="-25" i="1">
                <a:latin typeface="Times New Roman"/>
                <a:cs typeface="Times New Roman"/>
              </a:rPr>
              <a:t>AA</a:t>
            </a:r>
            <a:endParaRPr sz="1350">
              <a:latin typeface="Times New Roman"/>
              <a:cs typeface="Times New Roman"/>
            </a:endParaRPr>
          </a:p>
        </p:txBody>
      </p:sp>
      <p:sp>
        <p:nvSpPr>
          <p:cNvPr id="15" name="object 15" descr=""/>
          <p:cNvSpPr txBox="1"/>
          <p:nvPr/>
        </p:nvSpPr>
        <p:spPr>
          <a:xfrm>
            <a:off x="4812898" y="2148528"/>
            <a:ext cx="688340" cy="306705"/>
          </a:xfrm>
          <a:prstGeom prst="rect">
            <a:avLst/>
          </a:prstGeom>
        </p:spPr>
        <p:txBody>
          <a:bodyPr wrap="square" lIns="0" tIns="11430" rIns="0" bIns="0" rtlCol="0" vert="horz">
            <a:spAutoFit/>
          </a:bodyPr>
          <a:lstStyle/>
          <a:p>
            <a:pPr marL="38100">
              <a:lnSpc>
                <a:spcPct val="100000"/>
              </a:lnSpc>
              <a:spcBef>
                <a:spcPts val="90"/>
              </a:spcBef>
              <a:tabLst>
                <a:tab pos="560070" algn="l"/>
              </a:tabLst>
            </a:pPr>
            <a:r>
              <a:rPr dirty="0" sz="1850" spc="-25">
                <a:latin typeface="Symbol"/>
                <a:cs typeface="Symbol"/>
              </a:rPr>
              <a:t></a:t>
            </a:r>
            <a:r>
              <a:rPr dirty="0" baseline="-28528" sz="2775" spc="-37" i="1">
                <a:latin typeface="Times New Roman"/>
                <a:cs typeface="Times New Roman"/>
              </a:rPr>
              <a:t>C</a:t>
            </a:r>
            <a:r>
              <a:rPr dirty="0" baseline="-28528" sz="2775" i="1">
                <a:latin typeface="Times New Roman"/>
                <a:cs typeface="Times New Roman"/>
              </a:rPr>
              <a:t>	</a:t>
            </a:r>
            <a:r>
              <a:rPr dirty="0" sz="1850" spc="-50">
                <a:latin typeface="Symbol"/>
                <a:cs typeface="Symbol"/>
              </a:rPr>
              <a:t></a:t>
            </a:r>
            <a:endParaRPr sz="1850">
              <a:latin typeface="Symbol"/>
              <a:cs typeface="Symbol"/>
            </a:endParaRPr>
          </a:p>
        </p:txBody>
      </p:sp>
      <p:sp>
        <p:nvSpPr>
          <p:cNvPr id="16" name="object 16" descr=""/>
          <p:cNvSpPr txBox="1"/>
          <p:nvPr/>
        </p:nvSpPr>
        <p:spPr>
          <a:xfrm>
            <a:off x="4354131" y="2039526"/>
            <a:ext cx="240665" cy="415925"/>
          </a:xfrm>
          <a:prstGeom prst="rect">
            <a:avLst/>
          </a:prstGeom>
        </p:spPr>
        <p:txBody>
          <a:bodyPr wrap="square" lIns="0" tIns="11430" rIns="0" bIns="0" rtlCol="0" vert="horz">
            <a:spAutoFit/>
          </a:bodyPr>
          <a:lstStyle/>
          <a:p>
            <a:pPr marL="16510">
              <a:lnSpc>
                <a:spcPts val="1540"/>
              </a:lnSpc>
              <a:spcBef>
                <a:spcPts val="90"/>
              </a:spcBef>
            </a:pPr>
            <a:r>
              <a:rPr dirty="0" sz="1350" spc="-25">
                <a:latin typeface="Times New Roman"/>
                <a:cs typeface="Times New Roman"/>
              </a:rPr>
              <a:t>(0)</a:t>
            </a:r>
            <a:endParaRPr sz="1350">
              <a:latin typeface="Times New Roman"/>
              <a:cs typeface="Times New Roman"/>
            </a:endParaRPr>
          </a:p>
          <a:p>
            <a:pPr marL="12700">
              <a:lnSpc>
                <a:spcPts val="1540"/>
              </a:lnSpc>
            </a:pPr>
            <a:r>
              <a:rPr dirty="0" sz="1350" spc="-50" i="1">
                <a:latin typeface="Times New Roman"/>
                <a:cs typeface="Times New Roman"/>
              </a:rPr>
              <a:t>A</a:t>
            </a:r>
            <a:endParaRPr sz="1350">
              <a:latin typeface="Times New Roman"/>
              <a:cs typeface="Times New Roman"/>
            </a:endParaRPr>
          </a:p>
        </p:txBody>
      </p:sp>
      <p:sp>
        <p:nvSpPr>
          <p:cNvPr id="17" name="object 17" descr=""/>
          <p:cNvSpPr txBox="1"/>
          <p:nvPr/>
        </p:nvSpPr>
        <p:spPr>
          <a:xfrm>
            <a:off x="4926466" y="1912328"/>
            <a:ext cx="181610" cy="306705"/>
          </a:xfrm>
          <a:prstGeom prst="rect">
            <a:avLst/>
          </a:prstGeom>
        </p:spPr>
        <p:txBody>
          <a:bodyPr wrap="square" lIns="0" tIns="11430" rIns="0" bIns="0" rtlCol="0" vert="horz">
            <a:spAutoFit/>
          </a:bodyPr>
          <a:lstStyle/>
          <a:p>
            <a:pPr marL="12700">
              <a:lnSpc>
                <a:spcPct val="100000"/>
              </a:lnSpc>
              <a:spcBef>
                <a:spcPts val="90"/>
              </a:spcBef>
            </a:pPr>
            <a:r>
              <a:rPr dirty="0" sz="1850" spc="-50" i="1">
                <a:latin typeface="Times New Roman"/>
                <a:cs typeface="Times New Roman"/>
              </a:rPr>
              <a:t>C</a:t>
            </a:r>
            <a:endParaRPr sz="1850">
              <a:latin typeface="Times New Roman"/>
              <a:cs typeface="Times New Roman"/>
            </a:endParaRPr>
          </a:p>
        </p:txBody>
      </p:sp>
      <p:sp>
        <p:nvSpPr>
          <p:cNvPr id="18" name="object 18" descr=""/>
          <p:cNvSpPr txBox="1"/>
          <p:nvPr/>
        </p:nvSpPr>
        <p:spPr>
          <a:xfrm>
            <a:off x="4109434" y="2087143"/>
            <a:ext cx="220345" cy="306705"/>
          </a:xfrm>
          <a:prstGeom prst="rect">
            <a:avLst/>
          </a:prstGeom>
        </p:spPr>
        <p:txBody>
          <a:bodyPr wrap="square" lIns="0" tIns="11430" rIns="0" bIns="0" rtlCol="0" vert="horz">
            <a:spAutoFit/>
          </a:bodyPr>
          <a:lstStyle/>
          <a:p>
            <a:pPr marL="12700">
              <a:lnSpc>
                <a:spcPct val="100000"/>
              </a:lnSpc>
              <a:spcBef>
                <a:spcPts val="90"/>
              </a:spcBef>
            </a:pPr>
            <a:r>
              <a:rPr dirty="0" sz="1850" spc="-50" i="1">
                <a:latin typeface="Times New Roman"/>
                <a:cs typeface="Times New Roman"/>
              </a:rPr>
              <a:t>M</a:t>
            </a:r>
            <a:endParaRPr sz="1850">
              <a:latin typeface="Times New Roman"/>
              <a:cs typeface="Times New Roman"/>
            </a:endParaRPr>
          </a:p>
        </p:txBody>
      </p:sp>
      <p:sp>
        <p:nvSpPr>
          <p:cNvPr id="19" name="object 19" descr=""/>
          <p:cNvSpPr txBox="1"/>
          <p:nvPr/>
        </p:nvSpPr>
        <p:spPr>
          <a:xfrm>
            <a:off x="6969416" y="2141482"/>
            <a:ext cx="607060" cy="298450"/>
          </a:xfrm>
          <a:prstGeom prst="rect">
            <a:avLst/>
          </a:prstGeom>
        </p:spPr>
        <p:txBody>
          <a:bodyPr wrap="square" lIns="0" tIns="11430" rIns="0" bIns="0" rtlCol="0" vert="horz">
            <a:spAutoFit/>
          </a:bodyPr>
          <a:lstStyle/>
          <a:p>
            <a:pPr marL="12700">
              <a:lnSpc>
                <a:spcPct val="100000"/>
              </a:lnSpc>
              <a:spcBef>
                <a:spcPts val="90"/>
              </a:spcBef>
              <a:tabLst>
                <a:tab pos="506730" algn="l"/>
              </a:tabLst>
            </a:pPr>
            <a:r>
              <a:rPr dirty="0" sz="1800" spc="-50">
                <a:latin typeface="Symbol"/>
                <a:cs typeface="Symbol"/>
              </a:rPr>
              <a:t></a:t>
            </a:r>
            <a:r>
              <a:rPr dirty="0" sz="1800">
                <a:latin typeface="Times New Roman"/>
                <a:cs typeface="Times New Roman"/>
              </a:rPr>
              <a:t>	</a:t>
            </a:r>
            <a:r>
              <a:rPr dirty="0" sz="1800" spc="-50">
                <a:latin typeface="Symbol"/>
                <a:cs typeface="Symbol"/>
              </a:rPr>
              <a:t></a:t>
            </a:r>
            <a:endParaRPr sz="1800">
              <a:latin typeface="Symbol"/>
              <a:cs typeface="Symbol"/>
            </a:endParaRPr>
          </a:p>
        </p:txBody>
      </p:sp>
      <p:sp>
        <p:nvSpPr>
          <p:cNvPr id="20" name="object 20" descr=""/>
          <p:cNvSpPr txBox="1"/>
          <p:nvPr/>
        </p:nvSpPr>
        <p:spPr>
          <a:xfrm>
            <a:off x="6969416" y="2315489"/>
            <a:ext cx="607060" cy="298450"/>
          </a:xfrm>
          <a:prstGeom prst="rect">
            <a:avLst/>
          </a:prstGeom>
        </p:spPr>
        <p:txBody>
          <a:bodyPr wrap="square" lIns="0" tIns="11430" rIns="0" bIns="0" rtlCol="0" vert="horz">
            <a:spAutoFit/>
          </a:bodyPr>
          <a:lstStyle/>
          <a:p>
            <a:pPr marL="12700">
              <a:lnSpc>
                <a:spcPct val="100000"/>
              </a:lnSpc>
              <a:spcBef>
                <a:spcPts val="90"/>
              </a:spcBef>
              <a:tabLst>
                <a:tab pos="265430" algn="l"/>
              </a:tabLst>
            </a:pPr>
            <a:r>
              <a:rPr dirty="0" sz="1800" spc="-50">
                <a:latin typeface="Symbol"/>
                <a:cs typeface="Symbol"/>
              </a:rPr>
              <a:t></a:t>
            </a:r>
            <a:r>
              <a:rPr dirty="0" sz="1800">
                <a:latin typeface="Times New Roman"/>
                <a:cs typeface="Times New Roman"/>
              </a:rPr>
              <a:t>	</a:t>
            </a:r>
            <a:r>
              <a:rPr dirty="0" sz="1300" i="1">
                <a:latin typeface="Times New Roman"/>
                <a:cs typeface="Times New Roman"/>
              </a:rPr>
              <a:t>BB</a:t>
            </a:r>
            <a:r>
              <a:rPr dirty="0" sz="1300" spc="-45" i="1">
                <a:latin typeface="Times New Roman"/>
                <a:cs typeface="Times New Roman"/>
              </a:rPr>
              <a:t> </a:t>
            </a:r>
            <a:r>
              <a:rPr dirty="0" sz="1800" spc="-50">
                <a:latin typeface="Symbol"/>
                <a:cs typeface="Symbol"/>
              </a:rPr>
              <a:t></a:t>
            </a:r>
            <a:endParaRPr sz="1800">
              <a:latin typeface="Symbol"/>
              <a:cs typeface="Symbol"/>
            </a:endParaRPr>
          </a:p>
        </p:txBody>
      </p:sp>
      <p:sp>
        <p:nvSpPr>
          <p:cNvPr id="21" name="object 21" descr=""/>
          <p:cNvSpPr txBox="1"/>
          <p:nvPr/>
        </p:nvSpPr>
        <p:spPr>
          <a:xfrm>
            <a:off x="6496136" y="2213563"/>
            <a:ext cx="126364" cy="224154"/>
          </a:xfrm>
          <a:prstGeom prst="rect">
            <a:avLst/>
          </a:prstGeom>
        </p:spPr>
        <p:txBody>
          <a:bodyPr wrap="square" lIns="0" tIns="12700" rIns="0" bIns="0" rtlCol="0" vert="horz">
            <a:spAutoFit/>
          </a:bodyPr>
          <a:lstStyle/>
          <a:p>
            <a:pPr marL="12700">
              <a:lnSpc>
                <a:spcPct val="100000"/>
              </a:lnSpc>
              <a:spcBef>
                <a:spcPts val="100"/>
              </a:spcBef>
            </a:pPr>
            <a:r>
              <a:rPr dirty="0" sz="1300" spc="-50" i="1">
                <a:latin typeface="Times New Roman"/>
                <a:cs typeface="Times New Roman"/>
              </a:rPr>
              <a:t>B</a:t>
            </a:r>
            <a:endParaRPr sz="1300">
              <a:latin typeface="Times New Roman"/>
              <a:cs typeface="Times New Roman"/>
            </a:endParaRPr>
          </a:p>
        </p:txBody>
      </p:sp>
      <p:sp>
        <p:nvSpPr>
          <p:cNvPr id="22" name="object 22" descr=""/>
          <p:cNvSpPr txBox="1"/>
          <p:nvPr/>
        </p:nvSpPr>
        <p:spPr>
          <a:xfrm>
            <a:off x="7054197" y="2255805"/>
            <a:ext cx="176530" cy="298450"/>
          </a:xfrm>
          <a:prstGeom prst="rect">
            <a:avLst/>
          </a:prstGeom>
        </p:spPr>
        <p:txBody>
          <a:bodyPr wrap="square" lIns="0" tIns="11430" rIns="0" bIns="0" rtlCol="0" vert="horz">
            <a:spAutoFit/>
          </a:bodyPr>
          <a:lstStyle/>
          <a:p>
            <a:pPr marL="12700">
              <a:lnSpc>
                <a:spcPct val="100000"/>
              </a:lnSpc>
              <a:spcBef>
                <a:spcPts val="90"/>
              </a:spcBef>
            </a:pPr>
            <a:r>
              <a:rPr dirty="0" sz="1800" spc="-50" i="1">
                <a:latin typeface="Times New Roman"/>
                <a:cs typeface="Times New Roman"/>
              </a:rPr>
              <a:t>C</a:t>
            </a:r>
            <a:endParaRPr sz="1800">
              <a:latin typeface="Times New Roman"/>
              <a:cs typeface="Times New Roman"/>
            </a:endParaRPr>
          </a:p>
        </p:txBody>
      </p:sp>
      <p:sp>
        <p:nvSpPr>
          <p:cNvPr id="23" name="object 23" descr=""/>
          <p:cNvSpPr txBox="1"/>
          <p:nvPr/>
        </p:nvSpPr>
        <p:spPr>
          <a:xfrm>
            <a:off x="6243169" y="1973553"/>
            <a:ext cx="1358900" cy="298450"/>
          </a:xfrm>
          <a:prstGeom prst="rect">
            <a:avLst/>
          </a:prstGeom>
        </p:spPr>
        <p:txBody>
          <a:bodyPr wrap="square" lIns="0" tIns="11430" rIns="0" bIns="0" rtlCol="0" vert="horz">
            <a:spAutoFit/>
          </a:bodyPr>
          <a:lstStyle/>
          <a:p>
            <a:pPr marL="38100">
              <a:lnSpc>
                <a:spcPct val="100000"/>
              </a:lnSpc>
              <a:spcBef>
                <a:spcPts val="90"/>
              </a:spcBef>
            </a:pPr>
            <a:r>
              <a:rPr dirty="0" baseline="-26234" sz="2700" i="1">
                <a:latin typeface="Times New Roman"/>
                <a:cs typeface="Times New Roman"/>
              </a:rPr>
              <a:t>M</a:t>
            </a:r>
            <a:r>
              <a:rPr dirty="0" baseline="-26234" sz="2700" spc="-52" i="1">
                <a:latin typeface="Times New Roman"/>
                <a:cs typeface="Times New Roman"/>
              </a:rPr>
              <a:t> </a:t>
            </a:r>
            <a:r>
              <a:rPr dirty="0" sz="1300">
                <a:latin typeface="Times New Roman"/>
                <a:cs typeface="Times New Roman"/>
              </a:rPr>
              <a:t>(0)</a:t>
            </a:r>
            <a:r>
              <a:rPr dirty="0" sz="1300" spc="350">
                <a:latin typeface="Times New Roman"/>
                <a:cs typeface="Times New Roman"/>
              </a:rPr>
              <a:t> </a:t>
            </a:r>
            <a:r>
              <a:rPr dirty="0" baseline="-26234" sz="2700">
                <a:latin typeface="Symbol"/>
                <a:cs typeface="Symbol"/>
              </a:rPr>
              <a:t></a:t>
            </a:r>
            <a:r>
              <a:rPr dirty="0" baseline="-26234" sz="2700" spc="-30">
                <a:latin typeface="Times New Roman"/>
                <a:cs typeface="Times New Roman"/>
              </a:rPr>
              <a:t> </a:t>
            </a:r>
            <a:r>
              <a:rPr dirty="0" baseline="10802" sz="2700">
                <a:latin typeface="Symbol"/>
                <a:cs typeface="Symbol"/>
              </a:rPr>
              <a:t></a:t>
            </a:r>
            <a:r>
              <a:rPr dirty="0" baseline="15432" sz="2700" i="1">
                <a:latin typeface="Times New Roman"/>
                <a:cs typeface="Times New Roman"/>
              </a:rPr>
              <a:t>C</a:t>
            </a:r>
            <a:r>
              <a:rPr dirty="0" baseline="2136" sz="1950" i="1">
                <a:latin typeface="Times New Roman"/>
                <a:cs typeface="Times New Roman"/>
              </a:rPr>
              <a:t>BA</a:t>
            </a:r>
            <a:r>
              <a:rPr dirty="0" baseline="2136" sz="1950" spc="-30" i="1">
                <a:latin typeface="Times New Roman"/>
                <a:cs typeface="Times New Roman"/>
              </a:rPr>
              <a:t> </a:t>
            </a:r>
            <a:r>
              <a:rPr dirty="0" baseline="10802" sz="2700" spc="-75">
                <a:latin typeface="Symbol"/>
                <a:cs typeface="Symbol"/>
              </a:rPr>
              <a:t></a:t>
            </a:r>
            <a:endParaRPr baseline="10802" sz="2700">
              <a:latin typeface="Symbol"/>
              <a:cs typeface="Symbo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78891" y="1106170"/>
            <a:ext cx="11529060" cy="5325745"/>
          </a:xfrm>
          <a:prstGeom prst="rect">
            <a:avLst/>
          </a:prstGeom>
        </p:spPr>
        <p:txBody>
          <a:bodyPr wrap="square" lIns="0" tIns="12700" rIns="0" bIns="0" rtlCol="0" vert="horz">
            <a:spAutoFit/>
          </a:bodyPr>
          <a:lstStyle/>
          <a:p>
            <a:pPr marL="532765" indent="-456565">
              <a:lnSpc>
                <a:spcPct val="100000"/>
              </a:lnSpc>
              <a:spcBef>
                <a:spcPts val="100"/>
              </a:spcBef>
              <a:buClr>
                <a:srgbClr val="40458B"/>
              </a:buClr>
              <a:buFont typeface="Times New Roman"/>
              <a:buAutoNum type="arabicPeriod" startAt="3"/>
              <a:tabLst>
                <a:tab pos="532765" algn="l"/>
              </a:tabLst>
            </a:pPr>
            <a:r>
              <a:rPr dirty="0" sz="2700" spc="-5">
                <a:solidFill>
                  <a:srgbClr val="E14B04"/>
                </a:solidFill>
                <a:latin typeface="黑体"/>
                <a:cs typeface="黑体"/>
              </a:rPr>
              <a:t>由下式求得后续状态的冲突矩阵</a:t>
            </a:r>
            <a:endParaRPr sz="2700">
              <a:latin typeface="黑体"/>
              <a:cs typeface="黑体"/>
            </a:endParaRPr>
          </a:p>
          <a:p>
            <a:pPr algn="ctr" marR="3496310">
              <a:lnSpc>
                <a:spcPts val="730"/>
              </a:lnSpc>
              <a:spcBef>
                <a:spcPts val="1950"/>
              </a:spcBef>
            </a:pPr>
            <a:r>
              <a:rPr dirty="0" sz="1300" spc="-25" b="1">
                <a:solidFill>
                  <a:srgbClr val="9933FF"/>
                </a:solidFill>
                <a:latin typeface="Times New Roman"/>
                <a:cs typeface="Times New Roman"/>
              </a:rPr>
              <a:t>(0)</a:t>
            </a:r>
            <a:endParaRPr sz="1300">
              <a:latin typeface="Times New Roman"/>
              <a:cs typeface="Times New Roman"/>
            </a:endParaRPr>
          </a:p>
          <a:p>
            <a:pPr marL="1917064">
              <a:lnSpc>
                <a:spcPts val="1570"/>
              </a:lnSpc>
            </a:pPr>
            <a:r>
              <a:rPr dirty="0" sz="2000" spc="-10" b="1">
                <a:solidFill>
                  <a:srgbClr val="9933FF"/>
                </a:solidFill>
                <a:latin typeface="Times New Roman"/>
                <a:cs typeface="Times New Roman"/>
              </a:rPr>
              <a:t>SHR</a:t>
            </a:r>
            <a:r>
              <a:rPr dirty="0" baseline="25641" sz="1950" spc="-15" b="1">
                <a:solidFill>
                  <a:srgbClr val="9933FF"/>
                </a:solidFill>
                <a:latin typeface="Times New Roman"/>
                <a:cs typeface="Times New Roman"/>
              </a:rPr>
              <a:t>(i)</a:t>
            </a:r>
            <a:r>
              <a:rPr dirty="0" sz="2000" spc="-10" b="1">
                <a:solidFill>
                  <a:srgbClr val="9933FF"/>
                </a:solidFill>
                <a:latin typeface="黑体"/>
                <a:cs typeface="黑体"/>
              </a:rPr>
              <a:t>（</a:t>
            </a: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k</a:t>
            </a:r>
            <a:r>
              <a:rPr dirty="0" sz="2000" spc="-10" b="1">
                <a:solidFill>
                  <a:srgbClr val="9933FF"/>
                </a:solidFill>
                <a:latin typeface="黑体"/>
                <a:cs typeface="黑体"/>
              </a:rPr>
              <a:t>）</a:t>
            </a:r>
            <a:r>
              <a:rPr dirty="0" sz="2000" spc="-10" b="1">
                <a:solidFill>
                  <a:srgbClr val="9933FF"/>
                </a:solidFill>
                <a:latin typeface="Cambria Math"/>
                <a:cs typeface="Cambria Math"/>
              </a:rPr>
              <a:t>∨</a:t>
            </a: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r</a:t>
            </a:r>
            <a:endParaRPr baseline="-21367" sz="1950">
              <a:latin typeface="Times New Roman"/>
              <a:cs typeface="Times New Roman"/>
            </a:endParaRPr>
          </a:p>
          <a:p>
            <a:pPr marL="705485">
              <a:lnSpc>
                <a:spcPct val="100000"/>
              </a:lnSpc>
              <a:spcBef>
                <a:spcPts val="1914"/>
              </a:spcBef>
            </a:pPr>
            <a:r>
              <a:rPr dirty="0" sz="2400" spc="-20">
                <a:solidFill>
                  <a:srgbClr val="40458B"/>
                </a:solidFill>
                <a:latin typeface="黑体"/>
                <a:cs typeface="黑体"/>
              </a:rPr>
              <a:t>其中：</a:t>
            </a:r>
            <a:endParaRPr sz="2400">
              <a:latin typeface="黑体"/>
              <a:cs typeface="黑体"/>
            </a:endParaRPr>
          </a:p>
          <a:p>
            <a:pPr lvl="1" marL="1587500" indent="-287655">
              <a:lnSpc>
                <a:spcPct val="100000"/>
              </a:lnSpc>
              <a:spcBef>
                <a:spcPts val="1780"/>
              </a:spcBef>
              <a:buClr>
                <a:srgbClr val="4668F5"/>
              </a:buClr>
              <a:buSzPct val="60000"/>
              <a:buFont typeface="Wingdings"/>
              <a:buChar char=""/>
              <a:tabLst>
                <a:tab pos="1587500" algn="l"/>
              </a:tabLst>
            </a:pP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k</a:t>
            </a:r>
            <a:r>
              <a:rPr dirty="0" sz="2000" spc="-20" b="1">
                <a:solidFill>
                  <a:srgbClr val="00AFEF"/>
                </a:solidFill>
                <a:latin typeface="黑体"/>
                <a:cs typeface="黑体"/>
              </a:rPr>
              <a:t>：当前状态</a:t>
            </a:r>
            <a:endParaRPr sz="2000">
              <a:latin typeface="黑体"/>
              <a:cs typeface="黑体"/>
            </a:endParaRPr>
          </a:p>
          <a:p>
            <a:pPr lvl="1" marL="1587500" indent="-287655">
              <a:lnSpc>
                <a:spcPct val="100000"/>
              </a:lnSpc>
              <a:spcBef>
                <a:spcPts val="1685"/>
              </a:spcBef>
              <a:buClr>
                <a:srgbClr val="4668F5"/>
              </a:buClr>
              <a:buSzPct val="60000"/>
              <a:buFont typeface="Wingdings"/>
              <a:buChar char=""/>
              <a:tabLst>
                <a:tab pos="1587500" algn="l"/>
              </a:tabLst>
            </a:pPr>
            <a:r>
              <a:rPr dirty="0" sz="2000" spc="-10" b="1">
                <a:solidFill>
                  <a:srgbClr val="9933FF"/>
                </a:solidFill>
                <a:latin typeface="Times New Roman"/>
                <a:cs typeface="Times New Roman"/>
              </a:rPr>
              <a:t>r</a:t>
            </a:r>
            <a:r>
              <a:rPr dirty="0" sz="2000" spc="-20" b="1">
                <a:solidFill>
                  <a:srgbClr val="00AFEF"/>
                </a:solidFill>
                <a:latin typeface="黑体"/>
                <a:cs typeface="黑体"/>
              </a:rPr>
              <a:t>：下一个流入任务的类型</a:t>
            </a:r>
            <a:r>
              <a:rPr dirty="0" sz="2000" spc="-25" b="1">
                <a:solidFill>
                  <a:srgbClr val="00AFEF"/>
                </a:solidFill>
                <a:latin typeface="黑体"/>
                <a:cs typeface="黑体"/>
              </a:rPr>
              <a:t>（</a:t>
            </a:r>
            <a:r>
              <a:rPr dirty="0" sz="2000" spc="-25" b="1">
                <a:solidFill>
                  <a:srgbClr val="00AFEF"/>
                </a:solidFill>
                <a:latin typeface="Times New Roman"/>
                <a:cs typeface="Times New Roman"/>
              </a:rPr>
              <a:t>A</a:t>
            </a:r>
            <a:r>
              <a:rPr dirty="0" sz="2000" spc="-10" b="1">
                <a:solidFill>
                  <a:srgbClr val="00AFEF"/>
                </a:solidFill>
                <a:latin typeface="黑体"/>
                <a:cs typeface="黑体"/>
              </a:rPr>
              <a:t>或</a:t>
            </a:r>
            <a:r>
              <a:rPr dirty="0" sz="2000" spc="-25" b="1">
                <a:solidFill>
                  <a:srgbClr val="00AFEF"/>
                </a:solidFill>
                <a:latin typeface="Times New Roman"/>
                <a:cs typeface="Times New Roman"/>
              </a:rPr>
              <a:t>B</a:t>
            </a:r>
            <a:r>
              <a:rPr dirty="0" sz="2000" spc="-25" b="1">
                <a:solidFill>
                  <a:srgbClr val="00AFEF"/>
                </a:solidFill>
                <a:latin typeface="黑体"/>
                <a:cs typeface="黑体"/>
              </a:rPr>
              <a:t>）</a:t>
            </a:r>
            <a:endParaRPr sz="2000">
              <a:latin typeface="黑体"/>
              <a:cs typeface="黑体"/>
            </a:endParaRPr>
          </a:p>
          <a:p>
            <a:pPr lvl="1" marL="1587500" indent="-287655">
              <a:lnSpc>
                <a:spcPct val="100000"/>
              </a:lnSpc>
              <a:spcBef>
                <a:spcPts val="1680"/>
              </a:spcBef>
              <a:buClr>
                <a:srgbClr val="4668F5"/>
              </a:buClr>
              <a:buSzPct val="60000"/>
              <a:buFont typeface="Wingdings"/>
              <a:buChar char=""/>
              <a:tabLst>
                <a:tab pos="1587500" algn="l"/>
              </a:tabLst>
            </a:pPr>
            <a:r>
              <a:rPr dirty="0" sz="2000" b="1">
                <a:solidFill>
                  <a:srgbClr val="9933FF"/>
                </a:solidFill>
                <a:latin typeface="Times New Roman"/>
                <a:cs typeface="Times New Roman"/>
              </a:rPr>
              <a:t>i</a:t>
            </a:r>
            <a:r>
              <a:rPr dirty="0" sz="2000" spc="-20" b="1">
                <a:solidFill>
                  <a:srgbClr val="00AFEF"/>
                </a:solidFill>
                <a:latin typeface="黑体"/>
                <a:cs typeface="黑体"/>
              </a:rPr>
              <a:t>：当前状态允许的流入</a:t>
            </a:r>
            <a:r>
              <a:rPr dirty="0" sz="2000" spc="-10" b="1">
                <a:solidFill>
                  <a:srgbClr val="00AFEF"/>
                </a:solidFill>
                <a:latin typeface="Times New Roman"/>
                <a:cs typeface="Times New Roman"/>
              </a:rPr>
              <a:t>r</a:t>
            </a:r>
            <a:r>
              <a:rPr dirty="0" sz="2000" spc="-25" b="1">
                <a:solidFill>
                  <a:srgbClr val="00AFEF"/>
                </a:solidFill>
                <a:latin typeface="黑体"/>
                <a:cs typeface="黑体"/>
              </a:rPr>
              <a:t>型任务的时间间隔</a:t>
            </a:r>
            <a:endParaRPr sz="2000">
              <a:latin typeface="黑体"/>
              <a:cs typeface="黑体"/>
            </a:endParaRPr>
          </a:p>
          <a:p>
            <a:pPr lvl="1" marL="1587500" indent="-287655">
              <a:lnSpc>
                <a:spcPct val="100000"/>
              </a:lnSpc>
              <a:spcBef>
                <a:spcPts val="1680"/>
              </a:spcBef>
              <a:buClr>
                <a:srgbClr val="4668F5"/>
              </a:buClr>
              <a:buSzPct val="60000"/>
              <a:buFont typeface="Wingdings"/>
              <a:buChar char=""/>
              <a:tabLst>
                <a:tab pos="1587500" algn="l"/>
              </a:tabLst>
            </a:pPr>
            <a:r>
              <a:rPr dirty="0" sz="2000" b="1">
                <a:solidFill>
                  <a:srgbClr val="9933FF"/>
                </a:solidFill>
                <a:latin typeface="Times New Roman"/>
                <a:cs typeface="Times New Roman"/>
              </a:rPr>
              <a:t>SHR</a:t>
            </a:r>
            <a:r>
              <a:rPr dirty="0" baseline="25641" sz="1950" b="1">
                <a:solidFill>
                  <a:srgbClr val="9933FF"/>
                </a:solidFill>
                <a:latin typeface="Times New Roman"/>
                <a:cs typeface="Times New Roman"/>
              </a:rPr>
              <a:t>(i)</a:t>
            </a:r>
            <a:r>
              <a:rPr dirty="0" sz="2000" b="1">
                <a:solidFill>
                  <a:srgbClr val="9933FF"/>
                </a:solidFill>
                <a:latin typeface="黑体"/>
                <a:cs typeface="黑体"/>
              </a:rPr>
              <a:t>（</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k</a:t>
            </a:r>
            <a:r>
              <a:rPr dirty="0" sz="2000" b="1">
                <a:solidFill>
                  <a:srgbClr val="9933FF"/>
                </a:solidFill>
                <a:latin typeface="黑体"/>
                <a:cs typeface="黑体"/>
              </a:rPr>
              <a:t>）</a:t>
            </a:r>
            <a:r>
              <a:rPr dirty="0" sz="2000" spc="-20" b="1">
                <a:solidFill>
                  <a:srgbClr val="00AFEF"/>
                </a:solidFill>
                <a:latin typeface="黑体"/>
                <a:cs typeface="黑体"/>
              </a:rPr>
              <a:t>：把当前状态中的各冲突向量逻辑右移</a:t>
            </a:r>
            <a:r>
              <a:rPr dirty="0" sz="2000" b="1">
                <a:solidFill>
                  <a:srgbClr val="00AFEF"/>
                </a:solidFill>
                <a:latin typeface="Times New Roman"/>
                <a:cs typeface="Times New Roman"/>
              </a:rPr>
              <a:t>i</a:t>
            </a:r>
            <a:r>
              <a:rPr dirty="0" sz="2000" spc="-50" b="1">
                <a:solidFill>
                  <a:srgbClr val="00AFEF"/>
                </a:solidFill>
                <a:latin typeface="黑体"/>
                <a:cs typeface="黑体"/>
              </a:rPr>
              <a:t>位</a:t>
            </a:r>
            <a:endParaRPr sz="2000">
              <a:latin typeface="黑体"/>
              <a:cs typeface="黑体"/>
            </a:endParaRPr>
          </a:p>
          <a:p>
            <a:pPr marL="1587500" marR="68580" indent="-288290">
              <a:lnSpc>
                <a:spcPts val="3600"/>
              </a:lnSpc>
              <a:spcBef>
                <a:spcPts val="800"/>
              </a:spcBef>
            </a:pPr>
            <a:r>
              <a:rPr dirty="0" sz="2000" spc="-5" b="1">
                <a:solidFill>
                  <a:srgbClr val="E14B04"/>
                </a:solidFill>
                <a:latin typeface="黑体"/>
                <a:cs typeface="黑体"/>
              </a:rPr>
              <a:t>例如：</a:t>
            </a:r>
            <a:r>
              <a:rPr dirty="0" sz="2000" spc="-10" b="1">
                <a:solidFill>
                  <a:srgbClr val="9933FF"/>
                </a:solidFill>
                <a:latin typeface="Times New Roman"/>
                <a:cs typeface="Times New Roman"/>
              </a:rPr>
              <a:t>SHR</a:t>
            </a:r>
            <a:r>
              <a:rPr dirty="0" baseline="25641" sz="1950" spc="-15" b="1">
                <a:solidFill>
                  <a:srgbClr val="9933FF"/>
                </a:solidFill>
                <a:latin typeface="Times New Roman"/>
                <a:cs typeface="Times New Roman"/>
              </a:rPr>
              <a:t>(3)</a:t>
            </a:r>
            <a:r>
              <a:rPr dirty="0" sz="2000" spc="-10" b="1">
                <a:solidFill>
                  <a:srgbClr val="9933FF"/>
                </a:solidFill>
                <a:latin typeface="黑体"/>
                <a:cs typeface="黑体"/>
              </a:rPr>
              <a:t>（</a:t>
            </a: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k</a:t>
            </a:r>
            <a:r>
              <a:rPr dirty="0" sz="2000" spc="-10" b="1">
                <a:solidFill>
                  <a:srgbClr val="9933FF"/>
                </a:solidFill>
                <a:latin typeface="黑体"/>
                <a:cs typeface="黑体"/>
              </a:rPr>
              <a:t>）</a:t>
            </a:r>
            <a:r>
              <a:rPr dirty="0" sz="2000" spc="-10" b="1">
                <a:solidFill>
                  <a:srgbClr val="9933FF"/>
                </a:solidFill>
                <a:latin typeface="Cambria Math"/>
                <a:cs typeface="Cambria Math"/>
              </a:rPr>
              <a:t>∨</a:t>
            </a: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A</a:t>
            </a:r>
            <a:r>
              <a:rPr dirty="0" baseline="25641" sz="1950" spc="-15" b="1">
                <a:solidFill>
                  <a:srgbClr val="9933FF"/>
                </a:solidFill>
                <a:latin typeface="Times New Roman"/>
                <a:cs typeface="Times New Roman"/>
              </a:rPr>
              <a:t>(0)</a:t>
            </a:r>
            <a:r>
              <a:rPr dirty="0" sz="2000" spc="-20" b="1">
                <a:solidFill>
                  <a:srgbClr val="40458B"/>
                </a:solidFill>
                <a:latin typeface="黑体"/>
                <a:cs typeface="黑体"/>
              </a:rPr>
              <a:t>表示的是：把当前状态</a:t>
            </a:r>
            <a:r>
              <a:rPr dirty="0" sz="2000" spc="-20" b="1">
                <a:solidFill>
                  <a:srgbClr val="9933FF"/>
                </a:solidFill>
                <a:latin typeface="Times New Roman"/>
                <a:cs typeface="Times New Roman"/>
              </a:rPr>
              <a:t>M</a:t>
            </a:r>
            <a:r>
              <a:rPr dirty="0" baseline="-21367" sz="1950" spc="-30" b="1">
                <a:solidFill>
                  <a:srgbClr val="9933FF"/>
                </a:solidFill>
                <a:latin typeface="Times New Roman"/>
                <a:cs typeface="Times New Roman"/>
              </a:rPr>
              <a:t>k</a:t>
            </a:r>
            <a:r>
              <a:rPr dirty="0" sz="2000" spc="-20" b="1">
                <a:solidFill>
                  <a:srgbClr val="40458B"/>
                </a:solidFill>
                <a:latin typeface="黑体"/>
                <a:cs typeface="黑体"/>
              </a:rPr>
              <a:t>中的各冲突向量逻辑右移</a:t>
            </a:r>
            <a:r>
              <a:rPr dirty="0" sz="2000" spc="-10" b="1">
                <a:solidFill>
                  <a:srgbClr val="9933FF"/>
                </a:solidFill>
                <a:latin typeface="Times New Roman"/>
                <a:cs typeface="Times New Roman"/>
              </a:rPr>
              <a:t>3</a:t>
            </a:r>
            <a:r>
              <a:rPr dirty="0" sz="2000" spc="-20" b="1">
                <a:solidFill>
                  <a:srgbClr val="40458B"/>
                </a:solidFill>
                <a:latin typeface="黑体"/>
                <a:cs typeface="黑体"/>
              </a:rPr>
              <a:t>位，再与初</a:t>
            </a:r>
            <a:r>
              <a:rPr dirty="0" sz="2000" spc="-5" b="1">
                <a:solidFill>
                  <a:srgbClr val="40458B"/>
                </a:solidFill>
                <a:latin typeface="黑体"/>
                <a:cs typeface="黑体"/>
              </a:rPr>
              <a:t>始矩阵</a:t>
            </a:r>
            <a:r>
              <a:rPr dirty="0" sz="2000" b="1">
                <a:solidFill>
                  <a:srgbClr val="9933FF"/>
                </a:solidFill>
                <a:latin typeface="Times New Roman"/>
                <a:cs typeface="Times New Roman"/>
              </a:rPr>
              <a:t>M</a:t>
            </a:r>
            <a:r>
              <a:rPr dirty="0" sz="2000" spc="480" b="1">
                <a:solidFill>
                  <a:srgbClr val="9933FF"/>
                </a:solidFill>
                <a:latin typeface="Times New Roman"/>
                <a:cs typeface="Times New Roman"/>
              </a:rPr>
              <a:t> </a:t>
            </a:r>
            <a:r>
              <a:rPr dirty="0" baseline="25641" sz="1950" b="1">
                <a:solidFill>
                  <a:srgbClr val="9933FF"/>
                </a:solidFill>
                <a:latin typeface="Times New Roman"/>
                <a:cs typeface="Times New Roman"/>
              </a:rPr>
              <a:t>(0)</a:t>
            </a:r>
            <a:r>
              <a:rPr dirty="0" sz="2000" spc="-20" b="1">
                <a:solidFill>
                  <a:srgbClr val="40458B"/>
                </a:solidFill>
                <a:latin typeface="黑体"/>
                <a:cs typeface="黑体"/>
              </a:rPr>
              <a:t>进行“或”运算。</a:t>
            </a:r>
            <a:endParaRPr sz="2000">
              <a:latin typeface="黑体"/>
              <a:cs typeface="黑体"/>
            </a:endParaRPr>
          </a:p>
          <a:p>
            <a:pPr marL="2598420">
              <a:lnSpc>
                <a:spcPts val="30"/>
              </a:lnSpc>
            </a:pPr>
            <a:r>
              <a:rPr dirty="0" sz="1300" spc="-50" b="1">
                <a:solidFill>
                  <a:srgbClr val="9933FF"/>
                </a:solidFill>
                <a:latin typeface="Times New Roman"/>
                <a:cs typeface="Times New Roman"/>
              </a:rPr>
              <a:t>A</a:t>
            </a:r>
            <a:endParaRPr sz="1300">
              <a:latin typeface="Times New Roman"/>
              <a:cs typeface="Times New Roman"/>
            </a:endParaRPr>
          </a:p>
          <a:p>
            <a:pPr>
              <a:lnSpc>
                <a:spcPct val="100000"/>
              </a:lnSpc>
              <a:spcBef>
                <a:spcPts val="250"/>
              </a:spcBef>
            </a:pPr>
            <a:endParaRPr sz="1300">
              <a:latin typeface="Times New Roman"/>
              <a:cs typeface="Times New Roman"/>
            </a:endParaRPr>
          </a:p>
          <a:p>
            <a:pPr marL="532765" indent="-456565">
              <a:lnSpc>
                <a:spcPct val="100000"/>
              </a:lnSpc>
              <a:spcBef>
                <a:spcPts val="5"/>
              </a:spcBef>
              <a:buClr>
                <a:srgbClr val="40458B"/>
              </a:buClr>
              <a:buFont typeface="Times New Roman"/>
              <a:buAutoNum type="arabicPeriod" startAt="4"/>
              <a:tabLst>
                <a:tab pos="532765" algn="l"/>
              </a:tabLst>
            </a:pPr>
            <a:r>
              <a:rPr dirty="0" sz="2700" spc="-5">
                <a:solidFill>
                  <a:srgbClr val="E14B04"/>
                </a:solidFill>
                <a:latin typeface="黑体"/>
                <a:cs typeface="黑体"/>
              </a:rPr>
              <a:t>举例说明双功能非线性流水线的最优调度</a:t>
            </a:r>
            <a:endParaRPr sz="2700">
              <a:latin typeface="黑体"/>
              <a:cs typeface="黑体"/>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226009"/>
            <a:ext cx="11041380" cy="514350"/>
          </a:xfrm>
          <a:prstGeom prst="rect"/>
        </p:spPr>
        <p:txBody>
          <a:bodyPr wrap="square" lIns="0" tIns="13335" rIns="0" bIns="0" rtlCol="0" vert="horz">
            <a:spAutoFit/>
          </a:bodyPr>
          <a:lstStyle/>
          <a:p>
            <a:pPr marL="12700">
              <a:lnSpc>
                <a:spcPct val="100000"/>
              </a:lnSpc>
              <a:spcBef>
                <a:spcPts val="105"/>
              </a:spcBef>
              <a:tabLst>
                <a:tab pos="1966595" algn="l"/>
                <a:tab pos="11028045" algn="l"/>
              </a:tabLst>
            </a:pPr>
            <a:r>
              <a:rPr dirty="0" b="1">
                <a:latin typeface="黑体"/>
                <a:cs typeface="黑体"/>
              </a:rPr>
              <a:t>	3.3</a:t>
            </a:r>
            <a:r>
              <a:rPr dirty="0" spc="35" b="1">
                <a:latin typeface="黑体"/>
                <a:cs typeface="黑体"/>
              </a:rPr>
              <a:t> </a:t>
            </a:r>
            <a:r>
              <a:rPr dirty="0" spc="-40" b="1">
                <a:latin typeface="黑体"/>
                <a:cs typeface="黑体"/>
              </a:rPr>
              <a:t>非</a:t>
            </a:r>
            <a:r>
              <a:rPr dirty="0" spc="-25" b="1">
                <a:latin typeface="黑体"/>
                <a:cs typeface="黑体"/>
              </a:rPr>
              <a:t>线</a:t>
            </a:r>
            <a:r>
              <a:rPr dirty="0" spc="-40" b="1">
                <a:latin typeface="黑体"/>
                <a:cs typeface="黑体"/>
              </a:rPr>
              <a:t>性流</a:t>
            </a:r>
            <a:r>
              <a:rPr dirty="0" spc="-30" b="1">
                <a:latin typeface="黑体"/>
                <a:cs typeface="黑体"/>
              </a:rPr>
              <a:t>水</a:t>
            </a:r>
            <a:r>
              <a:rPr dirty="0" spc="-40" b="1">
                <a:latin typeface="黑体"/>
                <a:cs typeface="黑体"/>
              </a:rPr>
              <a:t>线的</a:t>
            </a:r>
            <a:r>
              <a:rPr dirty="0" spc="-30" b="1">
                <a:latin typeface="黑体"/>
                <a:cs typeface="黑体"/>
              </a:rPr>
              <a:t>调</a:t>
            </a:r>
            <a:r>
              <a:rPr dirty="0" spc="-50" b="1">
                <a:latin typeface="黑体"/>
                <a:cs typeface="黑体"/>
              </a:rPr>
              <a:t>度</a:t>
            </a:r>
            <a:r>
              <a:rPr dirty="0" b="1">
                <a:latin typeface="黑体"/>
                <a:cs typeface="黑体"/>
              </a:rPr>
              <a:t>	</a:t>
            </a:r>
          </a:p>
        </p:txBody>
      </p:sp>
      <p:sp>
        <p:nvSpPr>
          <p:cNvPr id="9" name="object 9" descr=""/>
          <p:cNvSpPr txBox="1"/>
          <p:nvPr/>
        </p:nvSpPr>
        <p:spPr>
          <a:xfrm>
            <a:off x="1952370" y="648186"/>
            <a:ext cx="8008620" cy="2814320"/>
          </a:xfrm>
          <a:prstGeom prst="rect">
            <a:avLst/>
          </a:prstGeom>
        </p:spPr>
        <p:txBody>
          <a:bodyPr wrap="square" lIns="0" tIns="12700" rIns="0" bIns="0" rtlCol="0" vert="horz">
            <a:spAutoFit/>
          </a:bodyPr>
          <a:lstStyle/>
          <a:p>
            <a:pPr marL="12700" marR="5080" indent="76200">
              <a:lnSpc>
                <a:spcPct val="150100"/>
              </a:lnSpc>
              <a:spcBef>
                <a:spcPts val="100"/>
              </a:spcBef>
            </a:pPr>
            <a:r>
              <a:rPr dirty="0" sz="2800" spc="-30" b="1">
                <a:solidFill>
                  <a:srgbClr val="E14B04"/>
                </a:solidFill>
                <a:latin typeface="宋体"/>
                <a:cs typeface="宋体"/>
              </a:rPr>
              <a:t>例</a:t>
            </a:r>
            <a:r>
              <a:rPr dirty="0" sz="2800" b="1">
                <a:solidFill>
                  <a:srgbClr val="E14B04"/>
                </a:solidFill>
                <a:latin typeface="Times New Roman"/>
                <a:cs typeface="Times New Roman"/>
              </a:rPr>
              <a:t>3.3 </a:t>
            </a:r>
            <a:r>
              <a:rPr dirty="0" sz="2800" spc="-30" b="1">
                <a:latin typeface="宋体"/>
                <a:cs typeface="宋体"/>
              </a:rPr>
              <a:t>有一条</a:t>
            </a:r>
            <a:r>
              <a:rPr dirty="0" sz="2800" spc="-10" b="1">
                <a:solidFill>
                  <a:srgbClr val="9933FF"/>
                </a:solidFill>
                <a:latin typeface="Times New Roman"/>
                <a:cs typeface="Times New Roman"/>
              </a:rPr>
              <a:t>3</a:t>
            </a:r>
            <a:r>
              <a:rPr dirty="0" sz="2800" spc="-35" b="1">
                <a:latin typeface="宋体"/>
                <a:cs typeface="宋体"/>
              </a:rPr>
              <a:t>段双功能非线性流水线，实现的功能</a:t>
            </a:r>
            <a:r>
              <a:rPr dirty="0" sz="2800" spc="-25" b="1">
                <a:latin typeface="宋体"/>
                <a:cs typeface="宋体"/>
              </a:rPr>
              <a:t>是</a:t>
            </a:r>
            <a:r>
              <a:rPr dirty="0" sz="2800" spc="-35" b="1">
                <a:solidFill>
                  <a:srgbClr val="9933FF"/>
                </a:solidFill>
                <a:latin typeface="Times New Roman"/>
                <a:cs typeface="Times New Roman"/>
              </a:rPr>
              <a:t>A</a:t>
            </a:r>
            <a:r>
              <a:rPr dirty="0" sz="2800" spc="-25" b="1">
                <a:latin typeface="宋体"/>
                <a:cs typeface="宋体"/>
              </a:rPr>
              <a:t>和</a:t>
            </a:r>
            <a:r>
              <a:rPr dirty="0" sz="2800" spc="-20" b="1">
                <a:solidFill>
                  <a:srgbClr val="9933FF"/>
                </a:solidFill>
                <a:latin typeface="Times New Roman"/>
                <a:cs typeface="Times New Roman"/>
              </a:rPr>
              <a:t>B</a:t>
            </a:r>
            <a:r>
              <a:rPr dirty="0" sz="2800" spc="-25" b="1">
                <a:latin typeface="宋体"/>
                <a:cs typeface="宋体"/>
              </a:rPr>
              <a:t>，其预约表分别如</a:t>
            </a:r>
            <a:r>
              <a:rPr dirty="0" sz="2800" spc="-25" b="1">
                <a:solidFill>
                  <a:srgbClr val="0066FF"/>
                </a:solidFill>
                <a:latin typeface="宋体"/>
                <a:cs typeface="宋体"/>
              </a:rPr>
              <a:t>表</a:t>
            </a:r>
            <a:r>
              <a:rPr dirty="0" sz="2800" spc="-10" b="1">
                <a:solidFill>
                  <a:srgbClr val="0066FF"/>
                </a:solidFill>
                <a:latin typeface="Times New Roman"/>
                <a:cs typeface="Times New Roman"/>
              </a:rPr>
              <a:t>1</a:t>
            </a:r>
            <a:r>
              <a:rPr dirty="0" sz="2800" spc="-10" b="1">
                <a:latin typeface="宋体"/>
                <a:cs typeface="宋体"/>
              </a:rPr>
              <a:t>和</a:t>
            </a:r>
            <a:r>
              <a:rPr dirty="0" sz="2800" spc="-25" b="1">
                <a:solidFill>
                  <a:srgbClr val="0066FF"/>
                </a:solidFill>
                <a:latin typeface="宋体"/>
                <a:cs typeface="宋体"/>
              </a:rPr>
              <a:t>表</a:t>
            </a:r>
            <a:r>
              <a:rPr dirty="0" sz="2800" spc="-10" b="1">
                <a:solidFill>
                  <a:srgbClr val="0066FF"/>
                </a:solidFill>
                <a:latin typeface="Times New Roman"/>
                <a:cs typeface="Times New Roman"/>
              </a:rPr>
              <a:t>2</a:t>
            </a:r>
            <a:r>
              <a:rPr dirty="0" sz="2800" spc="-35" b="1">
                <a:latin typeface="宋体"/>
                <a:cs typeface="宋体"/>
              </a:rPr>
              <a:t>所示。各段的通</a:t>
            </a:r>
            <a:endParaRPr sz="2800">
              <a:latin typeface="宋体"/>
              <a:cs typeface="宋体"/>
            </a:endParaRPr>
          </a:p>
          <a:p>
            <a:pPr marL="12700">
              <a:lnSpc>
                <a:spcPct val="100000"/>
              </a:lnSpc>
              <a:spcBef>
                <a:spcPts val="1680"/>
              </a:spcBef>
            </a:pPr>
            <a:r>
              <a:rPr dirty="0" sz="2800" spc="-35" b="1">
                <a:latin typeface="宋体"/>
                <a:cs typeface="宋体"/>
              </a:rPr>
              <a:t>过时间都是一个时钟周期。请找出该流水线单独处</a:t>
            </a:r>
            <a:endParaRPr sz="2800">
              <a:latin typeface="宋体"/>
              <a:cs typeface="宋体"/>
            </a:endParaRPr>
          </a:p>
          <a:p>
            <a:pPr marL="12700">
              <a:lnSpc>
                <a:spcPts val="3050"/>
              </a:lnSpc>
              <a:spcBef>
                <a:spcPts val="1685"/>
              </a:spcBef>
            </a:pPr>
            <a:r>
              <a:rPr dirty="0" sz="2800" spc="-25" b="1">
                <a:latin typeface="宋体"/>
                <a:cs typeface="宋体"/>
              </a:rPr>
              <a:t>理</a:t>
            </a:r>
            <a:r>
              <a:rPr dirty="0" sz="2800" spc="-35" b="1">
                <a:solidFill>
                  <a:srgbClr val="9933FF"/>
                </a:solidFill>
                <a:latin typeface="Times New Roman"/>
                <a:cs typeface="Times New Roman"/>
              </a:rPr>
              <a:t>A</a:t>
            </a:r>
            <a:r>
              <a:rPr dirty="0" sz="2800" spc="-25" b="1">
                <a:latin typeface="宋体"/>
                <a:cs typeface="宋体"/>
              </a:rPr>
              <a:t>类任务和单独处理</a:t>
            </a:r>
            <a:r>
              <a:rPr dirty="0" sz="2800" spc="-10" b="1">
                <a:solidFill>
                  <a:srgbClr val="9933FF"/>
                </a:solidFill>
                <a:latin typeface="Times New Roman"/>
                <a:cs typeface="Times New Roman"/>
              </a:rPr>
              <a:t>B</a:t>
            </a:r>
            <a:r>
              <a:rPr dirty="0" sz="2800" spc="-35" b="1">
                <a:latin typeface="宋体"/>
                <a:cs typeface="宋体"/>
              </a:rPr>
              <a:t>类任务以及混合处理两类任</a:t>
            </a:r>
            <a:endParaRPr sz="2800">
              <a:latin typeface="宋体"/>
              <a:cs typeface="宋体"/>
            </a:endParaRPr>
          </a:p>
          <a:p>
            <a:pPr marL="850900">
              <a:lnSpc>
                <a:spcPts val="2090"/>
              </a:lnSpc>
              <a:tabLst>
                <a:tab pos="5459730" algn="l"/>
              </a:tabLst>
            </a:pPr>
            <a:r>
              <a:rPr dirty="0" sz="2000" spc="-10" b="1">
                <a:solidFill>
                  <a:srgbClr val="40458B"/>
                </a:solidFill>
                <a:latin typeface="宋体"/>
                <a:cs typeface="宋体"/>
              </a:rPr>
              <a:t>表</a:t>
            </a:r>
            <a:r>
              <a:rPr dirty="0" sz="2000" b="1">
                <a:solidFill>
                  <a:srgbClr val="40458B"/>
                </a:solidFill>
                <a:latin typeface="Times New Roman"/>
                <a:cs typeface="Times New Roman"/>
              </a:rPr>
              <a:t>1</a:t>
            </a:r>
            <a:r>
              <a:rPr dirty="0" sz="2000" spc="-120" b="1">
                <a:solidFill>
                  <a:srgbClr val="40458B"/>
                </a:solidFill>
                <a:latin typeface="Times New Roman"/>
                <a:cs typeface="Times New Roman"/>
              </a:rPr>
              <a:t> </a:t>
            </a:r>
            <a:r>
              <a:rPr dirty="0" sz="2000" spc="-20" b="1">
                <a:solidFill>
                  <a:srgbClr val="40458B"/>
                </a:solidFill>
                <a:latin typeface="Times New Roman"/>
                <a:cs typeface="Times New Roman"/>
              </a:rPr>
              <a:t>A</a:t>
            </a:r>
            <a:r>
              <a:rPr dirty="0" sz="2000" spc="-10" b="1">
                <a:solidFill>
                  <a:srgbClr val="40458B"/>
                </a:solidFill>
                <a:latin typeface="宋体"/>
                <a:cs typeface="宋体"/>
              </a:rPr>
              <a:t>类对象预约</a:t>
            </a:r>
            <a:r>
              <a:rPr dirty="0" sz="2000" spc="-50" b="1">
                <a:solidFill>
                  <a:srgbClr val="40458B"/>
                </a:solidFill>
                <a:latin typeface="宋体"/>
                <a:cs typeface="宋体"/>
              </a:rPr>
              <a:t>表</a:t>
            </a:r>
            <a:r>
              <a:rPr dirty="0" sz="2000" b="1">
                <a:solidFill>
                  <a:srgbClr val="40458B"/>
                </a:solidFill>
                <a:latin typeface="宋体"/>
                <a:cs typeface="宋体"/>
              </a:rPr>
              <a:t>	</a:t>
            </a:r>
            <a:r>
              <a:rPr dirty="0" sz="2000" spc="-10" b="1">
                <a:solidFill>
                  <a:srgbClr val="40458B"/>
                </a:solidFill>
                <a:latin typeface="宋体"/>
                <a:cs typeface="宋体"/>
              </a:rPr>
              <a:t>表</a:t>
            </a:r>
            <a:r>
              <a:rPr dirty="0" sz="2000" b="1">
                <a:solidFill>
                  <a:srgbClr val="40458B"/>
                </a:solidFill>
                <a:latin typeface="Times New Roman"/>
                <a:cs typeface="Times New Roman"/>
              </a:rPr>
              <a:t>2</a:t>
            </a:r>
            <a:r>
              <a:rPr dirty="0" sz="2000" spc="5" b="1">
                <a:solidFill>
                  <a:srgbClr val="40458B"/>
                </a:solidFill>
                <a:latin typeface="Times New Roman"/>
                <a:cs typeface="Times New Roman"/>
              </a:rPr>
              <a:t> </a:t>
            </a:r>
            <a:r>
              <a:rPr dirty="0" sz="2000" spc="-30" b="1">
                <a:solidFill>
                  <a:srgbClr val="40458B"/>
                </a:solidFill>
                <a:latin typeface="Times New Roman"/>
                <a:cs typeface="Times New Roman"/>
              </a:rPr>
              <a:t>B</a:t>
            </a:r>
            <a:r>
              <a:rPr dirty="0" sz="2000" spc="-10" b="1">
                <a:solidFill>
                  <a:srgbClr val="40458B"/>
                </a:solidFill>
                <a:latin typeface="宋体"/>
                <a:cs typeface="宋体"/>
              </a:rPr>
              <a:t>类对象预约</a:t>
            </a:r>
            <a:r>
              <a:rPr dirty="0" sz="2000" spc="-50" b="1">
                <a:solidFill>
                  <a:srgbClr val="40458B"/>
                </a:solidFill>
                <a:latin typeface="宋体"/>
                <a:cs typeface="宋体"/>
              </a:rPr>
              <a:t>表</a:t>
            </a:r>
            <a:endParaRPr sz="2000">
              <a:latin typeface="宋体"/>
              <a:cs typeface="宋体"/>
            </a:endParaRPr>
          </a:p>
        </p:txBody>
      </p:sp>
      <p:sp>
        <p:nvSpPr>
          <p:cNvPr id="10" name="object 10" descr=""/>
          <p:cNvSpPr/>
          <p:nvPr/>
        </p:nvSpPr>
        <p:spPr>
          <a:xfrm>
            <a:off x="1919351" y="3573526"/>
            <a:ext cx="1224280" cy="647700"/>
          </a:xfrm>
          <a:custGeom>
            <a:avLst/>
            <a:gdLst/>
            <a:ahLst/>
            <a:cxnLst/>
            <a:rect l="l" t="t" r="r" b="b"/>
            <a:pathLst>
              <a:path w="1224280" h="647700">
                <a:moveTo>
                  <a:pt x="0" y="0"/>
                </a:moveTo>
                <a:lnTo>
                  <a:pt x="1223899" y="647700"/>
                </a:lnTo>
              </a:path>
            </a:pathLst>
          </a:custGeom>
          <a:ln w="9525">
            <a:solidFill>
              <a:srgbClr val="000000"/>
            </a:solidFill>
          </a:ln>
        </p:spPr>
        <p:txBody>
          <a:bodyPr wrap="square" lIns="0" tIns="0" rIns="0" bIns="0" rtlCol="0"/>
          <a:lstStyle/>
          <a:p/>
        </p:txBody>
      </p:sp>
      <p:graphicFrame>
        <p:nvGraphicFramePr>
          <p:cNvPr id="11" name="object 11" descr=""/>
          <p:cNvGraphicFramePr>
            <a:graphicFrameLocks noGrp="1"/>
          </p:cNvGraphicFramePr>
          <p:nvPr/>
        </p:nvGraphicFramePr>
        <p:xfrm>
          <a:off x="1913001" y="3567176"/>
          <a:ext cx="5135245" cy="2260600"/>
        </p:xfrm>
        <a:graphic>
          <a:graphicData uri="http://schemas.openxmlformats.org/drawingml/2006/table">
            <a:tbl>
              <a:tblPr firstRow="1" bandRow="1">
                <a:tableStyleId>{2D5ABB26-0587-4C30-8999-92F81FD0307C}</a:tableStyleId>
              </a:tblPr>
              <a:tblGrid>
                <a:gridCol w="1207770"/>
                <a:gridCol w="980440"/>
                <a:gridCol w="1119505"/>
                <a:gridCol w="579755"/>
                <a:gridCol w="579755"/>
                <a:gridCol w="579754"/>
              </a:tblGrid>
              <a:tr h="647065">
                <a:tc>
                  <a:txBody>
                    <a:bodyPr/>
                    <a:lstStyle/>
                    <a:p>
                      <a:pPr marL="45085">
                        <a:lnSpc>
                          <a:spcPts val="2230"/>
                        </a:lnSpc>
                      </a:pPr>
                      <a:r>
                        <a:rPr dirty="0" sz="2800" spc="-555" b="1">
                          <a:latin typeface="宋体"/>
                          <a:cs typeface="宋体"/>
                        </a:rPr>
                        <a:t>务的</a:t>
                      </a:r>
                      <a:r>
                        <a:rPr dirty="0" baseline="-18055" sz="3000" spc="-1455" b="1">
                          <a:solidFill>
                            <a:srgbClr val="E14B04"/>
                          </a:solidFill>
                          <a:latin typeface="宋体"/>
                          <a:cs typeface="宋体"/>
                        </a:rPr>
                        <a:t>时</a:t>
                      </a:r>
                      <a:r>
                        <a:rPr dirty="0" sz="2800" spc="-1870" b="1">
                          <a:latin typeface="宋体"/>
                          <a:cs typeface="宋体"/>
                        </a:rPr>
                        <a:t>最</a:t>
                      </a:r>
                      <a:r>
                        <a:rPr dirty="0" baseline="-18055" sz="3000" spc="-75" b="1">
                          <a:solidFill>
                            <a:srgbClr val="E14B04"/>
                          </a:solidFill>
                          <a:latin typeface="宋体"/>
                          <a:cs typeface="宋体"/>
                        </a:rPr>
                        <a:t>间</a:t>
                      </a:r>
                      <a:endParaRPr baseline="-18055" sz="3000">
                        <a:latin typeface="宋体"/>
                        <a:cs typeface="宋体"/>
                      </a:endParaRPr>
                    </a:p>
                    <a:p>
                      <a:pPr marL="162560">
                        <a:lnSpc>
                          <a:spcPts val="2355"/>
                        </a:lnSpc>
                      </a:pPr>
                      <a:r>
                        <a:rPr dirty="0" sz="2000" spc="-50" b="1">
                          <a:solidFill>
                            <a:srgbClr val="E14B04"/>
                          </a:solidFill>
                          <a:latin typeface="宋体"/>
                          <a:cs typeface="宋体"/>
                        </a:rPr>
                        <a:t>段</a:t>
                      </a:r>
                      <a:endParaRPr sz="20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50"/>
                        </a:lnSpc>
                      </a:pPr>
                      <a:r>
                        <a:rPr dirty="0" sz="2800" spc="-40" b="1">
                          <a:latin typeface="宋体"/>
                          <a:cs typeface="宋体"/>
                        </a:rPr>
                        <a:t>优调度</a:t>
                      </a:r>
                      <a:endParaRPr sz="2800">
                        <a:latin typeface="宋体"/>
                        <a:cs typeface="宋体"/>
                      </a:endParaRPr>
                    </a:p>
                    <a:p>
                      <a:pPr algn="ctr" marR="397510">
                        <a:lnSpc>
                          <a:spcPts val="1970"/>
                        </a:lnSpc>
                      </a:pPr>
                      <a:r>
                        <a:rPr dirty="0" sz="2000" spc="-50" b="1">
                          <a:solidFill>
                            <a:srgbClr val="E14B04"/>
                          </a:solidFill>
                          <a:latin typeface="宋体"/>
                          <a:cs typeface="宋体"/>
                        </a:rPr>
                        <a:t>1</a:t>
                      </a:r>
                      <a:endParaRPr sz="20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r">
                        <a:lnSpc>
                          <a:spcPts val="1850"/>
                        </a:lnSpc>
                      </a:pPr>
                      <a:r>
                        <a:rPr dirty="0" sz="2800" spc="-45" b="1">
                          <a:latin typeface="宋体"/>
                          <a:cs typeface="宋体"/>
                        </a:rPr>
                        <a:t>方案</a:t>
                      </a:r>
                      <a:endParaRPr sz="2800">
                        <a:latin typeface="宋体"/>
                        <a:cs typeface="宋体"/>
                      </a:endParaRPr>
                    </a:p>
                    <a:p>
                      <a:pPr algn="ctr" marR="533400">
                        <a:lnSpc>
                          <a:spcPts val="1970"/>
                        </a:lnSpc>
                      </a:pPr>
                      <a:r>
                        <a:rPr dirty="0" sz="2000" spc="-50" b="1">
                          <a:solidFill>
                            <a:srgbClr val="E14B04"/>
                          </a:solidFill>
                          <a:latin typeface="宋体"/>
                          <a:cs typeface="宋体"/>
                        </a:rPr>
                        <a:t>2</a:t>
                      </a:r>
                      <a:endParaRPr sz="20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3</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ts val="1850"/>
                        </a:lnSpc>
                      </a:pPr>
                      <a:r>
                        <a:rPr dirty="0" sz="2800" spc="-50" b="1">
                          <a:latin typeface="宋体"/>
                          <a:cs typeface="宋体"/>
                        </a:rPr>
                        <a:t>。</a:t>
                      </a:r>
                      <a:endParaRPr sz="2800">
                        <a:latin typeface="宋体"/>
                        <a:cs typeface="宋体"/>
                      </a:endParaRPr>
                    </a:p>
                    <a:p>
                      <a:pPr algn="ctr">
                        <a:lnSpc>
                          <a:spcPts val="1970"/>
                        </a:lnSpc>
                      </a:pPr>
                      <a:r>
                        <a:rPr dirty="0" sz="2000" spc="-50" b="1">
                          <a:solidFill>
                            <a:srgbClr val="E14B04"/>
                          </a:solidFill>
                          <a:latin typeface="宋体"/>
                          <a:cs typeface="宋体"/>
                        </a:rPr>
                        <a:t>4</a:t>
                      </a:r>
                      <a:endParaRPr sz="20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5</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635">
                        <a:lnSpc>
                          <a:spcPct val="100000"/>
                        </a:lnSpc>
                        <a:spcBef>
                          <a:spcPts val="990"/>
                        </a:spcBef>
                      </a:pPr>
                      <a:r>
                        <a:rPr dirty="0" sz="2000" spc="-25" b="1">
                          <a:solidFill>
                            <a:srgbClr val="E14B04"/>
                          </a:solidFill>
                          <a:latin typeface="宋体"/>
                          <a:cs typeface="宋体"/>
                        </a:rPr>
                        <a:t>S1</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0655" marR="396240">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33400">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0655">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635">
                        <a:lnSpc>
                          <a:spcPct val="100000"/>
                        </a:lnSpc>
                        <a:spcBef>
                          <a:spcPts val="990"/>
                        </a:spcBef>
                      </a:pPr>
                      <a:r>
                        <a:rPr dirty="0" sz="2000" spc="-25" b="1">
                          <a:solidFill>
                            <a:srgbClr val="E14B04"/>
                          </a:solidFill>
                          <a:latin typeface="宋体"/>
                          <a:cs typeface="宋体"/>
                        </a:rPr>
                        <a:t>S2</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96240">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0655" marR="533400">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635">
                        <a:lnSpc>
                          <a:spcPct val="100000"/>
                        </a:lnSpc>
                        <a:spcBef>
                          <a:spcPts val="990"/>
                        </a:spcBef>
                      </a:pPr>
                      <a:r>
                        <a:rPr dirty="0" sz="2000" spc="-25" b="1">
                          <a:solidFill>
                            <a:srgbClr val="E14B04"/>
                          </a:solidFill>
                          <a:latin typeface="宋体"/>
                          <a:cs typeface="宋体"/>
                        </a:rPr>
                        <a:t>S3</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96240">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33400">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2" name="object 12" descr=""/>
          <p:cNvSpPr/>
          <p:nvPr/>
        </p:nvSpPr>
        <p:spPr>
          <a:xfrm>
            <a:off x="6384925" y="3573526"/>
            <a:ext cx="1224280" cy="647700"/>
          </a:xfrm>
          <a:custGeom>
            <a:avLst/>
            <a:gdLst/>
            <a:ahLst/>
            <a:cxnLst/>
            <a:rect l="l" t="t" r="r" b="b"/>
            <a:pathLst>
              <a:path w="1224279" h="647700">
                <a:moveTo>
                  <a:pt x="0" y="0"/>
                </a:moveTo>
                <a:lnTo>
                  <a:pt x="1224026" y="647700"/>
                </a:lnTo>
              </a:path>
            </a:pathLst>
          </a:custGeom>
          <a:ln w="9525">
            <a:solidFill>
              <a:srgbClr val="000000"/>
            </a:solidFill>
          </a:ln>
        </p:spPr>
        <p:txBody>
          <a:bodyPr wrap="square" lIns="0" tIns="0" rIns="0" bIns="0" rtlCol="0"/>
          <a:lstStyle/>
          <a:p/>
        </p:txBody>
      </p:sp>
      <p:graphicFrame>
        <p:nvGraphicFramePr>
          <p:cNvPr id="13" name="object 13" descr=""/>
          <p:cNvGraphicFramePr>
            <a:graphicFrameLocks noGrp="1"/>
          </p:cNvGraphicFramePr>
          <p:nvPr/>
        </p:nvGraphicFramePr>
        <p:xfrm>
          <a:off x="6378575" y="3567176"/>
          <a:ext cx="4192904" cy="2260600"/>
        </p:xfrm>
        <a:graphic>
          <a:graphicData uri="http://schemas.openxmlformats.org/drawingml/2006/table">
            <a:tbl>
              <a:tblPr firstRow="1" bandRow="1">
                <a:tableStyleId>{2D5ABB26-0587-4C30-8999-92F81FD0307C}</a:tableStyleId>
              </a:tblPr>
              <a:tblGrid>
                <a:gridCol w="1208405"/>
                <a:gridCol w="577850"/>
                <a:gridCol w="579119"/>
                <a:gridCol w="579119"/>
                <a:gridCol w="579119"/>
                <a:gridCol w="579120"/>
              </a:tblGrid>
              <a:tr h="647065">
                <a:tc>
                  <a:txBody>
                    <a:bodyPr/>
                    <a:lstStyle/>
                    <a:p>
                      <a:pPr marL="625475">
                        <a:lnSpc>
                          <a:spcPts val="2105"/>
                        </a:lnSpc>
                        <a:spcBef>
                          <a:spcPts val="370"/>
                        </a:spcBef>
                      </a:pPr>
                      <a:r>
                        <a:rPr dirty="0" sz="2000" spc="-30" b="1">
                          <a:solidFill>
                            <a:srgbClr val="E14B04"/>
                          </a:solidFill>
                          <a:latin typeface="宋体"/>
                          <a:cs typeface="宋体"/>
                        </a:rPr>
                        <a:t>时间</a:t>
                      </a:r>
                      <a:endParaRPr sz="2000">
                        <a:latin typeface="宋体"/>
                        <a:cs typeface="宋体"/>
                      </a:endParaRPr>
                    </a:p>
                    <a:p>
                      <a:pPr marL="163195">
                        <a:lnSpc>
                          <a:spcPts val="2105"/>
                        </a:lnSpc>
                      </a:pPr>
                      <a:r>
                        <a:rPr dirty="0" sz="2000" spc="-50" b="1">
                          <a:solidFill>
                            <a:srgbClr val="E14B04"/>
                          </a:solidFill>
                          <a:latin typeface="宋体"/>
                          <a:cs typeface="宋体"/>
                        </a:rPr>
                        <a:t>段</a:t>
                      </a:r>
                      <a:endParaRPr sz="2000">
                        <a:latin typeface="宋体"/>
                        <a:cs typeface="宋体"/>
                      </a:endParaRPr>
                    </a:p>
                  </a:txBody>
                  <a:tcPr marL="0" marR="0" marB="0" marT="469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1</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2</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3</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4</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20"/>
                        </a:spcBef>
                      </a:pPr>
                      <a:r>
                        <a:rPr dirty="0" sz="2000" spc="-50" b="1">
                          <a:solidFill>
                            <a:srgbClr val="E14B04"/>
                          </a:solidFill>
                          <a:latin typeface="宋体"/>
                          <a:cs typeface="宋体"/>
                        </a:rPr>
                        <a:t>5</a:t>
                      </a:r>
                      <a:endParaRPr sz="2000">
                        <a:latin typeface="宋体"/>
                        <a:cs typeface="宋体"/>
                      </a:endParaRPr>
                    </a:p>
                  </a:txBody>
                  <a:tcPr marL="0" marR="0" marB="0" marT="1803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905">
                        <a:lnSpc>
                          <a:spcPct val="100000"/>
                        </a:lnSpc>
                        <a:spcBef>
                          <a:spcPts val="990"/>
                        </a:spcBef>
                      </a:pPr>
                      <a:r>
                        <a:rPr dirty="0" sz="2000" spc="-25" b="1">
                          <a:solidFill>
                            <a:srgbClr val="E14B04"/>
                          </a:solidFill>
                          <a:latin typeface="宋体"/>
                          <a:cs typeface="宋体"/>
                        </a:rPr>
                        <a:t>S1</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905">
                        <a:lnSpc>
                          <a:spcPct val="100000"/>
                        </a:lnSpc>
                        <a:spcBef>
                          <a:spcPts val="990"/>
                        </a:spcBef>
                      </a:pPr>
                      <a:r>
                        <a:rPr dirty="0" sz="2000" spc="-25" b="1">
                          <a:solidFill>
                            <a:srgbClr val="E14B04"/>
                          </a:solidFill>
                          <a:latin typeface="宋体"/>
                          <a:cs typeface="宋体"/>
                        </a:rPr>
                        <a:t>S2</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905">
                        <a:lnSpc>
                          <a:spcPct val="100000"/>
                        </a:lnSpc>
                        <a:spcBef>
                          <a:spcPts val="990"/>
                        </a:spcBef>
                      </a:pPr>
                      <a:r>
                        <a:rPr dirty="0" sz="2000" spc="-25" b="1">
                          <a:solidFill>
                            <a:srgbClr val="E14B04"/>
                          </a:solidFill>
                          <a:latin typeface="宋体"/>
                          <a:cs typeface="宋体"/>
                        </a:rPr>
                        <a:t>S3</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50" b="1">
                          <a:solidFill>
                            <a:srgbClr val="40458B"/>
                          </a:solidFill>
                          <a:latin typeface="宋体"/>
                          <a:cs typeface="宋体"/>
                        </a:rPr>
                        <a:t>√</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5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288794" y="1456182"/>
            <a:ext cx="6991350"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E14B04"/>
                </a:solidFill>
                <a:latin typeface="宋体"/>
                <a:cs typeface="宋体"/>
              </a:rPr>
              <a:t>解：</a:t>
            </a:r>
            <a:r>
              <a:rPr dirty="0" sz="2000" spc="-10" b="1">
                <a:latin typeface="宋体"/>
                <a:cs typeface="宋体"/>
              </a:rPr>
              <a:t>（</a:t>
            </a:r>
            <a:r>
              <a:rPr dirty="0" sz="2000" spc="-10" b="1">
                <a:latin typeface="Times New Roman"/>
                <a:cs typeface="Times New Roman"/>
              </a:rPr>
              <a:t>1</a:t>
            </a:r>
            <a:r>
              <a:rPr dirty="0" sz="2000" spc="-10" b="1">
                <a:latin typeface="宋体"/>
                <a:cs typeface="宋体"/>
              </a:rPr>
              <a:t>）</a:t>
            </a:r>
            <a:r>
              <a:rPr dirty="0" sz="2000" spc="-65" b="1">
                <a:latin typeface="宋体"/>
                <a:cs typeface="宋体"/>
              </a:rPr>
              <a:t> 把两个预约表重叠起来，得到如表</a:t>
            </a:r>
            <a:r>
              <a:rPr dirty="0" sz="2000" b="1">
                <a:solidFill>
                  <a:srgbClr val="9933FF"/>
                </a:solidFill>
                <a:latin typeface="Times New Roman"/>
                <a:cs typeface="Times New Roman"/>
              </a:rPr>
              <a:t>3</a:t>
            </a:r>
            <a:r>
              <a:rPr dirty="0" sz="2000" spc="-25" b="1">
                <a:latin typeface="宋体"/>
                <a:cs typeface="宋体"/>
              </a:rPr>
              <a:t>所示的预约表。</a:t>
            </a:r>
            <a:endParaRPr sz="2000">
              <a:latin typeface="宋体"/>
              <a:cs typeface="宋体"/>
            </a:endParaRPr>
          </a:p>
        </p:txBody>
      </p:sp>
      <p:sp>
        <p:nvSpPr>
          <p:cNvPr id="10" name="object 10" descr=""/>
          <p:cNvSpPr txBox="1"/>
          <p:nvPr/>
        </p:nvSpPr>
        <p:spPr>
          <a:xfrm>
            <a:off x="2543301" y="4382770"/>
            <a:ext cx="526669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25" b="1">
                <a:latin typeface="宋体"/>
                <a:cs typeface="宋体"/>
              </a:rPr>
              <a:t>由预约表求初始冲突向量和初始冲突矩阵</a:t>
            </a:r>
            <a:endParaRPr sz="2000">
              <a:latin typeface="宋体"/>
              <a:cs typeface="宋体"/>
            </a:endParaRPr>
          </a:p>
        </p:txBody>
      </p:sp>
      <p:sp>
        <p:nvSpPr>
          <p:cNvPr id="11" name="object 11" descr=""/>
          <p:cNvSpPr/>
          <p:nvPr/>
        </p:nvSpPr>
        <p:spPr>
          <a:xfrm>
            <a:off x="4079875" y="1958975"/>
            <a:ext cx="1224280" cy="647700"/>
          </a:xfrm>
          <a:custGeom>
            <a:avLst/>
            <a:gdLst/>
            <a:ahLst/>
            <a:cxnLst/>
            <a:rect l="l" t="t" r="r" b="b"/>
            <a:pathLst>
              <a:path w="1224279" h="647700">
                <a:moveTo>
                  <a:pt x="0" y="0"/>
                </a:moveTo>
                <a:lnTo>
                  <a:pt x="1224026" y="647700"/>
                </a:lnTo>
              </a:path>
            </a:pathLst>
          </a:custGeom>
          <a:ln w="9525">
            <a:solidFill>
              <a:srgbClr val="000000"/>
            </a:solidFill>
          </a:ln>
        </p:spPr>
        <p:txBody>
          <a:bodyPr wrap="square" lIns="0" tIns="0" rIns="0" bIns="0" rtlCol="0"/>
          <a:lstStyle/>
          <a:p/>
        </p:txBody>
      </p:sp>
      <p:graphicFrame>
        <p:nvGraphicFramePr>
          <p:cNvPr id="12" name="object 12" descr=""/>
          <p:cNvGraphicFramePr>
            <a:graphicFrameLocks noGrp="1"/>
          </p:cNvGraphicFramePr>
          <p:nvPr/>
        </p:nvGraphicFramePr>
        <p:xfrm>
          <a:off x="4073525" y="1952625"/>
          <a:ext cx="4192904" cy="2261235"/>
        </p:xfrm>
        <a:graphic>
          <a:graphicData uri="http://schemas.openxmlformats.org/drawingml/2006/table">
            <a:tbl>
              <a:tblPr firstRow="1" bandRow="1">
                <a:tableStyleId>{2D5ABB26-0587-4C30-8999-92F81FD0307C}</a:tableStyleId>
              </a:tblPr>
              <a:tblGrid>
                <a:gridCol w="1208405"/>
                <a:gridCol w="577850"/>
                <a:gridCol w="579119"/>
                <a:gridCol w="579119"/>
                <a:gridCol w="579119"/>
                <a:gridCol w="579120"/>
              </a:tblGrid>
              <a:tr h="647700">
                <a:tc>
                  <a:txBody>
                    <a:bodyPr/>
                    <a:lstStyle/>
                    <a:p>
                      <a:pPr marL="624840">
                        <a:lnSpc>
                          <a:spcPts val="2105"/>
                        </a:lnSpc>
                        <a:spcBef>
                          <a:spcPts val="370"/>
                        </a:spcBef>
                      </a:pPr>
                      <a:r>
                        <a:rPr dirty="0" sz="2000" spc="-30" b="1">
                          <a:solidFill>
                            <a:srgbClr val="E14B04"/>
                          </a:solidFill>
                          <a:latin typeface="宋体"/>
                          <a:cs typeface="宋体"/>
                        </a:rPr>
                        <a:t>时间</a:t>
                      </a:r>
                      <a:endParaRPr sz="2000">
                        <a:latin typeface="宋体"/>
                        <a:cs typeface="宋体"/>
                      </a:endParaRPr>
                    </a:p>
                    <a:p>
                      <a:pPr marL="163195">
                        <a:lnSpc>
                          <a:spcPts val="2105"/>
                        </a:lnSpc>
                      </a:pPr>
                      <a:r>
                        <a:rPr dirty="0" sz="2000" spc="-50" b="1">
                          <a:solidFill>
                            <a:srgbClr val="E14B04"/>
                          </a:solidFill>
                          <a:latin typeface="宋体"/>
                          <a:cs typeface="宋体"/>
                        </a:rPr>
                        <a:t>段</a:t>
                      </a:r>
                      <a:endParaRPr sz="2000">
                        <a:latin typeface="宋体"/>
                        <a:cs typeface="宋体"/>
                      </a:endParaRPr>
                    </a:p>
                  </a:txBody>
                  <a:tcPr marL="0" marR="0" marB="0" marT="469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15"/>
                        </a:spcBef>
                      </a:pPr>
                      <a:r>
                        <a:rPr dirty="0" sz="2000" spc="-50" b="1">
                          <a:solidFill>
                            <a:srgbClr val="E14B04"/>
                          </a:solidFill>
                          <a:latin typeface="宋体"/>
                          <a:cs typeface="宋体"/>
                        </a:rPr>
                        <a:t>1</a:t>
                      </a:r>
                      <a:endParaRPr sz="2000">
                        <a:latin typeface="宋体"/>
                        <a:cs typeface="宋体"/>
                      </a:endParaRPr>
                    </a:p>
                  </a:txBody>
                  <a:tcPr marL="0" marR="0" marB="0" marT="179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15"/>
                        </a:spcBef>
                      </a:pPr>
                      <a:r>
                        <a:rPr dirty="0" sz="2000" spc="-50" b="1">
                          <a:solidFill>
                            <a:srgbClr val="E14B04"/>
                          </a:solidFill>
                          <a:latin typeface="宋体"/>
                          <a:cs typeface="宋体"/>
                        </a:rPr>
                        <a:t>2</a:t>
                      </a:r>
                      <a:endParaRPr sz="2000">
                        <a:latin typeface="宋体"/>
                        <a:cs typeface="宋体"/>
                      </a:endParaRPr>
                    </a:p>
                  </a:txBody>
                  <a:tcPr marL="0" marR="0" marB="0" marT="179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15"/>
                        </a:spcBef>
                      </a:pPr>
                      <a:r>
                        <a:rPr dirty="0" sz="2000" spc="-50" b="1">
                          <a:solidFill>
                            <a:srgbClr val="E14B04"/>
                          </a:solidFill>
                          <a:latin typeface="宋体"/>
                          <a:cs typeface="宋体"/>
                        </a:rPr>
                        <a:t>3</a:t>
                      </a:r>
                      <a:endParaRPr sz="2000">
                        <a:latin typeface="宋体"/>
                        <a:cs typeface="宋体"/>
                      </a:endParaRPr>
                    </a:p>
                  </a:txBody>
                  <a:tcPr marL="0" marR="0" marB="0" marT="179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15"/>
                        </a:spcBef>
                      </a:pPr>
                      <a:r>
                        <a:rPr dirty="0" sz="2000" spc="-50" b="1">
                          <a:solidFill>
                            <a:srgbClr val="E14B04"/>
                          </a:solidFill>
                          <a:latin typeface="宋体"/>
                          <a:cs typeface="宋体"/>
                        </a:rPr>
                        <a:t>4</a:t>
                      </a:r>
                      <a:endParaRPr sz="2000">
                        <a:latin typeface="宋体"/>
                        <a:cs typeface="宋体"/>
                      </a:endParaRPr>
                    </a:p>
                  </a:txBody>
                  <a:tcPr marL="0" marR="0" marB="0" marT="179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415"/>
                        </a:spcBef>
                      </a:pPr>
                      <a:r>
                        <a:rPr dirty="0" sz="2000" spc="-50" b="1">
                          <a:solidFill>
                            <a:srgbClr val="E14B04"/>
                          </a:solidFill>
                          <a:latin typeface="宋体"/>
                          <a:cs typeface="宋体"/>
                        </a:rPr>
                        <a:t>5</a:t>
                      </a:r>
                      <a:endParaRPr sz="2000">
                        <a:latin typeface="宋体"/>
                        <a:cs typeface="宋体"/>
                      </a:endParaRPr>
                    </a:p>
                  </a:txBody>
                  <a:tcPr marL="0" marR="0" marB="0" marT="179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270">
                        <a:lnSpc>
                          <a:spcPct val="100000"/>
                        </a:lnSpc>
                        <a:spcBef>
                          <a:spcPts val="985"/>
                        </a:spcBef>
                      </a:pPr>
                      <a:r>
                        <a:rPr dirty="0" sz="2000" spc="-25" b="1">
                          <a:solidFill>
                            <a:srgbClr val="E14B04"/>
                          </a:solidFill>
                          <a:latin typeface="宋体"/>
                          <a:cs typeface="宋体"/>
                        </a:rPr>
                        <a:t>S1</a:t>
                      </a:r>
                      <a:endParaRPr sz="20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85"/>
                        </a:spcBef>
                      </a:pPr>
                      <a:r>
                        <a:rPr dirty="0" sz="2000" spc="-50" b="1">
                          <a:solidFill>
                            <a:srgbClr val="40458B"/>
                          </a:solidFill>
                          <a:latin typeface="宋体"/>
                          <a:cs typeface="宋体"/>
                        </a:rPr>
                        <a:t>A</a:t>
                      </a:r>
                      <a:endParaRPr sz="20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B</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85"/>
                        </a:spcBef>
                      </a:pPr>
                      <a:r>
                        <a:rPr dirty="0" sz="2000" spc="-50" b="1">
                          <a:solidFill>
                            <a:srgbClr val="40458B"/>
                          </a:solidFill>
                          <a:latin typeface="宋体"/>
                          <a:cs typeface="宋体"/>
                        </a:rPr>
                        <a:t>A</a:t>
                      </a:r>
                      <a:endParaRPr sz="20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B</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270">
                        <a:lnSpc>
                          <a:spcPct val="100000"/>
                        </a:lnSpc>
                        <a:spcBef>
                          <a:spcPts val="990"/>
                        </a:spcBef>
                      </a:pPr>
                      <a:r>
                        <a:rPr dirty="0" sz="2000" spc="-25" b="1">
                          <a:solidFill>
                            <a:srgbClr val="E14B04"/>
                          </a:solidFill>
                          <a:latin typeface="宋体"/>
                          <a:cs typeface="宋体"/>
                        </a:rPr>
                        <a:t>S2</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50" b="1">
                          <a:solidFill>
                            <a:srgbClr val="40458B"/>
                          </a:solidFill>
                          <a:latin typeface="宋体"/>
                          <a:cs typeface="宋体"/>
                        </a:rPr>
                        <a:t>A</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B</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37845">
                <a:tc>
                  <a:txBody>
                    <a:bodyPr/>
                    <a:lstStyle/>
                    <a:p>
                      <a:pPr algn="ctr" marL="1270">
                        <a:lnSpc>
                          <a:spcPct val="100000"/>
                        </a:lnSpc>
                        <a:spcBef>
                          <a:spcPts val="990"/>
                        </a:spcBef>
                      </a:pPr>
                      <a:r>
                        <a:rPr dirty="0" sz="2000" spc="-25" b="1">
                          <a:solidFill>
                            <a:srgbClr val="E14B04"/>
                          </a:solidFill>
                          <a:latin typeface="宋体"/>
                          <a:cs typeface="宋体"/>
                        </a:rPr>
                        <a:t>S3</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44"/>
                        </a:spcBef>
                      </a:pPr>
                      <a:r>
                        <a:rPr dirty="0" sz="2000" spc="-50" b="1">
                          <a:solidFill>
                            <a:srgbClr val="40458B"/>
                          </a:solidFill>
                          <a:latin typeface="宋体"/>
                          <a:cs typeface="宋体"/>
                        </a:rPr>
                        <a:t>B</a:t>
                      </a:r>
                      <a:endParaRPr sz="2000">
                        <a:latin typeface="宋体"/>
                        <a:cs typeface="宋体"/>
                      </a:endParaRPr>
                    </a:p>
                  </a:txBody>
                  <a:tcPr marL="0" marR="0" marB="0" marT="12001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25" b="1">
                          <a:solidFill>
                            <a:srgbClr val="40458B"/>
                          </a:solidFill>
                          <a:latin typeface="宋体"/>
                          <a:cs typeface="宋体"/>
                        </a:rPr>
                        <a:t>AB</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2000" spc="-50" b="1">
                          <a:solidFill>
                            <a:srgbClr val="40458B"/>
                          </a:solidFill>
                          <a:latin typeface="宋体"/>
                          <a:cs typeface="宋体"/>
                        </a:rPr>
                        <a:t>A</a:t>
                      </a:r>
                      <a:endParaRPr sz="20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3" name="object 13" descr=""/>
          <p:cNvSpPr txBox="1"/>
          <p:nvPr/>
        </p:nvSpPr>
        <p:spPr>
          <a:xfrm>
            <a:off x="5439319" y="5028935"/>
            <a:ext cx="111125" cy="292735"/>
          </a:xfrm>
          <a:prstGeom prst="rect">
            <a:avLst/>
          </a:prstGeom>
        </p:spPr>
        <p:txBody>
          <a:bodyPr wrap="square" lIns="0" tIns="12700" rIns="0" bIns="0" rtlCol="0" vert="horz">
            <a:spAutoFit/>
          </a:bodyPr>
          <a:lstStyle/>
          <a:p>
            <a:pPr marL="12700">
              <a:lnSpc>
                <a:spcPct val="100000"/>
              </a:lnSpc>
              <a:spcBef>
                <a:spcPts val="100"/>
              </a:spcBef>
            </a:pPr>
            <a:r>
              <a:rPr dirty="0" sz="1750" spc="-50">
                <a:latin typeface="Symbol"/>
                <a:cs typeface="Symbol"/>
              </a:rPr>
              <a:t></a:t>
            </a:r>
            <a:endParaRPr sz="1750">
              <a:latin typeface="Symbol"/>
              <a:cs typeface="Symbol"/>
            </a:endParaRPr>
          </a:p>
        </p:txBody>
      </p:sp>
      <p:sp>
        <p:nvSpPr>
          <p:cNvPr id="14" name="object 14" descr=""/>
          <p:cNvSpPr txBox="1"/>
          <p:nvPr/>
        </p:nvSpPr>
        <p:spPr>
          <a:xfrm>
            <a:off x="4943570" y="5028935"/>
            <a:ext cx="111125" cy="292735"/>
          </a:xfrm>
          <a:prstGeom prst="rect">
            <a:avLst/>
          </a:prstGeom>
        </p:spPr>
        <p:txBody>
          <a:bodyPr wrap="square" lIns="0" tIns="12700" rIns="0" bIns="0" rtlCol="0" vert="horz">
            <a:spAutoFit/>
          </a:bodyPr>
          <a:lstStyle/>
          <a:p>
            <a:pPr marL="12700">
              <a:lnSpc>
                <a:spcPct val="100000"/>
              </a:lnSpc>
              <a:spcBef>
                <a:spcPts val="100"/>
              </a:spcBef>
            </a:pPr>
            <a:r>
              <a:rPr dirty="0" sz="1750" spc="-50">
                <a:latin typeface="Symbol"/>
                <a:cs typeface="Symbol"/>
              </a:rPr>
              <a:t></a:t>
            </a:r>
            <a:endParaRPr sz="1750">
              <a:latin typeface="Symbol"/>
              <a:cs typeface="Symbol"/>
            </a:endParaRPr>
          </a:p>
        </p:txBody>
      </p:sp>
      <p:sp>
        <p:nvSpPr>
          <p:cNvPr id="15" name="object 15" descr=""/>
          <p:cNvSpPr txBox="1"/>
          <p:nvPr/>
        </p:nvSpPr>
        <p:spPr>
          <a:xfrm>
            <a:off x="4943570" y="5409855"/>
            <a:ext cx="606425" cy="292735"/>
          </a:xfrm>
          <a:prstGeom prst="rect">
            <a:avLst/>
          </a:prstGeom>
        </p:spPr>
        <p:txBody>
          <a:bodyPr wrap="square" lIns="0" tIns="12700" rIns="0" bIns="0" rtlCol="0" vert="horz">
            <a:spAutoFit/>
          </a:bodyPr>
          <a:lstStyle/>
          <a:p>
            <a:pPr marL="12700">
              <a:lnSpc>
                <a:spcPct val="100000"/>
              </a:lnSpc>
              <a:spcBef>
                <a:spcPts val="100"/>
              </a:spcBef>
              <a:tabLst>
                <a:tab pos="269875" algn="l"/>
              </a:tabLst>
            </a:pPr>
            <a:r>
              <a:rPr dirty="0" sz="1750" spc="-50">
                <a:latin typeface="Symbol"/>
                <a:cs typeface="Symbol"/>
              </a:rPr>
              <a:t></a:t>
            </a:r>
            <a:r>
              <a:rPr dirty="0" sz="1750">
                <a:latin typeface="Times New Roman"/>
                <a:cs typeface="Times New Roman"/>
              </a:rPr>
              <a:t>	</a:t>
            </a:r>
            <a:r>
              <a:rPr dirty="0" sz="1250" i="1">
                <a:latin typeface="Times New Roman"/>
                <a:cs typeface="Times New Roman"/>
              </a:rPr>
              <a:t>AB</a:t>
            </a:r>
            <a:r>
              <a:rPr dirty="0" sz="1250" spc="20" i="1">
                <a:latin typeface="Times New Roman"/>
                <a:cs typeface="Times New Roman"/>
              </a:rPr>
              <a:t> </a:t>
            </a:r>
            <a:r>
              <a:rPr dirty="0" sz="1750" spc="-50">
                <a:latin typeface="Symbol"/>
                <a:cs typeface="Symbol"/>
              </a:rPr>
              <a:t></a:t>
            </a:r>
            <a:endParaRPr sz="1750">
              <a:latin typeface="Symbol"/>
              <a:cs typeface="Symbol"/>
            </a:endParaRPr>
          </a:p>
        </p:txBody>
      </p:sp>
      <p:sp>
        <p:nvSpPr>
          <p:cNvPr id="16" name="object 16" descr=""/>
          <p:cNvSpPr txBox="1"/>
          <p:nvPr/>
        </p:nvSpPr>
        <p:spPr>
          <a:xfrm>
            <a:off x="4769224" y="5181303"/>
            <a:ext cx="147320" cy="292735"/>
          </a:xfrm>
          <a:prstGeom prst="rect">
            <a:avLst/>
          </a:prstGeom>
        </p:spPr>
        <p:txBody>
          <a:bodyPr wrap="square" lIns="0" tIns="12700" rIns="0" bIns="0" rtlCol="0" vert="horz">
            <a:spAutoFit/>
          </a:bodyPr>
          <a:lstStyle/>
          <a:p>
            <a:pPr marL="12700">
              <a:lnSpc>
                <a:spcPct val="100000"/>
              </a:lnSpc>
              <a:spcBef>
                <a:spcPts val="100"/>
              </a:spcBef>
            </a:pPr>
            <a:r>
              <a:rPr dirty="0" sz="1750" spc="-50">
                <a:latin typeface="Symbol"/>
                <a:cs typeface="Symbol"/>
              </a:rPr>
              <a:t></a:t>
            </a:r>
            <a:endParaRPr sz="1750">
              <a:latin typeface="Symbol"/>
              <a:cs typeface="Symbol"/>
            </a:endParaRPr>
          </a:p>
        </p:txBody>
      </p:sp>
      <p:sp>
        <p:nvSpPr>
          <p:cNvPr id="17" name="object 17" descr=""/>
          <p:cNvSpPr txBox="1"/>
          <p:nvPr/>
        </p:nvSpPr>
        <p:spPr>
          <a:xfrm>
            <a:off x="5201092" y="5131093"/>
            <a:ext cx="229870" cy="219710"/>
          </a:xfrm>
          <a:prstGeom prst="rect">
            <a:avLst/>
          </a:prstGeom>
        </p:spPr>
        <p:txBody>
          <a:bodyPr wrap="square" lIns="0" tIns="15875" rIns="0" bIns="0" rtlCol="0" vert="horz">
            <a:spAutoFit/>
          </a:bodyPr>
          <a:lstStyle/>
          <a:p>
            <a:pPr marL="12700">
              <a:lnSpc>
                <a:spcPct val="100000"/>
              </a:lnSpc>
              <a:spcBef>
                <a:spcPts val="125"/>
              </a:spcBef>
            </a:pPr>
            <a:r>
              <a:rPr dirty="0" sz="1250" spc="-25" i="1">
                <a:latin typeface="Times New Roman"/>
                <a:cs typeface="Times New Roman"/>
              </a:rPr>
              <a:t>AA</a:t>
            </a:r>
            <a:endParaRPr sz="1250">
              <a:latin typeface="Times New Roman"/>
              <a:cs typeface="Times New Roman"/>
            </a:endParaRPr>
          </a:p>
        </p:txBody>
      </p:sp>
      <p:sp>
        <p:nvSpPr>
          <p:cNvPr id="18" name="object 18" descr=""/>
          <p:cNvSpPr txBox="1"/>
          <p:nvPr/>
        </p:nvSpPr>
        <p:spPr>
          <a:xfrm>
            <a:off x="4918170" y="5239672"/>
            <a:ext cx="657225" cy="292735"/>
          </a:xfrm>
          <a:prstGeom prst="rect">
            <a:avLst/>
          </a:prstGeom>
        </p:spPr>
        <p:txBody>
          <a:bodyPr wrap="square" lIns="0" tIns="12700" rIns="0" bIns="0" rtlCol="0" vert="horz">
            <a:spAutoFit/>
          </a:bodyPr>
          <a:lstStyle/>
          <a:p>
            <a:pPr marL="38100">
              <a:lnSpc>
                <a:spcPct val="100000"/>
              </a:lnSpc>
              <a:spcBef>
                <a:spcPts val="100"/>
              </a:spcBef>
              <a:tabLst>
                <a:tab pos="533400" algn="l"/>
              </a:tabLst>
            </a:pPr>
            <a:r>
              <a:rPr dirty="0" sz="1750" spc="-25">
                <a:latin typeface="Symbol"/>
                <a:cs typeface="Symbol"/>
              </a:rPr>
              <a:t></a:t>
            </a:r>
            <a:r>
              <a:rPr dirty="0" baseline="-28571" sz="2625" spc="-37" i="1">
                <a:latin typeface="Times New Roman"/>
                <a:cs typeface="Times New Roman"/>
              </a:rPr>
              <a:t>C</a:t>
            </a:r>
            <a:r>
              <a:rPr dirty="0" baseline="-28571" sz="2625" i="1">
                <a:latin typeface="Times New Roman"/>
                <a:cs typeface="Times New Roman"/>
              </a:rPr>
              <a:t>	</a:t>
            </a:r>
            <a:r>
              <a:rPr dirty="0" sz="1750" spc="-50">
                <a:latin typeface="Symbol"/>
                <a:cs typeface="Symbol"/>
              </a:rPr>
              <a:t></a:t>
            </a:r>
            <a:endParaRPr sz="1750">
              <a:latin typeface="Symbol"/>
              <a:cs typeface="Symbol"/>
            </a:endParaRPr>
          </a:p>
        </p:txBody>
      </p:sp>
      <p:sp>
        <p:nvSpPr>
          <p:cNvPr id="19" name="object 19" descr=""/>
          <p:cNvSpPr txBox="1"/>
          <p:nvPr/>
        </p:nvSpPr>
        <p:spPr>
          <a:xfrm>
            <a:off x="4483970" y="5136026"/>
            <a:ext cx="229235" cy="396875"/>
          </a:xfrm>
          <a:prstGeom prst="rect">
            <a:avLst/>
          </a:prstGeom>
        </p:spPr>
        <p:txBody>
          <a:bodyPr wrap="square" lIns="0" tIns="15875" rIns="0" bIns="0" rtlCol="0" vert="horz">
            <a:spAutoFit/>
          </a:bodyPr>
          <a:lstStyle/>
          <a:p>
            <a:pPr marL="16510">
              <a:lnSpc>
                <a:spcPts val="1445"/>
              </a:lnSpc>
              <a:spcBef>
                <a:spcPts val="125"/>
              </a:spcBef>
            </a:pPr>
            <a:r>
              <a:rPr dirty="0" sz="1250" spc="-25">
                <a:latin typeface="Times New Roman"/>
                <a:cs typeface="Times New Roman"/>
              </a:rPr>
              <a:t>(0)</a:t>
            </a:r>
            <a:endParaRPr sz="1250">
              <a:latin typeface="Times New Roman"/>
              <a:cs typeface="Times New Roman"/>
            </a:endParaRPr>
          </a:p>
          <a:p>
            <a:pPr marL="12700">
              <a:lnSpc>
                <a:spcPts val="1445"/>
              </a:lnSpc>
            </a:pPr>
            <a:r>
              <a:rPr dirty="0" sz="1250" spc="-50" i="1">
                <a:latin typeface="Times New Roman"/>
                <a:cs typeface="Times New Roman"/>
              </a:rPr>
              <a:t>A</a:t>
            </a:r>
            <a:endParaRPr sz="1250">
              <a:latin typeface="Times New Roman"/>
              <a:cs typeface="Times New Roman"/>
            </a:endParaRPr>
          </a:p>
        </p:txBody>
      </p:sp>
      <p:sp>
        <p:nvSpPr>
          <p:cNvPr id="20" name="object 20" descr=""/>
          <p:cNvSpPr txBox="1"/>
          <p:nvPr/>
        </p:nvSpPr>
        <p:spPr>
          <a:xfrm>
            <a:off x="5027265" y="5015079"/>
            <a:ext cx="173990" cy="292735"/>
          </a:xfrm>
          <a:prstGeom prst="rect">
            <a:avLst/>
          </a:prstGeom>
        </p:spPr>
        <p:txBody>
          <a:bodyPr wrap="square" lIns="0" tIns="12700" rIns="0" bIns="0" rtlCol="0" vert="horz">
            <a:spAutoFit/>
          </a:bodyPr>
          <a:lstStyle/>
          <a:p>
            <a:pPr marL="12700">
              <a:lnSpc>
                <a:spcPct val="100000"/>
              </a:lnSpc>
              <a:spcBef>
                <a:spcPts val="100"/>
              </a:spcBef>
            </a:pPr>
            <a:r>
              <a:rPr dirty="0" sz="1750" spc="-50" i="1">
                <a:latin typeface="Times New Roman"/>
                <a:cs typeface="Times New Roman"/>
              </a:rPr>
              <a:t>C</a:t>
            </a:r>
            <a:endParaRPr sz="1750">
              <a:latin typeface="Times New Roman"/>
              <a:cs typeface="Times New Roman"/>
            </a:endParaRPr>
          </a:p>
        </p:txBody>
      </p:sp>
      <p:sp>
        <p:nvSpPr>
          <p:cNvPr id="21" name="object 21" descr=""/>
          <p:cNvSpPr txBox="1"/>
          <p:nvPr/>
        </p:nvSpPr>
        <p:spPr>
          <a:xfrm>
            <a:off x="4251689" y="5181303"/>
            <a:ext cx="210820" cy="292735"/>
          </a:xfrm>
          <a:prstGeom prst="rect">
            <a:avLst/>
          </a:prstGeom>
        </p:spPr>
        <p:txBody>
          <a:bodyPr wrap="square" lIns="0" tIns="12700" rIns="0" bIns="0" rtlCol="0" vert="horz">
            <a:spAutoFit/>
          </a:bodyPr>
          <a:lstStyle/>
          <a:p>
            <a:pPr marL="12700">
              <a:lnSpc>
                <a:spcPct val="100000"/>
              </a:lnSpc>
              <a:spcBef>
                <a:spcPts val="100"/>
              </a:spcBef>
            </a:pPr>
            <a:r>
              <a:rPr dirty="0" sz="1750" spc="-50" i="1">
                <a:latin typeface="Times New Roman"/>
                <a:cs typeface="Times New Roman"/>
              </a:rPr>
              <a:t>M</a:t>
            </a:r>
            <a:endParaRPr sz="1750">
              <a:latin typeface="Times New Roman"/>
              <a:cs typeface="Times New Roman"/>
            </a:endParaRPr>
          </a:p>
        </p:txBody>
      </p:sp>
      <p:sp>
        <p:nvSpPr>
          <p:cNvPr id="22" name="object 22" descr=""/>
          <p:cNvSpPr txBox="1"/>
          <p:nvPr/>
        </p:nvSpPr>
        <p:spPr>
          <a:xfrm>
            <a:off x="7290290" y="5232154"/>
            <a:ext cx="575945" cy="284480"/>
          </a:xfrm>
          <a:prstGeom prst="rect">
            <a:avLst/>
          </a:prstGeom>
        </p:spPr>
        <p:txBody>
          <a:bodyPr wrap="square" lIns="0" tIns="12065" rIns="0" bIns="0" rtlCol="0" vert="horz">
            <a:spAutoFit/>
          </a:bodyPr>
          <a:lstStyle/>
          <a:p>
            <a:pPr marL="12700">
              <a:lnSpc>
                <a:spcPct val="100000"/>
              </a:lnSpc>
              <a:spcBef>
                <a:spcPts val="95"/>
              </a:spcBef>
              <a:tabLst>
                <a:tab pos="480695" algn="l"/>
              </a:tabLst>
            </a:pPr>
            <a:r>
              <a:rPr dirty="0" sz="1700" spc="-50">
                <a:latin typeface="Symbol"/>
                <a:cs typeface="Symbol"/>
              </a:rPr>
              <a:t></a:t>
            </a:r>
            <a:r>
              <a:rPr dirty="0" sz="1700">
                <a:latin typeface="Times New Roman"/>
                <a:cs typeface="Times New Roman"/>
              </a:rPr>
              <a:t>	</a:t>
            </a:r>
            <a:r>
              <a:rPr dirty="0" sz="1700" spc="-50">
                <a:latin typeface="Symbol"/>
                <a:cs typeface="Symbol"/>
              </a:rPr>
              <a:t></a:t>
            </a:r>
            <a:endParaRPr sz="1700">
              <a:latin typeface="Symbol"/>
              <a:cs typeface="Symbol"/>
            </a:endParaRPr>
          </a:p>
        </p:txBody>
      </p:sp>
      <p:sp>
        <p:nvSpPr>
          <p:cNvPr id="23" name="object 23" descr=""/>
          <p:cNvSpPr txBox="1"/>
          <p:nvPr/>
        </p:nvSpPr>
        <p:spPr>
          <a:xfrm>
            <a:off x="7290290" y="5396982"/>
            <a:ext cx="575945" cy="284480"/>
          </a:xfrm>
          <a:prstGeom prst="rect">
            <a:avLst/>
          </a:prstGeom>
        </p:spPr>
        <p:txBody>
          <a:bodyPr wrap="square" lIns="0" tIns="12065" rIns="0" bIns="0" rtlCol="0" vert="horz">
            <a:spAutoFit/>
          </a:bodyPr>
          <a:lstStyle/>
          <a:p>
            <a:pPr marL="12700">
              <a:lnSpc>
                <a:spcPct val="100000"/>
              </a:lnSpc>
              <a:spcBef>
                <a:spcPts val="95"/>
              </a:spcBef>
              <a:tabLst>
                <a:tab pos="251460" algn="l"/>
              </a:tabLst>
            </a:pPr>
            <a:r>
              <a:rPr dirty="0" sz="1700" spc="-50">
                <a:latin typeface="Symbol"/>
                <a:cs typeface="Symbol"/>
              </a:rPr>
              <a:t></a:t>
            </a:r>
            <a:r>
              <a:rPr dirty="0" sz="1700">
                <a:latin typeface="Times New Roman"/>
                <a:cs typeface="Times New Roman"/>
              </a:rPr>
              <a:t>	</a:t>
            </a:r>
            <a:r>
              <a:rPr dirty="0" sz="1200" i="1">
                <a:latin typeface="Times New Roman"/>
                <a:cs typeface="Times New Roman"/>
              </a:rPr>
              <a:t>BB</a:t>
            </a:r>
            <a:r>
              <a:rPr dirty="0" sz="1200" spc="10" i="1">
                <a:latin typeface="Times New Roman"/>
                <a:cs typeface="Times New Roman"/>
              </a:rPr>
              <a:t> </a:t>
            </a:r>
            <a:r>
              <a:rPr dirty="0" sz="1700" spc="-50">
                <a:latin typeface="Symbol"/>
                <a:cs typeface="Symbol"/>
              </a:rPr>
              <a:t></a:t>
            </a:r>
            <a:endParaRPr sz="1700">
              <a:latin typeface="Symbol"/>
              <a:cs typeface="Symbol"/>
            </a:endParaRPr>
          </a:p>
        </p:txBody>
      </p:sp>
      <p:sp>
        <p:nvSpPr>
          <p:cNvPr id="24" name="object 24" descr=""/>
          <p:cNvSpPr txBox="1"/>
          <p:nvPr/>
        </p:nvSpPr>
        <p:spPr>
          <a:xfrm>
            <a:off x="6842248" y="5300433"/>
            <a:ext cx="120650" cy="213995"/>
          </a:xfrm>
          <a:prstGeom prst="rect">
            <a:avLst/>
          </a:prstGeom>
        </p:spPr>
        <p:txBody>
          <a:bodyPr wrap="square" lIns="0" tIns="17145" rIns="0" bIns="0" rtlCol="0" vert="horz">
            <a:spAutoFit/>
          </a:bodyPr>
          <a:lstStyle/>
          <a:p>
            <a:pPr marL="12700">
              <a:lnSpc>
                <a:spcPct val="100000"/>
              </a:lnSpc>
              <a:spcBef>
                <a:spcPts val="135"/>
              </a:spcBef>
            </a:pPr>
            <a:r>
              <a:rPr dirty="0" sz="1200" spc="-50" i="1">
                <a:latin typeface="Times New Roman"/>
                <a:cs typeface="Times New Roman"/>
              </a:rPr>
              <a:t>B</a:t>
            </a:r>
            <a:endParaRPr sz="1200">
              <a:latin typeface="Times New Roman"/>
              <a:cs typeface="Times New Roman"/>
            </a:endParaRPr>
          </a:p>
        </p:txBody>
      </p:sp>
      <p:sp>
        <p:nvSpPr>
          <p:cNvPr id="25" name="object 25" descr=""/>
          <p:cNvSpPr txBox="1"/>
          <p:nvPr/>
        </p:nvSpPr>
        <p:spPr>
          <a:xfrm>
            <a:off x="7370550" y="5340446"/>
            <a:ext cx="168275" cy="284480"/>
          </a:xfrm>
          <a:prstGeom prst="rect">
            <a:avLst/>
          </a:prstGeom>
        </p:spPr>
        <p:txBody>
          <a:bodyPr wrap="square" lIns="0" tIns="12065" rIns="0" bIns="0" rtlCol="0" vert="horz">
            <a:spAutoFit/>
          </a:bodyPr>
          <a:lstStyle/>
          <a:p>
            <a:pPr marL="12700">
              <a:lnSpc>
                <a:spcPct val="100000"/>
              </a:lnSpc>
              <a:spcBef>
                <a:spcPts val="95"/>
              </a:spcBef>
            </a:pPr>
            <a:r>
              <a:rPr dirty="0" sz="1700" spc="-50" i="1">
                <a:latin typeface="Times New Roman"/>
                <a:cs typeface="Times New Roman"/>
              </a:rPr>
              <a:t>C</a:t>
            </a:r>
            <a:endParaRPr sz="1700">
              <a:latin typeface="Times New Roman"/>
              <a:cs typeface="Times New Roman"/>
            </a:endParaRPr>
          </a:p>
        </p:txBody>
      </p:sp>
      <p:sp>
        <p:nvSpPr>
          <p:cNvPr id="26" name="object 26" descr=""/>
          <p:cNvSpPr txBox="1"/>
          <p:nvPr/>
        </p:nvSpPr>
        <p:spPr>
          <a:xfrm>
            <a:off x="6601415" y="5073083"/>
            <a:ext cx="1290320" cy="284480"/>
          </a:xfrm>
          <a:prstGeom prst="rect">
            <a:avLst/>
          </a:prstGeom>
        </p:spPr>
        <p:txBody>
          <a:bodyPr wrap="square" lIns="0" tIns="12065" rIns="0" bIns="0" rtlCol="0" vert="horz">
            <a:spAutoFit/>
          </a:bodyPr>
          <a:lstStyle/>
          <a:p>
            <a:pPr marL="38100">
              <a:lnSpc>
                <a:spcPct val="100000"/>
              </a:lnSpc>
              <a:spcBef>
                <a:spcPts val="95"/>
              </a:spcBef>
            </a:pPr>
            <a:r>
              <a:rPr dirty="0" baseline="-26143" sz="2550" i="1">
                <a:latin typeface="Times New Roman"/>
                <a:cs typeface="Times New Roman"/>
              </a:rPr>
              <a:t>M</a:t>
            </a:r>
            <a:r>
              <a:rPr dirty="0" baseline="-26143" sz="2550" spc="-15" i="1">
                <a:latin typeface="Times New Roman"/>
                <a:cs typeface="Times New Roman"/>
              </a:rPr>
              <a:t> </a:t>
            </a:r>
            <a:r>
              <a:rPr dirty="0" sz="1200">
                <a:latin typeface="Times New Roman"/>
                <a:cs typeface="Times New Roman"/>
              </a:rPr>
              <a:t>(0)</a:t>
            </a:r>
            <a:r>
              <a:rPr dirty="0" sz="1200" spc="380">
                <a:latin typeface="Times New Roman"/>
                <a:cs typeface="Times New Roman"/>
              </a:rPr>
              <a:t> </a:t>
            </a:r>
            <a:r>
              <a:rPr dirty="0" baseline="-26143" sz="2550">
                <a:latin typeface="Symbol"/>
                <a:cs typeface="Symbol"/>
              </a:rPr>
              <a:t></a:t>
            </a:r>
            <a:r>
              <a:rPr dirty="0" baseline="-26143" sz="2550" spc="7">
                <a:latin typeface="Times New Roman"/>
                <a:cs typeface="Times New Roman"/>
              </a:rPr>
              <a:t> </a:t>
            </a:r>
            <a:r>
              <a:rPr dirty="0" baseline="11437" sz="2550">
                <a:latin typeface="Symbol"/>
                <a:cs typeface="Symbol"/>
              </a:rPr>
              <a:t></a:t>
            </a:r>
            <a:r>
              <a:rPr dirty="0" baseline="14705" sz="2550" i="1">
                <a:latin typeface="Times New Roman"/>
                <a:cs typeface="Times New Roman"/>
              </a:rPr>
              <a:t>C</a:t>
            </a:r>
            <a:r>
              <a:rPr dirty="0" baseline="2314" sz="1800" i="1">
                <a:latin typeface="Times New Roman"/>
                <a:cs typeface="Times New Roman"/>
              </a:rPr>
              <a:t>BA</a:t>
            </a:r>
            <a:r>
              <a:rPr dirty="0" baseline="2314" sz="1800" spc="22" i="1">
                <a:latin typeface="Times New Roman"/>
                <a:cs typeface="Times New Roman"/>
              </a:rPr>
              <a:t> </a:t>
            </a:r>
            <a:r>
              <a:rPr dirty="0" baseline="11437" sz="2550" spc="-75">
                <a:latin typeface="Symbol"/>
                <a:cs typeface="Symbol"/>
              </a:rPr>
              <a:t></a:t>
            </a:r>
            <a:endParaRPr baseline="11437" sz="2550">
              <a:latin typeface="Symbol"/>
              <a:cs typeface="Symbo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404617" y="1204728"/>
            <a:ext cx="7553959" cy="4668520"/>
          </a:xfrm>
          <a:prstGeom prst="rect">
            <a:avLst/>
          </a:prstGeom>
        </p:spPr>
        <p:txBody>
          <a:bodyPr wrap="square" lIns="0" tIns="103505" rIns="0" bIns="0" rtlCol="0" vert="horz">
            <a:spAutoFit/>
          </a:bodyPr>
          <a:lstStyle/>
          <a:p>
            <a:pPr marL="325755" indent="-287655">
              <a:lnSpc>
                <a:spcPct val="100000"/>
              </a:lnSpc>
              <a:spcBef>
                <a:spcPts val="815"/>
              </a:spcBef>
              <a:buClr>
                <a:srgbClr val="4668F5"/>
              </a:buClr>
              <a:buSzPct val="60000"/>
              <a:buFont typeface="Wingdings"/>
              <a:buChar char=""/>
              <a:tabLst>
                <a:tab pos="32575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AA</a:t>
            </a:r>
            <a:r>
              <a:rPr dirty="0" sz="2000" spc="-5" b="1">
                <a:solidFill>
                  <a:srgbClr val="00AFEF"/>
                </a:solidFill>
                <a:latin typeface="黑体"/>
                <a:cs typeface="黑体"/>
              </a:rPr>
              <a:t>：一个</a:t>
            </a:r>
            <a:r>
              <a:rPr dirty="0" sz="2000" spc="-20" b="1">
                <a:solidFill>
                  <a:srgbClr val="00AFEF"/>
                </a:solidFill>
                <a:latin typeface="Times New Roman"/>
                <a:cs typeface="Times New Roman"/>
              </a:rPr>
              <a:t>A</a:t>
            </a:r>
            <a:r>
              <a:rPr dirty="0" sz="2000" spc="-20" b="1">
                <a:solidFill>
                  <a:srgbClr val="00AFEF"/>
                </a:solidFill>
                <a:latin typeface="黑体"/>
                <a:cs typeface="黑体"/>
              </a:rPr>
              <a:t>类任务流入流水线后，对下一个</a:t>
            </a:r>
            <a:r>
              <a:rPr dirty="0" sz="2000" spc="-20" b="1">
                <a:solidFill>
                  <a:srgbClr val="00AFEF"/>
                </a:solidFill>
                <a:latin typeface="Times New Roman"/>
                <a:cs typeface="Times New Roman"/>
              </a:rPr>
              <a:t>A</a:t>
            </a:r>
            <a:r>
              <a:rPr dirty="0" sz="2000" spc="-25" b="1">
                <a:solidFill>
                  <a:srgbClr val="00AFEF"/>
                </a:solidFill>
                <a:latin typeface="黑体"/>
                <a:cs typeface="黑体"/>
              </a:rPr>
              <a:t>类任务进入流水线</a:t>
            </a:r>
            <a:endParaRPr sz="2000">
              <a:latin typeface="黑体"/>
              <a:cs typeface="黑体"/>
            </a:endParaRPr>
          </a:p>
          <a:p>
            <a:pPr marL="325755">
              <a:lnSpc>
                <a:spcPct val="100000"/>
              </a:lnSpc>
              <a:spcBef>
                <a:spcPts val="720"/>
              </a:spcBef>
            </a:pPr>
            <a:r>
              <a:rPr dirty="0" sz="2000" spc="-25" b="1">
                <a:solidFill>
                  <a:srgbClr val="00AFEF"/>
                </a:solidFill>
                <a:latin typeface="黑体"/>
                <a:cs typeface="黑体"/>
              </a:rPr>
              <a:t>的时间间隔的限制。</a:t>
            </a:r>
            <a:endParaRPr sz="2000">
              <a:latin typeface="黑体"/>
              <a:cs typeface="黑体"/>
            </a:endParaRPr>
          </a:p>
          <a:p>
            <a:pPr marL="989965">
              <a:lnSpc>
                <a:spcPct val="100000"/>
              </a:lnSpc>
              <a:spcBef>
                <a:spcPts val="1200"/>
              </a:spcBef>
            </a:pPr>
            <a:r>
              <a:rPr dirty="0" sz="2000" spc="-10" b="1">
                <a:solidFill>
                  <a:srgbClr val="00AFEF"/>
                </a:solidFill>
                <a:latin typeface="黑体"/>
                <a:cs typeface="黑体"/>
              </a:rPr>
              <a:t>根据预约表表</a:t>
            </a:r>
            <a:r>
              <a:rPr dirty="0" sz="2000" spc="-10" b="1">
                <a:solidFill>
                  <a:srgbClr val="00AFEF"/>
                </a:solidFill>
                <a:latin typeface="Times New Roman"/>
                <a:cs typeface="Times New Roman"/>
              </a:rPr>
              <a:t>1</a:t>
            </a:r>
            <a:r>
              <a:rPr dirty="0" sz="2000" spc="-20" b="1">
                <a:solidFill>
                  <a:srgbClr val="00AFEF"/>
                </a:solidFill>
                <a:latin typeface="黑体"/>
                <a:cs typeface="黑体"/>
              </a:rPr>
              <a:t>可知，禁用时间间隔是</a:t>
            </a:r>
            <a:r>
              <a:rPr dirty="0" sz="2000" spc="-10" b="1">
                <a:solidFill>
                  <a:srgbClr val="9933FF"/>
                </a:solidFill>
                <a:latin typeface="Times New Roman"/>
                <a:cs typeface="Times New Roman"/>
              </a:rPr>
              <a:t>2</a:t>
            </a:r>
            <a:r>
              <a:rPr dirty="0" sz="2000" spc="-10" b="1">
                <a:solidFill>
                  <a:srgbClr val="00AFEF"/>
                </a:solidFill>
                <a:latin typeface="黑体"/>
                <a:cs typeface="黑体"/>
              </a:rPr>
              <a:t>和</a:t>
            </a:r>
            <a:r>
              <a:rPr dirty="0" sz="2000" spc="-10" b="1">
                <a:solidFill>
                  <a:srgbClr val="9933FF"/>
                </a:solidFill>
                <a:latin typeface="Times New Roman"/>
                <a:cs typeface="Times New Roman"/>
              </a:rPr>
              <a:t>3</a:t>
            </a:r>
            <a:r>
              <a:rPr dirty="0" sz="2000" spc="-25" b="1">
                <a:solidFill>
                  <a:srgbClr val="00AFEF"/>
                </a:solidFill>
                <a:latin typeface="黑体"/>
                <a:cs typeface="黑体"/>
              </a:rPr>
              <a:t>，故禁止表为：</a:t>
            </a:r>
            <a:endParaRPr sz="2000">
              <a:latin typeface="黑体"/>
              <a:cs typeface="黑体"/>
            </a:endParaRPr>
          </a:p>
          <a:p>
            <a:pPr marL="325755">
              <a:lnSpc>
                <a:spcPct val="100000"/>
              </a:lnSpc>
              <a:spcBef>
                <a:spcPts val="720"/>
              </a:spcBef>
            </a:pPr>
            <a:r>
              <a:rPr dirty="0" sz="2000" spc="-10" b="1">
                <a:solidFill>
                  <a:srgbClr val="9933FF"/>
                </a:solidFill>
                <a:latin typeface="Times New Roman"/>
                <a:cs typeface="Times New Roman"/>
              </a:rPr>
              <a:t>{2</a:t>
            </a:r>
            <a:r>
              <a:rPr dirty="0" sz="2000" spc="-10" b="1">
                <a:solidFill>
                  <a:srgbClr val="9933FF"/>
                </a:solidFill>
                <a:latin typeface="黑体"/>
                <a:cs typeface="黑体"/>
              </a:rPr>
              <a:t>，</a:t>
            </a:r>
            <a:r>
              <a:rPr dirty="0" sz="2000" spc="-10" b="1">
                <a:solidFill>
                  <a:srgbClr val="9933FF"/>
                </a:solidFill>
                <a:latin typeface="Times New Roman"/>
                <a:cs typeface="Times New Roman"/>
              </a:rPr>
              <a:t>3}</a:t>
            </a:r>
            <a:r>
              <a:rPr dirty="0" sz="2000" spc="-10" b="1">
                <a:solidFill>
                  <a:srgbClr val="00AFEF"/>
                </a:solidFill>
                <a:latin typeface="黑体"/>
                <a:cs typeface="黑体"/>
              </a:rPr>
              <a:t>，所以</a:t>
            </a:r>
            <a:r>
              <a:rPr dirty="0" sz="2000" spc="-10" b="1">
                <a:solidFill>
                  <a:srgbClr val="E14B04"/>
                </a:solidFill>
                <a:latin typeface="Times New Roman"/>
                <a:cs typeface="Times New Roman"/>
              </a:rPr>
              <a:t>C</a:t>
            </a:r>
            <a:r>
              <a:rPr dirty="0" baseline="-21367" sz="1950" spc="-15" b="1">
                <a:solidFill>
                  <a:srgbClr val="E14B04"/>
                </a:solidFill>
                <a:latin typeface="Times New Roman"/>
                <a:cs typeface="Times New Roman"/>
              </a:rPr>
              <a:t>AA</a:t>
            </a:r>
            <a:r>
              <a:rPr dirty="0" sz="2000" spc="-10" b="1">
                <a:solidFill>
                  <a:srgbClr val="E14B04"/>
                </a:solidFill>
                <a:latin typeface="Times New Roman"/>
                <a:cs typeface="Times New Roman"/>
              </a:rPr>
              <a:t>=</a:t>
            </a:r>
            <a:r>
              <a:rPr dirty="0" sz="2000" spc="-10" b="1">
                <a:solidFill>
                  <a:srgbClr val="E14B04"/>
                </a:solidFill>
                <a:latin typeface="黑体"/>
                <a:cs typeface="黑体"/>
              </a:rPr>
              <a:t>（</a:t>
            </a:r>
            <a:r>
              <a:rPr dirty="0" sz="2000" spc="-10" b="1">
                <a:solidFill>
                  <a:srgbClr val="E14B04"/>
                </a:solidFill>
                <a:latin typeface="Times New Roman"/>
                <a:cs typeface="Times New Roman"/>
              </a:rPr>
              <a:t>0110</a:t>
            </a:r>
            <a:r>
              <a:rPr dirty="0" sz="2000" spc="-10" b="1">
                <a:solidFill>
                  <a:srgbClr val="E14B04"/>
                </a:solidFill>
                <a:latin typeface="黑体"/>
                <a:cs typeface="黑体"/>
              </a:rPr>
              <a:t>）</a:t>
            </a:r>
            <a:r>
              <a:rPr dirty="0" sz="2000" spc="-50" b="1">
                <a:solidFill>
                  <a:srgbClr val="00AFEF"/>
                </a:solidFill>
                <a:latin typeface="黑体"/>
                <a:cs typeface="黑体"/>
              </a:rPr>
              <a:t>。</a:t>
            </a:r>
            <a:endParaRPr sz="2000">
              <a:latin typeface="黑体"/>
              <a:cs typeface="黑体"/>
            </a:endParaRPr>
          </a:p>
          <a:p>
            <a:pPr marL="325755" indent="-287655">
              <a:lnSpc>
                <a:spcPct val="100000"/>
              </a:lnSpc>
              <a:spcBef>
                <a:spcPts val="1200"/>
              </a:spcBef>
              <a:buClr>
                <a:srgbClr val="4668F5"/>
              </a:buClr>
              <a:buSzPct val="60000"/>
              <a:buFont typeface="Wingdings"/>
              <a:buChar char=""/>
              <a:tabLst>
                <a:tab pos="32575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BB</a:t>
            </a:r>
            <a:r>
              <a:rPr dirty="0" sz="2000" spc="-5" b="1">
                <a:solidFill>
                  <a:srgbClr val="00AFEF"/>
                </a:solidFill>
                <a:latin typeface="黑体"/>
                <a:cs typeface="黑体"/>
              </a:rPr>
              <a:t>：一个</a:t>
            </a:r>
            <a:r>
              <a:rPr dirty="0" sz="2000" spc="-10" b="1">
                <a:solidFill>
                  <a:srgbClr val="00AFEF"/>
                </a:solidFill>
                <a:latin typeface="Times New Roman"/>
                <a:cs typeface="Times New Roman"/>
              </a:rPr>
              <a:t>B</a:t>
            </a:r>
            <a:r>
              <a:rPr dirty="0" sz="2000" spc="-20" b="1">
                <a:solidFill>
                  <a:srgbClr val="00AFEF"/>
                </a:solidFill>
                <a:latin typeface="黑体"/>
                <a:cs typeface="黑体"/>
              </a:rPr>
              <a:t>类任务流入流水线后，对下一个</a:t>
            </a:r>
            <a:r>
              <a:rPr dirty="0" sz="2000" spc="-10" b="1">
                <a:solidFill>
                  <a:srgbClr val="00AFEF"/>
                </a:solidFill>
                <a:latin typeface="Times New Roman"/>
                <a:cs typeface="Times New Roman"/>
              </a:rPr>
              <a:t>B</a:t>
            </a:r>
            <a:r>
              <a:rPr dirty="0" sz="2000" spc="-25" b="1">
                <a:solidFill>
                  <a:srgbClr val="00AFEF"/>
                </a:solidFill>
                <a:latin typeface="黑体"/>
                <a:cs typeface="黑体"/>
              </a:rPr>
              <a:t>类任务进入流水线</a:t>
            </a:r>
            <a:endParaRPr sz="2000">
              <a:latin typeface="黑体"/>
              <a:cs typeface="黑体"/>
            </a:endParaRPr>
          </a:p>
          <a:p>
            <a:pPr marL="325755">
              <a:lnSpc>
                <a:spcPct val="100000"/>
              </a:lnSpc>
              <a:spcBef>
                <a:spcPts val="725"/>
              </a:spcBef>
            </a:pPr>
            <a:r>
              <a:rPr dirty="0" sz="2000" spc="-25" b="1">
                <a:solidFill>
                  <a:srgbClr val="00AFEF"/>
                </a:solidFill>
                <a:latin typeface="黑体"/>
                <a:cs typeface="黑体"/>
              </a:rPr>
              <a:t>的时间间隔的限制。</a:t>
            </a:r>
            <a:endParaRPr sz="2000">
              <a:latin typeface="黑体"/>
              <a:cs typeface="黑体"/>
            </a:endParaRPr>
          </a:p>
          <a:p>
            <a:pPr marL="989965">
              <a:lnSpc>
                <a:spcPct val="100000"/>
              </a:lnSpc>
              <a:spcBef>
                <a:spcPts val="1200"/>
              </a:spcBef>
            </a:pPr>
            <a:r>
              <a:rPr dirty="0" sz="2000" spc="-10" b="1">
                <a:solidFill>
                  <a:srgbClr val="00AFEF"/>
                </a:solidFill>
                <a:latin typeface="黑体"/>
                <a:cs typeface="黑体"/>
              </a:rPr>
              <a:t>根据预约表表</a:t>
            </a:r>
            <a:r>
              <a:rPr dirty="0" sz="2000" spc="-10" b="1">
                <a:solidFill>
                  <a:srgbClr val="00AFEF"/>
                </a:solidFill>
                <a:latin typeface="Times New Roman"/>
                <a:cs typeface="Times New Roman"/>
              </a:rPr>
              <a:t>2</a:t>
            </a:r>
            <a:r>
              <a:rPr dirty="0" sz="2000" spc="-20" b="1">
                <a:solidFill>
                  <a:srgbClr val="00AFEF"/>
                </a:solidFill>
                <a:latin typeface="黑体"/>
                <a:cs typeface="黑体"/>
              </a:rPr>
              <a:t>可知，禁用时间间隔是</a:t>
            </a:r>
            <a:r>
              <a:rPr dirty="0" sz="2000" spc="-10" b="1">
                <a:solidFill>
                  <a:srgbClr val="9933FF"/>
                </a:solidFill>
                <a:latin typeface="Times New Roman"/>
                <a:cs typeface="Times New Roman"/>
              </a:rPr>
              <a:t>2</a:t>
            </a:r>
            <a:r>
              <a:rPr dirty="0" sz="2000" spc="-10" b="1">
                <a:solidFill>
                  <a:srgbClr val="00AFEF"/>
                </a:solidFill>
                <a:latin typeface="黑体"/>
                <a:cs typeface="黑体"/>
              </a:rPr>
              <a:t>和</a:t>
            </a:r>
            <a:r>
              <a:rPr dirty="0" sz="2000" spc="-10" b="1">
                <a:solidFill>
                  <a:srgbClr val="9933FF"/>
                </a:solidFill>
                <a:latin typeface="Times New Roman"/>
                <a:cs typeface="Times New Roman"/>
              </a:rPr>
              <a:t>3</a:t>
            </a:r>
            <a:r>
              <a:rPr dirty="0" sz="2000" spc="-15" b="1">
                <a:solidFill>
                  <a:srgbClr val="00AFEF"/>
                </a:solidFill>
                <a:latin typeface="黑体"/>
                <a:cs typeface="黑体"/>
              </a:rPr>
              <a:t>，所以</a:t>
            </a:r>
            <a:r>
              <a:rPr dirty="0" sz="2000" spc="-20" b="1">
                <a:solidFill>
                  <a:srgbClr val="E14B04"/>
                </a:solidFill>
                <a:latin typeface="Times New Roman"/>
                <a:cs typeface="Times New Roman"/>
              </a:rPr>
              <a:t>C</a:t>
            </a:r>
            <a:r>
              <a:rPr dirty="0" baseline="-21367" sz="1950" spc="-30" b="1">
                <a:solidFill>
                  <a:srgbClr val="E14B04"/>
                </a:solidFill>
                <a:latin typeface="Times New Roman"/>
                <a:cs typeface="Times New Roman"/>
              </a:rPr>
              <a:t>BB</a:t>
            </a:r>
            <a:r>
              <a:rPr dirty="0" sz="2000" spc="-20" b="1">
                <a:solidFill>
                  <a:srgbClr val="E14B04"/>
                </a:solidFill>
                <a:latin typeface="Times New Roman"/>
                <a:cs typeface="Times New Roman"/>
              </a:rPr>
              <a:t>=</a:t>
            </a:r>
            <a:endParaRPr sz="2000">
              <a:latin typeface="Times New Roman"/>
              <a:cs typeface="Times New Roman"/>
            </a:endParaRPr>
          </a:p>
          <a:p>
            <a:pPr marL="325755">
              <a:lnSpc>
                <a:spcPct val="100000"/>
              </a:lnSpc>
              <a:spcBef>
                <a:spcPts val="720"/>
              </a:spcBef>
            </a:pPr>
            <a:r>
              <a:rPr dirty="0" sz="2000" spc="-10" b="1">
                <a:solidFill>
                  <a:srgbClr val="E14B04"/>
                </a:solidFill>
                <a:latin typeface="黑体"/>
                <a:cs typeface="黑体"/>
              </a:rPr>
              <a:t>（</a:t>
            </a:r>
            <a:r>
              <a:rPr dirty="0" sz="2000" spc="-10" b="1">
                <a:solidFill>
                  <a:srgbClr val="E14B04"/>
                </a:solidFill>
                <a:latin typeface="Times New Roman"/>
                <a:cs typeface="Times New Roman"/>
              </a:rPr>
              <a:t>0110</a:t>
            </a:r>
            <a:r>
              <a:rPr dirty="0" sz="2000" spc="-10" b="1">
                <a:solidFill>
                  <a:srgbClr val="E14B04"/>
                </a:solidFill>
                <a:latin typeface="黑体"/>
                <a:cs typeface="黑体"/>
              </a:rPr>
              <a:t>）</a:t>
            </a:r>
            <a:r>
              <a:rPr dirty="0" sz="2000" spc="-50" b="1">
                <a:solidFill>
                  <a:srgbClr val="E14B04"/>
                </a:solidFill>
                <a:latin typeface="黑体"/>
                <a:cs typeface="黑体"/>
              </a:rPr>
              <a:t>。</a:t>
            </a:r>
            <a:endParaRPr sz="2000">
              <a:latin typeface="黑体"/>
              <a:cs typeface="黑体"/>
            </a:endParaRPr>
          </a:p>
          <a:p>
            <a:pPr marL="325755" marR="54610" indent="-288290">
              <a:lnSpc>
                <a:spcPct val="130000"/>
              </a:lnSpc>
              <a:spcBef>
                <a:spcPts val="480"/>
              </a:spcBef>
              <a:buClr>
                <a:srgbClr val="4668F5"/>
              </a:buClr>
              <a:buSzPct val="60000"/>
              <a:buFont typeface="Wingdings"/>
              <a:buChar char=""/>
              <a:tabLst>
                <a:tab pos="32575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AB</a:t>
            </a:r>
            <a:r>
              <a:rPr dirty="0" sz="2000" spc="-5" b="1">
                <a:solidFill>
                  <a:srgbClr val="00AFEF"/>
                </a:solidFill>
                <a:latin typeface="黑体"/>
                <a:cs typeface="黑体"/>
              </a:rPr>
              <a:t>：一个</a:t>
            </a:r>
            <a:r>
              <a:rPr dirty="0" sz="2000" spc="-20" b="1">
                <a:solidFill>
                  <a:srgbClr val="00AFEF"/>
                </a:solidFill>
                <a:latin typeface="Times New Roman"/>
                <a:cs typeface="Times New Roman"/>
              </a:rPr>
              <a:t>A</a:t>
            </a:r>
            <a:r>
              <a:rPr dirty="0" sz="2000" spc="-20" b="1">
                <a:solidFill>
                  <a:srgbClr val="00AFEF"/>
                </a:solidFill>
                <a:latin typeface="黑体"/>
                <a:cs typeface="黑体"/>
              </a:rPr>
              <a:t>类任务流入流水线后，对下一个</a:t>
            </a:r>
            <a:r>
              <a:rPr dirty="0" sz="2000" spc="-25" b="1">
                <a:solidFill>
                  <a:srgbClr val="00AFEF"/>
                </a:solidFill>
                <a:latin typeface="Times New Roman"/>
                <a:cs typeface="Times New Roman"/>
              </a:rPr>
              <a:t>B</a:t>
            </a:r>
            <a:r>
              <a:rPr dirty="0" sz="2000" spc="-25" b="1">
                <a:solidFill>
                  <a:srgbClr val="00AFEF"/>
                </a:solidFill>
                <a:latin typeface="黑体"/>
                <a:cs typeface="黑体"/>
              </a:rPr>
              <a:t>类任务进入流水线</a:t>
            </a:r>
            <a:r>
              <a:rPr dirty="0" sz="2000" spc="-20" b="1">
                <a:solidFill>
                  <a:srgbClr val="00AFEF"/>
                </a:solidFill>
                <a:latin typeface="黑体"/>
                <a:cs typeface="黑体"/>
              </a:rPr>
              <a:t>的时间间隔的限制。根据预约表表</a:t>
            </a:r>
            <a:r>
              <a:rPr dirty="0" sz="2000" spc="-10" b="1">
                <a:solidFill>
                  <a:srgbClr val="00AFEF"/>
                </a:solidFill>
                <a:latin typeface="Times New Roman"/>
                <a:cs typeface="Times New Roman"/>
              </a:rPr>
              <a:t>3</a:t>
            </a:r>
            <a:r>
              <a:rPr dirty="0" sz="2000" spc="-30" b="1">
                <a:solidFill>
                  <a:srgbClr val="00AFEF"/>
                </a:solidFill>
                <a:latin typeface="黑体"/>
                <a:cs typeface="黑体"/>
              </a:rPr>
              <a:t>可知：</a:t>
            </a:r>
            <a:endParaRPr sz="2000">
              <a:latin typeface="黑体"/>
              <a:cs typeface="黑体"/>
            </a:endParaRPr>
          </a:p>
          <a:p>
            <a:pPr lvl="1" marL="657860" indent="-287655">
              <a:lnSpc>
                <a:spcPct val="100000"/>
              </a:lnSpc>
              <a:spcBef>
                <a:spcPts val="1160"/>
              </a:spcBef>
              <a:buClr>
                <a:srgbClr val="00AF50"/>
              </a:buClr>
              <a:buSzPct val="73684"/>
              <a:buFont typeface="Wingdings"/>
              <a:buChar char=""/>
              <a:tabLst>
                <a:tab pos="657860" algn="l"/>
              </a:tabLst>
            </a:pPr>
            <a:r>
              <a:rPr dirty="0" sz="1900" spc="-20" b="1">
                <a:solidFill>
                  <a:srgbClr val="FF5CFF"/>
                </a:solidFill>
                <a:latin typeface="黑体"/>
                <a:cs typeface="黑体"/>
              </a:rPr>
              <a:t>为了避免在</a:t>
            </a:r>
            <a:r>
              <a:rPr dirty="0" sz="1900" spc="-20" b="1">
                <a:solidFill>
                  <a:srgbClr val="9933FF"/>
                </a:solidFill>
                <a:latin typeface="Times New Roman"/>
                <a:cs typeface="Times New Roman"/>
              </a:rPr>
              <a:t>S1</a:t>
            </a:r>
            <a:r>
              <a:rPr dirty="0" sz="1900" spc="-20" b="1">
                <a:solidFill>
                  <a:srgbClr val="FF5CFF"/>
                </a:solidFill>
                <a:latin typeface="黑体"/>
                <a:cs typeface="黑体"/>
              </a:rPr>
              <a:t>发生冲突，禁用时间间隔是：</a:t>
            </a:r>
            <a:r>
              <a:rPr dirty="0" sz="1900" b="1">
                <a:solidFill>
                  <a:srgbClr val="9933FF"/>
                </a:solidFill>
                <a:latin typeface="Times New Roman"/>
                <a:cs typeface="Times New Roman"/>
              </a:rPr>
              <a:t>4-</a:t>
            </a:r>
            <a:r>
              <a:rPr dirty="0" sz="1900" spc="-25" b="1">
                <a:solidFill>
                  <a:srgbClr val="9933FF"/>
                </a:solidFill>
                <a:latin typeface="Times New Roman"/>
                <a:cs typeface="Times New Roman"/>
              </a:rPr>
              <a:t>2=2</a:t>
            </a:r>
            <a:endParaRPr sz="1900">
              <a:latin typeface="Times New Roman"/>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815193" y="6560367"/>
            <a:ext cx="622300"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99/154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549017" y="1214143"/>
            <a:ext cx="7839709" cy="3945890"/>
          </a:xfrm>
          <a:prstGeom prst="rect">
            <a:avLst/>
          </a:prstGeom>
        </p:spPr>
        <p:txBody>
          <a:bodyPr wrap="square" lIns="0" tIns="69850" rIns="0" bIns="0" rtlCol="0" vert="horz">
            <a:spAutoFit/>
          </a:bodyPr>
          <a:lstStyle/>
          <a:p>
            <a:pPr marL="657860" indent="-287655">
              <a:lnSpc>
                <a:spcPct val="100000"/>
              </a:lnSpc>
              <a:spcBef>
                <a:spcPts val="550"/>
              </a:spcBef>
              <a:buClr>
                <a:srgbClr val="00AF50"/>
              </a:buClr>
              <a:buSzPct val="73684"/>
              <a:buFont typeface="Wingdings"/>
              <a:buChar char=""/>
              <a:tabLst>
                <a:tab pos="657860" algn="l"/>
              </a:tabLst>
            </a:pPr>
            <a:r>
              <a:rPr dirty="0" sz="1900" spc="-10" b="1">
                <a:solidFill>
                  <a:srgbClr val="FF5CFF"/>
                </a:solidFill>
                <a:latin typeface="黑体"/>
                <a:cs typeface="黑体"/>
              </a:rPr>
              <a:t>在</a:t>
            </a:r>
            <a:r>
              <a:rPr dirty="0" sz="1900" spc="-20" b="1">
                <a:solidFill>
                  <a:srgbClr val="9933FF"/>
                </a:solidFill>
                <a:latin typeface="Times New Roman"/>
                <a:cs typeface="Times New Roman"/>
              </a:rPr>
              <a:t>S2</a:t>
            </a:r>
            <a:r>
              <a:rPr dirty="0" sz="1900" spc="-25" b="1">
                <a:solidFill>
                  <a:srgbClr val="FF5CFF"/>
                </a:solidFill>
                <a:latin typeface="黑体"/>
                <a:cs typeface="黑体"/>
              </a:rPr>
              <a:t>，不会发生冲突，这是因为根据表</a:t>
            </a:r>
            <a:r>
              <a:rPr dirty="0" sz="1900" spc="-10" b="1">
                <a:solidFill>
                  <a:srgbClr val="FF5CFF"/>
                </a:solidFill>
                <a:latin typeface="Times New Roman"/>
                <a:cs typeface="Times New Roman"/>
              </a:rPr>
              <a:t>3</a:t>
            </a:r>
            <a:r>
              <a:rPr dirty="0" sz="1900" spc="-10" b="1">
                <a:solidFill>
                  <a:srgbClr val="FF5CFF"/>
                </a:solidFill>
                <a:latin typeface="黑体"/>
                <a:cs typeface="黑体"/>
              </a:rPr>
              <a:t>，</a:t>
            </a:r>
            <a:r>
              <a:rPr dirty="0" sz="1900" spc="-10" b="1">
                <a:solidFill>
                  <a:srgbClr val="FF5CFF"/>
                </a:solidFill>
                <a:latin typeface="Times New Roman"/>
                <a:cs typeface="Times New Roman"/>
              </a:rPr>
              <a:t>A</a:t>
            </a:r>
            <a:r>
              <a:rPr dirty="0" sz="1900" spc="-15" b="1">
                <a:solidFill>
                  <a:srgbClr val="FF5CFF"/>
                </a:solidFill>
                <a:latin typeface="黑体"/>
                <a:cs typeface="黑体"/>
              </a:rPr>
              <a:t>类任务先于</a:t>
            </a:r>
            <a:r>
              <a:rPr dirty="0" sz="1900" spc="-10" b="1">
                <a:solidFill>
                  <a:srgbClr val="FF5CFF"/>
                </a:solidFill>
                <a:latin typeface="Times New Roman"/>
                <a:cs typeface="Times New Roman"/>
              </a:rPr>
              <a:t>B</a:t>
            </a:r>
            <a:r>
              <a:rPr dirty="0" sz="1900" spc="-25" b="1">
                <a:solidFill>
                  <a:srgbClr val="FF5CFF"/>
                </a:solidFill>
                <a:latin typeface="黑体"/>
                <a:cs typeface="黑体"/>
              </a:rPr>
              <a:t>类任务</a:t>
            </a:r>
            <a:endParaRPr sz="1900">
              <a:latin typeface="黑体"/>
              <a:cs typeface="黑体"/>
            </a:endParaRPr>
          </a:p>
          <a:p>
            <a:pPr marL="657860">
              <a:lnSpc>
                <a:spcPct val="100000"/>
              </a:lnSpc>
              <a:spcBef>
                <a:spcPts val="459"/>
              </a:spcBef>
            </a:pPr>
            <a:r>
              <a:rPr dirty="0" sz="1900" spc="-20" b="1">
                <a:solidFill>
                  <a:srgbClr val="FF5CFF"/>
                </a:solidFill>
                <a:latin typeface="黑体"/>
                <a:cs typeface="黑体"/>
              </a:rPr>
              <a:t>通过</a:t>
            </a:r>
            <a:r>
              <a:rPr dirty="0" sz="1900" spc="-10" b="1">
                <a:solidFill>
                  <a:srgbClr val="FF5CFF"/>
                </a:solidFill>
                <a:latin typeface="Times New Roman"/>
                <a:cs typeface="Times New Roman"/>
              </a:rPr>
              <a:t>S2</a:t>
            </a:r>
            <a:r>
              <a:rPr dirty="0" sz="1900" spc="-20" b="1">
                <a:solidFill>
                  <a:srgbClr val="FF5CFF"/>
                </a:solidFill>
                <a:latin typeface="黑体"/>
                <a:cs typeface="黑体"/>
              </a:rPr>
              <a:t>，而现在的实际情况又是</a:t>
            </a:r>
            <a:r>
              <a:rPr dirty="0" sz="1900" spc="-10" b="1">
                <a:solidFill>
                  <a:srgbClr val="FF5CFF"/>
                </a:solidFill>
                <a:latin typeface="Times New Roman"/>
                <a:cs typeface="Times New Roman"/>
              </a:rPr>
              <a:t>A</a:t>
            </a:r>
            <a:r>
              <a:rPr dirty="0" sz="1900" spc="-20" b="1">
                <a:solidFill>
                  <a:srgbClr val="FF5CFF"/>
                </a:solidFill>
                <a:latin typeface="黑体"/>
                <a:cs typeface="黑体"/>
              </a:rPr>
              <a:t>类任务先于</a:t>
            </a:r>
            <a:r>
              <a:rPr dirty="0" sz="1900" spc="-10" b="1">
                <a:solidFill>
                  <a:srgbClr val="FF5CFF"/>
                </a:solidFill>
                <a:latin typeface="Times New Roman"/>
                <a:cs typeface="Times New Roman"/>
              </a:rPr>
              <a:t>B</a:t>
            </a:r>
            <a:r>
              <a:rPr dirty="0" sz="1900" spc="-25" b="1">
                <a:solidFill>
                  <a:srgbClr val="FF5CFF"/>
                </a:solidFill>
                <a:latin typeface="黑体"/>
                <a:cs typeface="黑体"/>
              </a:rPr>
              <a:t>类任务流入流水线；</a:t>
            </a:r>
            <a:endParaRPr sz="1900">
              <a:latin typeface="黑体"/>
              <a:cs typeface="黑体"/>
            </a:endParaRPr>
          </a:p>
          <a:p>
            <a:pPr marL="657860" indent="-287655">
              <a:lnSpc>
                <a:spcPct val="100000"/>
              </a:lnSpc>
              <a:spcBef>
                <a:spcPts val="915"/>
              </a:spcBef>
              <a:buClr>
                <a:srgbClr val="00AF50"/>
              </a:buClr>
              <a:buSzPct val="73684"/>
              <a:buFont typeface="Wingdings"/>
              <a:buChar char=""/>
              <a:tabLst>
                <a:tab pos="657860" algn="l"/>
              </a:tabLst>
            </a:pPr>
            <a:r>
              <a:rPr dirty="0" sz="1900" spc="-10" b="1">
                <a:solidFill>
                  <a:srgbClr val="FF5CFF"/>
                </a:solidFill>
                <a:latin typeface="黑体"/>
                <a:cs typeface="黑体"/>
              </a:rPr>
              <a:t>为了避免在</a:t>
            </a:r>
            <a:r>
              <a:rPr dirty="0" sz="1900" spc="-20" b="1">
                <a:solidFill>
                  <a:srgbClr val="9933FF"/>
                </a:solidFill>
                <a:latin typeface="Times New Roman"/>
                <a:cs typeface="Times New Roman"/>
              </a:rPr>
              <a:t>S3</a:t>
            </a:r>
            <a:r>
              <a:rPr dirty="0" sz="1900" spc="-25" b="1">
                <a:solidFill>
                  <a:srgbClr val="FF5CFF"/>
                </a:solidFill>
                <a:latin typeface="黑体"/>
                <a:cs typeface="黑体"/>
              </a:rPr>
              <a:t>发生冲突，禁用时间间隔是：</a:t>
            </a:r>
            <a:endParaRPr sz="1900">
              <a:latin typeface="黑体"/>
              <a:cs typeface="黑体"/>
            </a:endParaRPr>
          </a:p>
          <a:p>
            <a:pPr marL="1516380">
              <a:lnSpc>
                <a:spcPct val="100000"/>
              </a:lnSpc>
              <a:spcBef>
                <a:spcPts val="910"/>
              </a:spcBef>
            </a:pPr>
            <a:r>
              <a:rPr dirty="0" sz="1900" spc="-10" b="1">
                <a:solidFill>
                  <a:srgbClr val="9933FF"/>
                </a:solidFill>
                <a:latin typeface="Times New Roman"/>
                <a:cs typeface="Times New Roman"/>
              </a:rPr>
              <a:t>3-1=2</a:t>
            </a:r>
            <a:r>
              <a:rPr dirty="0" sz="1900" spc="-10" b="1">
                <a:solidFill>
                  <a:srgbClr val="9933FF"/>
                </a:solidFill>
                <a:latin typeface="黑体"/>
                <a:cs typeface="黑体"/>
              </a:rPr>
              <a:t>，</a:t>
            </a:r>
            <a:r>
              <a:rPr dirty="0" sz="1900" spc="-10" b="1">
                <a:solidFill>
                  <a:srgbClr val="9933FF"/>
                </a:solidFill>
                <a:latin typeface="Times New Roman"/>
                <a:cs typeface="Times New Roman"/>
              </a:rPr>
              <a:t>5-1=4</a:t>
            </a:r>
            <a:r>
              <a:rPr dirty="0" sz="1900" spc="-10" b="1">
                <a:solidFill>
                  <a:srgbClr val="9933FF"/>
                </a:solidFill>
                <a:latin typeface="黑体"/>
                <a:cs typeface="黑体"/>
              </a:rPr>
              <a:t>，</a:t>
            </a:r>
            <a:r>
              <a:rPr dirty="0" sz="1900" spc="-10" b="1">
                <a:solidFill>
                  <a:srgbClr val="9933FF"/>
                </a:solidFill>
                <a:latin typeface="Times New Roman"/>
                <a:cs typeface="Times New Roman"/>
              </a:rPr>
              <a:t>5-</a:t>
            </a:r>
            <a:r>
              <a:rPr dirty="0" sz="1900" spc="-25" b="1">
                <a:solidFill>
                  <a:srgbClr val="9933FF"/>
                </a:solidFill>
                <a:latin typeface="Times New Roman"/>
                <a:cs typeface="Times New Roman"/>
              </a:rPr>
              <a:t>3=2</a:t>
            </a:r>
            <a:endParaRPr sz="1900">
              <a:latin typeface="Times New Roman"/>
              <a:cs typeface="Times New Roman"/>
            </a:endParaRPr>
          </a:p>
          <a:p>
            <a:pPr marL="657860" indent="-287655">
              <a:lnSpc>
                <a:spcPct val="100000"/>
              </a:lnSpc>
              <a:spcBef>
                <a:spcPts val="910"/>
              </a:spcBef>
              <a:buClr>
                <a:srgbClr val="00AF50"/>
              </a:buClr>
              <a:buSzPct val="73684"/>
              <a:buFont typeface="Wingdings"/>
              <a:buChar char=""/>
              <a:tabLst>
                <a:tab pos="657860" algn="l"/>
              </a:tabLst>
            </a:pPr>
            <a:r>
              <a:rPr dirty="0" sz="1900" spc="-20" b="1">
                <a:solidFill>
                  <a:srgbClr val="FF5CFF"/>
                </a:solidFill>
                <a:latin typeface="黑体"/>
                <a:cs typeface="黑体"/>
              </a:rPr>
              <a:t>综合起来，有：</a:t>
            </a:r>
            <a:r>
              <a:rPr dirty="0" sz="1900" spc="-10" b="1">
                <a:solidFill>
                  <a:srgbClr val="E14B04"/>
                </a:solidFill>
                <a:latin typeface="Times New Roman"/>
                <a:cs typeface="Times New Roman"/>
              </a:rPr>
              <a:t>C</a:t>
            </a:r>
            <a:r>
              <a:rPr dirty="0" baseline="-20000" sz="1875" spc="-15" b="1">
                <a:solidFill>
                  <a:srgbClr val="E14B04"/>
                </a:solidFill>
                <a:latin typeface="Times New Roman"/>
                <a:cs typeface="Times New Roman"/>
              </a:rPr>
              <a:t>AB</a:t>
            </a:r>
            <a:r>
              <a:rPr dirty="0" sz="1900" spc="-10" b="1">
                <a:solidFill>
                  <a:srgbClr val="E14B04"/>
                </a:solidFill>
                <a:latin typeface="Times New Roman"/>
                <a:cs typeface="Times New Roman"/>
              </a:rPr>
              <a:t>=</a:t>
            </a:r>
            <a:r>
              <a:rPr dirty="0" sz="1900" spc="-10" b="1">
                <a:solidFill>
                  <a:srgbClr val="E14B04"/>
                </a:solidFill>
                <a:latin typeface="黑体"/>
                <a:cs typeface="黑体"/>
              </a:rPr>
              <a:t>（</a:t>
            </a:r>
            <a:r>
              <a:rPr dirty="0" sz="1900" spc="-10" b="1">
                <a:solidFill>
                  <a:srgbClr val="E14B04"/>
                </a:solidFill>
                <a:latin typeface="Times New Roman"/>
                <a:cs typeface="Times New Roman"/>
              </a:rPr>
              <a:t>1010</a:t>
            </a:r>
            <a:r>
              <a:rPr dirty="0" sz="1900" spc="-10" b="1">
                <a:solidFill>
                  <a:srgbClr val="E14B04"/>
                </a:solidFill>
                <a:latin typeface="黑体"/>
                <a:cs typeface="黑体"/>
              </a:rPr>
              <a:t>）</a:t>
            </a:r>
            <a:endParaRPr sz="1900">
              <a:latin typeface="黑体"/>
              <a:cs typeface="黑体"/>
            </a:endParaRPr>
          </a:p>
          <a:p>
            <a:pPr marL="325755" marR="340360" indent="-288290">
              <a:lnSpc>
                <a:spcPct val="120000"/>
              </a:lnSpc>
              <a:spcBef>
                <a:spcPts val="470"/>
              </a:spcBef>
              <a:buClr>
                <a:srgbClr val="4668F5"/>
              </a:buClr>
              <a:buSzPct val="60000"/>
              <a:buFont typeface="Wingdings"/>
              <a:buChar char=""/>
              <a:tabLst>
                <a:tab pos="325755" algn="l"/>
              </a:tabLst>
            </a:pPr>
            <a:r>
              <a:rPr dirty="0" sz="2000" b="1">
                <a:solidFill>
                  <a:srgbClr val="9933FF"/>
                </a:solidFill>
                <a:latin typeface="Times New Roman"/>
                <a:cs typeface="Times New Roman"/>
              </a:rPr>
              <a:t>C</a:t>
            </a:r>
            <a:r>
              <a:rPr dirty="0" baseline="-21367" sz="1950" b="1">
                <a:solidFill>
                  <a:srgbClr val="9933FF"/>
                </a:solidFill>
                <a:latin typeface="Times New Roman"/>
                <a:cs typeface="Times New Roman"/>
              </a:rPr>
              <a:t>BA</a:t>
            </a:r>
            <a:r>
              <a:rPr dirty="0" sz="2000" spc="-5" b="1">
                <a:solidFill>
                  <a:srgbClr val="00AFEF"/>
                </a:solidFill>
                <a:latin typeface="黑体"/>
                <a:cs typeface="黑体"/>
              </a:rPr>
              <a:t>表示一个</a:t>
            </a:r>
            <a:r>
              <a:rPr dirty="0" sz="2000" spc="-25" b="1">
                <a:solidFill>
                  <a:srgbClr val="00AFEF"/>
                </a:solidFill>
                <a:latin typeface="Times New Roman"/>
                <a:cs typeface="Times New Roman"/>
              </a:rPr>
              <a:t>B</a:t>
            </a:r>
            <a:r>
              <a:rPr dirty="0" sz="2000" spc="-20" b="1">
                <a:solidFill>
                  <a:srgbClr val="00AFEF"/>
                </a:solidFill>
                <a:latin typeface="黑体"/>
                <a:cs typeface="黑体"/>
              </a:rPr>
              <a:t>类任务流入流水线后，对下一个</a:t>
            </a:r>
            <a:r>
              <a:rPr dirty="0" sz="2000" spc="-20" b="1">
                <a:solidFill>
                  <a:srgbClr val="00AFEF"/>
                </a:solidFill>
                <a:latin typeface="Times New Roman"/>
                <a:cs typeface="Times New Roman"/>
              </a:rPr>
              <a:t>A</a:t>
            </a:r>
            <a:r>
              <a:rPr dirty="0" sz="2000" spc="-25" b="1">
                <a:solidFill>
                  <a:srgbClr val="00AFEF"/>
                </a:solidFill>
                <a:latin typeface="黑体"/>
                <a:cs typeface="黑体"/>
              </a:rPr>
              <a:t>类任务进入流水</a:t>
            </a:r>
            <a:r>
              <a:rPr dirty="0" sz="2000" spc="-20" b="1">
                <a:solidFill>
                  <a:srgbClr val="00AFEF"/>
                </a:solidFill>
                <a:latin typeface="黑体"/>
                <a:cs typeface="黑体"/>
              </a:rPr>
              <a:t>线的时间间隔的限制。根据预约表表</a:t>
            </a:r>
            <a:r>
              <a:rPr dirty="0" sz="2000" spc="-10" b="1">
                <a:solidFill>
                  <a:srgbClr val="00AFEF"/>
                </a:solidFill>
                <a:latin typeface="Times New Roman"/>
                <a:cs typeface="Times New Roman"/>
              </a:rPr>
              <a:t>3</a:t>
            </a:r>
            <a:r>
              <a:rPr dirty="0" sz="2000" spc="-25" b="1">
                <a:solidFill>
                  <a:srgbClr val="00AFEF"/>
                </a:solidFill>
                <a:latin typeface="黑体"/>
                <a:cs typeface="黑体"/>
              </a:rPr>
              <a:t>可知：</a:t>
            </a:r>
            <a:endParaRPr sz="2000">
              <a:latin typeface="黑体"/>
              <a:cs typeface="黑体"/>
            </a:endParaRPr>
          </a:p>
          <a:p>
            <a:pPr lvl="1" marL="657860" indent="-287655">
              <a:lnSpc>
                <a:spcPct val="100000"/>
              </a:lnSpc>
              <a:spcBef>
                <a:spcPts val="925"/>
              </a:spcBef>
              <a:buClr>
                <a:srgbClr val="00AF50"/>
              </a:buClr>
              <a:buSzPct val="73684"/>
              <a:buFont typeface="Wingdings"/>
              <a:buChar char=""/>
              <a:tabLst>
                <a:tab pos="657860" algn="l"/>
              </a:tabLst>
            </a:pPr>
            <a:r>
              <a:rPr dirty="0" sz="1900" spc="-10" b="1">
                <a:solidFill>
                  <a:srgbClr val="FF5CFF"/>
                </a:solidFill>
                <a:latin typeface="黑体"/>
                <a:cs typeface="黑体"/>
              </a:rPr>
              <a:t>为了避免在</a:t>
            </a:r>
            <a:r>
              <a:rPr dirty="0" sz="1900" spc="-20" b="1">
                <a:solidFill>
                  <a:srgbClr val="9933FF"/>
                </a:solidFill>
                <a:latin typeface="Times New Roman"/>
                <a:cs typeface="Times New Roman"/>
              </a:rPr>
              <a:t>S1</a:t>
            </a:r>
            <a:r>
              <a:rPr dirty="0" sz="1900" spc="-25" b="1">
                <a:solidFill>
                  <a:srgbClr val="FF5CFF"/>
                </a:solidFill>
                <a:latin typeface="黑体"/>
                <a:cs typeface="黑体"/>
              </a:rPr>
              <a:t>发生冲突，禁用时间间隔有：</a:t>
            </a:r>
            <a:endParaRPr sz="1900">
              <a:latin typeface="黑体"/>
              <a:cs typeface="黑体"/>
            </a:endParaRPr>
          </a:p>
          <a:p>
            <a:pPr marL="1455420">
              <a:lnSpc>
                <a:spcPct val="100000"/>
              </a:lnSpc>
              <a:spcBef>
                <a:spcPts val="915"/>
              </a:spcBef>
            </a:pPr>
            <a:r>
              <a:rPr dirty="0" sz="1900" spc="-10" b="1">
                <a:solidFill>
                  <a:srgbClr val="9933FF"/>
                </a:solidFill>
                <a:latin typeface="Times New Roman"/>
                <a:cs typeface="Times New Roman"/>
              </a:rPr>
              <a:t>2-1=1</a:t>
            </a:r>
            <a:r>
              <a:rPr dirty="0" sz="1900" spc="-10" b="1">
                <a:solidFill>
                  <a:srgbClr val="9933FF"/>
                </a:solidFill>
                <a:latin typeface="黑体"/>
                <a:cs typeface="黑体"/>
              </a:rPr>
              <a:t>，</a:t>
            </a:r>
            <a:r>
              <a:rPr dirty="0" sz="1900" spc="-10" b="1">
                <a:solidFill>
                  <a:srgbClr val="9933FF"/>
                </a:solidFill>
                <a:latin typeface="Times New Roman"/>
                <a:cs typeface="Times New Roman"/>
              </a:rPr>
              <a:t>5-1=4</a:t>
            </a:r>
            <a:r>
              <a:rPr dirty="0" sz="1900" spc="-10" b="1">
                <a:solidFill>
                  <a:srgbClr val="9933FF"/>
                </a:solidFill>
                <a:latin typeface="黑体"/>
                <a:cs typeface="黑体"/>
              </a:rPr>
              <a:t>，</a:t>
            </a:r>
            <a:r>
              <a:rPr dirty="0" sz="1900" spc="-10" b="1">
                <a:solidFill>
                  <a:srgbClr val="9933FF"/>
                </a:solidFill>
                <a:latin typeface="Times New Roman"/>
                <a:cs typeface="Times New Roman"/>
              </a:rPr>
              <a:t>5-</a:t>
            </a:r>
            <a:r>
              <a:rPr dirty="0" sz="1900" spc="-25" b="1">
                <a:solidFill>
                  <a:srgbClr val="9933FF"/>
                </a:solidFill>
                <a:latin typeface="Times New Roman"/>
                <a:cs typeface="Times New Roman"/>
              </a:rPr>
              <a:t>4=1</a:t>
            </a:r>
            <a:endParaRPr sz="1900">
              <a:latin typeface="Times New Roman"/>
              <a:cs typeface="Times New Roman"/>
            </a:endParaRPr>
          </a:p>
          <a:p>
            <a:pPr lvl="1" marL="657860" indent="-287655">
              <a:lnSpc>
                <a:spcPct val="100000"/>
              </a:lnSpc>
              <a:spcBef>
                <a:spcPts val="915"/>
              </a:spcBef>
              <a:buClr>
                <a:srgbClr val="00AF50"/>
              </a:buClr>
              <a:buSzPct val="73684"/>
              <a:buFont typeface="Wingdings"/>
              <a:buChar char=""/>
              <a:tabLst>
                <a:tab pos="657860" algn="l"/>
              </a:tabLst>
            </a:pPr>
            <a:r>
              <a:rPr dirty="0" sz="1900" spc="-10" b="1">
                <a:solidFill>
                  <a:srgbClr val="FF5CFF"/>
                </a:solidFill>
                <a:latin typeface="黑体"/>
                <a:cs typeface="黑体"/>
              </a:rPr>
              <a:t>为了避免在</a:t>
            </a:r>
            <a:r>
              <a:rPr dirty="0" sz="1900" spc="-20" b="1">
                <a:solidFill>
                  <a:srgbClr val="9933FF"/>
                </a:solidFill>
                <a:latin typeface="Times New Roman"/>
                <a:cs typeface="Times New Roman"/>
              </a:rPr>
              <a:t>S2</a:t>
            </a:r>
            <a:r>
              <a:rPr dirty="0" sz="1900" spc="-20" b="1">
                <a:solidFill>
                  <a:srgbClr val="FF5CFF"/>
                </a:solidFill>
                <a:latin typeface="黑体"/>
                <a:cs typeface="黑体"/>
              </a:rPr>
              <a:t>发生冲突，禁用时间间隔是：</a:t>
            </a:r>
            <a:r>
              <a:rPr dirty="0" sz="1900" b="1">
                <a:solidFill>
                  <a:srgbClr val="9933FF"/>
                </a:solidFill>
                <a:latin typeface="Times New Roman"/>
                <a:cs typeface="Times New Roman"/>
              </a:rPr>
              <a:t>4-</a:t>
            </a:r>
            <a:r>
              <a:rPr dirty="0" sz="1900" spc="-25" b="1">
                <a:solidFill>
                  <a:srgbClr val="9933FF"/>
                </a:solidFill>
                <a:latin typeface="Times New Roman"/>
                <a:cs typeface="Times New Roman"/>
              </a:rPr>
              <a:t>2=2</a:t>
            </a:r>
            <a:endParaRPr sz="1900">
              <a:latin typeface="Times New Roman"/>
              <a:cs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570352" y="1335811"/>
            <a:ext cx="6991984" cy="2364105"/>
          </a:xfrm>
          <a:prstGeom prst="rect">
            <a:avLst/>
          </a:prstGeom>
        </p:spPr>
        <p:txBody>
          <a:bodyPr wrap="square" lIns="0" tIns="12700" rIns="0" bIns="0" rtlCol="0" vert="horz">
            <a:spAutoFit/>
          </a:bodyPr>
          <a:lstStyle/>
          <a:p>
            <a:pPr marL="1284605" marR="30480" indent="-288290">
              <a:lnSpc>
                <a:spcPct val="120000"/>
              </a:lnSpc>
              <a:spcBef>
                <a:spcPts val="100"/>
              </a:spcBef>
              <a:buClr>
                <a:srgbClr val="00AF50"/>
              </a:buClr>
              <a:buSzPct val="73684"/>
              <a:buFont typeface="Wingdings"/>
              <a:buChar char=""/>
              <a:tabLst>
                <a:tab pos="1284605" algn="l"/>
              </a:tabLst>
            </a:pPr>
            <a:r>
              <a:rPr dirty="0" sz="1900" spc="-10" b="1">
                <a:solidFill>
                  <a:srgbClr val="FF5CFF"/>
                </a:solidFill>
                <a:latin typeface="黑体"/>
                <a:cs typeface="黑体"/>
              </a:rPr>
              <a:t>在</a:t>
            </a:r>
            <a:r>
              <a:rPr dirty="0" sz="1900" spc="-20" b="1">
                <a:solidFill>
                  <a:srgbClr val="9933FF"/>
                </a:solidFill>
                <a:latin typeface="Times New Roman"/>
                <a:cs typeface="Times New Roman"/>
              </a:rPr>
              <a:t>S3</a:t>
            </a:r>
            <a:r>
              <a:rPr dirty="0" sz="1900" spc="-20" b="1">
                <a:solidFill>
                  <a:srgbClr val="FF5CFF"/>
                </a:solidFill>
                <a:latin typeface="黑体"/>
                <a:cs typeface="黑体"/>
              </a:rPr>
              <a:t>，不会发生冲突，这是因为根据表</a:t>
            </a:r>
            <a:r>
              <a:rPr dirty="0" sz="1900" spc="-10" b="1">
                <a:solidFill>
                  <a:srgbClr val="FF5CFF"/>
                </a:solidFill>
                <a:latin typeface="Times New Roman"/>
                <a:cs typeface="Times New Roman"/>
              </a:rPr>
              <a:t>3</a:t>
            </a:r>
            <a:r>
              <a:rPr dirty="0" sz="1900" spc="-10" b="1">
                <a:solidFill>
                  <a:srgbClr val="FF5CFF"/>
                </a:solidFill>
                <a:latin typeface="黑体"/>
                <a:cs typeface="黑体"/>
              </a:rPr>
              <a:t>，</a:t>
            </a:r>
            <a:r>
              <a:rPr dirty="0" sz="1900" spc="-10" b="1">
                <a:solidFill>
                  <a:srgbClr val="FF5CFF"/>
                </a:solidFill>
                <a:latin typeface="Times New Roman"/>
                <a:cs typeface="Times New Roman"/>
              </a:rPr>
              <a:t>B</a:t>
            </a:r>
            <a:r>
              <a:rPr dirty="0" sz="1900" spc="-25" b="1">
                <a:solidFill>
                  <a:srgbClr val="FF5CFF"/>
                </a:solidFill>
                <a:latin typeface="黑体"/>
                <a:cs typeface="黑体"/>
              </a:rPr>
              <a:t>类任务先</a:t>
            </a:r>
            <a:r>
              <a:rPr dirty="0" sz="1900" spc="-10" b="1">
                <a:solidFill>
                  <a:srgbClr val="FF5CFF"/>
                </a:solidFill>
                <a:latin typeface="黑体"/>
                <a:cs typeface="黑体"/>
              </a:rPr>
              <a:t>于</a:t>
            </a:r>
            <a:r>
              <a:rPr dirty="0" sz="1900" spc="-25" b="1">
                <a:solidFill>
                  <a:srgbClr val="FF5CFF"/>
                </a:solidFill>
                <a:latin typeface="Times New Roman"/>
                <a:cs typeface="Times New Roman"/>
              </a:rPr>
              <a:t>A</a:t>
            </a:r>
            <a:r>
              <a:rPr dirty="0" sz="1900" spc="-10" b="1">
                <a:solidFill>
                  <a:srgbClr val="FF5CFF"/>
                </a:solidFill>
                <a:latin typeface="黑体"/>
                <a:cs typeface="黑体"/>
              </a:rPr>
              <a:t>类任务通过</a:t>
            </a:r>
            <a:r>
              <a:rPr dirty="0" sz="1900" spc="-20" b="1">
                <a:solidFill>
                  <a:srgbClr val="FF5CFF"/>
                </a:solidFill>
                <a:latin typeface="Times New Roman"/>
                <a:cs typeface="Times New Roman"/>
              </a:rPr>
              <a:t>S3</a:t>
            </a:r>
            <a:r>
              <a:rPr dirty="0" sz="1900" spc="-20" b="1">
                <a:solidFill>
                  <a:srgbClr val="FF5CFF"/>
                </a:solidFill>
                <a:latin typeface="黑体"/>
                <a:cs typeface="黑体"/>
              </a:rPr>
              <a:t>，或者同时通过</a:t>
            </a:r>
            <a:r>
              <a:rPr dirty="0" sz="1900" spc="-10" b="1">
                <a:solidFill>
                  <a:srgbClr val="FF5CFF"/>
                </a:solidFill>
                <a:latin typeface="Times New Roman"/>
                <a:cs typeface="Times New Roman"/>
              </a:rPr>
              <a:t>S3</a:t>
            </a:r>
            <a:r>
              <a:rPr dirty="0" sz="1900" spc="-10" b="1">
                <a:solidFill>
                  <a:srgbClr val="FF5CFF"/>
                </a:solidFill>
                <a:latin typeface="黑体"/>
                <a:cs typeface="黑体"/>
              </a:rPr>
              <a:t>（第</a:t>
            </a:r>
            <a:r>
              <a:rPr dirty="0" sz="1900" spc="-10" b="1">
                <a:solidFill>
                  <a:srgbClr val="FF5CFF"/>
                </a:solidFill>
                <a:latin typeface="Times New Roman"/>
                <a:cs typeface="Times New Roman"/>
              </a:rPr>
              <a:t>3</a:t>
            </a:r>
            <a:r>
              <a:rPr dirty="0" sz="1900" spc="-25" b="1">
                <a:solidFill>
                  <a:srgbClr val="FF5CFF"/>
                </a:solidFill>
                <a:latin typeface="黑体"/>
                <a:cs typeface="黑体"/>
              </a:rPr>
              <a:t>个时钟周</a:t>
            </a:r>
            <a:r>
              <a:rPr dirty="0" sz="1900" spc="-50" b="1">
                <a:solidFill>
                  <a:srgbClr val="FF5CFF"/>
                </a:solidFill>
                <a:latin typeface="黑体"/>
                <a:cs typeface="黑体"/>
              </a:rPr>
              <a:t> </a:t>
            </a:r>
            <a:r>
              <a:rPr dirty="0" sz="1900" spc="-10" b="1">
                <a:solidFill>
                  <a:srgbClr val="FF5CFF"/>
                </a:solidFill>
                <a:latin typeface="黑体"/>
                <a:cs typeface="黑体"/>
              </a:rPr>
              <a:t>期），</a:t>
            </a:r>
            <a:r>
              <a:rPr dirty="0" sz="1900" spc="-15" b="1">
                <a:solidFill>
                  <a:srgbClr val="FF5CFF"/>
                </a:solidFill>
                <a:latin typeface="黑体"/>
                <a:cs typeface="黑体"/>
              </a:rPr>
              <a:t>而现在的实际情况又是</a:t>
            </a:r>
            <a:r>
              <a:rPr dirty="0" sz="1900" spc="-10" b="1">
                <a:solidFill>
                  <a:srgbClr val="FF5CFF"/>
                </a:solidFill>
                <a:latin typeface="Times New Roman"/>
                <a:cs typeface="Times New Roman"/>
              </a:rPr>
              <a:t>B</a:t>
            </a:r>
            <a:r>
              <a:rPr dirty="0" sz="1900" spc="-15" b="1">
                <a:solidFill>
                  <a:srgbClr val="FF5CFF"/>
                </a:solidFill>
                <a:latin typeface="黑体"/>
                <a:cs typeface="黑体"/>
              </a:rPr>
              <a:t>类任务先于</a:t>
            </a:r>
            <a:r>
              <a:rPr dirty="0" sz="1900" spc="-25" b="1">
                <a:solidFill>
                  <a:srgbClr val="FF5CFF"/>
                </a:solidFill>
                <a:latin typeface="Times New Roman"/>
                <a:cs typeface="Times New Roman"/>
              </a:rPr>
              <a:t>A</a:t>
            </a:r>
            <a:r>
              <a:rPr dirty="0" sz="1900" spc="-25" b="1">
                <a:solidFill>
                  <a:srgbClr val="FF5CFF"/>
                </a:solidFill>
                <a:latin typeface="黑体"/>
                <a:cs typeface="黑体"/>
              </a:rPr>
              <a:t>类任务流</a:t>
            </a:r>
            <a:r>
              <a:rPr dirty="0" sz="1900" spc="-20" b="1">
                <a:solidFill>
                  <a:srgbClr val="FF5CFF"/>
                </a:solidFill>
                <a:latin typeface="黑体"/>
                <a:cs typeface="黑体"/>
              </a:rPr>
              <a:t>入流水线。</a:t>
            </a:r>
            <a:endParaRPr sz="1900">
              <a:latin typeface="黑体"/>
              <a:cs typeface="黑体"/>
            </a:endParaRPr>
          </a:p>
          <a:p>
            <a:pPr marL="1284605" indent="-288290">
              <a:lnSpc>
                <a:spcPct val="100000"/>
              </a:lnSpc>
              <a:spcBef>
                <a:spcPts val="915"/>
              </a:spcBef>
              <a:buClr>
                <a:srgbClr val="00AF50"/>
              </a:buClr>
              <a:buSzPct val="73684"/>
              <a:buFont typeface="Wingdings"/>
              <a:buChar char=""/>
              <a:tabLst>
                <a:tab pos="1284605" algn="l"/>
              </a:tabLst>
            </a:pPr>
            <a:r>
              <a:rPr dirty="0" sz="1900" spc="-10" b="1">
                <a:solidFill>
                  <a:srgbClr val="FF5CFF"/>
                </a:solidFill>
                <a:latin typeface="黑体"/>
                <a:cs typeface="黑体"/>
              </a:rPr>
              <a:t>综合起来，有：</a:t>
            </a:r>
            <a:r>
              <a:rPr dirty="0" sz="1900" spc="-10" b="1">
                <a:solidFill>
                  <a:srgbClr val="E14B04"/>
                </a:solidFill>
                <a:latin typeface="Times New Roman"/>
                <a:cs typeface="Times New Roman"/>
              </a:rPr>
              <a:t>C</a:t>
            </a:r>
            <a:r>
              <a:rPr dirty="0" baseline="-20000" sz="1875" spc="-15" b="1">
                <a:solidFill>
                  <a:srgbClr val="E14B04"/>
                </a:solidFill>
                <a:latin typeface="Times New Roman"/>
                <a:cs typeface="Times New Roman"/>
              </a:rPr>
              <a:t>AB</a:t>
            </a:r>
            <a:r>
              <a:rPr dirty="0" sz="1900" spc="-10" b="1">
                <a:solidFill>
                  <a:srgbClr val="E14B04"/>
                </a:solidFill>
                <a:latin typeface="Times New Roman"/>
                <a:cs typeface="Times New Roman"/>
              </a:rPr>
              <a:t>=</a:t>
            </a:r>
            <a:r>
              <a:rPr dirty="0" sz="1900" spc="-10" b="1">
                <a:solidFill>
                  <a:srgbClr val="E14B04"/>
                </a:solidFill>
                <a:latin typeface="黑体"/>
                <a:cs typeface="黑体"/>
              </a:rPr>
              <a:t>（</a:t>
            </a:r>
            <a:r>
              <a:rPr dirty="0" sz="1900" spc="-10" b="1">
                <a:solidFill>
                  <a:srgbClr val="E14B04"/>
                </a:solidFill>
                <a:latin typeface="Times New Roman"/>
                <a:cs typeface="Times New Roman"/>
              </a:rPr>
              <a:t>1011</a:t>
            </a:r>
            <a:r>
              <a:rPr dirty="0" sz="1900" spc="-10" b="1">
                <a:solidFill>
                  <a:srgbClr val="E14B04"/>
                </a:solidFill>
                <a:latin typeface="黑体"/>
                <a:cs typeface="黑体"/>
              </a:rPr>
              <a:t>）</a:t>
            </a:r>
            <a:endParaRPr sz="1900">
              <a:latin typeface="黑体"/>
              <a:cs typeface="黑体"/>
            </a:endParaRPr>
          </a:p>
          <a:p>
            <a:pPr marL="38100">
              <a:lnSpc>
                <a:spcPct val="100000"/>
              </a:lnSpc>
              <a:spcBef>
                <a:spcPts val="1870"/>
              </a:spcBef>
            </a:pPr>
            <a:r>
              <a:rPr dirty="0" sz="2000" spc="-20" b="1">
                <a:solidFill>
                  <a:srgbClr val="E14B04"/>
                </a:solidFill>
                <a:latin typeface="宋体"/>
                <a:cs typeface="宋体"/>
              </a:rPr>
              <a:t>初始矩阵为：</a:t>
            </a:r>
            <a:endParaRPr sz="2000">
              <a:latin typeface="宋体"/>
              <a:cs typeface="宋体"/>
            </a:endParaRPr>
          </a:p>
        </p:txBody>
      </p:sp>
      <p:sp>
        <p:nvSpPr>
          <p:cNvPr id="10" name="object 10" descr=""/>
          <p:cNvSpPr txBox="1"/>
          <p:nvPr/>
        </p:nvSpPr>
        <p:spPr>
          <a:xfrm>
            <a:off x="5680939" y="4894576"/>
            <a:ext cx="139700" cy="382270"/>
          </a:xfrm>
          <a:prstGeom prst="rect">
            <a:avLst/>
          </a:prstGeom>
        </p:spPr>
        <p:txBody>
          <a:bodyPr wrap="square" lIns="0" tIns="17145" rIns="0" bIns="0" rtlCol="0" vert="horz">
            <a:spAutoFit/>
          </a:bodyPr>
          <a:lstStyle/>
          <a:p>
            <a:pPr marL="12700">
              <a:lnSpc>
                <a:spcPct val="100000"/>
              </a:lnSpc>
              <a:spcBef>
                <a:spcPts val="135"/>
              </a:spcBef>
            </a:pPr>
            <a:r>
              <a:rPr dirty="0" sz="2300" spc="-50">
                <a:latin typeface="Symbol"/>
                <a:cs typeface="Symbol"/>
              </a:rPr>
              <a:t></a:t>
            </a:r>
            <a:endParaRPr sz="2300">
              <a:latin typeface="Symbol"/>
              <a:cs typeface="Symbol"/>
            </a:endParaRPr>
          </a:p>
        </p:txBody>
      </p:sp>
      <p:sp>
        <p:nvSpPr>
          <p:cNvPr id="11" name="object 11" descr=""/>
          <p:cNvSpPr txBox="1"/>
          <p:nvPr/>
        </p:nvSpPr>
        <p:spPr>
          <a:xfrm>
            <a:off x="5680939" y="4395389"/>
            <a:ext cx="139700" cy="382270"/>
          </a:xfrm>
          <a:prstGeom prst="rect">
            <a:avLst/>
          </a:prstGeom>
        </p:spPr>
        <p:txBody>
          <a:bodyPr wrap="square" lIns="0" tIns="17145" rIns="0" bIns="0" rtlCol="0" vert="horz">
            <a:spAutoFit/>
          </a:bodyPr>
          <a:lstStyle/>
          <a:p>
            <a:pPr marL="12700">
              <a:lnSpc>
                <a:spcPct val="100000"/>
              </a:lnSpc>
              <a:spcBef>
                <a:spcPts val="135"/>
              </a:spcBef>
            </a:pPr>
            <a:r>
              <a:rPr dirty="0" sz="2300" spc="-50">
                <a:latin typeface="Symbol"/>
                <a:cs typeface="Symbol"/>
              </a:rPr>
              <a:t></a:t>
            </a:r>
            <a:endParaRPr sz="2300">
              <a:latin typeface="Symbol"/>
              <a:cs typeface="Symbol"/>
            </a:endParaRPr>
          </a:p>
        </p:txBody>
      </p:sp>
      <p:sp>
        <p:nvSpPr>
          <p:cNvPr id="12" name="object 12" descr=""/>
          <p:cNvSpPr txBox="1"/>
          <p:nvPr/>
        </p:nvSpPr>
        <p:spPr>
          <a:xfrm>
            <a:off x="4737558" y="4594135"/>
            <a:ext cx="188595" cy="382270"/>
          </a:xfrm>
          <a:prstGeom prst="rect">
            <a:avLst/>
          </a:prstGeom>
        </p:spPr>
        <p:txBody>
          <a:bodyPr wrap="square" lIns="0" tIns="17145" rIns="0" bIns="0" rtlCol="0" vert="horz">
            <a:spAutoFit/>
          </a:bodyPr>
          <a:lstStyle/>
          <a:p>
            <a:pPr marL="12700">
              <a:lnSpc>
                <a:spcPct val="100000"/>
              </a:lnSpc>
              <a:spcBef>
                <a:spcPts val="135"/>
              </a:spcBef>
            </a:pPr>
            <a:r>
              <a:rPr dirty="0" sz="2300" spc="-50">
                <a:latin typeface="Symbol"/>
                <a:cs typeface="Symbol"/>
              </a:rPr>
              <a:t></a:t>
            </a:r>
            <a:endParaRPr sz="2300">
              <a:latin typeface="Symbol"/>
              <a:cs typeface="Symbol"/>
            </a:endParaRPr>
          </a:p>
        </p:txBody>
      </p:sp>
      <p:sp>
        <p:nvSpPr>
          <p:cNvPr id="13" name="object 13" descr=""/>
          <p:cNvSpPr txBox="1"/>
          <p:nvPr/>
        </p:nvSpPr>
        <p:spPr>
          <a:xfrm>
            <a:off x="4550633" y="4395389"/>
            <a:ext cx="558800" cy="382270"/>
          </a:xfrm>
          <a:prstGeom prst="rect">
            <a:avLst/>
          </a:prstGeom>
        </p:spPr>
        <p:txBody>
          <a:bodyPr wrap="square" lIns="0" tIns="17145" rIns="0" bIns="0" rtlCol="0" vert="horz">
            <a:spAutoFit/>
          </a:bodyPr>
          <a:lstStyle/>
          <a:p>
            <a:pPr marL="12700">
              <a:lnSpc>
                <a:spcPct val="100000"/>
              </a:lnSpc>
              <a:spcBef>
                <a:spcPts val="135"/>
              </a:spcBef>
              <a:tabLst>
                <a:tab pos="431165" algn="l"/>
              </a:tabLst>
            </a:pPr>
            <a:r>
              <a:rPr dirty="0" baseline="1207" sz="3450" spc="-75">
                <a:latin typeface="Symbol"/>
                <a:cs typeface="Symbol"/>
              </a:rPr>
              <a:t></a:t>
            </a:r>
            <a:r>
              <a:rPr dirty="0" baseline="1207" sz="3450">
                <a:latin typeface="Times New Roman"/>
                <a:cs typeface="Times New Roman"/>
              </a:rPr>
              <a:t>	</a:t>
            </a:r>
            <a:r>
              <a:rPr dirty="0" sz="2300" spc="-50">
                <a:latin typeface="Symbol"/>
                <a:cs typeface="Symbol"/>
              </a:rPr>
              <a:t></a:t>
            </a:r>
            <a:endParaRPr sz="2300">
              <a:latin typeface="Symbol"/>
              <a:cs typeface="Symbol"/>
            </a:endParaRPr>
          </a:p>
        </p:txBody>
      </p:sp>
      <p:sp>
        <p:nvSpPr>
          <p:cNvPr id="14" name="object 14" descr=""/>
          <p:cNvSpPr txBox="1"/>
          <p:nvPr/>
        </p:nvSpPr>
        <p:spPr>
          <a:xfrm>
            <a:off x="3890410" y="4390759"/>
            <a:ext cx="139700" cy="382270"/>
          </a:xfrm>
          <a:prstGeom prst="rect">
            <a:avLst/>
          </a:prstGeom>
        </p:spPr>
        <p:txBody>
          <a:bodyPr wrap="square" lIns="0" tIns="17145" rIns="0" bIns="0" rtlCol="0" vert="horz">
            <a:spAutoFit/>
          </a:bodyPr>
          <a:lstStyle/>
          <a:p>
            <a:pPr marL="12700">
              <a:lnSpc>
                <a:spcPct val="100000"/>
              </a:lnSpc>
              <a:spcBef>
                <a:spcPts val="135"/>
              </a:spcBef>
            </a:pPr>
            <a:r>
              <a:rPr dirty="0" sz="2300" spc="-50">
                <a:latin typeface="Symbol"/>
                <a:cs typeface="Symbol"/>
              </a:rPr>
              <a:t></a:t>
            </a:r>
            <a:endParaRPr sz="2300">
              <a:latin typeface="Symbol"/>
              <a:cs typeface="Symbol"/>
            </a:endParaRPr>
          </a:p>
        </p:txBody>
      </p:sp>
      <p:sp>
        <p:nvSpPr>
          <p:cNvPr id="15" name="object 15" descr=""/>
          <p:cNvSpPr txBox="1"/>
          <p:nvPr/>
        </p:nvSpPr>
        <p:spPr>
          <a:xfrm>
            <a:off x="4944177" y="4821284"/>
            <a:ext cx="901700" cy="382270"/>
          </a:xfrm>
          <a:prstGeom prst="rect">
            <a:avLst/>
          </a:prstGeom>
        </p:spPr>
        <p:txBody>
          <a:bodyPr wrap="square" lIns="0" tIns="17145" rIns="0" bIns="0" rtlCol="0" vert="horz">
            <a:spAutoFit/>
          </a:bodyPr>
          <a:lstStyle/>
          <a:p>
            <a:pPr marL="38100">
              <a:lnSpc>
                <a:spcPct val="100000"/>
              </a:lnSpc>
              <a:spcBef>
                <a:spcPts val="135"/>
              </a:spcBef>
            </a:pPr>
            <a:r>
              <a:rPr dirty="0" baseline="27777" sz="3450" spc="-15">
                <a:latin typeface="Symbol"/>
                <a:cs typeface="Symbol"/>
              </a:rPr>
              <a:t></a:t>
            </a:r>
            <a:r>
              <a:rPr dirty="0" sz="2300" spc="-10">
                <a:latin typeface="Times New Roman"/>
                <a:cs typeface="Times New Roman"/>
              </a:rPr>
              <a:t>1010</a:t>
            </a:r>
            <a:r>
              <a:rPr dirty="0" baseline="27777" sz="3450" spc="-15">
                <a:latin typeface="Symbol"/>
                <a:cs typeface="Symbol"/>
              </a:rPr>
              <a:t></a:t>
            </a:r>
            <a:endParaRPr baseline="27777" sz="3450">
              <a:latin typeface="Symbol"/>
              <a:cs typeface="Symbol"/>
            </a:endParaRPr>
          </a:p>
        </p:txBody>
      </p:sp>
      <p:sp>
        <p:nvSpPr>
          <p:cNvPr id="16" name="object 16" descr=""/>
          <p:cNvSpPr txBox="1"/>
          <p:nvPr/>
        </p:nvSpPr>
        <p:spPr>
          <a:xfrm>
            <a:off x="3657750" y="4594134"/>
            <a:ext cx="188595" cy="382270"/>
          </a:xfrm>
          <a:prstGeom prst="rect">
            <a:avLst/>
          </a:prstGeom>
        </p:spPr>
        <p:txBody>
          <a:bodyPr wrap="square" lIns="0" tIns="17145" rIns="0" bIns="0" rtlCol="0" vert="horz">
            <a:spAutoFit/>
          </a:bodyPr>
          <a:lstStyle/>
          <a:p>
            <a:pPr marL="12700">
              <a:lnSpc>
                <a:spcPct val="100000"/>
              </a:lnSpc>
              <a:spcBef>
                <a:spcPts val="135"/>
              </a:spcBef>
            </a:pPr>
            <a:r>
              <a:rPr dirty="0" sz="2300" spc="-50">
                <a:latin typeface="Symbol"/>
                <a:cs typeface="Symbol"/>
              </a:rPr>
              <a:t></a:t>
            </a:r>
            <a:endParaRPr sz="2300">
              <a:latin typeface="Symbol"/>
              <a:cs typeface="Symbol"/>
            </a:endParaRPr>
          </a:p>
        </p:txBody>
      </p:sp>
      <p:sp>
        <p:nvSpPr>
          <p:cNvPr id="17" name="object 17" descr=""/>
          <p:cNvSpPr txBox="1"/>
          <p:nvPr/>
        </p:nvSpPr>
        <p:spPr>
          <a:xfrm>
            <a:off x="5085586" y="4376895"/>
            <a:ext cx="628015" cy="382270"/>
          </a:xfrm>
          <a:prstGeom prst="rect">
            <a:avLst/>
          </a:prstGeom>
        </p:spPr>
        <p:txBody>
          <a:bodyPr wrap="square" lIns="0" tIns="17145" rIns="0" bIns="0" rtlCol="0" vert="horz">
            <a:spAutoFit/>
          </a:bodyPr>
          <a:lstStyle/>
          <a:p>
            <a:pPr marL="12700">
              <a:lnSpc>
                <a:spcPct val="100000"/>
              </a:lnSpc>
              <a:spcBef>
                <a:spcPts val="135"/>
              </a:spcBef>
            </a:pPr>
            <a:r>
              <a:rPr dirty="0" sz="2300" spc="-20">
                <a:latin typeface="Times New Roman"/>
                <a:cs typeface="Times New Roman"/>
              </a:rPr>
              <a:t>0110</a:t>
            </a:r>
            <a:endParaRPr sz="2300">
              <a:latin typeface="Times New Roman"/>
              <a:cs typeface="Times New Roman"/>
            </a:endParaRPr>
          </a:p>
        </p:txBody>
      </p:sp>
      <p:sp>
        <p:nvSpPr>
          <p:cNvPr id="18" name="object 18" descr=""/>
          <p:cNvSpPr txBox="1"/>
          <p:nvPr/>
        </p:nvSpPr>
        <p:spPr>
          <a:xfrm>
            <a:off x="3890411" y="4899198"/>
            <a:ext cx="1218565" cy="382270"/>
          </a:xfrm>
          <a:prstGeom prst="rect">
            <a:avLst/>
          </a:prstGeom>
        </p:spPr>
        <p:txBody>
          <a:bodyPr wrap="square" lIns="0" tIns="17145" rIns="0" bIns="0" rtlCol="0" vert="horz">
            <a:spAutoFit/>
          </a:bodyPr>
          <a:lstStyle/>
          <a:p>
            <a:pPr marL="12700">
              <a:lnSpc>
                <a:spcPct val="100000"/>
              </a:lnSpc>
              <a:spcBef>
                <a:spcPts val="135"/>
              </a:spcBef>
              <a:tabLst>
                <a:tab pos="354965" algn="l"/>
                <a:tab pos="1091565" algn="l"/>
              </a:tabLst>
            </a:pPr>
            <a:r>
              <a:rPr dirty="0" sz="2300" spc="-50">
                <a:latin typeface="Symbol"/>
                <a:cs typeface="Symbol"/>
              </a:rPr>
              <a:t></a:t>
            </a:r>
            <a:r>
              <a:rPr dirty="0" sz="2300">
                <a:latin typeface="Times New Roman"/>
                <a:cs typeface="Times New Roman"/>
              </a:rPr>
              <a:t>	</a:t>
            </a:r>
            <a:r>
              <a:rPr dirty="0" baseline="1633" sz="2550" i="1">
                <a:latin typeface="Times New Roman"/>
                <a:cs typeface="Times New Roman"/>
              </a:rPr>
              <a:t>AB</a:t>
            </a:r>
            <a:r>
              <a:rPr dirty="0" baseline="1633" sz="2550" spc="-7" i="1">
                <a:latin typeface="Times New Roman"/>
                <a:cs typeface="Times New Roman"/>
              </a:rPr>
              <a:t> </a:t>
            </a:r>
            <a:r>
              <a:rPr dirty="0" sz="2300" spc="-50">
                <a:latin typeface="Symbol"/>
                <a:cs typeface="Symbol"/>
              </a:rPr>
              <a:t></a:t>
            </a:r>
            <a:r>
              <a:rPr dirty="0" sz="2300">
                <a:latin typeface="Times New Roman"/>
                <a:cs typeface="Times New Roman"/>
              </a:rPr>
              <a:t>	</a:t>
            </a:r>
            <a:r>
              <a:rPr dirty="0" baseline="1207" sz="3450" spc="-75">
                <a:latin typeface="Symbol"/>
                <a:cs typeface="Symbol"/>
              </a:rPr>
              <a:t></a:t>
            </a:r>
            <a:endParaRPr baseline="1207" sz="3450">
              <a:latin typeface="Symbol"/>
              <a:cs typeface="Symbol"/>
            </a:endParaRPr>
          </a:p>
        </p:txBody>
      </p:sp>
      <p:sp>
        <p:nvSpPr>
          <p:cNvPr id="19" name="object 19" descr=""/>
          <p:cNvSpPr txBox="1"/>
          <p:nvPr/>
        </p:nvSpPr>
        <p:spPr>
          <a:xfrm>
            <a:off x="3277904" y="4533700"/>
            <a:ext cx="297180" cy="520700"/>
          </a:xfrm>
          <a:prstGeom prst="rect">
            <a:avLst/>
          </a:prstGeom>
        </p:spPr>
        <p:txBody>
          <a:bodyPr wrap="square" lIns="0" tIns="12700" rIns="0" bIns="0" rtlCol="0" vert="horz">
            <a:spAutoFit/>
          </a:bodyPr>
          <a:lstStyle/>
          <a:p>
            <a:pPr marL="17780">
              <a:lnSpc>
                <a:spcPts val="1950"/>
              </a:lnSpc>
              <a:spcBef>
                <a:spcPts val="100"/>
              </a:spcBef>
            </a:pPr>
            <a:r>
              <a:rPr dirty="0" sz="1700" spc="-25">
                <a:latin typeface="Times New Roman"/>
                <a:cs typeface="Times New Roman"/>
              </a:rPr>
              <a:t>(0)</a:t>
            </a:r>
            <a:endParaRPr sz="1700">
              <a:latin typeface="Times New Roman"/>
              <a:cs typeface="Times New Roman"/>
            </a:endParaRPr>
          </a:p>
          <a:p>
            <a:pPr marL="12700">
              <a:lnSpc>
                <a:spcPts val="1950"/>
              </a:lnSpc>
            </a:pPr>
            <a:r>
              <a:rPr dirty="0" sz="1700" spc="-50" i="1">
                <a:latin typeface="Times New Roman"/>
                <a:cs typeface="Times New Roman"/>
              </a:rPr>
              <a:t>A</a:t>
            </a:r>
            <a:endParaRPr sz="1700">
              <a:latin typeface="Times New Roman"/>
              <a:cs typeface="Times New Roman"/>
            </a:endParaRPr>
          </a:p>
        </p:txBody>
      </p:sp>
      <p:sp>
        <p:nvSpPr>
          <p:cNvPr id="20" name="object 20" descr=""/>
          <p:cNvSpPr txBox="1"/>
          <p:nvPr/>
        </p:nvSpPr>
        <p:spPr>
          <a:xfrm>
            <a:off x="4233113" y="4527116"/>
            <a:ext cx="297180" cy="285115"/>
          </a:xfrm>
          <a:prstGeom prst="rect">
            <a:avLst/>
          </a:prstGeom>
        </p:spPr>
        <p:txBody>
          <a:bodyPr wrap="square" lIns="0" tIns="12700" rIns="0" bIns="0" rtlCol="0" vert="horz">
            <a:spAutoFit/>
          </a:bodyPr>
          <a:lstStyle/>
          <a:p>
            <a:pPr marL="12700">
              <a:lnSpc>
                <a:spcPct val="100000"/>
              </a:lnSpc>
              <a:spcBef>
                <a:spcPts val="100"/>
              </a:spcBef>
            </a:pPr>
            <a:r>
              <a:rPr dirty="0" sz="1700" spc="-25" i="1">
                <a:latin typeface="Times New Roman"/>
                <a:cs typeface="Times New Roman"/>
              </a:rPr>
              <a:t>AA</a:t>
            </a:r>
            <a:endParaRPr sz="1700">
              <a:latin typeface="Times New Roman"/>
              <a:cs typeface="Times New Roman"/>
            </a:endParaRPr>
          </a:p>
        </p:txBody>
      </p:sp>
      <p:sp>
        <p:nvSpPr>
          <p:cNvPr id="21" name="object 21" descr=""/>
          <p:cNvSpPr txBox="1"/>
          <p:nvPr/>
        </p:nvSpPr>
        <p:spPr>
          <a:xfrm>
            <a:off x="3852311" y="4672043"/>
            <a:ext cx="863600" cy="382270"/>
          </a:xfrm>
          <a:prstGeom prst="rect">
            <a:avLst/>
          </a:prstGeom>
        </p:spPr>
        <p:txBody>
          <a:bodyPr wrap="square" lIns="0" tIns="17145" rIns="0" bIns="0" rtlCol="0" vert="horz">
            <a:spAutoFit/>
          </a:bodyPr>
          <a:lstStyle/>
          <a:p>
            <a:pPr marL="50800">
              <a:lnSpc>
                <a:spcPct val="100000"/>
              </a:lnSpc>
              <a:spcBef>
                <a:spcPts val="135"/>
              </a:spcBef>
              <a:tabLst>
                <a:tab pos="710565" algn="l"/>
              </a:tabLst>
            </a:pPr>
            <a:r>
              <a:rPr dirty="0" sz="2300" spc="-25">
                <a:latin typeface="Symbol"/>
                <a:cs typeface="Symbol"/>
              </a:rPr>
              <a:t></a:t>
            </a:r>
            <a:r>
              <a:rPr dirty="0" baseline="-28985" sz="3450" spc="-37" i="1">
                <a:latin typeface="Times New Roman"/>
                <a:cs typeface="Times New Roman"/>
              </a:rPr>
              <a:t>C</a:t>
            </a:r>
            <a:r>
              <a:rPr dirty="0" baseline="-28985" sz="3450" i="1">
                <a:latin typeface="Times New Roman"/>
                <a:cs typeface="Times New Roman"/>
              </a:rPr>
              <a:t>	</a:t>
            </a:r>
            <a:r>
              <a:rPr dirty="0" sz="2300" spc="-50">
                <a:latin typeface="Symbol"/>
                <a:cs typeface="Symbol"/>
              </a:rPr>
              <a:t></a:t>
            </a:r>
            <a:endParaRPr sz="2300">
              <a:latin typeface="Symbol"/>
              <a:cs typeface="Symbol"/>
            </a:endParaRPr>
          </a:p>
        </p:txBody>
      </p:sp>
      <p:sp>
        <p:nvSpPr>
          <p:cNvPr id="22" name="object 22" descr=""/>
          <p:cNvSpPr txBox="1"/>
          <p:nvPr/>
        </p:nvSpPr>
        <p:spPr>
          <a:xfrm>
            <a:off x="4001763" y="4372265"/>
            <a:ext cx="223520" cy="382270"/>
          </a:xfrm>
          <a:prstGeom prst="rect">
            <a:avLst/>
          </a:prstGeom>
        </p:spPr>
        <p:txBody>
          <a:bodyPr wrap="square" lIns="0" tIns="17145" rIns="0" bIns="0" rtlCol="0" vert="horz">
            <a:spAutoFit/>
          </a:bodyPr>
          <a:lstStyle/>
          <a:p>
            <a:pPr marL="12700">
              <a:lnSpc>
                <a:spcPct val="100000"/>
              </a:lnSpc>
              <a:spcBef>
                <a:spcPts val="135"/>
              </a:spcBef>
            </a:pPr>
            <a:r>
              <a:rPr dirty="0" sz="2300" spc="-50" i="1">
                <a:latin typeface="Times New Roman"/>
                <a:cs typeface="Times New Roman"/>
              </a:rPr>
              <a:t>C</a:t>
            </a:r>
            <a:endParaRPr sz="2300">
              <a:latin typeface="Times New Roman"/>
              <a:cs typeface="Times New Roman"/>
            </a:endParaRPr>
          </a:p>
        </p:txBody>
      </p:sp>
      <p:sp>
        <p:nvSpPr>
          <p:cNvPr id="23" name="object 23" descr=""/>
          <p:cNvSpPr txBox="1"/>
          <p:nvPr/>
        </p:nvSpPr>
        <p:spPr>
          <a:xfrm>
            <a:off x="2968343" y="4594134"/>
            <a:ext cx="273050" cy="382270"/>
          </a:xfrm>
          <a:prstGeom prst="rect">
            <a:avLst/>
          </a:prstGeom>
        </p:spPr>
        <p:txBody>
          <a:bodyPr wrap="square" lIns="0" tIns="17145" rIns="0" bIns="0" rtlCol="0" vert="horz">
            <a:spAutoFit/>
          </a:bodyPr>
          <a:lstStyle/>
          <a:p>
            <a:pPr marL="12700">
              <a:lnSpc>
                <a:spcPct val="100000"/>
              </a:lnSpc>
              <a:spcBef>
                <a:spcPts val="135"/>
              </a:spcBef>
            </a:pPr>
            <a:r>
              <a:rPr dirty="0" sz="2300" spc="-50" i="1">
                <a:latin typeface="Times New Roman"/>
                <a:cs typeface="Times New Roman"/>
              </a:rPr>
              <a:t>M</a:t>
            </a:r>
            <a:endParaRPr sz="2300">
              <a:latin typeface="Times New Roman"/>
              <a:cs typeface="Times New Roman"/>
            </a:endParaRPr>
          </a:p>
        </p:txBody>
      </p:sp>
      <p:sp>
        <p:nvSpPr>
          <p:cNvPr id="24" name="object 24" descr=""/>
          <p:cNvSpPr txBox="1"/>
          <p:nvPr/>
        </p:nvSpPr>
        <p:spPr>
          <a:xfrm>
            <a:off x="8458830" y="4394946"/>
            <a:ext cx="838835" cy="378460"/>
          </a:xfrm>
          <a:prstGeom prst="rect">
            <a:avLst/>
          </a:prstGeom>
        </p:spPr>
        <p:txBody>
          <a:bodyPr wrap="square" lIns="0" tIns="14605" rIns="0" bIns="0" rtlCol="0" vert="horz">
            <a:spAutoFit/>
          </a:bodyPr>
          <a:lstStyle/>
          <a:p>
            <a:pPr marL="12700">
              <a:lnSpc>
                <a:spcPct val="100000"/>
              </a:lnSpc>
              <a:spcBef>
                <a:spcPts val="115"/>
              </a:spcBef>
              <a:tabLst>
                <a:tab pos="713105" algn="l"/>
              </a:tabLst>
            </a:pPr>
            <a:r>
              <a:rPr dirty="0" sz="2300" spc="-50">
                <a:latin typeface="Symbol"/>
                <a:cs typeface="Symbol"/>
              </a:rPr>
              <a:t></a:t>
            </a:r>
            <a:r>
              <a:rPr dirty="0" sz="2300">
                <a:latin typeface="Times New Roman"/>
                <a:cs typeface="Times New Roman"/>
              </a:rPr>
              <a:t>	</a:t>
            </a:r>
            <a:r>
              <a:rPr dirty="0" sz="2300" spc="-50">
                <a:latin typeface="Symbol"/>
                <a:cs typeface="Symbol"/>
              </a:rPr>
              <a:t></a:t>
            </a:r>
            <a:endParaRPr sz="2300">
              <a:latin typeface="Symbol"/>
              <a:cs typeface="Symbol"/>
            </a:endParaRPr>
          </a:p>
        </p:txBody>
      </p:sp>
      <p:sp>
        <p:nvSpPr>
          <p:cNvPr id="25" name="object 25" descr=""/>
          <p:cNvSpPr txBox="1"/>
          <p:nvPr/>
        </p:nvSpPr>
        <p:spPr>
          <a:xfrm>
            <a:off x="8229827" y="4591687"/>
            <a:ext cx="186055" cy="378460"/>
          </a:xfrm>
          <a:prstGeom prst="rect">
            <a:avLst/>
          </a:prstGeom>
        </p:spPr>
        <p:txBody>
          <a:bodyPr wrap="square" lIns="0" tIns="14605" rIns="0" bIns="0" rtlCol="0" vert="horz">
            <a:spAutoFit/>
          </a:bodyPr>
          <a:lstStyle/>
          <a:p>
            <a:pPr marL="12700">
              <a:lnSpc>
                <a:spcPct val="100000"/>
              </a:lnSpc>
              <a:spcBef>
                <a:spcPts val="115"/>
              </a:spcBef>
            </a:pPr>
            <a:r>
              <a:rPr dirty="0" sz="2300" spc="-50">
                <a:latin typeface="Symbol"/>
                <a:cs typeface="Symbol"/>
              </a:rPr>
              <a:t></a:t>
            </a:r>
            <a:endParaRPr sz="2300">
              <a:latin typeface="Symbol"/>
              <a:cs typeface="Symbol"/>
            </a:endParaRPr>
          </a:p>
        </p:txBody>
      </p:sp>
      <p:sp>
        <p:nvSpPr>
          <p:cNvPr id="26" name="object 26" descr=""/>
          <p:cNvSpPr txBox="1"/>
          <p:nvPr/>
        </p:nvSpPr>
        <p:spPr>
          <a:xfrm>
            <a:off x="8045180" y="4390363"/>
            <a:ext cx="137795" cy="378460"/>
          </a:xfrm>
          <a:prstGeom prst="rect">
            <a:avLst/>
          </a:prstGeom>
        </p:spPr>
        <p:txBody>
          <a:bodyPr wrap="square" lIns="0" tIns="14605" rIns="0" bIns="0" rtlCol="0" vert="horz">
            <a:spAutoFit/>
          </a:bodyPr>
          <a:lstStyle/>
          <a:p>
            <a:pPr marL="12700">
              <a:lnSpc>
                <a:spcPct val="100000"/>
              </a:lnSpc>
              <a:spcBef>
                <a:spcPts val="115"/>
              </a:spcBef>
            </a:pPr>
            <a:r>
              <a:rPr dirty="0" sz="2300" spc="-50">
                <a:latin typeface="Symbol"/>
                <a:cs typeface="Symbol"/>
              </a:rPr>
              <a:t></a:t>
            </a:r>
            <a:endParaRPr sz="2300">
              <a:latin typeface="Symbol"/>
              <a:cs typeface="Symbol"/>
            </a:endParaRPr>
          </a:p>
        </p:txBody>
      </p:sp>
      <p:sp>
        <p:nvSpPr>
          <p:cNvPr id="27" name="object 27" descr=""/>
          <p:cNvSpPr txBox="1"/>
          <p:nvPr/>
        </p:nvSpPr>
        <p:spPr>
          <a:xfrm>
            <a:off x="7403790" y="4390363"/>
            <a:ext cx="137795" cy="378460"/>
          </a:xfrm>
          <a:prstGeom prst="rect">
            <a:avLst/>
          </a:prstGeom>
        </p:spPr>
        <p:txBody>
          <a:bodyPr wrap="square" lIns="0" tIns="14605" rIns="0" bIns="0" rtlCol="0" vert="horz">
            <a:spAutoFit/>
          </a:bodyPr>
          <a:lstStyle/>
          <a:p>
            <a:pPr marL="12700">
              <a:lnSpc>
                <a:spcPct val="100000"/>
              </a:lnSpc>
              <a:spcBef>
                <a:spcPts val="115"/>
              </a:spcBef>
            </a:pPr>
            <a:r>
              <a:rPr dirty="0" sz="2300" spc="-50">
                <a:latin typeface="Symbol"/>
                <a:cs typeface="Symbol"/>
              </a:rPr>
              <a:t></a:t>
            </a:r>
            <a:endParaRPr sz="2300">
              <a:latin typeface="Symbol"/>
              <a:cs typeface="Symbol"/>
            </a:endParaRPr>
          </a:p>
        </p:txBody>
      </p:sp>
      <p:sp>
        <p:nvSpPr>
          <p:cNvPr id="28" name="object 28" descr=""/>
          <p:cNvSpPr txBox="1"/>
          <p:nvPr/>
        </p:nvSpPr>
        <p:spPr>
          <a:xfrm>
            <a:off x="8433430" y="4816546"/>
            <a:ext cx="889635" cy="378460"/>
          </a:xfrm>
          <a:prstGeom prst="rect">
            <a:avLst/>
          </a:prstGeom>
        </p:spPr>
        <p:txBody>
          <a:bodyPr wrap="square" lIns="0" tIns="14605" rIns="0" bIns="0" rtlCol="0" vert="horz">
            <a:spAutoFit/>
          </a:bodyPr>
          <a:lstStyle/>
          <a:p>
            <a:pPr marL="38100">
              <a:lnSpc>
                <a:spcPct val="100000"/>
              </a:lnSpc>
              <a:spcBef>
                <a:spcPts val="115"/>
              </a:spcBef>
            </a:pPr>
            <a:r>
              <a:rPr dirty="0" baseline="26570" sz="3450" spc="-15">
                <a:latin typeface="Symbol"/>
                <a:cs typeface="Symbol"/>
              </a:rPr>
              <a:t></a:t>
            </a:r>
            <a:r>
              <a:rPr dirty="0" sz="2300" spc="-10">
                <a:latin typeface="Times New Roman"/>
                <a:cs typeface="Times New Roman"/>
              </a:rPr>
              <a:t>0110</a:t>
            </a:r>
            <a:r>
              <a:rPr dirty="0" baseline="26570" sz="3450" spc="-15">
                <a:latin typeface="Symbol"/>
                <a:cs typeface="Symbol"/>
              </a:rPr>
              <a:t></a:t>
            </a:r>
            <a:endParaRPr baseline="26570" sz="3450">
              <a:latin typeface="Symbol"/>
              <a:cs typeface="Symbol"/>
            </a:endParaRPr>
          </a:p>
        </p:txBody>
      </p:sp>
      <p:sp>
        <p:nvSpPr>
          <p:cNvPr id="29" name="object 29" descr=""/>
          <p:cNvSpPr txBox="1"/>
          <p:nvPr/>
        </p:nvSpPr>
        <p:spPr>
          <a:xfrm>
            <a:off x="7403790" y="4893674"/>
            <a:ext cx="1893570" cy="378460"/>
          </a:xfrm>
          <a:prstGeom prst="rect">
            <a:avLst/>
          </a:prstGeom>
        </p:spPr>
        <p:txBody>
          <a:bodyPr wrap="square" lIns="0" tIns="14605" rIns="0" bIns="0" rtlCol="0" vert="horz">
            <a:spAutoFit/>
          </a:bodyPr>
          <a:lstStyle/>
          <a:p>
            <a:pPr marL="12700">
              <a:lnSpc>
                <a:spcPct val="100000"/>
              </a:lnSpc>
              <a:spcBef>
                <a:spcPts val="115"/>
              </a:spcBef>
              <a:tabLst>
                <a:tab pos="340360" algn="l"/>
                <a:tab pos="1067435" algn="l"/>
                <a:tab pos="1767839" algn="l"/>
              </a:tabLst>
            </a:pPr>
            <a:r>
              <a:rPr dirty="0" sz="2300" spc="-50">
                <a:latin typeface="Symbol"/>
                <a:cs typeface="Symbol"/>
              </a:rPr>
              <a:t></a:t>
            </a:r>
            <a:r>
              <a:rPr dirty="0" sz="2300">
                <a:latin typeface="Times New Roman"/>
                <a:cs typeface="Times New Roman"/>
              </a:rPr>
              <a:t>	</a:t>
            </a:r>
            <a:r>
              <a:rPr dirty="0" baseline="1683" sz="2475" i="1">
                <a:latin typeface="Times New Roman"/>
                <a:cs typeface="Times New Roman"/>
              </a:rPr>
              <a:t>BB</a:t>
            </a:r>
            <a:r>
              <a:rPr dirty="0" baseline="1683" sz="2475" spc="37" i="1">
                <a:latin typeface="Times New Roman"/>
                <a:cs typeface="Times New Roman"/>
              </a:rPr>
              <a:t> </a:t>
            </a:r>
            <a:r>
              <a:rPr dirty="0" sz="2300" spc="-50">
                <a:latin typeface="Symbol"/>
                <a:cs typeface="Symbol"/>
              </a:rPr>
              <a:t></a:t>
            </a:r>
            <a:r>
              <a:rPr dirty="0" sz="2300">
                <a:latin typeface="Times New Roman"/>
                <a:cs typeface="Times New Roman"/>
              </a:rPr>
              <a:t>	</a:t>
            </a:r>
            <a:r>
              <a:rPr dirty="0" baseline="1207" sz="3450" spc="-75">
                <a:latin typeface="Symbol"/>
                <a:cs typeface="Symbol"/>
              </a:rPr>
              <a:t></a:t>
            </a:r>
            <a:r>
              <a:rPr dirty="0" baseline="1207" sz="3450">
                <a:latin typeface="Times New Roman"/>
                <a:cs typeface="Times New Roman"/>
              </a:rPr>
              <a:t>	</a:t>
            </a:r>
            <a:r>
              <a:rPr dirty="0" baseline="1207" sz="3450" spc="-75">
                <a:latin typeface="Symbol"/>
                <a:cs typeface="Symbol"/>
              </a:rPr>
              <a:t></a:t>
            </a:r>
            <a:endParaRPr baseline="1207" sz="3450">
              <a:latin typeface="Symbol"/>
              <a:cs typeface="Symbol"/>
            </a:endParaRPr>
          </a:p>
        </p:txBody>
      </p:sp>
      <p:sp>
        <p:nvSpPr>
          <p:cNvPr id="30" name="object 30" descr=""/>
          <p:cNvSpPr txBox="1"/>
          <p:nvPr/>
        </p:nvSpPr>
        <p:spPr>
          <a:xfrm>
            <a:off x="7174786" y="4591687"/>
            <a:ext cx="186055" cy="378460"/>
          </a:xfrm>
          <a:prstGeom prst="rect">
            <a:avLst/>
          </a:prstGeom>
        </p:spPr>
        <p:txBody>
          <a:bodyPr wrap="square" lIns="0" tIns="14605" rIns="0" bIns="0" rtlCol="0" vert="horz">
            <a:spAutoFit/>
          </a:bodyPr>
          <a:lstStyle/>
          <a:p>
            <a:pPr marL="12700">
              <a:lnSpc>
                <a:spcPct val="100000"/>
              </a:lnSpc>
              <a:spcBef>
                <a:spcPts val="115"/>
              </a:spcBef>
            </a:pPr>
            <a:r>
              <a:rPr dirty="0" sz="2300" spc="-50">
                <a:latin typeface="Symbol"/>
                <a:cs typeface="Symbol"/>
              </a:rPr>
              <a:t></a:t>
            </a:r>
            <a:endParaRPr sz="2300">
              <a:latin typeface="Symbol"/>
              <a:cs typeface="Symbol"/>
            </a:endParaRPr>
          </a:p>
        </p:txBody>
      </p:sp>
      <p:sp>
        <p:nvSpPr>
          <p:cNvPr id="31" name="object 31" descr=""/>
          <p:cNvSpPr txBox="1"/>
          <p:nvPr/>
        </p:nvSpPr>
        <p:spPr>
          <a:xfrm>
            <a:off x="8545622" y="4376639"/>
            <a:ext cx="618490" cy="378460"/>
          </a:xfrm>
          <a:prstGeom prst="rect">
            <a:avLst/>
          </a:prstGeom>
        </p:spPr>
        <p:txBody>
          <a:bodyPr wrap="square" lIns="0" tIns="14605" rIns="0" bIns="0" rtlCol="0" vert="horz">
            <a:spAutoFit/>
          </a:bodyPr>
          <a:lstStyle/>
          <a:p>
            <a:pPr marL="12700">
              <a:lnSpc>
                <a:spcPct val="100000"/>
              </a:lnSpc>
              <a:spcBef>
                <a:spcPts val="115"/>
              </a:spcBef>
            </a:pPr>
            <a:r>
              <a:rPr dirty="0" sz="2300" spc="-20">
                <a:latin typeface="Times New Roman"/>
                <a:cs typeface="Times New Roman"/>
              </a:rPr>
              <a:t>1011</a:t>
            </a:r>
            <a:endParaRPr sz="2300">
              <a:latin typeface="Times New Roman"/>
              <a:cs typeface="Times New Roman"/>
            </a:endParaRPr>
          </a:p>
        </p:txBody>
      </p:sp>
      <p:sp>
        <p:nvSpPr>
          <p:cNvPr id="32" name="object 32" descr=""/>
          <p:cNvSpPr txBox="1"/>
          <p:nvPr/>
        </p:nvSpPr>
        <p:spPr>
          <a:xfrm>
            <a:off x="6790480" y="4531862"/>
            <a:ext cx="302895" cy="512445"/>
          </a:xfrm>
          <a:prstGeom prst="rect">
            <a:avLst/>
          </a:prstGeom>
        </p:spPr>
        <p:txBody>
          <a:bodyPr wrap="square" lIns="0" tIns="17145" rIns="0" bIns="0" rtlCol="0" vert="horz">
            <a:spAutoFit/>
          </a:bodyPr>
          <a:lstStyle/>
          <a:p>
            <a:pPr marL="26670">
              <a:lnSpc>
                <a:spcPts val="1895"/>
              </a:lnSpc>
              <a:spcBef>
                <a:spcPts val="135"/>
              </a:spcBef>
            </a:pPr>
            <a:r>
              <a:rPr dirty="0" sz="1650" spc="-25">
                <a:latin typeface="Times New Roman"/>
                <a:cs typeface="Times New Roman"/>
              </a:rPr>
              <a:t>(0)</a:t>
            </a:r>
            <a:endParaRPr sz="1650">
              <a:latin typeface="Times New Roman"/>
              <a:cs typeface="Times New Roman"/>
            </a:endParaRPr>
          </a:p>
          <a:p>
            <a:pPr marL="12700">
              <a:lnSpc>
                <a:spcPts val="1895"/>
              </a:lnSpc>
            </a:pPr>
            <a:r>
              <a:rPr dirty="0" sz="1650" spc="-50" i="1">
                <a:latin typeface="Times New Roman"/>
                <a:cs typeface="Times New Roman"/>
              </a:rPr>
              <a:t>B</a:t>
            </a:r>
            <a:endParaRPr sz="1650">
              <a:latin typeface="Times New Roman"/>
              <a:cs typeface="Times New Roman"/>
            </a:endParaRPr>
          </a:p>
        </p:txBody>
      </p:sp>
      <p:sp>
        <p:nvSpPr>
          <p:cNvPr id="33" name="object 33" descr=""/>
          <p:cNvSpPr txBox="1"/>
          <p:nvPr/>
        </p:nvSpPr>
        <p:spPr>
          <a:xfrm>
            <a:off x="7731992" y="4525344"/>
            <a:ext cx="293370" cy="282575"/>
          </a:xfrm>
          <a:prstGeom prst="rect">
            <a:avLst/>
          </a:prstGeom>
        </p:spPr>
        <p:txBody>
          <a:bodyPr wrap="square" lIns="0" tIns="17145" rIns="0" bIns="0" rtlCol="0" vert="horz">
            <a:spAutoFit/>
          </a:bodyPr>
          <a:lstStyle/>
          <a:p>
            <a:pPr marL="12700">
              <a:lnSpc>
                <a:spcPct val="100000"/>
              </a:lnSpc>
              <a:spcBef>
                <a:spcPts val="135"/>
              </a:spcBef>
            </a:pPr>
            <a:r>
              <a:rPr dirty="0" sz="1650" spc="-25" i="1">
                <a:latin typeface="Times New Roman"/>
                <a:cs typeface="Times New Roman"/>
              </a:rPr>
              <a:t>BA</a:t>
            </a:r>
            <a:endParaRPr sz="1650">
              <a:latin typeface="Times New Roman"/>
              <a:cs typeface="Times New Roman"/>
            </a:endParaRPr>
          </a:p>
        </p:txBody>
      </p:sp>
      <p:sp>
        <p:nvSpPr>
          <p:cNvPr id="34" name="object 34" descr=""/>
          <p:cNvSpPr txBox="1"/>
          <p:nvPr/>
        </p:nvSpPr>
        <p:spPr>
          <a:xfrm>
            <a:off x="7365690" y="4668810"/>
            <a:ext cx="842644" cy="378460"/>
          </a:xfrm>
          <a:prstGeom prst="rect">
            <a:avLst/>
          </a:prstGeom>
        </p:spPr>
        <p:txBody>
          <a:bodyPr wrap="square" lIns="0" tIns="14605" rIns="0" bIns="0" rtlCol="0" vert="horz">
            <a:spAutoFit/>
          </a:bodyPr>
          <a:lstStyle/>
          <a:p>
            <a:pPr marL="50800">
              <a:lnSpc>
                <a:spcPct val="100000"/>
              </a:lnSpc>
              <a:spcBef>
                <a:spcPts val="115"/>
              </a:spcBef>
              <a:tabLst>
                <a:tab pos="691515" algn="l"/>
              </a:tabLst>
            </a:pPr>
            <a:r>
              <a:rPr dirty="0" sz="2300" spc="-25">
                <a:latin typeface="Symbol"/>
                <a:cs typeface="Symbol"/>
              </a:rPr>
              <a:t></a:t>
            </a:r>
            <a:r>
              <a:rPr dirty="0" baseline="-27777" sz="3450" spc="-37" i="1">
                <a:latin typeface="Times New Roman"/>
                <a:cs typeface="Times New Roman"/>
              </a:rPr>
              <a:t>C</a:t>
            </a:r>
            <a:r>
              <a:rPr dirty="0" baseline="-27777" sz="3450" i="1">
                <a:latin typeface="Times New Roman"/>
                <a:cs typeface="Times New Roman"/>
              </a:rPr>
              <a:t>	</a:t>
            </a:r>
            <a:r>
              <a:rPr dirty="0" sz="2300" spc="-50">
                <a:latin typeface="Symbol"/>
                <a:cs typeface="Symbol"/>
              </a:rPr>
              <a:t></a:t>
            </a:r>
            <a:endParaRPr sz="2300">
              <a:latin typeface="Symbol"/>
              <a:cs typeface="Symbol"/>
            </a:endParaRPr>
          </a:p>
        </p:txBody>
      </p:sp>
      <p:sp>
        <p:nvSpPr>
          <p:cNvPr id="35" name="object 35" descr=""/>
          <p:cNvSpPr txBox="1"/>
          <p:nvPr/>
        </p:nvSpPr>
        <p:spPr>
          <a:xfrm>
            <a:off x="7513419" y="4372056"/>
            <a:ext cx="220979" cy="378460"/>
          </a:xfrm>
          <a:prstGeom prst="rect">
            <a:avLst/>
          </a:prstGeom>
        </p:spPr>
        <p:txBody>
          <a:bodyPr wrap="square" lIns="0" tIns="14605" rIns="0" bIns="0" rtlCol="0" vert="horz">
            <a:spAutoFit/>
          </a:bodyPr>
          <a:lstStyle/>
          <a:p>
            <a:pPr marL="12700">
              <a:lnSpc>
                <a:spcPct val="100000"/>
              </a:lnSpc>
              <a:spcBef>
                <a:spcPts val="115"/>
              </a:spcBef>
            </a:pPr>
            <a:r>
              <a:rPr dirty="0" sz="2300" spc="-50" i="1">
                <a:latin typeface="Times New Roman"/>
                <a:cs typeface="Times New Roman"/>
              </a:rPr>
              <a:t>C</a:t>
            </a:r>
            <a:endParaRPr sz="2300">
              <a:latin typeface="Times New Roman"/>
              <a:cs typeface="Times New Roman"/>
            </a:endParaRPr>
          </a:p>
        </p:txBody>
      </p:sp>
      <p:sp>
        <p:nvSpPr>
          <p:cNvPr id="36" name="object 36" descr=""/>
          <p:cNvSpPr txBox="1"/>
          <p:nvPr/>
        </p:nvSpPr>
        <p:spPr>
          <a:xfrm>
            <a:off x="6494924" y="4591687"/>
            <a:ext cx="269240" cy="378460"/>
          </a:xfrm>
          <a:prstGeom prst="rect">
            <a:avLst/>
          </a:prstGeom>
        </p:spPr>
        <p:txBody>
          <a:bodyPr wrap="square" lIns="0" tIns="14605" rIns="0" bIns="0" rtlCol="0" vert="horz">
            <a:spAutoFit/>
          </a:bodyPr>
          <a:lstStyle/>
          <a:p>
            <a:pPr marL="12700">
              <a:lnSpc>
                <a:spcPct val="100000"/>
              </a:lnSpc>
              <a:spcBef>
                <a:spcPts val="115"/>
              </a:spcBef>
            </a:pPr>
            <a:r>
              <a:rPr dirty="0" sz="2300" spc="-50" i="1">
                <a:latin typeface="Times New Roman"/>
                <a:cs typeface="Times New Roman"/>
              </a:rPr>
              <a:t>M</a:t>
            </a:r>
            <a:endParaRPr sz="2300">
              <a:latin typeface="Times New Roman"/>
              <a:cs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316991" y="884275"/>
            <a:ext cx="11530965" cy="4084954"/>
          </a:xfrm>
          <a:prstGeom prst="rect">
            <a:avLst/>
          </a:prstGeom>
        </p:spPr>
        <p:txBody>
          <a:bodyPr wrap="square" lIns="0" tIns="134620" rIns="0" bIns="0" rtlCol="0" vert="horz">
            <a:spAutoFit/>
          </a:bodyPr>
          <a:lstStyle/>
          <a:p>
            <a:pPr marL="38100">
              <a:lnSpc>
                <a:spcPct val="100000"/>
              </a:lnSpc>
              <a:spcBef>
                <a:spcPts val="1060"/>
              </a:spcBef>
            </a:pPr>
            <a:r>
              <a:rPr dirty="0" sz="2000" spc="-10" b="1">
                <a:latin typeface="宋体"/>
                <a:cs typeface="宋体"/>
              </a:rPr>
              <a:t>（</a:t>
            </a:r>
            <a:r>
              <a:rPr dirty="0" sz="2000" spc="-10" b="1">
                <a:latin typeface="Times New Roman"/>
                <a:cs typeface="Times New Roman"/>
              </a:rPr>
              <a:t>3</a:t>
            </a:r>
            <a:r>
              <a:rPr dirty="0" sz="2000" spc="-10" b="1">
                <a:latin typeface="宋体"/>
                <a:cs typeface="宋体"/>
              </a:rPr>
              <a:t>）</a:t>
            </a:r>
            <a:r>
              <a:rPr dirty="0" sz="2000" spc="-20" b="1">
                <a:latin typeface="宋体"/>
                <a:cs typeface="宋体"/>
              </a:rPr>
              <a:t>由初始冲突矩阵画出状态图</a:t>
            </a:r>
            <a:endParaRPr sz="2000">
              <a:latin typeface="宋体"/>
              <a:cs typeface="宋体"/>
            </a:endParaRPr>
          </a:p>
          <a:p>
            <a:pPr marL="990600">
              <a:lnSpc>
                <a:spcPct val="100000"/>
              </a:lnSpc>
              <a:spcBef>
                <a:spcPts val="960"/>
              </a:spcBef>
            </a:pPr>
            <a:r>
              <a:rPr dirty="0" sz="2000" spc="-10" b="1">
                <a:latin typeface="宋体"/>
                <a:cs typeface="宋体"/>
              </a:rPr>
              <a:t>如果第一个流入的任务是</a:t>
            </a:r>
            <a:r>
              <a:rPr dirty="0" sz="2000" spc="-20" b="1">
                <a:solidFill>
                  <a:srgbClr val="9933FF"/>
                </a:solidFill>
                <a:latin typeface="Times New Roman"/>
                <a:cs typeface="Times New Roman"/>
              </a:rPr>
              <a:t>A</a:t>
            </a:r>
            <a:r>
              <a:rPr dirty="0" sz="2000" spc="-20" b="1">
                <a:latin typeface="宋体"/>
                <a:cs typeface="宋体"/>
              </a:rPr>
              <a:t>类，初始状态就是</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A</a:t>
            </a:r>
            <a:r>
              <a:rPr dirty="0" baseline="-21367" sz="1950" spc="225" b="1">
                <a:solidFill>
                  <a:srgbClr val="9933FF"/>
                </a:solidFill>
                <a:latin typeface="Times New Roman"/>
                <a:cs typeface="Times New Roman"/>
              </a:rPr>
              <a:t> </a:t>
            </a:r>
            <a:r>
              <a:rPr dirty="0" baseline="25641" sz="1950" b="1">
                <a:solidFill>
                  <a:srgbClr val="9933FF"/>
                </a:solidFill>
                <a:latin typeface="Times New Roman"/>
                <a:cs typeface="Times New Roman"/>
              </a:rPr>
              <a:t>(0</a:t>
            </a:r>
            <a:r>
              <a:rPr dirty="0" baseline="25641" sz="1950" spc="157" b="1">
                <a:solidFill>
                  <a:srgbClr val="9933FF"/>
                </a:solidFill>
                <a:latin typeface="Times New Roman"/>
                <a:cs typeface="Times New Roman"/>
              </a:rPr>
              <a:t>) </a:t>
            </a:r>
            <a:r>
              <a:rPr dirty="0" sz="2000" spc="-15" b="1">
                <a:latin typeface="宋体"/>
                <a:cs typeface="宋体"/>
              </a:rPr>
              <a:t>；如果第一个流入的任务是</a:t>
            </a:r>
            <a:r>
              <a:rPr dirty="0" sz="2000" spc="-25" b="1">
                <a:solidFill>
                  <a:srgbClr val="9933FF"/>
                </a:solidFill>
                <a:latin typeface="Times New Roman"/>
                <a:cs typeface="Times New Roman"/>
              </a:rPr>
              <a:t>B</a:t>
            </a:r>
            <a:r>
              <a:rPr dirty="0" sz="2000" spc="-25" b="1">
                <a:latin typeface="宋体"/>
                <a:cs typeface="宋体"/>
              </a:rPr>
              <a:t>类，则初始状</a:t>
            </a:r>
            <a:endParaRPr sz="2000">
              <a:latin typeface="宋体"/>
              <a:cs typeface="宋体"/>
            </a:endParaRPr>
          </a:p>
          <a:p>
            <a:pPr marL="495300">
              <a:lnSpc>
                <a:spcPct val="100000"/>
              </a:lnSpc>
              <a:spcBef>
                <a:spcPts val="480"/>
              </a:spcBef>
            </a:pPr>
            <a:r>
              <a:rPr dirty="0" sz="2000" spc="-10" b="1">
                <a:latin typeface="宋体"/>
                <a:cs typeface="宋体"/>
              </a:rPr>
              <a:t>态是</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B</a:t>
            </a:r>
            <a:r>
              <a:rPr dirty="0" baseline="-21367" sz="1950" spc="262" b="1">
                <a:solidFill>
                  <a:srgbClr val="9933FF"/>
                </a:solidFill>
                <a:latin typeface="Times New Roman"/>
                <a:cs typeface="Times New Roman"/>
              </a:rPr>
              <a:t> </a:t>
            </a:r>
            <a:r>
              <a:rPr dirty="0" baseline="25641" sz="1950" b="1">
                <a:solidFill>
                  <a:srgbClr val="9933FF"/>
                </a:solidFill>
                <a:latin typeface="Times New Roman"/>
                <a:cs typeface="Times New Roman"/>
              </a:rPr>
              <a:t>(0</a:t>
            </a:r>
            <a:r>
              <a:rPr dirty="0" baseline="25641" sz="1950" spc="157" b="1">
                <a:solidFill>
                  <a:srgbClr val="9933FF"/>
                </a:solidFill>
                <a:latin typeface="Times New Roman"/>
                <a:cs typeface="Times New Roman"/>
              </a:rPr>
              <a:t>) </a:t>
            </a:r>
            <a:r>
              <a:rPr dirty="0" sz="2000" spc="-50" b="1">
                <a:latin typeface="宋体"/>
                <a:cs typeface="宋体"/>
              </a:rPr>
              <a:t>。</a:t>
            </a:r>
            <a:endParaRPr sz="2000">
              <a:latin typeface="宋体"/>
              <a:cs typeface="宋体"/>
            </a:endParaRPr>
          </a:p>
          <a:p>
            <a:pPr marL="553085">
              <a:lnSpc>
                <a:spcPct val="100000"/>
              </a:lnSpc>
              <a:spcBef>
                <a:spcPts val="960"/>
              </a:spcBef>
            </a:pPr>
            <a:r>
              <a:rPr dirty="0" sz="2000" spc="-20" b="1">
                <a:solidFill>
                  <a:srgbClr val="E14B04"/>
                </a:solidFill>
                <a:latin typeface="宋体"/>
                <a:cs typeface="宋体"/>
              </a:rPr>
              <a:t>求所有后续状态的冲突矩阵：</a:t>
            </a:r>
            <a:endParaRPr sz="2000">
              <a:latin typeface="宋体"/>
              <a:cs typeface="宋体"/>
            </a:endParaRPr>
          </a:p>
          <a:p>
            <a:pPr marL="553085">
              <a:lnSpc>
                <a:spcPct val="100000"/>
              </a:lnSpc>
              <a:spcBef>
                <a:spcPts val="960"/>
              </a:spcBef>
            </a:pPr>
            <a:r>
              <a:rPr dirty="0" sz="2000" spc="-10" b="1">
                <a:latin typeface="宋体"/>
                <a:cs typeface="宋体"/>
              </a:rPr>
              <a:t>例如：在流入一个A</a:t>
            </a:r>
            <a:r>
              <a:rPr dirty="0" sz="2000" spc="-20" b="1">
                <a:latin typeface="宋体"/>
                <a:cs typeface="宋体"/>
              </a:rPr>
              <a:t>类任务后，从</a:t>
            </a:r>
            <a:r>
              <a:rPr dirty="0" sz="2000" spc="-10" b="1">
                <a:solidFill>
                  <a:srgbClr val="E14B04"/>
                </a:solidFill>
                <a:latin typeface="宋体"/>
                <a:cs typeface="宋体"/>
              </a:rPr>
              <a:t>C</a:t>
            </a:r>
            <a:r>
              <a:rPr dirty="0" baseline="-21367" sz="1950" spc="-15" b="1">
                <a:solidFill>
                  <a:srgbClr val="E14B04"/>
                </a:solidFill>
                <a:latin typeface="宋体"/>
                <a:cs typeface="宋体"/>
              </a:rPr>
              <a:t>AA</a:t>
            </a:r>
            <a:r>
              <a:rPr dirty="0" sz="2000" spc="-10" b="1">
                <a:solidFill>
                  <a:srgbClr val="E14B04"/>
                </a:solidFill>
                <a:latin typeface="宋体"/>
                <a:cs typeface="宋体"/>
              </a:rPr>
              <a:t>=（0110）</a:t>
            </a:r>
            <a:r>
              <a:rPr dirty="0" sz="2000" spc="-15" b="1">
                <a:latin typeface="宋体"/>
                <a:cs typeface="宋体"/>
              </a:rPr>
              <a:t>可知，可以隔</a:t>
            </a:r>
            <a:r>
              <a:rPr dirty="0" sz="2000" spc="-10" b="1">
                <a:solidFill>
                  <a:srgbClr val="9933FF"/>
                </a:solidFill>
                <a:latin typeface="宋体"/>
                <a:cs typeface="宋体"/>
              </a:rPr>
              <a:t>一个</a:t>
            </a:r>
            <a:r>
              <a:rPr dirty="0" sz="2000" spc="-20" b="1">
                <a:latin typeface="宋体"/>
                <a:cs typeface="宋体"/>
              </a:rPr>
              <a:t>或</a:t>
            </a:r>
            <a:r>
              <a:rPr dirty="0" sz="2000" spc="-10" b="1">
                <a:solidFill>
                  <a:srgbClr val="9933FF"/>
                </a:solidFill>
                <a:latin typeface="宋体"/>
                <a:cs typeface="宋体"/>
              </a:rPr>
              <a:t>4</a:t>
            </a:r>
            <a:r>
              <a:rPr dirty="0" sz="2000" spc="-20" b="1">
                <a:solidFill>
                  <a:srgbClr val="9933FF"/>
                </a:solidFill>
                <a:latin typeface="宋体"/>
                <a:cs typeface="宋体"/>
              </a:rPr>
              <a:t>个</a:t>
            </a:r>
            <a:r>
              <a:rPr dirty="0" sz="2000" spc="-20" b="1">
                <a:latin typeface="宋体"/>
                <a:cs typeface="宋体"/>
              </a:rPr>
              <a:t>时钟周期再流入一个</a:t>
            </a:r>
            <a:r>
              <a:rPr dirty="0" sz="2000" spc="-15" b="1">
                <a:latin typeface="宋体"/>
                <a:cs typeface="宋体"/>
              </a:rPr>
              <a:t>A</a:t>
            </a:r>
            <a:r>
              <a:rPr dirty="0" sz="2000" spc="-30" b="1">
                <a:latin typeface="宋体"/>
                <a:cs typeface="宋体"/>
              </a:rPr>
              <a:t>类任</a:t>
            </a:r>
            <a:endParaRPr sz="2000">
              <a:latin typeface="宋体"/>
              <a:cs typeface="宋体"/>
            </a:endParaRPr>
          </a:p>
          <a:p>
            <a:pPr marL="495300">
              <a:lnSpc>
                <a:spcPct val="100000"/>
              </a:lnSpc>
              <a:spcBef>
                <a:spcPts val="480"/>
              </a:spcBef>
            </a:pPr>
            <a:r>
              <a:rPr dirty="0" sz="2000" spc="-35" b="1">
                <a:latin typeface="宋体"/>
                <a:cs typeface="宋体"/>
              </a:rPr>
              <a:t>务。</a:t>
            </a:r>
            <a:endParaRPr sz="2000">
              <a:latin typeface="宋体"/>
              <a:cs typeface="宋体"/>
            </a:endParaRPr>
          </a:p>
          <a:p>
            <a:pPr marL="495300" marR="31115" indent="572770">
              <a:lnSpc>
                <a:spcPct val="120000"/>
              </a:lnSpc>
              <a:spcBef>
                <a:spcPts val="484"/>
              </a:spcBef>
            </a:pPr>
            <a:r>
              <a:rPr dirty="0" sz="2000" spc="-15" b="1">
                <a:latin typeface="宋体"/>
                <a:cs typeface="宋体"/>
              </a:rPr>
              <a:t>假设是前者，则把初始状态</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A</a:t>
            </a:r>
            <a:r>
              <a:rPr dirty="0" baseline="-21367" sz="1950" spc="330" b="1">
                <a:solidFill>
                  <a:srgbClr val="9933FF"/>
                </a:solidFill>
                <a:latin typeface="Times New Roman"/>
                <a:cs typeface="Times New Roman"/>
              </a:rPr>
              <a:t> </a:t>
            </a:r>
            <a:r>
              <a:rPr dirty="0" baseline="25641" sz="1950" b="1">
                <a:solidFill>
                  <a:srgbClr val="9933FF"/>
                </a:solidFill>
                <a:latin typeface="Times New Roman"/>
                <a:cs typeface="Times New Roman"/>
              </a:rPr>
              <a:t>(0)</a:t>
            </a:r>
            <a:r>
              <a:rPr dirty="0" sz="2000" spc="-10" b="1">
                <a:latin typeface="宋体"/>
                <a:cs typeface="宋体"/>
              </a:rPr>
              <a:t>中的各冲突向量同时</a:t>
            </a:r>
            <a:r>
              <a:rPr dirty="0" sz="2000" spc="-15" b="1">
                <a:solidFill>
                  <a:srgbClr val="9933FF"/>
                </a:solidFill>
                <a:latin typeface="宋体"/>
                <a:cs typeface="宋体"/>
              </a:rPr>
              <a:t>右移一位</a:t>
            </a:r>
            <a:r>
              <a:rPr dirty="0" sz="2000" spc="-10" b="1">
                <a:latin typeface="宋体"/>
                <a:cs typeface="宋体"/>
              </a:rPr>
              <a:t>（</a:t>
            </a:r>
            <a:r>
              <a:rPr dirty="0" sz="2000" spc="-15" b="1">
                <a:latin typeface="宋体"/>
                <a:cs typeface="宋体"/>
              </a:rPr>
              <a:t>即进行</a:t>
            </a:r>
            <a:r>
              <a:rPr dirty="0" sz="2000" b="1">
                <a:solidFill>
                  <a:srgbClr val="9933FF"/>
                </a:solidFill>
                <a:latin typeface="宋体"/>
                <a:cs typeface="宋体"/>
              </a:rPr>
              <a:t>SHR</a:t>
            </a:r>
            <a:r>
              <a:rPr dirty="0" baseline="25641" sz="1950" b="1">
                <a:solidFill>
                  <a:srgbClr val="9933FF"/>
                </a:solidFill>
                <a:latin typeface="宋体"/>
                <a:cs typeface="宋体"/>
              </a:rPr>
              <a:t>(1)</a:t>
            </a:r>
            <a:r>
              <a:rPr dirty="0" sz="2000" spc="-15" b="1">
                <a:latin typeface="宋体"/>
                <a:cs typeface="宋体"/>
              </a:rPr>
              <a:t>操作</a:t>
            </a:r>
            <a:r>
              <a:rPr dirty="0" sz="2000" spc="-10" b="1">
                <a:latin typeface="宋体"/>
                <a:cs typeface="宋体"/>
              </a:rPr>
              <a:t>），</a:t>
            </a:r>
            <a:r>
              <a:rPr dirty="0" sz="2000" spc="-35" b="1">
                <a:latin typeface="宋体"/>
                <a:cs typeface="宋体"/>
              </a:rPr>
              <a:t>再与</a:t>
            </a:r>
            <a:r>
              <a:rPr dirty="0" sz="2000" spc="-50" b="1">
                <a:latin typeface="宋体"/>
                <a:cs typeface="宋体"/>
              </a:rPr>
              <a:t> </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A </a:t>
            </a:r>
            <a:r>
              <a:rPr dirty="0" baseline="25641" sz="1950" b="1">
                <a:solidFill>
                  <a:srgbClr val="9933FF"/>
                </a:solidFill>
                <a:latin typeface="Times New Roman"/>
                <a:cs typeface="Times New Roman"/>
              </a:rPr>
              <a:t>(0)</a:t>
            </a:r>
            <a:r>
              <a:rPr dirty="0" sz="2000" spc="-20" b="1">
                <a:latin typeface="宋体"/>
                <a:cs typeface="宋体"/>
              </a:rPr>
              <a:t>进行或运算，可以得到新的冲突矩阵。根据该矩阵的第一个冲突向量</a:t>
            </a:r>
            <a:r>
              <a:rPr dirty="0" sz="2000" spc="-20" b="1">
                <a:solidFill>
                  <a:srgbClr val="E14B04"/>
                </a:solidFill>
                <a:latin typeface="宋体"/>
                <a:cs typeface="宋体"/>
              </a:rPr>
              <a:t>（0111）</a:t>
            </a:r>
            <a:r>
              <a:rPr dirty="0" sz="2000" spc="-20" b="1">
                <a:latin typeface="宋体"/>
                <a:cs typeface="宋体"/>
              </a:rPr>
              <a:t>可知，只有隔</a:t>
            </a:r>
            <a:r>
              <a:rPr dirty="0" sz="2000" spc="-50" b="1">
                <a:solidFill>
                  <a:srgbClr val="9933FF"/>
                </a:solidFill>
                <a:latin typeface="宋体"/>
                <a:cs typeface="宋体"/>
              </a:rPr>
              <a:t>4</a:t>
            </a:r>
            <a:r>
              <a:rPr dirty="0" sz="2000" spc="-15" b="1">
                <a:latin typeface="宋体"/>
                <a:cs typeface="宋体"/>
              </a:rPr>
              <a:t>个时钟周期流入一个</a:t>
            </a:r>
            <a:r>
              <a:rPr dirty="0" sz="2000" b="1">
                <a:latin typeface="宋体"/>
                <a:cs typeface="宋体"/>
              </a:rPr>
              <a:t>A</a:t>
            </a:r>
            <a:r>
              <a:rPr dirty="0" sz="2000" spc="-20" b="1">
                <a:latin typeface="宋体"/>
                <a:cs typeface="宋体"/>
              </a:rPr>
              <a:t>类任务，才能不发生冲突。把冲突矩阵中的各冲突向量同时右移</a:t>
            </a:r>
            <a:r>
              <a:rPr dirty="0" sz="2000" spc="-10" b="1">
                <a:solidFill>
                  <a:srgbClr val="9933FF"/>
                </a:solidFill>
                <a:latin typeface="宋体"/>
                <a:cs typeface="宋体"/>
              </a:rPr>
              <a:t>4</a:t>
            </a:r>
            <a:r>
              <a:rPr dirty="0" sz="2000" spc="-15" b="1">
                <a:latin typeface="宋体"/>
                <a:cs typeface="宋体"/>
              </a:rPr>
              <a:t>位</a:t>
            </a:r>
            <a:r>
              <a:rPr dirty="0" sz="2000" spc="-20" b="1">
                <a:latin typeface="宋体"/>
                <a:cs typeface="宋体"/>
              </a:rPr>
              <a:t>（</a:t>
            </a:r>
            <a:r>
              <a:rPr dirty="0" sz="2000" spc="-30" b="1">
                <a:latin typeface="宋体"/>
                <a:cs typeface="宋体"/>
              </a:rPr>
              <a:t>即进行</a:t>
            </a:r>
            <a:endParaRPr sz="2000">
              <a:latin typeface="宋体"/>
              <a:cs typeface="宋体"/>
            </a:endParaRPr>
          </a:p>
          <a:p>
            <a:pPr marL="495300">
              <a:lnSpc>
                <a:spcPct val="100000"/>
              </a:lnSpc>
              <a:spcBef>
                <a:spcPts val="1235"/>
              </a:spcBef>
            </a:pPr>
            <a:r>
              <a:rPr dirty="0" sz="2000" b="1">
                <a:solidFill>
                  <a:srgbClr val="9933FF"/>
                </a:solidFill>
                <a:latin typeface="宋体"/>
                <a:cs typeface="宋体"/>
              </a:rPr>
              <a:t>SHR</a:t>
            </a:r>
            <a:r>
              <a:rPr dirty="0" baseline="25641" sz="1950" b="1">
                <a:solidFill>
                  <a:srgbClr val="9933FF"/>
                </a:solidFill>
                <a:latin typeface="宋体"/>
                <a:cs typeface="宋体"/>
              </a:rPr>
              <a:t>(4)</a:t>
            </a:r>
            <a:r>
              <a:rPr dirty="0" sz="2000" spc="-20" b="1">
                <a:latin typeface="宋体"/>
                <a:cs typeface="宋体"/>
              </a:rPr>
              <a:t>操作</a:t>
            </a:r>
            <a:r>
              <a:rPr dirty="0" sz="2000" spc="-10" b="1">
                <a:latin typeface="宋体"/>
                <a:cs typeface="宋体"/>
              </a:rPr>
              <a:t>），</a:t>
            </a:r>
            <a:r>
              <a:rPr dirty="0" sz="2000" spc="-15" b="1">
                <a:latin typeface="宋体"/>
                <a:cs typeface="宋体"/>
              </a:rPr>
              <a:t>再与</a:t>
            </a:r>
            <a:r>
              <a:rPr dirty="0" sz="2000" b="1">
                <a:solidFill>
                  <a:srgbClr val="9933FF"/>
                </a:solidFill>
                <a:latin typeface="Times New Roman"/>
                <a:cs typeface="Times New Roman"/>
              </a:rPr>
              <a:t>M</a:t>
            </a:r>
            <a:r>
              <a:rPr dirty="0" baseline="-21367" sz="1950" b="1">
                <a:solidFill>
                  <a:srgbClr val="9933FF"/>
                </a:solidFill>
                <a:latin typeface="Times New Roman"/>
                <a:cs typeface="Times New Roman"/>
              </a:rPr>
              <a:t>A</a:t>
            </a:r>
            <a:r>
              <a:rPr dirty="0" baseline="-21367" sz="1950" spc="359" b="1">
                <a:solidFill>
                  <a:srgbClr val="9933FF"/>
                </a:solidFill>
                <a:latin typeface="Times New Roman"/>
                <a:cs typeface="Times New Roman"/>
              </a:rPr>
              <a:t> </a:t>
            </a:r>
            <a:r>
              <a:rPr dirty="0" baseline="25641" sz="1950" b="1">
                <a:solidFill>
                  <a:srgbClr val="9933FF"/>
                </a:solidFill>
                <a:latin typeface="Times New Roman"/>
                <a:cs typeface="Times New Roman"/>
              </a:rPr>
              <a:t>(0)</a:t>
            </a:r>
            <a:r>
              <a:rPr dirty="0" sz="2000" spc="-25" b="1">
                <a:latin typeface="宋体"/>
                <a:cs typeface="宋体"/>
              </a:rPr>
              <a:t>进行按位或运算，可以得到新的冲突矩阵。</a:t>
            </a:r>
            <a:endParaRPr sz="2000">
              <a:latin typeface="宋体"/>
              <a:cs typeface="宋体"/>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720594" y="893578"/>
            <a:ext cx="7204709" cy="3775075"/>
          </a:xfrm>
          <a:prstGeom prst="rect">
            <a:avLst/>
          </a:prstGeom>
        </p:spPr>
        <p:txBody>
          <a:bodyPr wrap="square" lIns="0" tIns="12065" rIns="0" bIns="0" rtlCol="0" vert="horz">
            <a:spAutoFit/>
          </a:bodyPr>
          <a:lstStyle/>
          <a:p>
            <a:pPr marL="38100" marR="36195" indent="495300">
              <a:lnSpc>
                <a:spcPct val="130000"/>
              </a:lnSpc>
              <a:spcBef>
                <a:spcPts val="95"/>
              </a:spcBef>
            </a:pPr>
            <a:r>
              <a:rPr dirty="0" sz="2000" spc="-10" b="1">
                <a:latin typeface="宋体"/>
                <a:cs typeface="宋体"/>
              </a:rPr>
              <a:t>再如，在流入一个</a:t>
            </a:r>
            <a:r>
              <a:rPr dirty="0" sz="2000" spc="-15" b="1">
                <a:latin typeface="Times New Roman"/>
                <a:cs typeface="Times New Roman"/>
              </a:rPr>
              <a:t>A</a:t>
            </a:r>
            <a:r>
              <a:rPr dirty="0" sz="2000" spc="-15" b="1">
                <a:latin typeface="宋体"/>
                <a:cs typeface="宋体"/>
              </a:rPr>
              <a:t>类任务后，从</a:t>
            </a:r>
            <a:r>
              <a:rPr dirty="0" sz="2000" spc="-5" b="1">
                <a:solidFill>
                  <a:srgbClr val="E14B04"/>
                </a:solidFill>
                <a:latin typeface="Times New Roman"/>
                <a:cs typeface="Times New Roman"/>
              </a:rPr>
              <a:t>C</a:t>
            </a:r>
            <a:r>
              <a:rPr dirty="0" baseline="-21367" sz="1950" spc="-7" b="1">
                <a:solidFill>
                  <a:srgbClr val="E14B04"/>
                </a:solidFill>
                <a:latin typeface="Times New Roman"/>
                <a:cs typeface="Times New Roman"/>
              </a:rPr>
              <a:t>AB</a:t>
            </a:r>
            <a:r>
              <a:rPr dirty="0" sz="2000" spc="-5" b="1">
                <a:solidFill>
                  <a:srgbClr val="E14B04"/>
                </a:solidFill>
                <a:latin typeface="Times New Roman"/>
                <a:cs typeface="Times New Roman"/>
              </a:rPr>
              <a:t>=</a:t>
            </a:r>
            <a:r>
              <a:rPr dirty="0" sz="2000" spc="-5" b="1">
                <a:solidFill>
                  <a:srgbClr val="E14B04"/>
                </a:solidFill>
                <a:latin typeface="宋体"/>
                <a:cs typeface="宋体"/>
              </a:rPr>
              <a:t>（</a:t>
            </a:r>
            <a:r>
              <a:rPr dirty="0" sz="2000" spc="-5" b="1">
                <a:solidFill>
                  <a:srgbClr val="E14B04"/>
                </a:solidFill>
                <a:latin typeface="Times New Roman"/>
                <a:cs typeface="Times New Roman"/>
              </a:rPr>
              <a:t>1010</a:t>
            </a:r>
            <a:r>
              <a:rPr dirty="0" sz="2000" spc="-5" b="1">
                <a:solidFill>
                  <a:srgbClr val="E14B04"/>
                </a:solidFill>
                <a:latin typeface="宋体"/>
                <a:cs typeface="宋体"/>
              </a:rPr>
              <a:t>）</a:t>
            </a:r>
            <a:r>
              <a:rPr dirty="0" sz="2000" spc="-20" b="1">
                <a:latin typeface="宋体"/>
                <a:cs typeface="宋体"/>
              </a:rPr>
              <a:t>可知，可以</a:t>
            </a:r>
            <a:r>
              <a:rPr dirty="0" sz="2000" spc="-15" b="1">
                <a:latin typeface="宋体"/>
                <a:cs typeface="宋体"/>
              </a:rPr>
              <a:t>隔</a:t>
            </a:r>
            <a:r>
              <a:rPr dirty="0" sz="2000" spc="-15" b="1">
                <a:solidFill>
                  <a:srgbClr val="9933FF"/>
                </a:solidFill>
                <a:latin typeface="宋体"/>
                <a:cs typeface="宋体"/>
              </a:rPr>
              <a:t>一个</a:t>
            </a:r>
            <a:r>
              <a:rPr dirty="0" sz="2000" spc="-10" b="1">
                <a:latin typeface="宋体"/>
                <a:cs typeface="宋体"/>
              </a:rPr>
              <a:t>或</a:t>
            </a:r>
            <a:r>
              <a:rPr dirty="0" sz="2000" b="1">
                <a:solidFill>
                  <a:srgbClr val="9933FF"/>
                </a:solidFill>
                <a:latin typeface="Times New Roman"/>
                <a:cs typeface="Times New Roman"/>
              </a:rPr>
              <a:t>3</a:t>
            </a:r>
            <a:r>
              <a:rPr dirty="0" sz="2000" spc="-15" b="1">
                <a:solidFill>
                  <a:srgbClr val="9933FF"/>
                </a:solidFill>
                <a:latin typeface="宋体"/>
                <a:cs typeface="宋体"/>
              </a:rPr>
              <a:t>个</a:t>
            </a:r>
            <a:r>
              <a:rPr dirty="0" sz="2000" spc="-20" b="1">
                <a:latin typeface="宋体"/>
                <a:cs typeface="宋体"/>
              </a:rPr>
              <a:t>时钟周期再流入一个</a:t>
            </a:r>
            <a:r>
              <a:rPr dirty="0" sz="2000" spc="-10" b="1">
                <a:latin typeface="Times New Roman"/>
                <a:cs typeface="Times New Roman"/>
              </a:rPr>
              <a:t>B</a:t>
            </a:r>
            <a:r>
              <a:rPr dirty="0" sz="2000" spc="-20" b="1">
                <a:latin typeface="宋体"/>
                <a:cs typeface="宋体"/>
              </a:rPr>
              <a:t>类任务。假设是前者，则把初</a:t>
            </a:r>
            <a:r>
              <a:rPr dirty="0" sz="2000" spc="-10" b="1">
                <a:latin typeface="宋体"/>
                <a:cs typeface="宋体"/>
              </a:rPr>
              <a:t>始状态</a:t>
            </a:r>
            <a:r>
              <a:rPr dirty="0" sz="2000" spc="5" b="1">
                <a:solidFill>
                  <a:srgbClr val="9933FF"/>
                </a:solidFill>
                <a:latin typeface="Times New Roman"/>
                <a:cs typeface="Times New Roman"/>
              </a:rPr>
              <a:t>M</a:t>
            </a:r>
            <a:r>
              <a:rPr dirty="0" baseline="-21367" sz="1950" spc="7" b="1">
                <a:solidFill>
                  <a:srgbClr val="9933FF"/>
                </a:solidFill>
                <a:latin typeface="Times New Roman"/>
                <a:cs typeface="Times New Roman"/>
              </a:rPr>
              <a:t>A</a:t>
            </a:r>
            <a:r>
              <a:rPr dirty="0" baseline="-21367" sz="1950" spc="225" b="1">
                <a:solidFill>
                  <a:srgbClr val="9933FF"/>
                </a:solidFill>
                <a:latin typeface="Times New Roman"/>
                <a:cs typeface="Times New Roman"/>
              </a:rPr>
              <a:t> </a:t>
            </a:r>
            <a:r>
              <a:rPr dirty="0" baseline="25641" sz="1950" spc="15" b="1">
                <a:solidFill>
                  <a:srgbClr val="9933FF"/>
                </a:solidFill>
                <a:latin typeface="Times New Roman"/>
                <a:cs typeface="Times New Roman"/>
              </a:rPr>
              <a:t>(0)</a:t>
            </a:r>
            <a:r>
              <a:rPr dirty="0" sz="2000" spc="-10" b="1">
                <a:latin typeface="宋体"/>
                <a:cs typeface="宋体"/>
              </a:rPr>
              <a:t>中的各冲突向量同时</a:t>
            </a:r>
            <a:r>
              <a:rPr dirty="0" sz="2000" spc="-15" b="1">
                <a:solidFill>
                  <a:srgbClr val="9933FF"/>
                </a:solidFill>
                <a:latin typeface="宋体"/>
                <a:cs typeface="宋体"/>
              </a:rPr>
              <a:t>右移一位</a:t>
            </a:r>
            <a:r>
              <a:rPr dirty="0" sz="2000" spc="-10" b="1">
                <a:latin typeface="宋体"/>
                <a:cs typeface="宋体"/>
              </a:rPr>
              <a:t>（</a:t>
            </a:r>
            <a:r>
              <a:rPr dirty="0" sz="2000" spc="-15" b="1">
                <a:latin typeface="宋体"/>
                <a:cs typeface="宋体"/>
              </a:rPr>
              <a:t>即进行</a:t>
            </a:r>
            <a:r>
              <a:rPr dirty="0" sz="2000" b="1">
                <a:solidFill>
                  <a:srgbClr val="9933FF"/>
                </a:solidFill>
                <a:latin typeface="Times New Roman"/>
                <a:cs typeface="Times New Roman"/>
              </a:rPr>
              <a:t>SHR</a:t>
            </a:r>
            <a:r>
              <a:rPr dirty="0" baseline="25641" sz="1950" b="1">
                <a:solidFill>
                  <a:srgbClr val="9933FF"/>
                </a:solidFill>
                <a:latin typeface="Times New Roman"/>
                <a:cs typeface="Times New Roman"/>
              </a:rPr>
              <a:t>(1)</a:t>
            </a:r>
            <a:r>
              <a:rPr dirty="0" sz="2000" spc="-15" b="1">
                <a:latin typeface="宋体"/>
                <a:cs typeface="宋体"/>
              </a:rPr>
              <a:t>操作</a:t>
            </a:r>
            <a:r>
              <a:rPr dirty="0" sz="2000" spc="-10" b="1">
                <a:latin typeface="宋体"/>
                <a:cs typeface="宋体"/>
              </a:rPr>
              <a:t>），再与</a:t>
            </a:r>
            <a:r>
              <a:rPr dirty="0" sz="2000" spc="10" b="1">
                <a:solidFill>
                  <a:srgbClr val="9933FF"/>
                </a:solidFill>
                <a:latin typeface="Times New Roman"/>
                <a:cs typeface="Times New Roman"/>
              </a:rPr>
              <a:t>M</a:t>
            </a:r>
            <a:r>
              <a:rPr dirty="0" baseline="-21367" sz="1950" spc="15" b="1">
                <a:solidFill>
                  <a:srgbClr val="9933FF"/>
                </a:solidFill>
                <a:latin typeface="Times New Roman"/>
                <a:cs typeface="Times New Roman"/>
              </a:rPr>
              <a:t>B</a:t>
            </a:r>
            <a:r>
              <a:rPr dirty="0" baseline="-21367" sz="1950" spc="209" b="1">
                <a:solidFill>
                  <a:srgbClr val="9933FF"/>
                </a:solidFill>
                <a:latin typeface="Times New Roman"/>
                <a:cs typeface="Times New Roman"/>
              </a:rPr>
              <a:t> </a:t>
            </a:r>
            <a:r>
              <a:rPr dirty="0" baseline="25641" sz="1950" spc="15" b="1">
                <a:solidFill>
                  <a:srgbClr val="9933FF"/>
                </a:solidFill>
                <a:latin typeface="Times New Roman"/>
                <a:cs typeface="Times New Roman"/>
              </a:rPr>
              <a:t>(0)</a:t>
            </a:r>
            <a:r>
              <a:rPr dirty="0" sz="2000" spc="-15" b="1">
                <a:latin typeface="宋体"/>
                <a:cs typeface="宋体"/>
              </a:rPr>
              <a:t>进行或运算，可以得到新的冲突矩阵。</a:t>
            </a:r>
            <a:endParaRPr sz="2000">
              <a:latin typeface="宋体"/>
              <a:cs typeface="宋体"/>
            </a:endParaRPr>
          </a:p>
          <a:p>
            <a:pPr marL="38100" marR="30480" indent="495300">
              <a:lnSpc>
                <a:spcPct val="130100"/>
              </a:lnSpc>
              <a:spcBef>
                <a:spcPts val="475"/>
              </a:spcBef>
            </a:pPr>
            <a:r>
              <a:rPr dirty="0" sz="2000" spc="-20" b="1">
                <a:latin typeface="宋体"/>
                <a:cs typeface="宋体"/>
              </a:rPr>
              <a:t>据此可知，允许的流入为：或者是隔</a:t>
            </a:r>
            <a:r>
              <a:rPr dirty="0" sz="2000" b="1">
                <a:solidFill>
                  <a:srgbClr val="9933FF"/>
                </a:solidFill>
                <a:latin typeface="Times New Roman"/>
                <a:cs typeface="Times New Roman"/>
              </a:rPr>
              <a:t>3</a:t>
            </a:r>
            <a:r>
              <a:rPr dirty="0" sz="2000" spc="-25" b="1">
                <a:latin typeface="宋体"/>
                <a:cs typeface="宋体"/>
              </a:rPr>
              <a:t>个时钟周期流入一个</a:t>
            </a:r>
            <a:r>
              <a:rPr dirty="0" sz="2000" spc="-50" b="1">
                <a:latin typeface="宋体"/>
                <a:cs typeface="宋体"/>
              </a:rPr>
              <a:t> </a:t>
            </a:r>
            <a:r>
              <a:rPr dirty="0" sz="2000" spc="-20" b="1">
                <a:latin typeface="Times New Roman"/>
                <a:cs typeface="Times New Roman"/>
              </a:rPr>
              <a:t>A</a:t>
            </a:r>
            <a:r>
              <a:rPr dirty="0" sz="2000" spc="-10" b="1">
                <a:latin typeface="宋体"/>
                <a:cs typeface="宋体"/>
              </a:rPr>
              <a:t>类任务，或者是隔</a:t>
            </a:r>
            <a:r>
              <a:rPr dirty="0" sz="2000" b="1">
                <a:solidFill>
                  <a:srgbClr val="9933FF"/>
                </a:solidFill>
                <a:latin typeface="Times New Roman"/>
                <a:cs typeface="Times New Roman"/>
              </a:rPr>
              <a:t>4</a:t>
            </a:r>
            <a:r>
              <a:rPr dirty="0" sz="2000" spc="-20" b="1">
                <a:latin typeface="宋体"/>
                <a:cs typeface="宋体"/>
              </a:rPr>
              <a:t>个时钟周期流入一个</a:t>
            </a:r>
            <a:r>
              <a:rPr dirty="0" sz="2000" spc="-25" b="1">
                <a:latin typeface="Times New Roman"/>
                <a:cs typeface="Times New Roman"/>
              </a:rPr>
              <a:t>B</a:t>
            </a:r>
            <a:r>
              <a:rPr dirty="0" sz="2000" spc="-25" b="1">
                <a:latin typeface="宋体"/>
                <a:cs typeface="宋体"/>
              </a:rPr>
              <a:t>类任务。按类似与上述类似的方法，又可以得到新的冲突矩阵。</a:t>
            </a:r>
            <a:endParaRPr sz="2000">
              <a:latin typeface="宋体"/>
              <a:cs typeface="宋体"/>
            </a:endParaRPr>
          </a:p>
          <a:p>
            <a:pPr marL="469265">
              <a:lnSpc>
                <a:spcPct val="100000"/>
              </a:lnSpc>
              <a:spcBef>
                <a:spcPts val="1200"/>
              </a:spcBef>
            </a:pPr>
            <a:r>
              <a:rPr dirty="0" sz="2000" spc="-25" b="1">
                <a:latin typeface="宋体"/>
                <a:cs typeface="宋体"/>
              </a:rPr>
              <a:t>求出所有可能的状态后，就可以画出状态图。</a:t>
            </a:r>
            <a:endParaRPr sz="2000">
              <a:latin typeface="宋体"/>
              <a:cs typeface="宋体"/>
            </a:endParaRPr>
          </a:p>
          <a:p>
            <a:pPr marL="406400">
              <a:lnSpc>
                <a:spcPct val="100000"/>
              </a:lnSpc>
              <a:spcBef>
                <a:spcPts val="1205"/>
              </a:spcBef>
            </a:pPr>
            <a:r>
              <a:rPr dirty="0" sz="2000" spc="-10" b="1">
                <a:latin typeface="宋体"/>
                <a:cs typeface="宋体"/>
              </a:rPr>
              <a:t>弧线上的标记“</a:t>
            </a:r>
            <a:r>
              <a:rPr dirty="0" sz="2000" spc="-10" b="1">
                <a:solidFill>
                  <a:srgbClr val="9933FF"/>
                </a:solidFill>
                <a:latin typeface="Times New Roman"/>
                <a:cs typeface="Times New Roman"/>
              </a:rPr>
              <a:t>r.i</a:t>
            </a:r>
            <a:r>
              <a:rPr dirty="0" sz="2000" spc="-10" b="1">
                <a:latin typeface="Times New Roman"/>
                <a:cs typeface="Times New Roman"/>
              </a:rPr>
              <a:t>”</a:t>
            </a:r>
            <a:r>
              <a:rPr dirty="0" sz="2000" spc="-15" b="1">
                <a:latin typeface="宋体"/>
                <a:cs typeface="宋体"/>
              </a:rPr>
              <a:t>表示：隔</a:t>
            </a:r>
            <a:r>
              <a:rPr dirty="0" sz="2000" b="1">
                <a:solidFill>
                  <a:srgbClr val="9933FF"/>
                </a:solidFill>
                <a:latin typeface="Times New Roman"/>
                <a:cs typeface="Times New Roman"/>
              </a:rPr>
              <a:t>i</a:t>
            </a:r>
            <a:r>
              <a:rPr dirty="0" sz="2000" spc="-20" b="1">
                <a:latin typeface="宋体"/>
                <a:cs typeface="宋体"/>
              </a:rPr>
              <a:t>个时钟周期流入</a:t>
            </a:r>
            <a:r>
              <a:rPr dirty="0" sz="2000" spc="-10" b="1">
                <a:solidFill>
                  <a:srgbClr val="9933FF"/>
                </a:solidFill>
                <a:latin typeface="Times New Roman"/>
                <a:cs typeface="Times New Roman"/>
              </a:rPr>
              <a:t>r</a:t>
            </a:r>
            <a:r>
              <a:rPr dirty="0" sz="2000" spc="-25" b="1">
                <a:latin typeface="宋体"/>
                <a:cs typeface="宋体"/>
              </a:rPr>
              <a:t>类的任务。</a:t>
            </a:r>
            <a:endParaRPr sz="2000">
              <a:latin typeface="宋体"/>
              <a:cs typeface="宋体"/>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grpSp>
        <p:nvGrpSpPr>
          <p:cNvPr id="9" name="object 9" descr=""/>
          <p:cNvGrpSpPr/>
          <p:nvPr/>
        </p:nvGrpSpPr>
        <p:grpSpPr>
          <a:xfrm>
            <a:off x="4327582" y="1420590"/>
            <a:ext cx="3778250" cy="836930"/>
            <a:chOff x="4327582" y="1420590"/>
            <a:chExt cx="3778250" cy="836930"/>
          </a:xfrm>
        </p:grpSpPr>
        <p:sp>
          <p:nvSpPr>
            <p:cNvPr id="10" name="object 10" descr=""/>
            <p:cNvSpPr/>
            <p:nvPr/>
          </p:nvSpPr>
          <p:spPr>
            <a:xfrm>
              <a:off x="7515505" y="1440701"/>
              <a:ext cx="579755" cy="527685"/>
            </a:xfrm>
            <a:custGeom>
              <a:avLst/>
              <a:gdLst/>
              <a:ahLst/>
              <a:cxnLst/>
              <a:rect l="l" t="t" r="r" b="b"/>
              <a:pathLst>
                <a:path w="579754" h="527685">
                  <a:moveTo>
                    <a:pt x="289836" y="0"/>
                  </a:moveTo>
                  <a:lnTo>
                    <a:pt x="237730" y="4239"/>
                  </a:lnTo>
                  <a:lnTo>
                    <a:pt x="188691" y="16464"/>
                  </a:lnTo>
                  <a:lnTo>
                    <a:pt x="143537" y="35934"/>
                  </a:lnTo>
                  <a:lnTo>
                    <a:pt x="103086" y="61907"/>
                  </a:lnTo>
                  <a:lnTo>
                    <a:pt x="68156" y="93644"/>
                  </a:lnTo>
                  <a:lnTo>
                    <a:pt x="39564" y="130402"/>
                  </a:lnTo>
                  <a:lnTo>
                    <a:pt x="18129" y="171443"/>
                  </a:lnTo>
                  <a:lnTo>
                    <a:pt x="4668" y="216024"/>
                  </a:lnTo>
                  <a:lnTo>
                    <a:pt x="0" y="263404"/>
                  </a:lnTo>
                  <a:lnTo>
                    <a:pt x="4668" y="310795"/>
                  </a:lnTo>
                  <a:lnTo>
                    <a:pt x="18129" y="355401"/>
                  </a:lnTo>
                  <a:lnTo>
                    <a:pt x="39564" y="396478"/>
                  </a:lnTo>
                  <a:lnTo>
                    <a:pt x="68156" y="433280"/>
                  </a:lnTo>
                  <a:lnTo>
                    <a:pt x="103086" y="465062"/>
                  </a:lnTo>
                  <a:lnTo>
                    <a:pt x="143537" y="491079"/>
                  </a:lnTo>
                  <a:lnTo>
                    <a:pt x="188691" y="510585"/>
                  </a:lnTo>
                  <a:lnTo>
                    <a:pt x="237730" y="522836"/>
                  </a:lnTo>
                  <a:lnTo>
                    <a:pt x="289836" y="527085"/>
                  </a:lnTo>
                  <a:lnTo>
                    <a:pt x="341942" y="522836"/>
                  </a:lnTo>
                  <a:lnTo>
                    <a:pt x="390980" y="510585"/>
                  </a:lnTo>
                  <a:lnTo>
                    <a:pt x="436134" y="491079"/>
                  </a:lnTo>
                  <a:lnTo>
                    <a:pt x="476585" y="465062"/>
                  </a:lnTo>
                  <a:lnTo>
                    <a:pt x="511515" y="433280"/>
                  </a:lnTo>
                  <a:lnTo>
                    <a:pt x="540107" y="396478"/>
                  </a:lnTo>
                  <a:lnTo>
                    <a:pt x="561542" y="355401"/>
                  </a:lnTo>
                  <a:lnTo>
                    <a:pt x="575003" y="310795"/>
                  </a:lnTo>
                  <a:lnTo>
                    <a:pt x="579672" y="263404"/>
                  </a:lnTo>
                  <a:lnTo>
                    <a:pt x="575003" y="216024"/>
                  </a:lnTo>
                  <a:lnTo>
                    <a:pt x="561542" y="171443"/>
                  </a:lnTo>
                  <a:lnTo>
                    <a:pt x="540107" y="130402"/>
                  </a:lnTo>
                  <a:lnTo>
                    <a:pt x="511515" y="93644"/>
                  </a:lnTo>
                  <a:lnTo>
                    <a:pt x="476585" y="61907"/>
                  </a:lnTo>
                  <a:lnTo>
                    <a:pt x="436134" y="35934"/>
                  </a:lnTo>
                  <a:lnTo>
                    <a:pt x="390980" y="16464"/>
                  </a:lnTo>
                  <a:lnTo>
                    <a:pt x="341941" y="4239"/>
                  </a:lnTo>
                  <a:lnTo>
                    <a:pt x="289836" y="0"/>
                  </a:lnTo>
                  <a:close/>
                </a:path>
              </a:pathLst>
            </a:custGeom>
            <a:ln w="20669">
              <a:solidFill>
                <a:srgbClr val="000000"/>
              </a:solidFill>
            </a:ln>
          </p:spPr>
          <p:txBody>
            <a:bodyPr wrap="square" lIns="0" tIns="0" rIns="0" bIns="0" rtlCol="0"/>
            <a:lstStyle/>
            <a:p/>
          </p:txBody>
        </p:sp>
        <p:sp>
          <p:nvSpPr>
            <p:cNvPr id="11" name="object 11" descr=""/>
            <p:cNvSpPr/>
            <p:nvPr/>
          </p:nvSpPr>
          <p:spPr>
            <a:xfrm>
              <a:off x="7252168" y="1592634"/>
              <a:ext cx="703580" cy="664845"/>
            </a:xfrm>
            <a:custGeom>
              <a:avLst/>
              <a:gdLst/>
              <a:ahLst/>
              <a:cxnLst/>
              <a:rect l="l" t="t" r="r" b="b"/>
              <a:pathLst>
                <a:path w="703579" h="664844">
                  <a:moveTo>
                    <a:pt x="239597" y="0"/>
                  </a:moveTo>
                  <a:lnTo>
                    <a:pt x="0" y="336618"/>
                  </a:lnTo>
                  <a:lnTo>
                    <a:pt x="463737" y="664705"/>
                  </a:lnTo>
                  <a:lnTo>
                    <a:pt x="703335" y="328086"/>
                  </a:lnTo>
                  <a:lnTo>
                    <a:pt x="239597" y="0"/>
                  </a:lnTo>
                  <a:close/>
                </a:path>
              </a:pathLst>
            </a:custGeom>
            <a:solidFill>
              <a:srgbClr val="FFFFFF"/>
            </a:solidFill>
          </p:spPr>
          <p:txBody>
            <a:bodyPr wrap="square" lIns="0" tIns="0" rIns="0" bIns="0" rtlCol="0"/>
            <a:lstStyle/>
            <a:p/>
          </p:txBody>
        </p:sp>
        <p:sp>
          <p:nvSpPr>
            <p:cNvPr id="12" name="object 12" descr=""/>
            <p:cNvSpPr/>
            <p:nvPr/>
          </p:nvSpPr>
          <p:spPr>
            <a:xfrm>
              <a:off x="4586779" y="1431068"/>
              <a:ext cx="579755" cy="527685"/>
            </a:xfrm>
            <a:custGeom>
              <a:avLst/>
              <a:gdLst/>
              <a:ahLst/>
              <a:cxnLst/>
              <a:rect l="l" t="t" r="r" b="b"/>
              <a:pathLst>
                <a:path w="579754" h="527685">
                  <a:moveTo>
                    <a:pt x="289836" y="0"/>
                  </a:moveTo>
                  <a:lnTo>
                    <a:pt x="237737" y="4239"/>
                  </a:lnTo>
                  <a:lnTo>
                    <a:pt x="188702" y="16464"/>
                  </a:lnTo>
                  <a:lnTo>
                    <a:pt x="143550" y="35934"/>
                  </a:lnTo>
                  <a:lnTo>
                    <a:pt x="103098" y="61907"/>
                  </a:lnTo>
                  <a:lnTo>
                    <a:pt x="68165" y="93644"/>
                  </a:lnTo>
                  <a:lnTo>
                    <a:pt x="39571" y="130402"/>
                  </a:lnTo>
                  <a:lnTo>
                    <a:pt x="18132" y="171443"/>
                  </a:lnTo>
                  <a:lnTo>
                    <a:pt x="4669" y="216024"/>
                  </a:lnTo>
                  <a:lnTo>
                    <a:pt x="0" y="263404"/>
                  </a:lnTo>
                  <a:lnTo>
                    <a:pt x="4669" y="310795"/>
                  </a:lnTo>
                  <a:lnTo>
                    <a:pt x="18132" y="355401"/>
                  </a:lnTo>
                  <a:lnTo>
                    <a:pt x="39571" y="396478"/>
                  </a:lnTo>
                  <a:lnTo>
                    <a:pt x="68165" y="433280"/>
                  </a:lnTo>
                  <a:lnTo>
                    <a:pt x="103098" y="465062"/>
                  </a:lnTo>
                  <a:lnTo>
                    <a:pt x="143550" y="491079"/>
                  </a:lnTo>
                  <a:lnTo>
                    <a:pt x="188702" y="510585"/>
                  </a:lnTo>
                  <a:lnTo>
                    <a:pt x="237737" y="522836"/>
                  </a:lnTo>
                  <a:lnTo>
                    <a:pt x="289836" y="527085"/>
                  </a:lnTo>
                  <a:lnTo>
                    <a:pt x="341934" y="522836"/>
                  </a:lnTo>
                  <a:lnTo>
                    <a:pt x="390969" y="510585"/>
                  </a:lnTo>
                  <a:lnTo>
                    <a:pt x="436122" y="491079"/>
                  </a:lnTo>
                  <a:lnTo>
                    <a:pt x="476574" y="465062"/>
                  </a:lnTo>
                  <a:lnTo>
                    <a:pt x="511506" y="433280"/>
                  </a:lnTo>
                  <a:lnTo>
                    <a:pt x="540101" y="396478"/>
                  </a:lnTo>
                  <a:lnTo>
                    <a:pt x="561539" y="355401"/>
                  </a:lnTo>
                  <a:lnTo>
                    <a:pt x="575002" y="310795"/>
                  </a:lnTo>
                  <a:lnTo>
                    <a:pt x="579672" y="263404"/>
                  </a:lnTo>
                  <a:lnTo>
                    <a:pt x="575002" y="216024"/>
                  </a:lnTo>
                  <a:lnTo>
                    <a:pt x="561539" y="171443"/>
                  </a:lnTo>
                  <a:lnTo>
                    <a:pt x="540101" y="130402"/>
                  </a:lnTo>
                  <a:lnTo>
                    <a:pt x="511506" y="93644"/>
                  </a:lnTo>
                  <a:lnTo>
                    <a:pt x="476574" y="61907"/>
                  </a:lnTo>
                  <a:lnTo>
                    <a:pt x="436122" y="35934"/>
                  </a:lnTo>
                  <a:lnTo>
                    <a:pt x="390969" y="16464"/>
                  </a:lnTo>
                  <a:lnTo>
                    <a:pt x="341934" y="4239"/>
                  </a:lnTo>
                  <a:lnTo>
                    <a:pt x="289836" y="0"/>
                  </a:lnTo>
                  <a:close/>
                </a:path>
              </a:pathLst>
            </a:custGeom>
            <a:ln w="20669">
              <a:solidFill>
                <a:srgbClr val="000000"/>
              </a:solidFill>
            </a:ln>
          </p:spPr>
          <p:txBody>
            <a:bodyPr wrap="square" lIns="0" tIns="0" rIns="0" bIns="0" rtlCol="0"/>
            <a:lstStyle/>
            <a:p/>
          </p:txBody>
        </p:sp>
        <p:sp>
          <p:nvSpPr>
            <p:cNvPr id="13" name="object 13" descr=""/>
            <p:cNvSpPr/>
            <p:nvPr/>
          </p:nvSpPr>
          <p:spPr>
            <a:xfrm>
              <a:off x="4327582" y="1549972"/>
              <a:ext cx="703580" cy="664845"/>
            </a:xfrm>
            <a:custGeom>
              <a:avLst/>
              <a:gdLst/>
              <a:ahLst/>
              <a:cxnLst/>
              <a:rect l="l" t="t" r="r" b="b"/>
              <a:pathLst>
                <a:path w="703579" h="664844">
                  <a:moveTo>
                    <a:pt x="239625" y="0"/>
                  </a:moveTo>
                  <a:lnTo>
                    <a:pt x="0" y="336618"/>
                  </a:lnTo>
                  <a:lnTo>
                    <a:pt x="463710" y="664705"/>
                  </a:lnTo>
                  <a:lnTo>
                    <a:pt x="703335" y="328086"/>
                  </a:lnTo>
                  <a:lnTo>
                    <a:pt x="239625" y="0"/>
                  </a:lnTo>
                  <a:close/>
                </a:path>
              </a:pathLst>
            </a:custGeom>
            <a:solidFill>
              <a:srgbClr val="FFFFFF"/>
            </a:solidFill>
          </p:spPr>
          <p:txBody>
            <a:bodyPr wrap="square" lIns="0" tIns="0" rIns="0" bIns="0" rtlCol="0"/>
            <a:lstStyle/>
            <a:p/>
          </p:txBody>
        </p:sp>
      </p:grpSp>
      <p:sp>
        <p:nvSpPr>
          <p:cNvPr id="14" name="object 14" descr=""/>
          <p:cNvSpPr txBox="1"/>
          <p:nvPr/>
        </p:nvSpPr>
        <p:spPr>
          <a:xfrm>
            <a:off x="2753626" y="3419888"/>
            <a:ext cx="265430" cy="323215"/>
          </a:xfrm>
          <a:prstGeom prst="rect">
            <a:avLst/>
          </a:prstGeom>
        </p:spPr>
        <p:txBody>
          <a:bodyPr wrap="square" lIns="0" tIns="12700" rIns="0" bIns="0" rtlCol="0" vert="horz">
            <a:spAutoFit/>
          </a:bodyPr>
          <a:lstStyle/>
          <a:p>
            <a:pPr marL="38100">
              <a:lnSpc>
                <a:spcPct val="100000"/>
              </a:lnSpc>
              <a:spcBef>
                <a:spcPts val="100"/>
              </a:spcBef>
            </a:pPr>
            <a:r>
              <a:rPr dirty="0" sz="1950" spc="-25">
                <a:solidFill>
                  <a:srgbClr val="0000FF"/>
                </a:solidFill>
                <a:latin typeface="宋体"/>
                <a:cs typeface="宋体"/>
              </a:rPr>
              <a:t>M</a:t>
            </a:r>
            <a:r>
              <a:rPr dirty="0" baseline="-5847" sz="1425" spc="-37">
                <a:solidFill>
                  <a:srgbClr val="0000FF"/>
                </a:solidFill>
                <a:latin typeface="宋体"/>
                <a:cs typeface="宋体"/>
              </a:rPr>
              <a:t>1</a:t>
            </a:r>
            <a:endParaRPr baseline="-5847" sz="1425">
              <a:latin typeface="宋体"/>
              <a:cs typeface="宋体"/>
            </a:endParaRPr>
          </a:p>
        </p:txBody>
      </p:sp>
      <p:sp>
        <p:nvSpPr>
          <p:cNvPr id="15" name="object 15" descr=""/>
          <p:cNvSpPr txBox="1"/>
          <p:nvPr/>
        </p:nvSpPr>
        <p:spPr>
          <a:xfrm>
            <a:off x="5244843" y="1443415"/>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A.4</a:t>
            </a:r>
            <a:endParaRPr sz="1950">
              <a:latin typeface="宋体"/>
              <a:cs typeface="宋体"/>
            </a:endParaRPr>
          </a:p>
        </p:txBody>
      </p:sp>
      <p:pic>
        <p:nvPicPr>
          <p:cNvPr id="16" name="object 16" descr=""/>
          <p:cNvPicPr/>
          <p:nvPr/>
        </p:nvPicPr>
        <p:blipFill>
          <a:blip r:embed="rId2" cstate="print"/>
          <a:stretch>
            <a:fillRect/>
          </a:stretch>
        </p:blipFill>
        <p:spPr>
          <a:xfrm>
            <a:off x="5022913" y="1786403"/>
            <a:ext cx="160293" cy="151106"/>
          </a:xfrm>
          <a:prstGeom prst="rect">
            <a:avLst/>
          </a:prstGeom>
        </p:spPr>
      </p:pic>
      <p:sp>
        <p:nvSpPr>
          <p:cNvPr id="17" name="object 17" descr=""/>
          <p:cNvSpPr txBox="1"/>
          <p:nvPr/>
        </p:nvSpPr>
        <p:spPr>
          <a:xfrm>
            <a:off x="3797699" y="1615165"/>
            <a:ext cx="265430" cy="323215"/>
          </a:xfrm>
          <a:prstGeom prst="rect">
            <a:avLst/>
          </a:prstGeom>
        </p:spPr>
        <p:txBody>
          <a:bodyPr wrap="square" lIns="0" tIns="12700" rIns="0" bIns="0" rtlCol="0" vert="horz">
            <a:spAutoFit/>
          </a:bodyPr>
          <a:lstStyle/>
          <a:p>
            <a:pPr marL="38100">
              <a:lnSpc>
                <a:spcPct val="100000"/>
              </a:lnSpc>
              <a:spcBef>
                <a:spcPts val="100"/>
              </a:spcBef>
            </a:pPr>
            <a:r>
              <a:rPr dirty="0" sz="1950" spc="-25">
                <a:solidFill>
                  <a:srgbClr val="0000FF"/>
                </a:solidFill>
                <a:latin typeface="宋体"/>
                <a:cs typeface="宋体"/>
              </a:rPr>
              <a:t>M</a:t>
            </a:r>
            <a:r>
              <a:rPr dirty="0" baseline="-5847" sz="1425" spc="-37">
                <a:solidFill>
                  <a:srgbClr val="0000FF"/>
                </a:solidFill>
                <a:latin typeface="宋体"/>
                <a:cs typeface="宋体"/>
              </a:rPr>
              <a:t>0</a:t>
            </a:r>
            <a:endParaRPr baseline="-5847" sz="1425">
              <a:latin typeface="宋体"/>
              <a:cs typeface="宋体"/>
            </a:endParaRPr>
          </a:p>
        </p:txBody>
      </p:sp>
      <p:sp>
        <p:nvSpPr>
          <p:cNvPr id="18" name="object 18" descr=""/>
          <p:cNvSpPr/>
          <p:nvPr/>
        </p:nvSpPr>
        <p:spPr>
          <a:xfrm>
            <a:off x="3535083" y="2224595"/>
            <a:ext cx="860425" cy="1031875"/>
          </a:xfrm>
          <a:custGeom>
            <a:avLst/>
            <a:gdLst/>
            <a:ahLst/>
            <a:cxnLst/>
            <a:rect l="l" t="t" r="r" b="b"/>
            <a:pathLst>
              <a:path w="860425" h="1031875">
                <a:moveTo>
                  <a:pt x="616000" y="17614"/>
                </a:moveTo>
                <a:lnTo>
                  <a:pt x="614705" y="9080"/>
                </a:lnTo>
                <a:lnTo>
                  <a:pt x="608545" y="4406"/>
                </a:lnTo>
                <a:lnTo>
                  <a:pt x="602411" y="0"/>
                </a:lnTo>
                <a:lnTo>
                  <a:pt x="593775" y="1371"/>
                </a:lnTo>
                <a:lnTo>
                  <a:pt x="589254" y="7429"/>
                </a:lnTo>
                <a:lnTo>
                  <a:pt x="62458" y="722401"/>
                </a:lnTo>
                <a:lnTo>
                  <a:pt x="53581" y="664705"/>
                </a:lnTo>
                <a:lnTo>
                  <a:pt x="0" y="830402"/>
                </a:lnTo>
                <a:lnTo>
                  <a:pt x="103886" y="757186"/>
                </a:lnTo>
                <a:lnTo>
                  <a:pt x="142544" y="729932"/>
                </a:lnTo>
                <a:lnTo>
                  <a:pt x="84709" y="738606"/>
                </a:lnTo>
                <a:lnTo>
                  <a:pt x="611492" y="23672"/>
                </a:lnTo>
                <a:lnTo>
                  <a:pt x="616000" y="17614"/>
                </a:lnTo>
                <a:close/>
              </a:path>
              <a:path w="860425" h="1031875">
                <a:moveTo>
                  <a:pt x="859840" y="252387"/>
                </a:moveTo>
                <a:lnTo>
                  <a:pt x="720344" y="356984"/>
                </a:lnTo>
                <a:lnTo>
                  <a:pt x="777824" y="346481"/>
                </a:lnTo>
                <a:lnTo>
                  <a:pt x="315556" y="1014526"/>
                </a:lnTo>
                <a:lnTo>
                  <a:pt x="317131" y="1023086"/>
                </a:lnTo>
                <a:lnTo>
                  <a:pt x="329666" y="1031735"/>
                </a:lnTo>
                <a:lnTo>
                  <a:pt x="338277" y="1030160"/>
                </a:lnTo>
                <a:lnTo>
                  <a:pt x="800633" y="362013"/>
                </a:lnTo>
                <a:lnTo>
                  <a:pt x="811212" y="419468"/>
                </a:lnTo>
                <a:lnTo>
                  <a:pt x="838047" y="327253"/>
                </a:lnTo>
                <a:lnTo>
                  <a:pt x="859840" y="252387"/>
                </a:lnTo>
                <a:close/>
              </a:path>
            </a:pathLst>
          </a:custGeom>
          <a:solidFill>
            <a:srgbClr val="000000"/>
          </a:solidFill>
        </p:spPr>
        <p:txBody>
          <a:bodyPr wrap="square" lIns="0" tIns="0" rIns="0" bIns="0" rtlCol="0"/>
          <a:lstStyle/>
          <a:p/>
        </p:txBody>
      </p:sp>
      <p:sp>
        <p:nvSpPr>
          <p:cNvPr id="19" name="object 19" descr=""/>
          <p:cNvSpPr txBox="1"/>
          <p:nvPr/>
        </p:nvSpPr>
        <p:spPr>
          <a:xfrm>
            <a:off x="4174215" y="2784936"/>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A.4</a:t>
            </a:r>
            <a:endParaRPr sz="1950">
              <a:latin typeface="宋体"/>
              <a:cs typeface="宋体"/>
            </a:endParaRPr>
          </a:p>
        </p:txBody>
      </p:sp>
      <p:sp>
        <p:nvSpPr>
          <p:cNvPr id="20" name="object 20" descr=""/>
          <p:cNvSpPr txBox="1"/>
          <p:nvPr/>
        </p:nvSpPr>
        <p:spPr>
          <a:xfrm>
            <a:off x="3382548" y="2332441"/>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A.1</a:t>
            </a:r>
            <a:endParaRPr sz="1950">
              <a:latin typeface="宋体"/>
              <a:cs typeface="宋体"/>
            </a:endParaRPr>
          </a:p>
        </p:txBody>
      </p:sp>
      <p:grpSp>
        <p:nvGrpSpPr>
          <p:cNvPr id="21" name="object 21" descr=""/>
          <p:cNvGrpSpPr/>
          <p:nvPr/>
        </p:nvGrpSpPr>
        <p:grpSpPr>
          <a:xfrm>
            <a:off x="4942836" y="1585735"/>
            <a:ext cx="3967479" cy="4127500"/>
            <a:chOff x="4942836" y="1585735"/>
            <a:chExt cx="3967479" cy="4127500"/>
          </a:xfrm>
        </p:grpSpPr>
        <p:sp>
          <p:nvSpPr>
            <p:cNvPr id="22" name="object 22" descr=""/>
            <p:cNvSpPr/>
            <p:nvPr/>
          </p:nvSpPr>
          <p:spPr>
            <a:xfrm>
              <a:off x="5537718" y="3046729"/>
              <a:ext cx="945515" cy="897255"/>
            </a:xfrm>
            <a:custGeom>
              <a:avLst/>
              <a:gdLst/>
              <a:ahLst/>
              <a:cxnLst/>
              <a:rect l="l" t="t" r="r" b="b"/>
              <a:pathLst>
                <a:path w="945514" h="897254">
                  <a:moveTo>
                    <a:pt x="472847" y="0"/>
                  </a:moveTo>
                  <a:lnTo>
                    <a:pt x="424504" y="2315"/>
                  </a:lnTo>
                  <a:lnTo>
                    <a:pt x="377556" y="9110"/>
                  </a:lnTo>
                  <a:lnTo>
                    <a:pt x="332243" y="20160"/>
                  </a:lnTo>
                  <a:lnTo>
                    <a:pt x="288801" y="35240"/>
                  </a:lnTo>
                  <a:lnTo>
                    <a:pt x="247467" y="54125"/>
                  </a:lnTo>
                  <a:lnTo>
                    <a:pt x="208481" y="76589"/>
                  </a:lnTo>
                  <a:lnTo>
                    <a:pt x="172079" y="102407"/>
                  </a:lnTo>
                  <a:lnTo>
                    <a:pt x="138500" y="131355"/>
                  </a:lnTo>
                  <a:lnTo>
                    <a:pt x="107980" y="163206"/>
                  </a:lnTo>
                  <a:lnTo>
                    <a:pt x="80759" y="197736"/>
                  </a:lnTo>
                  <a:lnTo>
                    <a:pt x="57073" y="234719"/>
                  </a:lnTo>
                  <a:lnTo>
                    <a:pt x="37161" y="273931"/>
                  </a:lnTo>
                  <a:lnTo>
                    <a:pt x="21259" y="315146"/>
                  </a:lnTo>
                  <a:lnTo>
                    <a:pt x="9607" y="358139"/>
                  </a:lnTo>
                  <a:lnTo>
                    <a:pt x="2441" y="402685"/>
                  </a:lnTo>
                  <a:lnTo>
                    <a:pt x="0" y="448559"/>
                  </a:lnTo>
                  <a:lnTo>
                    <a:pt x="2441" y="494429"/>
                  </a:lnTo>
                  <a:lnTo>
                    <a:pt x="9607" y="538974"/>
                  </a:lnTo>
                  <a:lnTo>
                    <a:pt x="21259" y="581968"/>
                  </a:lnTo>
                  <a:lnTo>
                    <a:pt x="37161" y="623187"/>
                  </a:lnTo>
                  <a:lnTo>
                    <a:pt x="57073" y="662405"/>
                  </a:lnTo>
                  <a:lnTo>
                    <a:pt x="80759" y="699396"/>
                  </a:lnTo>
                  <a:lnTo>
                    <a:pt x="107980" y="733934"/>
                  </a:lnTo>
                  <a:lnTo>
                    <a:pt x="138500" y="765794"/>
                  </a:lnTo>
                  <a:lnTo>
                    <a:pt x="172079" y="794750"/>
                  </a:lnTo>
                  <a:lnTo>
                    <a:pt x="208481" y="820578"/>
                  </a:lnTo>
                  <a:lnTo>
                    <a:pt x="247467" y="843050"/>
                  </a:lnTo>
                  <a:lnTo>
                    <a:pt x="288801" y="861943"/>
                  </a:lnTo>
                  <a:lnTo>
                    <a:pt x="332243" y="877030"/>
                  </a:lnTo>
                  <a:lnTo>
                    <a:pt x="377556" y="888085"/>
                  </a:lnTo>
                  <a:lnTo>
                    <a:pt x="424504" y="894884"/>
                  </a:lnTo>
                  <a:lnTo>
                    <a:pt x="472847" y="897200"/>
                  </a:lnTo>
                  <a:lnTo>
                    <a:pt x="521141" y="894884"/>
                  </a:lnTo>
                  <a:lnTo>
                    <a:pt x="568046" y="888085"/>
                  </a:lnTo>
                  <a:lnTo>
                    <a:pt x="613322" y="877030"/>
                  </a:lnTo>
                  <a:lnTo>
                    <a:pt x="656733" y="861943"/>
                  </a:lnTo>
                  <a:lnTo>
                    <a:pt x="698039" y="843050"/>
                  </a:lnTo>
                  <a:lnTo>
                    <a:pt x="737004" y="820578"/>
                  </a:lnTo>
                  <a:lnTo>
                    <a:pt x="773387" y="794750"/>
                  </a:lnTo>
                  <a:lnTo>
                    <a:pt x="806952" y="765794"/>
                  </a:lnTo>
                  <a:lnTo>
                    <a:pt x="837460" y="733934"/>
                  </a:lnTo>
                  <a:lnTo>
                    <a:pt x="864673" y="699396"/>
                  </a:lnTo>
                  <a:lnTo>
                    <a:pt x="888352" y="662405"/>
                  </a:lnTo>
                  <a:lnTo>
                    <a:pt x="908261" y="623187"/>
                  </a:lnTo>
                  <a:lnTo>
                    <a:pt x="924160" y="581968"/>
                  </a:lnTo>
                  <a:lnTo>
                    <a:pt x="935811" y="538974"/>
                  </a:lnTo>
                  <a:lnTo>
                    <a:pt x="942976" y="494429"/>
                  </a:lnTo>
                  <a:lnTo>
                    <a:pt x="945418" y="448559"/>
                  </a:lnTo>
                  <a:lnTo>
                    <a:pt x="942976" y="402685"/>
                  </a:lnTo>
                  <a:lnTo>
                    <a:pt x="935811" y="358139"/>
                  </a:lnTo>
                  <a:lnTo>
                    <a:pt x="924160" y="315146"/>
                  </a:lnTo>
                  <a:lnTo>
                    <a:pt x="908261" y="273931"/>
                  </a:lnTo>
                  <a:lnTo>
                    <a:pt x="888352" y="234719"/>
                  </a:lnTo>
                  <a:lnTo>
                    <a:pt x="864673" y="197736"/>
                  </a:lnTo>
                  <a:lnTo>
                    <a:pt x="837460" y="163206"/>
                  </a:lnTo>
                  <a:lnTo>
                    <a:pt x="806952" y="131355"/>
                  </a:lnTo>
                  <a:lnTo>
                    <a:pt x="773387" y="102407"/>
                  </a:lnTo>
                  <a:lnTo>
                    <a:pt x="737004" y="76589"/>
                  </a:lnTo>
                  <a:lnTo>
                    <a:pt x="698039" y="54125"/>
                  </a:lnTo>
                  <a:lnTo>
                    <a:pt x="656733" y="35240"/>
                  </a:lnTo>
                  <a:lnTo>
                    <a:pt x="613322" y="20160"/>
                  </a:lnTo>
                  <a:lnTo>
                    <a:pt x="568046" y="9110"/>
                  </a:lnTo>
                  <a:lnTo>
                    <a:pt x="521141" y="2315"/>
                  </a:lnTo>
                  <a:lnTo>
                    <a:pt x="472847" y="0"/>
                  </a:lnTo>
                  <a:close/>
                </a:path>
              </a:pathLst>
            </a:custGeom>
            <a:solidFill>
              <a:srgbClr val="CCFFCC"/>
            </a:solidFill>
          </p:spPr>
          <p:txBody>
            <a:bodyPr wrap="square" lIns="0" tIns="0" rIns="0" bIns="0" rtlCol="0"/>
            <a:lstStyle/>
            <a:p/>
          </p:txBody>
        </p:sp>
        <p:sp>
          <p:nvSpPr>
            <p:cNvPr id="23" name="object 23" descr=""/>
            <p:cNvSpPr/>
            <p:nvPr/>
          </p:nvSpPr>
          <p:spPr>
            <a:xfrm>
              <a:off x="5537718" y="3046729"/>
              <a:ext cx="945515" cy="897255"/>
            </a:xfrm>
            <a:custGeom>
              <a:avLst/>
              <a:gdLst/>
              <a:ahLst/>
              <a:cxnLst/>
              <a:rect l="l" t="t" r="r" b="b"/>
              <a:pathLst>
                <a:path w="945514" h="897254">
                  <a:moveTo>
                    <a:pt x="472847" y="0"/>
                  </a:moveTo>
                  <a:lnTo>
                    <a:pt x="424504" y="2315"/>
                  </a:lnTo>
                  <a:lnTo>
                    <a:pt x="377556" y="9110"/>
                  </a:lnTo>
                  <a:lnTo>
                    <a:pt x="332243" y="20160"/>
                  </a:lnTo>
                  <a:lnTo>
                    <a:pt x="288801" y="35240"/>
                  </a:lnTo>
                  <a:lnTo>
                    <a:pt x="247467" y="54125"/>
                  </a:lnTo>
                  <a:lnTo>
                    <a:pt x="208481" y="76589"/>
                  </a:lnTo>
                  <a:lnTo>
                    <a:pt x="172079" y="102407"/>
                  </a:lnTo>
                  <a:lnTo>
                    <a:pt x="138500" y="131355"/>
                  </a:lnTo>
                  <a:lnTo>
                    <a:pt x="107980" y="163206"/>
                  </a:lnTo>
                  <a:lnTo>
                    <a:pt x="80759" y="197736"/>
                  </a:lnTo>
                  <a:lnTo>
                    <a:pt x="57073" y="234719"/>
                  </a:lnTo>
                  <a:lnTo>
                    <a:pt x="37161" y="273931"/>
                  </a:lnTo>
                  <a:lnTo>
                    <a:pt x="21259" y="315146"/>
                  </a:lnTo>
                  <a:lnTo>
                    <a:pt x="9607" y="358139"/>
                  </a:lnTo>
                  <a:lnTo>
                    <a:pt x="2441" y="402685"/>
                  </a:lnTo>
                  <a:lnTo>
                    <a:pt x="0" y="448559"/>
                  </a:lnTo>
                  <a:lnTo>
                    <a:pt x="2441" y="494429"/>
                  </a:lnTo>
                  <a:lnTo>
                    <a:pt x="9607" y="538974"/>
                  </a:lnTo>
                  <a:lnTo>
                    <a:pt x="21259" y="581968"/>
                  </a:lnTo>
                  <a:lnTo>
                    <a:pt x="37161" y="623187"/>
                  </a:lnTo>
                  <a:lnTo>
                    <a:pt x="57073" y="662405"/>
                  </a:lnTo>
                  <a:lnTo>
                    <a:pt x="80759" y="699396"/>
                  </a:lnTo>
                  <a:lnTo>
                    <a:pt x="107980" y="733934"/>
                  </a:lnTo>
                  <a:lnTo>
                    <a:pt x="138500" y="765794"/>
                  </a:lnTo>
                  <a:lnTo>
                    <a:pt x="172079" y="794750"/>
                  </a:lnTo>
                  <a:lnTo>
                    <a:pt x="208481" y="820578"/>
                  </a:lnTo>
                  <a:lnTo>
                    <a:pt x="247467" y="843050"/>
                  </a:lnTo>
                  <a:lnTo>
                    <a:pt x="288801" y="861943"/>
                  </a:lnTo>
                  <a:lnTo>
                    <a:pt x="332243" y="877030"/>
                  </a:lnTo>
                  <a:lnTo>
                    <a:pt x="377556" y="888085"/>
                  </a:lnTo>
                  <a:lnTo>
                    <a:pt x="424504" y="894884"/>
                  </a:lnTo>
                  <a:lnTo>
                    <a:pt x="472847" y="897200"/>
                  </a:lnTo>
                  <a:lnTo>
                    <a:pt x="521141" y="894884"/>
                  </a:lnTo>
                  <a:lnTo>
                    <a:pt x="568046" y="888085"/>
                  </a:lnTo>
                  <a:lnTo>
                    <a:pt x="613322" y="877030"/>
                  </a:lnTo>
                  <a:lnTo>
                    <a:pt x="656733" y="861943"/>
                  </a:lnTo>
                  <a:lnTo>
                    <a:pt x="698039" y="843050"/>
                  </a:lnTo>
                  <a:lnTo>
                    <a:pt x="737004" y="820578"/>
                  </a:lnTo>
                  <a:lnTo>
                    <a:pt x="773387" y="794750"/>
                  </a:lnTo>
                  <a:lnTo>
                    <a:pt x="806952" y="765794"/>
                  </a:lnTo>
                  <a:lnTo>
                    <a:pt x="837460" y="733934"/>
                  </a:lnTo>
                  <a:lnTo>
                    <a:pt x="864673" y="699396"/>
                  </a:lnTo>
                  <a:lnTo>
                    <a:pt x="888352" y="662405"/>
                  </a:lnTo>
                  <a:lnTo>
                    <a:pt x="908261" y="623187"/>
                  </a:lnTo>
                  <a:lnTo>
                    <a:pt x="924160" y="581968"/>
                  </a:lnTo>
                  <a:lnTo>
                    <a:pt x="935811" y="538974"/>
                  </a:lnTo>
                  <a:lnTo>
                    <a:pt x="942976" y="494429"/>
                  </a:lnTo>
                  <a:lnTo>
                    <a:pt x="945418" y="448559"/>
                  </a:lnTo>
                  <a:lnTo>
                    <a:pt x="942976" y="402685"/>
                  </a:lnTo>
                  <a:lnTo>
                    <a:pt x="935811" y="358139"/>
                  </a:lnTo>
                  <a:lnTo>
                    <a:pt x="924160" y="315146"/>
                  </a:lnTo>
                  <a:lnTo>
                    <a:pt x="908261" y="273931"/>
                  </a:lnTo>
                  <a:lnTo>
                    <a:pt x="888352" y="234719"/>
                  </a:lnTo>
                  <a:lnTo>
                    <a:pt x="864673" y="197736"/>
                  </a:lnTo>
                  <a:lnTo>
                    <a:pt x="837460" y="163206"/>
                  </a:lnTo>
                  <a:lnTo>
                    <a:pt x="806952" y="131355"/>
                  </a:lnTo>
                  <a:lnTo>
                    <a:pt x="773387" y="102407"/>
                  </a:lnTo>
                  <a:lnTo>
                    <a:pt x="737004" y="76589"/>
                  </a:lnTo>
                  <a:lnTo>
                    <a:pt x="698039" y="54125"/>
                  </a:lnTo>
                  <a:lnTo>
                    <a:pt x="656733" y="35240"/>
                  </a:lnTo>
                  <a:lnTo>
                    <a:pt x="613322" y="20160"/>
                  </a:lnTo>
                  <a:lnTo>
                    <a:pt x="568046" y="9110"/>
                  </a:lnTo>
                  <a:lnTo>
                    <a:pt x="521141" y="2315"/>
                  </a:lnTo>
                  <a:lnTo>
                    <a:pt x="472847" y="0"/>
                  </a:lnTo>
                  <a:close/>
                </a:path>
              </a:pathLst>
            </a:custGeom>
            <a:ln w="20671">
              <a:solidFill>
                <a:srgbClr val="000000"/>
              </a:solidFill>
            </a:ln>
          </p:spPr>
          <p:txBody>
            <a:bodyPr wrap="square" lIns="0" tIns="0" rIns="0" bIns="0" rtlCol="0"/>
            <a:lstStyle/>
            <a:p/>
          </p:txBody>
        </p:sp>
        <p:sp>
          <p:nvSpPr>
            <p:cNvPr id="24" name="object 24" descr=""/>
            <p:cNvSpPr/>
            <p:nvPr/>
          </p:nvSpPr>
          <p:spPr>
            <a:xfrm>
              <a:off x="6986899" y="1596212"/>
              <a:ext cx="945515" cy="897890"/>
            </a:xfrm>
            <a:custGeom>
              <a:avLst/>
              <a:gdLst/>
              <a:ahLst/>
              <a:cxnLst/>
              <a:rect l="l" t="t" r="r" b="b"/>
              <a:pathLst>
                <a:path w="945515" h="897889">
                  <a:moveTo>
                    <a:pt x="472847" y="0"/>
                  </a:moveTo>
                  <a:lnTo>
                    <a:pt x="424504" y="2313"/>
                  </a:lnTo>
                  <a:lnTo>
                    <a:pt x="377556" y="9106"/>
                  </a:lnTo>
                  <a:lnTo>
                    <a:pt x="332243" y="20151"/>
                  </a:lnTo>
                  <a:lnTo>
                    <a:pt x="288801" y="35226"/>
                  </a:lnTo>
                  <a:lnTo>
                    <a:pt x="247467" y="54105"/>
                  </a:lnTo>
                  <a:lnTo>
                    <a:pt x="208481" y="76564"/>
                  </a:lnTo>
                  <a:lnTo>
                    <a:pt x="172079" y="102378"/>
                  </a:lnTo>
                  <a:lnTo>
                    <a:pt x="138500" y="131324"/>
                  </a:lnTo>
                  <a:lnTo>
                    <a:pt x="107980" y="163175"/>
                  </a:lnTo>
                  <a:lnTo>
                    <a:pt x="80759" y="197708"/>
                  </a:lnTo>
                  <a:lnTo>
                    <a:pt x="57073" y="234697"/>
                  </a:lnTo>
                  <a:lnTo>
                    <a:pt x="37161" y="273920"/>
                  </a:lnTo>
                  <a:lnTo>
                    <a:pt x="21259" y="315150"/>
                  </a:lnTo>
                  <a:lnTo>
                    <a:pt x="9607" y="358163"/>
                  </a:lnTo>
                  <a:lnTo>
                    <a:pt x="2441" y="402735"/>
                  </a:lnTo>
                  <a:lnTo>
                    <a:pt x="0" y="448641"/>
                  </a:lnTo>
                  <a:lnTo>
                    <a:pt x="2441" y="494502"/>
                  </a:lnTo>
                  <a:lnTo>
                    <a:pt x="9607" y="539040"/>
                  </a:lnTo>
                  <a:lnTo>
                    <a:pt x="21259" y="582031"/>
                  </a:lnTo>
                  <a:lnTo>
                    <a:pt x="37161" y="623247"/>
                  </a:lnTo>
                  <a:lnTo>
                    <a:pt x="57073" y="662463"/>
                  </a:lnTo>
                  <a:lnTo>
                    <a:pt x="80759" y="699454"/>
                  </a:lnTo>
                  <a:lnTo>
                    <a:pt x="107980" y="733993"/>
                  </a:lnTo>
                  <a:lnTo>
                    <a:pt x="138500" y="765856"/>
                  </a:lnTo>
                  <a:lnTo>
                    <a:pt x="172079" y="794815"/>
                  </a:lnTo>
                  <a:lnTo>
                    <a:pt x="208481" y="820646"/>
                  </a:lnTo>
                  <a:lnTo>
                    <a:pt x="247467" y="843122"/>
                  </a:lnTo>
                  <a:lnTo>
                    <a:pt x="288801" y="862018"/>
                  </a:lnTo>
                  <a:lnTo>
                    <a:pt x="332243" y="877108"/>
                  </a:lnTo>
                  <a:lnTo>
                    <a:pt x="377556" y="888166"/>
                  </a:lnTo>
                  <a:lnTo>
                    <a:pt x="424504" y="894966"/>
                  </a:lnTo>
                  <a:lnTo>
                    <a:pt x="472847" y="897283"/>
                  </a:lnTo>
                  <a:lnTo>
                    <a:pt x="521141" y="894966"/>
                  </a:lnTo>
                  <a:lnTo>
                    <a:pt x="568046" y="888166"/>
                  </a:lnTo>
                  <a:lnTo>
                    <a:pt x="613322" y="877108"/>
                  </a:lnTo>
                  <a:lnTo>
                    <a:pt x="656733" y="862018"/>
                  </a:lnTo>
                  <a:lnTo>
                    <a:pt x="698039" y="843122"/>
                  </a:lnTo>
                  <a:lnTo>
                    <a:pt x="737004" y="820646"/>
                  </a:lnTo>
                  <a:lnTo>
                    <a:pt x="773387" y="794815"/>
                  </a:lnTo>
                  <a:lnTo>
                    <a:pt x="806952" y="765856"/>
                  </a:lnTo>
                  <a:lnTo>
                    <a:pt x="837460" y="733993"/>
                  </a:lnTo>
                  <a:lnTo>
                    <a:pt x="864673" y="699454"/>
                  </a:lnTo>
                  <a:lnTo>
                    <a:pt x="888352" y="662463"/>
                  </a:lnTo>
                  <a:lnTo>
                    <a:pt x="908261" y="623247"/>
                  </a:lnTo>
                  <a:lnTo>
                    <a:pt x="924160" y="582031"/>
                  </a:lnTo>
                  <a:lnTo>
                    <a:pt x="935811" y="539040"/>
                  </a:lnTo>
                  <a:lnTo>
                    <a:pt x="942976" y="494502"/>
                  </a:lnTo>
                  <a:lnTo>
                    <a:pt x="945418" y="448641"/>
                  </a:lnTo>
                  <a:lnTo>
                    <a:pt x="942976" y="402735"/>
                  </a:lnTo>
                  <a:lnTo>
                    <a:pt x="935811" y="358163"/>
                  </a:lnTo>
                  <a:lnTo>
                    <a:pt x="924160" y="315150"/>
                  </a:lnTo>
                  <a:lnTo>
                    <a:pt x="908261" y="273920"/>
                  </a:lnTo>
                  <a:lnTo>
                    <a:pt x="888352" y="234697"/>
                  </a:lnTo>
                  <a:lnTo>
                    <a:pt x="864673" y="197708"/>
                  </a:lnTo>
                  <a:lnTo>
                    <a:pt x="837460" y="163175"/>
                  </a:lnTo>
                  <a:lnTo>
                    <a:pt x="806952" y="131324"/>
                  </a:lnTo>
                  <a:lnTo>
                    <a:pt x="773387" y="102378"/>
                  </a:lnTo>
                  <a:lnTo>
                    <a:pt x="737004" y="76564"/>
                  </a:lnTo>
                  <a:lnTo>
                    <a:pt x="698039" y="54105"/>
                  </a:lnTo>
                  <a:lnTo>
                    <a:pt x="656733" y="35226"/>
                  </a:lnTo>
                  <a:lnTo>
                    <a:pt x="613322" y="20151"/>
                  </a:lnTo>
                  <a:lnTo>
                    <a:pt x="568046" y="9106"/>
                  </a:lnTo>
                  <a:lnTo>
                    <a:pt x="521141" y="2313"/>
                  </a:lnTo>
                  <a:lnTo>
                    <a:pt x="472847" y="0"/>
                  </a:lnTo>
                  <a:close/>
                </a:path>
              </a:pathLst>
            </a:custGeom>
            <a:solidFill>
              <a:srgbClr val="CCFFCC"/>
            </a:solidFill>
          </p:spPr>
          <p:txBody>
            <a:bodyPr wrap="square" lIns="0" tIns="0" rIns="0" bIns="0" rtlCol="0"/>
            <a:lstStyle/>
            <a:p/>
          </p:txBody>
        </p:sp>
        <p:sp>
          <p:nvSpPr>
            <p:cNvPr id="25" name="object 25" descr=""/>
            <p:cNvSpPr/>
            <p:nvPr/>
          </p:nvSpPr>
          <p:spPr>
            <a:xfrm>
              <a:off x="6986899" y="1596212"/>
              <a:ext cx="945515" cy="897890"/>
            </a:xfrm>
            <a:custGeom>
              <a:avLst/>
              <a:gdLst/>
              <a:ahLst/>
              <a:cxnLst/>
              <a:rect l="l" t="t" r="r" b="b"/>
              <a:pathLst>
                <a:path w="945515" h="897889">
                  <a:moveTo>
                    <a:pt x="472847" y="0"/>
                  </a:moveTo>
                  <a:lnTo>
                    <a:pt x="424504" y="2313"/>
                  </a:lnTo>
                  <a:lnTo>
                    <a:pt x="377556" y="9106"/>
                  </a:lnTo>
                  <a:lnTo>
                    <a:pt x="332243" y="20151"/>
                  </a:lnTo>
                  <a:lnTo>
                    <a:pt x="288801" y="35226"/>
                  </a:lnTo>
                  <a:lnTo>
                    <a:pt x="247467" y="54105"/>
                  </a:lnTo>
                  <a:lnTo>
                    <a:pt x="208481" y="76564"/>
                  </a:lnTo>
                  <a:lnTo>
                    <a:pt x="172079" y="102378"/>
                  </a:lnTo>
                  <a:lnTo>
                    <a:pt x="138500" y="131324"/>
                  </a:lnTo>
                  <a:lnTo>
                    <a:pt x="107980" y="163175"/>
                  </a:lnTo>
                  <a:lnTo>
                    <a:pt x="80759" y="197708"/>
                  </a:lnTo>
                  <a:lnTo>
                    <a:pt x="57073" y="234697"/>
                  </a:lnTo>
                  <a:lnTo>
                    <a:pt x="37161" y="273920"/>
                  </a:lnTo>
                  <a:lnTo>
                    <a:pt x="21259" y="315150"/>
                  </a:lnTo>
                  <a:lnTo>
                    <a:pt x="9607" y="358163"/>
                  </a:lnTo>
                  <a:lnTo>
                    <a:pt x="2441" y="402735"/>
                  </a:lnTo>
                  <a:lnTo>
                    <a:pt x="0" y="448641"/>
                  </a:lnTo>
                  <a:lnTo>
                    <a:pt x="2441" y="494502"/>
                  </a:lnTo>
                  <a:lnTo>
                    <a:pt x="9607" y="539040"/>
                  </a:lnTo>
                  <a:lnTo>
                    <a:pt x="21259" y="582031"/>
                  </a:lnTo>
                  <a:lnTo>
                    <a:pt x="37161" y="623247"/>
                  </a:lnTo>
                  <a:lnTo>
                    <a:pt x="57073" y="662463"/>
                  </a:lnTo>
                  <a:lnTo>
                    <a:pt x="80759" y="699454"/>
                  </a:lnTo>
                  <a:lnTo>
                    <a:pt x="107980" y="733993"/>
                  </a:lnTo>
                  <a:lnTo>
                    <a:pt x="138500" y="765856"/>
                  </a:lnTo>
                  <a:lnTo>
                    <a:pt x="172079" y="794815"/>
                  </a:lnTo>
                  <a:lnTo>
                    <a:pt x="208481" y="820646"/>
                  </a:lnTo>
                  <a:lnTo>
                    <a:pt x="247467" y="843122"/>
                  </a:lnTo>
                  <a:lnTo>
                    <a:pt x="288801" y="862018"/>
                  </a:lnTo>
                  <a:lnTo>
                    <a:pt x="332243" y="877108"/>
                  </a:lnTo>
                  <a:lnTo>
                    <a:pt x="377556" y="888166"/>
                  </a:lnTo>
                  <a:lnTo>
                    <a:pt x="424504" y="894966"/>
                  </a:lnTo>
                  <a:lnTo>
                    <a:pt x="472847" y="897283"/>
                  </a:lnTo>
                  <a:lnTo>
                    <a:pt x="521141" y="894966"/>
                  </a:lnTo>
                  <a:lnTo>
                    <a:pt x="568046" y="888166"/>
                  </a:lnTo>
                  <a:lnTo>
                    <a:pt x="613322" y="877108"/>
                  </a:lnTo>
                  <a:lnTo>
                    <a:pt x="656733" y="862018"/>
                  </a:lnTo>
                  <a:lnTo>
                    <a:pt x="698039" y="843122"/>
                  </a:lnTo>
                  <a:lnTo>
                    <a:pt x="737004" y="820646"/>
                  </a:lnTo>
                  <a:lnTo>
                    <a:pt x="773387" y="794815"/>
                  </a:lnTo>
                  <a:lnTo>
                    <a:pt x="806952" y="765856"/>
                  </a:lnTo>
                  <a:lnTo>
                    <a:pt x="837460" y="733993"/>
                  </a:lnTo>
                  <a:lnTo>
                    <a:pt x="864673" y="699454"/>
                  </a:lnTo>
                  <a:lnTo>
                    <a:pt x="888352" y="662463"/>
                  </a:lnTo>
                  <a:lnTo>
                    <a:pt x="908261" y="623247"/>
                  </a:lnTo>
                  <a:lnTo>
                    <a:pt x="924160" y="582031"/>
                  </a:lnTo>
                  <a:lnTo>
                    <a:pt x="935811" y="539040"/>
                  </a:lnTo>
                  <a:lnTo>
                    <a:pt x="942976" y="494502"/>
                  </a:lnTo>
                  <a:lnTo>
                    <a:pt x="945418" y="448641"/>
                  </a:lnTo>
                  <a:lnTo>
                    <a:pt x="942976" y="402735"/>
                  </a:lnTo>
                  <a:lnTo>
                    <a:pt x="935811" y="358163"/>
                  </a:lnTo>
                  <a:lnTo>
                    <a:pt x="924160" y="315150"/>
                  </a:lnTo>
                  <a:lnTo>
                    <a:pt x="908261" y="273920"/>
                  </a:lnTo>
                  <a:lnTo>
                    <a:pt x="888352" y="234697"/>
                  </a:lnTo>
                  <a:lnTo>
                    <a:pt x="864673" y="197708"/>
                  </a:lnTo>
                  <a:lnTo>
                    <a:pt x="837460" y="163175"/>
                  </a:lnTo>
                  <a:lnTo>
                    <a:pt x="806952" y="131324"/>
                  </a:lnTo>
                  <a:lnTo>
                    <a:pt x="773387" y="102378"/>
                  </a:lnTo>
                  <a:lnTo>
                    <a:pt x="737004" y="76564"/>
                  </a:lnTo>
                  <a:lnTo>
                    <a:pt x="698039" y="54105"/>
                  </a:lnTo>
                  <a:lnTo>
                    <a:pt x="656733" y="35226"/>
                  </a:lnTo>
                  <a:lnTo>
                    <a:pt x="613322" y="20151"/>
                  </a:lnTo>
                  <a:lnTo>
                    <a:pt x="568046" y="9106"/>
                  </a:lnTo>
                  <a:lnTo>
                    <a:pt x="521141" y="2313"/>
                  </a:lnTo>
                  <a:lnTo>
                    <a:pt x="472847" y="0"/>
                  </a:lnTo>
                  <a:close/>
                </a:path>
              </a:pathLst>
            </a:custGeom>
            <a:ln w="20671">
              <a:solidFill>
                <a:srgbClr val="000000"/>
              </a:solidFill>
            </a:ln>
          </p:spPr>
          <p:txBody>
            <a:bodyPr wrap="square" lIns="0" tIns="0" rIns="0" bIns="0" rtlCol="0"/>
            <a:lstStyle/>
            <a:p/>
          </p:txBody>
        </p:sp>
        <p:sp>
          <p:nvSpPr>
            <p:cNvPr id="26" name="object 26" descr=""/>
            <p:cNvSpPr/>
            <p:nvPr/>
          </p:nvSpPr>
          <p:spPr>
            <a:xfrm>
              <a:off x="7954400" y="3049481"/>
              <a:ext cx="945515" cy="897255"/>
            </a:xfrm>
            <a:custGeom>
              <a:avLst/>
              <a:gdLst/>
              <a:ahLst/>
              <a:cxnLst/>
              <a:rect l="l" t="t" r="r" b="b"/>
              <a:pathLst>
                <a:path w="945515" h="897254">
                  <a:moveTo>
                    <a:pt x="472847" y="0"/>
                  </a:moveTo>
                  <a:lnTo>
                    <a:pt x="424504" y="2315"/>
                  </a:lnTo>
                  <a:lnTo>
                    <a:pt x="377556" y="9110"/>
                  </a:lnTo>
                  <a:lnTo>
                    <a:pt x="332243" y="20160"/>
                  </a:lnTo>
                  <a:lnTo>
                    <a:pt x="288801" y="35240"/>
                  </a:lnTo>
                  <a:lnTo>
                    <a:pt x="247467" y="54125"/>
                  </a:lnTo>
                  <a:lnTo>
                    <a:pt x="208481" y="76589"/>
                  </a:lnTo>
                  <a:lnTo>
                    <a:pt x="172079" y="102407"/>
                  </a:lnTo>
                  <a:lnTo>
                    <a:pt x="138500" y="131355"/>
                  </a:lnTo>
                  <a:lnTo>
                    <a:pt x="107980" y="163206"/>
                  </a:lnTo>
                  <a:lnTo>
                    <a:pt x="80759" y="197736"/>
                  </a:lnTo>
                  <a:lnTo>
                    <a:pt x="57073" y="234719"/>
                  </a:lnTo>
                  <a:lnTo>
                    <a:pt x="37161" y="273931"/>
                  </a:lnTo>
                  <a:lnTo>
                    <a:pt x="21259" y="315146"/>
                  </a:lnTo>
                  <a:lnTo>
                    <a:pt x="9607" y="358139"/>
                  </a:lnTo>
                  <a:lnTo>
                    <a:pt x="2441" y="402685"/>
                  </a:lnTo>
                  <a:lnTo>
                    <a:pt x="0" y="448559"/>
                  </a:lnTo>
                  <a:lnTo>
                    <a:pt x="2441" y="494429"/>
                  </a:lnTo>
                  <a:lnTo>
                    <a:pt x="9607" y="538974"/>
                  </a:lnTo>
                  <a:lnTo>
                    <a:pt x="21259" y="581968"/>
                  </a:lnTo>
                  <a:lnTo>
                    <a:pt x="37161" y="623187"/>
                  </a:lnTo>
                  <a:lnTo>
                    <a:pt x="57073" y="662405"/>
                  </a:lnTo>
                  <a:lnTo>
                    <a:pt x="80759" y="699396"/>
                  </a:lnTo>
                  <a:lnTo>
                    <a:pt x="107980" y="733934"/>
                  </a:lnTo>
                  <a:lnTo>
                    <a:pt x="138500" y="765794"/>
                  </a:lnTo>
                  <a:lnTo>
                    <a:pt x="172079" y="794750"/>
                  </a:lnTo>
                  <a:lnTo>
                    <a:pt x="208481" y="820578"/>
                  </a:lnTo>
                  <a:lnTo>
                    <a:pt x="247467" y="843050"/>
                  </a:lnTo>
                  <a:lnTo>
                    <a:pt x="288801" y="861943"/>
                  </a:lnTo>
                  <a:lnTo>
                    <a:pt x="332243" y="877030"/>
                  </a:lnTo>
                  <a:lnTo>
                    <a:pt x="377556" y="888085"/>
                  </a:lnTo>
                  <a:lnTo>
                    <a:pt x="424504" y="894884"/>
                  </a:lnTo>
                  <a:lnTo>
                    <a:pt x="472847" y="897200"/>
                  </a:lnTo>
                  <a:lnTo>
                    <a:pt x="521141" y="894884"/>
                  </a:lnTo>
                  <a:lnTo>
                    <a:pt x="568046" y="888085"/>
                  </a:lnTo>
                  <a:lnTo>
                    <a:pt x="613322" y="877030"/>
                  </a:lnTo>
                  <a:lnTo>
                    <a:pt x="656733" y="861943"/>
                  </a:lnTo>
                  <a:lnTo>
                    <a:pt x="698039" y="843050"/>
                  </a:lnTo>
                  <a:lnTo>
                    <a:pt x="737004" y="820578"/>
                  </a:lnTo>
                  <a:lnTo>
                    <a:pt x="773387" y="794750"/>
                  </a:lnTo>
                  <a:lnTo>
                    <a:pt x="806952" y="765794"/>
                  </a:lnTo>
                  <a:lnTo>
                    <a:pt x="837460" y="733934"/>
                  </a:lnTo>
                  <a:lnTo>
                    <a:pt x="864673" y="699396"/>
                  </a:lnTo>
                  <a:lnTo>
                    <a:pt x="888352" y="662405"/>
                  </a:lnTo>
                  <a:lnTo>
                    <a:pt x="908261" y="623187"/>
                  </a:lnTo>
                  <a:lnTo>
                    <a:pt x="924160" y="581968"/>
                  </a:lnTo>
                  <a:lnTo>
                    <a:pt x="935811" y="538974"/>
                  </a:lnTo>
                  <a:lnTo>
                    <a:pt x="942976" y="494429"/>
                  </a:lnTo>
                  <a:lnTo>
                    <a:pt x="945418" y="448559"/>
                  </a:lnTo>
                  <a:lnTo>
                    <a:pt x="942976" y="402685"/>
                  </a:lnTo>
                  <a:lnTo>
                    <a:pt x="935811" y="358139"/>
                  </a:lnTo>
                  <a:lnTo>
                    <a:pt x="924160" y="315146"/>
                  </a:lnTo>
                  <a:lnTo>
                    <a:pt x="908261" y="273931"/>
                  </a:lnTo>
                  <a:lnTo>
                    <a:pt x="888352" y="234719"/>
                  </a:lnTo>
                  <a:lnTo>
                    <a:pt x="864673" y="197736"/>
                  </a:lnTo>
                  <a:lnTo>
                    <a:pt x="837460" y="163206"/>
                  </a:lnTo>
                  <a:lnTo>
                    <a:pt x="806952" y="131355"/>
                  </a:lnTo>
                  <a:lnTo>
                    <a:pt x="773387" y="102407"/>
                  </a:lnTo>
                  <a:lnTo>
                    <a:pt x="737004" y="76589"/>
                  </a:lnTo>
                  <a:lnTo>
                    <a:pt x="698039" y="54125"/>
                  </a:lnTo>
                  <a:lnTo>
                    <a:pt x="656733" y="35240"/>
                  </a:lnTo>
                  <a:lnTo>
                    <a:pt x="613322" y="20160"/>
                  </a:lnTo>
                  <a:lnTo>
                    <a:pt x="568046" y="9110"/>
                  </a:lnTo>
                  <a:lnTo>
                    <a:pt x="521141" y="2315"/>
                  </a:lnTo>
                  <a:lnTo>
                    <a:pt x="472847" y="0"/>
                  </a:lnTo>
                  <a:close/>
                </a:path>
              </a:pathLst>
            </a:custGeom>
            <a:solidFill>
              <a:srgbClr val="CCFFCC"/>
            </a:solidFill>
          </p:spPr>
          <p:txBody>
            <a:bodyPr wrap="square" lIns="0" tIns="0" rIns="0" bIns="0" rtlCol="0"/>
            <a:lstStyle/>
            <a:p/>
          </p:txBody>
        </p:sp>
        <p:sp>
          <p:nvSpPr>
            <p:cNvPr id="27" name="object 27" descr=""/>
            <p:cNvSpPr/>
            <p:nvPr/>
          </p:nvSpPr>
          <p:spPr>
            <a:xfrm>
              <a:off x="7954400" y="3049481"/>
              <a:ext cx="945515" cy="897255"/>
            </a:xfrm>
            <a:custGeom>
              <a:avLst/>
              <a:gdLst/>
              <a:ahLst/>
              <a:cxnLst/>
              <a:rect l="l" t="t" r="r" b="b"/>
              <a:pathLst>
                <a:path w="945515" h="897254">
                  <a:moveTo>
                    <a:pt x="472847" y="0"/>
                  </a:moveTo>
                  <a:lnTo>
                    <a:pt x="424504" y="2315"/>
                  </a:lnTo>
                  <a:lnTo>
                    <a:pt x="377556" y="9110"/>
                  </a:lnTo>
                  <a:lnTo>
                    <a:pt x="332243" y="20160"/>
                  </a:lnTo>
                  <a:lnTo>
                    <a:pt x="288801" y="35240"/>
                  </a:lnTo>
                  <a:lnTo>
                    <a:pt x="247467" y="54125"/>
                  </a:lnTo>
                  <a:lnTo>
                    <a:pt x="208481" y="76589"/>
                  </a:lnTo>
                  <a:lnTo>
                    <a:pt x="172079" y="102407"/>
                  </a:lnTo>
                  <a:lnTo>
                    <a:pt x="138500" y="131355"/>
                  </a:lnTo>
                  <a:lnTo>
                    <a:pt x="107980" y="163206"/>
                  </a:lnTo>
                  <a:lnTo>
                    <a:pt x="80759" y="197736"/>
                  </a:lnTo>
                  <a:lnTo>
                    <a:pt x="57073" y="234719"/>
                  </a:lnTo>
                  <a:lnTo>
                    <a:pt x="37161" y="273931"/>
                  </a:lnTo>
                  <a:lnTo>
                    <a:pt x="21259" y="315146"/>
                  </a:lnTo>
                  <a:lnTo>
                    <a:pt x="9607" y="358139"/>
                  </a:lnTo>
                  <a:lnTo>
                    <a:pt x="2441" y="402685"/>
                  </a:lnTo>
                  <a:lnTo>
                    <a:pt x="0" y="448559"/>
                  </a:lnTo>
                  <a:lnTo>
                    <a:pt x="2441" y="494429"/>
                  </a:lnTo>
                  <a:lnTo>
                    <a:pt x="9607" y="538974"/>
                  </a:lnTo>
                  <a:lnTo>
                    <a:pt x="21259" y="581968"/>
                  </a:lnTo>
                  <a:lnTo>
                    <a:pt x="37161" y="623187"/>
                  </a:lnTo>
                  <a:lnTo>
                    <a:pt x="57073" y="662405"/>
                  </a:lnTo>
                  <a:lnTo>
                    <a:pt x="80759" y="699396"/>
                  </a:lnTo>
                  <a:lnTo>
                    <a:pt x="107980" y="733934"/>
                  </a:lnTo>
                  <a:lnTo>
                    <a:pt x="138500" y="765794"/>
                  </a:lnTo>
                  <a:lnTo>
                    <a:pt x="172079" y="794750"/>
                  </a:lnTo>
                  <a:lnTo>
                    <a:pt x="208481" y="820578"/>
                  </a:lnTo>
                  <a:lnTo>
                    <a:pt x="247467" y="843050"/>
                  </a:lnTo>
                  <a:lnTo>
                    <a:pt x="288801" y="861943"/>
                  </a:lnTo>
                  <a:lnTo>
                    <a:pt x="332243" y="877030"/>
                  </a:lnTo>
                  <a:lnTo>
                    <a:pt x="377556" y="888085"/>
                  </a:lnTo>
                  <a:lnTo>
                    <a:pt x="424504" y="894884"/>
                  </a:lnTo>
                  <a:lnTo>
                    <a:pt x="472847" y="897200"/>
                  </a:lnTo>
                  <a:lnTo>
                    <a:pt x="521141" y="894884"/>
                  </a:lnTo>
                  <a:lnTo>
                    <a:pt x="568046" y="888085"/>
                  </a:lnTo>
                  <a:lnTo>
                    <a:pt x="613322" y="877030"/>
                  </a:lnTo>
                  <a:lnTo>
                    <a:pt x="656733" y="861943"/>
                  </a:lnTo>
                  <a:lnTo>
                    <a:pt x="698039" y="843050"/>
                  </a:lnTo>
                  <a:lnTo>
                    <a:pt x="737004" y="820578"/>
                  </a:lnTo>
                  <a:lnTo>
                    <a:pt x="773387" y="794750"/>
                  </a:lnTo>
                  <a:lnTo>
                    <a:pt x="806952" y="765794"/>
                  </a:lnTo>
                  <a:lnTo>
                    <a:pt x="837460" y="733934"/>
                  </a:lnTo>
                  <a:lnTo>
                    <a:pt x="864673" y="699396"/>
                  </a:lnTo>
                  <a:lnTo>
                    <a:pt x="888352" y="662405"/>
                  </a:lnTo>
                  <a:lnTo>
                    <a:pt x="908261" y="623187"/>
                  </a:lnTo>
                  <a:lnTo>
                    <a:pt x="924160" y="581968"/>
                  </a:lnTo>
                  <a:lnTo>
                    <a:pt x="935811" y="538974"/>
                  </a:lnTo>
                  <a:lnTo>
                    <a:pt x="942976" y="494429"/>
                  </a:lnTo>
                  <a:lnTo>
                    <a:pt x="945418" y="448559"/>
                  </a:lnTo>
                  <a:lnTo>
                    <a:pt x="942976" y="402685"/>
                  </a:lnTo>
                  <a:lnTo>
                    <a:pt x="935811" y="358139"/>
                  </a:lnTo>
                  <a:lnTo>
                    <a:pt x="924160" y="315146"/>
                  </a:lnTo>
                  <a:lnTo>
                    <a:pt x="908261" y="273931"/>
                  </a:lnTo>
                  <a:lnTo>
                    <a:pt x="888352" y="234719"/>
                  </a:lnTo>
                  <a:lnTo>
                    <a:pt x="864673" y="197736"/>
                  </a:lnTo>
                  <a:lnTo>
                    <a:pt x="837460" y="163206"/>
                  </a:lnTo>
                  <a:lnTo>
                    <a:pt x="806952" y="131355"/>
                  </a:lnTo>
                  <a:lnTo>
                    <a:pt x="773387" y="102407"/>
                  </a:lnTo>
                  <a:lnTo>
                    <a:pt x="737004" y="76589"/>
                  </a:lnTo>
                  <a:lnTo>
                    <a:pt x="698039" y="54125"/>
                  </a:lnTo>
                  <a:lnTo>
                    <a:pt x="656733" y="35240"/>
                  </a:lnTo>
                  <a:lnTo>
                    <a:pt x="613322" y="20160"/>
                  </a:lnTo>
                  <a:lnTo>
                    <a:pt x="568046" y="9110"/>
                  </a:lnTo>
                  <a:lnTo>
                    <a:pt x="521141" y="2315"/>
                  </a:lnTo>
                  <a:lnTo>
                    <a:pt x="472847" y="0"/>
                  </a:lnTo>
                  <a:close/>
                </a:path>
              </a:pathLst>
            </a:custGeom>
            <a:ln w="20671">
              <a:solidFill>
                <a:srgbClr val="000000"/>
              </a:solidFill>
            </a:ln>
          </p:spPr>
          <p:txBody>
            <a:bodyPr wrap="square" lIns="0" tIns="0" rIns="0" bIns="0" rtlCol="0"/>
            <a:lstStyle/>
            <a:p/>
          </p:txBody>
        </p:sp>
        <p:sp>
          <p:nvSpPr>
            <p:cNvPr id="28" name="object 28" descr=""/>
            <p:cNvSpPr/>
            <p:nvPr/>
          </p:nvSpPr>
          <p:spPr>
            <a:xfrm>
              <a:off x="5550139" y="4805432"/>
              <a:ext cx="945515" cy="897890"/>
            </a:xfrm>
            <a:custGeom>
              <a:avLst/>
              <a:gdLst/>
              <a:ahLst/>
              <a:cxnLst/>
              <a:rect l="l" t="t" r="r" b="b"/>
              <a:pathLst>
                <a:path w="945514" h="897889">
                  <a:moveTo>
                    <a:pt x="472847" y="0"/>
                  </a:moveTo>
                  <a:lnTo>
                    <a:pt x="424504" y="2316"/>
                  </a:lnTo>
                  <a:lnTo>
                    <a:pt x="377556" y="9113"/>
                  </a:lnTo>
                  <a:lnTo>
                    <a:pt x="332243" y="20168"/>
                  </a:lnTo>
                  <a:lnTo>
                    <a:pt x="288801" y="35253"/>
                  </a:lnTo>
                  <a:lnTo>
                    <a:pt x="247467" y="54144"/>
                  </a:lnTo>
                  <a:lnTo>
                    <a:pt x="208481" y="76615"/>
                  </a:lnTo>
                  <a:lnTo>
                    <a:pt x="172079" y="102441"/>
                  </a:lnTo>
                  <a:lnTo>
                    <a:pt x="138500" y="131396"/>
                  </a:lnTo>
                  <a:lnTo>
                    <a:pt x="107980" y="163255"/>
                  </a:lnTo>
                  <a:lnTo>
                    <a:pt x="80759" y="197792"/>
                  </a:lnTo>
                  <a:lnTo>
                    <a:pt x="57073" y="234783"/>
                  </a:lnTo>
                  <a:lnTo>
                    <a:pt x="37161" y="274001"/>
                  </a:lnTo>
                  <a:lnTo>
                    <a:pt x="21259" y="315221"/>
                  </a:lnTo>
                  <a:lnTo>
                    <a:pt x="9607" y="358218"/>
                  </a:lnTo>
                  <a:lnTo>
                    <a:pt x="2441" y="402767"/>
                  </a:lnTo>
                  <a:lnTo>
                    <a:pt x="0" y="448641"/>
                  </a:lnTo>
                  <a:lnTo>
                    <a:pt x="2441" y="494511"/>
                  </a:lnTo>
                  <a:lnTo>
                    <a:pt x="9607" y="539056"/>
                  </a:lnTo>
                  <a:lnTo>
                    <a:pt x="21259" y="582050"/>
                  </a:lnTo>
                  <a:lnTo>
                    <a:pt x="37161" y="623268"/>
                  </a:lnTo>
                  <a:lnTo>
                    <a:pt x="57073" y="662484"/>
                  </a:lnTo>
                  <a:lnTo>
                    <a:pt x="80759" y="699474"/>
                  </a:lnTo>
                  <a:lnTo>
                    <a:pt x="107980" y="734011"/>
                  </a:lnTo>
                  <a:lnTo>
                    <a:pt x="138500" y="765869"/>
                  </a:lnTo>
                  <a:lnTo>
                    <a:pt x="172079" y="794825"/>
                  </a:lnTo>
                  <a:lnTo>
                    <a:pt x="208481" y="820651"/>
                  </a:lnTo>
                  <a:lnTo>
                    <a:pt x="247467" y="843122"/>
                  </a:lnTo>
                  <a:lnTo>
                    <a:pt x="288801" y="862014"/>
                  </a:lnTo>
                  <a:lnTo>
                    <a:pt x="332243" y="877100"/>
                  </a:lnTo>
                  <a:lnTo>
                    <a:pt x="377556" y="888155"/>
                  </a:lnTo>
                  <a:lnTo>
                    <a:pt x="424504" y="894953"/>
                  </a:lnTo>
                  <a:lnTo>
                    <a:pt x="472847" y="897269"/>
                  </a:lnTo>
                  <a:lnTo>
                    <a:pt x="521141" y="894953"/>
                  </a:lnTo>
                  <a:lnTo>
                    <a:pt x="568046" y="888155"/>
                  </a:lnTo>
                  <a:lnTo>
                    <a:pt x="613322" y="877100"/>
                  </a:lnTo>
                  <a:lnTo>
                    <a:pt x="656733" y="862014"/>
                  </a:lnTo>
                  <a:lnTo>
                    <a:pt x="698039" y="843122"/>
                  </a:lnTo>
                  <a:lnTo>
                    <a:pt x="737004" y="820651"/>
                  </a:lnTo>
                  <a:lnTo>
                    <a:pt x="773387" y="794825"/>
                  </a:lnTo>
                  <a:lnTo>
                    <a:pt x="806952" y="765869"/>
                  </a:lnTo>
                  <a:lnTo>
                    <a:pt x="837460" y="734011"/>
                  </a:lnTo>
                  <a:lnTo>
                    <a:pt x="864673" y="699474"/>
                  </a:lnTo>
                  <a:lnTo>
                    <a:pt x="888352" y="662484"/>
                  </a:lnTo>
                  <a:lnTo>
                    <a:pt x="908261" y="623268"/>
                  </a:lnTo>
                  <a:lnTo>
                    <a:pt x="924160" y="582050"/>
                  </a:lnTo>
                  <a:lnTo>
                    <a:pt x="935811" y="539056"/>
                  </a:lnTo>
                  <a:lnTo>
                    <a:pt x="942976" y="494511"/>
                  </a:lnTo>
                  <a:lnTo>
                    <a:pt x="945418" y="448641"/>
                  </a:lnTo>
                  <a:lnTo>
                    <a:pt x="942976" y="402767"/>
                  </a:lnTo>
                  <a:lnTo>
                    <a:pt x="935811" y="358218"/>
                  </a:lnTo>
                  <a:lnTo>
                    <a:pt x="924160" y="315221"/>
                  </a:lnTo>
                  <a:lnTo>
                    <a:pt x="908261" y="274001"/>
                  </a:lnTo>
                  <a:lnTo>
                    <a:pt x="888352" y="234783"/>
                  </a:lnTo>
                  <a:lnTo>
                    <a:pt x="864673" y="197792"/>
                  </a:lnTo>
                  <a:lnTo>
                    <a:pt x="837460" y="163255"/>
                  </a:lnTo>
                  <a:lnTo>
                    <a:pt x="806952" y="131396"/>
                  </a:lnTo>
                  <a:lnTo>
                    <a:pt x="773387" y="102441"/>
                  </a:lnTo>
                  <a:lnTo>
                    <a:pt x="737004" y="76615"/>
                  </a:lnTo>
                  <a:lnTo>
                    <a:pt x="698039" y="54144"/>
                  </a:lnTo>
                  <a:lnTo>
                    <a:pt x="656733" y="35253"/>
                  </a:lnTo>
                  <a:lnTo>
                    <a:pt x="613322" y="20168"/>
                  </a:lnTo>
                  <a:lnTo>
                    <a:pt x="568046" y="9113"/>
                  </a:lnTo>
                  <a:lnTo>
                    <a:pt x="521141" y="2316"/>
                  </a:lnTo>
                  <a:lnTo>
                    <a:pt x="472847" y="0"/>
                  </a:lnTo>
                  <a:close/>
                </a:path>
              </a:pathLst>
            </a:custGeom>
            <a:solidFill>
              <a:srgbClr val="CCFFCC"/>
            </a:solidFill>
          </p:spPr>
          <p:txBody>
            <a:bodyPr wrap="square" lIns="0" tIns="0" rIns="0" bIns="0" rtlCol="0"/>
            <a:lstStyle/>
            <a:p/>
          </p:txBody>
        </p:sp>
        <p:sp>
          <p:nvSpPr>
            <p:cNvPr id="29" name="object 29" descr=""/>
            <p:cNvSpPr/>
            <p:nvPr/>
          </p:nvSpPr>
          <p:spPr>
            <a:xfrm>
              <a:off x="5550139" y="4805432"/>
              <a:ext cx="945515" cy="897890"/>
            </a:xfrm>
            <a:custGeom>
              <a:avLst/>
              <a:gdLst/>
              <a:ahLst/>
              <a:cxnLst/>
              <a:rect l="l" t="t" r="r" b="b"/>
              <a:pathLst>
                <a:path w="945514" h="897889">
                  <a:moveTo>
                    <a:pt x="472847" y="0"/>
                  </a:moveTo>
                  <a:lnTo>
                    <a:pt x="424504" y="2316"/>
                  </a:lnTo>
                  <a:lnTo>
                    <a:pt x="377556" y="9113"/>
                  </a:lnTo>
                  <a:lnTo>
                    <a:pt x="332243" y="20168"/>
                  </a:lnTo>
                  <a:lnTo>
                    <a:pt x="288801" y="35253"/>
                  </a:lnTo>
                  <a:lnTo>
                    <a:pt x="247467" y="54144"/>
                  </a:lnTo>
                  <a:lnTo>
                    <a:pt x="208481" y="76615"/>
                  </a:lnTo>
                  <a:lnTo>
                    <a:pt x="172079" y="102441"/>
                  </a:lnTo>
                  <a:lnTo>
                    <a:pt x="138500" y="131396"/>
                  </a:lnTo>
                  <a:lnTo>
                    <a:pt x="107980" y="163255"/>
                  </a:lnTo>
                  <a:lnTo>
                    <a:pt x="80759" y="197792"/>
                  </a:lnTo>
                  <a:lnTo>
                    <a:pt x="57073" y="234783"/>
                  </a:lnTo>
                  <a:lnTo>
                    <a:pt x="37161" y="274001"/>
                  </a:lnTo>
                  <a:lnTo>
                    <a:pt x="21259" y="315221"/>
                  </a:lnTo>
                  <a:lnTo>
                    <a:pt x="9607" y="358218"/>
                  </a:lnTo>
                  <a:lnTo>
                    <a:pt x="2441" y="402767"/>
                  </a:lnTo>
                  <a:lnTo>
                    <a:pt x="0" y="448641"/>
                  </a:lnTo>
                  <a:lnTo>
                    <a:pt x="2441" y="494511"/>
                  </a:lnTo>
                  <a:lnTo>
                    <a:pt x="9607" y="539056"/>
                  </a:lnTo>
                  <a:lnTo>
                    <a:pt x="21259" y="582050"/>
                  </a:lnTo>
                  <a:lnTo>
                    <a:pt x="37161" y="623268"/>
                  </a:lnTo>
                  <a:lnTo>
                    <a:pt x="57073" y="662484"/>
                  </a:lnTo>
                  <a:lnTo>
                    <a:pt x="80759" y="699474"/>
                  </a:lnTo>
                  <a:lnTo>
                    <a:pt x="107980" y="734011"/>
                  </a:lnTo>
                  <a:lnTo>
                    <a:pt x="138500" y="765869"/>
                  </a:lnTo>
                  <a:lnTo>
                    <a:pt x="172079" y="794825"/>
                  </a:lnTo>
                  <a:lnTo>
                    <a:pt x="208481" y="820651"/>
                  </a:lnTo>
                  <a:lnTo>
                    <a:pt x="247467" y="843122"/>
                  </a:lnTo>
                  <a:lnTo>
                    <a:pt x="288801" y="862014"/>
                  </a:lnTo>
                  <a:lnTo>
                    <a:pt x="332243" y="877100"/>
                  </a:lnTo>
                  <a:lnTo>
                    <a:pt x="377556" y="888155"/>
                  </a:lnTo>
                  <a:lnTo>
                    <a:pt x="424504" y="894953"/>
                  </a:lnTo>
                  <a:lnTo>
                    <a:pt x="472847" y="897269"/>
                  </a:lnTo>
                  <a:lnTo>
                    <a:pt x="521141" y="894953"/>
                  </a:lnTo>
                  <a:lnTo>
                    <a:pt x="568046" y="888155"/>
                  </a:lnTo>
                  <a:lnTo>
                    <a:pt x="613322" y="877100"/>
                  </a:lnTo>
                  <a:lnTo>
                    <a:pt x="656733" y="862014"/>
                  </a:lnTo>
                  <a:lnTo>
                    <a:pt x="698039" y="843122"/>
                  </a:lnTo>
                  <a:lnTo>
                    <a:pt x="737004" y="820651"/>
                  </a:lnTo>
                  <a:lnTo>
                    <a:pt x="773387" y="794825"/>
                  </a:lnTo>
                  <a:lnTo>
                    <a:pt x="806952" y="765869"/>
                  </a:lnTo>
                  <a:lnTo>
                    <a:pt x="837460" y="734011"/>
                  </a:lnTo>
                  <a:lnTo>
                    <a:pt x="864673" y="699474"/>
                  </a:lnTo>
                  <a:lnTo>
                    <a:pt x="888352" y="662484"/>
                  </a:lnTo>
                  <a:lnTo>
                    <a:pt x="908261" y="623268"/>
                  </a:lnTo>
                  <a:lnTo>
                    <a:pt x="924160" y="582050"/>
                  </a:lnTo>
                  <a:lnTo>
                    <a:pt x="935811" y="539056"/>
                  </a:lnTo>
                  <a:lnTo>
                    <a:pt x="942976" y="494511"/>
                  </a:lnTo>
                  <a:lnTo>
                    <a:pt x="945418" y="448641"/>
                  </a:lnTo>
                  <a:lnTo>
                    <a:pt x="942976" y="402767"/>
                  </a:lnTo>
                  <a:lnTo>
                    <a:pt x="935811" y="358218"/>
                  </a:lnTo>
                  <a:lnTo>
                    <a:pt x="924160" y="315221"/>
                  </a:lnTo>
                  <a:lnTo>
                    <a:pt x="908261" y="274001"/>
                  </a:lnTo>
                  <a:lnTo>
                    <a:pt x="888352" y="234783"/>
                  </a:lnTo>
                  <a:lnTo>
                    <a:pt x="864673" y="197792"/>
                  </a:lnTo>
                  <a:lnTo>
                    <a:pt x="837460" y="163255"/>
                  </a:lnTo>
                  <a:lnTo>
                    <a:pt x="806952" y="131396"/>
                  </a:lnTo>
                  <a:lnTo>
                    <a:pt x="773387" y="102441"/>
                  </a:lnTo>
                  <a:lnTo>
                    <a:pt x="737004" y="76615"/>
                  </a:lnTo>
                  <a:lnTo>
                    <a:pt x="698039" y="54144"/>
                  </a:lnTo>
                  <a:lnTo>
                    <a:pt x="656733" y="35253"/>
                  </a:lnTo>
                  <a:lnTo>
                    <a:pt x="613322" y="20168"/>
                  </a:lnTo>
                  <a:lnTo>
                    <a:pt x="568046" y="9113"/>
                  </a:lnTo>
                  <a:lnTo>
                    <a:pt x="521141" y="2316"/>
                  </a:lnTo>
                  <a:lnTo>
                    <a:pt x="472847" y="0"/>
                  </a:lnTo>
                  <a:close/>
                </a:path>
              </a:pathLst>
            </a:custGeom>
            <a:ln w="20671">
              <a:solidFill>
                <a:srgbClr val="000000"/>
              </a:solidFill>
            </a:ln>
          </p:spPr>
          <p:txBody>
            <a:bodyPr wrap="square" lIns="0" tIns="0" rIns="0" bIns="0" rtlCol="0"/>
            <a:lstStyle/>
            <a:p/>
          </p:txBody>
        </p:sp>
        <p:pic>
          <p:nvPicPr>
            <p:cNvPr id="30" name="object 30" descr=""/>
            <p:cNvPicPr/>
            <p:nvPr/>
          </p:nvPicPr>
          <p:blipFill>
            <a:blip r:embed="rId3" cstate="print"/>
            <a:stretch>
              <a:fillRect/>
            </a:stretch>
          </p:blipFill>
          <p:spPr>
            <a:xfrm>
              <a:off x="7917135" y="1786403"/>
              <a:ext cx="160376" cy="151106"/>
            </a:xfrm>
            <a:prstGeom prst="rect">
              <a:avLst/>
            </a:prstGeom>
          </p:spPr>
        </p:pic>
        <p:sp>
          <p:nvSpPr>
            <p:cNvPr id="31" name="object 31" descr=""/>
            <p:cNvSpPr/>
            <p:nvPr/>
          </p:nvSpPr>
          <p:spPr>
            <a:xfrm>
              <a:off x="4942836" y="2306332"/>
              <a:ext cx="798195" cy="821690"/>
            </a:xfrm>
            <a:custGeom>
              <a:avLst/>
              <a:gdLst/>
              <a:ahLst/>
              <a:cxnLst/>
              <a:rect l="l" t="t" r="r" b="b"/>
              <a:pathLst>
                <a:path w="798195" h="821689">
                  <a:moveTo>
                    <a:pt x="642912" y="741222"/>
                  </a:moveTo>
                  <a:lnTo>
                    <a:pt x="797767" y="821592"/>
                  </a:lnTo>
                  <a:lnTo>
                    <a:pt x="767017" y="757461"/>
                  </a:lnTo>
                  <a:lnTo>
                    <a:pt x="716337" y="757461"/>
                  </a:lnTo>
                  <a:lnTo>
                    <a:pt x="711092" y="751956"/>
                  </a:lnTo>
                  <a:lnTo>
                    <a:pt x="701478" y="742047"/>
                  </a:lnTo>
                  <a:lnTo>
                    <a:pt x="642912" y="741222"/>
                  </a:lnTo>
                  <a:close/>
                </a:path>
                <a:path w="798195" h="821689">
                  <a:moveTo>
                    <a:pt x="701478" y="742047"/>
                  </a:moveTo>
                  <a:lnTo>
                    <a:pt x="711092" y="751956"/>
                  </a:lnTo>
                  <a:lnTo>
                    <a:pt x="716337" y="757461"/>
                  </a:lnTo>
                  <a:lnTo>
                    <a:pt x="725170" y="757461"/>
                  </a:lnTo>
                  <a:lnTo>
                    <a:pt x="730690" y="752231"/>
                  </a:lnTo>
                  <a:lnTo>
                    <a:pt x="735935" y="747002"/>
                  </a:lnTo>
                  <a:lnTo>
                    <a:pt x="736082" y="742323"/>
                  </a:lnTo>
                  <a:lnTo>
                    <a:pt x="721029" y="742323"/>
                  </a:lnTo>
                  <a:lnTo>
                    <a:pt x="701478" y="742047"/>
                  </a:lnTo>
                  <a:close/>
                </a:path>
                <a:path w="798195" h="821689">
                  <a:moveTo>
                    <a:pt x="722409" y="664430"/>
                  </a:moveTo>
                  <a:lnTo>
                    <a:pt x="721375" y="722808"/>
                  </a:lnTo>
                  <a:lnTo>
                    <a:pt x="730967" y="732689"/>
                  </a:lnTo>
                  <a:lnTo>
                    <a:pt x="736211" y="738194"/>
                  </a:lnTo>
                  <a:lnTo>
                    <a:pt x="735935" y="747002"/>
                  </a:lnTo>
                  <a:lnTo>
                    <a:pt x="730690" y="752231"/>
                  </a:lnTo>
                  <a:lnTo>
                    <a:pt x="725170" y="757461"/>
                  </a:lnTo>
                  <a:lnTo>
                    <a:pt x="767017" y="757461"/>
                  </a:lnTo>
                  <a:lnTo>
                    <a:pt x="722409" y="664430"/>
                  </a:lnTo>
                  <a:close/>
                </a:path>
                <a:path w="798195" h="821689">
                  <a:moveTo>
                    <a:pt x="19819" y="0"/>
                  </a:moveTo>
                  <a:lnTo>
                    <a:pt x="11096" y="0"/>
                  </a:lnTo>
                  <a:lnTo>
                    <a:pt x="138" y="10459"/>
                  </a:lnTo>
                  <a:lnTo>
                    <a:pt x="0" y="19266"/>
                  </a:lnTo>
                  <a:lnTo>
                    <a:pt x="5299" y="24496"/>
                  </a:lnTo>
                  <a:lnTo>
                    <a:pt x="701478" y="742047"/>
                  </a:lnTo>
                  <a:lnTo>
                    <a:pt x="721029" y="742323"/>
                  </a:lnTo>
                  <a:lnTo>
                    <a:pt x="721375" y="722808"/>
                  </a:lnTo>
                  <a:lnTo>
                    <a:pt x="19819" y="0"/>
                  </a:lnTo>
                  <a:close/>
                </a:path>
                <a:path w="798195" h="821689">
                  <a:moveTo>
                    <a:pt x="721375" y="722808"/>
                  </a:moveTo>
                  <a:lnTo>
                    <a:pt x="721200" y="732689"/>
                  </a:lnTo>
                  <a:lnTo>
                    <a:pt x="721102" y="738194"/>
                  </a:lnTo>
                  <a:lnTo>
                    <a:pt x="721029" y="742323"/>
                  </a:lnTo>
                  <a:lnTo>
                    <a:pt x="736082" y="742323"/>
                  </a:lnTo>
                  <a:lnTo>
                    <a:pt x="736116" y="741222"/>
                  </a:lnTo>
                  <a:lnTo>
                    <a:pt x="736211" y="738194"/>
                  </a:lnTo>
                  <a:lnTo>
                    <a:pt x="730967" y="732689"/>
                  </a:lnTo>
                  <a:lnTo>
                    <a:pt x="721375" y="722808"/>
                  </a:lnTo>
                  <a:close/>
                </a:path>
              </a:pathLst>
            </a:custGeom>
            <a:solidFill>
              <a:srgbClr val="000000"/>
            </a:solidFill>
          </p:spPr>
          <p:txBody>
            <a:bodyPr wrap="square" lIns="0" tIns="0" rIns="0" bIns="0" rtlCol="0"/>
            <a:lstStyle/>
            <a:p/>
          </p:txBody>
        </p:sp>
      </p:grpSp>
      <p:sp>
        <p:nvSpPr>
          <p:cNvPr id="32" name="object 32" descr=""/>
          <p:cNvSpPr txBox="1"/>
          <p:nvPr/>
        </p:nvSpPr>
        <p:spPr>
          <a:xfrm>
            <a:off x="8194271" y="1453324"/>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B.4</a:t>
            </a:r>
            <a:endParaRPr sz="1950">
              <a:latin typeface="宋体"/>
              <a:cs typeface="宋体"/>
            </a:endParaRPr>
          </a:p>
        </p:txBody>
      </p:sp>
      <p:sp>
        <p:nvSpPr>
          <p:cNvPr id="33" name="object 33" descr=""/>
          <p:cNvSpPr txBox="1"/>
          <p:nvPr/>
        </p:nvSpPr>
        <p:spPr>
          <a:xfrm>
            <a:off x="5211718" y="2200326"/>
            <a:ext cx="591820" cy="567690"/>
          </a:xfrm>
          <a:prstGeom prst="rect">
            <a:avLst/>
          </a:prstGeom>
        </p:spPr>
        <p:txBody>
          <a:bodyPr wrap="square" lIns="0" tIns="12700" rIns="0" bIns="0" rtlCol="0" vert="horz">
            <a:spAutoFit/>
          </a:bodyPr>
          <a:lstStyle/>
          <a:p>
            <a:pPr marL="12700">
              <a:lnSpc>
                <a:spcPts val="2130"/>
              </a:lnSpc>
              <a:spcBef>
                <a:spcPts val="100"/>
              </a:spcBef>
            </a:pPr>
            <a:r>
              <a:rPr dirty="0" sz="1950" spc="-25">
                <a:solidFill>
                  <a:srgbClr val="0000FF"/>
                </a:solidFill>
                <a:latin typeface="宋体"/>
                <a:cs typeface="宋体"/>
              </a:rPr>
              <a:t>B.1</a:t>
            </a:r>
            <a:endParaRPr sz="1950">
              <a:latin typeface="宋体"/>
              <a:cs typeface="宋体"/>
            </a:endParaRPr>
          </a:p>
          <a:p>
            <a:pPr marL="201295">
              <a:lnSpc>
                <a:spcPts val="2130"/>
              </a:lnSpc>
            </a:pPr>
            <a:r>
              <a:rPr dirty="0" sz="1950" spc="-25">
                <a:solidFill>
                  <a:srgbClr val="0000FF"/>
                </a:solidFill>
                <a:latin typeface="宋体"/>
                <a:cs typeface="宋体"/>
              </a:rPr>
              <a:t>B.3</a:t>
            </a:r>
            <a:endParaRPr sz="1950">
              <a:latin typeface="宋体"/>
              <a:cs typeface="宋体"/>
            </a:endParaRPr>
          </a:p>
        </p:txBody>
      </p:sp>
      <p:sp>
        <p:nvSpPr>
          <p:cNvPr id="34" name="object 34" descr=""/>
          <p:cNvSpPr txBox="1"/>
          <p:nvPr/>
        </p:nvSpPr>
        <p:spPr>
          <a:xfrm>
            <a:off x="5902352" y="2728787"/>
            <a:ext cx="265430" cy="323215"/>
          </a:xfrm>
          <a:prstGeom prst="rect">
            <a:avLst/>
          </a:prstGeom>
        </p:spPr>
        <p:txBody>
          <a:bodyPr wrap="square" lIns="0" tIns="12700" rIns="0" bIns="0" rtlCol="0" vert="horz">
            <a:spAutoFit/>
          </a:bodyPr>
          <a:lstStyle/>
          <a:p>
            <a:pPr marL="38100">
              <a:lnSpc>
                <a:spcPct val="100000"/>
              </a:lnSpc>
              <a:spcBef>
                <a:spcPts val="100"/>
              </a:spcBef>
            </a:pPr>
            <a:r>
              <a:rPr dirty="0" sz="1950" spc="-25">
                <a:solidFill>
                  <a:srgbClr val="0000FF"/>
                </a:solidFill>
                <a:latin typeface="宋体"/>
                <a:cs typeface="宋体"/>
              </a:rPr>
              <a:t>M</a:t>
            </a:r>
            <a:r>
              <a:rPr dirty="0" baseline="-5847" sz="1425" spc="-37">
                <a:solidFill>
                  <a:srgbClr val="0000FF"/>
                </a:solidFill>
                <a:latin typeface="宋体"/>
                <a:cs typeface="宋体"/>
              </a:rPr>
              <a:t>3</a:t>
            </a:r>
            <a:endParaRPr baseline="-5847" sz="1425">
              <a:latin typeface="宋体"/>
              <a:cs typeface="宋体"/>
            </a:endParaRPr>
          </a:p>
        </p:txBody>
      </p:sp>
      <p:sp>
        <p:nvSpPr>
          <p:cNvPr id="35" name="object 35" descr=""/>
          <p:cNvSpPr/>
          <p:nvPr/>
        </p:nvSpPr>
        <p:spPr>
          <a:xfrm>
            <a:off x="6263688" y="2332480"/>
            <a:ext cx="832485" cy="820419"/>
          </a:xfrm>
          <a:custGeom>
            <a:avLst/>
            <a:gdLst/>
            <a:ahLst/>
            <a:cxnLst/>
            <a:rect l="l" t="t" r="r" b="b"/>
            <a:pathLst>
              <a:path w="832484" h="820419">
                <a:moveTo>
                  <a:pt x="733999" y="77204"/>
                </a:moveTo>
                <a:lnTo>
                  <a:pt x="5520" y="795169"/>
                </a:lnTo>
                <a:lnTo>
                  <a:pt x="0" y="800398"/>
                </a:lnTo>
                <a:lnTo>
                  <a:pt x="0" y="809206"/>
                </a:lnTo>
                <a:lnTo>
                  <a:pt x="5244" y="814711"/>
                </a:lnTo>
                <a:lnTo>
                  <a:pt x="10765" y="819940"/>
                </a:lnTo>
                <a:lnTo>
                  <a:pt x="19598" y="820216"/>
                </a:lnTo>
                <a:lnTo>
                  <a:pt x="24843" y="814711"/>
                </a:lnTo>
                <a:lnTo>
                  <a:pt x="753505" y="96834"/>
                </a:lnTo>
                <a:lnTo>
                  <a:pt x="753574" y="77342"/>
                </a:lnTo>
                <a:lnTo>
                  <a:pt x="733999" y="77204"/>
                </a:lnTo>
                <a:close/>
              </a:path>
              <a:path w="832484" h="820419">
                <a:moveTo>
                  <a:pt x="800609" y="62204"/>
                </a:moveTo>
                <a:lnTo>
                  <a:pt x="758266" y="62204"/>
                </a:lnTo>
                <a:lnTo>
                  <a:pt x="763511" y="67709"/>
                </a:lnTo>
                <a:lnTo>
                  <a:pt x="768756" y="72938"/>
                </a:lnTo>
                <a:lnTo>
                  <a:pt x="768756" y="81746"/>
                </a:lnTo>
                <a:lnTo>
                  <a:pt x="763511" y="86975"/>
                </a:lnTo>
                <a:lnTo>
                  <a:pt x="753505" y="96834"/>
                </a:lnTo>
                <a:lnTo>
                  <a:pt x="753298" y="155235"/>
                </a:lnTo>
                <a:lnTo>
                  <a:pt x="800609" y="62204"/>
                </a:lnTo>
                <a:close/>
              </a:path>
              <a:path w="832484" h="820419">
                <a:moveTo>
                  <a:pt x="758266" y="62204"/>
                </a:moveTo>
                <a:lnTo>
                  <a:pt x="749433" y="62204"/>
                </a:lnTo>
                <a:lnTo>
                  <a:pt x="743912" y="67433"/>
                </a:lnTo>
                <a:lnTo>
                  <a:pt x="733999" y="77204"/>
                </a:lnTo>
                <a:lnTo>
                  <a:pt x="753574" y="77342"/>
                </a:lnTo>
                <a:lnTo>
                  <a:pt x="753505" y="96834"/>
                </a:lnTo>
                <a:lnTo>
                  <a:pt x="763511" y="86975"/>
                </a:lnTo>
                <a:lnTo>
                  <a:pt x="768756" y="81746"/>
                </a:lnTo>
                <a:lnTo>
                  <a:pt x="768756" y="72938"/>
                </a:lnTo>
                <a:lnTo>
                  <a:pt x="763511" y="67709"/>
                </a:lnTo>
                <a:lnTo>
                  <a:pt x="758266" y="62204"/>
                </a:lnTo>
                <a:close/>
              </a:path>
              <a:path w="832484" h="820419">
                <a:moveTo>
                  <a:pt x="832244" y="0"/>
                </a:moveTo>
                <a:lnTo>
                  <a:pt x="675732" y="76792"/>
                </a:lnTo>
                <a:lnTo>
                  <a:pt x="733999" y="77204"/>
                </a:lnTo>
                <a:lnTo>
                  <a:pt x="743912" y="67433"/>
                </a:lnTo>
                <a:lnTo>
                  <a:pt x="749433" y="62204"/>
                </a:lnTo>
                <a:lnTo>
                  <a:pt x="800609" y="62204"/>
                </a:lnTo>
                <a:lnTo>
                  <a:pt x="832244" y="0"/>
                </a:lnTo>
                <a:close/>
              </a:path>
            </a:pathLst>
          </a:custGeom>
          <a:solidFill>
            <a:srgbClr val="000000"/>
          </a:solidFill>
        </p:spPr>
        <p:txBody>
          <a:bodyPr wrap="square" lIns="0" tIns="0" rIns="0" bIns="0" rtlCol="0"/>
          <a:lstStyle/>
          <a:p/>
        </p:txBody>
      </p:sp>
      <p:sp>
        <p:nvSpPr>
          <p:cNvPr id="36" name="object 36" descr=""/>
          <p:cNvSpPr txBox="1"/>
          <p:nvPr/>
        </p:nvSpPr>
        <p:spPr>
          <a:xfrm>
            <a:off x="6335179" y="2362167"/>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B.4</a:t>
            </a:r>
            <a:endParaRPr sz="1950">
              <a:latin typeface="宋体"/>
              <a:cs typeface="宋体"/>
            </a:endParaRPr>
          </a:p>
        </p:txBody>
      </p:sp>
      <p:sp>
        <p:nvSpPr>
          <p:cNvPr id="37" name="object 37" descr=""/>
          <p:cNvSpPr txBox="1"/>
          <p:nvPr/>
        </p:nvSpPr>
        <p:spPr>
          <a:xfrm>
            <a:off x="6723830" y="1634982"/>
            <a:ext cx="265430" cy="323215"/>
          </a:xfrm>
          <a:prstGeom prst="rect">
            <a:avLst/>
          </a:prstGeom>
        </p:spPr>
        <p:txBody>
          <a:bodyPr wrap="square" lIns="0" tIns="12700" rIns="0" bIns="0" rtlCol="0" vert="horz">
            <a:spAutoFit/>
          </a:bodyPr>
          <a:lstStyle/>
          <a:p>
            <a:pPr marL="38100">
              <a:lnSpc>
                <a:spcPct val="100000"/>
              </a:lnSpc>
              <a:spcBef>
                <a:spcPts val="100"/>
              </a:spcBef>
            </a:pPr>
            <a:r>
              <a:rPr dirty="0" sz="1950" spc="-25">
                <a:solidFill>
                  <a:srgbClr val="0000FF"/>
                </a:solidFill>
                <a:latin typeface="宋体"/>
                <a:cs typeface="宋体"/>
              </a:rPr>
              <a:t>M</a:t>
            </a:r>
            <a:r>
              <a:rPr dirty="0" baseline="-5847" sz="1425" spc="-37">
                <a:solidFill>
                  <a:srgbClr val="0000FF"/>
                </a:solidFill>
                <a:latin typeface="宋体"/>
                <a:cs typeface="宋体"/>
              </a:rPr>
              <a:t>7</a:t>
            </a:r>
            <a:endParaRPr baseline="-5847" sz="1425">
              <a:latin typeface="宋体"/>
              <a:cs typeface="宋体"/>
            </a:endParaRPr>
          </a:p>
        </p:txBody>
      </p:sp>
      <p:sp>
        <p:nvSpPr>
          <p:cNvPr id="38" name="object 38" descr=""/>
          <p:cNvSpPr/>
          <p:nvPr/>
        </p:nvSpPr>
        <p:spPr>
          <a:xfrm>
            <a:off x="5849353" y="3919219"/>
            <a:ext cx="308610" cy="912494"/>
          </a:xfrm>
          <a:custGeom>
            <a:avLst/>
            <a:gdLst/>
            <a:ahLst/>
            <a:cxnLst/>
            <a:rect l="l" t="t" r="r" b="b"/>
            <a:pathLst>
              <a:path w="308610" h="912495">
                <a:moveTo>
                  <a:pt x="110413" y="746620"/>
                </a:moveTo>
                <a:lnTo>
                  <a:pt x="69557" y="788225"/>
                </a:lnTo>
                <a:lnTo>
                  <a:pt x="69557" y="802106"/>
                </a:lnTo>
                <a:lnTo>
                  <a:pt x="69557" y="802271"/>
                </a:lnTo>
                <a:lnTo>
                  <a:pt x="69418" y="788644"/>
                </a:lnTo>
                <a:lnTo>
                  <a:pt x="69557" y="802106"/>
                </a:lnTo>
                <a:lnTo>
                  <a:pt x="69557" y="788225"/>
                </a:lnTo>
                <a:lnTo>
                  <a:pt x="69418" y="788365"/>
                </a:lnTo>
                <a:lnTo>
                  <a:pt x="61010" y="13843"/>
                </a:lnTo>
                <a:lnTo>
                  <a:pt x="61010" y="5943"/>
                </a:lnTo>
                <a:lnTo>
                  <a:pt x="54800" y="0"/>
                </a:lnTo>
                <a:lnTo>
                  <a:pt x="39471" y="0"/>
                </a:lnTo>
                <a:lnTo>
                  <a:pt x="33401" y="6248"/>
                </a:lnTo>
                <a:lnTo>
                  <a:pt x="33401" y="13843"/>
                </a:lnTo>
                <a:lnTo>
                  <a:pt x="41808" y="788365"/>
                </a:lnTo>
                <a:lnTo>
                  <a:pt x="41808" y="788644"/>
                </a:lnTo>
                <a:lnTo>
                  <a:pt x="0" y="747801"/>
                </a:lnTo>
                <a:lnTo>
                  <a:pt x="56870" y="912368"/>
                </a:lnTo>
                <a:lnTo>
                  <a:pt x="87960" y="816114"/>
                </a:lnTo>
                <a:lnTo>
                  <a:pt x="110413" y="746620"/>
                </a:lnTo>
                <a:close/>
              </a:path>
              <a:path w="308610" h="912495">
                <a:moveTo>
                  <a:pt x="308051" y="178854"/>
                </a:moveTo>
                <a:lnTo>
                  <a:pt x="285051" y="110045"/>
                </a:lnTo>
                <a:lnTo>
                  <a:pt x="252844" y="13703"/>
                </a:lnTo>
                <a:lnTo>
                  <a:pt x="197637" y="178854"/>
                </a:lnTo>
                <a:lnTo>
                  <a:pt x="239052" y="137566"/>
                </a:lnTo>
                <a:lnTo>
                  <a:pt x="239052" y="899325"/>
                </a:lnTo>
                <a:lnTo>
                  <a:pt x="245122" y="905484"/>
                </a:lnTo>
                <a:lnTo>
                  <a:pt x="260578" y="905484"/>
                </a:lnTo>
                <a:lnTo>
                  <a:pt x="266649" y="899325"/>
                </a:lnTo>
                <a:lnTo>
                  <a:pt x="266649" y="137566"/>
                </a:lnTo>
                <a:lnTo>
                  <a:pt x="308051" y="178854"/>
                </a:lnTo>
                <a:close/>
              </a:path>
            </a:pathLst>
          </a:custGeom>
          <a:solidFill>
            <a:srgbClr val="000000"/>
          </a:solidFill>
        </p:spPr>
        <p:txBody>
          <a:bodyPr wrap="square" lIns="0" tIns="0" rIns="0" bIns="0" rtlCol="0"/>
          <a:lstStyle/>
          <a:p/>
        </p:txBody>
      </p:sp>
      <p:sp>
        <p:nvSpPr>
          <p:cNvPr id="39" name="object 39" descr=""/>
          <p:cNvSpPr txBox="1"/>
          <p:nvPr/>
        </p:nvSpPr>
        <p:spPr>
          <a:xfrm>
            <a:off x="5219443" y="5023108"/>
            <a:ext cx="265430" cy="323215"/>
          </a:xfrm>
          <a:prstGeom prst="rect">
            <a:avLst/>
          </a:prstGeom>
        </p:spPr>
        <p:txBody>
          <a:bodyPr wrap="square" lIns="0" tIns="12700" rIns="0" bIns="0" rtlCol="0" vert="horz">
            <a:spAutoFit/>
          </a:bodyPr>
          <a:lstStyle/>
          <a:p>
            <a:pPr marL="38100">
              <a:lnSpc>
                <a:spcPct val="100000"/>
              </a:lnSpc>
              <a:spcBef>
                <a:spcPts val="100"/>
              </a:spcBef>
            </a:pPr>
            <a:r>
              <a:rPr dirty="0" sz="1950" spc="-25">
                <a:solidFill>
                  <a:srgbClr val="0000FF"/>
                </a:solidFill>
                <a:latin typeface="宋体"/>
                <a:cs typeface="宋体"/>
              </a:rPr>
              <a:t>M</a:t>
            </a:r>
            <a:r>
              <a:rPr dirty="0" baseline="-5847" sz="1425" spc="-37">
                <a:solidFill>
                  <a:srgbClr val="0000FF"/>
                </a:solidFill>
                <a:latin typeface="宋体"/>
                <a:cs typeface="宋体"/>
              </a:rPr>
              <a:t>6</a:t>
            </a:r>
            <a:endParaRPr baseline="-5847" sz="1425">
              <a:latin typeface="宋体"/>
              <a:cs typeface="宋体"/>
            </a:endParaRPr>
          </a:p>
        </p:txBody>
      </p:sp>
      <p:sp>
        <p:nvSpPr>
          <p:cNvPr id="40" name="object 40" descr=""/>
          <p:cNvSpPr txBox="1"/>
          <p:nvPr/>
        </p:nvSpPr>
        <p:spPr>
          <a:xfrm>
            <a:off x="8989803" y="3433100"/>
            <a:ext cx="277495" cy="323215"/>
          </a:xfrm>
          <a:prstGeom prst="rect">
            <a:avLst/>
          </a:prstGeom>
        </p:spPr>
        <p:txBody>
          <a:bodyPr wrap="square" lIns="0" tIns="12700" rIns="0" bIns="0" rtlCol="0" vert="horz">
            <a:spAutoFit/>
          </a:bodyPr>
          <a:lstStyle/>
          <a:p>
            <a:pPr marL="12700">
              <a:lnSpc>
                <a:spcPct val="100000"/>
              </a:lnSpc>
              <a:spcBef>
                <a:spcPts val="100"/>
              </a:spcBef>
            </a:pPr>
            <a:r>
              <a:rPr dirty="0" baseline="2849" sz="2925" spc="-37">
                <a:solidFill>
                  <a:srgbClr val="0000FF"/>
                </a:solidFill>
                <a:latin typeface="宋体"/>
                <a:cs typeface="宋体"/>
              </a:rPr>
              <a:t>M</a:t>
            </a:r>
            <a:r>
              <a:rPr dirty="0" sz="950" spc="-25">
                <a:solidFill>
                  <a:srgbClr val="0000FF"/>
                </a:solidFill>
                <a:latin typeface="宋体"/>
                <a:cs typeface="宋体"/>
              </a:rPr>
              <a:t>12</a:t>
            </a:r>
            <a:endParaRPr sz="950">
              <a:latin typeface="宋体"/>
              <a:cs typeface="宋体"/>
            </a:endParaRPr>
          </a:p>
        </p:txBody>
      </p:sp>
      <p:sp>
        <p:nvSpPr>
          <p:cNvPr id="41" name="object 41" descr=""/>
          <p:cNvSpPr/>
          <p:nvPr/>
        </p:nvSpPr>
        <p:spPr>
          <a:xfrm>
            <a:off x="4740558" y="2476981"/>
            <a:ext cx="835025" cy="2566035"/>
          </a:xfrm>
          <a:custGeom>
            <a:avLst/>
            <a:gdLst/>
            <a:ahLst/>
            <a:cxnLst/>
            <a:rect l="l" t="t" r="r" b="b"/>
            <a:pathLst>
              <a:path w="835025" h="2566035">
                <a:moveTo>
                  <a:pt x="35774" y="104866"/>
                </a:moveTo>
                <a:lnTo>
                  <a:pt x="26839" y="122120"/>
                </a:lnTo>
                <a:lnTo>
                  <a:pt x="805993" y="2554202"/>
                </a:lnTo>
                <a:lnTo>
                  <a:pt x="808477" y="2561441"/>
                </a:lnTo>
                <a:lnTo>
                  <a:pt x="816206" y="2565432"/>
                </a:lnTo>
                <a:lnTo>
                  <a:pt x="823383" y="2563120"/>
                </a:lnTo>
                <a:lnTo>
                  <a:pt x="830836" y="2560808"/>
                </a:lnTo>
                <a:lnTo>
                  <a:pt x="834700" y="2553046"/>
                </a:lnTo>
                <a:lnTo>
                  <a:pt x="832492" y="2545807"/>
                </a:lnTo>
                <a:lnTo>
                  <a:pt x="53210" y="113788"/>
                </a:lnTo>
                <a:lnTo>
                  <a:pt x="35774" y="104866"/>
                </a:lnTo>
                <a:close/>
              </a:path>
              <a:path w="835025" h="2566035">
                <a:moveTo>
                  <a:pt x="2180" y="0"/>
                </a:moveTo>
                <a:lnTo>
                  <a:pt x="0" y="173951"/>
                </a:lnTo>
                <a:lnTo>
                  <a:pt x="26839" y="122120"/>
                </a:lnTo>
                <a:lnTo>
                  <a:pt x="22634" y="108995"/>
                </a:lnTo>
                <a:lnTo>
                  <a:pt x="20316" y="101838"/>
                </a:lnTo>
                <a:lnTo>
                  <a:pt x="24318" y="93856"/>
                </a:lnTo>
                <a:lnTo>
                  <a:pt x="38838" y="89453"/>
                </a:lnTo>
                <a:lnTo>
                  <a:pt x="67810" y="89453"/>
                </a:lnTo>
                <a:lnTo>
                  <a:pt x="2180" y="0"/>
                </a:lnTo>
                <a:close/>
              </a:path>
              <a:path w="835025" h="2566035">
                <a:moveTo>
                  <a:pt x="67810" y="89453"/>
                </a:moveTo>
                <a:lnTo>
                  <a:pt x="38838" y="89453"/>
                </a:lnTo>
                <a:lnTo>
                  <a:pt x="46622" y="93306"/>
                </a:lnTo>
                <a:lnTo>
                  <a:pt x="48940" y="100462"/>
                </a:lnTo>
                <a:lnTo>
                  <a:pt x="53210" y="113788"/>
                </a:lnTo>
                <a:lnTo>
                  <a:pt x="105169" y="140372"/>
                </a:lnTo>
                <a:lnTo>
                  <a:pt x="67810" y="89453"/>
                </a:lnTo>
                <a:close/>
              </a:path>
              <a:path w="835025" h="2566035">
                <a:moveTo>
                  <a:pt x="38838" y="89453"/>
                </a:moveTo>
                <a:lnTo>
                  <a:pt x="24318" y="93856"/>
                </a:lnTo>
                <a:lnTo>
                  <a:pt x="20316" y="101838"/>
                </a:lnTo>
                <a:lnTo>
                  <a:pt x="22634" y="108995"/>
                </a:lnTo>
                <a:lnTo>
                  <a:pt x="26839" y="122120"/>
                </a:lnTo>
                <a:lnTo>
                  <a:pt x="35774" y="104866"/>
                </a:lnTo>
                <a:lnTo>
                  <a:pt x="50352" y="104866"/>
                </a:lnTo>
                <a:lnTo>
                  <a:pt x="46622" y="93306"/>
                </a:lnTo>
                <a:lnTo>
                  <a:pt x="38838" y="89453"/>
                </a:lnTo>
                <a:close/>
              </a:path>
              <a:path w="835025" h="2566035">
                <a:moveTo>
                  <a:pt x="50352" y="104866"/>
                </a:moveTo>
                <a:lnTo>
                  <a:pt x="35774" y="104866"/>
                </a:lnTo>
                <a:lnTo>
                  <a:pt x="53210" y="113788"/>
                </a:lnTo>
                <a:lnTo>
                  <a:pt x="50352" y="104866"/>
                </a:lnTo>
                <a:close/>
              </a:path>
            </a:pathLst>
          </a:custGeom>
          <a:solidFill>
            <a:srgbClr val="000000"/>
          </a:solidFill>
        </p:spPr>
        <p:txBody>
          <a:bodyPr wrap="square" lIns="0" tIns="0" rIns="0" bIns="0" rtlCol="0"/>
          <a:lstStyle/>
          <a:p/>
        </p:txBody>
      </p:sp>
      <p:sp>
        <p:nvSpPr>
          <p:cNvPr id="42" name="object 42" descr=""/>
          <p:cNvSpPr txBox="1"/>
          <p:nvPr/>
        </p:nvSpPr>
        <p:spPr>
          <a:xfrm>
            <a:off x="5453525" y="3974772"/>
            <a:ext cx="1192530" cy="617855"/>
          </a:xfrm>
          <a:prstGeom prst="rect">
            <a:avLst/>
          </a:prstGeom>
        </p:spPr>
        <p:txBody>
          <a:bodyPr wrap="square" lIns="0" tIns="24765" rIns="0" bIns="0" rtlCol="0" vert="horz">
            <a:spAutoFit/>
          </a:bodyPr>
          <a:lstStyle/>
          <a:p>
            <a:pPr algn="r" marL="801370" marR="5080" indent="-789305">
              <a:lnSpc>
                <a:spcPts val="2320"/>
              </a:lnSpc>
              <a:spcBef>
                <a:spcPts val="195"/>
              </a:spcBef>
              <a:tabLst>
                <a:tab pos="794385" algn="l"/>
              </a:tabLst>
            </a:pPr>
            <a:r>
              <a:rPr dirty="0" sz="1950" spc="-25">
                <a:solidFill>
                  <a:srgbClr val="0000FF"/>
                </a:solidFill>
                <a:latin typeface="宋体"/>
                <a:cs typeface="宋体"/>
              </a:rPr>
              <a:t>A.3</a:t>
            </a:r>
            <a:r>
              <a:rPr dirty="0" sz="1950">
                <a:solidFill>
                  <a:srgbClr val="0000FF"/>
                </a:solidFill>
                <a:latin typeface="宋体"/>
                <a:cs typeface="宋体"/>
              </a:rPr>
              <a:t>	</a:t>
            </a:r>
            <a:r>
              <a:rPr dirty="0" baseline="1424" sz="2925" spc="-37">
                <a:solidFill>
                  <a:srgbClr val="0000FF"/>
                </a:solidFill>
                <a:latin typeface="宋体"/>
                <a:cs typeface="宋体"/>
              </a:rPr>
              <a:t>B.1 </a:t>
            </a:r>
            <a:r>
              <a:rPr dirty="0" sz="1950" spc="-25">
                <a:solidFill>
                  <a:srgbClr val="0000FF"/>
                </a:solidFill>
                <a:latin typeface="宋体"/>
                <a:cs typeface="宋体"/>
              </a:rPr>
              <a:t>B.3</a:t>
            </a:r>
            <a:endParaRPr sz="1950">
              <a:latin typeface="宋体"/>
              <a:cs typeface="宋体"/>
            </a:endParaRPr>
          </a:p>
        </p:txBody>
      </p:sp>
      <p:sp>
        <p:nvSpPr>
          <p:cNvPr id="43" name="object 43" descr=""/>
          <p:cNvSpPr/>
          <p:nvPr/>
        </p:nvSpPr>
        <p:spPr>
          <a:xfrm>
            <a:off x="6454152" y="2498450"/>
            <a:ext cx="1021080" cy="2566035"/>
          </a:xfrm>
          <a:custGeom>
            <a:avLst/>
            <a:gdLst/>
            <a:ahLst/>
            <a:cxnLst/>
            <a:rect l="l" t="t" r="r" b="b"/>
            <a:pathLst>
              <a:path w="1021079" h="2566035">
                <a:moveTo>
                  <a:pt x="9109" y="2391865"/>
                </a:moveTo>
                <a:lnTo>
                  <a:pt x="0" y="2565707"/>
                </a:lnTo>
                <a:lnTo>
                  <a:pt x="72889" y="2478814"/>
                </a:lnTo>
                <a:lnTo>
                  <a:pt x="42509" y="2478814"/>
                </a:lnTo>
                <a:lnTo>
                  <a:pt x="28155" y="2473254"/>
                </a:lnTo>
                <a:lnTo>
                  <a:pt x="24843" y="2465272"/>
                </a:lnTo>
                <a:lnTo>
                  <a:pt x="27603" y="2458198"/>
                </a:lnTo>
                <a:lnTo>
                  <a:pt x="32579" y="2445567"/>
                </a:lnTo>
                <a:lnTo>
                  <a:pt x="9109" y="2391865"/>
                </a:lnTo>
                <a:close/>
              </a:path>
              <a:path w="1021079" h="2566035">
                <a:moveTo>
                  <a:pt x="32579" y="2445567"/>
                </a:moveTo>
                <a:lnTo>
                  <a:pt x="27603" y="2458198"/>
                </a:lnTo>
                <a:lnTo>
                  <a:pt x="24843" y="2465272"/>
                </a:lnTo>
                <a:lnTo>
                  <a:pt x="28155" y="2473254"/>
                </a:lnTo>
                <a:lnTo>
                  <a:pt x="42509" y="2478814"/>
                </a:lnTo>
                <a:lnTo>
                  <a:pt x="50514" y="2475346"/>
                </a:lnTo>
                <a:lnTo>
                  <a:pt x="55259" y="2463235"/>
                </a:lnTo>
                <a:lnTo>
                  <a:pt x="40301" y="2463235"/>
                </a:lnTo>
                <a:lnTo>
                  <a:pt x="32579" y="2445567"/>
                </a:lnTo>
                <a:close/>
              </a:path>
              <a:path w="1021079" h="2566035">
                <a:moveTo>
                  <a:pt x="112070" y="2432106"/>
                </a:moveTo>
                <a:lnTo>
                  <a:pt x="58343" y="2455409"/>
                </a:lnTo>
                <a:lnTo>
                  <a:pt x="53274" y="2468272"/>
                </a:lnTo>
                <a:lnTo>
                  <a:pt x="50514" y="2475346"/>
                </a:lnTo>
                <a:lnTo>
                  <a:pt x="42509" y="2478814"/>
                </a:lnTo>
                <a:lnTo>
                  <a:pt x="72889" y="2478814"/>
                </a:lnTo>
                <a:lnTo>
                  <a:pt x="112070" y="2432106"/>
                </a:lnTo>
                <a:close/>
              </a:path>
              <a:path w="1021079" h="2566035">
                <a:moveTo>
                  <a:pt x="1002833" y="0"/>
                </a:moveTo>
                <a:lnTo>
                  <a:pt x="994828" y="3578"/>
                </a:lnTo>
                <a:lnTo>
                  <a:pt x="991791" y="10459"/>
                </a:lnTo>
                <a:lnTo>
                  <a:pt x="32579" y="2445567"/>
                </a:lnTo>
                <a:lnTo>
                  <a:pt x="40301" y="2463235"/>
                </a:lnTo>
                <a:lnTo>
                  <a:pt x="58343" y="2455409"/>
                </a:lnTo>
                <a:lnTo>
                  <a:pt x="1017739" y="20643"/>
                </a:lnTo>
                <a:lnTo>
                  <a:pt x="1020499" y="13486"/>
                </a:lnTo>
                <a:lnTo>
                  <a:pt x="1016911" y="5504"/>
                </a:lnTo>
                <a:lnTo>
                  <a:pt x="1009734" y="2752"/>
                </a:lnTo>
                <a:lnTo>
                  <a:pt x="1002833" y="0"/>
                </a:lnTo>
                <a:close/>
              </a:path>
              <a:path w="1021079" h="2566035">
                <a:moveTo>
                  <a:pt x="58343" y="2455409"/>
                </a:moveTo>
                <a:lnTo>
                  <a:pt x="40301" y="2463235"/>
                </a:lnTo>
                <a:lnTo>
                  <a:pt x="55259" y="2463235"/>
                </a:lnTo>
                <a:lnTo>
                  <a:pt x="58343" y="2455409"/>
                </a:lnTo>
                <a:close/>
              </a:path>
            </a:pathLst>
          </a:custGeom>
          <a:solidFill>
            <a:srgbClr val="000000"/>
          </a:solidFill>
        </p:spPr>
        <p:txBody>
          <a:bodyPr wrap="square" lIns="0" tIns="0" rIns="0" bIns="0" rtlCol="0"/>
          <a:lstStyle/>
          <a:p/>
        </p:txBody>
      </p:sp>
      <p:sp>
        <p:nvSpPr>
          <p:cNvPr id="44" name="object 44" descr=""/>
          <p:cNvSpPr txBox="1"/>
          <p:nvPr/>
        </p:nvSpPr>
        <p:spPr>
          <a:xfrm>
            <a:off x="7068050" y="3538792"/>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A.3</a:t>
            </a:r>
            <a:endParaRPr sz="1950">
              <a:latin typeface="宋体"/>
              <a:cs typeface="宋体"/>
            </a:endParaRPr>
          </a:p>
        </p:txBody>
      </p:sp>
      <p:sp>
        <p:nvSpPr>
          <p:cNvPr id="45" name="object 45" descr=""/>
          <p:cNvSpPr/>
          <p:nvPr/>
        </p:nvSpPr>
        <p:spPr>
          <a:xfrm>
            <a:off x="7577049" y="2311844"/>
            <a:ext cx="859790" cy="940435"/>
          </a:xfrm>
          <a:custGeom>
            <a:avLst/>
            <a:gdLst/>
            <a:ahLst/>
            <a:cxnLst/>
            <a:rect l="l" t="t" r="r" b="b"/>
            <a:pathLst>
              <a:path w="859790" h="940435">
                <a:moveTo>
                  <a:pt x="440829" y="939863"/>
                </a:moveTo>
                <a:lnTo>
                  <a:pt x="424802" y="859853"/>
                </a:lnTo>
                <a:lnTo>
                  <a:pt x="406603" y="769023"/>
                </a:lnTo>
                <a:lnTo>
                  <a:pt x="391274" y="825436"/>
                </a:lnTo>
                <a:lnTo>
                  <a:pt x="386257" y="843889"/>
                </a:lnTo>
                <a:lnTo>
                  <a:pt x="386181" y="844156"/>
                </a:lnTo>
                <a:lnTo>
                  <a:pt x="391274" y="825436"/>
                </a:lnTo>
                <a:lnTo>
                  <a:pt x="27609" y="189915"/>
                </a:lnTo>
                <a:lnTo>
                  <a:pt x="24015" y="183311"/>
                </a:lnTo>
                <a:lnTo>
                  <a:pt x="15468" y="181102"/>
                </a:lnTo>
                <a:lnTo>
                  <a:pt x="8839" y="184683"/>
                </a:lnTo>
                <a:lnTo>
                  <a:pt x="2209" y="188544"/>
                </a:lnTo>
                <a:lnTo>
                  <a:pt x="0" y="196799"/>
                </a:lnTo>
                <a:lnTo>
                  <a:pt x="3873" y="203403"/>
                </a:lnTo>
                <a:lnTo>
                  <a:pt x="367157" y="839025"/>
                </a:lnTo>
                <a:lnTo>
                  <a:pt x="310819" y="823798"/>
                </a:lnTo>
                <a:lnTo>
                  <a:pt x="440829" y="939863"/>
                </a:lnTo>
                <a:close/>
              </a:path>
              <a:path w="859790" h="940435">
                <a:moveTo>
                  <a:pt x="859307" y="730758"/>
                </a:moveTo>
                <a:lnTo>
                  <a:pt x="854608" y="724979"/>
                </a:lnTo>
                <a:lnTo>
                  <a:pt x="353453" y="88900"/>
                </a:lnTo>
                <a:lnTo>
                  <a:pt x="354266" y="88900"/>
                </a:lnTo>
                <a:lnTo>
                  <a:pt x="411302" y="95783"/>
                </a:lnTo>
                <a:lnTo>
                  <a:pt x="373608" y="71005"/>
                </a:lnTo>
                <a:lnTo>
                  <a:pt x="265557" y="0"/>
                </a:lnTo>
                <a:lnTo>
                  <a:pt x="324624" y="163766"/>
                </a:lnTo>
                <a:lnTo>
                  <a:pt x="331457" y="105727"/>
                </a:lnTo>
                <a:lnTo>
                  <a:pt x="833081" y="742048"/>
                </a:lnTo>
                <a:lnTo>
                  <a:pt x="837768" y="747826"/>
                </a:lnTo>
                <a:lnTo>
                  <a:pt x="846328" y="748931"/>
                </a:lnTo>
                <a:lnTo>
                  <a:pt x="858469" y="739571"/>
                </a:lnTo>
                <a:lnTo>
                  <a:pt x="859307" y="730758"/>
                </a:lnTo>
                <a:close/>
              </a:path>
            </a:pathLst>
          </a:custGeom>
          <a:solidFill>
            <a:srgbClr val="000000"/>
          </a:solidFill>
        </p:spPr>
        <p:txBody>
          <a:bodyPr wrap="square" lIns="0" tIns="0" rIns="0" bIns="0" rtlCol="0"/>
          <a:lstStyle/>
          <a:p/>
        </p:txBody>
      </p:sp>
      <p:sp>
        <p:nvSpPr>
          <p:cNvPr id="46" name="object 46" descr=""/>
          <p:cNvSpPr txBox="1"/>
          <p:nvPr/>
        </p:nvSpPr>
        <p:spPr>
          <a:xfrm>
            <a:off x="7399292" y="2808056"/>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B.1</a:t>
            </a:r>
            <a:endParaRPr sz="1950">
              <a:latin typeface="宋体"/>
              <a:cs typeface="宋体"/>
            </a:endParaRPr>
          </a:p>
        </p:txBody>
      </p:sp>
      <p:sp>
        <p:nvSpPr>
          <p:cNvPr id="47" name="object 47" descr=""/>
          <p:cNvSpPr txBox="1"/>
          <p:nvPr/>
        </p:nvSpPr>
        <p:spPr>
          <a:xfrm>
            <a:off x="8194271" y="2434831"/>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B.4</a:t>
            </a:r>
            <a:endParaRPr sz="1950">
              <a:latin typeface="宋体"/>
              <a:cs typeface="宋体"/>
            </a:endParaRPr>
          </a:p>
        </p:txBody>
      </p:sp>
      <p:sp>
        <p:nvSpPr>
          <p:cNvPr id="48" name="object 48" descr=""/>
          <p:cNvSpPr txBox="1"/>
          <p:nvPr/>
        </p:nvSpPr>
        <p:spPr>
          <a:xfrm>
            <a:off x="4711489" y="3651090"/>
            <a:ext cx="403225" cy="323215"/>
          </a:xfrm>
          <a:prstGeom prst="rect">
            <a:avLst/>
          </a:prstGeom>
        </p:spPr>
        <p:txBody>
          <a:bodyPr wrap="square" lIns="0" tIns="12700" rIns="0" bIns="0" rtlCol="0" vert="horz">
            <a:spAutoFit/>
          </a:bodyPr>
          <a:lstStyle/>
          <a:p>
            <a:pPr marL="12700">
              <a:lnSpc>
                <a:spcPct val="100000"/>
              </a:lnSpc>
              <a:spcBef>
                <a:spcPts val="100"/>
              </a:spcBef>
            </a:pPr>
            <a:r>
              <a:rPr dirty="0" sz="1950" spc="-25">
                <a:solidFill>
                  <a:srgbClr val="0000FF"/>
                </a:solidFill>
                <a:latin typeface="宋体"/>
                <a:cs typeface="宋体"/>
              </a:rPr>
              <a:t>A.4</a:t>
            </a:r>
            <a:endParaRPr sz="1950">
              <a:latin typeface="宋体"/>
              <a:cs typeface="宋体"/>
            </a:endParaRPr>
          </a:p>
        </p:txBody>
      </p:sp>
      <p:grpSp>
        <p:nvGrpSpPr>
          <p:cNvPr id="49" name="object 49" descr=""/>
          <p:cNvGrpSpPr/>
          <p:nvPr/>
        </p:nvGrpSpPr>
        <p:grpSpPr>
          <a:xfrm>
            <a:off x="3016706" y="3048637"/>
            <a:ext cx="966469" cy="918210"/>
            <a:chOff x="3016706" y="3048637"/>
            <a:chExt cx="966469" cy="918210"/>
          </a:xfrm>
        </p:grpSpPr>
        <p:sp>
          <p:nvSpPr>
            <p:cNvPr id="50" name="object 50" descr=""/>
            <p:cNvSpPr/>
            <p:nvPr/>
          </p:nvSpPr>
          <p:spPr>
            <a:xfrm>
              <a:off x="3027184" y="3059114"/>
              <a:ext cx="945515" cy="897255"/>
            </a:xfrm>
            <a:custGeom>
              <a:avLst/>
              <a:gdLst/>
              <a:ahLst/>
              <a:cxnLst/>
              <a:rect l="l" t="t" r="r" b="b"/>
              <a:pathLst>
                <a:path w="945514" h="897254">
                  <a:moveTo>
                    <a:pt x="472709" y="0"/>
                  </a:moveTo>
                  <a:lnTo>
                    <a:pt x="424376" y="2315"/>
                  </a:lnTo>
                  <a:lnTo>
                    <a:pt x="377440" y="9110"/>
                  </a:lnTo>
                  <a:lnTo>
                    <a:pt x="332138" y="20160"/>
                  </a:lnTo>
                  <a:lnTo>
                    <a:pt x="288707" y="35240"/>
                  </a:lnTo>
                  <a:lnTo>
                    <a:pt x="247386" y="54125"/>
                  </a:lnTo>
                  <a:lnTo>
                    <a:pt x="208411" y="76589"/>
                  </a:lnTo>
                  <a:lnTo>
                    <a:pt x="172020" y="102407"/>
                  </a:lnTo>
                  <a:lnTo>
                    <a:pt x="138451" y="131355"/>
                  </a:lnTo>
                  <a:lnTo>
                    <a:pt x="107942" y="163206"/>
                  </a:lnTo>
                  <a:lnTo>
                    <a:pt x="80730" y="197736"/>
                  </a:lnTo>
                  <a:lnTo>
                    <a:pt x="57052" y="234719"/>
                  </a:lnTo>
                  <a:lnTo>
                    <a:pt x="37147" y="273931"/>
                  </a:lnTo>
                  <a:lnTo>
                    <a:pt x="21251" y="315146"/>
                  </a:lnTo>
                  <a:lnTo>
                    <a:pt x="9603" y="358139"/>
                  </a:lnTo>
                  <a:lnTo>
                    <a:pt x="2440" y="402685"/>
                  </a:lnTo>
                  <a:lnTo>
                    <a:pt x="0" y="448559"/>
                  </a:lnTo>
                  <a:lnTo>
                    <a:pt x="2440" y="494429"/>
                  </a:lnTo>
                  <a:lnTo>
                    <a:pt x="9603" y="538974"/>
                  </a:lnTo>
                  <a:lnTo>
                    <a:pt x="21251" y="581968"/>
                  </a:lnTo>
                  <a:lnTo>
                    <a:pt x="37147" y="623187"/>
                  </a:lnTo>
                  <a:lnTo>
                    <a:pt x="57052" y="662405"/>
                  </a:lnTo>
                  <a:lnTo>
                    <a:pt x="80730" y="699396"/>
                  </a:lnTo>
                  <a:lnTo>
                    <a:pt x="107942" y="733934"/>
                  </a:lnTo>
                  <a:lnTo>
                    <a:pt x="138452" y="765794"/>
                  </a:lnTo>
                  <a:lnTo>
                    <a:pt x="172020" y="794750"/>
                  </a:lnTo>
                  <a:lnTo>
                    <a:pt x="208411" y="820578"/>
                  </a:lnTo>
                  <a:lnTo>
                    <a:pt x="247386" y="843050"/>
                  </a:lnTo>
                  <a:lnTo>
                    <a:pt x="288707" y="861943"/>
                  </a:lnTo>
                  <a:lnTo>
                    <a:pt x="332138" y="877030"/>
                  </a:lnTo>
                  <a:lnTo>
                    <a:pt x="377440" y="888085"/>
                  </a:lnTo>
                  <a:lnTo>
                    <a:pt x="424376" y="894884"/>
                  </a:lnTo>
                  <a:lnTo>
                    <a:pt x="472709" y="897200"/>
                  </a:lnTo>
                  <a:lnTo>
                    <a:pt x="521041" y="894884"/>
                  </a:lnTo>
                  <a:lnTo>
                    <a:pt x="567977" y="888085"/>
                  </a:lnTo>
                  <a:lnTo>
                    <a:pt x="613279" y="877030"/>
                  </a:lnTo>
                  <a:lnTo>
                    <a:pt x="656710" y="861943"/>
                  </a:lnTo>
                  <a:lnTo>
                    <a:pt x="698031" y="843050"/>
                  </a:lnTo>
                  <a:lnTo>
                    <a:pt x="737006" y="820578"/>
                  </a:lnTo>
                  <a:lnTo>
                    <a:pt x="773397" y="794750"/>
                  </a:lnTo>
                  <a:lnTo>
                    <a:pt x="806966" y="765794"/>
                  </a:lnTo>
                  <a:lnTo>
                    <a:pt x="837475" y="733934"/>
                  </a:lnTo>
                  <a:lnTo>
                    <a:pt x="864687" y="699396"/>
                  </a:lnTo>
                  <a:lnTo>
                    <a:pt x="888365" y="662405"/>
                  </a:lnTo>
                  <a:lnTo>
                    <a:pt x="908270" y="623187"/>
                  </a:lnTo>
                  <a:lnTo>
                    <a:pt x="924166" y="581968"/>
                  </a:lnTo>
                  <a:lnTo>
                    <a:pt x="935814" y="538974"/>
                  </a:lnTo>
                  <a:lnTo>
                    <a:pt x="942977" y="494429"/>
                  </a:lnTo>
                  <a:lnTo>
                    <a:pt x="945418" y="448559"/>
                  </a:lnTo>
                  <a:lnTo>
                    <a:pt x="942977" y="402685"/>
                  </a:lnTo>
                  <a:lnTo>
                    <a:pt x="935814" y="358139"/>
                  </a:lnTo>
                  <a:lnTo>
                    <a:pt x="924166" y="315146"/>
                  </a:lnTo>
                  <a:lnTo>
                    <a:pt x="908270" y="273931"/>
                  </a:lnTo>
                  <a:lnTo>
                    <a:pt x="888365" y="234719"/>
                  </a:lnTo>
                  <a:lnTo>
                    <a:pt x="864687" y="197736"/>
                  </a:lnTo>
                  <a:lnTo>
                    <a:pt x="837475" y="163206"/>
                  </a:lnTo>
                  <a:lnTo>
                    <a:pt x="806966" y="131355"/>
                  </a:lnTo>
                  <a:lnTo>
                    <a:pt x="773397" y="102407"/>
                  </a:lnTo>
                  <a:lnTo>
                    <a:pt x="737006" y="76589"/>
                  </a:lnTo>
                  <a:lnTo>
                    <a:pt x="698031" y="54125"/>
                  </a:lnTo>
                  <a:lnTo>
                    <a:pt x="656710" y="35240"/>
                  </a:lnTo>
                  <a:lnTo>
                    <a:pt x="613279" y="20160"/>
                  </a:lnTo>
                  <a:lnTo>
                    <a:pt x="567977" y="9110"/>
                  </a:lnTo>
                  <a:lnTo>
                    <a:pt x="521041" y="2315"/>
                  </a:lnTo>
                  <a:lnTo>
                    <a:pt x="472709" y="0"/>
                  </a:lnTo>
                  <a:close/>
                </a:path>
              </a:pathLst>
            </a:custGeom>
            <a:solidFill>
              <a:srgbClr val="CCFFCC"/>
            </a:solidFill>
          </p:spPr>
          <p:txBody>
            <a:bodyPr wrap="square" lIns="0" tIns="0" rIns="0" bIns="0" rtlCol="0"/>
            <a:lstStyle/>
            <a:p/>
          </p:txBody>
        </p:sp>
        <p:sp>
          <p:nvSpPr>
            <p:cNvPr id="51" name="object 51" descr=""/>
            <p:cNvSpPr/>
            <p:nvPr/>
          </p:nvSpPr>
          <p:spPr>
            <a:xfrm>
              <a:off x="3027184" y="3059114"/>
              <a:ext cx="945515" cy="897255"/>
            </a:xfrm>
            <a:custGeom>
              <a:avLst/>
              <a:gdLst/>
              <a:ahLst/>
              <a:cxnLst/>
              <a:rect l="l" t="t" r="r" b="b"/>
              <a:pathLst>
                <a:path w="945514" h="897254">
                  <a:moveTo>
                    <a:pt x="472709" y="0"/>
                  </a:moveTo>
                  <a:lnTo>
                    <a:pt x="424376" y="2315"/>
                  </a:lnTo>
                  <a:lnTo>
                    <a:pt x="377440" y="9110"/>
                  </a:lnTo>
                  <a:lnTo>
                    <a:pt x="332138" y="20160"/>
                  </a:lnTo>
                  <a:lnTo>
                    <a:pt x="288707" y="35240"/>
                  </a:lnTo>
                  <a:lnTo>
                    <a:pt x="247386" y="54125"/>
                  </a:lnTo>
                  <a:lnTo>
                    <a:pt x="208411" y="76589"/>
                  </a:lnTo>
                  <a:lnTo>
                    <a:pt x="172020" y="102407"/>
                  </a:lnTo>
                  <a:lnTo>
                    <a:pt x="138451" y="131355"/>
                  </a:lnTo>
                  <a:lnTo>
                    <a:pt x="107942" y="163206"/>
                  </a:lnTo>
                  <a:lnTo>
                    <a:pt x="80730" y="197736"/>
                  </a:lnTo>
                  <a:lnTo>
                    <a:pt x="57052" y="234719"/>
                  </a:lnTo>
                  <a:lnTo>
                    <a:pt x="37147" y="273931"/>
                  </a:lnTo>
                  <a:lnTo>
                    <a:pt x="21251" y="315146"/>
                  </a:lnTo>
                  <a:lnTo>
                    <a:pt x="9603" y="358139"/>
                  </a:lnTo>
                  <a:lnTo>
                    <a:pt x="2440" y="402685"/>
                  </a:lnTo>
                  <a:lnTo>
                    <a:pt x="0" y="448559"/>
                  </a:lnTo>
                  <a:lnTo>
                    <a:pt x="2440" y="494429"/>
                  </a:lnTo>
                  <a:lnTo>
                    <a:pt x="9603" y="538974"/>
                  </a:lnTo>
                  <a:lnTo>
                    <a:pt x="21251" y="581968"/>
                  </a:lnTo>
                  <a:lnTo>
                    <a:pt x="37147" y="623187"/>
                  </a:lnTo>
                  <a:lnTo>
                    <a:pt x="57052" y="662405"/>
                  </a:lnTo>
                  <a:lnTo>
                    <a:pt x="80730" y="699396"/>
                  </a:lnTo>
                  <a:lnTo>
                    <a:pt x="107942" y="733934"/>
                  </a:lnTo>
                  <a:lnTo>
                    <a:pt x="138452" y="765794"/>
                  </a:lnTo>
                  <a:lnTo>
                    <a:pt x="172020" y="794750"/>
                  </a:lnTo>
                  <a:lnTo>
                    <a:pt x="208411" y="820578"/>
                  </a:lnTo>
                  <a:lnTo>
                    <a:pt x="247386" y="843050"/>
                  </a:lnTo>
                  <a:lnTo>
                    <a:pt x="288707" y="861943"/>
                  </a:lnTo>
                  <a:lnTo>
                    <a:pt x="332138" y="877030"/>
                  </a:lnTo>
                  <a:lnTo>
                    <a:pt x="377440" y="888085"/>
                  </a:lnTo>
                  <a:lnTo>
                    <a:pt x="424376" y="894884"/>
                  </a:lnTo>
                  <a:lnTo>
                    <a:pt x="472709" y="897200"/>
                  </a:lnTo>
                  <a:lnTo>
                    <a:pt x="521041" y="894884"/>
                  </a:lnTo>
                  <a:lnTo>
                    <a:pt x="567977" y="888085"/>
                  </a:lnTo>
                  <a:lnTo>
                    <a:pt x="613279" y="877030"/>
                  </a:lnTo>
                  <a:lnTo>
                    <a:pt x="656710" y="861943"/>
                  </a:lnTo>
                  <a:lnTo>
                    <a:pt x="698031" y="843050"/>
                  </a:lnTo>
                  <a:lnTo>
                    <a:pt x="737006" y="820578"/>
                  </a:lnTo>
                  <a:lnTo>
                    <a:pt x="773397" y="794750"/>
                  </a:lnTo>
                  <a:lnTo>
                    <a:pt x="806966" y="765794"/>
                  </a:lnTo>
                  <a:lnTo>
                    <a:pt x="837475" y="733934"/>
                  </a:lnTo>
                  <a:lnTo>
                    <a:pt x="864687" y="699396"/>
                  </a:lnTo>
                  <a:lnTo>
                    <a:pt x="888365" y="662405"/>
                  </a:lnTo>
                  <a:lnTo>
                    <a:pt x="908270" y="623187"/>
                  </a:lnTo>
                  <a:lnTo>
                    <a:pt x="924166" y="581968"/>
                  </a:lnTo>
                  <a:lnTo>
                    <a:pt x="935814" y="538974"/>
                  </a:lnTo>
                  <a:lnTo>
                    <a:pt x="942977" y="494429"/>
                  </a:lnTo>
                  <a:lnTo>
                    <a:pt x="945418" y="448559"/>
                  </a:lnTo>
                  <a:lnTo>
                    <a:pt x="942977" y="402685"/>
                  </a:lnTo>
                  <a:lnTo>
                    <a:pt x="935814" y="358139"/>
                  </a:lnTo>
                  <a:lnTo>
                    <a:pt x="924166" y="315146"/>
                  </a:lnTo>
                  <a:lnTo>
                    <a:pt x="908270" y="273931"/>
                  </a:lnTo>
                  <a:lnTo>
                    <a:pt x="888365" y="234719"/>
                  </a:lnTo>
                  <a:lnTo>
                    <a:pt x="864687" y="197736"/>
                  </a:lnTo>
                  <a:lnTo>
                    <a:pt x="837475" y="163206"/>
                  </a:lnTo>
                  <a:lnTo>
                    <a:pt x="806966" y="131355"/>
                  </a:lnTo>
                  <a:lnTo>
                    <a:pt x="773397" y="102407"/>
                  </a:lnTo>
                  <a:lnTo>
                    <a:pt x="737006" y="76589"/>
                  </a:lnTo>
                  <a:lnTo>
                    <a:pt x="698031" y="54125"/>
                  </a:lnTo>
                  <a:lnTo>
                    <a:pt x="656710" y="35240"/>
                  </a:lnTo>
                  <a:lnTo>
                    <a:pt x="613279" y="20160"/>
                  </a:lnTo>
                  <a:lnTo>
                    <a:pt x="567977" y="9110"/>
                  </a:lnTo>
                  <a:lnTo>
                    <a:pt x="521041" y="2315"/>
                  </a:lnTo>
                  <a:lnTo>
                    <a:pt x="472709" y="0"/>
                  </a:lnTo>
                  <a:close/>
                </a:path>
              </a:pathLst>
            </a:custGeom>
            <a:ln w="20671">
              <a:solidFill>
                <a:srgbClr val="000000"/>
              </a:solidFill>
            </a:ln>
          </p:spPr>
          <p:txBody>
            <a:bodyPr wrap="square" lIns="0" tIns="0" rIns="0" bIns="0" rtlCol="0"/>
            <a:lstStyle/>
            <a:p/>
          </p:txBody>
        </p:sp>
      </p:grpSp>
      <p:sp>
        <p:nvSpPr>
          <p:cNvPr id="52" name="object 52" descr=""/>
          <p:cNvSpPr txBox="1"/>
          <p:nvPr/>
        </p:nvSpPr>
        <p:spPr>
          <a:xfrm>
            <a:off x="3236802" y="3182080"/>
            <a:ext cx="530225" cy="600710"/>
          </a:xfrm>
          <a:prstGeom prst="rect">
            <a:avLst/>
          </a:prstGeom>
        </p:spPr>
        <p:txBody>
          <a:bodyPr wrap="square" lIns="0" tIns="12700" rIns="0" bIns="0" rtlCol="0" vert="horz">
            <a:spAutoFit/>
          </a:bodyPr>
          <a:lstStyle/>
          <a:p>
            <a:pPr marL="12700">
              <a:lnSpc>
                <a:spcPts val="2260"/>
              </a:lnSpc>
              <a:spcBef>
                <a:spcPts val="100"/>
              </a:spcBef>
            </a:pPr>
            <a:r>
              <a:rPr dirty="0" sz="1950" spc="-20">
                <a:latin typeface="宋体"/>
                <a:cs typeface="宋体"/>
              </a:rPr>
              <a:t>0111</a:t>
            </a:r>
            <a:endParaRPr sz="1950">
              <a:latin typeface="宋体"/>
              <a:cs typeface="宋体"/>
            </a:endParaRPr>
          </a:p>
          <a:p>
            <a:pPr marL="19050">
              <a:lnSpc>
                <a:spcPts val="2260"/>
              </a:lnSpc>
            </a:pPr>
            <a:r>
              <a:rPr dirty="0" sz="1950" spc="-20">
                <a:latin typeface="宋体"/>
                <a:cs typeface="宋体"/>
              </a:rPr>
              <a:t>1111</a:t>
            </a:r>
            <a:endParaRPr sz="1950">
              <a:latin typeface="宋体"/>
              <a:cs typeface="宋体"/>
            </a:endParaRPr>
          </a:p>
        </p:txBody>
      </p:sp>
      <p:grpSp>
        <p:nvGrpSpPr>
          <p:cNvPr id="53" name="object 53" descr=""/>
          <p:cNvGrpSpPr/>
          <p:nvPr/>
        </p:nvGrpSpPr>
        <p:grpSpPr>
          <a:xfrm>
            <a:off x="4049217" y="1585876"/>
            <a:ext cx="966469" cy="918210"/>
            <a:chOff x="4049217" y="1585876"/>
            <a:chExt cx="966469" cy="918210"/>
          </a:xfrm>
        </p:grpSpPr>
        <p:sp>
          <p:nvSpPr>
            <p:cNvPr id="54" name="object 54" descr=""/>
            <p:cNvSpPr/>
            <p:nvPr/>
          </p:nvSpPr>
          <p:spPr>
            <a:xfrm>
              <a:off x="4059553" y="1596212"/>
              <a:ext cx="945515" cy="897890"/>
            </a:xfrm>
            <a:custGeom>
              <a:avLst/>
              <a:gdLst/>
              <a:ahLst/>
              <a:cxnLst/>
              <a:rect l="l" t="t" r="r" b="b"/>
              <a:pathLst>
                <a:path w="945514" h="897889">
                  <a:moveTo>
                    <a:pt x="472709" y="0"/>
                  </a:moveTo>
                  <a:lnTo>
                    <a:pt x="424376" y="2313"/>
                  </a:lnTo>
                  <a:lnTo>
                    <a:pt x="377440" y="9106"/>
                  </a:lnTo>
                  <a:lnTo>
                    <a:pt x="332138" y="20151"/>
                  </a:lnTo>
                  <a:lnTo>
                    <a:pt x="288707" y="35226"/>
                  </a:lnTo>
                  <a:lnTo>
                    <a:pt x="247386" y="54105"/>
                  </a:lnTo>
                  <a:lnTo>
                    <a:pt x="208411" y="76564"/>
                  </a:lnTo>
                  <a:lnTo>
                    <a:pt x="172020" y="102378"/>
                  </a:lnTo>
                  <a:lnTo>
                    <a:pt x="138451" y="131324"/>
                  </a:lnTo>
                  <a:lnTo>
                    <a:pt x="107942" y="163175"/>
                  </a:lnTo>
                  <a:lnTo>
                    <a:pt x="80730" y="197708"/>
                  </a:lnTo>
                  <a:lnTo>
                    <a:pt x="57052" y="234697"/>
                  </a:lnTo>
                  <a:lnTo>
                    <a:pt x="37147" y="273920"/>
                  </a:lnTo>
                  <a:lnTo>
                    <a:pt x="21251" y="315150"/>
                  </a:lnTo>
                  <a:lnTo>
                    <a:pt x="9603" y="358163"/>
                  </a:lnTo>
                  <a:lnTo>
                    <a:pt x="2440" y="402735"/>
                  </a:lnTo>
                  <a:lnTo>
                    <a:pt x="0" y="448641"/>
                  </a:lnTo>
                  <a:lnTo>
                    <a:pt x="2440" y="494502"/>
                  </a:lnTo>
                  <a:lnTo>
                    <a:pt x="9603" y="539040"/>
                  </a:lnTo>
                  <a:lnTo>
                    <a:pt x="21251" y="582031"/>
                  </a:lnTo>
                  <a:lnTo>
                    <a:pt x="37147" y="623247"/>
                  </a:lnTo>
                  <a:lnTo>
                    <a:pt x="57052" y="662463"/>
                  </a:lnTo>
                  <a:lnTo>
                    <a:pt x="80730" y="699454"/>
                  </a:lnTo>
                  <a:lnTo>
                    <a:pt x="107942" y="733993"/>
                  </a:lnTo>
                  <a:lnTo>
                    <a:pt x="138452" y="765856"/>
                  </a:lnTo>
                  <a:lnTo>
                    <a:pt x="172020" y="794815"/>
                  </a:lnTo>
                  <a:lnTo>
                    <a:pt x="208411" y="820646"/>
                  </a:lnTo>
                  <a:lnTo>
                    <a:pt x="247386" y="843122"/>
                  </a:lnTo>
                  <a:lnTo>
                    <a:pt x="288707" y="862018"/>
                  </a:lnTo>
                  <a:lnTo>
                    <a:pt x="332138" y="877108"/>
                  </a:lnTo>
                  <a:lnTo>
                    <a:pt x="377440" y="888166"/>
                  </a:lnTo>
                  <a:lnTo>
                    <a:pt x="424376" y="894966"/>
                  </a:lnTo>
                  <a:lnTo>
                    <a:pt x="472709" y="897283"/>
                  </a:lnTo>
                  <a:lnTo>
                    <a:pt x="521041" y="894966"/>
                  </a:lnTo>
                  <a:lnTo>
                    <a:pt x="567977" y="888166"/>
                  </a:lnTo>
                  <a:lnTo>
                    <a:pt x="613279" y="877108"/>
                  </a:lnTo>
                  <a:lnTo>
                    <a:pt x="656710" y="862018"/>
                  </a:lnTo>
                  <a:lnTo>
                    <a:pt x="698031" y="843122"/>
                  </a:lnTo>
                  <a:lnTo>
                    <a:pt x="737006" y="820646"/>
                  </a:lnTo>
                  <a:lnTo>
                    <a:pt x="773397" y="794815"/>
                  </a:lnTo>
                  <a:lnTo>
                    <a:pt x="806966" y="765856"/>
                  </a:lnTo>
                  <a:lnTo>
                    <a:pt x="837475" y="733993"/>
                  </a:lnTo>
                  <a:lnTo>
                    <a:pt x="864687" y="699454"/>
                  </a:lnTo>
                  <a:lnTo>
                    <a:pt x="888365" y="662463"/>
                  </a:lnTo>
                  <a:lnTo>
                    <a:pt x="908270" y="623247"/>
                  </a:lnTo>
                  <a:lnTo>
                    <a:pt x="924166" y="582031"/>
                  </a:lnTo>
                  <a:lnTo>
                    <a:pt x="935814" y="539040"/>
                  </a:lnTo>
                  <a:lnTo>
                    <a:pt x="942977" y="494502"/>
                  </a:lnTo>
                  <a:lnTo>
                    <a:pt x="945418" y="448641"/>
                  </a:lnTo>
                  <a:lnTo>
                    <a:pt x="942977" y="402735"/>
                  </a:lnTo>
                  <a:lnTo>
                    <a:pt x="935814" y="358163"/>
                  </a:lnTo>
                  <a:lnTo>
                    <a:pt x="924166" y="315150"/>
                  </a:lnTo>
                  <a:lnTo>
                    <a:pt x="908270" y="273920"/>
                  </a:lnTo>
                  <a:lnTo>
                    <a:pt x="888365" y="234697"/>
                  </a:lnTo>
                  <a:lnTo>
                    <a:pt x="864687" y="197708"/>
                  </a:lnTo>
                  <a:lnTo>
                    <a:pt x="837475" y="163175"/>
                  </a:lnTo>
                  <a:lnTo>
                    <a:pt x="806966" y="131324"/>
                  </a:lnTo>
                  <a:lnTo>
                    <a:pt x="773397" y="102378"/>
                  </a:lnTo>
                  <a:lnTo>
                    <a:pt x="737006" y="76564"/>
                  </a:lnTo>
                  <a:lnTo>
                    <a:pt x="698031" y="54105"/>
                  </a:lnTo>
                  <a:lnTo>
                    <a:pt x="656710" y="35226"/>
                  </a:lnTo>
                  <a:lnTo>
                    <a:pt x="613279" y="20151"/>
                  </a:lnTo>
                  <a:lnTo>
                    <a:pt x="567977" y="9106"/>
                  </a:lnTo>
                  <a:lnTo>
                    <a:pt x="521041" y="2313"/>
                  </a:lnTo>
                  <a:lnTo>
                    <a:pt x="472709" y="0"/>
                  </a:lnTo>
                  <a:close/>
                </a:path>
              </a:pathLst>
            </a:custGeom>
            <a:solidFill>
              <a:srgbClr val="CCFFCC"/>
            </a:solidFill>
          </p:spPr>
          <p:txBody>
            <a:bodyPr wrap="square" lIns="0" tIns="0" rIns="0" bIns="0" rtlCol="0"/>
            <a:lstStyle/>
            <a:p/>
          </p:txBody>
        </p:sp>
        <p:sp>
          <p:nvSpPr>
            <p:cNvPr id="55" name="object 55" descr=""/>
            <p:cNvSpPr/>
            <p:nvPr/>
          </p:nvSpPr>
          <p:spPr>
            <a:xfrm>
              <a:off x="4059553" y="1596212"/>
              <a:ext cx="945515" cy="897890"/>
            </a:xfrm>
            <a:custGeom>
              <a:avLst/>
              <a:gdLst/>
              <a:ahLst/>
              <a:cxnLst/>
              <a:rect l="l" t="t" r="r" b="b"/>
              <a:pathLst>
                <a:path w="945514" h="897889">
                  <a:moveTo>
                    <a:pt x="472709" y="0"/>
                  </a:moveTo>
                  <a:lnTo>
                    <a:pt x="424376" y="2313"/>
                  </a:lnTo>
                  <a:lnTo>
                    <a:pt x="377440" y="9106"/>
                  </a:lnTo>
                  <a:lnTo>
                    <a:pt x="332138" y="20151"/>
                  </a:lnTo>
                  <a:lnTo>
                    <a:pt x="288707" y="35226"/>
                  </a:lnTo>
                  <a:lnTo>
                    <a:pt x="247386" y="54105"/>
                  </a:lnTo>
                  <a:lnTo>
                    <a:pt x="208411" y="76564"/>
                  </a:lnTo>
                  <a:lnTo>
                    <a:pt x="172020" y="102378"/>
                  </a:lnTo>
                  <a:lnTo>
                    <a:pt x="138451" y="131324"/>
                  </a:lnTo>
                  <a:lnTo>
                    <a:pt x="107942" y="163175"/>
                  </a:lnTo>
                  <a:lnTo>
                    <a:pt x="80730" y="197708"/>
                  </a:lnTo>
                  <a:lnTo>
                    <a:pt x="57052" y="234697"/>
                  </a:lnTo>
                  <a:lnTo>
                    <a:pt x="37147" y="273920"/>
                  </a:lnTo>
                  <a:lnTo>
                    <a:pt x="21251" y="315150"/>
                  </a:lnTo>
                  <a:lnTo>
                    <a:pt x="9603" y="358163"/>
                  </a:lnTo>
                  <a:lnTo>
                    <a:pt x="2440" y="402735"/>
                  </a:lnTo>
                  <a:lnTo>
                    <a:pt x="0" y="448641"/>
                  </a:lnTo>
                  <a:lnTo>
                    <a:pt x="2440" y="494502"/>
                  </a:lnTo>
                  <a:lnTo>
                    <a:pt x="9603" y="539040"/>
                  </a:lnTo>
                  <a:lnTo>
                    <a:pt x="21251" y="582031"/>
                  </a:lnTo>
                  <a:lnTo>
                    <a:pt x="37147" y="623247"/>
                  </a:lnTo>
                  <a:lnTo>
                    <a:pt x="57052" y="662463"/>
                  </a:lnTo>
                  <a:lnTo>
                    <a:pt x="80730" y="699454"/>
                  </a:lnTo>
                  <a:lnTo>
                    <a:pt x="107942" y="733993"/>
                  </a:lnTo>
                  <a:lnTo>
                    <a:pt x="138452" y="765856"/>
                  </a:lnTo>
                  <a:lnTo>
                    <a:pt x="172020" y="794815"/>
                  </a:lnTo>
                  <a:lnTo>
                    <a:pt x="208411" y="820646"/>
                  </a:lnTo>
                  <a:lnTo>
                    <a:pt x="247386" y="843122"/>
                  </a:lnTo>
                  <a:lnTo>
                    <a:pt x="288707" y="862018"/>
                  </a:lnTo>
                  <a:lnTo>
                    <a:pt x="332138" y="877108"/>
                  </a:lnTo>
                  <a:lnTo>
                    <a:pt x="377440" y="888166"/>
                  </a:lnTo>
                  <a:lnTo>
                    <a:pt x="424376" y="894966"/>
                  </a:lnTo>
                  <a:lnTo>
                    <a:pt x="472709" y="897283"/>
                  </a:lnTo>
                  <a:lnTo>
                    <a:pt x="521041" y="894966"/>
                  </a:lnTo>
                  <a:lnTo>
                    <a:pt x="567977" y="888166"/>
                  </a:lnTo>
                  <a:lnTo>
                    <a:pt x="613279" y="877108"/>
                  </a:lnTo>
                  <a:lnTo>
                    <a:pt x="656710" y="862018"/>
                  </a:lnTo>
                  <a:lnTo>
                    <a:pt x="698031" y="843122"/>
                  </a:lnTo>
                  <a:lnTo>
                    <a:pt x="737006" y="820646"/>
                  </a:lnTo>
                  <a:lnTo>
                    <a:pt x="773397" y="794815"/>
                  </a:lnTo>
                  <a:lnTo>
                    <a:pt x="806966" y="765856"/>
                  </a:lnTo>
                  <a:lnTo>
                    <a:pt x="837475" y="733993"/>
                  </a:lnTo>
                  <a:lnTo>
                    <a:pt x="864687" y="699454"/>
                  </a:lnTo>
                  <a:lnTo>
                    <a:pt x="888365" y="662463"/>
                  </a:lnTo>
                  <a:lnTo>
                    <a:pt x="908270" y="623247"/>
                  </a:lnTo>
                  <a:lnTo>
                    <a:pt x="924166" y="582031"/>
                  </a:lnTo>
                  <a:lnTo>
                    <a:pt x="935814" y="539040"/>
                  </a:lnTo>
                  <a:lnTo>
                    <a:pt x="942977" y="494502"/>
                  </a:lnTo>
                  <a:lnTo>
                    <a:pt x="945418" y="448641"/>
                  </a:lnTo>
                  <a:lnTo>
                    <a:pt x="942977" y="402735"/>
                  </a:lnTo>
                  <a:lnTo>
                    <a:pt x="935814" y="358163"/>
                  </a:lnTo>
                  <a:lnTo>
                    <a:pt x="924166" y="315150"/>
                  </a:lnTo>
                  <a:lnTo>
                    <a:pt x="908270" y="273920"/>
                  </a:lnTo>
                  <a:lnTo>
                    <a:pt x="888365" y="234697"/>
                  </a:lnTo>
                  <a:lnTo>
                    <a:pt x="864687" y="197708"/>
                  </a:lnTo>
                  <a:lnTo>
                    <a:pt x="837475" y="163175"/>
                  </a:lnTo>
                  <a:lnTo>
                    <a:pt x="806966" y="131324"/>
                  </a:lnTo>
                  <a:lnTo>
                    <a:pt x="773397" y="102378"/>
                  </a:lnTo>
                  <a:lnTo>
                    <a:pt x="737006" y="76564"/>
                  </a:lnTo>
                  <a:lnTo>
                    <a:pt x="698031" y="54105"/>
                  </a:lnTo>
                  <a:lnTo>
                    <a:pt x="656710" y="35226"/>
                  </a:lnTo>
                  <a:lnTo>
                    <a:pt x="613279" y="20151"/>
                  </a:lnTo>
                  <a:lnTo>
                    <a:pt x="567977" y="9106"/>
                  </a:lnTo>
                  <a:lnTo>
                    <a:pt x="521041" y="2313"/>
                  </a:lnTo>
                  <a:lnTo>
                    <a:pt x="472709" y="0"/>
                  </a:lnTo>
                  <a:close/>
                </a:path>
              </a:pathLst>
            </a:custGeom>
            <a:ln w="20671">
              <a:solidFill>
                <a:srgbClr val="000000"/>
              </a:solidFill>
            </a:ln>
          </p:spPr>
          <p:txBody>
            <a:bodyPr wrap="square" lIns="0" tIns="0" rIns="0" bIns="0" rtlCol="0"/>
            <a:lstStyle/>
            <a:p/>
          </p:txBody>
        </p:sp>
      </p:grpSp>
      <p:sp>
        <p:nvSpPr>
          <p:cNvPr id="56" name="object 56" descr=""/>
          <p:cNvSpPr txBox="1"/>
          <p:nvPr/>
        </p:nvSpPr>
        <p:spPr>
          <a:xfrm>
            <a:off x="4303399" y="1691131"/>
            <a:ext cx="527050" cy="629920"/>
          </a:xfrm>
          <a:prstGeom prst="rect">
            <a:avLst/>
          </a:prstGeom>
        </p:spPr>
        <p:txBody>
          <a:bodyPr wrap="square" lIns="0" tIns="12700" rIns="0" bIns="0" rtlCol="0" vert="horz">
            <a:spAutoFit/>
          </a:bodyPr>
          <a:lstStyle/>
          <a:p>
            <a:pPr marL="12700">
              <a:lnSpc>
                <a:spcPct val="100000"/>
              </a:lnSpc>
              <a:spcBef>
                <a:spcPts val="100"/>
              </a:spcBef>
            </a:pPr>
            <a:r>
              <a:rPr dirty="0" sz="1950" spc="-20">
                <a:latin typeface="宋体"/>
                <a:cs typeface="宋体"/>
              </a:rPr>
              <a:t>0110</a:t>
            </a:r>
            <a:endParaRPr sz="1950">
              <a:latin typeface="宋体"/>
              <a:cs typeface="宋体"/>
            </a:endParaRPr>
          </a:p>
          <a:p>
            <a:pPr marL="15875">
              <a:lnSpc>
                <a:spcPct val="100000"/>
              </a:lnSpc>
              <a:spcBef>
                <a:spcPts val="80"/>
              </a:spcBef>
            </a:pPr>
            <a:r>
              <a:rPr dirty="0" sz="1950" spc="-20">
                <a:latin typeface="宋体"/>
                <a:cs typeface="宋体"/>
              </a:rPr>
              <a:t>1010</a:t>
            </a:r>
            <a:endParaRPr sz="1950">
              <a:latin typeface="宋体"/>
              <a:cs typeface="宋体"/>
            </a:endParaRPr>
          </a:p>
        </p:txBody>
      </p:sp>
      <p:sp>
        <p:nvSpPr>
          <p:cNvPr id="57" name="object 57" descr=""/>
          <p:cNvSpPr txBox="1"/>
          <p:nvPr/>
        </p:nvSpPr>
        <p:spPr>
          <a:xfrm>
            <a:off x="7213796" y="1737372"/>
            <a:ext cx="530225" cy="596900"/>
          </a:xfrm>
          <a:prstGeom prst="rect">
            <a:avLst/>
          </a:prstGeom>
        </p:spPr>
        <p:txBody>
          <a:bodyPr wrap="square" lIns="0" tIns="12700" rIns="0" bIns="0" rtlCol="0" vert="horz">
            <a:spAutoFit/>
          </a:bodyPr>
          <a:lstStyle/>
          <a:p>
            <a:pPr marL="12700">
              <a:lnSpc>
                <a:spcPts val="2250"/>
              </a:lnSpc>
              <a:spcBef>
                <a:spcPts val="100"/>
              </a:spcBef>
            </a:pPr>
            <a:r>
              <a:rPr dirty="0" sz="1950" spc="-20">
                <a:latin typeface="宋体"/>
                <a:cs typeface="宋体"/>
              </a:rPr>
              <a:t>1011</a:t>
            </a:r>
            <a:endParaRPr sz="1950">
              <a:latin typeface="宋体"/>
              <a:cs typeface="宋体"/>
            </a:endParaRPr>
          </a:p>
          <a:p>
            <a:pPr marL="19050">
              <a:lnSpc>
                <a:spcPts val="2250"/>
              </a:lnSpc>
            </a:pPr>
            <a:r>
              <a:rPr dirty="0" sz="1950" spc="-20">
                <a:latin typeface="宋体"/>
                <a:cs typeface="宋体"/>
              </a:rPr>
              <a:t>0110</a:t>
            </a:r>
            <a:endParaRPr sz="1950">
              <a:latin typeface="宋体"/>
              <a:cs typeface="宋体"/>
            </a:endParaRPr>
          </a:p>
        </p:txBody>
      </p:sp>
      <p:sp>
        <p:nvSpPr>
          <p:cNvPr id="58" name="object 58" descr=""/>
          <p:cNvSpPr txBox="1"/>
          <p:nvPr/>
        </p:nvSpPr>
        <p:spPr>
          <a:xfrm>
            <a:off x="5758819" y="3191989"/>
            <a:ext cx="530225" cy="600710"/>
          </a:xfrm>
          <a:prstGeom prst="rect">
            <a:avLst/>
          </a:prstGeom>
        </p:spPr>
        <p:txBody>
          <a:bodyPr wrap="square" lIns="0" tIns="12700" rIns="0" bIns="0" rtlCol="0" vert="horz">
            <a:spAutoFit/>
          </a:bodyPr>
          <a:lstStyle/>
          <a:p>
            <a:pPr marL="12700">
              <a:lnSpc>
                <a:spcPts val="2260"/>
              </a:lnSpc>
              <a:spcBef>
                <a:spcPts val="100"/>
              </a:spcBef>
            </a:pPr>
            <a:r>
              <a:rPr dirty="0" sz="1950" spc="-20">
                <a:latin typeface="宋体"/>
                <a:cs typeface="宋体"/>
              </a:rPr>
              <a:t>1011</a:t>
            </a:r>
            <a:endParaRPr sz="1950">
              <a:latin typeface="宋体"/>
              <a:cs typeface="宋体"/>
            </a:endParaRPr>
          </a:p>
          <a:p>
            <a:pPr marL="19050">
              <a:lnSpc>
                <a:spcPts val="2260"/>
              </a:lnSpc>
            </a:pPr>
            <a:r>
              <a:rPr dirty="0" sz="1950" spc="-20">
                <a:latin typeface="宋体"/>
                <a:cs typeface="宋体"/>
              </a:rPr>
              <a:t>0111</a:t>
            </a:r>
            <a:endParaRPr sz="1950">
              <a:latin typeface="宋体"/>
              <a:cs typeface="宋体"/>
            </a:endParaRPr>
          </a:p>
        </p:txBody>
      </p:sp>
      <p:sp>
        <p:nvSpPr>
          <p:cNvPr id="59" name="object 59" descr=""/>
          <p:cNvSpPr txBox="1"/>
          <p:nvPr/>
        </p:nvSpPr>
        <p:spPr>
          <a:xfrm>
            <a:off x="8167771" y="3172172"/>
            <a:ext cx="530225" cy="600710"/>
          </a:xfrm>
          <a:prstGeom prst="rect">
            <a:avLst/>
          </a:prstGeom>
        </p:spPr>
        <p:txBody>
          <a:bodyPr wrap="square" lIns="0" tIns="12700" rIns="0" bIns="0" rtlCol="0" vert="horz">
            <a:spAutoFit/>
          </a:bodyPr>
          <a:lstStyle/>
          <a:p>
            <a:pPr marL="12700">
              <a:lnSpc>
                <a:spcPts val="2260"/>
              </a:lnSpc>
              <a:spcBef>
                <a:spcPts val="100"/>
              </a:spcBef>
            </a:pPr>
            <a:r>
              <a:rPr dirty="0" sz="1950" spc="-20">
                <a:latin typeface="宋体"/>
                <a:cs typeface="宋体"/>
              </a:rPr>
              <a:t>1111</a:t>
            </a:r>
            <a:endParaRPr sz="1950">
              <a:latin typeface="宋体"/>
              <a:cs typeface="宋体"/>
            </a:endParaRPr>
          </a:p>
          <a:p>
            <a:pPr marL="19050">
              <a:lnSpc>
                <a:spcPts val="2260"/>
              </a:lnSpc>
            </a:pPr>
            <a:r>
              <a:rPr dirty="0" sz="1950" spc="-20">
                <a:latin typeface="宋体"/>
                <a:cs typeface="宋体"/>
              </a:rPr>
              <a:t>0111</a:t>
            </a:r>
            <a:endParaRPr sz="1950">
              <a:latin typeface="宋体"/>
              <a:cs typeface="宋体"/>
            </a:endParaRPr>
          </a:p>
        </p:txBody>
      </p:sp>
      <p:sp>
        <p:nvSpPr>
          <p:cNvPr id="60" name="object 60" descr=""/>
          <p:cNvSpPr txBox="1"/>
          <p:nvPr/>
        </p:nvSpPr>
        <p:spPr>
          <a:xfrm>
            <a:off x="5738944" y="4920058"/>
            <a:ext cx="530225" cy="597535"/>
          </a:xfrm>
          <a:prstGeom prst="rect">
            <a:avLst/>
          </a:prstGeom>
        </p:spPr>
        <p:txBody>
          <a:bodyPr wrap="square" lIns="0" tIns="12700" rIns="0" bIns="0" rtlCol="0" vert="horz">
            <a:spAutoFit/>
          </a:bodyPr>
          <a:lstStyle/>
          <a:p>
            <a:pPr marL="12700">
              <a:lnSpc>
                <a:spcPts val="2250"/>
              </a:lnSpc>
              <a:spcBef>
                <a:spcPts val="100"/>
              </a:spcBef>
            </a:pPr>
            <a:r>
              <a:rPr dirty="0" sz="1950" spc="-20">
                <a:latin typeface="宋体"/>
                <a:cs typeface="宋体"/>
              </a:rPr>
              <a:t>0111</a:t>
            </a:r>
            <a:endParaRPr sz="1950">
              <a:latin typeface="宋体"/>
              <a:cs typeface="宋体"/>
            </a:endParaRPr>
          </a:p>
          <a:p>
            <a:pPr marL="19050">
              <a:lnSpc>
                <a:spcPts val="2250"/>
              </a:lnSpc>
            </a:pPr>
            <a:r>
              <a:rPr dirty="0" sz="1950" spc="-20">
                <a:latin typeface="宋体"/>
                <a:cs typeface="宋体"/>
              </a:rPr>
              <a:t>1010</a:t>
            </a:r>
            <a:endParaRPr sz="1950">
              <a:latin typeface="宋体"/>
              <a:cs typeface="宋体"/>
            </a:endParaRPr>
          </a:p>
        </p:txBody>
      </p:sp>
      <p:sp>
        <p:nvSpPr>
          <p:cNvPr id="61" name="object 61" descr=""/>
          <p:cNvSpPr txBox="1"/>
          <p:nvPr/>
        </p:nvSpPr>
        <p:spPr>
          <a:xfrm>
            <a:off x="4519676" y="5888227"/>
            <a:ext cx="3354070" cy="331470"/>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双功能非线性流水线的状态图</a:t>
            </a:r>
            <a:endParaRPr sz="2000">
              <a:latin typeface="宋体"/>
              <a:cs typeface="宋体"/>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3.3</a:t>
            </a:r>
            <a:r>
              <a:rPr dirty="0" spc="-15"/>
              <a:t> </a:t>
            </a:r>
            <a:r>
              <a:rPr dirty="0"/>
              <a:t>非线性</a:t>
            </a:r>
            <a:r>
              <a:rPr dirty="0" spc="-25"/>
              <a:t>流</a:t>
            </a:r>
            <a:r>
              <a:rPr dirty="0"/>
              <a:t>水线</a:t>
            </a:r>
            <a:r>
              <a:rPr dirty="0" spc="-20"/>
              <a:t>的</a:t>
            </a:r>
            <a:r>
              <a:rPr dirty="0"/>
              <a:t>调</a:t>
            </a:r>
            <a:r>
              <a:rPr dirty="0" spc="-50"/>
              <a:t>度</a:t>
            </a:r>
            <a:r>
              <a:rPr dirty="0"/>
              <a:t>	</a:t>
            </a:r>
          </a:p>
        </p:txBody>
      </p:sp>
      <p:sp>
        <p:nvSpPr>
          <p:cNvPr id="9" name="object 9" descr=""/>
          <p:cNvSpPr txBox="1"/>
          <p:nvPr/>
        </p:nvSpPr>
        <p:spPr>
          <a:xfrm>
            <a:off x="2214117" y="1273022"/>
            <a:ext cx="7998459" cy="2576195"/>
          </a:xfrm>
          <a:prstGeom prst="rect">
            <a:avLst/>
          </a:prstGeom>
        </p:spPr>
        <p:txBody>
          <a:bodyPr wrap="square" lIns="0" tIns="134620" rIns="0" bIns="0" rtlCol="0" vert="horz">
            <a:spAutoFit/>
          </a:bodyPr>
          <a:lstStyle/>
          <a:p>
            <a:pPr marL="12700">
              <a:lnSpc>
                <a:spcPct val="100000"/>
              </a:lnSpc>
              <a:spcBef>
                <a:spcPts val="1060"/>
              </a:spcBef>
            </a:pPr>
            <a:r>
              <a:rPr dirty="0" sz="2000" spc="-10" b="1">
                <a:latin typeface="宋体"/>
                <a:cs typeface="宋体"/>
              </a:rPr>
              <a:t>（</a:t>
            </a:r>
            <a:r>
              <a:rPr dirty="0" sz="2000" spc="-10" b="1">
                <a:latin typeface="Times New Roman"/>
                <a:cs typeface="Times New Roman"/>
              </a:rPr>
              <a:t>4</a:t>
            </a:r>
            <a:r>
              <a:rPr dirty="0" sz="2000" spc="-10" b="1">
                <a:latin typeface="宋体"/>
                <a:cs typeface="宋体"/>
              </a:rPr>
              <a:t>）</a:t>
            </a:r>
            <a:r>
              <a:rPr dirty="0" sz="2000" spc="-20" b="1">
                <a:latin typeface="宋体"/>
                <a:cs typeface="宋体"/>
              </a:rPr>
              <a:t>由状态图得出最优调度方案</a:t>
            </a:r>
            <a:endParaRPr sz="2000">
              <a:latin typeface="宋体"/>
              <a:cs typeface="宋体"/>
            </a:endParaRPr>
          </a:p>
          <a:p>
            <a:pPr marL="647700">
              <a:lnSpc>
                <a:spcPct val="100000"/>
              </a:lnSpc>
              <a:spcBef>
                <a:spcPts val="960"/>
              </a:spcBef>
            </a:pPr>
            <a:r>
              <a:rPr dirty="0" sz="2000" spc="-20" b="1">
                <a:latin typeface="宋体"/>
                <a:cs typeface="宋体"/>
              </a:rPr>
              <a:t>从状态图可以找出各种情况下的</a:t>
            </a:r>
            <a:r>
              <a:rPr dirty="0" sz="2000" spc="-20" b="1">
                <a:solidFill>
                  <a:srgbClr val="D50092"/>
                </a:solidFill>
                <a:latin typeface="宋体"/>
                <a:cs typeface="宋体"/>
              </a:rPr>
              <a:t>最优调度方案</a:t>
            </a:r>
            <a:r>
              <a:rPr dirty="0" sz="2000" spc="-50" b="1">
                <a:latin typeface="宋体"/>
                <a:cs typeface="宋体"/>
              </a:rPr>
              <a:t>：</a:t>
            </a:r>
            <a:endParaRPr sz="2000">
              <a:latin typeface="宋体"/>
              <a:cs typeface="宋体"/>
            </a:endParaRPr>
          </a:p>
          <a:p>
            <a:pPr marL="894715" indent="-310515">
              <a:lnSpc>
                <a:spcPct val="100000"/>
              </a:lnSpc>
              <a:spcBef>
                <a:spcPts val="1885"/>
              </a:spcBef>
              <a:buClr>
                <a:srgbClr val="40458B"/>
              </a:buClr>
              <a:buSzPct val="80000"/>
              <a:buFont typeface=""/>
              <a:buChar char="◆"/>
              <a:tabLst>
                <a:tab pos="894715" algn="l"/>
              </a:tabLst>
            </a:pPr>
            <a:r>
              <a:rPr dirty="0" sz="2000" spc="-10" b="1">
                <a:latin typeface="宋体"/>
                <a:cs typeface="宋体"/>
              </a:rPr>
              <a:t>只流入</a:t>
            </a:r>
            <a:r>
              <a:rPr dirty="0" sz="2000" spc="-20" b="1">
                <a:solidFill>
                  <a:srgbClr val="9933FF"/>
                </a:solidFill>
                <a:latin typeface="Times New Roman"/>
                <a:cs typeface="Times New Roman"/>
              </a:rPr>
              <a:t>A</a:t>
            </a:r>
            <a:r>
              <a:rPr dirty="0" sz="2000" spc="-15" b="1">
                <a:latin typeface="宋体"/>
                <a:cs typeface="宋体"/>
              </a:rPr>
              <a:t>类任务的最优调度方案是：</a:t>
            </a:r>
            <a:r>
              <a:rPr dirty="0" sz="2000" spc="-10" b="1">
                <a:solidFill>
                  <a:srgbClr val="E14B04"/>
                </a:solidFill>
                <a:latin typeface="宋体"/>
                <a:cs typeface="宋体"/>
              </a:rPr>
              <a:t>（</a:t>
            </a:r>
            <a:r>
              <a:rPr dirty="0" sz="2000" spc="-10" b="1">
                <a:solidFill>
                  <a:srgbClr val="E14B04"/>
                </a:solidFill>
                <a:latin typeface="Times New Roman"/>
                <a:cs typeface="Times New Roman"/>
              </a:rPr>
              <a:t>A.1</a:t>
            </a:r>
            <a:r>
              <a:rPr dirty="0" sz="2000" spc="-10" b="1">
                <a:solidFill>
                  <a:srgbClr val="E14B04"/>
                </a:solidFill>
                <a:latin typeface="宋体"/>
                <a:cs typeface="宋体"/>
              </a:rPr>
              <a:t>，</a:t>
            </a:r>
            <a:r>
              <a:rPr dirty="0" sz="2000" spc="-10" b="1">
                <a:solidFill>
                  <a:srgbClr val="E14B04"/>
                </a:solidFill>
                <a:latin typeface="Times New Roman"/>
                <a:cs typeface="Times New Roman"/>
              </a:rPr>
              <a:t>A.4</a:t>
            </a:r>
            <a:r>
              <a:rPr dirty="0" sz="2000" spc="-10" b="1">
                <a:solidFill>
                  <a:srgbClr val="E14B04"/>
                </a:solidFill>
                <a:latin typeface="宋体"/>
                <a:cs typeface="宋体"/>
              </a:rPr>
              <a:t>）</a:t>
            </a:r>
            <a:endParaRPr sz="2000">
              <a:latin typeface="宋体"/>
              <a:cs typeface="宋体"/>
            </a:endParaRPr>
          </a:p>
          <a:p>
            <a:pPr marL="894080" indent="-309880">
              <a:lnSpc>
                <a:spcPct val="100000"/>
              </a:lnSpc>
              <a:spcBef>
                <a:spcPts val="2135"/>
              </a:spcBef>
              <a:buClr>
                <a:srgbClr val="40458B"/>
              </a:buClr>
              <a:buSzPct val="80000"/>
              <a:buFont typeface=""/>
              <a:buChar char="◆"/>
              <a:tabLst>
                <a:tab pos="894080" algn="l"/>
              </a:tabLst>
            </a:pPr>
            <a:r>
              <a:rPr dirty="0" sz="2000" spc="-10" b="1">
                <a:latin typeface="宋体"/>
                <a:cs typeface="宋体"/>
              </a:rPr>
              <a:t>流入</a:t>
            </a:r>
            <a:r>
              <a:rPr dirty="0" sz="2000" spc="-10" b="1">
                <a:solidFill>
                  <a:srgbClr val="9933FF"/>
                </a:solidFill>
                <a:latin typeface="Times New Roman"/>
                <a:cs typeface="Times New Roman"/>
              </a:rPr>
              <a:t>B</a:t>
            </a:r>
            <a:r>
              <a:rPr dirty="0" sz="2000" spc="-15" b="1">
                <a:latin typeface="宋体"/>
                <a:cs typeface="宋体"/>
              </a:rPr>
              <a:t>类任务的最优调度方案是：</a:t>
            </a:r>
            <a:r>
              <a:rPr dirty="0" sz="2000" spc="-10" b="1">
                <a:solidFill>
                  <a:srgbClr val="E14B04"/>
                </a:solidFill>
                <a:latin typeface="宋体"/>
                <a:cs typeface="宋体"/>
              </a:rPr>
              <a:t>（</a:t>
            </a:r>
            <a:r>
              <a:rPr dirty="0" sz="2000" spc="-10" b="1">
                <a:solidFill>
                  <a:srgbClr val="E14B04"/>
                </a:solidFill>
                <a:latin typeface="Times New Roman"/>
                <a:cs typeface="Times New Roman"/>
              </a:rPr>
              <a:t>B.1</a:t>
            </a:r>
            <a:r>
              <a:rPr dirty="0" sz="2000" spc="-10" b="1">
                <a:solidFill>
                  <a:srgbClr val="E14B04"/>
                </a:solidFill>
                <a:latin typeface="宋体"/>
                <a:cs typeface="宋体"/>
              </a:rPr>
              <a:t>，</a:t>
            </a:r>
            <a:r>
              <a:rPr dirty="0" sz="2000" spc="-10" b="1">
                <a:solidFill>
                  <a:srgbClr val="E14B04"/>
                </a:solidFill>
                <a:latin typeface="Times New Roman"/>
                <a:cs typeface="Times New Roman"/>
              </a:rPr>
              <a:t>B.4</a:t>
            </a:r>
            <a:r>
              <a:rPr dirty="0" sz="2000" spc="-10" b="1">
                <a:solidFill>
                  <a:srgbClr val="E14B04"/>
                </a:solidFill>
                <a:latin typeface="宋体"/>
                <a:cs typeface="宋体"/>
              </a:rPr>
              <a:t>）</a:t>
            </a:r>
            <a:endParaRPr sz="2000">
              <a:latin typeface="宋体"/>
              <a:cs typeface="宋体"/>
            </a:endParaRPr>
          </a:p>
          <a:p>
            <a:pPr marL="894715" indent="-310515">
              <a:lnSpc>
                <a:spcPct val="100000"/>
              </a:lnSpc>
              <a:spcBef>
                <a:spcPts val="2140"/>
              </a:spcBef>
              <a:buClr>
                <a:srgbClr val="40458B"/>
              </a:buClr>
              <a:buSzPct val="80000"/>
              <a:buFont typeface=""/>
              <a:buChar char="◆"/>
              <a:tabLst>
                <a:tab pos="894715" algn="l"/>
              </a:tabLst>
            </a:pPr>
            <a:r>
              <a:rPr dirty="0" sz="2000" spc="-15" b="1">
                <a:latin typeface="宋体"/>
                <a:cs typeface="宋体"/>
              </a:rPr>
              <a:t>混合流入</a:t>
            </a:r>
            <a:r>
              <a:rPr dirty="0" sz="2000" spc="-20" b="1">
                <a:solidFill>
                  <a:srgbClr val="9933FF"/>
                </a:solidFill>
                <a:latin typeface="Times New Roman"/>
                <a:cs typeface="Times New Roman"/>
              </a:rPr>
              <a:t>A</a:t>
            </a:r>
            <a:r>
              <a:rPr dirty="0" sz="2000" spc="-10" b="1">
                <a:solidFill>
                  <a:srgbClr val="9933FF"/>
                </a:solidFill>
                <a:latin typeface="宋体"/>
                <a:cs typeface="宋体"/>
              </a:rPr>
              <a:t>、</a:t>
            </a:r>
            <a:r>
              <a:rPr dirty="0" sz="2000" spc="-25" b="1">
                <a:solidFill>
                  <a:srgbClr val="9933FF"/>
                </a:solidFill>
                <a:latin typeface="Times New Roman"/>
                <a:cs typeface="Times New Roman"/>
              </a:rPr>
              <a:t>B</a:t>
            </a:r>
            <a:r>
              <a:rPr dirty="0" sz="2000" spc="-15" b="1">
                <a:latin typeface="宋体"/>
                <a:cs typeface="宋体"/>
              </a:rPr>
              <a:t>两类任务的最优调度方案是：</a:t>
            </a:r>
            <a:r>
              <a:rPr dirty="0" sz="2000" spc="-10" b="1">
                <a:solidFill>
                  <a:srgbClr val="E14B04"/>
                </a:solidFill>
                <a:latin typeface="宋体"/>
                <a:cs typeface="宋体"/>
              </a:rPr>
              <a:t>（</a:t>
            </a:r>
            <a:r>
              <a:rPr dirty="0" sz="2000" spc="-10" b="1">
                <a:solidFill>
                  <a:srgbClr val="E14B04"/>
                </a:solidFill>
                <a:latin typeface="Times New Roman"/>
                <a:cs typeface="Times New Roman"/>
              </a:rPr>
              <a:t>B.1</a:t>
            </a:r>
            <a:r>
              <a:rPr dirty="0" sz="2000" spc="-10" b="1">
                <a:solidFill>
                  <a:srgbClr val="E14B04"/>
                </a:solidFill>
                <a:latin typeface="宋体"/>
                <a:cs typeface="宋体"/>
              </a:rPr>
              <a:t>，</a:t>
            </a:r>
            <a:r>
              <a:rPr dirty="0" sz="2000" spc="-10" b="1">
                <a:solidFill>
                  <a:srgbClr val="E14B04"/>
                </a:solidFill>
                <a:latin typeface="Times New Roman"/>
                <a:cs typeface="Times New Roman"/>
              </a:rPr>
              <a:t>A.3</a:t>
            </a:r>
            <a:r>
              <a:rPr dirty="0" sz="2000" spc="-10" b="1">
                <a:solidFill>
                  <a:srgbClr val="E14B04"/>
                </a:solidFill>
                <a:latin typeface="宋体"/>
                <a:cs typeface="宋体"/>
              </a:rPr>
              <a:t>，</a:t>
            </a:r>
            <a:r>
              <a:rPr dirty="0" sz="2000" spc="-10" b="1">
                <a:solidFill>
                  <a:srgbClr val="E14B04"/>
                </a:solidFill>
                <a:latin typeface="Times New Roman"/>
                <a:cs typeface="Times New Roman"/>
              </a:rPr>
              <a:t>A.4</a:t>
            </a:r>
            <a:r>
              <a:rPr dirty="0" sz="2000" spc="-10" b="1">
                <a:solidFill>
                  <a:srgbClr val="E14B04"/>
                </a:solidFill>
                <a:latin typeface="宋体"/>
                <a:cs typeface="宋体"/>
              </a:rPr>
              <a:t>）</a:t>
            </a:r>
            <a:endParaRPr sz="2000">
              <a:latin typeface="宋体"/>
              <a:cs typeface="宋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24104" y="1121155"/>
            <a:ext cx="11817985" cy="419100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5">
                <a:solidFill>
                  <a:srgbClr val="40458B"/>
                </a:solidFill>
                <a:latin typeface="黑体"/>
                <a:cs typeface="黑体"/>
              </a:rPr>
              <a:t>流水线的引入显著提高了计算机指令的执行速度，但同时也带来相关和冲突问题。</a:t>
            </a:r>
            <a:endParaRPr sz="2400">
              <a:latin typeface="黑体"/>
              <a:cs typeface="黑体"/>
            </a:endParaRPr>
          </a:p>
          <a:p>
            <a:pPr marL="469265" indent="-456565">
              <a:lnSpc>
                <a:spcPct val="100000"/>
              </a:lnSpc>
              <a:spcBef>
                <a:spcPts val="2014"/>
              </a:spcBef>
              <a:buSzPct val="89583"/>
              <a:buFont typeface="Wingdings"/>
              <a:buChar char=""/>
              <a:tabLst>
                <a:tab pos="469265" algn="l"/>
              </a:tabLst>
            </a:pPr>
            <a:r>
              <a:rPr dirty="0" sz="2400" spc="-10">
                <a:solidFill>
                  <a:srgbClr val="40458B"/>
                </a:solidFill>
                <a:latin typeface="黑体"/>
                <a:cs typeface="黑体"/>
              </a:rPr>
              <a:t>介绍一条经典的</a:t>
            </a:r>
            <a:r>
              <a:rPr dirty="0" sz="2400" spc="-10">
                <a:solidFill>
                  <a:srgbClr val="D50092"/>
                </a:solidFill>
                <a:latin typeface="黑体"/>
                <a:cs typeface="黑体"/>
              </a:rPr>
              <a:t>5段RISC</a:t>
            </a:r>
            <a:r>
              <a:rPr dirty="0" sz="2400" spc="15">
                <a:solidFill>
                  <a:srgbClr val="D50092"/>
                </a:solidFill>
                <a:latin typeface="黑体"/>
                <a:cs typeface="黑体"/>
              </a:rPr>
              <a:t>流水线 </a:t>
            </a:r>
            <a:r>
              <a:rPr dirty="0" sz="2400" spc="-10">
                <a:solidFill>
                  <a:srgbClr val="40458B"/>
                </a:solidFill>
                <a:latin typeface="黑体"/>
                <a:cs typeface="黑体"/>
              </a:rPr>
              <a:t>（</a:t>
            </a:r>
            <a:r>
              <a:rPr dirty="0" sz="2400" spc="-15">
                <a:solidFill>
                  <a:srgbClr val="40458B"/>
                </a:solidFill>
                <a:latin typeface="黑体"/>
                <a:cs typeface="黑体"/>
              </a:rPr>
              <a:t>有哪些?</a:t>
            </a:r>
            <a:r>
              <a:rPr dirty="0" sz="2400" spc="-25">
                <a:solidFill>
                  <a:srgbClr val="40458B"/>
                </a:solidFill>
                <a:latin typeface="黑体"/>
                <a:cs typeface="黑体"/>
              </a:rPr>
              <a:t>）</a:t>
            </a:r>
            <a:endParaRPr sz="2400">
              <a:latin typeface="黑体"/>
              <a:cs typeface="黑体"/>
            </a:endParaRPr>
          </a:p>
          <a:p>
            <a:pPr lvl="1" marL="865505" indent="-456565">
              <a:lnSpc>
                <a:spcPct val="100000"/>
              </a:lnSpc>
              <a:spcBef>
                <a:spcPts val="1780"/>
              </a:spcBef>
              <a:buClr>
                <a:srgbClr val="4668F5"/>
              </a:buClr>
              <a:buSzPct val="60000"/>
              <a:buFont typeface="Wingdings"/>
              <a:buChar char=""/>
              <a:tabLst>
                <a:tab pos="865505" algn="l"/>
              </a:tabLst>
            </a:pPr>
            <a:r>
              <a:rPr dirty="0" sz="2000" spc="-25" b="1">
                <a:solidFill>
                  <a:srgbClr val="00AFEF"/>
                </a:solidFill>
                <a:latin typeface="黑体"/>
                <a:cs typeface="黑体"/>
              </a:rPr>
              <a:t>首先讨论在非流水情况下是如何实现的</a:t>
            </a:r>
            <a:endParaRPr sz="2000">
              <a:latin typeface="黑体"/>
              <a:cs typeface="黑体"/>
            </a:endParaRPr>
          </a:p>
          <a:p>
            <a:pPr lvl="1">
              <a:lnSpc>
                <a:spcPct val="100000"/>
              </a:lnSpc>
              <a:buClr>
                <a:srgbClr val="4668F5"/>
              </a:buClr>
              <a:buFont typeface="Wingdings"/>
              <a:buChar char=""/>
            </a:pPr>
            <a:endParaRPr sz="2000">
              <a:latin typeface="黑体"/>
              <a:cs typeface="黑体"/>
            </a:endParaRPr>
          </a:p>
          <a:p>
            <a:pPr lvl="1">
              <a:lnSpc>
                <a:spcPct val="100000"/>
              </a:lnSpc>
              <a:spcBef>
                <a:spcPts val="800"/>
              </a:spcBef>
              <a:buClr>
                <a:srgbClr val="4668F5"/>
              </a:buClr>
              <a:buFont typeface="Wingdings"/>
              <a:buChar char=""/>
            </a:pPr>
            <a:endParaRPr sz="2000">
              <a:latin typeface="黑体"/>
              <a:cs typeface="黑体"/>
            </a:endParaRPr>
          </a:p>
          <a:p>
            <a:pPr marL="469265" indent="-456565">
              <a:lnSpc>
                <a:spcPct val="100000"/>
              </a:lnSpc>
              <a:buSzPct val="89583"/>
              <a:buFont typeface="Wingdings"/>
              <a:buChar char=""/>
              <a:tabLst>
                <a:tab pos="469265" algn="l"/>
              </a:tabLst>
            </a:pPr>
            <a:r>
              <a:rPr dirty="0" sz="2400">
                <a:solidFill>
                  <a:srgbClr val="40458B"/>
                </a:solidFill>
                <a:latin typeface="黑体"/>
                <a:cs typeface="黑体"/>
              </a:rPr>
              <a:t>非流水线情况下，一条指令的执行过程分为以下</a:t>
            </a:r>
            <a:r>
              <a:rPr dirty="0" sz="2400">
                <a:solidFill>
                  <a:srgbClr val="D50092"/>
                </a:solidFill>
                <a:latin typeface="黑体"/>
                <a:cs typeface="黑体"/>
              </a:rPr>
              <a:t>5个段</a:t>
            </a:r>
            <a:r>
              <a:rPr dirty="0" sz="2400" spc="-10">
                <a:solidFill>
                  <a:srgbClr val="D50092"/>
                </a:solidFill>
                <a:latin typeface="黑体"/>
                <a:cs typeface="黑体"/>
              </a:rPr>
              <a:t>（</a:t>
            </a:r>
            <a:r>
              <a:rPr dirty="0" sz="2400" spc="-10">
                <a:solidFill>
                  <a:srgbClr val="D50092"/>
                </a:solidFill>
                <a:latin typeface="Tahoma"/>
                <a:cs typeface="Tahoma"/>
              </a:rPr>
              <a:t>IF</a:t>
            </a:r>
            <a:r>
              <a:rPr dirty="0" sz="2400" spc="-10">
                <a:solidFill>
                  <a:srgbClr val="D50092"/>
                </a:solidFill>
                <a:latin typeface="黑体"/>
                <a:cs typeface="黑体"/>
              </a:rPr>
              <a:t>，</a:t>
            </a:r>
            <a:r>
              <a:rPr dirty="0" sz="2400" spc="-10">
                <a:solidFill>
                  <a:srgbClr val="D50092"/>
                </a:solidFill>
                <a:latin typeface="Tahoma"/>
                <a:cs typeface="Tahoma"/>
              </a:rPr>
              <a:t>ID</a:t>
            </a:r>
            <a:r>
              <a:rPr dirty="0" sz="2400" spc="-10">
                <a:solidFill>
                  <a:srgbClr val="D50092"/>
                </a:solidFill>
                <a:latin typeface="黑体"/>
                <a:cs typeface="黑体"/>
              </a:rPr>
              <a:t>，</a:t>
            </a:r>
            <a:r>
              <a:rPr dirty="0" sz="2400" spc="-10">
                <a:solidFill>
                  <a:srgbClr val="D50092"/>
                </a:solidFill>
                <a:latin typeface="Tahoma"/>
                <a:cs typeface="Tahoma"/>
              </a:rPr>
              <a:t>EX</a:t>
            </a:r>
            <a:r>
              <a:rPr dirty="0" sz="2400" spc="-10">
                <a:solidFill>
                  <a:srgbClr val="D50092"/>
                </a:solidFill>
                <a:latin typeface="黑体"/>
                <a:cs typeface="黑体"/>
              </a:rPr>
              <a:t>，</a:t>
            </a:r>
            <a:r>
              <a:rPr dirty="0" sz="2400" spc="-10">
                <a:solidFill>
                  <a:srgbClr val="D50092"/>
                </a:solidFill>
                <a:latin typeface="Tahoma"/>
                <a:cs typeface="Tahoma"/>
              </a:rPr>
              <a:t>MEM</a:t>
            </a:r>
            <a:r>
              <a:rPr dirty="0" sz="2400" spc="-10">
                <a:solidFill>
                  <a:srgbClr val="D50092"/>
                </a:solidFill>
                <a:latin typeface="黑体"/>
                <a:cs typeface="黑体"/>
              </a:rPr>
              <a:t>，</a:t>
            </a:r>
            <a:r>
              <a:rPr dirty="0" sz="2400" spc="-10">
                <a:solidFill>
                  <a:srgbClr val="D50092"/>
                </a:solidFill>
                <a:latin typeface="Tahoma"/>
                <a:cs typeface="Tahoma"/>
              </a:rPr>
              <a:t>WB</a:t>
            </a:r>
            <a:r>
              <a:rPr dirty="0" sz="2400" spc="-10">
                <a:solidFill>
                  <a:srgbClr val="D50092"/>
                </a:solidFill>
                <a:latin typeface="黑体"/>
                <a:cs typeface="黑体"/>
              </a:rPr>
              <a:t>）：</a:t>
            </a:r>
            <a:endParaRPr sz="2400">
              <a:latin typeface="黑体"/>
              <a:cs typeface="黑体"/>
            </a:endParaRPr>
          </a:p>
          <a:p>
            <a:pPr lvl="1" marL="865505" indent="-456565">
              <a:lnSpc>
                <a:spcPct val="100000"/>
              </a:lnSpc>
              <a:spcBef>
                <a:spcPts val="1780"/>
              </a:spcBef>
              <a:buClr>
                <a:srgbClr val="4668F5"/>
              </a:buClr>
              <a:buSzPct val="60000"/>
              <a:buFont typeface="Wingdings"/>
              <a:buChar char=""/>
              <a:tabLst>
                <a:tab pos="865505" algn="l"/>
              </a:tabLst>
            </a:pPr>
            <a:r>
              <a:rPr dirty="0" sz="2000" spc="-15" b="1">
                <a:solidFill>
                  <a:srgbClr val="00AFEF"/>
                </a:solidFill>
                <a:latin typeface="黑体"/>
                <a:cs typeface="黑体"/>
              </a:rPr>
              <a:t>取指令周期</a:t>
            </a:r>
            <a:r>
              <a:rPr dirty="0" sz="2000" spc="-20" b="1">
                <a:solidFill>
                  <a:srgbClr val="D50092"/>
                </a:solidFill>
                <a:latin typeface="黑体"/>
                <a:cs typeface="黑体"/>
              </a:rPr>
              <a:t>（IF）</a:t>
            </a:r>
            <a:r>
              <a:rPr dirty="0" sz="2000" spc="-20" b="1">
                <a:solidFill>
                  <a:srgbClr val="2C44A3"/>
                </a:solidFill>
                <a:latin typeface="黑体"/>
                <a:cs typeface="黑体"/>
              </a:rPr>
              <a:t>（</a:t>
            </a:r>
            <a:r>
              <a:rPr dirty="0" sz="2000" spc="-10" b="1">
                <a:solidFill>
                  <a:srgbClr val="2C44A3"/>
                </a:solidFill>
                <a:latin typeface="黑体"/>
                <a:cs typeface="黑体"/>
              </a:rPr>
              <a:t>第</a:t>
            </a:r>
            <a:r>
              <a:rPr dirty="0" sz="2000" spc="-15" b="1">
                <a:solidFill>
                  <a:srgbClr val="2C44A3"/>
                </a:solidFill>
                <a:latin typeface="黑体"/>
                <a:cs typeface="黑体"/>
              </a:rPr>
              <a:t>1</a:t>
            </a:r>
            <a:r>
              <a:rPr dirty="0" sz="2000" spc="-20" b="1">
                <a:solidFill>
                  <a:srgbClr val="2C44A3"/>
                </a:solidFill>
                <a:latin typeface="黑体"/>
                <a:cs typeface="黑体"/>
              </a:rPr>
              <a:t>段</a:t>
            </a:r>
            <a:r>
              <a:rPr dirty="0" sz="2000" spc="-50" b="1">
                <a:solidFill>
                  <a:srgbClr val="2C44A3"/>
                </a:solidFill>
                <a:latin typeface="黑体"/>
                <a:cs typeface="黑体"/>
              </a:rPr>
              <a:t>）</a:t>
            </a:r>
            <a:endParaRPr sz="2000">
              <a:latin typeface="黑体"/>
              <a:cs typeface="黑体"/>
            </a:endParaRPr>
          </a:p>
          <a:p>
            <a:pPr marL="715010" indent="-288290">
              <a:lnSpc>
                <a:spcPct val="100000"/>
              </a:lnSpc>
              <a:spcBef>
                <a:spcPts val="1625"/>
              </a:spcBef>
              <a:buClr>
                <a:srgbClr val="00AF50"/>
              </a:buClr>
              <a:buSzPct val="73684"/>
              <a:buFont typeface="Wingdings"/>
              <a:buChar char=""/>
              <a:tabLst>
                <a:tab pos="715010" algn="l"/>
              </a:tabLst>
            </a:pPr>
            <a:r>
              <a:rPr dirty="0" sz="1900" spc="-20" b="1">
                <a:solidFill>
                  <a:srgbClr val="FF5CFF"/>
                </a:solidFill>
                <a:latin typeface="黑体"/>
                <a:cs typeface="黑体"/>
              </a:rPr>
              <a:t>以程序计数器</a:t>
            </a:r>
            <a:r>
              <a:rPr dirty="0" sz="1900" spc="-25" b="1">
                <a:solidFill>
                  <a:srgbClr val="9933FF"/>
                </a:solidFill>
                <a:latin typeface="Times New Roman"/>
                <a:cs typeface="Times New Roman"/>
              </a:rPr>
              <a:t>PC</a:t>
            </a:r>
            <a:r>
              <a:rPr dirty="0" sz="1900" spc="-20" b="1">
                <a:solidFill>
                  <a:srgbClr val="FF5CFF"/>
                </a:solidFill>
                <a:latin typeface="黑体"/>
                <a:cs typeface="黑体"/>
              </a:rPr>
              <a:t>中的内容作为地址，从存储器中取出指令并放入指令寄存器</a:t>
            </a:r>
            <a:r>
              <a:rPr dirty="0" sz="1900" spc="-10" b="1">
                <a:solidFill>
                  <a:srgbClr val="9933FF"/>
                </a:solidFill>
                <a:latin typeface="Times New Roman"/>
                <a:cs typeface="Times New Roman"/>
              </a:rPr>
              <a:t>IR</a:t>
            </a:r>
            <a:r>
              <a:rPr dirty="0" sz="1900" spc="-10" b="1">
                <a:solidFill>
                  <a:srgbClr val="FF5CFF"/>
                </a:solidFill>
                <a:latin typeface="黑体"/>
                <a:cs typeface="黑体"/>
              </a:rPr>
              <a:t>；</a:t>
            </a:r>
            <a:r>
              <a:rPr dirty="0" sz="1900" spc="-10" b="1">
                <a:solidFill>
                  <a:srgbClr val="FF5CFF"/>
                </a:solidFill>
                <a:latin typeface="Times New Roman"/>
                <a:cs typeface="Times New Roman"/>
              </a:rPr>
              <a:t>iR←MEM[PC]</a:t>
            </a:r>
            <a:endParaRPr sz="1900">
              <a:latin typeface="Times New Roman"/>
              <a:cs typeface="Times New Roman"/>
            </a:endParaRPr>
          </a:p>
          <a:p>
            <a:pPr marL="715010" indent="-288290">
              <a:lnSpc>
                <a:spcPct val="100000"/>
              </a:lnSpc>
              <a:spcBef>
                <a:spcPts val="1600"/>
              </a:spcBef>
              <a:buClr>
                <a:srgbClr val="00AF50"/>
              </a:buClr>
              <a:buSzPct val="73684"/>
              <a:buFont typeface="Wingdings"/>
              <a:buChar char=""/>
              <a:tabLst>
                <a:tab pos="715010" algn="l"/>
                <a:tab pos="8566150" algn="l"/>
              </a:tabLst>
            </a:pPr>
            <a:r>
              <a:rPr dirty="0" sz="1900" spc="-10" b="1">
                <a:solidFill>
                  <a:srgbClr val="FF5CFF"/>
                </a:solidFill>
                <a:latin typeface="黑体"/>
                <a:cs typeface="黑体"/>
              </a:rPr>
              <a:t>同时</a:t>
            </a:r>
            <a:r>
              <a:rPr dirty="0" sz="1900" spc="-20" b="1">
                <a:solidFill>
                  <a:srgbClr val="9933FF"/>
                </a:solidFill>
                <a:latin typeface="Times New Roman"/>
                <a:cs typeface="Times New Roman"/>
              </a:rPr>
              <a:t>PC</a:t>
            </a:r>
            <a:r>
              <a:rPr dirty="0" sz="1900" spc="-10" b="1">
                <a:solidFill>
                  <a:srgbClr val="FF5CFF"/>
                </a:solidFill>
                <a:latin typeface="黑体"/>
                <a:cs typeface="黑体"/>
              </a:rPr>
              <a:t>值加</a:t>
            </a:r>
            <a:r>
              <a:rPr dirty="0" sz="1900" spc="-10" b="1">
                <a:solidFill>
                  <a:srgbClr val="9933FF"/>
                </a:solidFill>
                <a:latin typeface="Times New Roman"/>
                <a:cs typeface="Times New Roman"/>
              </a:rPr>
              <a:t>4</a:t>
            </a:r>
            <a:r>
              <a:rPr dirty="0" sz="1900" spc="-10" b="1">
                <a:solidFill>
                  <a:srgbClr val="FF5CFF"/>
                </a:solidFill>
                <a:latin typeface="黑体"/>
                <a:cs typeface="黑体"/>
              </a:rPr>
              <a:t>（假设每条指令占</a:t>
            </a:r>
            <a:r>
              <a:rPr dirty="0" sz="1900" b="1">
                <a:solidFill>
                  <a:srgbClr val="9933FF"/>
                </a:solidFill>
                <a:latin typeface="Times New Roman"/>
                <a:cs typeface="Times New Roman"/>
              </a:rPr>
              <a:t>4</a:t>
            </a:r>
            <a:r>
              <a:rPr dirty="0" sz="1900" spc="-10" b="1">
                <a:solidFill>
                  <a:srgbClr val="FF5CFF"/>
                </a:solidFill>
                <a:latin typeface="黑体"/>
                <a:cs typeface="黑体"/>
              </a:rPr>
              <a:t>个字</a:t>
            </a:r>
            <a:r>
              <a:rPr dirty="0" sz="1900" b="1">
                <a:solidFill>
                  <a:srgbClr val="FF5CFF"/>
                </a:solidFill>
                <a:latin typeface="黑体"/>
                <a:cs typeface="黑体"/>
              </a:rPr>
              <a:t>节</a:t>
            </a:r>
            <a:r>
              <a:rPr dirty="0" sz="1900" spc="-10" b="1">
                <a:solidFill>
                  <a:srgbClr val="FF5CFF"/>
                </a:solidFill>
                <a:latin typeface="黑体"/>
                <a:cs typeface="黑体"/>
              </a:rPr>
              <a:t>），指向</a:t>
            </a:r>
            <a:r>
              <a:rPr dirty="0" sz="1900" b="1">
                <a:solidFill>
                  <a:srgbClr val="FF5CFF"/>
                </a:solidFill>
                <a:latin typeface="黑体"/>
                <a:cs typeface="黑体"/>
              </a:rPr>
              <a:t>顺</a:t>
            </a:r>
            <a:r>
              <a:rPr dirty="0" sz="1900" spc="-10" b="1">
                <a:solidFill>
                  <a:srgbClr val="FF5CFF"/>
                </a:solidFill>
                <a:latin typeface="黑体"/>
                <a:cs typeface="黑体"/>
              </a:rPr>
              <a:t>序的</a:t>
            </a:r>
            <a:r>
              <a:rPr dirty="0" sz="1900" b="1">
                <a:solidFill>
                  <a:srgbClr val="FF5CFF"/>
                </a:solidFill>
                <a:latin typeface="黑体"/>
                <a:cs typeface="黑体"/>
              </a:rPr>
              <a:t>下</a:t>
            </a:r>
            <a:r>
              <a:rPr dirty="0" sz="1900" spc="-10" b="1">
                <a:solidFill>
                  <a:srgbClr val="FF5CFF"/>
                </a:solidFill>
                <a:latin typeface="黑体"/>
                <a:cs typeface="黑体"/>
              </a:rPr>
              <a:t>一</a:t>
            </a:r>
            <a:r>
              <a:rPr dirty="0" sz="1900" b="1">
                <a:solidFill>
                  <a:srgbClr val="FF5CFF"/>
                </a:solidFill>
                <a:latin typeface="黑体"/>
                <a:cs typeface="黑体"/>
              </a:rPr>
              <a:t>条</a:t>
            </a:r>
            <a:r>
              <a:rPr dirty="0" sz="1900" spc="-10" b="1">
                <a:solidFill>
                  <a:srgbClr val="FF5CFF"/>
                </a:solidFill>
                <a:latin typeface="黑体"/>
                <a:cs typeface="黑体"/>
              </a:rPr>
              <a:t>指令</a:t>
            </a:r>
            <a:r>
              <a:rPr dirty="0" sz="1900" spc="-50" b="1">
                <a:solidFill>
                  <a:srgbClr val="FF5CFF"/>
                </a:solidFill>
                <a:latin typeface="黑体"/>
                <a:cs typeface="黑体"/>
              </a:rPr>
              <a:t>。</a:t>
            </a:r>
            <a:r>
              <a:rPr dirty="0" sz="1900" b="1">
                <a:solidFill>
                  <a:srgbClr val="FF5CFF"/>
                </a:solidFill>
                <a:latin typeface="黑体"/>
                <a:cs typeface="黑体"/>
              </a:rPr>
              <a:t>	</a:t>
            </a:r>
            <a:r>
              <a:rPr dirty="0" sz="1900" spc="-10" b="1">
                <a:solidFill>
                  <a:srgbClr val="FF5CFF"/>
                </a:solidFill>
                <a:latin typeface="宋体"/>
                <a:cs typeface="宋体"/>
              </a:rPr>
              <a:t>NPC←PC+4</a:t>
            </a:r>
            <a:endParaRPr sz="1900">
              <a:latin typeface="宋体"/>
              <a:cs typeface="宋体"/>
            </a:endParaRPr>
          </a:p>
        </p:txBody>
      </p:sp>
      <p:sp>
        <p:nvSpPr>
          <p:cNvPr id="10" name="object 10"/>
          <p:cNvSpPr txBox="1">
            <a:spLocks noGrp="1"/>
          </p:cNvSpPr>
          <p:nvPr>
            <p:ph type="title"/>
          </p:nvPr>
        </p:nvSpPr>
        <p:spPr>
          <a:xfrm>
            <a:off x="1580133" y="170814"/>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1" name="object 11" descr=""/>
          <p:cNvSpPr txBox="1"/>
          <p:nvPr/>
        </p:nvSpPr>
        <p:spPr>
          <a:xfrm>
            <a:off x="7615555" y="262585"/>
            <a:ext cx="415607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3.4.1</a:t>
            </a:r>
            <a:r>
              <a:rPr dirty="0" sz="2600" spc="-10">
                <a:solidFill>
                  <a:srgbClr val="0000CC"/>
                </a:solidFill>
                <a:latin typeface="黑体"/>
                <a:cs typeface="黑体"/>
              </a:rPr>
              <a:t> 一条经典的</a:t>
            </a:r>
            <a:r>
              <a:rPr dirty="0" sz="2600" spc="-20">
                <a:solidFill>
                  <a:srgbClr val="0000CC"/>
                </a:solidFill>
                <a:latin typeface="黑体"/>
                <a:cs typeface="黑体"/>
              </a:rPr>
              <a:t>5段流水线</a:t>
            </a:r>
            <a:endParaRPr sz="2600">
              <a:latin typeface="黑体"/>
              <a:cs typeface="黑体"/>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250952" y="832230"/>
            <a:ext cx="11800840" cy="558419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a:solidFill>
                  <a:srgbClr val="40458B"/>
                </a:solidFill>
                <a:latin typeface="黑体"/>
                <a:cs typeface="黑体"/>
              </a:rPr>
              <a:t>非流水线情况下，一条指令的执行过程分为以下</a:t>
            </a:r>
            <a:r>
              <a:rPr dirty="0" sz="2400">
                <a:solidFill>
                  <a:srgbClr val="D50092"/>
                </a:solidFill>
                <a:latin typeface="黑体"/>
                <a:cs typeface="黑体"/>
              </a:rPr>
              <a:t>5个段</a:t>
            </a:r>
            <a:r>
              <a:rPr dirty="0" sz="2400" spc="-10">
                <a:solidFill>
                  <a:srgbClr val="D50092"/>
                </a:solidFill>
                <a:latin typeface="黑体"/>
                <a:cs typeface="黑体"/>
              </a:rPr>
              <a:t>（</a:t>
            </a:r>
            <a:r>
              <a:rPr dirty="0" sz="2400" spc="-10">
                <a:solidFill>
                  <a:srgbClr val="D50092"/>
                </a:solidFill>
                <a:latin typeface="Tahoma"/>
                <a:cs typeface="Tahoma"/>
              </a:rPr>
              <a:t>IF</a:t>
            </a:r>
            <a:r>
              <a:rPr dirty="0" sz="2400" spc="-10">
                <a:solidFill>
                  <a:srgbClr val="D50092"/>
                </a:solidFill>
                <a:latin typeface="黑体"/>
                <a:cs typeface="黑体"/>
              </a:rPr>
              <a:t>，</a:t>
            </a:r>
            <a:r>
              <a:rPr dirty="0" sz="2400" spc="-10">
                <a:solidFill>
                  <a:srgbClr val="D50092"/>
                </a:solidFill>
                <a:latin typeface="Tahoma"/>
                <a:cs typeface="Tahoma"/>
              </a:rPr>
              <a:t>ID</a:t>
            </a:r>
            <a:r>
              <a:rPr dirty="0" sz="2400" spc="-10">
                <a:solidFill>
                  <a:srgbClr val="D50092"/>
                </a:solidFill>
                <a:latin typeface="黑体"/>
                <a:cs typeface="黑体"/>
              </a:rPr>
              <a:t>，</a:t>
            </a:r>
            <a:r>
              <a:rPr dirty="0" sz="2400" spc="-10">
                <a:solidFill>
                  <a:srgbClr val="D50092"/>
                </a:solidFill>
                <a:latin typeface="Tahoma"/>
                <a:cs typeface="Tahoma"/>
              </a:rPr>
              <a:t>EX</a:t>
            </a:r>
            <a:r>
              <a:rPr dirty="0" sz="2400" spc="-10">
                <a:solidFill>
                  <a:srgbClr val="D50092"/>
                </a:solidFill>
                <a:latin typeface="黑体"/>
                <a:cs typeface="黑体"/>
              </a:rPr>
              <a:t>，</a:t>
            </a:r>
            <a:r>
              <a:rPr dirty="0" sz="2400" spc="-10">
                <a:solidFill>
                  <a:srgbClr val="D50092"/>
                </a:solidFill>
                <a:latin typeface="Tahoma"/>
                <a:cs typeface="Tahoma"/>
              </a:rPr>
              <a:t>MEM</a:t>
            </a:r>
            <a:r>
              <a:rPr dirty="0" sz="2400" spc="-10">
                <a:solidFill>
                  <a:srgbClr val="D50092"/>
                </a:solidFill>
                <a:latin typeface="黑体"/>
                <a:cs typeface="黑体"/>
              </a:rPr>
              <a:t>，</a:t>
            </a:r>
            <a:r>
              <a:rPr dirty="0" sz="2400" spc="-10">
                <a:solidFill>
                  <a:srgbClr val="D50092"/>
                </a:solidFill>
                <a:latin typeface="Tahoma"/>
                <a:cs typeface="Tahoma"/>
              </a:rPr>
              <a:t>WB</a:t>
            </a:r>
            <a:r>
              <a:rPr dirty="0" sz="2400" spc="-10">
                <a:solidFill>
                  <a:srgbClr val="D50092"/>
                </a:solidFill>
                <a:latin typeface="黑体"/>
                <a:cs typeface="黑体"/>
              </a:rPr>
              <a:t>）</a:t>
            </a:r>
            <a:endParaRPr sz="2400">
              <a:latin typeface="黑体"/>
              <a:cs typeface="黑体"/>
            </a:endParaRPr>
          </a:p>
          <a:p>
            <a:pPr lvl="1" marL="865505" indent="-456565">
              <a:lnSpc>
                <a:spcPct val="100000"/>
              </a:lnSpc>
              <a:spcBef>
                <a:spcPts val="1780"/>
              </a:spcBef>
              <a:buClr>
                <a:srgbClr val="4668F5"/>
              </a:buClr>
              <a:buSzPct val="60000"/>
              <a:buFont typeface="Wingdings"/>
              <a:buChar char=""/>
              <a:tabLst>
                <a:tab pos="865505" algn="l"/>
              </a:tabLst>
            </a:pPr>
            <a:r>
              <a:rPr dirty="0" sz="2000" spc="-20" b="1">
                <a:solidFill>
                  <a:srgbClr val="00AFEF"/>
                </a:solidFill>
                <a:latin typeface="黑体"/>
                <a:cs typeface="黑体"/>
              </a:rPr>
              <a:t>指令译码/读寄存器周期</a:t>
            </a:r>
            <a:r>
              <a:rPr dirty="0" sz="2000" spc="-20" b="1">
                <a:solidFill>
                  <a:srgbClr val="D50092"/>
                </a:solidFill>
                <a:latin typeface="黑体"/>
                <a:cs typeface="黑体"/>
              </a:rPr>
              <a:t>（ID）（</a:t>
            </a:r>
            <a:r>
              <a:rPr dirty="0" sz="2000" spc="-10" b="1">
                <a:solidFill>
                  <a:srgbClr val="D50092"/>
                </a:solidFill>
                <a:latin typeface="黑体"/>
                <a:cs typeface="黑体"/>
              </a:rPr>
              <a:t>第</a:t>
            </a:r>
            <a:r>
              <a:rPr dirty="0" sz="2000" spc="-15" b="1">
                <a:solidFill>
                  <a:srgbClr val="D50092"/>
                </a:solidFill>
                <a:latin typeface="黑体"/>
                <a:cs typeface="黑体"/>
              </a:rPr>
              <a:t>2</a:t>
            </a:r>
            <a:r>
              <a:rPr dirty="0" sz="2000" spc="-20" b="1">
                <a:solidFill>
                  <a:srgbClr val="D50092"/>
                </a:solidFill>
                <a:latin typeface="黑体"/>
                <a:cs typeface="黑体"/>
              </a:rPr>
              <a:t>段</a:t>
            </a:r>
            <a:r>
              <a:rPr dirty="0" sz="2000" spc="-50" b="1">
                <a:solidFill>
                  <a:srgbClr val="D50092"/>
                </a:solidFill>
                <a:latin typeface="黑体"/>
                <a:cs typeface="黑体"/>
              </a:rPr>
              <a:t>）</a:t>
            </a:r>
            <a:endParaRPr sz="2000">
              <a:latin typeface="黑体"/>
              <a:cs typeface="黑体"/>
            </a:endParaRPr>
          </a:p>
          <a:p>
            <a:pPr algn="r" lvl="2" marL="457200" marR="603885" indent="-457200">
              <a:lnSpc>
                <a:spcPct val="100000"/>
              </a:lnSpc>
              <a:spcBef>
                <a:spcPts val="1914"/>
              </a:spcBef>
              <a:buClr>
                <a:srgbClr val="00AF50"/>
              </a:buClr>
              <a:buSzPct val="73684"/>
              <a:buFont typeface="Wingdings"/>
              <a:buChar char=""/>
              <a:tabLst>
                <a:tab pos="457200" algn="l"/>
              </a:tabLst>
            </a:pPr>
            <a:r>
              <a:rPr dirty="0" sz="1900" spc="-10" b="1">
                <a:solidFill>
                  <a:srgbClr val="FF5CFF"/>
                </a:solidFill>
                <a:latin typeface="黑体"/>
                <a:cs typeface="黑体"/>
              </a:rPr>
              <a:t>对指令进行译码，同时并用</a:t>
            </a:r>
            <a:r>
              <a:rPr dirty="0" sz="1900" spc="-20" b="1">
                <a:solidFill>
                  <a:srgbClr val="9933FF"/>
                </a:solidFill>
                <a:latin typeface="Times New Roman"/>
                <a:cs typeface="Times New Roman"/>
              </a:rPr>
              <a:t>IR</a:t>
            </a:r>
            <a:r>
              <a:rPr dirty="0" sz="1900" spc="-20" b="1">
                <a:solidFill>
                  <a:srgbClr val="FF5CFF"/>
                </a:solidFill>
                <a:latin typeface="黑体"/>
                <a:cs typeface="黑体"/>
              </a:rPr>
              <a:t>中的寄存器地址去访问通用寄存器组，</a:t>
            </a:r>
            <a:r>
              <a:rPr dirty="0" sz="2400" spc="-20" b="1">
                <a:solidFill>
                  <a:srgbClr val="FF0000"/>
                </a:solidFill>
                <a:latin typeface="黑体"/>
                <a:cs typeface="黑体"/>
              </a:rPr>
              <a:t>读出所需的操作数</a:t>
            </a:r>
            <a:r>
              <a:rPr dirty="0" sz="1900" spc="-50" b="1">
                <a:solidFill>
                  <a:srgbClr val="FF5CFF"/>
                </a:solidFill>
                <a:latin typeface="黑体"/>
                <a:cs typeface="黑体"/>
              </a:rPr>
              <a:t>。</a:t>
            </a:r>
            <a:endParaRPr sz="1900">
              <a:latin typeface="黑体"/>
              <a:cs typeface="黑体"/>
            </a:endParaRPr>
          </a:p>
          <a:p>
            <a:pPr lvl="2" marL="1189355" indent="-457834">
              <a:lnSpc>
                <a:spcPct val="100000"/>
              </a:lnSpc>
              <a:spcBef>
                <a:spcPts val="1725"/>
              </a:spcBef>
              <a:buClr>
                <a:srgbClr val="00AF50"/>
              </a:buClr>
              <a:buSzPct val="73684"/>
              <a:buFont typeface="Wingdings"/>
              <a:buChar char=""/>
              <a:tabLst>
                <a:tab pos="1189355" algn="l"/>
              </a:tabLst>
            </a:pPr>
            <a:r>
              <a:rPr dirty="0" sz="1900" b="1">
                <a:solidFill>
                  <a:srgbClr val="FF5CFF"/>
                </a:solidFill>
                <a:latin typeface="宋体"/>
                <a:cs typeface="宋体"/>
              </a:rPr>
              <a:t>A←Regs[rs]</a:t>
            </a:r>
            <a:r>
              <a:rPr dirty="0" sz="1900" b="1">
                <a:solidFill>
                  <a:srgbClr val="FF5CFF"/>
                </a:solidFill>
                <a:latin typeface="黑体"/>
                <a:cs typeface="黑体"/>
              </a:rPr>
              <a:t>，</a:t>
            </a:r>
            <a:r>
              <a:rPr dirty="0" sz="1900" spc="-60" b="1">
                <a:solidFill>
                  <a:srgbClr val="FF5CFF"/>
                </a:solidFill>
                <a:latin typeface="黑体"/>
                <a:cs typeface="黑体"/>
              </a:rPr>
              <a:t> </a:t>
            </a:r>
            <a:r>
              <a:rPr dirty="0" sz="1900" spc="-10" b="1">
                <a:solidFill>
                  <a:srgbClr val="FF5CFF"/>
                </a:solidFill>
                <a:latin typeface="宋体"/>
                <a:cs typeface="宋体"/>
              </a:rPr>
              <a:t>B←Regs[rt]</a:t>
            </a:r>
            <a:endParaRPr sz="1900">
              <a:latin typeface="宋体"/>
              <a:cs typeface="宋体"/>
            </a:endParaRPr>
          </a:p>
          <a:p>
            <a:pPr lvl="1" marL="865505" indent="-456565">
              <a:lnSpc>
                <a:spcPct val="100000"/>
              </a:lnSpc>
              <a:spcBef>
                <a:spcPts val="1655"/>
              </a:spcBef>
              <a:buClr>
                <a:srgbClr val="4668F5"/>
              </a:buClr>
              <a:buSzPct val="60000"/>
              <a:buFont typeface="Wingdings"/>
              <a:buChar char=""/>
              <a:tabLst>
                <a:tab pos="865505" algn="l"/>
              </a:tabLst>
            </a:pPr>
            <a:r>
              <a:rPr dirty="0" sz="2000" spc="-15" b="1">
                <a:solidFill>
                  <a:srgbClr val="FF0000"/>
                </a:solidFill>
                <a:latin typeface="黑体"/>
                <a:cs typeface="黑体"/>
              </a:rPr>
              <a:t>执行</a:t>
            </a:r>
            <a:r>
              <a:rPr dirty="0" sz="2000" spc="-10" b="1">
                <a:solidFill>
                  <a:srgbClr val="00AFEF"/>
                </a:solidFill>
                <a:latin typeface="黑体"/>
                <a:cs typeface="黑体"/>
              </a:rPr>
              <a:t>/</a:t>
            </a:r>
            <a:r>
              <a:rPr dirty="0" sz="2000" spc="-20" b="1">
                <a:solidFill>
                  <a:srgbClr val="6F2F9F"/>
                </a:solidFill>
                <a:latin typeface="黑体"/>
                <a:cs typeface="黑体"/>
              </a:rPr>
              <a:t>有效地址</a:t>
            </a:r>
            <a:r>
              <a:rPr dirty="0" sz="2000" spc="-20" b="1">
                <a:solidFill>
                  <a:srgbClr val="00AFEF"/>
                </a:solidFill>
                <a:latin typeface="黑体"/>
                <a:cs typeface="黑体"/>
              </a:rPr>
              <a:t>计算周期</a:t>
            </a:r>
            <a:r>
              <a:rPr dirty="0" sz="2000" spc="-20" b="1">
                <a:solidFill>
                  <a:srgbClr val="D50092"/>
                </a:solidFill>
                <a:latin typeface="黑体"/>
                <a:cs typeface="黑体"/>
              </a:rPr>
              <a:t>（EX）（</a:t>
            </a:r>
            <a:r>
              <a:rPr dirty="0" sz="2000" spc="-15" b="1">
                <a:solidFill>
                  <a:srgbClr val="D50092"/>
                </a:solidFill>
                <a:latin typeface="黑体"/>
                <a:cs typeface="黑体"/>
              </a:rPr>
              <a:t>第</a:t>
            </a:r>
            <a:r>
              <a:rPr dirty="0" sz="2000" spc="-10" b="1">
                <a:solidFill>
                  <a:srgbClr val="D50092"/>
                </a:solidFill>
                <a:latin typeface="黑体"/>
                <a:cs typeface="黑体"/>
              </a:rPr>
              <a:t>3</a:t>
            </a:r>
            <a:r>
              <a:rPr dirty="0" sz="2000" spc="-25" b="1">
                <a:solidFill>
                  <a:srgbClr val="D50092"/>
                </a:solidFill>
                <a:latin typeface="黑体"/>
                <a:cs typeface="黑体"/>
              </a:rPr>
              <a:t>段</a:t>
            </a:r>
            <a:r>
              <a:rPr dirty="0" sz="2000" spc="-50" b="1">
                <a:solidFill>
                  <a:srgbClr val="D50092"/>
                </a:solidFill>
                <a:latin typeface="黑体"/>
                <a:cs typeface="黑体"/>
              </a:rPr>
              <a:t>）</a:t>
            </a:r>
            <a:endParaRPr sz="2000">
              <a:latin typeface="黑体"/>
              <a:cs typeface="黑体"/>
            </a:endParaRPr>
          </a:p>
          <a:p>
            <a:pPr marL="927100">
              <a:lnSpc>
                <a:spcPct val="100000"/>
              </a:lnSpc>
              <a:spcBef>
                <a:spcPts val="1914"/>
              </a:spcBef>
            </a:pPr>
            <a:r>
              <a:rPr dirty="0" sz="2400" spc="-5">
                <a:solidFill>
                  <a:srgbClr val="0000CC"/>
                </a:solidFill>
                <a:latin typeface="黑体"/>
                <a:cs typeface="黑体"/>
              </a:rPr>
              <a:t>此阶段，</a:t>
            </a:r>
            <a:r>
              <a:rPr dirty="0" sz="2200" spc="-30">
                <a:solidFill>
                  <a:srgbClr val="0000CC"/>
                </a:solidFill>
                <a:latin typeface="黑体"/>
                <a:cs typeface="黑体"/>
              </a:rPr>
              <a:t>不同指令对上一周期已经就绪的数据所进行的操作</a:t>
            </a:r>
            <a:r>
              <a:rPr dirty="0" sz="2200" spc="-20">
                <a:solidFill>
                  <a:srgbClr val="FF0000"/>
                </a:solidFill>
                <a:latin typeface="黑体"/>
                <a:cs typeface="黑体"/>
              </a:rPr>
              <a:t>OP</a:t>
            </a:r>
            <a:r>
              <a:rPr dirty="0" sz="2200" spc="-35">
                <a:solidFill>
                  <a:srgbClr val="0000CC"/>
                </a:solidFill>
                <a:latin typeface="黑体"/>
                <a:cs typeface="黑体"/>
              </a:rPr>
              <a:t>不同,联系三类指令格式：</a:t>
            </a:r>
            <a:endParaRPr sz="2200">
              <a:latin typeface="黑体"/>
              <a:cs typeface="黑体"/>
            </a:endParaRPr>
          </a:p>
          <a:p>
            <a:pPr algn="r" lvl="2" marL="288925" marR="572135" indent="-288925">
              <a:lnSpc>
                <a:spcPct val="100000"/>
              </a:lnSpc>
              <a:spcBef>
                <a:spcPts val="1725"/>
              </a:spcBef>
              <a:buClr>
                <a:srgbClr val="00AF50"/>
              </a:buClr>
              <a:buSzPct val="73684"/>
              <a:buFont typeface="Wingdings"/>
              <a:buChar char=""/>
              <a:tabLst>
                <a:tab pos="288925" algn="l"/>
              </a:tabLst>
            </a:pPr>
            <a:r>
              <a:rPr dirty="0" sz="1900" spc="-10" b="1">
                <a:solidFill>
                  <a:srgbClr val="D50092"/>
                </a:solidFill>
                <a:latin typeface="Times New Roman"/>
                <a:cs typeface="Times New Roman"/>
              </a:rPr>
              <a:t>load</a:t>
            </a:r>
            <a:r>
              <a:rPr dirty="0" sz="1900" spc="-10" b="1">
                <a:solidFill>
                  <a:srgbClr val="D50092"/>
                </a:solidFill>
                <a:latin typeface="黑体"/>
                <a:cs typeface="黑体"/>
              </a:rPr>
              <a:t>和</a:t>
            </a:r>
            <a:r>
              <a:rPr dirty="0" sz="1900" spc="-10" b="1">
                <a:solidFill>
                  <a:srgbClr val="D50092"/>
                </a:solidFill>
                <a:latin typeface="Times New Roman"/>
                <a:cs typeface="Times New Roman"/>
              </a:rPr>
              <a:t>store</a:t>
            </a:r>
            <a:r>
              <a:rPr dirty="0" sz="1900" spc="-10" b="1">
                <a:solidFill>
                  <a:srgbClr val="D50092"/>
                </a:solidFill>
                <a:latin typeface="黑体"/>
                <a:cs typeface="黑体"/>
              </a:rPr>
              <a:t>指令</a:t>
            </a:r>
            <a:r>
              <a:rPr dirty="0" sz="1900" spc="-10" b="1">
                <a:solidFill>
                  <a:srgbClr val="FF5CFF"/>
                </a:solidFill>
                <a:latin typeface="黑体"/>
                <a:cs typeface="黑体"/>
              </a:rPr>
              <a:t>：</a:t>
            </a:r>
            <a:r>
              <a:rPr dirty="0" sz="1900" spc="-50" b="1">
                <a:solidFill>
                  <a:srgbClr val="00AFEF"/>
                </a:solidFill>
                <a:latin typeface="黑体"/>
                <a:cs typeface="黑体"/>
              </a:rPr>
              <a:t>指令中寄存器的数据 与偏移量相加，形成访存有效地址。</a:t>
            </a:r>
            <a:r>
              <a:rPr dirty="0" sz="1900" spc="-10" b="1">
                <a:solidFill>
                  <a:srgbClr val="FF5CFF"/>
                </a:solidFill>
                <a:latin typeface="宋体"/>
                <a:cs typeface="宋体"/>
              </a:rPr>
              <a:t>ALUoutput←A+Imm</a:t>
            </a:r>
            <a:endParaRPr sz="1900">
              <a:latin typeface="宋体"/>
              <a:cs typeface="宋体"/>
            </a:endParaRPr>
          </a:p>
          <a:p>
            <a:pPr lvl="2" marL="1219835" indent="-289560">
              <a:lnSpc>
                <a:spcPct val="100000"/>
              </a:lnSpc>
              <a:spcBef>
                <a:spcPts val="1600"/>
              </a:spcBef>
              <a:buClr>
                <a:srgbClr val="00AF50"/>
              </a:buClr>
              <a:buSzPct val="73684"/>
              <a:buFont typeface="Wingdings"/>
              <a:buChar char=""/>
              <a:tabLst>
                <a:tab pos="1219835" algn="l"/>
                <a:tab pos="10514330" algn="l"/>
              </a:tabLst>
            </a:pPr>
            <a:r>
              <a:rPr dirty="0" sz="1900" spc="-10" b="1">
                <a:solidFill>
                  <a:srgbClr val="D50092"/>
                </a:solidFill>
                <a:latin typeface="黑体"/>
                <a:cs typeface="黑体"/>
              </a:rPr>
              <a:t>寄存器－寄存器</a:t>
            </a:r>
            <a:r>
              <a:rPr dirty="0" sz="1900" spc="-25" b="1">
                <a:solidFill>
                  <a:srgbClr val="D50092"/>
                </a:solidFill>
                <a:latin typeface="Times New Roman"/>
                <a:cs typeface="Times New Roman"/>
              </a:rPr>
              <a:t>ALU</a:t>
            </a:r>
            <a:r>
              <a:rPr dirty="0" sz="1900" spc="-10" b="1">
                <a:solidFill>
                  <a:srgbClr val="D50092"/>
                </a:solidFill>
                <a:latin typeface="黑体"/>
                <a:cs typeface="黑体"/>
              </a:rPr>
              <a:t>指令</a:t>
            </a:r>
            <a:r>
              <a:rPr dirty="0" sz="1900" spc="-25" b="1">
                <a:solidFill>
                  <a:srgbClr val="FF5CFF"/>
                </a:solidFill>
                <a:latin typeface="黑体"/>
                <a:cs typeface="黑体"/>
              </a:rPr>
              <a:t>：</a:t>
            </a:r>
            <a:r>
              <a:rPr dirty="0" sz="1900" spc="-395" b="1">
                <a:solidFill>
                  <a:srgbClr val="FF5CFF"/>
                </a:solidFill>
                <a:latin typeface="黑体"/>
                <a:cs typeface="黑体"/>
              </a:rPr>
              <a:t> </a:t>
            </a:r>
            <a:r>
              <a:rPr dirty="0" sz="1900" spc="-10" b="1">
                <a:solidFill>
                  <a:srgbClr val="00AFEF"/>
                </a:solidFill>
                <a:latin typeface="黑体"/>
                <a:cs typeface="黑体"/>
              </a:rPr>
              <a:t>通用寄存器组中读出的数据进行</a:t>
            </a:r>
            <a:r>
              <a:rPr dirty="0" sz="1900" spc="-20" b="1">
                <a:solidFill>
                  <a:srgbClr val="FF0000"/>
                </a:solidFill>
                <a:latin typeface="Times New Roman"/>
                <a:cs typeface="Times New Roman"/>
              </a:rPr>
              <a:t>OP</a:t>
            </a:r>
            <a:r>
              <a:rPr dirty="0" sz="1900" b="1">
                <a:solidFill>
                  <a:srgbClr val="00AFEF"/>
                </a:solidFill>
                <a:latin typeface="黑体"/>
                <a:cs typeface="黑体"/>
              </a:rPr>
              <a:t>运</a:t>
            </a:r>
            <a:r>
              <a:rPr dirty="0" sz="1900" spc="-20" b="1">
                <a:solidFill>
                  <a:srgbClr val="00AFEF"/>
                </a:solidFill>
                <a:latin typeface="黑体"/>
                <a:cs typeface="黑体"/>
              </a:rPr>
              <a:t>算</a:t>
            </a:r>
            <a:r>
              <a:rPr dirty="0" sz="1900" b="1">
                <a:solidFill>
                  <a:srgbClr val="00AFEF"/>
                </a:solidFill>
                <a:latin typeface="黑体"/>
                <a:cs typeface="黑体"/>
              </a:rPr>
              <a:t>。</a:t>
            </a:r>
            <a:r>
              <a:rPr dirty="0" sz="1900" spc="120" b="1">
                <a:solidFill>
                  <a:srgbClr val="00AFEF"/>
                </a:solidFill>
                <a:latin typeface="黑体"/>
                <a:cs typeface="黑体"/>
              </a:rPr>
              <a:t> </a:t>
            </a:r>
            <a:r>
              <a:rPr dirty="0" sz="1900" spc="-10" b="1">
                <a:solidFill>
                  <a:srgbClr val="FF5CFF"/>
                </a:solidFill>
                <a:latin typeface="宋体"/>
                <a:cs typeface="宋体"/>
              </a:rPr>
              <a:t>ALUoutput←A</a:t>
            </a:r>
            <a:r>
              <a:rPr dirty="0" sz="1900" b="1">
                <a:solidFill>
                  <a:srgbClr val="FF5CFF"/>
                </a:solidFill>
                <a:latin typeface="宋体"/>
                <a:cs typeface="宋体"/>
              </a:rPr>
              <a:t>	OP</a:t>
            </a:r>
            <a:r>
              <a:rPr dirty="0" sz="1900" spc="-15" b="1">
                <a:solidFill>
                  <a:srgbClr val="FF5CFF"/>
                </a:solidFill>
                <a:latin typeface="宋体"/>
                <a:cs typeface="宋体"/>
              </a:rPr>
              <a:t> </a:t>
            </a:r>
            <a:r>
              <a:rPr dirty="0" sz="1900" spc="-50" b="1">
                <a:solidFill>
                  <a:srgbClr val="FF5CFF"/>
                </a:solidFill>
                <a:latin typeface="宋体"/>
                <a:cs typeface="宋体"/>
              </a:rPr>
              <a:t>B</a:t>
            </a:r>
            <a:endParaRPr sz="1900">
              <a:latin typeface="宋体"/>
              <a:cs typeface="宋体"/>
            </a:endParaRPr>
          </a:p>
          <a:p>
            <a:pPr lvl="2" marL="1219835" indent="-289560">
              <a:lnSpc>
                <a:spcPct val="100000"/>
              </a:lnSpc>
              <a:spcBef>
                <a:spcPts val="1595"/>
              </a:spcBef>
              <a:buClr>
                <a:srgbClr val="00AF50"/>
              </a:buClr>
              <a:buSzPct val="73684"/>
              <a:buFont typeface="Wingdings"/>
              <a:buChar char=""/>
              <a:tabLst>
                <a:tab pos="1219835" algn="l"/>
                <a:tab pos="7072630" algn="l"/>
              </a:tabLst>
            </a:pPr>
            <a:r>
              <a:rPr dirty="0" sz="1900" spc="-10" b="1">
                <a:solidFill>
                  <a:srgbClr val="D50092"/>
                </a:solidFill>
                <a:latin typeface="黑体"/>
                <a:cs typeface="黑体"/>
              </a:rPr>
              <a:t>寄存器－立即数</a:t>
            </a:r>
            <a:r>
              <a:rPr dirty="0" sz="1900" spc="-25" b="1">
                <a:solidFill>
                  <a:srgbClr val="D50092"/>
                </a:solidFill>
                <a:latin typeface="Times New Roman"/>
                <a:cs typeface="Times New Roman"/>
              </a:rPr>
              <a:t>ALU</a:t>
            </a:r>
            <a:r>
              <a:rPr dirty="0" sz="1900" spc="-10" b="1">
                <a:solidFill>
                  <a:srgbClr val="D50092"/>
                </a:solidFill>
                <a:latin typeface="黑体"/>
                <a:cs typeface="黑体"/>
              </a:rPr>
              <a:t>指令</a:t>
            </a:r>
            <a:r>
              <a:rPr dirty="0" sz="1900" b="1">
                <a:solidFill>
                  <a:srgbClr val="D50092"/>
                </a:solidFill>
                <a:latin typeface="黑体"/>
                <a:cs typeface="黑体"/>
              </a:rPr>
              <a:t>：</a:t>
            </a:r>
            <a:r>
              <a:rPr dirty="0" sz="1900" spc="-20" b="1">
                <a:solidFill>
                  <a:srgbClr val="00AFEF"/>
                </a:solidFill>
                <a:latin typeface="黑体"/>
                <a:cs typeface="黑体"/>
              </a:rPr>
              <a:t>指令</a:t>
            </a:r>
            <a:r>
              <a:rPr dirty="0" sz="1900" b="1">
                <a:solidFill>
                  <a:srgbClr val="00AFEF"/>
                </a:solidFill>
                <a:latin typeface="黑体"/>
                <a:cs typeface="黑体"/>
              </a:rPr>
              <a:t>中</a:t>
            </a:r>
            <a:r>
              <a:rPr dirty="0" sz="1900" spc="-20" b="1">
                <a:solidFill>
                  <a:srgbClr val="00AFEF"/>
                </a:solidFill>
                <a:latin typeface="黑体"/>
                <a:cs typeface="黑体"/>
              </a:rPr>
              <a:t>通用</a:t>
            </a:r>
            <a:r>
              <a:rPr dirty="0" sz="1900" b="1">
                <a:solidFill>
                  <a:srgbClr val="00AFEF"/>
                </a:solidFill>
                <a:latin typeface="黑体"/>
                <a:cs typeface="黑体"/>
              </a:rPr>
              <a:t>寄</a:t>
            </a:r>
            <a:r>
              <a:rPr dirty="0" sz="1900" spc="-20" b="1">
                <a:solidFill>
                  <a:srgbClr val="00AFEF"/>
                </a:solidFill>
                <a:latin typeface="黑体"/>
                <a:cs typeface="黑体"/>
              </a:rPr>
              <a:t>存</a:t>
            </a:r>
            <a:r>
              <a:rPr dirty="0" sz="1900" b="1">
                <a:solidFill>
                  <a:srgbClr val="00AFEF"/>
                </a:solidFill>
                <a:latin typeface="黑体"/>
                <a:cs typeface="黑体"/>
              </a:rPr>
              <a:t>器</a:t>
            </a:r>
            <a:r>
              <a:rPr dirty="0" sz="1900" spc="-20" b="1">
                <a:solidFill>
                  <a:srgbClr val="00AFEF"/>
                </a:solidFill>
                <a:latin typeface="黑体"/>
                <a:cs typeface="黑体"/>
              </a:rPr>
              <a:t>的数</a:t>
            </a:r>
            <a:r>
              <a:rPr dirty="0" sz="1900" spc="-50" b="1">
                <a:solidFill>
                  <a:srgbClr val="00AFEF"/>
                </a:solidFill>
                <a:latin typeface="黑体"/>
                <a:cs typeface="黑体"/>
              </a:rPr>
              <a:t>据</a:t>
            </a:r>
            <a:r>
              <a:rPr dirty="0" sz="1900" b="1">
                <a:solidFill>
                  <a:srgbClr val="00AFEF"/>
                </a:solidFill>
                <a:latin typeface="黑体"/>
                <a:cs typeface="黑体"/>
              </a:rPr>
              <a:t>	</a:t>
            </a:r>
            <a:r>
              <a:rPr dirty="0" sz="1900" b="1">
                <a:solidFill>
                  <a:srgbClr val="FF0000"/>
                </a:solidFill>
                <a:latin typeface="Times New Roman"/>
                <a:cs typeface="Times New Roman"/>
              </a:rPr>
              <a:t>op</a:t>
            </a:r>
            <a:r>
              <a:rPr dirty="0" sz="1900" spc="430" b="1">
                <a:solidFill>
                  <a:srgbClr val="FF0000"/>
                </a:solidFill>
                <a:latin typeface="Times New Roman"/>
                <a:cs typeface="Times New Roman"/>
              </a:rPr>
              <a:t> </a:t>
            </a:r>
            <a:r>
              <a:rPr dirty="0" sz="1900" spc="-10" b="1">
                <a:solidFill>
                  <a:srgbClr val="00AFEF"/>
                </a:solidFill>
                <a:latin typeface="黑体"/>
                <a:cs typeface="黑体"/>
              </a:rPr>
              <a:t>指令中的立即数</a:t>
            </a:r>
            <a:r>
              <a:rPr dirty="0" sz="1900" b="1">
                <a:solidFill>
                  <a:srgbClr val="FF5CFF"/>
                </a:solidFill>
                <a:latin typeface="宋体"/>
                <a:cs typeface="宋体"/>
              </a:rPr>
              <a:t>ALUoutput←</a:t>
            </a:r>
            <a:r>
              <a:rPr dirty="0" sz="1900" spc="40" b="1">
                <a:solidFill>
                  <a:srgbClr val="FF5CFF"/>
                </a:solidFill>
                <a:latin typeface="宋体"/>
                <a:cs typeface="宋体"/>
              </a:rPr>
              <a:t> </a:t>
            </a:r>
            <a:r>
              <a:rPr dirty="0" sz="1900" b="1">
                <a:solidFill>
                  <a:srgbClr val="FF5CFF"/>
                </a:solidFill>
                <a:latin typeface="宋体"/>
                <a:cs typeface="宋体"/>
              </a:rPr>
              <a:t>A</a:t>
            </a:r>
            <a:r>
              <a:rPr dirty="0" sz="1900" spc="-30" b="1">
                <a:solidFill>
                  <a:srgbClr val="FF5CFF"/>
                </a:solidFill>
                <a:latin typeface="宋体"/>
                <a:cs typeface="宋体"/>
              </a:rPr>
              <a:t> </a:t>
            </a:r>
            <a:r>
              <a:rPr dirty="0" sz="1900" b="1">
                <a:solidFill>
                  <a:srgbClr val="FF5CFF"/>
                </a:solidFill>
                <a:latin typeface="宋体"/>
                <a:cs typeface="宋体"/>
              </a:rPr>
              <a:t>OP</a:t>
            </a:r>
            <a:r>
              <a:rPr dirty="0" sz="1900" spc="-15" b="1">
                <a:solidFill>
                  <a:srgbClr val="FF5CFF"/>
                </a:solidFill>
                <a:latin typeface="宋体"/>
                <a:cs typeface="宋体"/>
              </a:rPr>
              <a:t> </a:t>
            </a:r>
            <a:r>
              <a:rPr dirty="0" sz="1900" spc="-25" b="1">
                <a:solidFill>
                  <a:srgbClr val="FF5CFF"/>
                </a:solidFill>
                <a:latin typeface="宋体"/>
                <a:cs typeface="宋体"/>
              </a:rPr>
              <a:t>Imm</a:t>
            </a:r>
            <a:endParaRPr sz="1900">
              <a:latin typeface="宋体"/>
              <a:cs typeface="宋体"/>
            </a:endParaRPr>
          </a:p>
          <a:p>
            <a:pPr lvl="2" marL="1219835" marR="282575" indent="-289560">
              <a:lnSpc>
                <a:spcPct val="150100"/>
              </a:lnSpc>
              <a:spcBef>
                <a:spcPts val="455"/>
              </a:spcBef>
              <a:buClr>
                <a:srgbClr val="00AF50"/>
              </a:buClr>
              <a:buSzPct val="73684"/>
              <a:buFont typeface="Wingdings"/>
              <a:buChar char=""/>
              <a:tabLst>
                <a:tab pos="1219835" algn="l"/>
              </a:tabLst>
            </a:pPr>
            <a:r>
              <a:rPr dirty="0" sz="1900" spc="-15" b="1">
                <a:solidFill>
                  <a:srgbClr val="D50092"/>
                </a:solidFill>
                <a:latin typeface="黑体"/>
                <a:cs typeface="黑体"/>
              </a:rPr>
              <a:t>分支指令：</a:t>
            </a:r>
            <a:r>
              <a:rPr dirty="0" sz="1900" spc="-25" b="1">
                <a:solidFill>
                  <a:srgbClr val="00AFEF"/>
                </a:solidFill>
                <a:latin typeface="Times New Roman"/>
                <a:cs typeface="Times New Roman"/>
              </a:rPr>
              <a:t>ALU</a:t>
            </a:r>
            <a:r>
              <a:rPr dirty="0" sz="1900" spc="-20" b="1">
                <a:solidFill>
                  <a:srgbClr val="00AFEF"/>
                </a:solidFill>
                <a:latin typeface="黑体"/>
                <a:cs typeface="黑体"/>
              </a:rPr>
              <a:t>把指令中给出的偏移量与</a:t>
            </a:r>
            <a:r>
              <a:rPr dirty="0" sz="1900" spc="-10" b="1">
                <a:solidFill>
                  <a:srgbClr val="00AFEF"/>
                </a:solidFill>
                <a:latin typeface="Times New Roman"/>
                <a:cs typeface="Times New Roman"/>
              </a:rPr>
              <a:t>PC</a:t>
            </a:r>
            <a:r>
              <a:rPr dirty="0" sz="1900" spc="-25" b="1">
                <a:solidFill>
                  <a:srgbClr val="00AFEF"/>
                </a:solidFill>
                <a:latin typeface="黑体"/>
                <a:cs typeface="黑体"/>
              </a:rPr>
              <a:t>值相加，形成转移目标的地址。同时，对在前一个周期读出的操作数进行判断，确定分支是否成功。</a:t>
            </a:r>
            <a:endParaRPr sz="1900">
              <a:latin typeface="黑体"/>
              <a:cs typeface="黑体"/>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42976" y="832230"/>
            <a:ext cx="11511915" cy="5010785"/>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a:solidFill>
                  <a:srgbClr val="40458B"/>
                </a:solidFill>
                <a:latin typeface="黑体"/>
                <a:cs typeface="黑体"/>
              </a:rPr>
              <a:t>非流水线情况下，一条指令的执行过程分为以下</a:t>
            </a:r>
            <a:r>
              <a:rPr dirty="0" sz="2400">
                <a:solidFill>
                  <a:srgbClr val="D50092"/>
                </a:solidFill>
                <a:latin typeface="黑体"/>
                <a:cs typeface="黑体"/>
              </a:rPr>
              <a:t>5个段</a:t>
            </a:r>
            <a:r>
              <a:rPr dirty="0" sz="2400" spc="-10">
                <a:solidFill>
                  <a:srgbClr val="D50092"/>
                </a:solidFill>
                <a:latin typeface="黑体"/>
                <a:cs typeface="黑体"/>
              </a:rPr>
              <a:t>（</a:t>
            </a:r>
            <a:r>
              <a:rPr dirty="0" sz="2400" spc="-10">
                <a:solidFill>
                  <a:srgbClr val="D50092"/>
                </a:solidFill>
                <a:latin typeface="Tahoma"/>
                <a:cs typeface="Tahoma"/>
              </a:rPr>
              <a:t>IF</a:t>
            </a:r>
            <a:r>
              <a:rPr dirty="0" sz="2400" spc="-10">
                <a:solidFill>
                  <a:srgbClr val="D50092"/>
                </a:solidFill>
                <a:latin typeface="黑体"/>
                <a:cs typeface="黑体"/>
              </a:rPr>
              <a:t>，</a:t>
            </a:r>
            <a:r>
              <a:rPr dirty="0" sz="2400" spc="-10">
                <a:solidFill>
                  <a:srgbClr val="D50092"/>
                </a:solidFill>
                <a:latin typeface="Tahoma"/>
                <a:cs typeface="Tahoma"/>
              </a:rPr>
              <a:t>ID</a:t>
            </a:r>
            <a:r>
              <a:rPr dirty="0" sz="2400" spc="-10">
                <a:solidFill>
                  <a:srgbClr val="D50092"/>
                </a:solidFill>
                <a:latin typeface="黑体"/>
                <a:cs typeface="黑体"/>
              </a:rPr>
              <a:t>，</a:t>
            </a:r>
            <a:r>
              <a:rPr dirty="0" sz="2400" spc="-10">
                <a:solidFill>
                  <a:srgbClr val="D50092"/>
                </a:solidFill>
                <a:latin typeface="Tahoma"/>
                <a:cs typeface="Tahoma"/>
              </a:rPr>
              <a:t>EX</a:t>
            </a:r>
            <a:r>
              <a:rPr dirty="0" sz="2400" spc="-10">
                <a:solidFill>
                  <a:srgbClr val="D50092"/>
                </a:solidFill>
                <a:latin typeface="黑体"/>
                <a:cs typeface="黑体"/>
              </a:rPr>
              <a:t>，</a:t>
            </a:r>
            <a:r>
              <a:rPr dirty="0" sz="2400" spc="-10">
                <a:solidFill>
                  <a:srgbClr val="D50092"/>
                </a:solidFill>
                <a:latin typeface="Tahoma"/>
                <a:cs typeface="Tahoma"/>
              </a:rPr>
              <a:t>MEM</a:t>
            </a:r>
            <a:r>
              <a:rPr dirty="0" sz="2400" spc="-10">
                <a:solidFill>
                  <a:srgbClr val="D50092"/>
                </a:solidFill>
                <a:latin typeface="黑体"/>
                <a:cs typeface="黑体"/>
              </a:rPr>
              <a:t>，</a:t>
            </a:r>
            <a:r>
              <a:rPr dirty="0" sz="2400" spc="-10">
                <a:solidFill>
                  <a:srgbClr val="D50092"/>
                </a:solidFill>
                <a:latin typeface="Tahoma"/>
                <a:cs typeface="Tahoma"/>
              </a:rPr>
              <a:t>WB</a:t>
            </a:r>
            <a:r>
              <a:rPr dirty="0" sz="2400" spc="-10">
                <a:solidFill>
                  <a:srgbClr val="D50092"/>
                </a:solidFill>
                <a:latin typeface="黑体"/>
                <a:cs typeface="黑体"/>
              </a:rPr>
              <a:t>）</a:t>
            </a:r>
            <a:endParaRPr sz="2400">
              <a:latin typeface="黑体"/>
              <a:cs typeface="黑体"/>
            </a:endParaRPr>
          </a:p>
          <a:p>
            <a:pPr lvl="1" marL="866140" indent="-457200">
              <a:lnSpc>
                <a:spcPct val="100000"/>
              </a:lnSpc>
              <a:spcBef>
                <a:spcPts val="2014"/>
              </a:spcBef>
              <a:buClr>
                <a:srgbClr val="4668F5"/>
              </a:buClr>
              <a:buSzPct val="60416"/>
              <a:buFont typeface="Wingdings"/>
              <a:buChar char=""/>
              <a:tabLst>
                <a:tab pos="866140" algn="l"/>
              </a:tabLst>
            </a:pPr>
            <a:r>
              <a:rPr dirty="0" sz="2400" spc="-20" b="1">
                <a:solidFill>
                  <a:srgbClr val="00AFEF"/>
                </a:solidFill>
                <a:latin typeface="黑体"/>
                <a:cs typeface="黑体"/>
              </a:rPr>
              <a:t>存储器访问／分支完成周期</a:t>
            </a:r>
            <a:r>
              <a:rPr dirty="0" sz="2400" spc="-20" b="1">
                <a:solidFill>
                  <a:srgbClr val="D50092"/>
                </a:solidFill>
                <a:latin typeface="黑体"/>
                <a:cs typeface="黑体"/>
              </a:rPr>
              <a:t>（MEM）</a:t>
            </a:r>
            <a:r>
              <a:rPr dirty="0" sz="2400" spc="-20" b="1">
                <a:solidFill>
                  <a:srgbClr val="2C44A3"/>
                </a:solidFill>
                <a:latin typeface="黑体"/>
                <a:cs typeface="黑体"/>
              </a:rPr>
              <a:t>（第4段</a:t>
            </a:r>
            <a:r>
              <a:rPr dirty="0" sz="2400" spc="-50" b="1">
                <a:solidFill>
                  <a:srgbClr val="2C44A3"/>
                </a:solidFill>
                <a:latin typeface="黑体"/>
                <a:cs typeface="黑体"/>
              </a:rPr>
              <a:t>）</a:t>
            </a:r>
            <a:endParaRPr sz="2400">
              <a:latin typeface="黑体"/>
              <a:cs typeface="黑体"/>
            </a:endParaRPr>
          </a:p>
          <a:p>
            <a:pPr lvl="2" marL="1189355" indent="-457200">
              <a:lnSpc>
                <a:spcPct val="100000"/>
              </a:lnSpc>
              <a:spcBef>
                <a:spcPts val="1905"/>
              </a:spcBef>
              <a:buClr>
                <a:srgbClr val="00AF50"/>
              </a:buClr>
              <a:buSzPct val="72727"/>
              <a:buFont typeface="Wingdings"/>
              <a:buChar char=""/>
              <a:tabLst>
                <a:tab pos="1189355" algn="l"/>
              </a:tabLst>
            </a:pPr>
            <a:r>
              <a:rPr dirty="0" sz="2200" spc="-25" b="1">
                <a:solidFill>
                  <a:srgbClr val="2C44A3"/>
                </a:solidFill>
                <a:latin typeface="黑体"/>
                <a:cs typeface="黑体"/>
              </a:rPr>
              <a:t>该周期处理的指令只有</a:t>
            </a:r>
            <a:r>
              <a:rPr dirty="0" sz="2200" spc="-20" b="1">
                <a:solidFill>
                  <a:srgbClr val="2C44A3"/>
                </a:solidFill>
                <a:latin typeface="黑体"/>
                <a:cs typeface="黑体"/>
              </a:rPr>
              <a:t>load</a:t>
            </a:r>
            <a:r>
              <a:rPr dirty="0" sz="2200" spc="-10" b="1">
                <a:solidFill>
                  <a:srgbClr val="2C44A3"/>
                </a:solidFill>
                <a:latin typeface="黑体"/>
                <a:cs typeface="黑体"/>
              </a:rPr>
              <a:t>、store</a:t>
            </a:r>
            <a:r>
              <a:rPr dirty="0" sz="2200" spc="-30" b="1">
                <a:solidFill>
                  <a:srgbClr val="2C44A3"/>
                </a:solidFill>
                <a:latin typeface="黑体"/>
                <a:cs typeface="黑体"/>
              </a:rPr>
              <a:t>和分支指令。</a:t>
            </a:r>
            <a:endParaRPr sz="2200">
              <a:latin typeface="黑体"/>
              <a:cs typeface="黑体"/>
            </a:endParaRPr>
          </a:p>
          <a:p>
            <a:pPr lvl="2" marL="1189355" indent="-457200">
              <a:lnSpc>
                <a:spcPct val="100000"/>
              </a:lnSpc>
              <a:spcBef>
                <a:spcPts val="1850"/>
              </a:spcBef>
              <a:buClr>
                <a:srgbClr val="00AF50"/>
              </a:buClr>
              <a:buSzPct val="72727"/>
              <a:buFont typeface="Wingdings"/>
              <a:buChar char=""/>
              <a:tabLst>
                <a:tab pos="1189355" algn="l"/>
              </a:tabLst>
            </a:pPr>
            <a:r>
              <a:rPr dirty="0" sz="2200" b="1">
                <a:solidFill>
                  <a:srgbClr val="2C44A3"/>
                </a:solidFill>
                <a:latin typeface="黑体"/>
                <a:cs typeface="黑体"/>
              </a:rPr>
              <a:t>Load</a:t>
            </a:r>
            <a:r>
              <a:rPr dirty="0" sz="2200" spc="-30" b="1">
                <a:solidFill>
                  <a:srgbClr val="2C44A3"/>
                </a:solidFill>
                <a:latin typeface="黑体"/>
                <a:cs typeface="黑体"/>
              </a:rPr>
              <a:t>— 从上周期计算的访存地址对应的存储器中取出数据</a:t>
            </a:r>
            <a:endParaRPr sz="2200">
              <a:latin typeface="黑体"/>
              <a:cs typeface="黑体"/>
            </a:endParaRPr>
          </a:p>
          <a:p>
            <a:pPr lvl="2" marL="1189355" indent="-457200">
              <a:lnSpc>
                <a:spcPct val="100000"/>
              </a:lnSpc>
              <a:spcBef>
                <a:spcPts val="1845"/>
              </a:spcBef>
              <a:buClr>
                <a:srgbClr val="00AF50"/>
              </a:buClr>
              <a:buSzPct val="72727"/>
              <a:buFont typeface="Wingdings"/>
              <a:buChar char=""/>
              <a:tabLst>
                <a:tab pos="1189355" algn="l"/>
              </a:tabLst>
            </a:pPr>
            <a:r>
              <a:rPr dirty="0" sz="2200" spc="-20" b="1">
                <a:solidFill>
                  <a:srgbClr val="2C44A3"/>
                </a:solidFill>
                <a:latin typeface="黑体"/>
                <a:cs typeface="黑体"/>
              </a:rPr>
              <a:t>Store</a:t>
            </a:r>
            <a:r>
              <a:rPr dirty="0" sz="2200" spc="-30" b="1">
                <a:solidFill>
                  <a:srgbClr val="2C44A3"/>
                </a:solidFill>
                <a:latin typeface="黑体"/>
                <a:cs typeface="黑体"/>
              </a:rPr>
              <a:t>—把指定的数据写入上周期计算的访存地址对应的存储器</a:t>
            </a:r>
            <a:endParaRPr sz="2200">
              <a:latin typeface="黑体"/>
              <a:cs typeface="黑体"/>
            </a:endParaRPr>
          </a:p>
          <a:p>
            <a:pPr lvl="2" marL="1189355" indent="-457200">
              <a:lnSpc>
                <a:spcPct val="100000"/>
              </a:lnSpc>
              <a:spcBef>
                <a:spcPts val="1855"/>
              </a:spcBef>
              <a:buClr>
                <a:srgbClr val="00AF50"/>
              </a:buClr>
              <a:buSzPct val="72727"/>
              <a:buFont typeface="Wingdings"/>
              <a:buChar char=""/>
              <a:tabLst>
                <a:tab pos="1189355" algn="l"/>
              </a:tabLst>
            </a:pPr>
            <a:r>
              <a:rPr dirty="0" sz="2200" spc="-25" b="1">
                <a:solidFill>
                  <a:srgbClr val="2C44A3"/>
                </a:solidFill>
                <a:latin typeface="黑体"/>
                <a:cs typeface="黑体"/>
              </a:rPr>
              <a:t>分支指令：若成功，将上周期计算好的目标地址送入</a:t>
            </a:r>
            <a:r>
              <a:rPr dirty="0" sz="2200" spc="-10" b="1">
                <a:solidFill>
                  <a:srgbClr val="2C44A3"/>
                </a:solidFill>
                <a:latin typeface="黑体"/>
                <a:cs typeface="黑体"/>
              </a:rPr>
              <a:t>PC,</a:t>
            </a:r>
            <a:r>
              <a:rPr dirty="0" sz="2200" spc="-25" b="1">
                <a:solidFill>
                  <a:srgbClr val="FF0000"/>
                </a:solidFill>
                <a:latin typeface="黑体"/>
                <a:cs typeface="黑体"/>
              </a:rPr>
              <a:t>分支指令完成</a:t>
            </a:r>
            <a:r>
              <a:rPr dirty="0" sz="2200" spc="-30" b="1">
                <a:solidFill>
                  <a:srgbClr val="2C44A3"/>
                </a:solidFill>
                <a:latin typeface="黑体"/>
                <a:cs typeface="黑体"/>
              </a:rPr>
              <a:t>；否则空操作</a:t>
            </a:r>
            <a:endParaRPr sz="2200">
              <a:latin typeface="黑体"/>
              <a:cs typeface="黑体"/>
            </a:endParaRPr>
          </a:p>
          <a:p>
            <a:pPr marL="1438910" marR="891540">
              <a:lnSpc>
                <a:spcPts val="4490"/>
              </a:lnSpc>
              <a:spcBef>
                <a:spcPts val="455"/>
              </a:spcBef>
              <a:tabLst>
                <a:tab pos="3274060" algn="l"/>
                <a:tab pos="6381750" algn="l"/>
              </a:tabLst>
            </a:pPr>
            <a:r>
              <a:rPr dirty="0" sz="2200" b="1">
                <a:solidFill>
                  <a:srgbClr val="2C44A3"/>
                </a:solidFill>
                <a:latin typeface="黑体"/>
                <a:cs typeface="黑体"/>
              </a:rPr>
              <a:t>If</a:t>
            </a:r>
            <a:r>
              <a:rPr dirty="0" sz="2200" spc="-20" b="1">
                <a:solidFill>
                  <a:srgbClr val="2C44A3"/>
                </a:solidFill>
                <a:latin typeface="黑体"/>
                <a:cs typeface="黑体"/>
              </a:rPr>
              <a:t> </a:t>
            </a:r>
            <a:r>
              <a:rPr dirty="0" sz="2200" spc="-10" b="1">
                <a:solidFill>
                  <a:srgbClr val="2C44A3"/>
                </a:solidFill>
                <a:latin typeface="黑体"/>
                <a:cs typeface="黑体"/>
              </a:rPr>
              <a:t>（Cond）</a:t>
            </a:r>
            <a:r>
              <a:rPr dirty="0" sz="2200" b="1">
                <a:solidFill>
                  <a:srgbClr val="2C44A3"/>
                </a:solidFill>
                <a:latin typeface="黑体"/>
                <a:cs typeface="黑体"/>
              </a:rPr>
              <a:t>	</a:t>
            </a:r>
            <a:r>
              <a:rPr dirty="0" sz="2200" spc="-10" b="1">
                <a:solidFill>
                  <a:srgbClr val="2C44A3"/>
                </a:solidFill>
                <a:latin typeface="黑体"/>
                <a:cs typeface="黑体"/>
              </a:rPr>
              <a:t>PC←ALUoutput</a:t>
            </a:r>
            <a:r>
              <a:rPr dirty="0" sz="2200" b="1">
                <a:solidFill>
                  <a:srgbClr val="2C44A3"/>
                </a:solidFill>
                <a:latin typeface="黑体"/>
                <a:cs typeface="黑体"/>
              </a:rPr>
              <a:t>	</a:t>
            </a:r>
            <a:r>
              <a:rPr dirty="0" sz="2200" spc="-10" b="1">
                <a:solidFill>
                  <a:srgbClr val="2C44A3"/>
                </a:solidFill>
                <a:latin typeface="黑体"/>
                <a:cs typeface="黑体"/>
              </a:rPr>
              <a:t>#</a:t>
            </a:r>
            <a:r>
              <a:rPr dirty="0" sz="2200" spc="-10" b="1">
                <a:solidFill>
                  <a:srgbClr val="FF0000"/>
                </a:solidFill>
                <a:latin typeface="黑体"/>
                <a:cs typeface="黑体"/>
              </a:rPr>
              <a:t>（</a:t>
            </a:r>
            <a:r>
              <a:rPr dirty="0" sz="2200" spc="-10" b="1">
                <a:solidFill>
                  <a:srgbClr val="2C44A3"/>
                </a:solidFill>
                <a:latin typeface="黑体"/>
                <a:cs typeface="黑体"/>
              </a:rPr>
              <a:t>ALUoutput←NPC+（Imm&lt;&lt;2）</a:t>
            </a:r>
            <a:r>
              <a:rPr dirty="0" sz="2200" spc="-10" b="1">
                <a:solidFill>
                  <a:srgbClr val="FF0000"/>
                </a:solidFill>
                <a:latin typeface="黑体"/>
                <a:cs typeface="黑体"/>
              </a:rPr>
              <a:t>） </a:t>
            </a:r>
            <a:r>
              <a:rPr dirty="0" sz="2200" b="1">
                <a:solidFill>
                  <a:srgbClr val="2C44A3"/>
                </a:solidFill>
                <a:latin typeface="黑体"/>
                <a:cs typeface="黑体"/>
              </a:rPr>
              <a:t>else</a:t>
            </a:r>
            <a:r>
              <a:rPr dirty="0" sz="2200" spc="-35" b="1">
                <a:solidFill>
                  <a:srgbClr val="2C44A3"/>
                </a:solidFill>
                <a:latin typeface="黑体"/>
                <a:cs typeface="黑体"/>
              </a:rPr>
              <a:t> </a:t>
            </a:r>
            <a:r>
              <a:rPr dirty="0" sz="2200" spc="-10" b="1">
                <a:solidFill>
                  <a:srgbClr val="2C44A3"/>
                </a:solidFill>
                <a:latin typeface="黑体"/>
                <a:cs typeface="黑体"/>
              </a:rPr>
              <a:t>PC←NPC</a:t>
            </a:r>
            <a:endParaRPr sz="2200">
              <a:latin typeface="黑体"/>
              <a:cs typeface="黑体"/>
            </a:endParaRPr>
          </a:p>
          <a:p>
            <a:pPr lvl="2" marL="1189355" indent="-457200">
              <a:lnSpc>
                <a:spcPct val="100000"/>
              </a:lnSpc>
              <a:spcBef>
                <a:spcPts val="1390"/>
              </a:spcBef>
              <a:buClr>
                <a:srgbClr val="00AF50"/>
              </a:buClr>
              <a:buSzPct val="72727"/>
              <a:buFont typeface="Wingdings"/>
              <a:buChar char=""/>
              <a:tabLst>
                <a:tab pos="1189355" algn="l"/>
              </a:tabLst>
            </a:pPr>
            <a:r>
              <a:rPr dirty="0" sz="2200" spc="-30" b="1">
                <a:solidFill>
                  <a:srgbClr val="2C44A3"/>
                </a:solidFill>
                <a:latin typeface="黑体"/>
                <a:cs typeface="黑体"/>
              </a:rPr>
              <a:t>其它类型的指令在此周期不做任何操作。</a:t>
            </a:r>
            <a:endParaRPr sz="2200">
              <a:latin typeface="黑体"/>
              <a:cs typeface="黑体"/>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pic>
        <p:nvPicPr>
          <p:cNvPr id="9" name="object 9" descr=""/>
          <p:cNvPicPr/>
          <p:nvPr/>
        </p:nvPicPr>
        <p:blipFill>
          <a:blip r:embed="rId2" cstate="print"/>
          <a:stretch>
            <a:fillRect/>
          </a:stretch>
        </p:blipFill>
        <p:spPr>
          <a:xfrm>
            <a:off x="1590802" y="1497075"/>
            <a:ext cx="200025" cy="209550"/>
          </a:xfrm>
          <a:prstGeom prst="rect">
            <a:avLst/>
          </a:prstGeom>
        </p:spPr>
      </p:pic>
      <p:sp>
        <p:nvSpPr>
          <p:cNvPr id="10" name="object 10" descr=""/>
          <p:cNvSpPr txBox="1"/>
          <p:nvPr/>
        </p:nvSpPr>
        <p:spPr>
          <a:xfrm>
            <a:off x="442976" y="832230"/>
            <a:ext cx="11511915" cy="1910714"/>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a:solidFill>
                  <a:srgbClr val="40458B"/>
                </a:solidFill>
                <a:latin typeface="黑体"/>
                <a:cs typeface="黑体"/>
              </a:rPr>
              <a:t>非流水线情况下，一条指令的执行过程分为以下</a:t>
            </a:r>
            <a:r>
              <a:rPr dirty="0" sz="2400">
                <a:solidFill>
                  <a:srgbClr val="D50092"/>
                </a:solidFill>
                <a:latin typeface="黑体"/>
                <a:cs typeface="黑体"/>
              </a:rPr>
              <a:t>5个段</a:t>
            </a:r>
            <a:r>
              <a:rPr dirty="0" sz="2400" spc="-10">
                <a:solidFill>
                  <a:srgbClr val="D50092"/>
                </a:solidFill>
                <a:latin typeface="黑体"/>
                <a:cs typeface="黑体"/>
              </a:rPr>
              <a:t>（</a:t>
            </a:r>
            <a:r>
              <a:rPr dirty="0" sz="2400" spc="-10">
                <a:solidFill>
                  <a:srgbClr val="D50092"/>
                </a:solidFill>
                <a:latin typeface="Tahoma"/>
                <a:cs typeface="Tahoma"/>
              </a:rPr>
              <a:t>IF</a:t>
            </a:r>
            <a:r>
              <a:rPr dirty="0" sz="2400" spc="-10">
                <a:solidFill>
                  <a:srgbClr val="D50092"/>
                </a:solidFill>
                <a:latin typeface="黑体"/>
                <a:cs typeface="黑体"/>
              </a:rPr>
              <a:t>，</a:t>
            </a:r>
            <a:r>
              <a:rPr dirty="0" sz="2400" spc="-10">
                <a:solidFill>
                  <a:srgbClr val="D50092"/>
                </a:solidFill>
                <a:latin typeface="Tahoma"/>
                <a:cs typeface="Tahoma"/>
              </a:rPr>
              <a:t>ID</a:t>
            </a:r>
            <a:r>
              <a:rPr dirty="0" sz="2400" spc="-10">
                <a:solidFill>
                  <a:srgbClr val="D50092"/>
                </a:solidFill>
                <a:latin typeface="黑体"/>
                <a:cs typeface="黑体"/>
              </a:rPr>
              <a:t>，</a:t>
            </a:r>
            <a:r>
              <a:rPr dirty="0" sz="2400" spc="-10">
                <a:solidFill>
                  <a:srgbClr val="D50092"/>
                </a:solidFill>
                <a:latin typeface="Tahoma"/>
                <a:cs typeface="Tahoma"/>
              </a:rPr>
              <a:t>EX</a:t>
            </a:r>
            <a:r>
              <a:rPr dirty="0" sz="2400" spc="-10">
                <a:solidFill>
                  <a:srgbClr val="D50092"/>
                </a:solidFill>
                <a:latin typeface="黑体"/>
                <a:cs typeface="黑体"/>
              </a:rPr>
              <a:t>，</a:t>
            </a:r>
            <a:r>
              <a:rPr dirty="0" sz="2400" spc="-10">
                <a:solidFill>
                  <a:srgbClr val="D50092"/>
                </a:solidFill>
                <a:latin typeface="Tahoma"/>
                <a:cs typeface="Tahoma"/>
              </a:rPr>
              <a:t>MEM</a:t>
            </a:r>
            <a:r>
              <a:rPr dirty="0" sz="2400" spc="-10">
                <a:solidFill>
                  <a:srgbClr val="D50092"/>
                </a:solidFill>
                <a:latin typeface="黑体"/>
                <a:cs typeface="黑体"/>
              </a:rPr>
              <a:t>，</a:t>
            </a:r>
            <a:r>
              <a:rPr dirty="0" sz="2400" spc="-10">
                <a:solidFill>
                  <a:srgbClr val="D50092"/>
                </a:solidFill>
                <a:latin typeface="Tahoma"/>
                <a:cs typeface="Tahoma"/>
              </a:rPr>
              <a:t>WB</a:t>
            </a:r>
            <a:r>
              <a:rPr dirty="0" sz="2400" spc="-10">
                <a:solidFill>
                  <a:srgbClr val="D50092"/>
                </a:solidFill>
                <a:latin typeface="黑体"/>
                <a:cs typeface="黑体"/>
              </a:rPr>
              <a:t>）</a:t>
            </a:r>
            <a:endParaRPr sz="2400">
              <a:latin typeface="黑体"/>
              <a:cs typeface="黑体"/>
            </a:endParaRPr>
          </a:p>
          <a:p>
            <a:pPr lvl="1" marL="866140" indent="-457200">
              <a:lnSpc>
                <a:spcPct val="100000"/>
              </a:lnSpc>
              <a:spcBef>
                <a:spcPts val="1780"/>
              </a:spcBef>
              <a:buClr>
                <a:srgbClr val="4668F5"/>
              </a:buClr>
              <a:buSzPct val="60000"/>
              <a:buFont typeface="Wingdings"/>
              <a:buChar char=""/>
              <a:tabLst>
                <a:tab pos="866140" algn="l"/>
                <a:tab pos="1377950" algn="l"/>
              </a:tabLst>
            </a:pPr>
            <a:r>
              <a:rPr dirty="0" sz="2000" spc="-50" b="1">
                <a:solidFill>
                  <a:srgbClr val="00AFEF"/>
                </a:solidFill>
                <a:latin typeface="黑体"/>
                <a:cs typeface="黑体"/>
              </a:rPr>
              <a:t>写</a:t>
            </a:r>
            <a:r>
              <a:rPr dirty="0" sz="2000" b="1">
                <a:solidFill>
                  <a:srgbClr val="00AFEF"/>
                </a:solidFill>
                <a:latin typeface="黑体"/>
                <a:cs typeface="黑体"/>
              </a:rPr>
              <a:t>	</a:t>
            </a:r>
            <a:r>
              <a:rPr dirty="0" sz="2000" spc="-10" b="1">
                <a:solidFill>
                  <a:srgbClr val="00AFEF"/>
                </a:solidFill>
                <a:latin typeface="黑体"/>
                <a:cs typeface="黑体"/>
              </a:rPr>
              <a:t>周期</a:t>
            </a:r>
            <a:r>
              <a:rPr dirty="0" sz="2000" spc="-15" b="1">
                <a:solidFill>
                  <a:srgbClr val="D50092"/>
                </a:solidFill>
                <a:latin typeface="黑体"/>
                <a:cs typeface="黑体"/>
              </a:rPr>
              <a:t>（WB）（</a:t>
            </a:r>
            <a:r>
              <a:rPr dirty="0" sz="2000" spc="-10" b="1">
                <a:solidFill>
                  <a:srgbClr val="D50092"/>
                </a:solidFill>
                <a:latin typeface="黑体"/>
                <a:cs typeface="黑体"/>
              </a:rPr>
              <a:t>第</a:t>
            </a:r>
            <a:r>
              <a:rPr dirty="0" sz="2000" spc="-15" b="1">
                <a:solidFill>
                  <a:srgbClr val="D50092"/>
                </a:solidFill>
                <a:latin typeface="黑体"/>
                <a:cs typeface="黑体"/>
              </a:rPr>
              <a:t>5</a:t>
            </a:r>
            <a:r>
              <a:rPr dirty="0" sz="2000" spc="-10" b="1">
                <a:solidFill>
                  <a:srgbClr val="D50092"/>
                </a:solidFill>
                <a:latin typeface="黑体"/>
                <a:cs typeface="黑体"/>
              </a:rPr>
              <a:t>段</a:t>
            </a:r>
            <a:r>
              <a:rPr dirty="0" sz="2000" spc="-50" b="1">
                <a:solidFill>
                  <a:srgbClr val="D50092"/>
                </a:solidFill>
                <a:latin typeface="黑体"/>
                <a:cs typeface="黑体"/>
              </a:rPr>
              <a:t>）</a:t>
            </a:r>
            <a:endParaRPr sz="2000">
              <a:latin typeface="黑体"/>
              <a:cs typeface="黑体"/>
            </a:endParaRPr>
          </a:p>
          <a:p>
            <a:pPr lvl="2" marL="1189355" indent="-457200">
              <a:lnSpc>
                <a:spcPct val="100000"/>
              </a:lnSpc>
              <a:spcBef>
                <a:spcPts val="1620"/>
              </a:spcBef>
              <a:buClr>
                <a:srgbClr val="00AF50"/>
              </a:buClr>
              <a:buSzPct val="73684"/>
              <a:buFont typeface="Wingdings"/>
              <a:buChar char=""/>
              <a:tabLst>
                <a:tab pos="1189355" algn="l"/>
              </a:tabLst>
            </a:pPr>
            <a:r>
              <a:rPr dirty="0" sz="1900" spc="-10" b="1">
                <a:solidFill>
                  <a:srgbClr val="2C44A3"/>
                </a:solidFill>
                <a:latin typeface="黑体"/>
                <a:cs typeface="黑体"/>
              </a:rPr>
              <a:t>ALU</a:t>
            </a:r>
            <a:r>
              <a:rPr dirty="0" sz="1900" spc="-20" b="1">
                <a:solidFill>
                  <a:srgbClr val="2C44A3"/>
                </a:solidFill>
                <a:latin typeface="黑体"/>
                <a:cs typeface="黑体"/>
              </a:rPr>
              <a:t>运算指令和</a:t>
            </a:r>
            <a:r>
              <a:rPr dirty="0" sz="1900" spc="-10" b="1">
                <a:solidFill>
                  <a:srgbClr val="2C44A3"/>
                </a:solidFill>
                <a:latin typeface="黑体"/>
                <a:cs typeface="黑体"/>
              </a:rPr>
              <a:t>load</a:t>
            </a:r>
            <a:r>
              <a:rPr dirty="0" sz="1900" spc="-25" b="1">
                <a:solidFill>
                  <a:srgbClr val="2C44A3"/>
                </a:solidFill>
                <a:latin typeface="黑体"/>
                <a:cs typeface="黑体"/>
              </a:rPr>
              <a:t>指令在这个周期把结果数据写入通用寄存器组。</a:t>
            </a:r>
            <a:endParaRPr sz="1900">
              <a:latin typeface="黑体"/>
              <a:cs typeface="黑体"/>
            </a:endParaRPr>
          </a:p>
          <a:p>
            <a:pPr lvl="2" marL="1189355" indent="-457200">
              <a:lnSpc>
                <a:spcPct val="100000"/>
              </a:lnSpc>
              <a:spcBef>
                <a:spcPts val="1600"/>
              </a:spcBef>
              <a:buClr>
                <a:srgbClr val="00AF50"/>
              </a:buClr>
              <a:buSzPct val="73684"/>
              <a:buFont typeface="Wingdings"/>
              <a:buChar char=""/>
              <a:tabLst>
                <a:tab pos="1189355" algn="l"/>
              </a:tabLst>
            </a:pPr>
            <a:r>
              <a:rPr dirty="0" sz="1900" spc="-10" b="1">
                <a:solidFill>
                  <a:srgbClr val="2C44A3"/>
                </a:solidFill>
                <a:latin typeface="黑体"/>
                <a:cs typeface="黑体"/>
              </a:rPr>
              <a:t>ALU</a:t>
            </a:r>
            <a:r>
              <a:rPr dirty="0" sz="1900" spc="-20" b="1">
                <a:solidFill>
                  <a:srgbClr val="2C44A3"/>
                </a:solidFill>
                <a:latin typeface="黑体"/>
                <a:cs typeface="黑体"/>
              </a:rPr>
              <a:t>运算指令：结果数据来自</a:t>
            </a:r>
            <a:r>
              <a:rPr dirty="0" sz="1900" spc="-10" b="1">
                <a:solidFill>
                  <a:srgbClr val="2C44A3"/>
                </a:solidFill>
                <a:latin typeface="黑体"/>
                <a:cs typeface="黑体"/>
              </a:rPr>
              <a:t>ALU</a:t>
            </a:r>
            <a:r>
              <a:rPr dirty="0" sz="1900" b="1">
                <a:solidFill>
                  <a:srgbClr val="2C44A3"/>
                </a:solidFill>
                <a:latin typeface="黑体"/>
                <a:cs typeface="黑体"/>
              </a:rPr>
              <a:t>。</a:t>
            </a:r>
            <a:r>
              <a:rPr dirty="0" sz="1900" spc="-10" b="1">
                <a:solidFill>
                  <a:srgbClr val="2C44A3"/>
                </a:solidFill>
                <a:latin typeface="黑体"/>
                <a:cs typeface="黑体"/>
              </a:rPr>
              <a:t>Regs[rd]←ALUoutput</a:t>
            </a:r>
            <a:endParaRPr sz="1900">
              <a:latin typeface="黑体"/>
              <a:cs typeface="黑体"/>
            </a:endParaRPr>
          </a:p>
        </p:txBody>
      </p:sp>
      <p:sp>
        <p:nvSpPr>
          <p:cNvPr id="11" name="object 11" descr=""/>
          <p:cNvSpPr txBox="1"/>
          <p:nvPr/>
        </p:nvSpPr>
        <p:spPr>
          <a:xfrm>
            <a:off x="1162608" y="2920364"/>
            <a:ext cx="5835015" cy="314960"/>
          </a:xfrm>
          <a:prstGeom prst="rect">
            <a:avLst/>
          </a:prstGeom>
        </p:spPr>
        <p:txBody>
          <a:bodyPr wrap="square" lIns="0" tIns="12065" rIns="0" bIns="0" rtlCol="0" vert="horz">
            <a:spAutoFit/>
          </a:bodyPr>
          <a:lstStyle/>
          <a:p>
            <a:pPr marL="469265" indent="-456565">
              <a:lnSpc>
                <a:spcPct val="100000"/>
              </a:lnSpc>
              <a:spcBef>
                <a:spcPts val="95"/>
              </a:spcBef>
              <a:buClr>
                <a:srgbClr val="00AF50"/>
              </a:buClr>
              <a:buSzPct val="73684"/>
              <a:buFont typeface="Wingdings"/>
              <a:buChar char=""/>
              <a:tabLst>
                <a:tab pos="469265" algn="l"/>
              </a:tabLst>
            </a:pPr>
            <a:r>
              <a:rPr dirty="0" sz="1900" spc="-10" b="1">
                <a:solidFill>
                  <a:srgbClr val="2C44A3"/>
                </a:solidFill>
                <a:latin typeface="黑体"/>
                <a:cs typeface="黑体"/>
              </a:rPr>
              <a:t>load</a:t>
            </a:r>
            <a:r>
              <a:rPr dirty="0" sz="1900" spc="-15" b="1">
                <a:solidFill>
                  <a:srgbClr val="2C44A3"/>
                </a:solidFill>
                <a:latin typeface="黑体"/>
                <a:cs typeface="黑体"/>
              </a:rPr>
              <a:t>指令：结果数据来自存储器。 </a:t>
            </a:r>
            <a:r>
              <a:rPr dirty="0" sz="1900" spc="-10" b="1">
                <a:solidFill>
                  <a:srgbClr val="2C44A3"/>
                </a:solidFill>
                <a:latin typeface="黑体"/>
                <a:cs typeface="黑体"/>
              </a:rPr>
              <a:t>Regs[rd]←LMD</a:t>
            </a:r>
            <a:endParaRPr sz="1900">
              <a:latin typeface="黑体"/>
              <a:cs typeface="黑体"/>
            </a:endParaRPr>
          </a:p>
        </p:txBody>
      </p:sp>
      <p:sp>
        <p:nvSpPr>
          <p:cNvPr id="12" name="object 12" descr=""/>
          <p:cNvSpPr txBox="1"/>
          <p:nvPr/>
        </p:nvSpPr>
        <p:spPr>
          <a:xfrm>
            <a:off x="7585329" y="2920364"/>
            <a:ext cx="3062605" cy="314960"/>
          </a:xfrm>
          <a:prstGeom prst="rect">
            <a:avLst/>
          </a:prstGeom>
        </p:spPr>
        <p:txBody>
          <a:bodyPr wrap="square" lIns="0" tIns="12065" rIns="0" bIns="0" rtlCol="0" vert="horz">
            <a:spAutoFit/>
          </a:bodyPr>
          <a:lstStyle/>
          <a:p>
            <a:pPr marL="12700">
              <a:lnSpc>
                <a:spcPct val="100000"/>
              </a:lnSpc>
              <a:spcBef>
                <a:spcPts val="95"/>
              </a:spcBef>
            </a:pPr>
            <a:r>
              <a:rPr dirty="0" sz="1900" spc="-10" b="1">
                <a:solidFill>
                  <a:srgbClr val="2C44A3"/>
                </a:solidFill>
                <a:latin typeface="黑体"/>
                <a:cs typeface="黑体"/>
              </a:rPr>
              <a:t>LMD</a:t>
            </a:r>
            <a:r>
              <a:rPr dirty="0" sz="1900" spc="-15" b="1">
                <a:solidFill>
                  <a:srgbClr val="2C44A3"/>
                </a:solidFill>
                <a:latin typeface="黑体"/>
                <a:cs typeface="黑体"/>
              </a:rPr>
              <a:t>存放从存储器读出的数据</a:t>
            </a:r>
            <a:endParaRPr sz="1900">
              <a:latin typeface="黑体"/>
              <a:cs typeface="黑体"/>
            </a:endParaRPr>
          </a:p>
        </p:txBody>
      </p:sp>
      <p:sp>
        <p:nvSpPr>
          <p:cNvPr id="13" name="object 13" descr=""/>
          <p:cNvSpPr txBox="1"/>
          <p:nvPr/>
        </p:nvSpPr>
        <p:spPr>
          <a:xfrm>
            <a:off x="4087748" y="4542231"/>
            <a:ext cx="2769870"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上述方案如何改进</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109/154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28264"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0" name="object 10" descr=""/>
          <p:cNvSpPr txBox="1"/>
          <p:nvPr/>
        </p:nvSpPr>
        <p:spPr>
          <a:xfrm>
            <a:off x="197916" y="561720"/>
            <a:ext cx="6344920" cy="1911985"/>
          </a:xfrm>
          <a:prstGeom prst="rect">
            <a:avLst/>
          </a:prstGeom>
        </p:spPr>
        <p:txBody>
          <a:bodyPr wrap="square" lIns="0" tIns="159385" rIns="0" bIns="0" rtlCol="0" vert="horz">
            <a:spAutoFit/>
          </a:bodyPr>
          <a:lstStyle/>
          <a:p>
            <a:pPr marL="469265" indent="-456565">
              <a:lnSpc>
                <a:spcPct val="100000"/>
              </a:lnSpc>
              <a:spcBef>
                <a:spcPts val="1255"/>
              </a:spcBef>
              <a:buClr>
                <a:srgbClr val="40458B"/>
              </a:buClr>
              <a:buFont typeface="Tahoma"/>
              <a:buAutoNum type="arabicPeriod" startAt="2"/>
              <a:tabLst>
                <a:tab pos="469265" algn="l"/>
              </a:tabLst>
            </a:pPr>
            <a:r>
              <a:rPr dirty="0" sz="2400" spc="-5">
                <a:solidFill>
                  <a:srgbClr val="E14B04"/>
                </a:solidFill>
                <a:latin typeface="黑体"/>
                <a:cs typeface="黑体"/>
              </a:rPr>
              <a:t>将上述实现方案修改为流水线实现</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一条经典的</a:t>
            </a:r>
            <a:r>
              <a:rPr dirty="0" sz="2400">
                <a:solidFill>
                  <a:srgbClr val="9933FF"/>
                </a:solidFill>
                <a:latin typeface="黑体"/>
                <a:cs typeface="黑体"/>
              </a:rPr>
              <a:t>5段</a:t>
            </a:r>
            <a:r>
              <a:rPr dirty="0" sz="2400" spc="-20">
                <a:solidFill>
                  <a:srgbClr val="40458B"/>
                </a:solidFill>
                <a:latin typeface="黑体"/>
                <a:cs typeface="黑体"/>
              </a:rPr>
              <a:t>流水线</a:t>
            </a:r>
            <a:endParaRPr sz="2400">
              <a:latin typeface="黑体"/>
              <a:cs typeface="黑体"/>
            </a:endParaRPr>
          </a:p>
          <a:p>
            <a:pPr lvl="2" marL="1726564" indent="-457200">
              <a:lnSpc>
                <a:spcPct val="100000"/>
              </a:lnSpc>
              <a:spcBef>
                <a:spcPts val="1025"/>
              </a:spcBef>
              <a:buClr>
                <a:srgbClr val="4668F5"/>
              </a:buClr>
              <a:buSzPct val="60000"/>
              <a:buFont typeface="Wingdings"/>
              <a:buChar char=""/>
              <a:tabLst>
                <a:tab pos="1726564" algn="l"/>
              </a:tabLst>
            </a:pPr>
            <a:r>
              <a:rPr dirty="0" sz="2000" spc="-20" b="1">
                <a:solidFill>
                  <a:srgbClr val="00AFEF"/>
                </a:solidFill>
                <a:latin typeface="黑体"/>
                <a:cs typeface="黑体"/>
              </a:rPr>
              <a:t>每一个周期作为一个流水段；</a:t>
            </a:r>
            <a:r>
              <a:rPr dirty="0" sz="2000" spc="-20" b="1">
                <a:solidFill>
                  <a:srgbClr val="00AFEF"/>
                </a:solidFill>
                <a:latin typeface="宋体"/>
                <a:cs typeface="宋体"/>
              </a:rPr>
              <a:t>???</a:t>
            </a:r>
            <a:endParaRPr sz="2000">
              <a:latin typeface="宋体"/>
              <a:cs typeface="宋体"/>
            </a:endParaRPr>
          </a:p>
          <a:p>
            <a:pPr lvl="2" marL="1726564" indent="-457200">
              <a:lnSpc>
                <a:spcPct val="100000"/>
              </a:lnSpc>
              <a:spcBef>
                <a:spcPts val="955"/>
              </a:spcBef>
              <a:buClr>
                <a:srgbClr val="4668F5"/>
              </a:buClr>
              <a:buSzPct val="60000"/>
              <a:buFont typeface="Wingdings"/>
              <a:buChar char=""/>
              <a:tabLst>
                <a:tab pos="1726564" algn="l"/>
              </a:tabLst>
            </a:pPr>
            <a:r>
              <a:rPr dirty="0" sz="2000" spc="-20" b="1">
                <a:solidFill>
                  <a:srgbClr val="00AFEF"/>
                </a:solidFill>
                <a:latin typeface="黑体"/>
                <a:cs typeface="黑体"/>
              </a:rPr>
              <a:t>在各段之间加上锁存器</a:t>
            </a:r>
            <a:r>
              <a:rPr dirty="0" sz="2000" spc="-10" b="1">
                <a:solidFill>
                  <a:srgbClr val="00AFEF"/>
                </a:solidFill>
                <a:latin typeface="黑体"/>
                <a:cs typeface="黑体"/>
              </a:rPr>
              <a:t>（</a:t>
            </a:r>
            <a:r>
              <a:rPr dirty="0" sz="2000" spc="-20" b="1">
                <a:solidFill>
                  <a:srgbClr val="00AFEF"/>
                </a:solidFill>
                <a:latin typeface="黑体"/>
                <a:cs typeface="黑体"/>
              </a:rPr>
              <a:t>流水寄存器</a:t>
            </a:r>
            <a:r>
              <a:rPr dirty="0" sz="2000" spc="-10" b="1">
                <a:solidFill>
                  <a:srgbClr val="00AFEF"/>
                </a:solidFill>
                <a:latin typeface="黑体"/>
                <a:cs typeface="黑体"/>
              </a:rPr>
              <a:t>）</a:t>
            </a:r>
            <a:r>
              <a:rPr dirty="0" sz="2000" spc="-50" b="1">
                <a:solidFill>
                  <a:srgbClr val="00AFEF"/>
                </a:solidFill>
                <a:latin typeface="黑体"/>
                <a:cs typeface="黑体"/>
              </a:rPr>
              <a:t>。</a:t>
            </a:r>
            <a:endParaRPr sz="2000">
              <a:latin typeface="黑体"/>
              <a:cs typeface="黑体"/>
            </a:endParaRPr>
          </a:p>
        </p:txBody>
      </p:sp>
      <p:grpSp>
        <p:nvGrpSpPr>
          <p:cNvPr id="11" name="object 11" descr=""/>
          <p:cNvGrpSpPr/>
          <p:nvPr/>
        </p:nvGrpSpPr>
        <p:grpSpPr>
          <a:xfrm>
            <a:off x="2035175" y="2855912"/>
            <a:ext cx="8644255" cy="3667125"/>
            <a:chOff x="2035175" y="2855912"/>
            <a:chExt cx="8644255" cy="3667125"/>
          </a:xfrm>
        </p:grpSpPr>
        <p:sp>
          <p:nvSpPr>
            <p:cNvPr id="12" name="object 12" descr=""/>
            <p:cNvSpPr/>
            <p:nvPr/>
          </p:nvSpPr>
          <p:spPr>
            <a:xfrm>
              <a:off x="2035175" y="2855912"/>
              <a:ext cx="8077200" cy="3657600"/>
            </a:xfrm>
            <a:custGeom>
              <a:avLst/>
              <a:gdLst/>
              <a:ahLst/>
              <a:cxnLst/>
              <a:rect l="l" t="t" r="r" b="b"/>
              <a:pathLst>
                <a:path w="8077200" h="3657600">
                  <a:moveTo>
                    <a:pt x="8077200" y="0"/>
                  </a:moveTo>
                  <a:lnTo>
                    <a:pt x="0" y="0"/>
                  </a:lnTo>
                  <a:lnTo>
                    <a:pt x="0" y="3657600"/>
                  </a:lnTo>
                  <a:lnTo>
                    <a:pt x="8077200" y="3657600"/>
                  </a:lnTo>
                  <a:lnTo>
                    <a:pt x="8077200" y="0"/>
                  </a:lnTo>
                  <a:close/>
                </a:path>
              </a:pathLst>
            </a:custGeom>
            <a:solidFill>
              <a:srgbClr val="F7EECA"/>
            </a:solidFill>
          </p:spPr>
          <p:txBody>
            <a:bodyPr wrap="square" lIns="0" tIns="0" rIns="0" bIns="0" rtlCol="0"/>
            <a:lstStyle/>
            <a:p/>
          </p:txBody>
        </p:sp>
        <p:sp>
          <p:nvSpPr>
            <p:cNvPr id="13" name="object 13" descr=""/>
            <p:cNvSpPr/>
            <p:nvPr/>
          </p:nvSpPr>
          <p:spPr>
            <a:xfrm>
              <a:off x="8112125" y="5648325"/>
              <a:ext cx="2555875" cy="863600"/>
            </a:xfrm>
            <a:custGeom>
              <a:avLst/>
              <a:gdLst/>
              <a:ahLst/>
              <a:cxnLst/>
              <a:rect l="l" t="t" r="r" b="b"/>
              <a:pathLst>
                <a:path w="2555875" h="863600">
                  <a:moveTo>
                    <a:pt x="2555875" y="0"/>
                  </a:moveTo>
                  <a:lnTo>
                    <a:pt x="0" y="0"/>
                  </a:lnTo>
                  <a:lnTo>
                    <a:pt x="0" y="863600"/>
                  </a:lnTo>
                  <a:lnTo>
                    <a:pt x="2555875" y="863600"/>
                  </a:lnTo>
                  <a:lnTo>
                    <a:pt x="2555875" y="0"/>
                  </a:lnTo>
                  <a:close/>
                </a:path>
              </a:pathLst>
            </a:custGeom>
            <a:solidFill>
              <a:srgbClr val="B7C1EB"/>
            </a:solidFill>
          </p:spPr>
          <p:txBody>
            <a:bodyPr wrap="square" lIns="0" tIns="0" rIns="0" bIns="0" rtlCol="0"/>
            <a:lstStyle/>
            <a:p/>
          </p:txBody>
        </p:sp>
        <p:sp>
          <p:nvSpPr>
            <p:cNvPr id="14" name="object 14" descr=""/>
            <p:cNvSpPr/>
            <p:nvPr/>
          </p:nvSpPr>
          <p:spPr>
            <a:xfrm>
              <a:off x="7899146" y="5013451"/>
              <a:ext cx="2769235" cy="1498600"/>
            </a:xfrm>
            <a:custGeom>
              <a:avLst/>
              <a:gdLst/>
              <a:ahLst/>
              <a:cxnLst/>
              <a:rect l="l" t="t" r="r" b="b"/>
              <a:pathLst>
                <a:path w="2769234" h="1498600">
                  <a:moveTo>
                    <a:pt x="212978" y="1498473"/>
                  </a:moveTo>
                  <a:lnTo>
                    <a:pt x="2768854" y="1498473"/>
                  </a:lnTo>
                  <a:lnTo>
                    <a:pt x="2768854" y="634873"/>
                  </a:lnTo>
                  <a:lnTo>
                    <a:pt x="212978" y="634873"/>
                  </a:lnTo>
                  <a:lnTo>
                    <a:pt x="212978" y="1498473"/>
                  </a:lnTo>
                  <a:close/>
                </a:path>
                <a:path w="2769234" h="1498600">
                  <a:moveTo>
                    <a:pt x="0" y="796798"/>
                  </a:moveTo>
                  <a:lnTo>
                    <a:pt x="1177035" y="0"/>
                  </a:lnTo>
                </a:path>
              </a:pathLst>
            </a:custGeom>
            <a:ln w="22225">
              <a:solidFill>
                <a:srgbClr val="40458B"/>
              </a:solidFill>
            </a:ln>
          </p:spPr>
          <p:txBody>
            <a:bodyPr wrap="square" lIns="0" tIns="0" rIns="0" bIns="0" rtlCol="0"/>
            <a:lstStyle/>
            <a:p/>
          </p:txBody>
        </p:sp>
      </p:grpSp>
      <p:sp>
        <p:nvSpPr>
          <p:cNvPr id="15" name="object 15" descr=""/>
          <p:cNvSpPr txBox="1"/>
          <p:nvPr/>
        </p:nvSpPr>
        <p:spPr>
          <a:xfrm>
            <a:off x="8191881" y="5682792"/>
            <a:ext cx="1854200" cy="513080"/>
          </a:xfrm>
          <a:prstGeom prst="rect">
            <a:avLst/>
          </a:prstGeom>
        </p:spPr>
        <p:txBody>
          <a:bodyPr wrap="square" lIns="0" tIns="12065" rIns="0" bIns="0" rtlCol="0" vert="horz">
            <a:spAutoFit/>
          </a:bodyPr>
          <a:lstStyle/>
          <a:p>
            <a:pPr marL="12700" marR="5080">
              <a:lnSpc>
                <a:spcPct val="100000"/>
              </a:lnSpc>
              <a:spcBef>
                <a:spcPts val="95"/>
              </a:spcBef>
            </a:pPr>
            <a:r>
              <a:rPr dirty="0" sz="1600" spc="-30">
                <a:solidFill>
                  <a:srgbClr val="40458B"/>
                </a:solidFill>
                <a:latin typeface="黑体"/>
                <a:cs typeface="黑体"/>
              </a:rPr>
              <a:t>时钟周期的前半个周</a:t>
            </a:r>
            <a:r>
              <a:rPr dirty="0" sz="1600" spc="-25">
                <a:solidFill>
                  <a:srgbClr val="40458B"/>
                </a:solidFill>
                <a:latin typeface="黑体"/>
                <a:cs typeface="黑体"/>
              </a:rPr>
              <a:t>期写作操（</a:t>
            </a:r>
            <a:r>
              <a:rPr dirty="0" sz="1600" spc="-30">
                <a:solidFill>
                  <a:srgbClr val="40458B"/>
                </a:solidFill>
                <a:latin typeface="黑体"/>
                <a:cs typeface="黑体"/>
              </a:rPr>
              <a:t>左半部分</a:t>
            </a:r>
            <a:endParaRPr sz="1600">
              <a:latin typeface="黑体"/>
              <a:cs typeface="黑体"/>
            </a:endParaRPr>
          </a:p>
        </p:txBody>
      </p:sp>
      <p:sp>
        <p:nvSpPr>
          <p:cNvPr id="16" name="object 16" descr=""/>
          <p:cNvSpPr txBox="1"/>
          <p:nvPr/>
        </p:nvSpPr>
        <p:spPr>
          <a:xfrm>
            <a:off x="8191881" y="6170472"/>
            <a:ext cx="2259330"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黑体"/>
                <a:cs typeface="黑体"/>
              </a:rPr>
              <a:t>实线区</a:t>
            </a:r>
            <a:r>
              <a:rPr dirty="0" sz="1600" spc="-20">
                <a:solidFill>
                  <a:srgbClr val="40458B"/>
                </a:solidFill>
                <a:latin typeface="黑体"/>
                <a:cs typeface="黑体"/>
              </a:rPr>
              <a:t>）</a:t>
            </a:r>
            <a:r>
              <a:rPr dirty="0" sz="1600" spc="-30">
                <a:solidFill>
                  <a:srgbClr val="40458B"/>
                </a:solidFill>
                <a:latin typeface="黑体"/>
                <a:cs typeface="黑体"/>
              </a:rPr>
              <a:t>，虚线区代表读</a:t>
            </a:r>
            <a:endParaRPr sz="1600">
              <a:latin typeface="黑体"/>
              <a:cs typeface="黑体"/>
            </a:endParaRPr>
          </a:p>
        </p:txBody>
      </p:sp>
      <p:grpSp>
        <p:nvGrpSpPr>
          <p:cNvPr id="17" name="object 17" descr=""/>
          <p:cNvGrpSpPr/>
          <p:nvPr/>
        </p:nvGrpSpPr>
        <p:grpSpPr>
          <a:xfrm>
            <a:off x="5394967" y="4140263"/>
            <a:ext cx="4023995" cy="811530"/>
            <a:chOff x="5394967" y="4140263"/>
            <a:chExt cx="4023995" cy="811530"/>
          </a:xfrm>
        </p:grpSpPr>
        <p:sp>
          <p:nvSpPr>
            <p:cNvPr id="18" name="object 18" descr=""/>
            <p:cNvSpPr/>
            <p:nvPr/>
          </p:nvSpPr>
          <p:spPr>
            <a:xfrm>
              <a:off x="8904350" y="4149788"/>
              <a:ext cx="504825" cy="792480"/>
            </a:xfrm>
            <a:custGeom>
              <a:avLst/>
              <a:gdLst/>
              <a:ahLst/>
              <a:cxnLst/>
              <a:rect l="l" t="t" r="r" b="b"/>
              <a:pathLst>
                <a:path w="504825" h="792479">
                  <a:moveTo>
                    <a:pt x="0" y="792162"/>
                  </a:moveTo>
                  <a:lnTo>
                    <a:pt x="504825" y="792162"/>
                  </a:lnTo>
                  <a:lnTo>
                    <a:pt x="504825" y="0"/>
                  </a:lnTo>
                  <a:lnTo>
                    <a:pt x="0" y="0"/>
                  </a:lnTo>
                  <a:lnTo>
                    <a:pt x="0" y="792162"/>
                  </a:lnTo>
                  <a:close/>
                </a:path>
              </a:pathLst>
            </a:custGeom>
            <a:ln w="19050">
              <a:solidFill>
                <a:srgbClr val="FF0000"/>
              </a:solidFill>
              <a:prstDash val="sysDash"/>
            </a:ln>
          </p:spPr>
          <p:txBody>
            <a:bodyPr wrap="square" lIns="0" tIns="0" rIns="0" bIns="0" rtlCol="0"/>
            <a:lstStyle/>
            <a:p/>
          </p:txBody>
        </p:sp>
        <p:sp>
          <p:nvSpPr>
            <p:cNvPr id="19" name="object 19" descr=""/>
            <p:cNvSpPr/>
            <p:nvPr/>
          </p:nvSpPr>
          <p:spPr>
            <a:xfrm>
              <a:off x="5413065" y="4904149"/>
              <a:ext cx="424180" cy="0"/>
            </a:xfrm>
            <a:custGeom>
              <a:avLst/>
              <a:gdLst/>
              <a:ahLst/>
              <a:cxnLst/>
              <a:rect l="l" t="t" r="r" b="b"/>
              <a:pathLst>
                <a:path w="424179" h="0">
                  <a:moveTo>
                    <a:pt x="0" y="0"/>
                  </a:moveTo>
                  <a:lnTo>
                    <a:pt x="423942" y="0"/>
                  </a:lnTo>
                </a:path>
              </a:pathLst>
            </a:custGeom>
            <a:ln w="21620">
              <a:solidFill>
                <a:srgbClr val="000000"/>
              </a:solidFill>
            </a:ln>
          </p:spPr>
          <p:txBody>
            <a:bodyPr wrap="square" lIns="0" tIns="0" rIns="0" bIns="0" rtlCol="0"/>
            <a:lstStyle/>
            <a:p/>
          </p:txBody>
        </p:sp>
        <p:sp>
          <p:nvSpPr>
            <p:cNvPr id="20" name="object 20" descr=""/>
            <p:cNvSpPr/>
            <p:nvPr/>
          </p:nvSpPr>
          <p:spPr>
            <a:xfrm>
              <a:off x="5413065" y="4453002"/>
              <a:ext cx="434975" cy="0"/>
            </a:xfrm>
            <a:custGeom>
              <a:avLst/>
              <a:gdLst/>
              <a:ahLst/>
              <a:cxnLst/>
              <a:rect l="l" t="t" r="r" b="b"/>
              <a:pathLst>
                <a:path w="434975" h="0">
                  <a:moveTo>
                    <a:pt x="0" y="0"/>
                  </a:moveTo>
                  <a:lnTo>
                    <a:pt x="434753" y="0"/>
                  </a:lnTo>
                </a:path>
              </a:pathLst>
            </a:custGeom>
            <a:ln w="36034">
              <a:solidFill>
                <a:srgbClr val="000000"/>
              </a:solidFill>
            </a:ln>
          </p:spPr>
          <p:txBody>
            <a:bodyPr wrap="square" lIns="0" tIns="0" rIns="0" bIns="0" rtlCol="0"/>
            <a:lstStyle/>
            <a:p/>
          </p:txBody>
        </p:sp>
      </p:grpSp>
      <p:sp>
        <p:nvSpPr>
          <p:cNvPr id="21" name="object 21" descr=""/>
          <p:cNvSpPr txBox="1"/>
          <p:nvPr/>
        </p:nvSpPr>
        <p:spPr>
          <a:xfrm>
            <a:off x="2445464" y="4356431"/>
            <a:ext cx="727075" cy="536575"/>
          </a:xfrm>
          <a:prstGeom prst="rect">
            <a:avLst/>
          </a:prstGeom>
          <a:solidFill>
            <a:srgbClr val="FFCC99"/>
          </a:solidFill>
          <a:ln w="21623">
            <a:solidFill>
              <a:srgbClr val="000000"/>
            </a:solidFill>
          </a:ln>
        </p:spPr>
        <p:txBody>
          <a:bodyPr wrap="square" lIns="0" tIns="116839" rIns="0" bIns="0" rtlCol="0" vert="horz">
            <a:spAutoFit/>
          </a:bodyPr>
          <a:lstStyle/>
          <a:p>
            <a:pPr marL="208915">
              <a:lnSpc>
                <a:spcPct val="100000"/>
              </a:lnSpc>
              <a:spcBef>
                <a:spcPts val="919"/>
              </a:spcBef>
            </a:pPr>
            <a:r>
              <a:rPr dirty="0" sz="2050" spc="-25" b="1">
                <a:latin typeface="Times New Roman"/>
                <a:cs typeface="Times New Roman"/>
              </a:rPr>
              <a:t>IM</a:t>
            </a:r>
            <a:endParaRPr sz="2050">
              <a:latin typeface="Times New Roman"/>
              <a:cs typeface="Times New Roman"/>
            </a:endParaRPr>
          </a:p>
        </p:txBody>
      </p:sp>
      <p:sp>
        <p:nvSpPr>
          <p:cNvPr id="22" name="object 22" descr=""/>
          <p:cNvSpPr txBox="1"/>
          <p:nvPr/>
        </p:nvSpPr>
        <p:spPr>
          <a:xfrm>
            <a:off x="4082115" y="4356431"/>
            <a:ext cx="725805" cy="536575"/>
          </a:xfrm>
          <a:prstGeom prst="rect">
            <a:avLst/>
          </a:prstGeom>
          <a:solidFill>
            <a:srgbClr val="FFFF99"/>
          </a:solidFill>
        </p:spPr>
        <p:txBody>
          <a:bodyPr wrap="square" lIns="0" tIns="95885" rIns="0" bIns="0" rtlCol="0" vert="horz">
            <a:spAutoFit/>
          </a:bodyPr>
          <a:lstStyle/>
          <a:p>
            <a:pPr marL="147955">
              <a:lnSpc>
                <a:spcPct val="100000"/>
              </a:lnSpc>
              <a:spcBef>
                <a:spcPts val="755"/>
              </a:spcBef>
            </a:pPr>
            <a:r>
              <a:rPr dirty="0" sz="2050" spc="-25" b="1">
                <a:latin typeface="Times New Roman"/>
                <a:cs typeface="Times New Roman"/>
              </a:rPr>
              <a:t>Reg</a:t>
            </a:r>
            <a:endParaRPr sz="2050">
              <a:latin typeface="Times New Roman"/>
              <a:cs typeface="Times New Roman"/>
            </a:endParaRPr>
          </a:p>
        </p:txBody>
      </p:sp>
      <p:sp>
        <p:nvSpPr>
          <p:cNvPr id="23" name="object 23" descr=""/>
          <p:cNvSpPr/>
          <p:nvPr/>
        </p:nvSpPr>
        <p:spPr>
          <a:xfrm>
            <a:off x="5837008" y="4088338"/>
            <a:ext cx="484505" cy="1162050"/>
          </a:xfrm>
          <a:custGeom>
            <a:avLst/>
            <a:gdLst/>
            <a:ahLst/>
            <a:cxnLst/>
            <a:rect l="l" t="t" r="r" b="b"/>
            <a:pathLst>
              <a:path w="484504" h="1162050">
                <a:moveTo>
                  <a:pt x="484506" y="249355"/>
                </a:moveTo>
                <a:lnTo>
                  <a:pt x="484506" y="912382"/>
                </a:lnTo>
              </a:path>
              <a:path w="484504" h="1162050">
                <a:moveTo>
                  <a:pt x="0" y="0"/>
                </a:moveTo>
                <a:lnTo>
                  <a:pt x="484506" y="249355"/>
                </a:lnTo>
              </a:path>
              <a:path w="484504" h="1162050">
                <a:moveTo>
                  <a:pt x="484506" y="912382"/>
                </a:moveTo>
                <a:lnTo>
                  <a:pt x="0" y="1161737"/>
                </a:lnTo>
              </a:path>
              <a:path w="484504" h="1162050">
                <a:moveTo>
                  <a:pt x="0" y="0"/>
                </a:moveTo>
                <a:lnTo>
                  <a:pt x="0" y="331513"/>
                </a:lnTo>
              </a:path>
              <a:path w="484504" h="1162050">
                <a:moveTo>
                  <a:pt x="0" y="830224"/>
                </a:moveTo>
                <a:lnTo>
                  <a:pt x="0" y="1161737"/>
                </a:lnTo>
              </a:path>
              <a:path w="484504" h="1162050">
                <a:moveTo>
                  <a:pt x="0" y="331513"/>
                </a:moveTo>
                <a:lnTo>
                  <a:pt x="145640" y="580868"/>
                </a:lnTo>
              </a:path>
              <a:path w="484504" h="1162050">
                <a:moveTo>
                  <a:pt x="145640" y="580868"/>
                </a:moveTo>
                <a:lnTo>
                  <a:pt x="0" y="830224"/>
                </a:lnTo>
              </a:path>
            </a:pathLst>
          </a:custGeom>
          <a:ln w="21625">
            <a:solidFill>
              <a:srgbClr val="000000"/>
            </a:solidFill>
          </a:ln>
        </p:spPr>
        <p:txBody>
          <a:bodyPr wrap="square" lIns="0" tIns="0" rIns="0" bIns="0" rtlCol="0"/>
          <a:lstStyle/>
          <a:p/>
        </p:txBody>
      </p:sp>
      <p:sp>
        <p:nvSpPr>
          <p:cNvPr id="24" name="object 24" descr=""/>
          <p:cNvSpPr txBox="1"/>
          <p:nvPr/>
        </p:nvSpPr>
        <p:spPr>
          <a:xfrm>
            <a:off x="5998731" y="4361258"/>
            <a:ext cx="313690" cy="574040"/>
          </a:xfrm>
          <a:prstGeom prst="rect">
            <a:avLst/>
          </a:prstGeom>
        </p:spPr>
        <p:txBody>
          <a:bodyPr wrap="square" lIns="0" tIns="0" rIns="0" bIns="0" rtlCol="0" vert="vert">
            <a:spAutoFit/>
          </a:bodyPr>
          <a:lstStyle/>
          <a:p>
            <a:pPr marL="12700">
              <a:lnSpc>
                <a:spcPts val="2335"/>
              </a:lnSpc>
            </a:pPr>
            <a:r>
              <a:rPr dirty="0" sz="2050" spc="-25" b="1">
                <a:latin typeface="Times New Roman"/>
                <a:cs typeface="Times New Roman"/>
              </a:rPr>
              <a:t>ALU</a:t>
            </a:r>
            <a:endParaRPr sz="2050">
              <a:latin typeface="Times New Roman"/>
              <a:cs typeface="Times New Roman"/>
            </a:endParaRPr>
          </a:p>
        </p:txBody>
      </p:sp>
      <p:sp>
        <p:nvSpPr>
          <p:cNvPr id="25" name="object 25" descr=""/>
          <p:cNvSpPr txBox="1"/>
          <p:nvPr/>
        </p:nvSpPr>
        <p:spPr>
          <a:xfrm>
            <a:off x="7351090" y="4356431"/>
            <a:ext cx="727075" cy="548640"/>
          </a:xfrm>
          <a:prstGeom prst="rect">
            <a:avLst/>
          </a:prstGeom>
          <a:solidFill>
            <a:srgbClr val="CCFFFF"/>
          </a:solidFill>
          <a:ln w="21623">
            <a:solidFill>
              <a:srgbClr val="000000"/>
            </a:solidFill>
          </a:ln>
        </p:spPr>
        <p:txBody>
          <a:bodyPr wrap="square" lIns="0" tIns="95885" rIns="0" bIns="0" rtlCol="0" vert="horz">
            <a:spAutoFit/>
          </a:bodyPr>
          <a:lstStyle/>
          <a:p>
            <a:pPr marL="208915">
              <a:lnSpc>
                <a:spcPct val="100000"/>
              </a:lnSpc>
              <a:spcBef>
                <a:spcPts val="755"/>
              </a:spcBef>
            </a:pPr>
            <a:r>
              <a:rPr dirty="0" sz="2050" spc="-25" b="1">
                <a:latin typeface="Times New Roman"/>
                <a:cs typeface="Times New Roman"/>
              </a:rPr>
              <a:t>DM</a:t>
            </a:r>
            <a:endParaRPr sz="2050">
              <a:latin typeface="Times New Roman"/>
              <a:cs typeface="Times New Roman"/>
            </a:endParaRPr>
          </a:p>
        </p:txBody>
      </p:sp>
      <p:sp>
        <p:nvSpPr>
          <p:cNvPr id="26" name="object 26" descr=""/>
          <p:cNvSpPr txBox="1"/>
          <p:nvPr/>
        </p:nvSpPr>
        <p:spPr>
          <a:xfrm>
            <a:off x="8986298" y="4356431"/>
            <a:ext cx="725805" cy="536575"/>
          </a:xfrm>
          <a:prstGeom prst="rect">
            <a:avLst/>
          </a:prstGeom>
          <a:solidFill>
            <a:srgbClr val="FFAED6"/>
          </a:solidFill>
        </p:spPr>
        <p:txBody>
          <a:bodyPr wrap="square" lIns="0" tIns="95885" rIns="0" bIns="0" rtlCol="0" vert="horz">
            <a:spAutoFit/>
          </a:bodyPr>
          <a:lstStyle/>
          <a:p>
            <a:pPr marL="147955">
              <a:lnSpc>
                <a:spcPct val="100000"/>
              </a:lnSpc>
              <a:spcBef>
                <a:spcPts val="755"/>
              </a:spcBef>
            </a:pPr>
            <a:r>
              <a:rPr dirty="0" sz="2050" spc="-25" b="1">
                <a:latin typeface="Times New Roman"/>
                <a:cs typeface="Times New Roman"/>
              </a:rPr>
              <a:t>Reg</a:t>
            </a:r>
            <a:endParaRPr sz="2050">
              <a:latin typeface="Times New Roman"/>
              <a:cs typeface="Times New Roman"/>
            </a:endParaRPr>
          </a:p>
        </p:txBody>
      </p:sp>
      <p:sp>
        <p:nvSpPr>
          <p:cNvPr id="27" name="object 27" descr=""/>
          <p:cNvSpPr txBox="1"/>
          <p:nvPr/>
        </p:nvSpPr>
        <p:spPr>
          <a:xfrm>
            <a:off x="2579846" y="3702613"/>
            <a:ext cx="611505" cy="337820"/>
          </a:xfrm>
          <a:prstGeom prst="rect">
            <a:avLst/>
          </a:prstGeom>
        </p:spPr>
        <p:txBody>
          <a:bodyPr wrap="square" lIns="0" tIns="12065" rIns="0" bIns="0" rtlCol="0" vert="horz">
            <a:spAutoFit/>
          </a:bodyPr>
          <a:lstStyle/>
          <a:p>
            <a:pPr marL="12700">
              <a:lnSpc>
                <a:spcPct val="100000"/>
              </a:lnSpc>
              <a:spcBef>
                <a:spcPts val="95"/>
              </a:spcBef>
            </a:pPr>
            <a:r>
              <a:rPr dirty="0" sz="2050" b="1">
                <a:solidFill>
                  <a:srgbClr val="CC0099"/>
                </a:solidFill>
                <a:latin typeface="Times New Roman"/>
                <a:cs typeface="Times New Roman"/>
              </a:rPr>
              <a:t>IF</a:t>
            </a:r>
            <a:r>
              <a:rPr dirty="0" sz="2050" spc="-30" b="1">
                <a:solidFill>
                  <a:srgbClr val="CC0099"/>
                </a:solidFill>
                <a:latin typeface="Times New Roman"/>
                <a:cs typeface="Times New Roman"/>
              </a:rPr>
              <a:t> </a:t>
            </a:r>
            <a:r>
              <a:rPr dirty="0" sz="2050" spc="-50">
                <a:solidFill>
                  <a:srgbClr val="CC0099"/>
                </a:solidFill>
                <a:latin typeface="宋体"/>
                <a:cs typeface="宋体"/>
              </a:rPr>
              <a:t>段</a:t>
            </a:r>
            <a:endParaRPr sz="2050">
              <a:latin typeface="宋体"/>
              <a:cs typeface="宋体"/>
            </a:endParaRPr>
          </a:p>
        </p:txBody>
      </p:sp>
      <p:sp>
        <p:nvSpPr>
          <p:cNvPr id="28" name="object 28" descr=""/>
          <p:cNvSpPr txBox="1"/>
          <p:nvPr/>
        </p:nvSpPr>
        <p:spPr>
          <a:xfrm>
            <a:off x="4217477" y="3702613"/>
            <a:ext cx="638810" cy="337820"/>
          </a:xfrm>
          <a:prstGeom prst="rect">
            <a:avLst/>
          </a:prstGeom>
        </p:spPr>
        <p:txBody>
          <a:bodyPr wrap="square" lIns="0" tIns="12065" rIns="0" bIns="0" rtlCol="0" vert="horz">
            <a:spAutoFit/>
          </a:bodyPr>
          <a:lstStyle/>
          <a:p>
            <a:pPr marL="12700">
              <a:lnSpc>
                <a:spcPct val="100000"/>
              </a:lnSpc>
              <a:spcBef>
                <a:spcPts val="95"/>
              </a:spcBef>
            </a:pPr>
            <a:r>
              <a:rPr dirty="0" sz="2050" b="1">
                <a:solidFill>
                  <a:srgbClr val="CC0099"/>
                </a:solidFill>
                <a:latin typeface="Times New Roman"/>
                <a:cs typeface="Times New Roman"/>
              </a:rPr>
              <a:t>ID</a:t>
            </a:r>
            <a:r>
              <a:rPr dirty="0" sz="2050" spc="-25" b="1">
                <a:solidFill>
                  <a:srgbClr val="CC0099"/>
                </a:solidFill>
                <a:latin typeface="Times New Roman"/>
                <a:cs typeface="Times New Roman"/>
              </a:rPr>
              <a:t> </a:t>
            </a:r>
            <a:r>
              <a:rPr dirty="0" sz="2050" spc="-50">
                <a:solidFill>
                  <a:srgbClr val="CC0099"/>
                </a:solidFill>
                <a:latin typeface="宋体"/>
                <a:cs typeface="宋体"/>
              </a:rPr>
              <a:t>段</a:t>
            </a:r>
            <a:endParaRPr sz="2050">
              <a:latin typeface="宋体"/>
              <a:cs typeface="宋体"/>
            </a:endParaRPr>
          </a:p>
        </p:txBody>
      </p:sp>
      <p:sp>
        <p:nvSpPr>
          <p:cNvPr id="29" name="object 29" descr=""/>
          <p:cNvSpPr txBox="1"/>
          <p:nvPr/>
        </p:nvSpPr>
        <p:spPr>
          <a:xfrm>
            <a:off x="5729714" y="3702613"/>
            <a:ext cx="711835" cy="337820"/>
          </a:xfrm>
          <a:prstGeom prst="rect">
            <a:avLst/>
          </a:prstGeom>
        </p:spPr>
        <p:txBody>
          <a:bodyPr wrap="square" lIns="0" tIns="12065" rIns="0" bIns="0" rtlCol="0" vert="horz">
            <a:spAutoFit/>
          </a:bodyPr>
          <a:lstStyle/>
          <a:p>
            <a:pPr marL="12700">
              <a:lnSpc>
                <a:spcPct val="100000"/>
              </a:lnSpc>
              <a:spcBef>
                <a:spcPts val="95"/>
              </a:spcBef>
            </a:pPr>
            <a:r>
              <a:rPr dirty="0" sz="2050" b="1">
                <a:solidFill>
                  <a:srgbClr val="CC0099"/>
                </a:solidFill>
                <a:latin typeface="Times New Roman"/>
                <a:cs typeface="Times New Roman"/>
              </a:rPr>
              <a:t>EX</a:t>
            </a:r>
            <a:r>
              <a:rPr dirty="0" sz="2050" spc="-10" b="1">
                <a:solidFill>
                  <a:srgbClr val="CC0099"/>
                </a:solidFill>
                <a:latin typeface="Times New Roman"/>
                <a:cs typeface="Times New Roman"/>
              </a:rPr>
              <a:t> </a:t>
            </a:r>
            <a:r>
              <a:rPr dirty="0" sz="2050" spc="-50">
                <a:solidFill>
                  <a:srgbClr val="CC0099"/>
                </a:solidFill>
                <a:latin typeface="宋体"/>
                <a:cs typeface="宋体"/>
              </a:rPr>
              <a:t>段</a:t>
            </a:r>
            <a:endParaRPr sz="2050">
              <a:latin typeface="宋体"/>
              <a:cs typeface="宋体"/>
            </a:endParaRPr>
          </a:p>
        </p:txBody>
      </p:sp>
      <p:sp>
        <p:nvSpPr>
          <p:cNvPr id="30" name="object 30" descr=""/>
          <p:cNvSpPr txBox="1"/>
          <p:nvPr/>
        </p:nvSpPr>
        <p:spPr>
          <a:xfrm>
            <a:off x="7305224" y="3702613"/>
            <a:ext cx="1016000" cy="337820"/>
          </a:xfrm>
          <a:prstGeom prst="rect">
            <a:avLst/>
          </a:prstGeom>
        </p:spPr>
        <p:txBody>
          <a:bodyPr wrap="square" lIns="0" tIns="12065" rIns="0" bIns="0" rtlCol="0" vert="horz">
            <a:spAutoFit/>
          </a:bodyPr>
          <a:lstStyle/>
          <a:p>
            <a:pPr marL="12700">
              <a:lnSpc>
                <a:spcPct val="100000"/>
              </a:lnSpc>
              <a:spcBef>
                <a:spcPts val="95"/>
              </a:spcBef>
            </a:pPr>
            <a:r>
              <a:rPr dirty="0" sz="2050" b="1">
                <a:solidFill>
                  <a:srgbClr val="CC0099"/>
                </a:solidFill>
                <a:latin typeface="Times New Roman"/>
                <a:cs typeface="Times New Roman"/>
              </a:rPr>
              <a:t>MEM</a:t>
            </a:r>
            <a:r>
              <a:rPr dirty="0" sz="2050" spc="-55" b="1">
                <a:solidFill>
                  <a:srgbClr val="CC0099"/>
                </a:solidFill>
                <a:latin typeface="Times New Roman"/>
                <a:cs typeface="Times New Roman"/>
              </a:rPr>
              <a:t> </a:t>
            </a:r>
            <a:r>
              <a:rPr dirty="0" sz="2050" spc="-50">
                <a:solidFill>
                  <a:srgbClr val="CC0099"/>
                </a:solidFill>
                <a:latin typeface="宋体"/>
                <a:cs typeface="宋体"/>
              </a:rPr>
              <a:t>段</a:t>
            </a:r>
            <a:endParaRPr sz="2050">
              <a:latin typeface="宋体"/>
              <a:cs typeface="宋体"/>
            </a:endParaRPr>
          </a:p>
        </p:txBody>
      </p:sp>
      <p:sp>
        <p:nvSpPr>
          <p:cNvPr id="31" name="object 31" descr=""/>
          <p:cNvSpPr txBox="1"/>
          <p:nvPr/>
        </p:nvSpPr>
        <p:spPr>
          <a:xfrm>
            <a:off x="9000996" y="3702613"/>
            <a:ext cx="784225" cy="337820"/>
          </a:xfrm>
          <a:prstGeom prst="rect">
            <a:avLst/>
          </a:prstGeom>
        </p:spPr>
        <p:txBody>
          <a:bodyPr wrap="square" lIns="0" tIns="12065" rIns="0" bIns="0" rtlCol="0" vert="horz">
            <a:spAutoFit/>
          </a:bodyPr>
          <a:lstStyle/>
          <a:p>
            <a:pPr marL="12700">
              <a:lnSpc>
                <a:spcPct val="100000"/>
              </a:lnSpc>
              <a:spcBef>
                <a:spcPts val="95"/>
              </a:spcBef>
            </a:pPr>
            <a:r>
              <a:rPr dirty="0" sz="2050" b="1">
                <a:solidFill>
                  <a:srgbClr val="CC0099"/>
                </a:solidFill>
                <a:latin typeface="Times New Roman"/>
                <a:cs typeface="Times New Roman"/>
              </a:rPr>
              <a:t>WB</a:t>
            </a:r>
            <a:r>
              <a:rPr dirty="0" sz="2050" spc="-10" b="1">
                <a:solidFill>
                  <a:srgbClr val="CC0099"/>
                </a:solidFill>
                <a:latin typeface="Times New Roman"/>
                <a:cs typeface="Times New Roman"/>
              </a:rPr>
              <a:t> </a:t>
            </a:r>
            <a:r>
              <a:rPr dirty="0" sz="2050" spc="-50">
                <a:solidFill>
                  <a:srgbClr val="CC0099"/>
                </a:solidFill>
                <a:latin typeface="宋体"/>
                <a:cs typeface="宋体"/>
              </a:rPr>
              <a:t>段</a:t>
            </a:r>
            <a:endParaRPr sz="2050">
              <a:latin typeface="宋体"/>
              <a:cs typeface="宋体"/>
            </a:endParaRPr>
          </a:p>
        </p:txBody>
      </p:sp>
      <p:sp>
        <p:nvSpPr>
          <p:cNvPr id="32" name="object 32" descr=""/>
          <p:cNvSpPr txBox="1"/>
          <p:nvPr/>
        </p:nvSpPr>
        <p:spPr>
          <a:xfrm>
            <a:off x="5608587" y="6030710"/>
            <a:ext cx="1328420" cy="337820"/>
          </a:xfrm>
          <a:prstGeom prst="rect">
            <a:avLst/>
          </a:prstGeom>
        </p:spPr>
        <p:txBody>
          <a:bodyPr wrap="square" lIns="0" tIns="12065" rIns="0" bIns="0" rtlCol="0" vert="horz">
            <a:spAutoFit/>
          </a:bodyPr>
          <a:lstStyle/>
          <a:p>
            <a:pPr marL="12700">
              <a:lnSpc>
                <a:spcPct val="100000"/>
              </a:lnSpc>
              <a:spcBef>
                <a:spcPts val="95"/>
              </a:spcBef>
            </a:pPr>
            <a:r>
              <a:rPr dirty="0" sz="2050" spc="-35">
                <a:solidFill>
                  <a:srgbClr val="993366"/>
                </a:solidFill>
                <a:latin typeface="宋体"/>
                <a:cs typeface="宋体"/>
              </a:rPr>
              <a:t>流水寄存器</a:t>
            </a:r>
            <a:endParaRPr sz="2050">
              <a:latin typeface="宋体"/>
              <a:cs typeface="宋体"/>
            </a:endParaRPr>
          </a:p>
        </p:txBody>
      </p:sp>
      <p:grpSp>
        <p:nvGrpSpPr>
          <p:cNvPr id="33" name="object 33" descr=""/>
          <p:cNvGrpSpPr/>
          <p:nvPr/>
        </p:nvGrpSpPr>
        <p:grpSpPr>
          <a:xfrm>
            <a:off x="3161111" y="3540981"/>
            <a:ext cx="6563359" cy="2435225"/>
            <a:chOff x="3161111" y="3540981"/>
            <a:chExt cx="6563359" cy="2435225"/>
          </a:xfrm>
        </p:grpSpPr>
        <p:sp>
          <p:nvSpPr>
            <p:cNvPr id="34" name="object 34" descr=""/>
            <p:cNvSpPr/>
            <p:nvPr/>
          </p:nvSpPr>
          <p:spPr>
            <a:xfrm>
              <a:off x="3172224" y="4356431"/>
              <a:ext cx="1938020" cy="536575"/>
            </a:xfrm>
            <a:custGeom>
              <a:avLst/>
              <a:gdLst/>
              <a:ahLst/>
              <a:cxnLst/>
              <a:rect l="l" t="t" r="r" b="b"/>
              <a:pathLst>
                <a:path w="1938020" h="536575">
                  <a:moveTo>
                    <a:pt x="0" y="268093"/>
                  </a:moveTo>
                  <a:lnTo>
                    <a:pt x="302816" y="268093"/>
                  </a:lnTo>
                </a:path>
                <a:path w="1938020" h="536575">
                  <a:moveTo>
                    <a:pt x="605632" y="268093"/>
                  </a:moveTo>
                  <a:lnTo>
                    <a:pt x="908449" y="268093"/>
                  </a:lnTo>
                </a:path>
                <a:path w="1938020" h="536575">
                  <a:moveTo>
                    <a:pt x="1635208" y="158549"/>
                  </a:moveTo>
                  <a:lnTo>
                    <a:pt x="1938024" y="158549"/>
                  </a:lnTo>
                </a:path>
                <a:path w="1938020" h="536575">
                  <a:moveTo>
                    <a:pt x="1635208" y="412229"/>
                  </a:moveTo>
                  <a:lnTo>
                    <a:pt x="1938024" y="412229"/>
                  </a:lnTo>
                </a:path>
                <a:path w="1938020" h="536575">
                  <a:moveTo>
                    <a:pt x="1271828" y="0"/>
                  </a:moveTo>
                  <a:lnTo>
                    <a:pt x="1635208" y="0"/>
                  </a:lnTo>
                </a:path>
                <a:path w="1938020" h="536575">
                  <a:moveTo>
                    <a:pt x="1635208" y="0"/>
                  </a:moveTo>
                  <a:lnTo>
                    <a:pt x="1635208" y="536186"/>
                  </a:lnTo>
                </a:path>
                <a:path w="1938020" h="536575">
                  <a:moveTo>
                    <a:pt x="1271828" y="536186"/>
                  </a:moveTo>
                  <a:lnTo>
                    <a:pt x="1635208" y="536186"/>
                  </a:lnTo>
                </a:path>
              </a:pathLst>
            </a:custGeom>
            <a:ln w="21625">
              <a:solidFill>
                <a:srgbClr val="000000"/>
              </a:solidFill>
            </a:ln>
          </p:spPr>
          <p:txBody>
            <a:bodyPr wrap="square" lIns="0" tIns="0" rIns="0" bIns="0" rtlCol="0"/>
            <a:lstStyle/>
            <a:p/>
          </p:txBody>
        </p:sp>
        <p:sp>
          <p:nvSpPr>
            <p:cNvPr id="35" name="object 35" descr=""/>
            <p:cNvSpPr/>
            <p:nvPr/>
          </p:nvSpPr>
          <p:spPr>
            <a:xfrm>
              <a:off x="4080673" y="4356431"/>
              <a:ext cx="424180" cy="536575"/>
            </a:xfrm>
            <a:custGeom>
              <a:avLst/>
              <a:gdLst/>
              <a:ahLst/>
              <a:cxnLst/>
              <a:rect l="l" t="t" r="r" b="b"/>
              <a:pathLst>
                <a:path w="424179" h="536575">
                  <a:moveTo>
                    <a:pt x="0" y="0"/>
                  </a:moveTo>
                  <a:lnTo>
                    <a:pt x="423942" y="0"/>
                  </a:lnTo>
                </a:path>
                <a:path w="424179" h="536575">
                  <a:moveTo>
                    <a:pt x="0" y="0"/>
                  </a:moveTo>
                  <a:lnTo>
                    <a:pt x="0" y="536186"/>
                  </a:lnTo>
                </a:path>
                <a:path w="424179" h="536575">
                  <a:moveTo>
                    <a:pt x="0" y="536186"/>
                  </a:moveTo>
                  <a:lnTo>
                    <a:pt x="423942" y="536186"/>
                  </a:lnTo>
                </a:path>
              </a:pathLst>
            </a:custGeom>
            <a:ln w="21625">
              <a:solidFill>
                <a:srgbClr val="000000"/>
              </a:solidFill>
              <a:prstDash val="sysDot"/>
            </a:ln>
          </p:spPr>
          <p:txBody>
            <a:bodyPr wrap="square" lIns="0" tIns="0" rIns="0" bIns="0" rtlCol="0"/>
            <a:lstStyle/>
            <a:p/>
          </p:txBody>
        </p:sp>
        <p:sp>
          <p:nvSpPr>
            <p:cNvPr id="36" name="object 36" descr=""/>
            <p:cNvSpPr/>
            <p:nvPr/>
          </p:nvSpPr>
          <p:spPr>
            <a:xfrm>
              <a:off x="6321514" y="4624524"/>
              <a:ext cx="424180" cy="0"/>
            </a:xfrm>
            <a:custGeom>
              <a:avLst/>
              <a:gdLst/>
              <a:ahLst/>
              <a:cxnLst/>
              <a:rect l="l" t="t" r="r" b="b"/>
              <a:pathLst>
                <a:path w="424179" h="0">
                  <a:moveTo>
                    <a:pt x="0" y="0"/>
                  </a:moveTo>
                  <a:lnTo>
                    <a:pt x="423942" y="0"/>
                  </a:lnTo>
                </a:path>
              </a:pathLst>
            </a:custGeom>
            <a:ln w="21620">
              <a:solidFill>
                <a:srgbClr val="000000"/>
              </a:solidFill>
            </a:ln>
          </p:spPr>
          <p:txBody>
            <a:bodyPr wrap="square" lIns="0" tIns="0" rIns="0" bIns="0" rtlCol="0"/>
            <a:lstStyle/>
            <a:p/>
          </p:txBody>
        </p:sp>
        <p:pic>
          <p:nvPicPr>
            <p:cNvPr id="37" name="object 37" descr=""/>
            <p:cNvPicPr/>
            <p:nvPr/>
          </p:nvPicPr>
          <p:blipFill>
            <a:blip r:embed="rId2" cstate="print"/>
            <a:stretch>
              <a:fillRect/>
            </a:stretch>
          </p:blipFill>
          <p:spPr>
            <a:xfrm>
              <a:off x="6745457" y="4088338"/>
              <a:ext cx="302816" cy="1161737"/>
            </a:xfrm>
            <a:prstGeom prst="rect">
              <a:avLst/>
            </a:prstGeom>
          </p:spPr>
        </p:pic>
        <p:sp>
          <p:nvSpPr>
            <p:cNvPr id="38" name="object 38" descr=""/>
            <p:cNvSpPr/>
            <p:nvPr/>
          </p:nvSpPr>
          <p:spPr>
            <a:xfrm>
              <a:off x="6745457" y="4088338"/>
              <a:ext cx="302895" cy="1162050"/>
            </a:xfrm>
            <a:custGeom>
              <a:avLst/>
              <a:gdLst/>
              <a:ahLst/>
              <a:cxnLst/>
              <a:rect l="l" t="t" r="r" b="b"/>
              <a:pathLst>
                <a:path w="302895" h="1162050">
                  <a:moveTo>
                    <a:pt x="0" y="1161737"/>
                  </a:moveTo>
                  <a:lnTo>
                    <a:pt x="302816" y="1161737"/>
                  </a:lnTo>
                  <a:lnTo>
                    <a:pt x="302816" y="0"/>
                  </a:lnTo>
                  <a:lnTo>
                    <a:pt x="0" y="0"/>
                  </a:lnTo>
                  <a:lnTo>
                    <a:pt x="0" y="1161737"/>
                  </a:lnTo>
                  <a:close/>
                </a:path>
              </a:pathLst>
            </a:custGeom>
            <a:ln w="21629">
              <a:solidFill>
                <a:srgbClr val="000000"/>
              </a:solidFill>
            </a:ln>
          </p:spPr>
          <p:txBody>
            <a:bodyPr wrap="square" lIns="0" tIns="0" rIns="0" bIns="0" rtlCol="0"/>
            <a:lstStyle/>
            <a:p/>
          </p:txBody>
        </p:sp>
        <p:sp>
          <p:nvSpPr>
            <p:cNvPr id="39" name="object 39" descr=""/>
            <p:cNvSpPr/>
            <p:nvPr/>
          </p:nvSpPr>
          <p:spPr>
            <a:xfrm>
              <a:off x="7048273" y="4356431"/>
              <a:ext cx="2301875" cy="536575"/>
            </a:xfrm>
            <a:custGeom>
              <a:avLst/>
              <a:gdLst/>
              <a:ahLst/>
              <a:cxnLst/>
              <a:rect l="l" t="t" r="r" b="b"/>
              <a:pathLst>
                <a:path w="2301875" h="536575">
                  <a:moveTo>
                    <a:pt x="0" y="268093"/>
                  </a:moveTo>
                  <a:lnTo>
                    <a:pt x="302816" y="268093"/>
                  </a:lnTo>
                </a:path>
                <a:path w="2301875" h="536575">
                  <a:moveTo>
                    <a:pt x="1029575" y="268093"/>
                  </a:moveTo>
                  <a:lnTo>
                    <a:pt x="1332392" y="268093"/>
                  </a:lnTo>
                </a:path>
                <a:path w="2301875" h="536575">
                  <a:moveTo>
                    <a:pt x="1635208" y="268093"/>
                  </a:moveTo>
                  <a:lnTo>
                    <a:pt x="1938024" y="268093"/>
                  </a:lnTo>
                </a:path>
                <a:path w="2301875" h="536575">
                  <a:moveTo>
                    <a:pt x="1938024" y="0"/>
                  </a:moveTo>
                  <a:lnTo>
                    <a:pt x="2301404" y="0"/>
                  </a:lnTo>
                </a:path>
                <a:path w="2301875" h="536575">
                  <a:moveTo>
                    <a:pt x="1938024" y="0"/>
                  </a:moveTo>
                  <a:lnTo>
                    <a:pt x="1938024" y="536186"/>
                  </a:lnTo>
                </a:path>
                <a:path w="2301875" h="536575">
                  <a:moveTo>
                    <a:pt x="1938024" y="536186"/>
                  </a:moveTo>
                  <a:lnTo>
                    <a:pt x="2301404" y="536186"/>
                  </a:lnTo>
                </a:path>
              </a:pathLst>
            </a:custGeom>
            <a:ln w="21625">
              <a:solidFill>
                <a:srgbClr val="000000"/>
              </a:solidFill>
            </a:ln>
          </p:spPr>
          <p:txBody>
            <a:bodyPr wrap="square" lIns="0" tIns="0" rIns="0" bIns="0" rtlCol="0"/>
            <a:lstStyle/>
            <a:p/>
          </p:txBody>
        </p:sp>
        <p:sp>
          <p:nvSpPr>
            <p:cNvPr id="40" name="object 40" descr=""/>
            <p:cNvSpPr/>
            <p:nvPr/>
          </p:nvSpPr>
          <p:spPr>
            <a:xfrm>
              <a:off x="9410241" y="4356431"/>
              <a:ext cx="302895" cy="536575"/>
            </a:xfrm>
            <a:custGeom>
              <a:avLst/>
              <a:gdLst/>
              <a:ahLst/>
              <a:cxnLst/>
              <a:rect l="l" t="t" r="r" b="b"/>
              <a:pathLst>
                <a:path w="302895" h="536575">
                  <a:moveTo>
                    <a:pt x="0" y="0"/>
                  </a:moveTo>
                  <a:lnTo>
                    <a:pt x="302816" y="0"/>
                  </a:lnTo>
                </a:path>
                <a:path w="302895" h="536575">
                  <a:moveTo>
                    <a:pt x="302816" y="0"/>
                  </a:moveTo>
                  <a:lnTo>
                    <a:pt x="302816" y="536186"/>
                  </a:lnTo>
                </a:path>
                <a:path w="302895" h="536575">
                  <a:moveTo>
                    <a:pt x="0" y="536186"/>
                  </a:moveTo>
                  <a:lnTo>
                    <a:pt x="302816" y="536186"/>
                  </a:lnTo>
                </a:path>
              </a:pathLst>
            </a:custGeom>
            <a:ln w="21625">
              <a:solidFill>
                <a:srgbClr val="000000"/>
              </a:solidFill>
              <a:prstDash val="sysDot"/>
            </a:ln>
          </p:spPr>
          <p:txBody>
            <a:bodyPr wrap="square" lIns="0" tIns="0" rIns="0" bIns="0" rtlCol="0"/>
            <a:lstStyle/>
            <a:p/>
          </p:txBody>
        </p:sp>
        <p:sp>
          <p:nvSpPr>
            <p:cNvPr id="41" name="object 41" descr=""/>
            <p:cNvSpPr/>
            <p:nvPr/>
          </p:nvSpPr>
          <p:spPr>
            <a:xfrm>
              <a:off x="3630774" y="3552093"/>
              <a:ext cx="4902835" cy="536575"/>
            </a:xfrm>
            <a:custGeom>
              <a:avLst/>
              <a:gdLst/>
              <a:ahLst/>
              <a:cxnLst/>
              <a:rect l="l" t="t" r="r" b="b"/>
              <a:pathLst>
                <a:path w="4902834" h="536575">
                  <a:moveTo>
                    <a:pt x="0" y="536244"/>
                  </a:moveTo>
                  <a:lnTo>
                    <a:pt x="0" y="0"/>
                  </a:lnTo>
                </a:path>
                <a:path w="4902834" h="536575">
                  <a:moveTo>
                    <a:pt x="1635208" y="536244"/>
                  </a:moveTo>
                  <a:lnTo>
                    <a:pt x="1635208" y="0"/>
                  </a:lnTo>
                </a:path>
                <a:path w="4902834" h="536575">
                  <a:moveTo>
                    <a:pt x="3270416" y="536244"/>
                  </a:moveTo>
                  <a:lnTo>
                    <a:pt x="3270416" y="0"/>
                  </a:lnTo>
                </a:path>
                <a:path w="4902834" h="536575">
                  <a:moveTo>
                    <a:pt x="4902741" y="536244"/>
                  </a:moveTo>
                  <a:lnTo>
                    <a:pt x="4902741" y="0"/>
                  </a:lnTo>
                </a:path>
              </a:pathLst>
            </a:custGeom>
            <a:ln w="21625">
              <a:solidFill>
                <a:srgbClr val="000000"/>
              </a:solidFill>
              <a:prstDash val="sysDot"/>
            </a:ln>
          </p:spPr>
          <p:txBody>
            <a:bodyPr wrap="square" lIns="0" tIns="0" rIns="0" bIns="0" rtlCol="0"/>
            <a:lstStyle/>
            <a:p/>
          </p:txBody>
        </p:sp>
        <p:sp>
          <p:nvSpPr>
            <p:cNvPr id="42" name="object 42" descr=""/>
            <p:cNvSpPr/>
            <p:nvPr/>
          </p:nvSpPr>
          <p:spPr>
            <a:xfrm>
              <a:off x="3656730" y="5339440"/>
              <a:ext cx="1453515" cy="626110"/>
            </a:xfrm>
            <a:custGeom>
              <a:avLst/>
              <a:gdLst/>
              <a:ahLst/>
              <a:cxnLst/>
              <a:rect l="l" t="t" r="r" b="b"/>
              <a:pathLst>
                <a:path w="1453514" h="626110">
                  <a:moveTo>
                    <a:pt x="0" y="0"/>
                  </a:moveTo>
                  <a:lnTo>
                    <a:pt x="1453518" y="625551"/>
                  </a:lnTo>
                </a:path>
              </a:pathLst>
            </a:custGeom>
            <a:ln w="21621">
              <a:solidFill>
                <a:srgbClr val="000000"/>
              </a:solidFill>
              <a:prstDash val="dot"/>
            </a:ln>
          </p:spPr>
          <p:txBody>
            <a:bodyPr wrap="square" lIns="0" tIns="0" rIns="0" bIns="0" rtlCol="0"/>
            <a:lstStyle/>
            <a:p/>
          </p:txBody>
        </p:sp>
        <p:sp>
          <p:nvSpPr>
            <p:cNvPr id="43" name="object 43" descr=""/>
            <p:cNvSpPr/>
            <p:nvPr/>
          </p:nvSpPr>
          <p:spPr>
            <a:xfrm>
              <a:off x="3898983" y="4445795"/>
              <a:ext cx="4481830" cy="536575"/>
            </a:xfrm>
            <a:custGeom>
              <a:avLst/>
              <a:gdLst/>
              <a:ahLst/>
              <a:cxnLst/>
              <a:rect l="l" t="t" r="r" b="b"/>
              <a:pathLst>
                <a:path w="4481830" h="536575">
                  <a:moveTo>
                    <a:pt x="0" y="178728"/>
                  </a:moveTo>
                  <a:lnTo>
                    <a:pt x="0" y="0"/>
                  </a:lnTo>
                </a:path>
                <a:path w="4481830" h="536575">
                  <a:moveTo>
                    <a:pt x="0" y="0"/>
                  </a:moveTo>
                  <a:lnTo>
                    <a:pt x="181689" y="0"/>
                  </a:lnTo>
                </a:path>
                <a:path w="4481830" h="536575">
                  <a:moveTo>
                    <a:pt x="3270416" y="178728"/>
                  </a:moveTo>
                  <a:lnTo>
                    <a:pt x="3270416" y="536186"/>
                  </a:lnTo>
                </a:path>
                <a:path w="4481830" h="536575">
                  <a:moveTo>
                    <a:pt x="3270416" y="536186"/>
                  </a:moveTo>
                  <a:lnTo>
                    <a:pt x="4299992" y="536186"/>
                  </a:lnTo>
                </a:path>
                <a:path w="4481830" h="536575">
                  <a:moveTo>
                    <a:pt x="4299992" y="536186"/>
                  </a:moveTo>
                  <a:lnTo>
                    <a:pt x="4299992" y="268093"/>
                  </a:lnTo>
                </a:path>
                <a:path w="4481830" h="536575">
                  <a:moveTo>
                    <a:pt x="4299992" y="268093"/>
                  </a:moveTo>
                  <a:lnTo>
                    <a:pt x="4481682" y="268093"/>
                  </a:lnTo>
                </a:path>
              </a:pathLst>
            </a:custGeom>
            <a:ln w="21625">
              <a:solidFill>
                <a:srgbClr val="000000"/>
              </a:solidFill>
            </a:ln>
          </p:spPr>
          <p:txBody>
            <a:bodyPr wrap="square" lIns="0" tIns="0" rIns="0" bIns="0" rtlCol="0"/>
            <a:lstStyle/>
            <a:p/>
          </p:txBody>
        </p:sp>
        <p:pic>
          <p:nvPicPr>
            <p:cNvPr id="44" name="object 44" descr=""/>
            <p:cNvPicPr/>
            <p:nvPr/>
          </p:nvPicPr>
          <p:blipFill>
            <a:blip r:embed="rId2" cstate="print"/>
            <a:stretch>
              <a:fillRect/>
            </a:stretch>
          </p:blipFill>
          <p:spPr>
            <a:xfrm>
              <a:off x="5110248" y="4088338"/>
              <a:ext cx="302816" cy="1161737"/>
            </a:xfrm>
            <a:prstGeom prst="rect">
              <a:avLst/>
            </a:prstGeom>
          </p:spPr>
        </p:pic>
        <p:sp>
          <p:nvSpPr>
            <p:cNvPr id="45" name="object 45" descr=""/>
            <p:cNvSpPr/>
            <p:nvPr/>
          </p:nvSpPr>
          <p:spPr>
            <a:xfrm>
              <a:off x="5110248" y="4088338"/>
              <a:ext cx="302895" cy="1162050"/>
            </a:xfrm>
            <a:custGeom>
              <a:avLst/>
              <a:gdLst/>
              <a:ahLst/>
              <a:cxnLst/>
              <a:rect l="l" t="t" r="r" b="b"/>
              <a:pathLst>
                <a:path w="302895" h="1162050">
                  <a:moveTo>
                    <a:pt x="0" y="1161737"/>
                  </a:moveTo>
                  <a:lnTo>
                    <a:pt x="302816" y="1161737"/>
                  </a:lnTo>
                  <a:lnTo>
                    <a:pt x="302816" y="0"/>
                  </a:lnTo>
                  <a:lnTo>
                    <a:pt x="0" y="0"/>
                  </a:lnTo>
                  <a:lnTo>
                    <a:pt x="0" y="1161737"/>
                  </a:lnTo>
                  <a:close/>
                </a:path>
              </a:pathLst>
            </a:custGeom>
            <a:ln w="21629">
              <a:solidFill>
                <a:srgbClr val="000000"/>
              </a:solidFill>
            </a:ln>
          </p:spPr>
          <p:txBody>
            <a:bodyPr wrap="square" lIns="0" tIns="0" rIns="0" bIns="0" rtlCol="0"/>
            <a:lstStyle/>
            <a:p/>
          </p:txBody>
        </p:sp>
        <p:pic>
          <p:nvPicPr>
            <p:cNvPr id="46" name="object 46" descr=""/>
            <p:cNvPicPr/>
            <p:nvPr/>
          </p:nvPicPr>
          <p:blipFill>
            <a:blip r:embed="rId3" cstate="print"/>
            <a:stretch>
              <a:fillRect/>
            </a:stretch>
          </p:blipFill>
          <p:spPr>
            <a:xfrm>
              <a:off x="3475040" y="4088338"/>
              <a:ext cx="302816" cy="1161737"/>
            </a:xfrm>
            <a:prstGeom prst="rect">
              <a:avLst/>
            </a:prstGeom>
          </p:spPr>
        </p:pic>
        <p:sp>
          <p:nvSpPr>
            <p:cNvPr id="47" name="object 47" descr=""/>
            <p:cNvSpPr/>
            <p:nvPr/>
          </p:nvSpPr>
          <p:spPr>
            <a:xfrm>
              <a:off x="3475040" y="4088338"/>
              <a:ext cx="302895" cy="1162050"/>
            </a:xfrm>
            <a:custGeom>
              <a:avLst/>
              <a:gdLst/>
              <a:ahLst/>
              <a:cxnLst/>
              <a:rect l="l" t="t" r="r" b="b"/>
              <a:pathLst>
                <a:path w="302895" h="1162050">
                  <a:moveTo>
                    <a:pt x="0" y="1161737"/>
                  </a:moveTo>
                  <a:lnTo>
                    <a:pt x="302816" y="1161737"/>
                  </a:lnTo>
                  <a:lnTo>
                    <a:pt x="302816" y="0"/>
                  </a:lnTo>
                  <a:lnTo>
                    <a:pt x="0" y="0"/>
                  </a:lnTo>
                  <a:lnTo>
                    <a:pt x="0" y="1161737"/>
                  </a:lnTo>
                  <a:close/>
                </a:path>
              </a:pathLst>
            </a:custGeom>
            <a:ln w="21629">
              <a:solidFill>
                <a:srgbClr val="000000"/>
              </a:solidFill>
            </a:ln>
          </p:spPr>
          <p:txBody>
            <a:bodyPr wrap="square" lIns="0" tIns="0" rIns="0" bIns="0" rtlCol="0"/>
            <a:lstStyle/>
            <a:p/>
          </p:txBody>
        </p:sp>
        <p:pic>
          <p:nvPicPr>
            <p:cNvPr id="48" name="object 48" descr=""/>
            <p:cNvPicPr/>
            <p:nvPr/>
          </p:nvPicPr>
          <p:blipFill>
            <a:blip r:embed="rId3" cstate="print"/>
            <a:stretch>
              <a:fillRect/>
            </a:stretch>
          </p:blipFill>
          <p:spPr>
            <a:xfrm>
              <a:off x="8380665" y="4088338"/>
              <a:ext cx="302816" cy="1161737"/>
            </a:xfrm>
            <a:prstGeom prst="rect">
              <a:avLst/>
            </a:prstGeom>
          </p:spPr>
        </p:pic>
        <p:sp>
          <p:nvSpPr>
            <p:cNvPr id="49" name="object 49" descr=""/>
            <p:cNvSpPr/>
            <p:nvPr/>
          </p:nvSpPr>
          <p:spPr>
            <a:xfrm>
              <a:off x="8380665" y="4088338"/>
              <a:ext cx="302895" cy="1162050"/>
            </a:xfrm>
            <a:custGeom>
              <a:avLst/>
              <a:gdLst/>
              <a:ahLst/>
              <a:cxnLst/>
              <a:rect l="l" t="t" r="r" b="b"/>
              <a:pathLst>
                <a:path w="302895" h="1162050">
                  <a:moveTo>
                    <a:pt x="0" y="1161737"/>
                  </a:moveTo>
                  <a:lnTo>
                    <a:pt x="302816" y="1161737"/>
                  </a:lnTo>
                  <a:lnTo>
                    <a:pt x="302816" y="0"/>
                  </a:lnTo>
                  <a:lnTo>
                    <a:pt x="0" y="0"/>
                  </a:lnTo>
                  <a:lnTo>
                    <a:pt x="0" y="1161737"/>
                  </a:lnTo>
                  <a:close/>
                </a:path>
              </a:pathLst>
            </a:custGeom>
            <a:ln w="21629">
              <a:solidFill>
                <a:srgbClr val="000000"/>
              </a:solidFill>
            </a:ln>
          </p:spPr>
          <p:txBody>
            <a:bodyPr wrap="square" lIns="0" tIns="0" rIns="0" bIns="0" rtlCol="0"/>
            <a:lstStyle/>
            <a:p/>
          </p:txBody>
        </p:sp>
        <p:sp>
          <p:nvSpPr>
            <p:cNvPr id="50" name="object 50" descr=""/>
            <p:cNvSpPr/>
            <p:nvPr/>
          </p:nvSpPr>
          <p:spPr>
            <a:xfrm>
              <a:off x="5231375" y="5339440"/>
              <a:ext cx="3209925" cy="626110"/>
            </a:xfrm>
            <a:custGeom>
              <a:avLst/>
              <a:gdLst/>
              <a:ahLst/>
              <a:cxnLst/>
              <a:rect l="l" t="t" r="r" b="b"/>
              <a:pathLst>
                <a:path w="3209925" h="626110">
                  <a:moveTo>
                    <a:pt x="3209853" y="0"/>
                  </a:moveTo>
                  <a:lnTo>
                    <a:pt x="1816898" y="625551"/>
                  </a:lnTo>
                </a:path>
                <a:path w="3209925" h="626110">
                  <a:moveTo>
                    <a:pt x="0" y="0"/>
                  </a:moveTo>
                  <a:lnTo>
                    <a:pt x="726759" y="625551"/>
                  </a:lnTo>
                </a:path>
                <a:path w="3209925" h="626110">
                  <a:moveTo>
                    <a:pt x="1635208" y="0"/>
                  </a:moveTo>
                  <a:lnTo>
                    <a:pt x="1029575" y="625551"/>
                  </a:lnTo>
                </a:path>
              </a:pathLst>
            </a:custGeom>
            <a:ln w="21625">
              <a:solidFill>
                <a:srgbClr val="000000"/>
              </a:solidFill>
              <a:prstDash val="dot"/>
            </a:ln>
          </p:spPr>
          <p:txBody>
            <a:bodyPr wrap="square" lIns="0" tIns="0" rIns="0" bIns="0" rtlCol="0"/>
            <a:lstStyle/>
            <a:p/>
          </p:txBody>
        </p:sp>
      </p:grpSp>
      <p:sp>
        <p:nvSpPr>
          <p:cNvPr id="51" name="object 51" descr=""/>
          <p:cNvSpPr txBox="1"/>
          <p:nvPr/>
        </p:nvSpPr>
        <p:spPr>
          <a:xfrm>
            <a:off x="3511041" y="4396232"/>
            <a:ext cx="3302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IR</a:t>
            </a:r>
            <a:endParaRPr sz="2400">
              <a:latin typeface="Tahoma"/>
              <a:cs typeface="Tahoma"/>
            </a:endParaRPr>
          </a:p>
        </p:txBody>
      </p:sp>
      <p:sp>
        <p:nvSpPr>
          <p:cNvPr id="52" name="object 52" descr=""/>
          <p:cNvSpPr txBox="1"/>
          <p:nvPr/>
        </p:nvSpPr>
        <p:spPr>
          <a:xfrm>
            <a:off x="8700261" y="1933702"/>
            <a:ext cx="3303904"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Tahoma"/>
                <a:cs typeface="Tahoma"/>
              </a:rPr>
              <a:t>ALU</a:t>
            </a:r>
            <a:r>
              <a:rPr dirty="0" sz="2400" spc="-10">
                <a:solidFill>
                  <a:srgbClr val="FF0000"/>
                </a:solidFill>
                <a:latin typeface="黑体"/>
                <a:cs typeface="黑体"/>
              </a:rPr>
              <a:t>两个输入端寄存器等</a:t>
            </a:r>
            <a:endParaRPr sz="2400">
              <a:latin typeface="黑体"/>
              <a:cs typeface="黑体"/>
            </a:endParaRPr>
          </a:p>
        </p:txBody>
      </p:sp>
      <p:sp>
        <p:nvSpPr>
          <p:cNvPr id="53" name="object 53" descr=""/>
          <p:cNvSpPr/>
          <p:nvPr/>
        </p:nvSpPr>
        <p:spPr>
          <a:xfrm>
            <a:off x="5340350" y="2362200"/>
            <a:ext cx="4427855" cy="1224280"/>
          </a:xfrm>
          <a:custGeom>
            <a:avLst/>
            <a:gdLst/>
            <a:ahLst/>
            <a:cxnLst/>
            <a:rect l="l" t="t" r="r" b="b"/>
            <a:pathLst>
              <a:path w="4427855" h="1224279">
                <a:moveTo>
                  <a:pt x="0" y="1223899"/>
                </a:moveTo>
                <a:lnTo>
                  <a:pt x="4427601" y="0"/>
                </a:lnTo>
              </a:path>
            </a:pathLst>
          </a:custGeom>
          <a:ln w="9525">
            <a:solidFill>
              <a:srgbClr val="FF09FF"/>
            </a:solidFill>
          </a:ln>
        </p:spPr>
        <p:txBody>
          <a:bodyPr wrap="square" lIns="0" tIns="0" rIns="0" bIns="0" rtlCol="0"/>
          <a:lstStyle/>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8" name="object 8" descr=""/>
          <p:cNvPicPr/>
          <p:nvPr/>
        </p:nvPicPr>
        <p:blipFill>
          <a:blip r:embed="rId2" cstate="print"/>
          <a:stretch>
            <a:fillRect/>
          </a:stretch>
        </p:blipFill>
        <p:spPr>
          <a:xfrm>
            <a:off x="0" y="947737"/>
            <a:ext cx="7319898" cy="5191125"/>
          </a:xfrm>
          <a:prstGeom prst="rect">
            <a:avLst/>
          </a:prstGeom>
        </p:spPr>
      </p:pic>
      <p:sp>
        <p:nvSpPr>
          <p:cNvPr id="9" name="object 9"/>
          <p:cNvSpPr txBox="1">
            <a:spLocks noGrp="1"/>
          </p:cNvSpPr>
          <p:nvPr>
            <p:ph type="title"/>
          </p:nvPr>
        </p:nvSpPr>
        <p:spPr>
          <a:prstGeom prst="rect"/>
        </p:spPr>
        <p:txBody>
          <a:bodyPr wrap="square" lIns="0" tIns="13335" rIns="0" bIns="0" rtlCol="0" vert="horz">
            <a:spAutoFit/>
          </a:bodyPr>
          <a:lstStyle/>
          <a:p>
            <a:pPr marL="26670">
              <a:lnSpc>
                <a:spcPct val="100000"/>
              </a:lnSpc>
              <a:spcBef>
                <a:spcPts val="105"/>
              </a:spcBef>
              <a:tabLst>
                <a:tab pos="11028045" algn="l"/>
              </a:tabLst>
            </a:pPr>
            <a:r>
              <a:rPr dirty="0" spc="-25" b="1">
                <a:solidFill>
                  <a:srgbClr val="2C44A3"/>
                </a:solidFill>
                <a:latin typeface="黑体"/>
                <a:cs typeface="黑体"/>
              </a:rPr>
              <a:t>一条</a:t>
            </a:r>
            <a:r>
              <a:rPr dirty="0" spc="-40" b="1">
                <a:solidFill>
                  <a:srgbClr val="2C44A3"/>
                </a:solidFill>
                <a:latin typeface="黑体"/>
                <a:cs typeface="黑体"/>
              </a:rPr>
              <a:t>指</a:t>
            </a:r>
            <a:r>
              <a:rPr dirty="0" spc="-20" b="1">
                <a:solidFill>
                  <a:srgbClr val="2C44A3"/>
                </a:solidFill>
                <a:latin typeface="黑体"/>
                <a:cs typeface="黑体"/>
              </a:rPr>
              <a:t>令</a:t>
            </a:r>
            <a:r>
              <a:rPr dirty="0" spc="-10" b="1">
                <a:solidFill>
                  <a:srgbClr val="2C44A3"/>
                </a:solidFill>
                <a:latin typeface="Calibri"/>
                <a:cs typeface="Calibri"/>
              </a:rPr>
              <a:t>5</a:t>
            </a:r>
            <a:r>
              <a:rPr dirty="0" spc="-40" b="1">
                <a:solidFill>
                  <a:srgbClr val="2C44A3"/>
                </a:solidFill>
                <a:latin typeface="黑体"/>
                <a:cs typeface="黑体"/>
              </a:rPr>
              <a:t>段</a:t>
            </a:r>
            <a:r>
              <a:rPr dirty="0" spc="-25" b="1">
                <a:solidFill>
                  <a:srgbClr val="2C44A3"/>
                </a:solidFill>
                <a:latin typeface="黑体"/>
                <a:cs typeface="黑体"/>
              </a:rPr>
              <a:t>的</a:t>
            </a:r>
            <a:r>
              <a:rPr dirty="0" spc="-40" b="1">
                <a:solidFill>
                  <a:srgbClr val="2C44A3"/>
                </a:solidFill>
                <a:latin typeface="黑体"/>
                <a:cs typeface="黑体"/>
              </a:rPr>
              <a:t>执行</a:t>
            </a:r>
            <a:r>
              <a:rPr dirty="0" spc="-30" b="1">
                <a:solidFill>
                  <a:srgbClr val="2C44A3"/>
                </a:solidFill>
                <a:latin typeface="黑体"/>
                <a:cs typeface="黑体"/>
              </a:rPr>
              <a:t>过</a:t>
            </a:r>
            <a:r>
              <a:rPr dirty="0" spc="-40" b="1">
                <a:solidFill>
                  <a:srgbClr val="2C44A3"/>
                </a:solidFill>
                <a:latin typeface="黑体"/>
                <a:cs typeface="黑体"/>
              </a:rPr>
              <a:t>程（</a:t>
            </a:r>
            <a:r>
              <a:rPr dirty="0" spc="-30" b="1">
                <a:solidFill>
                  <a:srgbClr val="2C44A3"/>
                </a:solidFill>
                <a:latin typeface="黑体"/>
                <a:cs typeface="黑体"/>
              </a:rPr>
              <a:t>如</a:t>
            </a:r>
            <a:r>
              <a:rPr dirty="0" spc="-40" b="1">
                <a:solidFill>
                  <a:srgbClr val="2C44A3"/>
                </a:solidFill>
                <a:latin typeface="黑体"/>
                <a:cs typeface="黑体"/>
              </a:rPr>
              <a:t>表</a:t>
            </a:r>
            <a:r>
              <a:rPr dirty="0" spc="-50" b="1">
                <a:solidFill>
                  <a:srgbClr val="2C44A3"/>
                </a:solidFill>
                <a:latin typeface="黑体"/>
                <a:cs typeface="黑体"/>
              </a:rPr>
              <a:t>）</a:t>
            </a:r>
            <a:r>
              <a:rPr dirty="0" b="1">
                <a:solidFill>
                  <a:srgbClr val="2C44A3"/>
                </a:solidFill>
                <a:latin typeface="黑体"/>
                <a:cs typeface="黑体"/>
              </a:rPr>
              <a:t>	</a:t>
            </a:r>
          </a:p>
        </p:txBody>
      </p:sp>
      <p:sp>
        <p:nvSpPr>
          <p:cNvPr id="10" name="object 10" descr=""/>
          <p:cNvSpPr txBox="1"/>
          <p:nvPr/>
        </p:nvSpPr>
        <p:spPr>
          <a:xfrm>
            <a:off x="7687182" y="1278382"/>
            <a:ext cx="4154170" cy="190627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在上述</a:t>
            </a:r>
            <a:r>
              <a:rPr dirty="0" sz="2400" spc="-25">
                <a:solidFill>
                  <a:srgbClr val="40458B"/>
                </a:solidFill>
                <a:latin typeface="Tahoma"/>
                <a:cs typeface="Tahoma"/>
              </a:rPr>
              <a:t>5</a:t>
            </a:r>
            <a:r>
              <a:rPr dirty="0" sz="2400" spc="-10">
                <a:solidFill>
                  <a:srgbClr val="40458B"/>
                </a:solidFill>
                <a:latin typeface="黑体"/>
                <a:cs typeface="黑体"/>
              </a:rPr>
              <a:t>个周期实现方案中：</a:t>
            </a:r>
            <a:endParaRPr sz="2400">
              <a:latin typeface="黑体"/>
              <a:cs typeface="黑体"/>
            </a:endParaRPr>
          </a:p>
          <a:p>
            <a:pPr>
              <a:lnSpc>
                <a:spcPct val="100000"/>
              </a:lnSpc>
              <a:spcBef>
                <a:spcPts val="160"/>
              </a:spcBef>
            </a:pPr>
            <a:endParaRPr sz="2400">
              <a:latin typeface="黑体"/>
              <a:cs typeface="黑体"/>
            </a:endParaRPr>
          </a:p>
          <a:p>
            <a:pPr marL="12700" marR="5080">
              <a:lnSpc>
                <a:spcPct val="100000"/>
              </a:lnSpc>
            </a:pPr>
            <a:r>
              <a:rPr dirty="0" sz="2400">
                <a:solidFill>
                  <a:srgbClr val="FF0000"/>
                </a:solidFill>
                <a:latin typeface="黑体"/>
                <a:cs typeface="黑体"/>
              </a:rPr>
              <a:t>分支指令</a:t>
            </a:r>
            <a:r>
              <a:rPr dirty="0" sz="2400" spc="-10">
                <a:solidFill>
                  <a:srgbClr val="40458B"/>
                </a:solidFill>
                <a:latin typeface="黑体"/>
                <a:cs typeface="黑体"/>
              </a:rPr>
              <a:t>：</a:t>
            </a:r>
            <a:r>
              <a:rPr dirty="0" sz="2400" spc="-10">
                <a:solidFill>
                  <a:srgbClr val="40458B"/>
                </a:solidFill>
                <a:latin typeface="Tahoma"/>
                <a:cs typeface="Tahoma"/>
              </a:rPr>
              <a:t>4</a:t>
            </a:r>
            <a:r>
              <a:rPr dirty="0" sz="2400" spc="-10">
                <a:solidFill>
                  <a:srgbClr val="40458B"/>
                </a:solidFill>
                <a:latin typeface="黑体"/>
                <a:cs typeface="黑体"/>
              </a:rPr>
              <a:t>个周期，如果将分支指令的执行提前到</a:t>
            </a:r>
            <a:r>
              <a:rPr dirty="0" sz="2400">
                <a:solidFill>
                  <a:srgbClr val="40458B"/>
                </a:solidFill>
                <a:latin typeface="Tahoma"/>
                <a:cs typeface="Tahoma"/>
              </a:rPr>
              <a:t>ID</a:t>
            </a:r>
            <a:r>
              <a:rPr dirty="0" sz="2400" spc="-25">
                <a:solidFill>
                  <a:srgbClr val="40458B"/>
                </a:solidFill>
                <a:latin typeface="黑体"/>
                <a:cs typeface="黑体"/>
              </a:rPr>
              <a:t>周期则</a:t>
            </a:r>
            <a:r>
              <a:rPr dirty="0" sz="2400">
                <a:solidFill>
                  <a:srgbClr val="40458B"/>
                </a:solidFill>
                <a:latin typeface="黑体"/>
                <a:cs typeface="黑体"/>
              </a:rPr>
              <a:t>需</a:t>
            </a:r>
            <a:r>
              <a:rPr dirty="0" sz="2400" spc="-25">
                <a:solidFill>
                  <a:srgbClr val="40458B"/>
                </a:solidFill>
                <a:latin typeface="Tahoma"/>
                <a:cs typeface="Tahoma"/>
              </a:rPr>
              <a:t>2</a:t>
            </a:r>
            <a:r>
              <a:rPr dirty="0" sz="2400" spc="-20">
                <a:solidFill>
                  <a:srgbClr val="40458B"/>
                </a:solidFill>
                <a:latin typeface="黑体"/>
                <a:cs typeface="黑体"/>
              </a:rPr>
              <a:t>个周期</a:t>
            </a:r>
            <a:endParaRPr sz="2400">
              <a:latin typeface="黑体"/>
              <a:cs typeface="黑体"/>
            </a:endParaRPr>
          </a:p>
        </p:txBody>
      </p:sp>
      <p:sp>
        <p:nvSpPr>
          <p:cNvPr id="11" name="object 11" descr=""/>
          <p:cNvSpPr txBox="1"/>
          <p:nvPr/>
        </p:nvSpPr>
        <p:spPr>
          <a:xfrm>
            <a:off x="8627109" y="4120388"/>
            <a:ext cx="2768600" cy="748030"/>
          </a:xfrm>
          <a:prstGeom prst="rect">
            <a:avLst/>
          </a:prstGeom>
        </p:spPr>
        <p:txBody>
          <a:bodyPr wrap="square" lIns="0" tIns="31750" rIns="0" bIns="0" rtlCol="0" vert="horz">
            <a:spAutoFit/>
          </a:bodyPr>
          <a:lstStyle/>
          <a:p>
            <a:pPr marL="12700" marR="5080">
              <a:lnSpc>
                <a:spcPts val="2810"/>
              </a:lnSpc>
              <a:spcBef>
                <a:spcPts val="250"/>
              </a:spcBef>
            </a:pPr>
            <a:r>
              <a:rPr dirty="0" sz="2400" spc="-10">
                <a:solidFill>
                  <a:srgbClr val="FF0000"/>
                </a:solidFill>
                <a:latin typeface="黑体"/>
                <a:cs typeface="黑体"/>
              </a:rPr>
              <a:t>但现有流水线方案依然会存在较多问题</a:t>
            </a:r>
            <a:endParaRPr sz="2400">
              <a:latin typeface="黑体"/>
              <a:cs typeface="黑体"/>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42163" y="795020"/>
            <a:ext cx="11729085" cy="501967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Tahoma"/>
              <a:buAutoNum type="arabicPeriod" startAt="3"/>
              <a:tabLst>
                <a:tab pos="469265" algn="l"/>
              </a:tabLst>
            </a:pPr>
            <a:r>
              <a:rPr dirty="0" sz="2700">
                <a:solidFill>
                  <a:srgbClr val="E14B04"/>
                </a:solidFill>
                <a:latin typeface="黑体"/>
                <a:cs typeface="黑体"/>
              </a:rPr>
              <a:t>采用流水线方式实现时，应解决好以下几个问题</a:t>
            </a:r>
            <a:r>
              <a:rPr dirty="0" sz="2700" spc="-25">
                <a:solidFill>
                  <a:srgbClr val="E14B04"/>
                </a:solidFill>
                <a:latin typeface="黑体"/>
                <a:cs typeface="黑体"/>
              </a:rPr>
              <a:t>（</a:t>
            </a:r>
            <a:r>
              <a:rPr dirty="0" sz="2700" spc="-25">
                <a:solidFill>
                  <a:srgbClr val="E14B04"/>
                </a:solidFill>
                <a:latin typeface="Tahoma"/>
                <a:cs typeface="Tahoma"/>
              </a:rPr>
              <a:t>4</a:t>
            </a:r>
            <a:r>
              <a:rPr dirty="0" sz="2700">
                <a:solidFill>
                  <a:srgbClr val="E14B04"/>
                </a:solidFill>
                <a:latin typeface="黑体"/>
                <a:cs typeface="黑体"/>
              </a:rPr>
              <a:t>个方面</a:t>
            </a:r>
            <a:r>
              <a:rPr dirty="0" sz="2700" spc="-25">
                <a:solidFill>
                  <a:srgbClr val="E14B04"/>
                </a:solidFill>
                <a:latin typeface="黑体"/>
                <a:cs typeface="黑体"/>
              </a:rPr>
              <a:t>）：</a:t>
            </a:r>
            <a:endParaRPr sz="2700">
              <a:latin typeface="黑体"/>
              <a:cs typeface="黑体"/>
            </a:endParaRPr>
          </a:p>
          <a:p>
            <a:pPr lvl="1" marL="1099185" indent="-457200">
              <a:lnSpc>
                <a:spcPct val="100000"/>
              </a:lnSpc>
              <a:spcBef>
                <a:spcPts val="2090"/>
              </a:spcBef>
              <a:buSzPct val="89583"/>
              <a:buFont typeface="Wingdings"/>
              <a:buChar char=""/>
              <a:tabLst>
                <a:tab pos="1099185" algn="l"/>
              </a:tabLst>
            </a:pPr>
            <a:r>
              <a:rPr dirty="0" sz="2400" spc="-5">
                <a:solidFill>
                  <a:srgbClr val="40458B"/>
                </a:solidFill>
                <a:latin typeface="黑体"/>
                <a:cs typeface="黑体"/>
              </a:rPr>
              <a:t>要保证不会在同一时钟周期要求同一个功能段做两件不同的工作。</a:t>
            </a:r>
            <a:endParaRPr sz="2400">
              <a:latin typeface="黑体"/>
              <a:cs typeface="黑体"/>
            </a:endParaRPr>
          </a:p>
          <a:p>
            <a:pPr marL="991235">
              <a:lnSpc>
                <a:spcPct val="100000"/>
              </a:lnSpc>
              <a:spcBef>
                <a:spcPts val="1780"/>
              </a:spcBef>
            </a:pPr>
            <a:r>
              <a:rPr dirty="0" sz="2000" spc="-15" b="1">
                <a:solidFill>
                  <a:srgbClr val="00AFEF"/>
                </a:solidFill>
                <a:latin typeface="黑体"/>
                <a:cs typeface="黑体"/>
              </a:rPr>
              <a:t>例如：不能要求</a:t>
            </a:r>
            <a:r>
              <a:rPr dirty="0" sz="2000" spc="-10" b="1">
                <a:solidFill>
                  <a:srgbClr val="00AFEF"/>
                </a:solidFill>
                <a:latin typeface="宋体"/>
                <a:cs typeface="宋体"/>
              </a:rPr>
              <a:t>ALU</a:t>
            </a:r>
            <a:r>
              <a:rPr dirty="0" sz="2000" spc="-25" b="1">
                <a:solidFill>
                  <a:srgbClr val="00AFEF"/>
                </a:solidFill>
                <a:latin typeface="黑体"/>
                <a:cs typeface="黑体"/>
              </a:rPr>
              <a:t>同时做有效地址计算和算术运算。</a:t>
            </a:r>
            <a:endParaRPr sz="2000">
              <a:latin typeface="黑体"/>
              <a:cs typeface="黑体"/>
            </a:endParaRPr>
          </a:p>
          <a:p>
            <a:pPr lvl="1" marL="1099185" indent="-457200">
              <a:lnSpc>
                <a:spcPct val="100000"/>
              </a:lnSpc>
              <a:spcBef>
                <a:spcPts val="1914"/>
              </a:spcBef>
              <a:buSzPct val="89583"/>
              <a:buFont typeface="Wingdings"/>
              <a:buChar char=""/>
              <a:tabLst>
                <a:tab pos="1099185" algn="l"/>
              </a:tabLst>
            </a:pPr>
            <a:r>
              <a:rPr dirty="0" sz="2400" spc="-10">
                <a:solidFill>
                  <a:srgbClr val="40458B"/>
                </a:solidFill>
                <a:latin typeface="黑体"/>
                <a:cs typeface="黑体"/>
              </a:rPr>
              <a:t>避免</a:t>
            </a:r>
            <a:r>
              <a:rPr dirty="0" sz="2400" spc="-10">
                <a:solidFill>
                  <a:srgbClr val="9933FF"/>
                </a:solidFill>
                <a:latin typeface="黑体"/>
                <a:cs typeface="黑体"/>
              </a:rPr>
              <a:t>IF</a:t>
            </a:r>
            <a:r>
              <a:rPr dirty="0" sz="2400" spc="-10">
                <a:solidFill>
                  <a:srgbClr val="40458B"/>
                </a:solidFill>
                <a:latin typeface="黑体"/>
                <a:cs typeface="黑体"/>
              </a:rPr>
              <a:t>段的访存（取指令）</a:t>
            </a:r>
            <a:r>
              <a:rPr dirty="0" sz="2400">
                <a:solidFill>
                  <a:srgbClr val="40458B"/>
                </a:solidFill>
                <a:latin typeface="黑体"/>
                <a:cs typeface="黑体"/>
              </a:rPr>
              <a:t>与</a:t>
            </a:r>
            <a:r>
              <a:rPr dirty="0" sz="2400" spc="-10">
                <a:solidFill>
                  <a:srgbClr val="9933FF"/>
                </a:solidFill>
                <a:latin typeface="黑体"/>
                <a:cs typeface="黑体"/>
              </a:rPr>
              <a:t>MEM</a:t>
            </a:r>
            <a:r>
              <a:rPr dirty="0" sz="2400">
                <a:solidFill>
                  <a:srgbClr val="40458B"/>
                </a:solidFill>
                <a:latin typeface="黑体"/>
                <a:cs typeface="黑体"/>
              </a:rPr>
              <a:t>段的访存（</a:t>
            </a:r>
            <a:r>
              <a:rPr dirty="0" sz="2400" spc="-15">
                <a:solidFill>
                  <a:srgbClr val="40458B"/>
                </a:solidFill>
                <a:latin typeface="黑体"/>
                <a:cs typeface="黑体"/>
              </a:rPr>
              <a:t>读/写数据</a:t>
            </a:r>
            <a:r>
              <a:rPr dirty="0" sz="2400" spc="-10">
                <a:solidFill>
                  <a:srgbClr val="40458B"/>
                </a:solidFill>
                <a:latin typeface="黑体"/>
                <a:cs typeface="黑体"/>
              </a:rPr>
              <a:t>）</a:t>
            </a:r>
            <a:r>
              <a:rPr dirty="0" sz="2400" spc="-20">
                <a:solidFill>
                  <a:srgbClr val="40458B"/>
                </a:solidFill>
                <a:latin typeface="黑体"/>
                <a:cs typeface="黑体"/>
              </a:rPr>
              <a:t>发生冲突。</a:t>
            </a:r>
            <a:endParaRPr sz="2400">
              <a:latin typeface="黑体"/>
              <a:cs typeface="黑体"/>
            </a:endParaRPr>
          </a:p>
          <a:p>
            <a:pPr lvl="2" marL="1273175" indent="-288290">
              <a:lnSpc>
                <a:spcPct val="100000"/>
              </a:lnSpc>
              <a:spcBef>
                <a:spcPts val="1785"/>
              </a:spcBef>
              <a:buClr>
                <a:srgbClr val="4668F5"/>
              </a:buClr>
              <a:buSzPct val="60000"/>
              <a:buFont typeface="Wingdings"/>
              <a:buChar char=""/>
              <a:tabLst>
                <a:tab pos="1273175" algn="l"/>
              </a:tabLst>
            </a:pPr>
            <a:r>
              <a:rPr dirty="0" sz="2000" spc="-25" b="1">
                <a:solidFill>
                  <a:srgbClr val="00AFEF"/>
                </a:solidFill>
                <a:latin typeface="黑体"/>
                <a:cs typeface="黑体"/>
              </a:rPr>
              <a:t>可以采用分离的指令存储器和数据存储器；</a:t>
            </a:r>
            <a:endParaRPr sz="2000">
              <a:latin typeface="黑体"/>
              <a:cs typeface="黑体"/>
            </a:endParaRPr>
          </a:p>
          <a:p>
            <a:pPr lvl="2" marL="1273175" indent="-288290">
              <a:lnSpc>
                <a:spcPct val="100000"/>
              </a:lnSpc>
              <a:spcBef>
                <a:spcPts val="1675"/>
              </a:spcBef>
              <a:buClr>
                <a:srgbClr val="4668F5"/>
              </a:buClr>
              <a:buSzPct val="60000"/>
              <a:buFont typeface="Wingdings"/>
              <a:buChar char=""/>
              <a:tabLst>
                <a:tab pos="1273175" algn="l"/>
              </a:tabLst>
            </a:pPr>
            <a:r>
              <a:rPr dirty="0" sz="2000" spc="-15" b="1">
                <a:solidFill>
                  <a:srgbClr val="00AFEF"/>
                </a:solidFill>
                <a:latin typeface="黑体"/>
                <a:cs typeface="黑体"/>
              </a:rPr>
              <a:t>一般采用分离的指令</a:t>
            </a:r>
            <a:r>
              <a:rPr dirty="0" sz="2000" spc="-10" b="1">
                <a:solidFill>
                  <a:srgbClr val="9933FF"/>
                </a:solidFill>
                <a:latin typeface="宋体"/>
                <a:cs typeface="宋体"/>
              </a:rPr>
              <a:t>Cache</a:t>
            </a:r>
            <a:r>
              <a:rPr dirty="0" sz="2000" spc="-15" b="1">
                <a:solidFill>
                  <a:srgbClr val="00AFEF"/>
                </a:solidFill>
                <a:latin typeface="黑体"/>
                <a:cs typeface="黑体"/>
              </a:rPr>
              <a:t>和数据</a:t>
            </a:r>
            <a:r>
              <a:rPr dirty="0" sz="2000" spc="-10" b="1">
                <a:solidFill>
                  <a:srgbClr val="9933FF"/>
                </a:solidFill>
                <a:latin typeface="宋体"/>
                <a:cs typeface="宋体"/>
              </a:rPr>
              <a:t>Cache</a:t>
            </a:r>
            <a:r>
              <a:rPr dirty="0" sz="2000" spc="-50" b="1">
                <a:solidFill>
                  <a:srgbClr val="00AFEF"/>
                </a:solidFill>
                <a:latin typeface="黑体"/>
                <a:cs typeface="黑体"/>
              </a:rPr>
              <a:t>。</a:t>
            </a:r>
            <a:endParaRPr sz="2000">
              <a:latin typeface="黑体"/>
              <a:cs typeface="黑体"/>
            </a:endParaRPr>
          </a:p>
          <a:p>
            <a:pPr lvl="1" marL="1099185" marR="2847340" indent="-457200">
              <a:lnSpc>
                <a:spcPts val="4900"/>
              </a:lnSpc>
              <a:spcBef>
                <a:spcPts val="400"/>
              </a:spcBef>
              <a:buClr>
                <a:srgbClr val="40458B"/>
              </a:buClr>
              <a:buSzPct val="89583"/>
              <a:buFont typeface="Wingdings"/>
              <a:buChar char=""/>
              <a:tabLst>
                <a:tab pos="1251585" algn="l"/>
                <a:tab pos="7653020" algn="l"/>
              </a:tabLst>
            </a:pPr>
            <a:r>
              <a:rPr dirty="0" sz="2400" spc="-10">
                <a:solidFill>
                  <a:srgbClr val="9933FF"/>
                </a:solidFill>
                <a:latin typeface="黑体"/>
                <a:cs typeface="黑体"/>
              </a:rPr>
              <a:t>ID</a:t>
            </a:r>
            <a:r>
              <a:rPr dirty="0" sz="2400">
                <a:solidFill>
                  <a:srgbClr val="40458B"/>
                </a:solidFill>
                <a:latin typeface="黑体"/>
                <a:cs typeface="黑体"/>
              </a:rPr>
              <a:t>段和</a:t>
            </a:r>
            <a:r>
              <a:rPr dirty="0" sz="2400">
                <a:solidFill>
                  <a:srgbClr val="9933FF"/>
                </a:solidFill>
                <a:latin typeface="黑体"/>
                <a:cs typeface="黑体"/>
              </a:rPr>
              <a:t>WB</a:t>
            </a:r>
            <a:r>
              <a:rPr dirty="0" sz="2400">
                <a:solidFill>
                  <a:srgbClr val="40458B"/>
                </a:solidFill>
                <a:latin typeface="黑体"/>
                <a:cs typeface="黑体"/>
              </a:rPr>
              <a:t>段都要访问同一寄存器文件。</a:t>
            </a:r>
            <a:r>
              <a:rPr dirty="0" sz="2400">
                <a:solidFill>
                  <a:srgbClr val="D50092"/>
                </a:solidFill>
                <a:latin typeface="宋体"/>
                <a:cs typeface="宋体"/>
              </a:rPr>
              <a:t>ID</a:t>
            </a:r>
            <a:r>
              <a:rPr dirty="0" sz="2400">
                <a:solidFill>
                  <a:srgbClr val="D50092"/>
                </a:solidFill>
                <a:latin typeface="黑体"/>
                <a:cs typeface="黑体"/>
              </a:rPr>
              <a:t>段：</a:t>
            </a:r>
            <a:r>
              <a:rPr dirty="0" sz="2400" spc="-50">
                <a:solidFill>
                  <a:srgbClr val="D50092"/>
                </a:solidFill>
                <a:latin typeface="黑体"/>
                <a:cs typeface="黑体"/>
              </a:rPr>
              <a:t>读</a:t>
            </a:r>
            <a:r>
              <a:rPr dirty="0" sz="2400">
                <a:solidFill>
                  <a:srgbClr val="D50092"/>
                </a:solidFill>
                <a:latin typeface="黑体"/>
                <a:cs typeface="黑体"/>
              </a:rPr>
              <a:t>	</a:t>
            </a:r>
            <a:r>
              <a:rPr dirty="0" sz="2400">
                <a:solidFill>
                  <a:srgbClr val="006FC0"/>
                </a:solidFill>
                <a:latin typeface="宋体"/>
                <a:cs typeface="宋体"/>
              </a:rPr>
              <a:t>WB</a:t>
            </a:r>
            <a:r>
              <a:rPr dirty="0" sz="2400">
                <a:solidFill>
                  <a:srgbClr val="006FC0"/>
                </a:solidFill>
                <a:latin typeface="黑体"/>
                <a:cs typeface="黑体"/>
              </a:rPr>
              <a:t>段：</a:t>
            </a:r>
            <a:r>
              <a:rPr dirty="0" sz="2400" spc="-50">
                <a:solidFill>
                  <a:srgbClr val="006FC0"/>
                </a:solidFill>
                <a:latin typeface="黑体"/>
                <a:cs typeface="黑体"/>
              </a:rPr>
              <a:t>写</a:t>
            </a:r>
            <a:r>
              <a:rPr dirty="0" sz="2400" spc="-50">
                <a:solidFill>
                  <a:srgbClr val="006FC0"/>
                </a:solidFill>
                <a:latin typeface="黑体"/>
                <a:cs typeface="黑体"/>
              </a:rPr>
              <a:t>	</a:t>
            </a:r>
            <a:r>
              <a:rPr dirty="0" sz="2400">
                <a:solidFill>
                  <a:srgbClr val="FF0000"/>
                </a:solidFill>
                <a:latin typeface="黑体"/>
                <a:cs typeface="黑体"/>
              </a:rPr>
              <a:t>如何解决对同一寄存器的访问冲突</a:t>
            </a:r>
            <a:r>
              <a:rPr dirty="0" sz="2400" spc="-50">
                <a:solidFill>
                  <a:srgbClr val="FF0000"/>
                </a:solidFill>
                <a:latin typeface="黑体"/>
                <a:cs typeface="黑体"/>
              </a:rPr>
              <a:t>？</a:t>
            </a:r>
            <a:endParaRPr sz="2400">
              <a:latin typeface="黑体"/>
              <a:cs typeface="黑体"/>
            </a:endParaRPr>
          </a:p>
          <a:p>
            <a:pPr marL="733425">
              <a:lnSpc>
                <a:spcPct val="100000"/>
              </a:lnSpc>
              <a:spcBef>
                <a:spcPts val="1275"/>
              </a:spcBef>
            </a:pPr>
            <a:r>
              <a:rPr dirty="0" sz="2000" spc="-25" b="1">
                <a:solidFill>
                  <a:srgbClr val="00AFEF"/>
                </a:solidFill>
                <a:latin typeface="黑体"/>
                <a:cs typeface="黑体"/>
              </a:rPr>
              <a:t>解决对同一寄存器的访问冲突：把写操作安排在时钟期的前半拍完成，把读操作安排在后半拍完成</a:t>
            </a:r>
            <a:endParaRPr sz="2000">
              <a:latin typeface="黑体"/>
              <a:cs typeface="黑体"/>
            </a:endParaRPr>
          </a:p>
        </p:txBody>
      </p:sp>
      <p:sp>
        <p:nvSpPr>
          <p:cNvPr id="10" name="object 10"/>
          <p:cNvSpPr txBox="1">
            <a:spLocks noGrp="1"/>
          </p:cNvSpPr>
          <p:nvPr>
            <p:ph type="title"/>
          </p:nvPr>
        </p:nvSpPr>
        <p:spPr>
          <a:xfrm>
            <a:off x="2656458" y="107695"/>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270763" y="774319"/>
            <a:ext cx="11679555" cy="4547235"/>
          </a:xfrm>
          <a:prstGeom prst="rect">
            <a:avLst/>
          </a:prstGeom>
        </p:spPr>
        <p:txBody>
          <a:bodyPr wrap="square" lIns="0" tIns="228600" rIns="0" bIns="0" rtlCol="0" vert="horz">
            <a:spAutoFit/>
          </a:bodyPr>
          <a:lstStyle/>
          <a:p>
            <a:pPr marL="12700">
              <a:lnSpc>
                <a:spcPct val="100000"/>
              </a:lnSpc>
              <a:spcBef>
                <a:spcPts val="1800"/>
              </a:spcBef>
            </a:pPr>
            <a:r>
              <a:rPr dirty="0" sz="2700" spc="-20">
                <a:solidFill>
                  <a:srgbClr val="E14B04"/>
                </a:solidFill>
                <a:latin typeface="Tahoma"/>
                <a:cs typeface="Tahoma"/>
              </a:rPr>
              <a:t>3</a:t>
            </a:r>
            <a:r>
              <a:rPr dirty="0" sz="2700">
                <a:solidFill>
                  <a:srgbClr val="E14B04"/>
                </a:solidFill>
                <a:latin typeface="黑体"/>
                <a:cs typeface="黑体"/>
              </a:rPr>
              <a:t>、采用流水线方式实现时，应解决好以下几个问题</a:t>
            </a:r>
            <a:r>
              <a:rPr dirty="0" sz="2700" spc="-25">
                <a:solidFill>
                  <a:srgbClr val="E14B04"/>
                </a:solidFill>
                <a:latin typeface="黑体"/>
                <a:cs typeface="黑体"/>
              </a:rPr>
              <a:t>（</a:t>
            </a:r>
            <a:r>
              <a:rPr dirty="0" sz="2700" spc="-25">
                <a:solidFill>
                  <a:srgbClr val="E14B04"/>
                </a:solidFill>
                <a:latin typeface="Tahoma"/>
                <a:cs typeface="Tahoma"/>
              </a:rPr>
              <a:t>4</a:t>
            </a:r>
            <a:r>
              <a:rPr dirty="0" sz="2700">
                <a:solidFill>
                  <a:srgbClr val="E14B04"/>
                </a:solidFill>
                <a:latin typeface="黑体"/>
                <a:cs typeface="黑体"/>
              </a:rPr>
              <a:t>个方面</a:t>
            </a:r>
            <a:r>
              <a:rPr dirty="0" sz="2700" spc="-25">
                <a:solidFill>
                  <a:srgbClr val="E14B04"/>
                </a:solidFill>
                <a:latin typeface="黑体"/>
                <a:cs typeface="黑体"/>
              </a:rPr>
              <a:t>）：</a:t>
            </a:r>
            <a:endParaRPr sz="2700">
              <a:latin typeface="黑体"/>
              <a:cs typeface="黑体"/>
            </a:endParaRPr>
          </a:p>
          <a:p>
            <a:pPr marL="516255" indent="-270510">
              <a:lnSpc>
                <a:spcPct val="100000"/>
              </a:lnSpc>
              <a:spcBef>
                <a:spcPts val="1510"/>
              </a:spcBef>
              <a:buSzPct val="89583"/>
              <a:buFont typeface="Wingdings"/>
              <a:buChar char=""/>
              <a:tabLst>
                <a:tab pos="516255" algn="l"/>
              </a:tabLst>
            </a:pPr>
            <a:r>
              <a:rPr dirty="0" sz="2400" spc="-5">
                <a:solidFill>
                  <a:srgbClr val="40458B"/>
                </a:solidFill>
                <a:latin typeface="黑体"/>
                <a:cs typeface="黑体"/>
              </a:rPr>
              <a:t>考虑</a:t>
            </a:r>
            <a:r>
              <a:rPr dirty="0" sz="2400">
                <a:solidFill>
                  <a:srgbClr val="9933FF"/>
                </a:solidFill>
                <a:latin typeface="黑体"/>
                <a:cs typeface="黑体"/>
              </a:rPr>
              <a:t>PC</a:t>
            </a:r>
            <a:r>
              <a:rPr dirty="0" sz="2400" spc="-20">
                <a:solidFill>
                  <a:srgbClr val="40458B"/>
                </a:solidFill>
                <a:latin typeface="黑体"/>
                <a:cs typeface="黑体"/>
              </a:rPr>
              <a:t>的问题</a:t>
            </a:r>
            <a:endParaRPr sz="2400">
              <a:latin typeface="黑体"/>
              <a:cs typeface="黑体"/>
            </a:endParaRPr>
          </a:p>
          <a:p>
            <a:pPr lvl="1" marL="1056640" marR="5080" indent="-288290">
              <a:lnSpc>
                <a:spcPct val="150000"/>
              </a:lnSpc>
              <a:spcBef>
                <a:spcPts val="105"/>
              </a:spcBef>
              <a:buClr>
                <a:srgbClr val="4668F5"/>
              </a:buClr>
              <a:buSzPct val="60000"/>
              <a:buFont typeface="Wingdings"/>
              <a:buChar char=""/>
              <a:tabLst>
                <a:tab pos="1056640" algn="l"/>
              </a:tabLst>
            </a:pPr>
            <a:r>
              <a:rPr dirty="0" sz="2000" spc="-20" b="1">
                <a:solidFill>
                  <a:srgbClr val="00AFEF"/>
                </a:solidFill>
                <a:latin typeface="黑体"/>
                <a:cs typeface="黑体"/>
              </a:rPr>
              <a:t>流水线为了能够每个时钟周期启动一条新的指令，就必须在每个时钟周期进行</a:t>
            </a:r>
            <a:r>
              <a:rPr dirty="0" sz="2000" spc="-15" b="1">
                <a:solidFill>
                  <a:srgbClr val="9933FF"/>
                </a:solidFill>
                <a:latin typeface="宋体"/>
                <a:cs typeface="宋体"/>
              </a:rPr>
              <a:t>PC</a:t>
            </a:r>
            <a:r>
              <a:rPr dirty="0" sz="2000" spc="-15" b="1">
                <a:solidFill>
                  <a:srgbClr val="00AFEF"/>
                </a:solidFill>
                <a:latin typeface="黑体"/>
                <a:cs typeface="黑体"/>
              </a:rPr>
              <a:t>值的加</a:t>
            </a:r>
            <a:r>
              <a:rPr dirty="0" sz="2000" spc="-15" b="1">
                <a:solidFill>
                  <a:srgbClr val="9933FF"/>
                </a:solidFill>
                <a:latin typeface="宋体"/>
                <a:cs typeface="宋体"/>
              </a:rPr>
              <a:t>4</a:t>
            </a:r>
            <a:r>
              <a:rPr dirty="0" sz="2000" spc="-25" b="1">
                <a:solidFill>
                  <a:srgbClr val="00AFEF"/>
                </a:solidFill>
                <a:latin typeface="黑体"/>
                <a:cs typeface="黑体"/>
              </a:rPr>
              <a:t>操作，</a:t>
            </a:r>
            <a:r>
              <a:rPr dirty="0" sz="2000" spc="-10" b="1">
                <a:solidFill>
                  <a:srgbClr val="00AFEF"/>
                </a:solidFill>
                <a:latin typeface="黑体"/>
                <a:cs typeface="黑体"/>
              </a:rPr>
              <a:t>并保留新的</a:t>
            </a:r>
            <a:r>
              <a:rPr dirty="0" sz="2000" spc="-15" b="1">
                <a:solidFill>
                  <a:srgbClr val="9933FF"/>
                </a:solidFill>
                <a:latin typeface="宋体"/>
                <a:cs typeface="宋体"/>
              </a:rPr>
              <a:t>PC</a:t>
            </a:r>
            <a:r>
              <a:rPr dirty="0" sz="2000" spc="-15" b="1">
                <a:solidFill>
                  <a:srgbClr val="00AFEF"/>
                </a:solidFill>
                <a:latin typeface="黑体"/>
                <a:cs typeface="黑体"/>
              </a:rPr>
              <a:t>值。这种操作</a:t>
            </a:r>
            <a:r>
              <a:rPr dirty="0" sz="2000" spc="-15" b="1">
                <a:solidFill>
                  <a:srgbClr val="D50092"/>
                </a:solidFill>
                <a:latin typeface="黑体"/>
                <a:cs typeface="黑体"/>
              </a:rPr>
              <a:t>必须在</a:t>
            </a:r>
            <a:r>
              <a:rPr dirty="0" sz="2000" spc="-15" b="1">
                <a:solidFill>
                  <a:srgbClr val="D50092"/>
                </a:solidFill>
                <a:latin typeface="宋体"/>
                <a:cs typeface="宋体"/>
              </a:rPr>
              <a:t>IF</a:t>
            </a:r>
            <a:r>
              <a:rPr dirty="0" sz="2000" spc="-15" b="1">
                <a:solidFill>
                  <a:srgbClr val="D50092"/>
                </a:solidFill>
                <a:latin typeface="黑体"/>
                <a:cs typeface="黑体"/>
              </a:rPr>
              <a:t>段完成，</a:t>
            </a:r>
            <a:r>
              <a:rPr dirty="0" sz="2000" spc="-25" b="1">
                <a:solidFill>
                  <a:srgbClr val="00AFEF"/>
                </a:solidFill>
                <a:latin typeface="黑体"/>
                <a:cs typeface="黑体"/>
              </a:rPr>
              <a:t>以便为取下一条指令做好准备。</a:t>
            </a:r>
            <a:endParaRPr sz="2000">
              <a:latin typeface="黑体"/>
              <a:cs typeface="黑体"/>
            </a:endParaRPr>
          </a:p>
          <a:p>
            <a:pPr marL="2147570">
              <a:lnSpc>
                <a:spcPct val="100000"/>
              </a:lnSpc>
              <a:spcBef>
                <a:spcPts val="1680"/>
              </a:spcBef>
            </a:pPr>
            <a:r>
              <a:rPr dirty="0" sz="2000" spc="-15" b="1">
                <a:solidFill>
                  <a:srgbClr val="0000CC"/>
                </a:solidFill>
                <a:latin typeface="黑体"/>
                <a:cs typeface="黑体"/>
              </a:rPr>
              <a:t>（</a:t>
            </a:r>
            <a:r>
              <a:rPr dirty="0" sz="2000" spc="-20" b="1">
                <a:solidFill>
                  <a:srgbClr val="0000CC"/>
                </a:solidFill>
                <a:latin typeface="黑体"/>
                <a:cs typeface="黑体"/>
              </a:rPr>
              <a:t>需设置一个专门的加法器</a:t>
            </a:r>
            <a:r>
              <a:rPr dirty="0" sz="2000" spc="-50" b="1">
                <a:solidFill>
                  <a:srgbClr val="0000CC"/>
                </a:solidFill>
                <a:latin typeface="黑体"/>
                <a:cs typeface="黑体"/>
              </a:rPr>
              <a:t>）</a:t>
            </a:r>
            <a:endParaRPr sz="2000">
              <a:latin typeface="黑体"/>
              <a:cs typeface="黑体"/>
            </a:endParaRPr>
          </a:p>
          <a:p>
            <a:pPr lvl="1" marL="1056640" marR="258445" indent="-288290">
              <a:lnSpc>
                <a:spcPct val="150000"/>
              </a:lnSpc>
              <a:buClr>
                <a:srgbClr val="4668F5"/>
              </a:buClr>
              <a:buSzPct val="60000"/>
              <a:buFont typeface="Wingdings"/>
              <a:buChar char=""/>
              <a:tabLst>
                <a:tab pos="1056640" algn="l"/>
              </a:tabLst>
            </a:pPr>
            <a:r>
              <a:rPr dirty="0" sz="2000" spc="-20" b="1">
                <a:solidFill>
                  <a:srgbClr val="00AFEF"/>
                </a:solidFill>
                <a:latin typeface="黑体"/>
                <a:cs typeface="黑体"/>
              </a:rPr>
              <a:t>但分支指令也可能改变</a:t>
            </a:r>
            <a:r>
              <a:rPr dirty="0" sz="2000" spc="-10" b="1">
                <a:solidFill>
                  <a:srgbClr val="9933FF"/>
                </a:solidFill>
                <a:latin typeface="宋体"/>
                <a:cs typeface="宋体"/>
              </a:rPr>
              <a:t>P</a:t>
            </a:r>
            <a:r>
              <a:rPr dirty="0" sz="2000" spc="-10" b="1">
                <a:solidFill>
                  <a:srgbClr val="00AFEF"/>
                </a:solidFill>
                <a:latin typeface="宋体"/>
                <a:cs typeface="宋体"/>
              </a:rPr>
              <a:t>C</a:t>
            </a:r>
            <a:r>
              <a:rPr dirty="0" sz="2000" spc="-20" b="1">
                <a:solidFill>
                  <a:srgbClr val="00AFEF"/>
                </a:solidFill>
                <a:latin typeface="黑体"/>
                <a:cs typeface="黑体"/>
              </a:rPr>
              <a:t>的值，而且是在</a:t>
            </a:r>
            <a:r>
              <a:rPr dirty="0" sz="2000" spc="-20" b="1">
                <a:solidFill>
                  <a:srgbClr val="9933FF"/>
                </a:solidFill>
                <a:latin typeface="宋体"/>
                <a:cs typeface="宋体"/>
              </a:rPr>
              <a:t>MEM</a:t>
            </a:r>
            <a:r>
              <a:rPr dirty="0" sz="2000" spc="-10" b="1">
                <a:solidFill>
                  <a:srgbClr val="9933FF"/>
                </a:solidFill>
                <a:latin typeface="黑体"/>
                <a:cs typeface="黑体"/>
              </a:rPr>
              <a:t>段</a:t>
            </a:r>
            <a:r>
              <a:rPr dirty="0" sz="2000" spc="-20" b="1">
                <a:solidFill>
                  <a:srgbClr val="00AFEF"/>
                </a:solidFill>
                <a:latin typeface="黑体"/>
                <a:cs typeface="黑体"/>
              </a:rPr>
              <a:t>进行，这会导致冲突</a:t>
            </a:r>
            <a:r>
              <a:rPr dirty="0" sz="2000" spc="-10" b="1">
                <a:solidFill>
                  <a:srgbClr val="00AFEF"/>
                </a:solidFill>
                <a:latin typeface="黑体"/>
                <a:cs typeface="黑体"/>
              </a:rPr>
              <a:t>（</a:t>
            </a:r>
            <a:r>
              <a:rPr dirty="0" sz="2000" spc="-25" b="1">
                <a:solidFill>
                  <a:srgbClr val="00AFEF"/>
                </a:solidFill>
                <a:latin typeface="黑体"/>
                <a:cs typeface="黑体"/>
              </a:rPr>
              <a:t>即导致后续指令无法顺</a:t>
            </a:r>
            <a:r>
              <a:rPr dirty="0" sz="2000" spc="-20" b="1">
                <a:solidFill>
                  <a:srgbClr val="00AFEF"/>
                </a:solidFill>
                <a:latin typeface="黑体"/>
                <a:cs typeface="黑体"/>
              </a:rPr>
              <a:t>序执行而引起冲突</a:t>
            </a:r>
            <a:r>
              <a:rPr dirty="0" sz="2000" spc="-50" b="1">
                <a:solidFill>
                  <a:srgbClr val="00AFEF"/>
                </a:solidFill>
                <a:latin typeface="黑体"/>
                <a:cs typeface="黑体"/>
              </a:rPr>
              <a:t>）</a:t>
            </a:r>
            <a:endParaRPr sz="2000">
              <a:latin typeface="黑体"/>
              <a:cs typeface="黑体"/>
            </a:endParaRPr>
          </a:p>
          <a:p>
            <a:pPr>
              <a:lnSpc>
                <a:spcPct val="100000"/>
              </a:lnSpc>
            </a:pPr>
            <a:endParaRPr sz="2000">
              <a:latin typeface="黑体"/>
              <a:cs typeface="黑体"/>
            </a:endParaRPr>
          </a:p>
          <a:p>
            <a:pPr>
              <a:lnSpc>
                <a:spcPct val="100000"/>
              </a:lnSpc>
              <a:spcBef>
                <a:spcPts val="85"/>
              </a:spcBef>
            </a:pPr>
            <a:endParaRPr sz="2000">
              <a:latin typeface="黑体"/>
              <a:cs typeface="黑体"/>
            </a:endParaRPr>
          </a:p>
          <a:p>
            <a:pPr marL="991235">
              <a:lnSpc>
                <a:spcPct val="100000"/>
              </a:lnSpc>
            </a:pPr>
            <a:r>
              <a:rPr dirty="0" sz="2000" spc="-25" b="1">
                <a:solidFill>
                  <a:srgbClr val="D50092"/>
                </a:solidFill>
                <a:latin typeface="黑体"/>
                <a:cs typeface="黑体"/>
              </a:rPr>
              <a:t>请考虑一下，如何处理分支指令？</a:t>
            </a:r>
            <a:endParaRPr sz="2000">
              <a:latin typeface="黑体"/>
              <a:cs typeface="黑体"/>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88338" y="24175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0" name="object 10" descr=""/>
          <p:cNvSpPr txBox="1"/>
          <p:nvPr/>
        </p:nvSpPr>
        <p:spPr>
          <a:xfrm>
            <a:off x="629818" y="936497"/>
            <a:ext cx="9309100" cy="1068070"/>
          </a:xfrm>
          <a:prstGeom prst="rect">
            <a:avLst/>
          </a:prstGeom>
        </p:spPr>
        <p:txBody>
          <a:bodyPr wrap="square" lIns="0" tIns="12700" rIns="0" bIns="0" rtlCol="0" vert="horz">
            <a:spAutoFit/>
          </a:bodyPr>
          <a:lstStyle/>
          <a:p>
            <a:pPr marL="12700">
              <a:lnSpc>
                <a:spcPct val="100000"/>
              </a:lnSpc>
              <a:spcBef>
                <a:spcPts val="100"/>
              </a:spcBef>
            </a:pPr>
            <a:r>
              <a:rPr dirty="0" sz="2700" spc="-10">
                <a:solidFill>
                  <a:srgbClr val="FF0000"/>
                </a:solidFill>
                <a:latin typeface="黑体"/>
                <a:cs typeface="黑体"/>
              </a:rPr>
              <a:t>5</a:t>
            </a:r>
            <a:r>
              <a:rPr dirty="0" sz="2700" spc="-5">
                <a:solidFill>
                  <a:srgbClr val="E14B04"/>
                </a:solidFill>
                <a:latin typeface="黑体"/>
                <a:cs typeface="黑体"/>
              </a:rPr>
              <a:t>段流水线的两种描述方式(</a:t>
            </a:r>
            <a:r>
              <a:rPr dirty="0" sz="2000" spc="-15">
                <a:solidFill>
                  <a:srgbClr val="00AFEF"/>
                </a:solidFill>
                <a:latin typeface="黑体"/>
                <a:cs typeface="黑体"/>
              </a:rPr>
              <a:t>类似于时空图和按时间错开的数据通路序列</a:t>
            </a:r>
            <a:r>
              <a:rPr dirty="0" sz="2700" spc="-50">
                <a:solidFill>
                  <a:srgbClr val="E14B04"/>
                </a:solidFill>
                <a:latin typeface="黑体"/>
                <a:cs typeface="黑体"/>
              </a:rPr>
              <a:t>）</a:t>
            </a:r>
            <a:endParaRPr sz="2700">
              <a:latin typeface="黑体"/>
              <a:cs typeface="黑体"/>
            </a:endParaRPr>
          </a:p>
          <a:p>
            <a:pPr marL="1125855" indent="-270510">
              <a:lnSpc>
                <a:spcPct val="100000"/>
              </a:lnSpc>
              <a:spcBef>
                <a:spcPts val="2085"/>
              </a:spcBef>
              <a:buSzPct val="89583"/>
              <a:buFont typeface="Wingdings"/>
              <a:buChar char=""/>
              <a:tabLst>
                <a:tab pos="1125855" algn="l"/>
              </a:tabLst>
            </a:pPr>
            <a:r>
              <a:rPr dirty="0" sz="2400">
                <a:solidFill>
                  <a:srgbClr val="40458B"/>
                </a:solidFill>
                <a:latin typeface="黑体"/>
                <a:cs typeface="黑体"/>
              </a:rPr>
              <a:t>第一种描述（类似于时空图</a:t>
            </a:r>
            <a:r>
              <a:rPr dirty="0" sz="2400" spc="-50">
                <a:solidFill>
                  <a:srgbClr val="40458B"/>
                </a:solidFill>
                <a:latin typeface="黑体"/>
                <a:cs typeface="黑体"/>
              </a:rPr>
              <a:t>）</a:t>
            </a:r>
            <a:endParaRPr sz="2400">
              <a:latin typeface="黑体"/>
              <a:cs typeface="黑体"/>
            </a:endParaRPr>
          </a:p>
        </p:txBody>
      </p:sp>
      <p:pic>
        <p:nvPicPr>
          <p:cNvPr id="11" name="object 11" descr=""/>
          <p:cNvPicPr/>
          <p:nvPr/>
        </p:nvPicPr>
        <p:blipFill>
          <a:blip r:embed="rId2" cstate="print"/>
          <a:stretch>
            <a:fillRect/>
          </a:stretch>
        </p:blipFill>
        <p:spPr>
          <a:xfrm>
            <a:off x="1657350" y="2271776"/>
            <a:ext cx="8497824" cy="3176524"/>
          </a:xfrm>
          <a:prstGeom prst="rect">
            <a:avLst/>
          </a:prstGeom>
        </p:spPr>
      </p:pic>
      <p:sp>
        <p:nvSpPr>
          <p:cNvPr id="12" name="object 12" descr=""/>
          <p:cNvSpPr txBox="1"/>
          <p:nvPr/>
        </p:nvSpPr>
        <p:spPr>
          <a:xfrm>
            <a:off x="7294880" y="238709"/>
            <a:ext cx="4597400" cy="391795"/>
          </a:xfrm>
          <a:prstGeom prst="rect">
            <a:avLst/>
          </a:prstGeom>
        </p:spPr>
        <p:txBody>
          <a:bodyPr wrap="square" lIns="0" tIns="12700" rIns="0" bIns="0" rtlCol="0" vert="horz">
            <a:spAutoFit/>
          </a:bodyPr>
          <a:lstStyle/>
          <a:p>
            <a:pPr marL="12700">
              <a:lnSpc>
                <a:spcPct val="100000"/>
              </a:lnSpc>
              <a:spcBef>
                <a:spcPts val="100"/>
              </a:spcBef>
              <a:tabLst>
                <a:tab pos="1078865" algn="l"/>
              </a:tabLst>
            </a:pPr>
            <a:r>
              <a:rPr dirty="0" sz="2400" spc="-10">
                <a:solidFill>
                  <a:srgbClr val="40458B"/>
                </a:solidFill>
                <a:latin typeface="黑体"/>
                <a:cs typeface="黑体"/>
              </a:rPr>
              <a:t>3.4.1</a:t>
            </a:r>
            <a:r>
              <a:rPr dirty="0" sz="2400">
                <a:solidFill>
                  <a:srgbClr val="40458B"/>
                </a:solidFill>
                <a:latin typeface="黑体"/>
                <a:cs typeface="黑体"/>
              </a:rPr>
              <a:t>	</a:t>
            </a:r>
            <a:r>
              <a:rPr dirty="0" sz="2400" spc="-10">
                <a:solidFill>
                  <a:srgbClr val="40458B"/>
                </a:solidFill>
                <a:latin typeface="黑体"/>
                <a:cs typeface="黑体"/>
              </a:rPr>
              <a:t>5</a:t>
            </a:r>
            <a:r>
              <a:rPr dirty="0" sz="2400" spc="-15">
                <a:solidFill>
                  <a:srgbClr val="40458B"/>
                </a:solidFill>
                <a:latin typeface="黑体"/>
                <a:cs typeface="黑体"/>
              </a:rPr>
              <a:t>段流水线的两种描述方式</a:t>
            </a:r>
            <a:endParaRPr sz="2400">
              <a:latin typeface="黑体"/>
              <a:cs typeface="黑体"/>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8000"/>
          </a:xfrm>
          <a:prstGeom prst="rect">
            <a:avLst/>
          </a:prstGeom>
        </p:spPr>
      </p:pic>
      <p:sp>
        <p:nvSpPr>
          <p:cNvPr id="3" name="object 3"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114/154</a:t>
            </a:r>
            <a:endParaRPr sz="1600">
              <a:latin typeface="宋体"/>
              <a:cs typeface="宋体"/>
            </a:endParaRPr>
          </a:p>
        </p:txBody>
      </p:sp>
      <p:grpSp>
        <p:nvGrpSpPr>
          <p:cNvPr id="4" name="object 4" descr=""/>
          <p:cNvGrpSpPr/>
          <p:nvPr/>
        </p:nvGrpSpPr>
        <p:grpSpPr>
          <a:xfrm>
            <a:off x="0" y="331850"/>
            <a:ext cx="12211050" cy="6526530"/>
            <a:chOff x="0" y="331850"/>
            <a:chExt cx="12211050" cy="6526530"/>
          </a:xfrm>
        </p:grpSpPr>
        <p:sp>
          <p:nvSpPr>
            <p:cNvPr id="5" name="object 5"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sp>
          <p:nvSpPr>
            <p:cNvPr id="6" name="object 6"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7" name="object 7"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8" name="object 8" descr=""/>
            <p:cNvSpPr/>
            <p:nvPr/>
          </p:nvSpPr>
          <p:spPr>
            <a:xfrm>
              <a:off x="897000"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0" name="object 10" descr=""/>
            <p:cNvSpPr/>
            <p:nvPr/>
          </p:nvSpPr>
          <p:spPr>
            <a:xfrm>
              <a:off x="2279650" y="1719325"/>
              <a:ext cx="7848600" cy="1079500"/>
            </a:xfrm>
            <a:custGeom>
              <a:avLst/>
              <a:gdLst/>
              <a:ahLst/>
              <a:cxnLst/>
              <a:rect l="l" t="t" r="r" b="b"/>
              <a:pathLst>
                <a:path w="7848600" h="1079500">
                  <a:moveTo>
                    <a:pt x="7848600" y="0"/>
                  </a:moveTo>
                  <a:lnTo>
                    <a:pt x="0" y="0"/>
                  </a:lnTo>
                  <a:lnTo>
                    <a:pt x="0" y="1079500"/>
                  </a:lnTo>
                  <a:lnTo>
                    <a:pt x="7848600" y="1079500"/>
                  </a:lnTo>
                  <a:lnTo>
                    <a:pt x="7848600" y="0"/>
                  </a:lnTo>
                  <a:close/>
                </a:path>
              </a:pathLst>
            </a:custGeom>
            <a:solidFill>
              <a:srgbClr val="FFFFFF"/>
            </a:solidFill>
          </p:spPr>
          <p:txBody>
            <a:bodyPr wrap="square" lIns="0" tIns="0" rIns="0" bIns="0" rtlCol="0"/>
            <a:lstStyle/>
            <a:p/>
          </p:txBody>
        </p:sp>
      </p:grpSp>
      <p:sp>
        <p:nvSpPr>
          <p:cNvPr id="11" name="object 11"/>
          <p:cNvSpPr txBox="1">
            <a:spLocks noGrp="1"/>
          </p:cNvSpPr>
          <p:nvPr>
            <p:ph type="title"/>
          </p:nvPr>
        </p:nvSpPr>
        <p:spPr>
          <a:xfrm>
            <a:off x="1616710"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2" name="object 12" descr=""/>
          <p:cNvSpPr txBox="1"/>
          <p:nvPr/>
        </p:nvSpPr>
        <p:spPr>
          <a:xfrm>
            <a:off x="78739" y="807239"/>
            <a:ext cx="8817610" cy="977265"/>
          </a:xfrm>
          <a:prstGeom prst="rect">
            <a:avLst/>
          </a:prstGeom>
        </p:spPr>
        <p:txBody>
          <a:bodyPr wrap="square" lIns="0" tIns="122555" rIns="0" bIns="0" rtlCol="0" vert="horz">
            <a:spAutoFit/>
          </a:bodyPr>
          <a:lstStyle/>
          <a:p>
            <a:pPr marL="12700">
              <a:lnSpc>
                <a:spcPct val="100000"/>
              </a:lnSpc>
              <a:spcBef>
                <a:spcPts val="965"/>
              </a:spcBef>
            </a:pPr>
            <a:r>
              <a:rPr dirty="0" sz="2400" spc="-10">
                <a:solidFill>
                  <a:srgbClr val="FF0000"/>
                </a:solidFill>
                <a:latin typeface="黑体"/>
                <a:cs typeface="黑体"/>
              </a:rPr>
              <a:t>5</a:t>
            </a:r>
            <a:r>
              <a:rPr dirty="0" sz="2400" spc="-10">
                <a:solidFill>
                  <a:srgbClr val="E14B04"/>
                </a:solidFill>
                <a:latin typeface="黑体"/>
                <a:cs typeface="黑体"/>
              </a:rPr>
              <a:t>段流水线的两种描述方式(</a:t>
            </a:r>
            <a:r>
              <a:rPr dirty="0" sz="2000" spc="-20">
                <a:solidFill>
                  <a:srgbClr val="00AFEF"/>
                </a:solidFill>
                <a:latin typeface="黑体"/>
                <a:cs typeface="黑体"/>
              </a:rPr>
              <a:t>类似于时空图和按时间错开的数据通路序列</a:t>
            </a:r>
            <a:r>
              <a:rPr dirty="0" sz="2400" spc="-50">
                <a:solidFill>
                  <a:srgbClr val="E14B04"/>
                </a:solidFill>
                <a:latin typeface="黑体"/>
                <a:cs typeface="黑体"/>
              </a:rPr>
              <a:t>）</a:t>
            </a:r>
            <a:endParaRPr sz="2400">
              <a:latin typeface="黑体"/>
              <a:cs typeface="黑体"/>
            </a:endParaRPr>
          </a:p>
          <a:p>
            <a:pPr marL="912494" indent="-270510">
              <a:lnSpc>
                <a:spcPct val="100000"/>
              </a:lnSpc>
              <a:spcBef>
                <a:spcPts val="870"/>
              </a:spcBef>
              <a:buSzPct val="89583"/>
              <a:buFont typeface="Wingdings"/>
              <a:buChar char=""/>
              <a:tabLst>
                <a:tab pos="912494" algn="l"/>
              </a:tabLst>
            </a:pPr>
            <a:r>
              <a:rPr dirty="0" sz="2400" spc="-5">
                <a:solidFill>
                  <a:srgbClr val="40458B"/>
                </a:solidFill>
                <a:latin typeface="黑体"/>
                <a:cs typeface="黑体"/>
              </a:rPr>
              <a:t>第二种描述</a:t>
            </a:r>
            <a:r>
              <a:rPr dirty="0" sz="2400">
                <a:solidFill>
                  <a:srgbClr val="40458B"/>
                </a:solidFill>
                <a:latin typeface="黑体"/>
                <a:cs typeface="黑体"/>
              </a:rPr>
              <a:t>（按时间错开的数据通路序列</a:t>
            </a:r>
            <a:r>
              <a:rPr dirty="0" sz="2400" spc="-50">
                <a:solidFill>
                  <a:srgbClr val="40458B"/>
                </a:solidFill>
                <a:latin typeface="黑体"/>
                <a:cs typeface="黑体"/>
              </a:rPr>
              <a:t>）</a:t>
            </a:r>
            <a:endParaRPr sz="2400">
              <a:latin typeface="黑体"/>
              <a:cs typeface="黑体"/>
            </a:endParaRPr>
          </a:p>
        </p:txBody>
      </p:sp>
      <p:grpSp>
        <p:nvGrpSpPr>
          <p:cNvPr id="13" name="object 13" descr=""/>
          <p:cNvGrpSpPr/>
          <p:nvPr/>
        </p:nvGrpSpPr>
        <p:grpSpPr>
          <a:xfrm>
            <a:off x="2555875" y="1930463"/>
            <a:ext cx="7672705" cy="3802379"/>
            <a:chOff x="2555875" y="1930463"/>
            <a:chExt cx="7672705" cy="3802379"/>
          </a:xfrm>
        </p:grpSpPr>
        <p:pic>
          <p:nvPicPr>
            <p:cNvPr id="14" name="object 14" descr=""/>
            <p:cNvPicPr/>
            <p:nvPr/>
          </p:nvPicPr>
          <p:blipFill>
            <a:blip r:embed="rId3" cstate="print"/>
            <a:stretch>
              <a:fillRect/>
            </a:stretch>
          </p:blipFill>
          <p:spPr>
            <a:xfrm>
              <a:off x="2555875" y="1930463"/>
              <a:ext cx="7672323" cy="3801998"/>
            </a:xfrm>
            <a:prstGeom prst="rect">
              <a:avLst/>
            </a:prstGeom>
          </p:spPr>
        </p:pic>
        <p:sp>
          <p:nvSpPr>
            <p:cNvPr id="15" name="object 15" descr=""/>
            <p:cNvSpPr/>
            <p:nvPr/>
          </p:nvSpPr>
          <p:spPr>
            <a:xfrm>
              <a:off x="4295775" y="2544762"/>
              <a:ext cx="4464685" cy="1454150"/>
            </a:xfrm>
            <a:custGeom>
              <a:avLst/>
              <a:gdLst/>
              <a:ahLst/>
              <a:cxnLst/>
              <a:rect l="l" t="t" r="r" b="b"/>
              <a:pathLst>
                <a:path w="4464684" h="1454150">
                  <a:moveTo>
                    <a:pt x="0" y="576262"/>
                  </a:moveTo>
                  <a:lnTo>
                    <a:pt x="792162" y="576262"/>
                  </a:lnTo>
                  <a:lnTo>
                    <a:pt x="792162" y="0"/>
                  </a:lnTo>
                  <a:lnTo>
                    <a:pt x="0" y="0"/>
                  </a:lnTo>
                  <a:lnTo>
                    <a:pt x="0" y="576262"/>
                  </a:lnTo>
                  <a:close/>
                </a:path>
                <a:path w="4464684" h="1454150">
                  <a:moveTo>
                    <a:pt x="3671951" y="576262"/>
                  </a:moveTo>
                  <a:lnTo>
                    <a:pt x="4464113" y="576262"/>
                  </a:lnTo>
                  <a:lnTo>
                    <a:pt x="4464113" y="0"/>
                  </a:lnTo>
                  <a:lnTo>
                    <a:pt x="3671951" y="0"/>
                  </a:lnTo>
                  <a:lnTo>
                    <a:pt x="3671951" y="576262"/>
                  </a:lnTo>
                  <a:close/>
                </a:path>
                <a:path w="4464684" h="1454150">
                  <a:moveTo>
                    <a:pt x="1258951" y="1454086"/>
                  </a:moveTo>
                  <a:lnTo>
                    <a:pt x="2049526" y="1454086"/>
                  </a:lnTo>
                  <a:lnTo>
                    <a:pt x="2049526" y="877824"/>
                  </a:lnTo>
                  <a:lnTo>
                    <a:pt x="1258951" y="877824"/>
                  </a:lnTo>
                  <a:lnTo>
                    <a:pt x="1258951" y="1454086"/>
                  </a:lnTo>
                  <a:close/>
                </a:path>
              </a:pathLst>
            </a:custGeom>
            <a:ln w="15875">
              <a:solidFill>
                <a:srgbClr val="FF0000"/>
              </a:solidFill>
              <a:prstDash val="sysDash"/>
            </a:ln>
          </p:spPr>
          <p:txBody>
            <a:bodyPr wrap="square" lIns="0" tIns="0" rIns="0" bIns="0" rtlCol="0"/>
            <a:lstStyle/>
            <a:p/>
          </p:txBody>
        </p:sp>
      </p:grpSp>
      <p:sp>
        <p:nvSpPr>
          <p:cNvPr id="16" name="object 16" descr=""/>
          <p:cNvSpPr txBox="1"/>
          <p:nvPr/>
        </p:nvSpPr>
        <p:spPr>
          <a:xfrm>
            <a:off x="7294880" y="238709"/>
            <a:ext cx="4597400" cy="391795"/>
          </a:xfrm>
          <a:prstGeom prst="rect">
            <a:avLst/>
          </a:prstGeom>
        </p:spPr>
        <p:txBody>
          <a:bodyPr wrap="square" lIns="0" tIns="12700" rIns="0" bIns="0" rtlCol="0" vert="horz">
            <a:spAutoFit/>
          </a:bodyPr>
          <a:lstStyle/>
          <a:p>
            <a:pPr marL="12700">
              <a:lnSpc>
                <a:spcPct val="100000"/>
              </a:lnSpc>
              <a:spcBef>
                <a:spcPts val="100"/>
              </a:spcBef>
              <a:tabLst>
                <a:tab pos="1078865" algn="l"/>
              </a:tabLst>
            </a:pPr>
            <a:r>
              <a:rPr dirty="0" sz="2400" spc="-10">
                <a:solidFill>
                  <a:srgbClr val="40458B"/>
                </a:solidFill>
                <a:latin typeface="黑体"/>
                <a:cs typeface="黑体"/>
              </a:rPr>
              <a:t>3.4.1</a:t>
            </a:r>
            <a:r>
              <a:rPr dirty="0" sz="2400">
                <a:solidFill>
                  <a:srgbClr val="40458B"/>
                </a:solidFill>
                <a:latin typeface="黑体"/>
                <a:cs typeface="黑体"/>
              </a:rPr>
              <a:t>	</a:t>
            </a:r>
            <a:r>
              <a:rPr dirty="0" sz="2400" spc="-10">
                <a:solidFill>
                  <a:srgbClr val="40458B"/>
                </a:solidFill>
                <a:latin typeface="黑体"/>
                <a:cs typeface="黑体"/>
              </a:rPr>
              <a:t>5</a:t>
            </a:r>
            <a:r>
              <a:rPr dirty="0" sz="2400" spc="-15">
                <a:solidFill>
                  <a:srgbClr val="40458B"/>
                </a:solidFill>
                <a:latin typeface="黑体"/>
                <a:cs typeface="黑体"/>
              </a:rPr>
              <a:t>段流水线的两种描述方式</a:t>
            </a:r>
            <a:endParaRPr sz="2400">
              <a:latin typeface="黑体"/>
              <a:cs typeface="黑体"/>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88338" y="231139"/>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0" name="object 10" descr=""/>
          <p:cNvSpPr txBox="1"/>
          <p:nvPr/>
        </p:nvSpPr>
        <p:spPr>
          <a:xfrm>
            <a:off x="735279" y="1481150"/>
            <a:ext cx="10582275" cy="309943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10">
                <a:solidFill>
                  <a:srgbClr val="FF0000"/>
                </a:solidFill>
                <a:latin typeface="黑体"/>
                <a:cs typeface="黑体"/>
              </a:rPr>
              <a:t>相关：</a:t>
            </a:r>
            <a:r>
              <a:rPr dirty="0" sz="2400" spc="-5">
                <a:solidFill>
                  <a:srgbClr val="40458B"/>
                </a:solidFill>
                <a:latin typeface="黑体"/>
                <a:cs typeface="黑体"/>
              </a:rPr>
              <a:t>两条指令之间存在某种依赖关系。</a:t>
            </a:r>
            <a:endParaRPr sz="2400">
              <a:latin typeface="黑体"/>
              <a:cs typeface="黑体"/>
            </a:endParaRPr>
          </a:p>
          <a:p>
            <a:pPr lvl="1" marL="865505" indent="-456565">
              <a:lnSpc>
                <a:spcPct val="100000"/>
              </a:lnSpc>
              <a:spcBef>
                <a:spcPts val="1785"/>
              </a:spcBef>
              <a:buClr>
                <a:srgbClr val="4668F5"/>
              </a:buClr>
              <a:buSzPct val="60000"/>
              <a:buFont typeface="Wingdings"/>
              <a:buChar char=""/>
              <a:tabLst>
                <a:tab pos="865505" algn="l"/>
              </a:tabLst>
            </a:pPr>
            <a:r>
              <a:rPr dirty="0" sz="2000" spc="-25" b="1">
                <a:solidFill>
                  <a:srgbClr val="00AFEF"/>
                </a:solidFill>
                <a:latin typeface="黑体"/>
                <a:cs typeface="黑体"/>
              </a:rPr>
              <a:t>如果两条指令相关，则它们就有可能不能在流水线中重叠执行或者只能部分重叠执行。</a:t>
            </a:r>
            <a:endParaRPr sz="2000">
              <a:latin typeface="黑体"/>
              <a:cs typeface="黑体"/>
            </a:endParaRPr>
          </a:p>
          <a:p>
            <a:pPr marL="469265" indent="-456565">
              <a:lnSpc>
                <a:spcPct val="100000"/>
              </a:lnSpc>
              <a:spcBef>
                <a:spcPts val="1914"/>
              </a:spcBef>
              <a:buSzPct val="89583"/>
              <a:buFont typeface="Wingdings"/>
              <a:buChar char=""/>
              <a:tabLst>
                <a:tab pos="469265" algn="l"/>
              </a:tabLst>
            </a:pPr>
            <a:r>
              <a:rPr dirty="0" sz="2400" spc="-10">
                <a:solidFill>
                  <a:srgbClr val="40458B"/>
                </a:solidFill>
                <a:latin typeface="黑体"/>
                <a:cs typeface="黑体"/>
              </a:rPr>
              <a:t>相关有</a:t>
            </a:r>
            <a:r>
              <a:rPr dirty="0" sz="2400" spc="-10">
                <a:solidFill>
                  <a:srgbClr val="9933FF"/>
                </a:solidFill>
                <a:latin typeface="黑体"/>
                <a:cs typeface="黑体"/>
              </a:rPr>
              <a:t>3</a:t>
            </a:r>
            <a:r>
              <a:rPr dirty="0" sz="2400" spc="-20">
                <a:solidFill>
                  <a:srgbClr val="40458B"/>
                </a:solidFill>
                <a:latin typeface="黑体"/>
                <a:cs typeface="黑体"/>
              </a:rPr>
              <a:t>种类型</a:t>
            </a:r>
            <a:endParaRPr sz="2400">
              <a:latin typeface="黑体"/>
              <a:cs typeface="黑体"/>
            </a:endParaRPr>
          </a:p>
          <a:p>
            <a:pPr lvl="1" marL="894715" indent="-287655">
              <a:lnSpc>
                <a:spcPct val="100000"/>
              </a:lnSpc>
              <a:spcBef>
                <a:spcPts val="1780"/>
              </a:spcBef>
              <a:buClr>
                <a:srgbClr val="4668F5"/>
              </a:buClr>
              <a:buSzPct val="60000"/>
              <a:buFont typeface="Wingdings"/>
              <a:buChar char=""/>
              <a:tabLst>
                <a:tab pos="894715" algn="l"/>
              </a:tabLst>
            </a:pPr>
            <a:r>
              <a:rPr dirty="0" sz="2000" spc="-10" b="1">
                <a:solidFill>
                  <a:srgbClr val="00AFEF"/>
                </a:solidFill>
                <a:latin typeface="黑体"/>
                <a:cs typeface="黑体"/>
              </a:rPr>
              <a:t>数据相关</a:t>
            </a:r>
            <a:r>
              <a:rPr dirty="0" sz="2000" spc="-20" b="1">
                <a:solidFill>
                  <a:srgbClr val="00AFEF"/>
                </a:solidFill>
                <a:latin typeface="黑体"/>
                <a:cs typeface="黑体"/>
              </a:rPr>
              <a:t>（也称真数据相关</a:t>
            </a:r>
            <a:r>
              <a:rPr dirty="0" sz="2000" spc="-50" b="1">
                <a:solidFill>
                  <a:srgbClr val="00AFEF"/>
                </a:solidFill>
                <a:latin typeface="黑体"/>
                <a:cs typeface="黑体"/>
              </a:rPr>
              <a:t>）</a:t>
            </a:r>
            <a:endParaRPr sz="2000">
              <a:latin typeface="黑体"/>
              <a:cs typeface="黑体"/>
            </a:endParaRPr>
          </a:p>
          <a:p>
            <a:pPr lvl="1" marL="894715" indent="-287655">
              <a:lnSpc>
                <a:spcPct val="100000"/>
              </a:lnSpc>
              <a:spcBef>
                <a:spcPts val="1680"/>
              </a:spcBef>
              <a:buClr>
                <a:srgbClr val="4668F5"/>
              </a:buClr>
              <a:buSzPct val="60000"/>
              <a:buFont typeface="Wingdings"/>
              <a:buChar char=""/>
              <a:tabLst>
                <a:tab pos="894715" algn="l"/>
              </a:tabLst>
            </a:pPr>
            <a:r>
              <a:rPr dirty="0" sz="2000" spc="-25" b="1">
                <a:solidFill>
                  <a:srgbClr val="00AFEF"/>
                </a:solidFill>
                <a:latin typeface="黑体"/>
                <a:cs typeface="黑体"/>
              </a:rPr>
              <a:t>名相关(反相关、输出相关)</a:t>
            </a:r>
            <a:endParaRPr sz="2000">
              <a:latin typeface="黑体"/>
              <a:cs typeface="黑体"/>
            </a:endParaRPr>
          </a:p>
          <a:p>
            <a:pPr lvl="1" marL="894715" indent="-287655">
              <a:lnSpc>
                <a:spcPct val="100000"/>
              </a:lnSpc>
              <a:spcBef>
                <a:spcPts val="1680"/>
              </a:spcBef>
              <a:buClr>
                <a:srgbClr val="4668F5"/>
              </a:buClr>
              <a:buSzPct val="60000"/>
              <a:buFont typeface="Wingdings"/>
              <a:buChar char=""/>
              <a:tabLst>
                <a:tab pos="894715" algn="l"/>
              </a:tabLst>
            </a:pPr>
            <a:r>
              <a:rPr dirty="0" sz="2000" spc="-25" b="1">
                <a:solidFill>
                  <a:srgbClr val="00AFEF"/>
                </a:solidFill>
                <a:latin typeface="黑体"/>
                <a:cs typeface="黑体"/>
              </a:rPr>
              <a:t>控制相关</a:t>
            </a:r>
            <a:endParaRPr sz="2000">
              <a:latin typeface="黑体"/>
              <a:cs typeface="黑体"/>
            </a:endParaRPr>
          </a:p>
        </p:txBody>
      </p:sp>
      <p:sp>
        <p:nvSpPr>
          <p:cNvPr id="11" name="object 11" descr=""/>
          <p:cNvSpPr txBox="1"/>
          <p:nvPr/>
        </p:nvSpPr>
        <p:spPr>
          <a:xfrm>
            <a:off x="8191881" y="228091"/>
            <a:ext cx="36601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3.4.2</a:t>
            </a:r>
            <a:r>
              <a:rPr dirty="0" sz="2600" spc="-15">
                <a:solidFill>
                  <a:srgbClr val="0000CC"/>
                </a:solidFill>
                <a:latin typeface="黑体"/>
                <a:cs typeface="黑体"/>
              </a:rPr>
              <a:t> 相关与流水线冲突</a:t>
            </a:r>
            <a:endParaRPr sz="2600">
              <a:latin typeface="黑体"/>
              <a:cs typeface="黑体"/>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42391" y="953211"/>
            <a:ext cx="11324590" cy="4871085"/>
          </a:xfrm>
          <a:prstGeom prst="rect">
            <a:avLst/>
          </a:prstGeom>
        </p:spPr>
        <p:txBody>
          <a:bodyPr wrap="square" lIns="0" tIns="13335" rIns="0" bIns="0" rtlCol="0" vert="horz">
            <a:spAutoFit/>
          </a:bodyPr>
          <a:lstStyle/>
          <a:p>
            <a:pPr marL="210185">
              <a:lnSpc>
                <a:spcPct val="100000"/>
              </a:lnSpc>
              <a:spcBef>
                <a:spcPts val="105"/>
              </a:spcBef>
            </a:pPr>
            <a:r>
              <a:rPr dirty="0" sz="3200" spc="-10">
                <a:solidFill>
                  <a:srgbClr val="40458B"/>
                </a:solidFill>
                <a:latin typeface="黑体"/>
                <a:cs typeface="黑体"/>
              </a:rPr>
              <a:t>相关有</a:t>
            </a:r>
            <a:r>
              <a:rPr dirty="0" sz="3200" spc="-20">
                <a:solidFill>
                  <a:srgbClr val="9933FF"/>
                </a:solidFill>
                <a:latin typeface="黑体"/>
                <a:cs typeface="黑体"/>
              </a:rPr>
              <a:t>3</a:t>
            </a:r>
            <a:r>
              <a:rPr dirty="0" sz="3200" spc="-25">
                <a:solidFill>
                  <a:srgbClr val="40458B"/>
                </a:solidFill>
                <a:latin typeface="黑体"/>
                <a:cs typeface="黑体"/>
              </a:rPr>
              <a:t>种类型：数据相关、名相关、控制相关</a:t>
            </a:r>
            <a:endParaRPr sz="3200">
              <a:latin typeface="黑体"/>
              <a:cs typeface="黑体"/>
            </a:endParaRPr>
          </a:p>
          <a:p>
            <a:pPr marL="12700">
              <a:lnSpc>
                <a:spcPct val="100000"/>
              </a:lnSpc>
              <a:spcBef>
                <a:spcPts val="2860"/>
              </a:spcBef>
            </a:pPr>
            <a:r>
              <a:rPr dirty="0" sz="2700">
                <a:solidFill>
                  <a:srgbClr val="E14B04"/>
                </a:solidFill>
                <a:latin typeface="Tahoma"/>
                <a:cs typeface="Tahoma"/>
              </a:rPr>
              <a:t>1</a:t>
            </a:r>
            <a:r>
              <a:rPr dirty="0" sz="2700" spc="-10">
                <a:solidFill>
                  <a:srgbClr val="E14B04"/>
                </a:solidFill>
                <a:latin typeface="黑体"/>
                <a:cs typeface="黑体"/>
              </a:rPr>
              <a:t>、数据相关</a:t>
            </a:r>
            <a:endParaRPr sz="2700">
              <a:latin typeface="黑体"/>
              <a:cs typeface="黑体"/>
            </a:endParaRPr>
          </a:p>
          <a:p>
            <a:pPr marL="1099185" marR="5080" indent="-457200">
              <a:lnSpc>
                <a:spcPct val="150000"/>
              </a:lnSpc>
              <a:spcBef>
                <a:spcPts val="650"/>
              </a:spcBef>
              <a:buSzPct val="89583"/>
              <a:buFont typeface="Wingdings"/>
              <a:buChar char=""/>
              <a:tabLst>
                <a:tab pos="1099185" algn="l"/>
              </a:tabLst>
            </a:pPr>
            <a:r>
              <a:rPr dirty="0" sz="2400">
                <a:solidFill>
                  <a:srgbClr val="40458B"/>
                </a:solidFill>
                <a:latin typeface="黑体"/>
                <a:cs typeface="黑体"/>
              </a:rPr>
              <a:t>对于两条指令</a:t>
            </a:r>
            <a:r>
              <a:rPr dirty="0" sz="2400">
                <a:solidFill>
                  <a:srgbClr val="9933FF"/>
                </a:solidFill>
                <a:latin typeface="黑体"/>
                <a:cs typeface="黑体"/>
              </a:rPr>
              <a:t>i</a:t>
            </a:r>
            <a:r>
              <a:rPr dirty="0" sz="2400">
                <a:solidFill>
                  <a:srgbClr val="40458B"/>
                </a:solidFill>
                <a:latin typeface="黑体"/>
                <a:cs typeface="黑体"/>
              </a:rPr>
              <a:t>（在前）和</a:t>
            </a:r>
            <a:r>
              <a:rPr dirty="0" sz="2400">
                <a:solidFill>
                  <a:srgbClr val="9933FF"/>
                </a:solidFill>
                <a:latin typeface="黑体"/>
                <a:cs typeface="黑体"/>
              </a:rPr>
              <a:t>j</a:t>
            </a:r>
            <a:r>
              <a:rPr dirty="0" sz="2400">
                <a:solidFill>
                  <a:srgbClr val="40458B"/>
                </a:solidFill>
                <a:latin typeface="黑体"/>
                <a:cs typeface="黑体"/>
              </a:rPr>
              <a:t>（在后），如果下述条件之一成立，则称</a:t>
            </a:r>
            <a:r>
              <a:rPr dirty="0" sz="2400">
                <a:solidFill>
                  <a:srgbClr val="9933FF"/>
                </a:solidFill>
                <a:latin typeface="黑体"/>
                <a:cs typeface="黑体"/>
              </a:rPr>
              <a:t>指令j</a:t>
            </a:r>
            <a:r>
              <a:rPr dirty="0" sz="2400" spc="-50">
                <a:solidFill>
                  <a:srgbClr val="40458B"/>
                </a:solidFill>
                <a:latin typeface="黑体"/>
                <a:cs typeface="黑体"/>
              </a:rPr>
              <a:t>与</a:t>
            </a:r>
            <a:r>
              <a:rPr dirty="0" sz="2400">
                <a:solidFill>
                  <a:srgbClr val="9933FF"/>
                </a:solidFill>
                <a:latin typeface="黑体"/>
                <a:cs typeface="黑体"/>
              </a:rPr>
              <a:t>指令i</a:t>
            </a:r>
            <a:r>
              <a:rPr dirty="0" sz="2400" spc="-10">
                <a:solidFill>
                  <a:srgbClr val="FF0000"/>
                </a:solidFill>
                <a:latin typeface="黑体"/>
                <a:cs typeface="黑体"/>
              </a:rPr>
              <a:t>数据相关。</a:t>
            </a:r>
            <a:endParaRPr sz="2400">
              <a:latin typeface="黑体"/>
              <a:cs typeface="黑体"/>
            </a:endParaRPr>
          </a:p>
          <a:p>
            <a:pPr lvl="1" marL="1021080" indent="-287655">
              <a:lnSpc>
                <a:spcPct val="100000"/>
              </a:lnSpc>
              <a:spcBef>
                <a:spcPts val="1780"/>
              </a:spcBef>
              <a:buClr>
                <a:srgbClr val="4668F5"/>
              </a:buClr>
              <a:buSzPct val="60000"/>
              <a:buFont typeface="Wingdings"/>
              <a:buChar char=""/>
              <a:tabLst>
                <a:tab pos="1021080" algn="l"/>
              </a:tabLst>
            </a:pPr>
            <a:r>
              <a:rPr dirty="0" sz="2000" spc="-10" b="1">
                <a:solidFill>
                  <a:srgbClr val="00AFEF"/>
                </a:solidFill>
                <a:latin typeface="黑体"/>
                <a:cs typeface="黑体"/>
              </a:rPr>
              <a:t>（</a:t>
            </a:r>
            <a:r>
              <a:rPr dirty="0" sz="2000" spc="-10" b="1">
                <a:solidFill>
                  <a:srgbClr val="00AFEF"/>
                </a:solidFill>
                <a:latin typeface="宋体"/>
                <a:cs typeface="宋体"/>
              </a:rPr>
              <a:t>1</a:t>
            </a:r>
            <a:r>
              <a:rPr dirty="0" sz="2000" spc="-10" b="1">
                <a:solidFill>
                  <a:srgbClr val="00AFEF"/>
                </a:solidFill>
                <a:latin typeface="黑体"/>
                <a:cs typeface="黑体"/>
              </a:rPr>
              <a:t>）指令</a:t>
            </a:r>
            <a:r>
              <a:rPr dirty="0" sz="2000" spc="-15" b="1">
                <a:solidFill>
                  <a:srgbClr val="9933FF"/>
                </a:solidFill>
                <a:latin typeface="宋体"/>
                <a:cs typeface="宋体"/>
              </a:rPr>
              <a:t>j</a:t>
            </a:r>
            <a:r>
              <a:rPr dirty="0" sz="2000" spc="-15" b="1">
                <a:solidFill>
                  <a:srgbClr val="00AFEF"/>
                </a:solidFill>
                <a:latin typeface="黑体"/>
                <a:cs typeface="黑体"/>
              </a:rPr>
              <a:t>使用指令</a:t>
            </a:r>
            <a:r>
              <a:rPr dirty="0" sz="2000" spc="-10" b="1">
                <a:solidFill>
                  <a:srgbClr val="9933FF"/>
                </a:solidFill>
                <a:latin typeface="宋体"/>
                <a:cs typeface="宋体"/>
              </a:rPr>
              <a:t>i</a:t>
            </a:r>
            <a:r>
              <a:rPr dirty="0" sz="2000" spc="-25" b="1">
                <a:solidFill>
                  <a:srgbClr val="00AFEF"/>
                </a:solidFill>
                <a:latin typeface="黑体"/>
                <a:cs typeface="黑体"/>
              </a:rPr>
              <a:t>产生的结果；</a:t>
            </a:r>
            <a:endParaRPr sz="2000">
              <a:latin typeface="黑体"/>
              <a:cs typeface="黑体"/>
            </a:endParaRPr>
          </a:p>
          <a:p>
            <a:pPr lvl="1" marL="1021080" indent="-287655">
              <a:lnSpc>
                <a:spcPct val="100000"/>
              </a:lnSpc>
              <a:spcBef>
                <a:spcPts val="1680"/>
              </a:spcBef>
              <a:buClr>
                <a:srgbClr val="4668F5"/>
              </a:buClr>
              <a:buSzPct val="60000"/>
              <a:buFont typeface="Wingdings"/>
              <a:buChar char=""/>
              <a:tabLst>
                <a:tab pos="1021080" algn="l"/>
              </a:tabLst>
            </a:pPr>
            <a:r>
              <a:rPr dirty="0" sz="2000" spc="-10" b="1">
                <a:solidFill>
                  <a:srgbClr val="00AFEF"/>
                </a:solidFill>
                <a:latin typeface="黑体"/>
                <a:cs typeface="黑体"/>
              </a:rPr>
              <a:t>（</a:t>
            </a:r>
            <a:r>
              <a:rPr dirty="0" sz="2000" spc="-10" b="1">
                <a:solidFill>
                  <a:srgbClr val="00AFEF"/>
                </a:solidFill>
                <a:latin typeface="宋体"/>
                <a:cs typeface="宋体"/>
              </a:rPr>
              <a:t>2</a:t>
            </a:r>
            <a:r>
              <a:rPr dirty="0" sz="2000" spc="-10" b="1">
                <a:solidFill>
                  <a:srgbClr val="00AFEF"/>
                </a:solidFill>
                <a:latin typeface="黑体"/>
                <a:cs typeface="黑体"/>
              </a:rPr>
              <a:t>）指令</a:t>
            </a:r>
            <a:r>
              <a:rPr dirty="0" sz="2000" spc="-15" b="1">
                <a:solidFill>
                  <a:srgbClr val="9933FF"/>
                </a:solidFill>
                <a:latin typeface="宋体"/>
                <a:cs typeface="宋体"/>
              </a:rPr>
              <a:t>j</a:t>
            </a:r>
            <a:r>
              <a:rPr dirty="0" sz="2000" spc="-10" b="1">
                <a:solidFill>
                  <a:srgbClr val="00AFEF"/>
                </a:solidFill>
                <a:latin typeface="黑体"/>
                <a:cs typeface="黑体"/>
              </a:rPr>
              <a:t>与指令</a:t>
            </a:r>
            <a:r>
              <a:rPr dirty="0" sz="2000" spc="-15" b="1">
                <a:solidFill>
                  <a:srgbClr val="9933FF"/>
                </a:solidFill>
                <a:latin typeface="宋体"/>
                <a:cs typeface="宋体"/>
              </a:rPr>
              <a:t>k</a:t>
            </a:r>
            <a:r>
              <a:rPr dirty="0" sz="2000" spc="-20" b="1">
                <a:solidFill>
                  <a:srgbClr val="00AFEF"/>
                </a:solidFill>
                <a:latin typeface="黑体"/>
                <a:cs typeface="黑体"/>
              </a:rPr>
              <a:t>数据相关，而指令</a:t>
            </a:r>
            <a:r>
              <a:rPr dirty="0" sz="2000" spc="-15" b="1">
                <a:solidFill>
                  <a:srgbClr val="9933FF"/>
                </a:solidFill>
                <a:latin typeface="宋体"/>
                <a:cs typeface="宋体"/>
              </a:rPr>
              <a:t>k</a:t>
            </a:r>
            <a:r>
              <a:rPr dirty="0" sz="2000" spc="-15" b="1">
                <a:solidFill>
                  <a:srgbClr val="00AFEF"/>
                </a:solidFill>
                <a:latin typeface="黑体"/>
                <a:cs typeface="黑体"/>
              </a:rPr>
              <a:t>又与指令</a:t>
            </a:r>
            <a:r>
              <a:rPr dirty="0" sz="2000" spc="-15" b="1">
                <a:solidFill>
                  <a:srgbClr val="9933FF"/>
                </a:solidFill>
                <a:latin typeface="宋体"/>
                <a:cs typeface="宋体"/>
              </a:rPr>
              <a:t>i</a:t>
            </a:r>
            <a:r>
              <a:rPr dirty="0" sz="2000" spc="-25" b="1">
                <a:solidFill>
                  <a:srgbClr val="00AFEF"/>
                </a:solidFill>
                <a:latin typeface="黑体"/>
                <a:cs typeface="黑体"/>
              </a:rPr>
              <a:t>数据相关。</a:t>
            </a:r>
            <a:endParaRPr sz="2000">
              <a:latin typeface="黑体"/>
              <a:cs typeface="黑体"/>
            </a:endParaRPr>
          </a:p>
          <a:p>
            <a:pPr marL="1099185" indent="-457200">
              <a:lnSpc>
                <a:spcPct val="100000"/>
              </a:lnSpc>
              <a:spcBef>
                <a:spcPts val="1920"/>
              </a:spcBef>
              <a:buSzPct val="89583"/>
              <a:buFont typeface="Wingdings"/>
              <a:buChar char=""/>
              <a:tabLst>
                <a:tab pos="1099185" algn="l"/>
              </a:tabLst>
            </a:pPr>
            <a:r>
              <a:rPr dirty="0" sz="2400" spc="-10">
                <a:solidFill>
                  <a:srgbClr val="40458B"/>
                </a:solidFill>
                <a:latin typeface="黑体"/>
                <a:cs typeface="黑体"/>
              </a:rPr>
              <a:t>第（</a:t>
            </a:r>
            <a:r>
              <a:rPr dirty="0" sz="2400" spc="-10">
                <a:solidFill>
                  <a:srgbClr val="40458B"/>
                </a:solidFill>
                <a:latin typeface="Tahoma"/>
                <a:cs typeface="Tahoma"/>
              </a:rPr>
              <a:t>2</a:t>
            </a:r>
            <a:r>
              <a:rPr dirty="0" sz="2400" spc="-10">
                <a:solidFill>
                  <a:srgbClr val="40458B"/>
                </a:solidFill>
                <a:latin typeface="黑体"/>
                <a:cs typeface="黑体"/>
              </a:rPr>
              <a:t>）条说明数据相关具有</a:t>
            </a:r>
            <a:r>
              <a:rPr dirty="0" sz="2400" spc="-20">
                <a:solidFill>
                  <a:srgbClr val="D50092"/>
                </a:solidFill>
                <a:latin typeface="黑体"/>
                <a:cs typeface="黑体"/>
              </a:rPr>
              <a:t>传递性。</a:t>
            </a:r>
            <a:endParaRPr sz="2400">
              <a:latin typeface="黑体"/>
              <a:cs typeface="黑体"/>
            </a:endParaRPr>
          </a:p>
          <a:p>
            <a:pPr marL="1199515">
              <a:lnSpc>
                <a:spcPct val="100000"/>
              </a:lnSpc>
              <a:spcBef>
                <a:spcPts val="2975"/>
              </a:spcBef>
            </a:pPr>
            <a:r>
              <a:rPr dirty="0" sz="2400" spc="-5">
                <a:solidFill>
                  <a:srgbClr val="E14B04"/>
                </a:solidFill>
                <a:latin typeface="黑体"/>
                <a:cs typeface="黑体"/>
              </a:rPr>
              <a:t>数据相关反映了数据的流动关系，即如何从其产生者流动到其消费者。</a:t>
            </a:r>
            <a:endParaRPr sz="2400">
              <a:latin typeface="黑体"/>
              <a:cs typeface="黑体"/>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2358644" y="1193672"/>
            <a:ext cx="6899909" cy="2109470"/>
          </a:xfrm>
          <a:prstGeom prst="rect">
            <a:avLst/>
          </a:prstGeom>
        </p:spPr>
        <p:txBody>
          <a:bodyPr wrap="square" lIns="0" tIns="12700" rIns="0" bIns="0" rtlCol="0" vert="horz">
            <a:spAutoFit/>
          </a:bodyPr>
          <a:lstStyle/>
          <a:p>
            <a:pPr marL="195580">
              <a:lnSpc>
                <a:spcPct val="100000"/>
              </a:lnSpc>
              <a:spcBef>
                <a:spcPts val="100"/>
              </a:spcBef>
            </a:pPr>
            <a:r>
              <a:rPr dirty="0" sz="2700" spc="-25" b="1">
                <a:solidFill>
                  <a:srgbClr val="E14B04"/>
                </a:solidFill>
                <a:latin typeface="宋体"/>
                <a:cs typeface="宋体"/>
              </a:rPr>
              <a:t>例如：</a:t>
            </a:r>
            <a:r>
              <a:rPr dirty="0" sz="2700" spc="-25" b="1">
                <a:solidFill>
                  <a:srgbClr val="40458B"/>
                </a:solidFill>
                <a:latin typeface="宋体"/>
                <a:cs typeface="宋体"/>
              </a:rPr>
              <a:t>下面这一段代码存在</a:t>
            </a:r>
            <a:r>
              <a:rPr dirty="0" sz="2700" spc="-30" b="1">
                <a:solidFill>
                  <a:srgbClr val="FF0000"/>
                </a:solidFill>
                <a:latin typeface="宋体"/>
                <a:cs typeface="宋体"/>
              </a:rPr>
              <a:t>数据相关。</a:t>
            </a:r>
            <a:endParaRPr sz="2700">
              <a:latin typeface="宋体"/>
              <a:cs typeface="宋体"/>
            </a:endParaRPr>
          </a:p>
          <a:p>
            <a:pPr marL="12700">
              <a:lnSpc>
                <a:spcPct val="100000"/>
              </a:lnSpc>
              <a:spcBef>
                <a:spcPts val="2990"/>
              </a:spcBef>
              <a:tabLst>
                <a:tab pos="2321560" algn="l"/>
                <a:tab pos="4584700" algn="l"/>
              </a:tabLst>
            </a:pPr>
            <a:r>
              <a:rPr dirty="0" sz="2400" b="1">
                <a:latin typeface="宋体"/>
                <a:cs typeface="宋体"/>
              </a:rPr>
              <a:t>Loop</a:t>
            </a:r>
            <a:r>
              <a:rPr dirty="0" sz="2400" spc="-35" b="1">
                <a:latin typeface="宋体"/>
                <a:cs typeface="宋体"/>
              </a:rPr>
              <a:t>： </a:t>
            </a:r>
            <a:r>
              <a:rPr dirty="0" sz="2400" spc="-25" b="1">
                <a:latin typeface="宋体"/>
                <a:cs typeface="宋体"/>
              </a:rPr>
              <a:t>L.D</a:t>
            </a:r>
            <a:r>
              <a:rPr dirty="0" sz="2400" b="1">
                <a:latin typeface="宋体"/>
                <a:cs typeface="宋体"/>
              </a:rPr>
              <a:t>	</a:t>
            </a:r>
            <a:r>
              <a:rPr dirty="0" sz="2400" spc="-10" b="1">
                <a:solidFill>
                  <a:srgbClr val="D50092"/>
                </a:solidFill>
                <a:latin typeface="宋体"/>
                <a:cs typeface="宋体"/>
              </a:rPr>
              <a:t>F0</a:t>
            </a:r>
            <a:r>
              <a:rPr dirty="0" sz="2400" spc="-10" b="1">
                <a:latin typeface="宋体"/>
                <a:cs typeface="宋体"/>
              </a:rPr>
              <a:t>，0（R1）</a:t>
            </a:r>
            <a:r>
              <a:rPr dirty="0" sz="2400" b="1">
                <a:latin typeface="宋体"/>
                <a:cs typeface="宋体"/>
              </a:rPr>
              <a:t>	</a:t>
            </a:r>
            <a:r>
              <a:rPr dirty="0" sz="2400" b="1">
                <a:solidFill>
                  <a:srgbClr val="0000CC"/>
                </a:solidFill>
                <a:latin typeface="宋体"/>
                <a:cs typeface="宋体"/>
              </a:rPr>
              <a:t>// </a:t>
            </a:r>
            <a:r>
              <a:rPr dirty="0" sz="2400" spc="-20" b="1">
                <a:solidFill>
                  <a:srgbClr val="0000CC"/>
                </a:solidFill>
                <a:latin typeface="宋体"/>
                <a:cs typeface="宋体"/>
              </a:rPr>
              <a:t>F0</a:t>
            </a:r>
            <a:r>
              <a:rPr dirty="0" sz="2400" spc="-30" b="1">
                <a:solidFill>
                  <a:srgbClr val="0000CC"/>
                </a:solidFill>
                <a:latin typeface="宋体"/>
                <a:cs typeface="宋体"/>
              </a:rPr>
              <a:t>为数组元素</a:t>
            </a:r>
            <a:endParaRPr sz="2400">
              <a:latin typeface="宋体"/>
              <a:cs typeface="宋体"/>
            </a:endParaRPr>
          </a:p>
          <a:p>
            <a:pPr>
              <a:lnSpc>
                <a:spcPct val="100000"/>
              </a:lnSpc>
              <a:spcBef>
                <a:spcPts val="1295"/>
              </a:spcBef>
            </a:pPr>
            <a:endParaRPr sz="2400">
              <a:latin typeface="宋体"/>
              <a:cs typeface="宋体"/>
            </a:endParaRPr>
          </a:p>
          <a:p>
            <a:pPr marL="1090295">
              <a:lnSpc>
                <a:spcPct val="100000"/>
              </a:lnSpc>
              <a:spcBef>
                <a:spcPts val="5"/>
              </a:spcBef>
              <a:tabLst>
                <a:tab pos="2322830" algn="l"/>
                <a:tab pos="4584700" algn="l"/>
              </a:tabLst>
            </a:pPr>
            <a:r>
              <a:rPr dirty="0" sz="2400" spc="-10" b="1">
                <a:latin typeface="宋体"/>
                <a:cs typeface="宋体"/>
              </a:rPr>
              <a:t>ADD.D</a:t>
            </a:r>
            <a:r>
              <a:rPr dirty="0" sz="2400" b="1">
                <a:latin typeface="宋体"/>
                <a:cs typeface="宋体"/>
              </a:rPr>
              <a:t>	</a:t>
            </a:r>
            <a:r>
              <a:rPr dirty="0" sz="2400" spc="-10" b="1">
                <a:solidFill>
                  <a:srgbClr val="008000"/>
                </a:solidFill>
                <a:latin typeface="宋体"/>
                <a:cs typeface="宋体"/>
              </a:rPr>
              <a:t>F4</a:t>
            </a:r>
            <a:r>
              <a:rPr dirty="0" sz="2400" spc="-10" b="1">
                <a:latin typeface="宋体"/>
                <a:cs typeface="宋体"/>
              </a:rPr>
              <a:t>，</a:t>
            </a:r>
            <a:r>
              <a:rPr dirty="0" sz="2400" spc="-10" b="1">
                <a:solidFill>
                  <a:srgbClr val="D50092"/>
                </a:solidFill>
                <a:latin typeface="宋体"/>
                <a:cs typeface="宋体"/>
              </a:rPr>
              <a:t>F0</a:t>
            </a:r>
            <a:r>
              <a:rPr dirty="0" sz="2400" spc="-10" b="1">
                <a:latin typeface="宋体"/>
                <a:cs typeface="宋体"/>
              </a:rPr>
              <a:t>，F2</a:t>
            </a:r>
            <a:r>
              <a:rPr dirty="0" sz="2400" b="1">
                <a:latin typeface="宋体"/>
                <a:cs typeface="宋体"/>
              </a:rPr>
              <a:t>	</a:t>
            </a:r>
            <a:r>
              <a:rPr dirty="0" sz="2400" spc="-10" b="1">
                <a:solidFill>
                  <a:srgbClr val="0000CC"/>
                </a:solidFill>
                <a:latin typeface="宋体"/>
                <a:cs typeface="宋体"/>
              </a:rPr>
              <a:t>// 加上</a:t>
            </a:r>
            <a:r>
              <a:rPr dirty="0" sz="2400" spc="-20" b="1">
                <a:solidFill>
                  <a:srgbClr val="0000CC"/>
                </a:solidFill>
                <a:latin typeface="宋体"/>
                <a:cs typeface="宋体"/>
              </a:rPr>
              <a:t>F2</a:t>
            </a:r>
            <a:r>
              <a:rPr dirty="0" sz="2400" spc="-30" b="1">
                <a:solidFill>
                  <a:srgbClr val="0000CC"/>
                </a:solidFill>
                <a:latin typeface="宋体"/>
                <a:cs typeface="宋体"/>
              </a:rPr>
              <a:t>中的值</a:t>
            </a:r>
            <a:endParaRPr sz="2400">
              <a:latin typeface="宋体"/>
              <a:cs typeface="宋体"/>
            </a:endParaRPr>
          </a:p>
        </p:txBody>
      </p:sp>
      <p:sp>
        <p:nvSpPr>
          <p:cNvPr id="10" name="object 10" descr=""/>
          <p:cNvSpPr txBox="1"/>
          <p:nvPr/>
        </p:nvSpPr>
        <p:spPr>
          <a:xfrm>
            <a:off x="3436365" y="3521201"/>
            <a:ext cx="946150" cy="1123315"/>
          </a:xfrm>
          <a:prstGeom prst="rect">
            <a:avLst/>
          </a:prstGeom>
        </p:spPr>
        <p:txBody>
          <a:bodyPr wrap="square" lIns="0" tIns="12700" rIns="0" bIns="0" rtlCol="0" vert="horz">
            <a:spAutoFit/>
          </a:bodyPr>
          <a:lstStyle/>
          <a:p>
            <a:pPr marL="12700" marR="5080">
              <a:lnSpc>
                <a:spcPct val="150100"/>
              </a:lnSpc>
              <a:spcBef>
                <a:spcPts val="100"/>
              </a:spcBef>
            </a:pPr>
            <a:r>
              <a:rPr dirty="0" sz="2400" spc="-25" b="1">
                <a:latin typeface="宋体"/>
                <a:cs typeface="宋体"/>
              </a:rPr>
              <a:t>S.D </a:t>
            </a:r>
            <a:r>
              <a:rPr dirty="0" sz="2400" spc="-10" b="1">
                <a:latin typeface="宋体"/>
                <a:cs typeface="宋体"/>
              </a:rPr>
              <a:t>DADDIU</a:t>
            </a:r>
            <a:endParaRPr sz="2400">
              <a:latin typeface="宋体"/>
              <a:cs typeface="宋体"/>
            </a:endParaRPr>
          </a:p>
        </p:txBody>
      </p:sp>
      <p:sp>
        <p:nvSpPr>
          <p:cNvPr id="11" name="object 11" descr=""/>
          <p:cNvSpPr txBox="1"/>
          <p:nvPr/>
        </p:nvSpPr>
        <p:spPr>
          <a:xfrm>
            <a:off x="4669282" y="3521201"/>
            <a:ext cx="1713230" cy="1123315"/>
          </a:xfrm>
          <a:prstGeom prst="rect">
            <a:avLst/>
          </a:prstGeom>
        </p:spPr>
        <p:txBody>
          <a:bodyPr wrap="square" lIns="0" tIns="12700" rIns="0" bIns="0" rtlCol="0" vert="horz">
            <a:spAutoFit/>
          </a:bodyPr>
          <a:lstStyle/>
          <a:p>
            <a:pPr marL="12700" marR="5080">
              <a:lnSpc>
                <a:spcPct val="150100"/>
              </a:lnSpc>
              <a:spcBef>
                <a:spcPts val="100"/>
              </a:spcBef>
            </a:pPr>
            <a:r>
              <a:rPr dirty="0" sz="2400" spc="-10" b="1">
                <a:solidFill>
                  <a:srgbClr val="008000"/>
                </a:solidFill>
                <a:latin typeface="宋体"/>
                <a:cs typeface="宋体"/>
              </a:rPr>
              <a:t>F4</a:t>
            </a:r>
            <a:r>
              <a:rPr dirty="0" sz="2400" spc="-10" b="1">
                <a:latin typeface="宋体"/>
                <a:cs typeface="宋体"/>
              </a:rPr>
              <a:t>，0（R1） </a:t>
            </a:r>
            <a:r>
              <a:rPr dirty="0" sz="2400" spc="-10" b="1">
                <a:solidFill>
                  <a:srgbClr val="9933FF"/>
                </a:solidFill>
                <a:latin typeface="宋体"/>
                <a:cs typeface="宋体"/>
              </a:rPr>
              <a:t>R1</a:t>
            </a:r>
            <a:r>
              <a:rPr dirty="0" sz="2400" spc="-10" b="1">
                <a:latin typeface="宋体"/>
                <a:cs typeface="宋体"/>
              </a:rPr>
              <a:t>，R1，－8</a:t>
            </a:r>
            <a:endParaRPr sz="2400">
              <a:latin typeface="宋体"/>
              <a:cs typeface="宋体"/>
            </a:endParaRPr>
          </a:p>
        </p:txBody>
      </p:sp>
      <p:sp>
        <p:nvSpPr>
          <p:cNvPr id="12" name="object 12" descr=""/>
          <p:cNvSpPr txBox="1"/>
          <p:nvPr/>
        </p:nvSpPr>
        <p:spPr>
          <a:xfrm>
            <a:off x="6931279" y="3521201"/>
            <a:ext cx="3398520" cy="1123315"/>
          </a:xfrm>
          <a:prstGeom prst="rect">
            <a:avLst/>
          </a:prstGeom>
        </p:spPr>
        <p:txBody>
          <a:bodyPr wrap="square" lIns="0" tIns="195580" rIns="0" bIns="0" rtlCol="0" vert="horz">
            <a:spAutoFit/>
          </a:bodyPr>
          <a:lstStyle/>
          <a:p>
            <a:pPr marL="12700">
              <a:lnSpc>
                <a:spcPct val="100000"/>
              </a:lnSpc>
              <a:spcBef>
                <a:spcPts val="1540"/>
              </a:spcBef>
            </a:pPr>
            <a:r>
              <a:rPr dirty="0" sz="2400" spc="-25" b="1">
                <a:solidFill>
                  <a:srgbClr val="0000CC"/>
                </a:solidFill>
                <a:latin typeface="宋体"/>
                <a:cs typeface="宋体"/>
              </a:rPr>
              <a:t>// 保存结果</a:t>
            </a:r>
            <a:endParaRPr sz="2400">
              <a:latin typeface="宋体"/>
              <a:cs typeface="宋体"/>
            </a:endParaRPr>
          </a:p>
          <a:p>
            <a:pPr marL="12700">
              <a:lnSpc>
                <a:spcPct val="100000"/>
              </a:lnSpc>
              <a:spcBef>
                <a:spcPts val="1445"/>
              </a:spcBef>
            </a:pPr>
            <a:r>
              <a:rPr dirty="0" sz="2400" spc="-20" b="1">
                <a:solidFill>
                  <a:srgbClr val="0000CC"/>
                </a:solidFill>
                <a:latin typeface="宋体"/>
                <a:cs typeface="宋体"/>
              </a:rPr>
              <a:t>// 数组指针递减8</a:t>
            </a:r>
            <a:r>
              <a:rPr dirty="0" sz="2400" spc="-30" b="1">
                <a:solidFill>
                  <a:srgbClr val="0000CC"/>
                </a:solidFill>
                <a:latin typeface="宋体"/>
                <a:cs typeface="宋体"/>
              </a:rPr>
              <a:t>个字节</a:t>
            </a:r>
            <a:endParaRPr sz="2400">
              <a:latin typeface="宋体"/>
              <a:cs typeface="宋体"/>
            </a:endParaRPr>
          </a:p>
        </p:txBody>
      </p:sp>
      <p:sp>
        <p:nvSpPr>
          <p:cNvPr id="13" name="object 13" descr=""/>
          <p:cNvSpPr txBox="1"/>
          <p:nvPr/>
        </p:nvSpPr>
        <p:spPr>
          <a:xfrm>
            <a:off x="3436365" y="4984750"/>
            <a:ext cx="485140" cy="391160"/>
          </a:xfrm>
          <a:prstGeom prst="rect">
            <a:avLst/>
          </a:prstGeom>
        </p:spPr>
        <p:txBody>
          <a:bodyPr wrap="square" lIns="0" tIns="12700" rIns="0" bIns="0" rtlCol="0" vert="horz">
            <a:spAutoFit/>
          </a:bodyPr>
          <a:lstStyle/>
          <a:p>
            <a:pPr marL="12700">
              <a:lnSpc>
                <a:spcPct val="100000"/>
              </a:lnSpc>
              <a:spcBef>
                <a:spcPts val="100"/>
              </a:spcBef>
            </a:pPr>
            <a:r>
              <a:rPr dirty="0" sz="2400" spc="-25" b="1">
                <a:latin typeface="宋体"/>
                <a:cs typeface="宋体"/>
              </a:rPr>
              <a:t>BNE</a:t>
            </a:r>
            <a:endParaRPr sz="2400">
              <a:latin typeface="宋体"/>
              <a:cs typeface="宋体"/>
            </a:endParaRPr>
          </a:p>
        </p:txBody>
      </p:sp>
      <p:sp>
        <p:nvSpPr>
          <p:cNvPr id="14" name="object 14" descr=""/>
          <p:cNvSpPr txBox="1"/>
          <p:nvPr/>
        </p:nvSpPr>
        <p:spPr>
          <a:xfrm>
            <a:off x="4669282" y="4984750"/>
            <a:ext cx="1870075"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9933FF"/>
                </a:solidFill>
                <a:latin typeface="宋体"/>
                <a:cs typeface="宋体"/>
              </a:rPr>
              <a:t>R1</a:t>
            </a:r>
            <a:r>
              <a:rPr dirty="0" sz="2400" spc="-10" b="1">
                <a:latin typeface="宋体"/>
                <a:cs typeface="宋体"/>
              </a:rPr>
              <a:t>，R2，Loop</a:t>
            </a:r>
            <a:endParaRPr sz="2400">
              <a:latin typeface="宋体"/>
              <a:cs typeface="宋体"/>
            </a:endParaRPr>
          </a:p>
        </p:txBody>
      </p:sp>
      <p:sp>
        <p:nvSpPr>
          <p:cNvPr id="15" name="object 15" descr=""/>
          <p:cNvSpPr txBox="1"/>
          <p:nvPr/>
        </p:nvSpPr>
        <p:spPr>
          <a:xfrm>
            <a:off x="6931279" y="4984750"/>
            <a:ext cx="324739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0000CC"/>
                </a:solidFill>
                <a:latin typeface="宋体"/>
                <a:cs typeface="宋体"/>
              </a:rPr>
              <a:t>// 如果</a:t>
            </a:r>
            <a:r>
              <a:rPr dirty="0" sz="2400" spc="-20" b="1">
                <a:solidFill>
                  <a:srgbClr val="0000CC"/>
                </a:solidFill>
                <a:latin typeface="宋体"/>
                <a:cs typeface="宋体"/>
              </a:rPr>
              <a:t>R1≠R2</a:t>
            </a:r>
            <a:r>
              <a:rPr dirty="0" sz="2400" spc="-30" b="1">
                <a:solidFill>
                  <a:srgbClr val="0000CC"/>
                </a:solidFill>
                <a:latin typeface="宋体"/>
                <a:cs typeface="宋体"/>
              </a:rPr>
              <a:t>，则分支</a:t>
            </a:r>
            <a:endParaRPr sz="2400">
              <a:latin typeface="宋体"/>
              <a:cs typeface="宋体"/>
            </a:endParaRPr>
          </a:p>
        </p:txBody>
      </p:sp>
      <p:sp>
        <p:nvSpPr>
          <p:cNvPr id="16" name="object 16" descr=""/>
          <p:cNvSpPr/>
          <p:nvPr/>
        </p:nvSpPr>
        <p:spPr>
          <a:xfrm>
            <a:off x="4796663" y="2415920"/>
            <a:ext cx="652145" cy="509905"/>
          </a:xfrm>
          <a:custGeom>
            <a:avLst/>
            <a:gdLst/>
            <a:ahLst/>
            <a:cxnLst/>
            <a:rect l="l" t="t" r="r" b="b"/>
            <a:pathLst>
              <a:path w="652145" h="509905">
                <a:moveTo>
                  <a:pt x="587577" y="468009"/>
                </a:moveTo>
                <a:lnTo>
                  <a:pt x="568071" y="493013"/>
                </a:lnTo>
                <a:lnTo>
                  <a:pt x="651637" y="509777"/>
                </a:lnTo>
                <a:lnTo>
                  <a:pt x="635439" y="475868"/>
                </a:lnTo>
                <a:lnTo>
                  <a:pt x="597662" y="475868"/>
                </a:lnTo>
                <a:lnTo>
                  <a:pt x="587577" y="468009"/>
                </a:lnTo>
                <a:close/>
              </a:path>
              <a:path w="652145" h="509905">
                <a:moveTo>
                  <a:pt x="595375" y="458013"/>
                </a:moveTo>
                <a:lnTo>
                  <a:pt x="587577" y="468009"/>
                </a:lnTo>
                <a:lnTo>
                  <a:pt x="597662" y="475868"/>
                </a:lnTo>
                <a:lnTo>
                  <a:pt x="605409" y="465836"/>
                </a:lnTo>
                <a:lnTo>
                  <a:pt x="595375" y="458013"/>
                </a:lnTo>
                <a:close/>
              </a:path>
              <a:path w="652145" h="509905">
                <a:moveTo>
                  <a:pt x="614934" y="432942"/>
                </a:moveTo>
                <a:lnTo>
                  <a:pt x="595375" y="458013"/>
                </a:lnTo>
                <a:lnTo>
                  <a:pt x="605409" y="465836"/>
                </a:lnTo>
                <a:lnTo>
                  <a:pt x="597662" y="475868"/>
                </a:lnTo>
                <a:lnTo>
                  <a:pt x="635439" y="475868"/>
                </a:lnTo>
                <a:lnTo>
                  <a:pt x="614934" y="432942"/>
                </a:lnTo>
                <a:close/>
              </a:path>
              <a:path w="652145" h="509905">
                <a:moveTo>
                  <a:pt x="7874" y="0"/>
                </a:moveTo>
                <a:lnTo>
                  <a:pt x="0" y="10032"/>
                </a:lnTo>
                <a:lnTo>
                  <a:pt x="587577" y="468009"/>
                </a:lnTo>
                <a:lnTo>
                  <a:pt x="595375" y="458013"/>
                </a:lnTo>
                <a:lnTo>
                  <a:pt x="7874" y="0"/>
                </a:lnTo>
                <a:close/>
              </a:path>
            </a:pathLst>
          </a:custGeom>
          <a:solidFill>
            <a:srgbClr val="D50092"/>
          </a:solidFill>
        </p:spPr>
        <p:txBody>
          <a:bodyPr wrap="square" lIns="0" tIns="0" rIns="0" bIns="0" rtlCol="0"/>
          <a:lstStyle/>
          <a:p/>
        </p:txBody>
      </p:sp>
      <p:sp>
        <p:nvSpPr>
          <p:cNvPr id="17" name="object 17" descr=""/>
          <p:cNvSpPr/>
          <p:nvPr/>
        </p:nvSpPr>
        <p:spPr>
          <a:xfrm>
            <a:off x="4834001" y="3284473"/>
            <a:ext cx="76200" cy="576580"/>
          </a:xfrm>
          <a:custGeom>
            <a:avLst/>
            <a:gdLst/>
            <a:ahLst/>
            <a:cxnLst/>
            <a:rect l="l" t="t" r="r" b="b"/>
            <a:pathLst>
              <a:path w="76200" h="576579">
                <a:moveTo>
                  <a:pt x="33274" y="500125"/>
                </a:moveTo>
                <a:lnTo>
                  <a:pt x="0" y="500125"/>
                </a:lnTo>
                <a:lnTo>
                  <a:pt x="38100" y="576326"/>
                </a:lnTo>
                <a:lnTo>
                  <a:pt x="69850" y="512825"/>
                </a:lnTo>
                <a:lnTo>
                  <a:pt x="33274" y="512825"/>
                </a:lnTo>
                <a:lnTo>
                  <a:pt x="33274" y="500125"/>
                </a:lnTo>
                <a:close/>
              </a:path>
              <a:path w="76200" h="576579">
                <a:moveTo>
                  <a:pt x="42799" y="0"/>
                </a:moveTo>
                <a:lnTo>
                  <a:pt x="33274" y="0"/>
                </a:lnTo>
                <a:lnTo>
                  <a:pt x="33274" y="512825"/>
                </a:lnTo>
                <a:lnTo>
                  <a:pt x="42799" y="512825"/>
                </a:lnTo>
                <a:lnTo>
                  <a:pt x="42799" y="0"/>
                </a:lnTo>
                <a:close/>
              </a:path>
              <a:path w="76200" h="576579">
                <a:moveTo>
                  <a:pt x="76200" y="500125"/>
                </a:moveTo>
                <a:lnTo>
                  <a:pt x="42799" y="500125"/>
                </a:lnTo>
                <a:lnTo>
                  <a:pt x="42799" y="512825"/>
                </a:lnTo>
                <a:lnTo>
                  <a:pt x="69850" y="512825"/>
                </a:lnTo>
                <a:lnTo>
                  <a:pt x="76200" y="500125"/>
                </a:lnTo>
                <a:close/>
              </a:path>
            </a:pathLst>
          </a:custGeom>
          <a:solidFill>
            <a:srgbClr val="008000"/>
          </a:solidFill>
        </p:spPr>
        <p:txBody>
          <a:bodyPr wrap="square" lIns="0" tIns="0" rIns="0" bIns="0" rtlCol="0"/>
          <a:lstStyle/>
          <a:p/>
        </p:txBody>
      </p:sp>
      <p:sp>
        <p:nvSpPr>
          <p:cNvPr id="18" name="object 18" descr=""/>
          <p:cNvSpPr/>
          <p:nvPr/>
        </p:nvSpPr>
        <p:spPr>
          <a:xfrm>
            <a:off x="4805426" y="4652898"/>
            <a:ext cx="76200" cy="503555"/>
          </a:xfrm>
          <a:custGeom>
            <a:avLst/>
            <a:gdLst/>
            <a:ahLst/>
            <a:cxnLst/>
            <a:rect l="l" t="t" r="r" b="b"/>
            <a:pathLst>
              <a:path w="76200" h="503554">
                <a:moveTo>
                  <a:pt x="33274" y="427100"/>
                </a:moveTo>
                <a:lnTo>
                  <a:pt x="0" y="427100"/>
                </a:lnTo>
                <a:lnTo>
                  <a:pt x="38100" y="503300"/>
                </a:lnTo>
                <a:lnTo>
                  <a:pt x="69850" y="439800"/>
                </a:lnTo>
                <a:lnTo>
                  <a:pt x="33274" y="439800"/>
                </a:lnTo>
                <a:lnTo>
                  <a:pt x="33274" y="427100"/>
                </a:lnTo>
                <a:close/>
              </a:path>
              <a:path w="76200" h="503554">
                <a:moveTo>
                  <a:pt x="42799" y="0"/>
                </a:moveTo>
                <a:lnTo>
                  <a:pt x="33274" y="0"/>
                </a:lnTo>
                <a:lnTo>
                  <a:pt x="33274" y="439800"/>
                </a:lnTo>
                <a:lnTo>
                  <a:pt x="42799" y="439800"/>
                </a:lnTo>
                <a:lnTo>
                  <a:pt x="42799" y="0"/>
                </a:lnTo>
                <a:close/>
              </a:path>
              <a:path w="76200" h="503554">
                <a:moveTo>
                  <a:pt x="76200" y="427100"/>
                </a:moveTo>
                <a:lnTo>
                  <a:pt x="42799" y="427100"/>
                </a:lnTo>
                <a:lnTo>
                  <a:pt x="42799" y="439800"/>
                </a:lnTo>
                <a:lnTo>
                  <a:pt x="69850" y="439800"/>
                </a:lnTo>
                <a:lnTo>
                  <a:pt x="76200" y="427100"/>
                </a:lnTo>
                <a:close/>
              </a:path>
            </a:pathLst>
          </a:custGeom>
          <a:solidFill>
            <a:srgbClr val="9933FF"/>
          </a:solidFill>
        </p:spPr>
        <p:txBody>
          <a:bodyPr wrap="square" lIns="0" tIns="0" rIns="0" bIns="0" rtlCol="0"/>
          <a:lstStyle/>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119/154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28264"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0" name="object 10" descr=""/>
          <p:cNvSpPr txBox="1"/>
          <p:nvPr/>
        </p:nvSpPr>
        <p:spPr>
          <a:xfrm>
            <a:off x="70815" y="697814"/>
            <a:ext cx="7519670" cy="2312670"/>
          </a:xfrm>
          <a:prstGeom prst="rect">
            <a:avLst/>
          </a:prstGeom>
        </p:spPr>
        <p:txBody>
          <a:bodyPr wrap="square" lIns="0" tIns="12700" rIns="0" bIns="0" rtlCol="0" vert="horz">
            <a:spAutoFit/>
          </a:bodyPr>
          <a:lstStyle/>
          <a:p>
            <a:pPr marL="302895" indent="-293370">
              <a:lnSpc>
                <a:spcPct val="100000"/>
              </a:lnSpc>
              <a:spcBef>
                <a:spcPts val="100"/>
              </a:spcBef>
              <a:buClr>
                <a:srgbClr val="001F5F"/>
              </a:buClr>
              <a:buSzPct val="96296"/>
              <a:buFont typeface="Tahoma"/>
              <a:buAutoNum type="arabicPeriod"/>
              <a:tabLst>
                <a:tab pos="302895" algn="l"/>
              </a:tabLst>
            </a:pPr>
            <a:r>
              <a:rPr dirty="0" sz="2700" spc="-15">
                <a:solidFill>
                  <a:srgbClr val="E14B04"/>
                </a:solidFill>
                <a:latin typeface="黑体"/>
                <a:cs typeface="黑体"/>
              </a:rPr>
              <a:t>数据相关</a:t>
            </a:r>
            <a:endParaRPr sz="2700">
              <a:latin typeface="黑体"/>
              <a:cs typeface="黑体"/>
            </a:endParaRPr>
          </a:p>
          <a:p>
            <a:pPr lvl="1" marL="1099185" indent="-457200">
              <a:lnSpc>
                <a:spcPct val="100000"/>
              </a:lnSpc>
              <a:spcBef>
                <a:spcPts val="2090"/>
              </a:spcBef>
              <a:buSzPct val="89583"/>
              <a:buFont typeface="Wingdings"/>
              <a:buChar char=""/>
              <a:tabLst>
                <a:tab pos="1099185" algn="l"/>
              </a:tabLst>
            </a:pPr>
            <a:r>
              <a:rPr dirty="0" sz="2400" spc="-5">
                <a:solidFill>
                  <a:srgbClr val="40458B"/>
                </a:solidFill>
                <a:latin typeface="黑体"/>
                <a:cs typeface="黑体"/>
              </a:rPr>
              <a:t>数据相关反映</a:t>
            </a:r>
            <a:r>
              <a:rPr dirty="0" sz="2400" spc="-10">
                <a:solidFill>
                  <a:srgbClr val="FF0000"/>
                </a:solidFill>
                <a:latin typeface="黑体"/>
                <a:cs typeface="黑体"/>
              </a:rPr>
              <a:t>数据的流动关系。</a:t>
            </a:r>
            <a:endParaRPr sz="2400">
              <a:latin typeface="黑体"/>
              <a:cs typeface="黑体"/>
            </a:endParaRPr>
          </a:p>
          <a:p>
            <a:pPr lvl="1" marL="1099185" indent="-457200">
              <a:lnSpc>
                <a:spcPct val="100000"/>
              </a:lnSpc>
              <a:spcBef>
                <a:spcPts val="2014"/>
              </a:spcBef>
              <a:buSzPct val="89583"/>
              <a:buFont typeface="Wingdings"/>
              <a:buChar char=""/>
              <a:tabLst>
                <a:tab pos="1099185" algn="l"/>
              </a:tabLst>
            </a:pPr>
            <a:r>
              <a:rPr dirty="0" sz="2400" spc="-5">
                <a:solidFill>
                  <a:srgbClr val="40458B"/>
                </a:solidFill>
                <a:latin typeface="黑体"/>
                <a:cs typeface="黑体"/>
              </a:rPr>
              <a:t>当数据的流动是经过寄存器时，检测直观简单。</a:t>
            </a:r>
            <a:endParaRPr sz="2400">
              <a:latin typeface="黑体"/>
              <a:cs typeface="黑体"/>
            </a:endParaRPr>
          </a:p>
          <a:p>
            <a:pPr lvl="1" marL="1099185" indent="-457200">
              <a:lnSpc>
                <a:spcPct val="100000"/>
              </a:lnSpc>
              <a:spcBef>
                <a:spcPts val="2020"/>
              </a:spcBef>
              <a:buSzPct val="89583"/>
              <a:buFont typeface="Wingdings"/>
              <a:buChar char=""/>
              <a:tabLst>
                <a:tab pos="1099185" algn="l"/>
              </a:tabLst>
            </a:pPr>
            <a:r>
              <a:rPr dirty="0" sz="2400" spc="-5">
                <a:solidFill>
                  <a:srgbClr val="40458B"/>
                </a:solidFill>
                <a:latin typeface="黑体"/>
                <a:cs typeface="黑体"/>
              </a:rPr>
              <a:t>当数据的流动是经过存储器时，检测比较复杂。</a:t>
            </a:r>
            <a:endParaRPr sz="2400">
              <a:latin typeface="黑体"/>
              <a:cs typeface="黑体"/>
            </a:endParaRPr>
          </a:p>
        </p:txBody>
      </p:sp>
      <p:sp>
        <p:nvSpPr>
          <p:cNvPr id="11" name="object 11" descr=""/>
          <p:cNvSpPr txBox="1"/>
          <p:nvPr/>
        </p:nvSpPr>
        <p:spPr>
          <a:xfrm>
            <a:off x="1294891" y="3210306"/>
            <a:ext cx="4655820" cy="330835"/>
          </a:xfrm>
          <a:prstGeom prst="rect">
            <a:avLst/>
          </a:prstGeom>
        </p:spPr>
        <p:txBody>
          <a:bodyPr wrap="square" lIns="0" tIns="13335" rIns="0" bIns="0" rtlCol="0" vert="horz">
            <a:spAutoFit/>
          </a:bodyPr>
          <a:lstStyle/>
          <a:p>
            <a:pPr marL="300355" indent="-287655">
              <a:lnSpc>
                <a:spcPct val="100000"/>
              </a:lnSpc>
              <a:spcBef>
                <a:spcPts val="105"/>
              </a:spcBef>
              <a:buClr>
                <a:srgbClr val="4668F5"/>
              </a:buClr>
              <a:buSzPct val="60000"/>
              <a:buFont typeface="Wingdings"/>
              <a:buChar char=""/>
              <a:tabLst>
                <a:tab pos="300355" algn="l"/>
              </a:tabLst>
            </a:pPr>
            <a:r>
              <a:rPr dirty="0" sz="2000" spc="-25" b="1">
                <a:solidFill>
                  <a:srgbClr val="00AFEF"/>
                </a:solidFill>
                <a:latin typeface="黑体"/>
                <a:cs typeface="黑体"/>
              </a:rPr>
              <a:t>相同形式的地址其有效地址未必相同；</a:t>
            </a:r>
            <a:endParaRPr sz="2000">
              <a:latin typeface="黑体"/>
              <a:cs typeface="黑体"/>
            </a:endParaRPr>
          </a:p>
        </p:txBody>
      </p:sp>
      <p:grpSp>
        <p:nvGrpSpPr>
          <p:cNvPr id="12" name="object 12" descr=""/>
          <p:cNvGrpSpPr/>
          <p:nvPr/>
        </p:nvGrpSpPr>
        <p:grpSpPr>
          <a:xfrm>
            <a:off x="762000" y="4648136"/>
            <a:ext cx="2099310" cy="873760"/>
            <a:chOff x="762000" y="4648136"/>
            <a:chExt cx="2099310" cy="873760"/>
          </a:xfrm>
        </p:grpSpPr>
        <p:sp>
          <p:nvSpPr>
            <p:cNvPr id="13" name="object 13" descr=""/>
            <p:cNvSpPr/>
            <p:nvPr/>
          </p:nvSpPr>
          <p:spPr>
            <a:xfrm>
              <a:off x="766762" y="4652898"/>
              <a:ext cx="2089785" cy="864235"/>
            </a:xfrm>
            <a:custGeom>
              <a:avLst/>
              <a:gdLst/>
              <a:ahLst/>
              <a:cxnLst/>
              <a:rect l="l" t="t" r="r" b="b"/>
              <a:pathLst>
                <a:path w="2089785" h="864235">
                  <a:moveTo>
                    <a:pt x="1945195" y="0"/>
                  </a:moveTo>
                  <a:lnTo>
                    <a:pt x="143941" y="0"/>
                  </a:lnTo>
                  <a:lnTo>
                    <a:pt x="98443" y="7345"/>
                  </a:lnTo>
                  <a:lnTo>
                    <a:pt x="58929" y="27797"/>
                  </a:lnTo>
                  <a:lnTo>
                    <a:pt x="27770" y="58978"/>
                  </a:lnTo>
                  <a:lnTo>
                    <a:pt x="7337" y="98511"/>
                  </a:lnTo>
                  <a:lnTo>
                    <a:pt x="0" y="144018"/>
                  </a:lnTo>
                  <a:lnTo>
                    <a:pt x="0" y="719709"/>
                  </a:lnTo>
                  <a:lnTo>
                    <a:pt x="7337" y="765215"/>
                  </a:lnTo>
                  <a:lnTo>
                    <a:pt x="27770" y="804748"/>
                  </a:lnTo>
                  <a:lnTo>
                    <a:pt x="58929" y="835929"/>
                  </a:lnTo>
                  <a:lnTo>
                    <a:pt x="98443" y="856381"/>
                  </a:lnTo>
                  <a:lnTo>
                    <a:pt x="143941" y="863726"/>
                  </a:lnTo>
                  <a:lnTo>
                    <a:pt x="1945195" y="863726"/>
                  </a:lnTo>
                  <a:lnTo>
                    <a:pt x="1990702" y="856381"/>
                  </a:lnTo>
                  <a:lnTo>
                    <a:pt x="2030234" y="835929"/>
                  </a:lnTo>
                  <a:lnTo>
                    <a:pt x="2061415" y="804748"/>
                  </a:lnTo>
                  <a:lnTo>
                    <a:pt x="2081867" y="765215"/>
                  </a:lnTo>
                  <a:lnTo>
                    <a:pt x="2089213" y="719709"/>
                  </a:lnTo>
                  <a:lnTo>
                    <a:pt x="2089213" y="144018"/>
                  </a:lnTo>
                  <a:lnTo>
                    <a:pt x="2081867" y="98511"/>
                  </a:lnTo>
                  <a:lnTo>
                    <a:pt x="2061415" y="58978"/>
                  </a:lnTo>
                  <a:lnTo>
                    <a:pt x="2030234" y="27797"/>
                  </a:lnTo>
                  <a:lnTo>
                    <a:pt x="1990702" y="7345"/>
                  </a:lnTo>
                  <a:lnTo>
                    <a:pt x="1945195" y="0"/>
                  </a:lnTo>
                  <a:close/>
                </a:path>
              </a:pathLst>
            </a:custGeom>
            <a:solidFill>
              <a:srgbClr val="EBD782"/>
            </a:solidFill>
          </p:spPr>
          <p:txBody>
            <a:bodyPr wrap="square" lIns="0" tIns="0" rIns="0" bIns="0" rtlCol="0"/>
            <a:lstStyle/>
            <a:p/>
          </p:txBody>
        </p:sp>
        <p:sp>
          <p:nvSpPr>
            <p:cNvPr id="14" name="object 14" descr=""/>
            <p:cNvSpPr/>
            <p:nvPr/>
          </p:nvSpPr>
          <p:spPr>
            <a:xfrm>
              <a:off x="766762" y="4652898"/>
              <a:ext cx="2089785" cy="864235"/>
            </a:xfrm>
            <a:custGeom>
              <a:avLst/>
              <a:gdLst/>
              <a:ahLst/>
              <a:cxnLst/>
              <a:rect l="l" t="t" r="r" b="b"/>
              <a:pathLst>
                <a:path w="2089785" h="864235">
                  <a:moveTo>
                    <a:pt x="0" y="144018"/>
                  </a:moveTo>
                  <a:lnTo>
                    <a:pt x="7337" y="98511"/>
                  </a:lnTo>
                  <a:lnTo>
                    <a:pt x="27770" y="58978"/>
                  </a:lnTo>
                  <a:lnTo>
                    <a:pt x="58929" y="27797"/>
                  </a:lnTo>
                  <a:lnTo>
                    <a:pt x="98443" y="7345"/>
                  </a:lnTo>
                  <a:lnTo>
                    <a:pt x="143941" y="0"/>
                  </a:lnTo>
                  <a:lnTo>
                    <a:pt x="1945195" y="0"/>
                  </a:lnTo>
                  <a:lnTo>
                    <a:pt x="1990702" y="7345"/>
                  </a:lnTo>
                  <a:lnTo>
                    <a:pt x="2030234" y="27797"/>
                  </a:lnTo>
                  <a:lnTo>
                    <a:pt x="2061415" y="58978"/>
                  </a:lnTo>
                  <a:lnTo>
                    <a:pt x="2081867" y="98511"/>
                  </a:lnTo>
                  <a:lnTo>
                    <a:pt x="2089213" y="144018"/>
                  </a:lnTo>
                  <a:lnTo>
                    <a:pt x="2089213" y="719709"/>
                  </a:lnTo>
                  <a:lnTo>
                    <a:pt x="2081867" y="765215"/>
                  </a:lnTo>
                  <a:lnTo>
                    <a:pt x="2061415" y="804748"/>
                  </a:lnTo>
                  <a:lnTo>
                    <a:pt x="2030234" y="835929"/>
                  </a:lnTo>
                  <a:lnTo>
                    <a:pt x="1990702" y="856381"/>
                  </a:lnTo>
                  <a:lnTo>
                    <a:pt x="1945195" y="863726"/>
                  </a:lnTo>
                  <a:lnTo>
                    <a:pt x="143941" y="863726"/>
                  </a:lnTo>
                  <a:lnTo>
                    <a:pt x="98443" y="856381"/>
                  </a:lnTo>
                  <a:lnTo>
                    <a:pt x="58929" y="835929"/>
                  </a:lnTo>
                  <a:lnTo>
                    <a:pt x="27770" y="804748"/>
                  </a:lnTo>
                  <a:lnTo>
                    <a:pt x="7337" y="765215"/>
                  </a:lnTo>
                  <a:lnTo>
                    <a:pt x="0" y="719709"/>
                  </a:lnTo>
                  <a:lnTo>
                    <a:pt x="0" y="144018"/>
                  </a:lnTo>
                  <a:close/>
                </a:path>
              </a:pathLst>
            </a:custGeom>
            <a:ln w="9525">
              <a:solidFill>
                <a:srgbClr val="40458B"/>
              </a:solidFill>
            </a:ln>
          </p:spPr>
          <p:txBody>
            <a:bodyPr wrap="square" lIns="0" tIns="0" rIns="0" bIns="0" rtlCol="0"/>
            <a:lstStyle/>
            <a:p/>
          </p:txBody>
        </p:sp>
      </p:grpSp>
      <p:sp>
        <p:nvSpPr>
          <p:cNvPr id="15" name="object 15" descr=""/>
          <p:cNvSpPr txBox="1"/>
          <p:nvPr/>
        </p:nvSpPr>
        <p:spPr>
          <a:xfrm>
            <a:off x="887679" y="4729353"/>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数据流动检测</a:t>
            </a:r>
            <a:endParaRPr sz="2400">
              <a:latin typeface="黑体"/>
              <a:cs typeface="黑体"/>
            </a:endParaRPr>
          </a:p>
        </p:txBody>
      </p:sp>
      <p:sp>
        <p:nvSpPr>
          <p:cNvPr id="16" name="object 16" descr=""/>
          <p:cNvSpPr/>
          <p:nvPr/>
        </p:nvSpPr>
        <p:spPr>
          <a:xfrm>
            <a:off x="2927350" y="4360926"/>
            <a:ext cx="576580" cy="1727200"/>
          </a:xfrm>
          <a:custGeom>
            <a:avLst/>
            <a:gdLst/>
            <a:ahLst/>
            <a:cxnLst/>
            <a:rect l="l" t="t" r="r" b="b"/>
            <a:pathLst>
              <a:path w="576579" h="1727200">
                <a:moveTo>
                  <a:pt x="576326" y="1727136"/>
                </a:moveTo>
                <a:lnTo>
                  <a:pt x="499726" y="1725422"/>
                </a:lnTo>
                <a:lnTo>
                  <a:pt x="430892" y="1720587"/>
                </a:lnTo>
                <a:lnTo>
                  <a:pt x="372570" y="1713085"/>
                </a:lnTo>
                <a:lnTo>
                  <a:pt x="327509" y="1703375"/>
                </a:lnTo>
                <a:lnTo>
                  <a:pt x="288163" y="1679155"/>
                </a:lnTo>
                <a:lnTo>
                  <a:pt x="288163" y="911479"/>
                </a:lnTo>
                <a:lnTo>
                  <a:pt x="277868" y="898760"/>
                </a:lnTo>
                <a:lnTo>
                  <a:pt x="203755" y="877633"/>
                </a:lnTo>
                <a:lnTo>
                  <a:pt x="145433" y="870142"/>
                </a:lnTo>
                <a:lnTo>
                  <a:pt x="76599" y="865312"/>
                </a:lnTo>
                <a:lnTo>
                  <a:pt x="0" y="863600"/>
                </a:lnTo>
                <a:lnTo>
                  <a:pt x="76599" y="861878"/>
                </a:lnTo>
                <a:lnTo>
                  <a:pt x="145433" y="857024"/>
                </a:lnTo>
                <a:lnTo>
                  <a:pt x="203755" y="849502"/>
                </a:lnTo>
                <a:lnTo>
                  <a:pt x="248816" y="839780"/>
                </a:lnTo>
                <a:lnTo>
                  <a:pt x="288163" y="815594"/>
                </a:lnTo>
                <a:lnTo>
                  <a:pt x="288163" y="47879"/>
                </a:lnTo>
                <a:lnTo>
                  <a:pt x="298457" y="35160"/>
                </a:lnTo>
                <a:lnTo>
                  <a:pt x="327509" y="23725"/>
                </a:lnTo>
                <a:lnTo>
                  <a:pt x="372570" y="14033"/>
                </a:lnTo>
                <a:lnTo>
                  <a:pt x="430892" y="6542"/>
                </a:lnTo>
                <a:lnTo>
                  <a:pt x="499726" y="1712"/>
                </a:lnTo>
                <a:lnTo>
                  <a:pt x="576326" y="0"/>
                </a:lnTo>
              </a:path>
            </a:pathLst>
          </a:custGeom>
          <a:ln w="19050">
            <a:solidFill>
              <a:srgbClr val="FF0000"/>
            </a:solidFill>
          </a:ln>
        </p:spPr>
        <p:txBody>
          <a:bodyPr wrap="square" lIns="0" tIns="0" rIns="0" bIns="0" rtlCol="0"/>
          <a:lstStyle/>
          <a:p/>
        </p:txBody>
      </p:sp>
      <p:sp>
        <p:nvSpPr>
          <p:cNvPr id="17" name="object 17" descr=""/>
          <p:cNvSpPr txBox="1"/>
          <p:nvPr/>
        </p:nvSpPr>
        <p:spPr>
          <a:xfrm>
            <a:off x="1294891" y="3570146"/>
            <a:ext cx="4911725" cy="952500"/>
          </a:xfrm>
          <a:prstGeom prst="rect">
            <a:avLst/>
          </a:prstGeom>
        </p:spPr>
        <p:txBody>
          <a:bodyPr wrap="square" lIns="0" tIns="171450" rIns="0" bIns="0" rtlCol="0" vert="horz">
            <a:spAutoFit/>
          </a:bodyPr>
          <a:lstStyle/>
          <a:p>
            <a:pPr marL="300355" indent="-287655">
              <a:lnSpc>
                <a:spcPct val="100000"/>
              </a:lnSpc>
              <a:spcBef>
                <a:spcPts val="1350"/>
              </a:spcBef>
              <a:buClr>
                <a:srgbClr val="4668F5"/>
              </a:buClr>
              <a:buSzPct val="60000"/>
              <a:buFont typeface="Wingdings"/>
              <a:buChar char=""/>
              <a:tabLst>
                <a:tab pos="300355" algn="l"/>
              </a:tabLst>
            </a:pPr>
            <a:r>
              <a:rPr dirty="0" sz="2000" spc="-25" b="1">
                <a:solidFill>
                  <a:srgbClr val="00AFEF"/>
                </a:solidFill>
                <a:latin typeface="黑体"/>
                <a:cs typeface="黑体"/>
              </a:rPr>
              <a:t>形式不同的地址其有效地址却可能相同。</a:t>
            </a:r>
            <a:endParaRPr sz="2000">
              <a:latin typeface="黑体"/>
              <a:cs typeface="黑体"/>
            </a:endParaRPr>
          </a:p>
          <a:p>
            <a:pPr marL="2379980">
              <a:lnSpc>
                <a:spcPct val="100000"/>
              </a:lnSpc>
              <a:spcBef>
                <a:spcPts val="1245"/>
              </a:spcBef>
            </a:pPr>
            <a:r>
              <a:rPr dirty="0" sz="2000" spc="-15">
                <a:solidFill>
                  <a:srgbClr val="40458B"/>
                </a:solidFill>
                <a:latin typeface="黑体"/>
                <a:cs typeface="黑体"/>
              </a:rPr>
              <a:t>数据流动经过寄存器</a:t>
            </a:r>
            <a:endParaRPr sz="2000">
              <a:latin typeface="黑体"/>
              <a:cs typeface="黑体"/>
            </a:endParaRPr>
          </a:p>
        </p:txBody>
      </p:sp>
      <p:sp>
        <p:nvSpPr>
          <p:cNvPr id="18" name="object 18" descr=""/>
          <p:cNvSpPr txBox="1"/>
          <p:nvPr/>
        </p:nvSpPr>
        <p:spPr>
          <a:xfrm>
            <a:off x="3619246" y="5752591"/>
            <a:ext cx="2313305"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40458B"/>
                </a:solidFill>
                <a:latin typeface="黑体"/>
                <a:cs typeface="黑体"/>
              </a:rPr>
              <a:t>数据流动经过存储器</a:t>
            </a:r>
            <a:endParaRPr sz="2000">
              <a:latin typeface="黑体"/>
              <a:cs typeface="黑体"/>
            </a:endParaRPr>
          </a:p>
        </p:txBody>
      </p:sp>
      <p:sp>
        <p:nvSpPr>
          <p:cNvPr id="19" name="object 19" descr=""/>
          <p:cNvSpPr/>
          <p:nvPr/>
        </p:nvSpPr>
        <p:spPr>
          <a:xfrm>
            <a:off x="6208776" y="3560826"/>
            <a:ext cx="958850" cy="1285875"/>
          </a:xfrm>
          <a:custGeom>
            <a:avLst/>
            <a:gdLst/>
            <a:ahLst/>
            <a:cxnLst/>
            <a:rect l="l" t="t" r="r" b="b"/>
            <a:pathLst>
              <a:path w="958850" h="1285875">
                <a:moveTo>
                  <a:pt x="958850" y="1285875"/>
                </a:moveTo>
                <a:lnTo>
                  <a:pt x="881080" y="1284828"/>
                </a:lnTo>
                <a:lnTo>
                  <a:pt x="807308" y="1281796"/>
                </a:lnTo>
                <a:lnTo>
                  <a:pt x="738519" y="1276945"/>
                </a:lnTo>
                <a:lnTo>
                  <a:pt x="675700" y="1270439"/>
                </a:lnTo>
                <a:lnTo>
                  <a:pt x="619839" y="1262443"/>
                </a:lnTo>
                <a:lnTo>
                  <a:pt x="571921" y="1253121"/>
                </a:lnTo>
                <a:lnTo>
                  <a:pt x="532934" y="1242637"/>
                </a:lnTo>
                <a:lnTo>
                  <a:pt x="485699" y="1218844"/>
                </a:lnTo>
                <a:lnTo>
                  <a:pt x="479425" y="1205865"/>
                </a:lnTo>
                <a:lnTo>
                  <a:pt x="479425" y="722884"/>
                </a:lnTo>
                <a:lnTo>
                  <a:pt x="473147" y="709904"/>
                </a:lnTo>
                <a:lnTo>
                  <a:pt x="425891" y="686111"/>
                </a:lnTo>
                <a:lnTo>
                  <a:pt x="386891" y="675627"/>
                </a:lnTo>
                <a:lnTo>
                  <a:pt x="338962" y="666305"/>
                </a:lnTo>
                <a:lnTo>
                  <a:pt x="283094" y="658309"/>
                </a:lnTo>
                <a:lnTo>
                  <a:pt x="220274" y="651803"/>
                </a:lnTo>
                <a:lnTo>
                  <a:pt x="151492" y="646952"/>
                </a:lnTo>
                <a:lnTo>
                  <a:pt x="77738" y="643920"/>
                </a:lnTo>
                <a:lnTo>
                  <a:pt x="0" y="642874"/>
                </a:lnTo>
                <a:lnTo>
                  <a:pt x="77738" y="641827"/>
                </a:lnTo>
                <a:lnTo>
                  <a:pt x="151492" y="638795"/>
                </a:lnTo>
                <a:lnTo>
                  <a:pt x="220274" y="633944"/>
                </a:lnTo>
                <a:lnTo>
                  <a:pt x="283094" y="627438"/>
                </a:lnTo>
                <a:lnTo>
                  <a:pt x="338963" y="619442"/>
                </a:lnTo>
                <a:lnTo>
                  <a:pt x="386891" y="610120"/>
                </a:lnTo>
                <a:lnTo>
                  <a:pt x="425891" y="599636"/>
                </a:lnTo>
                <a:lnTo>
                  <a:pt x="473147" y="575843"/>
                </a:lnTo>
                <a:lnTo>
                  <a:pt x="479425" y="562863"/>
                </a:lnTo>
                <a:lnTo>
                  <a:pt x="479425" y="79882"/>
                </a:lnTo>
                <a:lnTo>
                  <a:pt x="485699" y="66906"/>
                </a:lnTo>
                <a:lnTo>
                  <a:pt x="532934" y="43137"/>
                </a:lnTo>
                <a:lnTo>
                  <a:pt x="571921" y="32671"/>
                </a:lnTo>
                <a:lnTo>
                  <a:pt x="619839" y="23367"/>
                </a:lnTo>
                <a:lnTo>
                  <a:pt x="675700" y="15390"/>
                </a:lnTo>
                <a:lnTo>
                  <a:pt x="738519" y="8901"/>
                </a:lnTo>
                <a:lnTo>
                  <a:pt x="807308" y="4065"/>
                </a:lnTo>
                <a:lnTo>
                  <a:pt x="881080" y="1043"/>
                </a:lnTo>
                <a:lnTo>
                  <a:pt x="958850" y="0"/>
                </a:lnTo>
              </a:path>
            </a:pathLst>
          </a:custGeom>
          <a:ln w="19050">
            <a:solidFill>
              <a:srgbClr val="FF0000"/>
            </a:solidFill>
          </a:ln>
        </p:spPr>
        <p:txBody>
          <a:bodyPr wrap="square" lIns="0" tIns="0" rIns="0" bIns="0" rtlCol="0"/>
          <a:lstStyle/>
          <a:p/>
        </p:txBody>
      </p:sp>
      <p:sp>
        <p:nvSpPr>
          <p:cNvPr id="20" name="object 20" descr=""/>
          <p:cNvSpPr txBox="1"/>
          <p:nvPr/>
        </p:nvSpPr>
        <p:spPr>
          <a:xfrm>
            <a:off x="7420102" y="3394709"/>
            <a:ext cx="1551305" cy="330835"/>
          </a:xfrm>
          <a:prstGeom prst="rect">
            <a:avLst/>
          </a:prstGeom>
        </p:spPr>
        <p:txBody>
          <a:bodyPr wrap="square" lIns="0" tIns="13335" rIns="0" bIns="0" rtlCol="0" vert="horz">
            <a:spAutoFit/>
          </a:bodyPr>
          <a:lstStyle/>
          <a:p>
            <a:pPr marL="12700">
              <a:lnSpc>
                <a:spcPct val="100000"/>
              </a:lnSpc>
              <a:spcBef>
                <a:spcPts val="105"/>
              </a:spcBef>
            </a:pPr>
            <a:r>
              <a:rPr dirty="0" sz="2000" spc="-15">
                <a:solidFill>
                  <a:srgbClr val="40458B"/>
                </a:solidFill>
                <a:latin typeface="黑体"/>
                <a:cs typeface="黑体"/>
              </a:rPr>
              <a:t>检测直观简单</a:t>
            </a:r>
            <a:endParaRPr sz="2000">
              <a:latin typeface="黑体"/>
              <a:cs typeface="黑体"/>
            </a:endParaRPr>
          </a:p>
        </p:txBody>
      </p:sp>
      <p:sp>
        <p:nvSpPr>
          <p:cNvPr id="21" name="object 21" descr=""/>
          <p:cNvSpPr txBox="1"/>
          <p:nvPr/>
        </p:nvSpPr>
        <p:spPr>
          <a:xfrm>
            <a:off x="7399781" y="4439539"/>
            <a:ext cx="2313305"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40458B"/>
                </a:solidFill>
                <a:latin typeface="黑体"/>
                <a:cs typeface="黑体"/>
              </a:rPr>
              <a:t>同一寄存器命名唯一</a:t>
            </a:r>
            <a:endParaRPr sz="2000">
              <a:latin typeface="黑体"/>
              <a:cs typeface="黑体"/>
            </a:endParaRPr>
          </a:p>
        </p:txBody>
      </p:sp>
      <p:sp>
        <p:nvSpPr>
          <p:cNvPr id="22" name="object 22" descr=""/>
          <p:cNvSpPr/>
          <p:nvPr/>
        </p:nvSpPr>
        <p:spPr>
          <a:xfrm>
            <a:off x="5797550" y="5300726"/>
            <a:ext cx="730250" cy="1097280"/>
          </a:xfrm>
          <a:custGeom>
            <a:avLst/>
            <a:gdLst/>
            <a:ahLst/>
            <a:cxnLst/>
            <a:rect l="l" t="t" r="r" b="b"/>
            <a:pathLst>
              <a:path w="730250" h="1097279">
                <a:moveTo>
                  <a:pt x="730250" y="1096899"/>
                </a:moveTo>
                <a:lnTo>
                  <a:pt x="664612" y="1094888"/>
                </a:lnTo>
                <a:lnTo>
                  <a:pt x="602836" y="1089092"/>
                </a:lnTo>
                <a:lnTo>
                  <a:pt x="545954" y="1079862"/>
                </a:lnTo>
                <a:lnTo>
                  <a:pt x="494995" y="1067552"/>
                </a:lnTo>
                <a:lnTo>
                  <a:pt x="450990" y="1052513"/>
                </a:lnTo>
                <a:lnTo>
                  <a:pt x="414970" y="1035097"/>
                </a:lnTo>
                <a:lnTo>
                  <a:pt x="371006" y="994549"/>
                </a:lnTo>
                <a:lnTo>
                  <a:pt x="365125" y="972121"/>
                </a:lnTo>
                <a:lnTo>
                  <a:pt x="365125" y="673201"/>
                </a:lnTo>
                <a:lnTo>
                  <a:pt x="359243" y="650769"/>
                </a:lnTo>
                <a:lnTo>
                  <a:pt x="315279" y="610216"/>
                </a:lnTo>
                <a:lnTo>
                  <a:pt x="279259" y="592799"/>
                </a:lnTo>
                <a:lnTo>
                  <a:pt x="235254" y="577759"/>
                </a:lnTo>
                <a:lnTo>
                  <a:pt x="184295" y="565448"/>
                </a:lnTo>
                <a:lnTo>
                  <a:pt x="127413" y="556218"/>
                </a:lnTo>
                <a:lnTo>
                  <a:pt x="65637" y="550421"/>
                </a:lnTo>
                <a:lnTo>
                  <a:pt x="0" y="548411"/>
                </a:lnTo>
                <a:lnTo>
                  <a:pt x="65637" y="546401"/>
                </a:lnTo>
                <a:lnTo>
                  <a:pt x="127413" y="540606"/>
                </a:lnTo>
                <a:lnTo>
                  <a:pt x="184295" y="531377"/>
                </a:lnTo>
                <a:lnTo>
                  <a:pt x="235254" y="519068"/>
                </a:lnTo>
                <a:lnTo>
                  <a:pt x="279259" y="504030"/>
                </a:lnTo>
                <a:lnTo>
                  <a:pt x="315279" y="486616"/>
                </a:lnTo>
                <a:lnTo>
                  <a:pt x="359243" y="446065"/>
                </a:lnTo>
                <a:lnTo>
                  <a:pt x="365125" y="423633"/>
                </a:lnTo>
                <a:lnTo>
                  <a:pt x="365125" y="124714"/>
                </a:lnTo>
                <a:lnTo>
                  <a:pt x="371006" y="102274"/>
                </a:lnTo>
                <a:lnTo>
                  <a:pt x="414970" y="61731"/>
                </a:lnTo>
                <a:lnTo>
                  <a:pt x="450990" y="44328"/>
                </a:lnTo>
                <a:lnTo>
                  <a:pt x="494995" y="29303"/>
                </a:lnTo>
                <a:lnTo>
                  <a:pt x="545954" y="17008"/>
                </a:lnTo>
                <a:lnTo>
                  <a:pt x="602836" y="7792"/>
                </a:lnTo>
                <a:lnTo>
                  <a:pt x="664612" y="2006"/>
                </a:lnTo>
                <a:lnTo>
                  <a:pt x="730250" y="0"/>
                </a:lnTo>
              </a:path>
            </a:pathLst>
          </a:custGeom>
          <a:ln w="19050">
            <a:solidFill>
              <a:srgbClr val="FF0000"/>
            </a:solidFill>
          </a:ln>
        </p:spPr>
        <p:txBody>
          <a:bodyPr wrap="square" lIns="0" tIns="0" rIns="0" bIns="0" rtlCol="0"/>
          <a:lstStyle/>
          <a:p/>
        </p:txBody>
      </p:sp>
      <p:sp>
        <p:nvSpPr>
          <p:cNvPr id="23" name="object 23" descr=""/>
          <p:cNvSpPr txBox="1"/>
          <p:nvPr/>
        </p:nvSpPr>
        <p:spPr>
          <a:xfrm>
            <a:off x="6535928" y="5150866"/>
            <a:ext cx="1043940"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40458B"/>
                </a:solidFill>
                <a:latin typeface="黑体"/>
                <a:cs typeface="黑体"/>
              </a:rPr>
              <a:t>检测复杂</a:t>
            </a:r>
            <a:endParaRPr sz="2000">
              <a:latin typeface="黑体"/>
              <a:cs typeface="黑体"/>
            </a:endParaRPr>
          </a:p>
        </p:txBody>
      </p:sp>
      <p:sp>
        <p:nvSpPr>
          <p:cNvPr id="24" name="object 24" descr=""/>
          <p:cNvSpPr txBox="1"/>
          <p:nvPr/>
        </p:nvSpPr>
        <p:spPr>
          <a:xfrm>
            <a:off x="6429502" y="5480914"/>
            <a:ext cx="5636895" cy="977265"/>
          </a:xfrm>
          <a:prstGeom prst="rect">
            <a:avLst/>
          </a:prstGeom>
        </p:spPr>
        <p:txBody>
          <a:bodyPr wrap="square" lIns="0" tIns="182880" rIns="0" bIns="0" rtlCol="0" vert="horz">
            <a:spAutoFit/>
          </a:bodyPr>
          <a:lstStyle/>
          <a:p>
            <a:pPr marL="12700">
              <a:lnSpc>
                <a:spcPct val="100000"/>
              </a:lnSpc>
              <a:spcBef>
                <a:spcPts val="1440"/>
              </a:spcBef>
            </a:pPr>
            <a:r>
              <a:rPr dirty="0" sz="2000" spc="-20">
                <a:solidFill>
                  <a:srgbClr val="40458B"/>
                </a:solidFill>
                <a:latin typeface="黑体"/>
                <a:cs typeface="黑体"/>
              </a:rPr>
              <a:t>相同的形式地址其有效地址未必相同</a:t>
            </a:r>
            <a:endParaRPr sz="2000">
              <a:latin typeface="黑体"/>
              <a:cs typeface="黑体"/>
            </a:endParaRPr>
          </a:p>
          <a:p>
            <a:pPr marL="12700">
              <a:lnSpc>
                <a:spcPct val="100000"/>
              </a:lnSpc>
              <a:spcBef>
                <a:spcPts val="1350"/>
              </a:spcBef>
            </a:pPr>
            <a:r>
              <a:rPr dirty="0" sz="2000" spc="-10">
                <a:solidFill>
                  <a:srgbClr val="40458B"/>
                </a:solidFill>
                <a:latin typeface="Tahoma"/>
                <a:cs typeface="Tahoma"/>
              </a:rPr>
              <a:t>store</a:t>
            </a:r>
            <a:r>
              <a:rPr dirty="0" sz="2000">
                <a:solidFill>
                  <a:srgbClr val="40458B"/>
                </a:solidFill>
                <a:latin typeface="黑体"/>
                <a:cs typeface="黑体"/>
              </a:rPr>
              <a:t>和</a:t>
            </a:r>
            <a:r>
              <a:rPr dirty="0" sz="2000" spc="-10">
                <a:solidFill>
                  <a:srgbClr val="40458B"/>
                </a:solidFill>
                <a:latin typeface="Tahoma"/>
                <a:cs typeface="Tahoma"/>
              </a:rPr>
              <a:t>load</a:t>
            </a:r>
            <a:r>
              <a:rPr dirty="0" sz="2000" spc="-15">
                <a:solidFill>
                  <a:srgbClr val="40458B"/>
                </a:solidFill>
                <a:latin typeface="黑体"/>
                <a:cs typeface="黑体"/>
              </a:rPr>
              <a:t>指令的有效地址：</a:t>
            </a:r>
            <a:r>
              <a:rPr dirty="0" sz="2000" spc="-10">
                <a:solidFill>
                  <a:srgbClr val="FF0000"/>
                </a:solidFill>
                <a:latin typeface="Tahoma"/>
                <a:cs typeface="Tahoma"/>
              </a:rPr>
              <a:t>Regs[rs]+immediate</a:t>
            </a:r>
            <a:endParaRPr sz="2000">
              <a:latin typeface="Tahoma"/>
              <a:cs typeface="Tahom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8186" y="1134871"/>
            <a:ext cx="11781790" cy="4818380"/>
          </a:xfrm>
          <a:prstGeom prst="rect">
            <a:avLst/>
          </a:prstGeom>
        </p:spPr>
        <p:txBody>
          <a:bodyPr wrap="square" lIns="0" tIns="12700" rIns="0" bIns="0" rtlCol="0" vert="horz">
            <a:spAutoFit/>
          </a:bodyPr>
          <a:lstStyle/>
          <a:p>
            <a:pPr marL="469900" indent="-457200">
              <a:lnSpc>
                <a:spcPct val="100000"/>
              </a:lnSpc>
              <a:spcBef>
                <a:spcPts val="100"/>
              </a:spcBef>
              <a:buClr>
                <a:srgbClr val="40458B"/>
              </a:buClr>
              <a:buFont typeface="Tahoma"/>
              <a:buAutoNum type="arabicPeriod" startAt="2"/>
              <a:tabLst>
                <a:tab pos="469900" algn="l"/>
              </a:tabLst>
            </a:pPr>
            <a:r>
              <a:rPr dirty="0" sz="2700" spc="-20">
                <a:solidFill>
                  <a:srgbClr val="E14B04"/>
                </a:solidFill>
                <a:latin typeface="黑体"/>
                <a:cs typeface="黑体"/>
              </a:rPr>
              <a:t>名相关</a:t>
            </a:r>
            <a:endParaRPr sz="2700">
              <a:latin typeface="黑体"/>
              <a:cs typeface="黑体"/>
            </a:endParaRPr>
          </a:p>
          <a:p>
            <a:pPr lvl="1" marL="1099185" indent="-457200">
              <a:lnSpc>
                <a:spcPct val="100000"/>
              </a:lnSpc>
              <a:spcBef>
                <a:spcPts val="2085"/>
              </a:spcBef>
              <a:buClr>
                <a:srgbClr val="40458B"/>
              </a:buClr>
              <a:buSzPct val="89583"/>
              <a:buFont typeface="Wingdings"/>
              <a:buChar char=""/>
              <a:tabLst>
                <a:tab pos="1099185" algn="l"/>
              </a:tabLst>
            </a:pPr>
            <a:r>
              <a:rPr dirty="0" sz="2400" spc="-10">
                <a:solidFill>
                  <a:srgbClr val="FF0000"/>
                </a:solidFill>
                <a:latin typeface="黑体"/>
                <a:cs typeface="黑体"/>
              </a:rPr>
              <a:t>名：</a:t>
            </a:r>
            <a:r>
              <a:rPr dirty="0" sz="2400" spc="-15">
                <a:solidFill>
                  <a:srgbClr val="40458B"/>
                </a:solidFill>
                <a:latin typeface="黑体"/>
                <a:cs typeface="黑体"/>
              </a:rPr>
              <a:t>指令所访问的寄存器或存储器单元的名称。</a:t>
            </a:r>
            <a:endParaRPr sz="2400">
              <a:latin typeface="黑体"/>
              <a:cs typeface="黑体"/>
            </a:endParaRPr>
          </a:p>
          <a:p>
            <a:pPr lvl="1" marL="1099185" marR="5080" indent="-457200">
              <a:lnSpc>
                <a:spcPct val="150000"/>
              </a:lnSpc>
              <a:spcBef>
                <a:spcPts val="580"/>
              </a:spcBef>
              <a:buSzPct val="89583"/>
              <a:buFont typeface="Wingdings"/>
              <a:buChar char=""/>
              <a:tabLst>
                <a:tab pos="1099185" algn="l"/>
              </a:tabLst>
            </a:pPr>
            <a:r>
              <a:rPr dirty="0" sz="2400">
                <a:solidFill>
                  <a:srgbClr val="40458B"/>
                </a:solidFill>
                <a:latin typeface="黑体"/>
                <a:cs typeface="黑体"/>
              </a:rPr>
              <a:t>如果两条指令使用相同的名，</a:t>
            </a:r>
            <a:r>
              <a:rPr dirty="0" sz="2400">
                <a:solidFill>
                  <a:srgbClr val="FF0000"/>
                </a:solidFill>
                <a:latin typeface="黑体"/>
                <a:cs typeface="黑体"/>
              </a:rPr>
              <a:t>但是</a:t>
            </a:r>
            <a:r>
              <a:rPr dirty="0" sz="2400">
                <a:solidFill>
                  <a:srgbClr val="40458B"/>
                </a:solidFill>
                <a:latin typeface="黑体"/>
                <a:cs typeface="黑体"/>
              </a:rPr>
              <a:t>它们之间</a:t>
            </a:r>
            <a:r>
              <a:rPr dirty="0" sz="2400">
                <a:solidFill>
                  <a:srgbClr val="FF0000"/>
                </a:solidFill>
                <a:latin typeface="黑体"/>
                <a:cs typeface="黑体"/>
              </a:rPr>
              <a:t>并没有数据流动</a:t>
            </a:r>
            <a:r>
              <a:rPr dirty="0" sz="2400" spc="-10">
                <a:solidFill>
                  <a:srgbClr val="40458B"/>
                </a:solidFill>
                <a:latin typeface="黑体"/>
                <a:cs typeface="黑体"/>
              </a:rPr>
              <a:t>，则称这两条指令存在</a:t>
            </a:r>
            <a:r>
              <a:rPr dirty="0" sz="2400" spc="-15">
                <a:solidFill>
                  <a:srgbClr val="FF0000"/>
                </a:solidFill>
                <a:latin typeface="黑体"/>
                <a:cs typeface="黑体"/>
              </a:rPr>
              <a:t>名相关。</a:t>
            </a:r>
            <a:endParaRPr sz="2400">
              <a:latin typeface="黑体"/>
              <a:cs typeface="黑体"/>
            </a:endParaRPr>
          </a:p>
          <a:p>
            <a:pPr lvl="1" marL="1099185" indent="-457200">
              <a:lnSpc>
                <a:spcPct val="100000"/>
              </a:lnSpc>
              <a:spcBef>
                <a:spcPts val="1585"/>
              </a:spcBef>
              <a:buClr>
                <a:srgbClr val="40458B"/>
              </a:buClr>
              <a:buSzPct val="89583"/>
              <a:buFont typeface="Wingdings"/>
              <a:buChar char=""/>
              <a:tabLst>
                <a:tab pos="1099185" algn="l"/>
              </a:tabLst>
            </a:pPr>
            <a:r>
              <a:rPr dirty="0" sz="2400" spc="-5">
                <a:solidFill>
                  <a:srgbClr val="9933FF"/>
                </a:solidFill>
                <a:latin typeface="黑体"/>
                <a:cs typeface="黑体"/>
              </a:rPr>
              <a:t>指令</a:t>
            </a:r>
            <a:r>
              <a:rPr dirty="0" sz="2400" spc="-10">
                <a:solidFill>
                  <a:srgbClr val="9933FF"/>
                </a:solidFill>
                <a:latin typeface="Tahoma"/>
                <a:cs typeface="Tahoma"/>
              </a:rPr>
              <a:t>j</a:t>
            </a:r>
            <a:r>
              <a:rPr dirty="0" sz="2400">
                <a:solidFill>
                  <a:srgbClr val="40458B"/>
                </a:solidFill>
                <a:latin typeface="黑体"/>
                <a:cs typeface="黑体"/>
              </a:rPr>
              <a:t>与</a:t>
            </a:r>
            <a:r>
              <a:rPr dirty="0" sz="2400">
                <a:solidFill>
                  <a:srgbClr val="9933FF"/>
                </a:solidFill>
                <a:latin typeface="黑体"/>
                <a:cs typeface="黑体"/>
              </a:rPr>
              <a:t>指令</a:t>
            </a:r>
            <a:r>
              <a:rPr dirty="0" sz="2400" spc="-10">
                <a:solidFill>
                  <a:srgbClr val="9933FF"/>
                </a:solidFill>
                <a:latin typeface="Tahoma"/>
                <a:cs typeface="Tahoma"/>
              </a:rPr>
              <a:t>i</a:t>
            </a:r>
            <a:r>
              <a:rPr dirty="0" sz="2400">
                <a:solidFill>
                  <a:srgbClr val="40458B"/>
                </a:solidFill>
                <a:latin typeface="黑体"/>
                <a:cs typeface="黑体"/>
              </a:rPr>
              <a:t>之间的名相关有两种</a:t>
            </a:r>
            <a:r>
              <a:rPr dirty="0" sz="2400" spc="-20">
                <a:solidFill>
                  <a:srgbClr val="40458B"/>
                </a:solidFill>
                <a:latin typeface="黑体"/>
                <a:cs typeface="黑体"/>
              </a:rPr>
              <a:t>（</a:t>
            </a:r>
            <a:r>
              <a:rPr dirty="0" sz="2400" spc="-20">
                <a:solidFill>
                  <a:srgbClr val="40458B"/>
                </a:solidFill>
                <a:latin typeface="Tahoma"/>
                <a:cs typeface="Tahoma"/>
              </a:rPr>
              <a:t>j</a:t>
            </a:r>
            <a:r>
              <a:rPr dirty="0" sz="2400">
                <a:solidFill>
                  <a:srgbClr val="40458B"/>
                </a:solidFill>
                <a:latin typeface="黑体"/>
                <a:cs typeface="黑体"/>
              </a:rPr>
              <a:t>后进入），</a:t>
            </a:r>
            <a:r>
              <a:rPr dirty="0" sz="2400" spc="-10">
                <a:solidFill>
                  <a:srgbClr val="40458B"/>
                </a:solidFill>
                <a:latin typeface="黑体"/>
                <a:cs typeface="黑体"/>
              </a:rPr>
              <a:t>具体见后续示例：</a:t>
            </a:r>
            <a:endParaRPr sz="2400">
              <a:latin typeface="黑体"/>
              <a:cs typeface="黑体"/>
            </a:endParaRPr>
          </a:p>
          <a:p>
            <a:pPr lvl="2" marL="1524635" indent="-288290">
              <a:lnSpc>
                <a:spcPct val="100000"/>
              </a:lnSpc>
              <a:spcBef>
                <a:spcPts val="1280"/>
              </a:spcBef>
              <a:buClr>
                <a:srgbClr val="4668F5"/>
              </a:buClr>
              <a:buSzPct val="60000"/>
              <a:buFont typeface="Wingdings"/>
              <a:buChar char=""/>
              <a:tabLst>
                <a:tab pos="1524635" algn="l"/>
              </a:tabLst>
            </a:pPr>
            <a:r>
              <a:rPr dirty="0" sz="2000" spc="-10" b="1">
                <a:solidFill>
                  <a:srgbClr val="FF0000"/>
                </a:solidFill>
                <a:latin typeface="黑体"/>
                <a:cs typeface="黑体"/>
              </a:rPr>
              <a:t>反相关：</a:t>
            </a:r>
            <a:r>
              <a:rPr dirty="0" sz="2000" spc="-15" b="1">
                <a:solidFill>
                  <a:srgbClr val="00AFEF"/>
                </a:solidFill>
                <a:latin typeface="黑体"/>
                <a:cs typeface="黑体"/>
              </a:rPr>
              <a:t>如果指令</a:t>
            </a:r>
            <a:r>
              <a:rPr dirty="0" sz="2000" spc="-15" b="1">
                <a:solidFill>
                  <a:srgbClr val="9933FF"/>
                </a:solidFill>
                <a:latin typeface="宋体"/>
                <a:cs typeface="宋体"/>
              </a:rPr>
              <a:t>j</a:t>
            </a:r>
            <a:r>
              <a:rPr dirty="0" sz="2000" spc="-10" b="1">
                <a:solidFill>
                  <a:srgbClr val="FF0000"/>
                </a:solidFill>
                <a:latin typeface="黑体"/>
                <a:cs typeface="黑体"/>
              </a:rPr>
              <a:t>写</a:t>
            </a:r>
            <a:r>
              <a:rPr dirty="0" sz="2000" spc="-15" b="1">
                <a:solidFill>
                  <a:srgbClr val="00AFEF"/>
                </a:solidFill>
                <a:latin typeface="黑体"/>
                <a:cs typeface="黑体"/>
              </a:rPr>
              <a:t>的名与指令</a:t>
            </a:r>
            <a:r>
              <a:rPr dirty="0" sz="2000" spc="-15" b="1">
                <a:solidFill>
                  <a:srgbClr val="9933FF"/>
                </a:solidFill>
                <a:latin typeface="宋体"/>
                <a:cs typeface="宋体"/>
              </a:rPr>
              <a:t>i</a:t>
            </a:r>
            <a:r>
              <a:rPr dirty="0" sz="2000" spc="-10" b="1">
                <a:solidFill>
                  <a:srgbClr val="FF0000"/>
                </a:solidFill>
                <a:latin typeface="黑体"/>
                <a:cs typeface="黑体"/>
              </a:rPr>
              <a:t>读</a:t>
            </a:r>
            <a:r>
              <a:rPr dirty="0" sz="2000" spc="-20" b="1">
                <a:solidFill>
                  <a:srgbClr val="00AFEF"/>
                </a:solidFill>
                <a:latin typeface="黑体"/>
                <a:cs typeface="黑体"/>
              </a:rPr>
              <a:t>的名相同，则称指令</a:t>
            </a:r>
            <a:r>
              <a:rPr dirty="0" sz="2000" spc="-15" b="1">
                <a:solidFill>
                  <a:srgbClr val="00AFEF"/>
                </a:solidFill>
                <a:latin typeface="宋体"/>
                <a:cs typeface="宋体"/>
              </a:rPr>
              <a:t>i</a:t>
            </a:r>
            <a:r>
              <a:rPr dirty="0" sz="2000" spc="-10" b="1">
                <a:solidFill>
                  <a:srgbClr val="00AFEF"/>
                </a:solidFill>
                <a:latin typeface="黑体"/>
                <a:cs typeface="黑体"/>
              </a:rPr>
              <a:t>和</a:t>
            </a:r>
            <a:r>
              <a:rPr dirty="0" sz="2000" spc="-15" b="1">
                <a:solidFill>
                  <a:srgbClr val="00AFEF"/>
                </a:solidFill>
                <a:latin typeface="宋体"/>
                <a:cs typeface="宋体"/>
              </a:rPr>
              <a:t>j</a:t>
            </a:r>
            <a:r>
              <a:rPr dirty="0" sz="2000" spc="-15" b="1">
                <a:solidFill>
                  <a:srgbClr val="00AFEF"/>
                </a:solidFill>
                <a:latin typeface="黑体"/>
                <a:cs typeface="黑体"/>
              </a:rPr>
              <a:t>发生了</a:t>
            </a:r>
            <a:r>
              <a:rPr dirty="0" sz="2000" spc="-15" b="1">
                <a:solidFill>
                  <a:srgbClr val="FF0000"/>
                </a:solidFill>
                <a:latin typeface="黑体"/>
                <a:cs typeface="黑体"/>
              </a:rPr>
              <a:t>反相关</a:t>
            </a:r>
            <a:r>
              <a:rPr dirty="0" sz="2000" spc="-50" b="1">
                <a:solidFill>
                  <a:srgbClr val="00AFEF"/>
                </a:solidFill>
                <a:latin typeface="黑体"/>
                <a:cs typeface="黑体"/>
              </a:rPr>
              <a:t>。</a:t>
            </a:r>
            <a:endParaRPr sz="2000">
              <a:latin typeface="黑体"/>
              <a:cs typeface="黑体"/>
            </a:endParaRPr>
          </a:p>
          <a:p>
            <a:pPr marL="2181225">
              <a:lnSpc>
                <a:spcPct val="100000"/>
              </a:lnSpc>
              <a:spcBef>
                <a:spcPts val="1360"/>
              </a:spcBef>
            </a:pPr>
            <a:r>
              <a:rPr dirty="0" sz="2400" spc="-25" b="1">
                <a:solidFill>
                  <a:srgbClr val="D50092"/>
                </a:solidFill>
                <a:latin typeface="宋体"/>
                <a:cs typeface="宋体"/>
              </a:rPr>
              <a:t>指令</a:t>
            </a:r>
            <a:r>
              <a:rPr dirty="0" sz="2400" spc="-10" b="1">
                <a:solidFill>
                  <a:srgbClr val="D50092"/>
                </a:solidFill>
                <a:latin typeface="宋体"/>
                <a:cs typeface="宋体"/>
              </a:rPr>
              <a:t>j</a:t>
            </a:r>
            <a:r>
              <a:rPr dirty="0" sz="2400" spc="-20" b="1">
                <a:solidFill>
                  <a:srgbClr val="D50092"/>
                </a:solidFill>
                <a:latin typeface="宋体"/>
                <a:cs typeface="宋体"/>
              </a:rPr>
              <a:t>写的名＝</a:t>
            </a:r>
            <a:r>
              <a:rPr dirty="0" sz="2400" spc="-25" b="1">
                <a:solidFill>
                  <a:srgbClr val="D50092"/>
                </a:solidFill>
                <a:latin typeface="宋体"/>
                <a:cs typeface="宋体"/>
              </a:rPr>
              <a:t>指令</a:t>
            </a:r>
            <a:r>
              <a:rPr dirty="0" sz="2400" spc="-10" b="1">
                <a:solidFill>
                  <a:srgbClr val="D50092"/>
                </a:solidFill>
                <a:latin typeface="宋体"/>
                <a:cs typeface="宋体"/>
              </a:rPr>
              <a:t>i</a:t>
            </a:r>
            <a:r>
              <a:rPr dirty="0" sz="2400" spc="-35" b="1">
                <a:solidFill>
                  <a:srgbClr val="D50092"/>
                </a:solidFill>
                <a:latin typeface="宋体"/>
                <a:cs typeface="宋体"/>
              </a:rPr>
              <a:t>读的名</a:t>
            </a:r>
            <a:endParaRPr sz="2400">
              <a:latin typeface="宋体"/>
              <a:cs typeface="宋体"/>
            </a:endParaRPr>
          </a:p>
          <a:p>
            <a:pPr lvl="2" marL="1524635" indent="-288290">
              <a:lnSpc>
                <a:spcPct val="100000"/>
              </a:lnSpc>
              <a:spcBef>
                <a:spcPts val="1280"/>
              </a:spcBef>
              <a:buClr>
                <a:srgbClr val="4668F5"/>
              </a:buClr>
              <a:buSzPct val="60000"/>
              <a:buFont typeface="Wingdings"/>
              <a:buChar char=""/>
              <a:tabLst>
                <a:tab pos="1524635" algn="l"/>
              </a:tabLst>
            </a:pPr>
            <a:r>
              <a:rPr dirty="0" sz="2000" spc="-10" b="1">
                <a:solidFill>
                  <a:srgbClr val="FF0000"/>
                </a:solidFill>
                <a:latin typeface="黑体"/>
                <a:cs typeface="黑体"/>
              </a:rPr>
              <a:t>输出相关：</a:t>
            </a:r>
            <a:r>
              <a:rPr dirty="0" sz="2000" spc="-20" b="1">
                <a:solidFill>
                  <a:srgbClr val="00AFEF"/>
                </a:solidFill>
                <a:latin typeface="黑体"/>
                <a:cs typeface="黑体"/>
              </a:rPr>
              <a:t>如果指令</a:t>
            </a:r>
            <a:r>
              <a:rPr dirty="0" sz="2000" spc="-15" b="1">
                <a:solidFill>
                  <a:srgbClr val="9933FF"/>
                </a:solidFill>
                <a:latin typeface="宋体"/>
                <a:cs typeface="宋体"/>
              </a:rPr>
              <a:t>j</a:t>
            </a:r>
            <a:r>
              <a:rPr dirty="0" sz="2000" spc="-10" b="1">
                <a:solidFill>
                  <a:srgbClr val="00AFEF"/>
                </a:solidFill>
                <a:latin typeface="黑体"/>
                <a:cs typeface="黑体"/>
              </a:rPr>
              <a:t>和指令</a:t>
            </a:r>
            <a:r>
              <a:rPr dirty="0" sz="2000" spc="-15" b="1">
                <a:solidFill>
                  <a:srgbClr val="9933FF"/>
                </a:solidFill>
                <a:latin typeface="宋体"/>
                <a:cs typeface="宋体"/>
              </a:rPr>
              <a:t>i</a:t>
            </a:r>
            <a:r>
              <a:rPr dirty="0" sz="2000" spc="-20" b="1">
                <a:solidFill>
                  <a:srgbClr val="00AFEF"/>
                </a:solidFill>
                <a:latin typeface="黑体"/>
                <a:cs typeface="黑体"/>
              </a:rPr>
              <a:t>写相同的名，则称指令</a:t>
            </a:r>
            <a:r>
              <a:rPr dirty="0" sz="2000" spc="-15" b="1">
                <a:solidFill>
                  <a:srgbClr val="00AFEF"/>
                </a:solidFill>
                <a:latin typeface="宋体"/>
                <a:cs typeface="宋体"/>
              </a:rPr>
              <a:t>i</a:t>
            </a:r>
            <a:r>
              <a:rPr dirty="0" sz="2000" spc="-10" b="1">
                <a:solidFill>
                  <a:srgbClr val="00AFEF"/>
                </a:solidFill>
                <a:latin typeface="黑体"/>
                <a:cs typeface="黑体"/>
              </a:rPr>
              <a:t>和</a:t>
            </a:r>
            <a:r>
              <a:rPr dirty="0" sz="2000" spc="-10" b="1">
                <a:solidFill>
                  <a:srgbClr val="00AFEF"/>
                </a:solidFill>
                <a:latin typeface="宋体"/>
                <a:cs typeface="宋体"/>
              </a:rPr>
              <a:t>j</a:t>
            </a:r>
            <a:r>
              <a:rPr dirty="0" sz="2000" spc="-15" b="1">
                <a:solidFill>
                  <a:srgbClr val="00AFEF"/>
                </a:solidFill>
                <a:latin typeface="黑体"/>
                <a:cs typeface="黑体"/>
              </a:rPr>
              <a:t>发生了</a:t>
            </a:r>
            <a:r>
              <a:rPr dirty="0" sz="2000" spc="-15" b="1">
                <a:solidFill>
                  <a:srgbClr val="FF0000"/>
                </a:solidFill>
                <a:latin typeface="黑体"/>
                <a:cs typeface="黑体"/>
              </a:rPr>
              <a:t>输出相关</a:t>
            </a:r>
            <a:r>
              <a:rPr dirty="0" sz="2000" spc="-50" b="1">
                <a:solidFill>
                  <a:srgbClr val="00AFEF"/>
                </a:solidFill>
                <a:latin typeface="黑体"/>
                <a:cs typeface="黑体"/>
              </a:rPr>
              <a:t>。</a:t>
            </a:r>
            <a:endParaRPr sz="2000">
              <a:latin typeface="黑体"/>
              <a:cs typeface="黑体"/>
            </a:endParaRPr>
          </a:p>
          <a:p>
            <a:pPr marL="2181225">
              <a:lnSpc>
                <a:spcPct val="100000"/>
              </a:lnSpc>
              <a:spcBef>
                <a:spcPts val="1365"/>
              </a:spcBef>
            </a:pPr>
            <a:r>
              <a:rPr dirty="0" sz="2400" spc="-20" b="1">
                <a:solidFill>
                  <a:srgbClr val="D50092"/>
                </a:solidFill>
                <a:latin typeface="宋体"/>
                <a:cs typeface="宋体"/>
              </a:rPr>
              <a:t>指令j写的名＝</a:t>
            </a:r>
            <a:r>
              <a:rPr dirty="0" sz="2400" spc="-25" b="1">
                <a:solidFill>
                  <a:srgbClr val="D50092"/>
                </a:solidFill>
                <a:latin typeface="宋体"/>
                <a:cs typeface="宋体"/>
              </a:rPr>
              <a:t>指令</a:t>
            </a:r>
            <a:r>
              <a:rPr dirty="0" sz="2400" spc="-20" b="1">
                <a:solidFill>
                  <a:srgbClr val="D50092"/>
                </a:solidFill>
                <a:latin typeface="宋体"/>
                <a:cs typeface="宋体"/>
              </a:rPr>
              <a:t>i</a:t>
            </a:r>
            <a:r>
              <a:rPr dirty="0" sz="2400" spc="-35" b="1">
                <a:solidFill>
                  <a:srgbClr val="D50092"/>
                </a:solidFill>
                <a:latin typeface="宋体"/>
                <a:cs typeface="宋体"/>
              </a:rPr>
              <a:t>写的名</a:t>
            </a:r>
            <a:endParaRPr sz="2400">
              <a:latin typeface="宋体"/>
              <a:cs typeface="宋体"/>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50316" y="1015999"/>
            <a:ext cx="10121265" cy="39065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FF0000"/>
                </a:solidFill>
                <a:latin typeface="Tahoma"/>
                <a:cs typeface="Tahoma"/>
              </a:rPr>
              <a:t>2</a:t>
            </a:r>
            <a:r>
              <a:rPr dirty="0" sz="2800" spc="-40">
                <a:solidFill>
                  <a:srgbClr val="FF0000"/>
                </a:solidFill>
                <a:latin typeface="黑体"/>
                <a:cs typeface="黑体"/>
              </a:rPr>
              <a:t>、名相关解决方法</a:t>
            </a:r>
            <a:endParaRPr sz="2800">
              <a:latin typeface="黑体"/>
              <a:cs typeface="黑体"/>
            </a:endParaRPr>
          </a:p>
          <a:p>
            <a:pPr marL="659130" indent="-457200">
              <a:lnSpc>
                <a:spcPct val="100000"/>
              </a:lnSpc>
              <a:spcBef>
                <a:spcPts val="3495"/>
              </a:spcBef>
              <a:buSzPct val="79166"/>
              <a:buFont typeface="Wingdings"/>
              <a:buChar char=""/>
              <a:tabLst>
                <a:tab pos="659130" algn="l"/>
              </a:tabLst>
            </a:pPr>
            <a:r>
              <a:rPr dirty="0" sz="2400" spc="-15">
                <a:solidFill>
                  <a:srgbClr val="40458B"/>
                </a:solidFill>
                <a:latin typeface="黑体"/>
                <a:cs typeface="黑体"/>
              </a:rPr>
              <a:t>名相关的两条指令之间并没有数据的传送，只是使用了相同的寄存器。</a:t>
            </a:r>
            <a:endParaRPr sz="2400">
              <a:latin typeface="黑体"/>
              <a:cs typeface="黑体"/>
            </a:endParaRPr>
          </a:p>
          <a:p>
            <a:pPr marL="659130" indent="-457200">
              <a:lnSpc>
                <a:spcPct val="100000"/>
              </a:lnSpc>
              <a:spcBef>
                <a:spcPts val="1730"/>
              </a:spcBef>
              <a:buSzPct val="79166"/>
              <a:buFont typeface="Wingdings"/>
              <a:buChar char=""/>
              <a:tabLst>
                <a:tab pos="659130" algn="l"/>
              </a:tabLst>
            </a:pPr>
            <a:r>
              <a:rPr dirty="0" sz="2400" spc="-5">
                <a:solidFill>
                  <a:srgbClr val="40458B"/>
                </a:solidFill>
                <a:latin typeface="黑体"/>
                <a:cs typeface="黑体"/>
              </a:rPr>
              <a:t>如果一条指令中的名改变了，并不影响另外一条指令的执行。</a:t>
            </a:r>
            <a:endParaRPr sz="2400">
              <a:latin typeface="黑体"/>
              <a:cs typeface="黑体"/>
            </a:endParaRPr>
          </a:p>
          <a:p>
            <a:pPr marL="659130" indent="-457200">
              <a:lnSpc>
                <a:spcPct val="100000"/>
              </a:lnSpc>
              <a:spcBef>
                <a:spcPts val="1725"/>
              </a:spcBef>
              <a:buClr>
                <a:srgbClr val="40458B"/>
              </a:buClr>
              <a:buSzPct val="89583"/>
              <a:buFont typeface="Wingdings"/>
              <a:buChar char=""/>
              <a:tabLst>
                <a:tab pos="659130" algn="l"/>
              </a:tabLst>
            </a:pPr>
            <a:r>
              <a:rPr dirty="0" sz="2400" spc="-10">
                <a:solidFill>
                  <a:srgbClr val="FF0000"/>
                </a:solidFill>
                <a:latin typeface="黑体"/>
                <a:cs typeface="黑体"/>
              </a:rPr>
              <a:t>换名技术（消除名相关</a:t>
            </a:r>
            <a:r>
              <a:rPr dirty="0" sz="2400" spc="-50">
                <a:solidFill>
                  <a:srgbClr val="FF0000"/>
                </a:solidFill>
                <a:latin typeface="黑体"/>
                <a:cs typeface="黑体"/>
              </a:rPr>
              <a:t>）</a:t>
            </a:r>
            <a:endParaRPr sz="2400">
              <a:latin typeface="黑体"/>
              <a:cs typeface="黑体"/>
            </a:endParaRPr>
          </a:p>
          <a:p>
            <a:pPr lvl="1" marL="1084580" indent="-288290">
              <a:lnSpc>
                <a:spcPct val="100000"/>
              </a:lnSpc>
              <a:spcBef>
                <a:spcPts val="1530"/>
              </a:spcBef>
              <a:buClr>
                <a:srgbClr val="4668F5"/>
              </a:buClr>
              <a:buSzPct val="60000"/>
              <a:buFont typeface="Wingdings"/>
              <a:buChar char=""/>
              <a:tabLst>
                <a:tab pos="1084580" algn="l"/>
              </a:tabLst>
            </a:pPr>
            <a:r>
              <a:rPr dirty="0" sz="2000" spc="-15" b="1">
                <a:solidFill>
                  <a:srgbClr val="FF0000"/>
                </a:solidFill>
                <a:latin typeface="黑体"/>
                <a:cs typeface="黑体"/>
              </a:rPr>
              <a:t>换名技术：</a:t>
            </a:r>
            <a:r>
              <a:rPr dirty="0" sz="2000" spc="-25" b="1">
                <a:solidFill>
                  <a:srgbClr val="00AFEF"/>
                </a:solidFill>
                <a:latin typeface="黑体"/>
                <a:cs typeface="黑体"/>
              </a:rPr>
              <a:t>通过改变指令中操作数的名来消除名相关。</a:t>
            </a:r>
            <a:endParaRPr sz="2000">
              <a:latin typeface="黑体"/>
              <a:cs typeface="黑体"/>
            </a:endParaRPr>
          </a:p>
          <a:p>
            <a:pPr lvl="1" marL="1084580" indent="-288290">
              <a:lnSpc>
                <a:spcPct val="100000"/>
              </a:lnSpc>
              <a:spcBef>
                <a:spcPts val="1440"/>
              </a:spcBef>
              <a:buClr>
                <a:srgbClr val="4668F5"/>
              </a:buClr>
              <a:buSzPct val="60000"/>
              <a:buFont typeface="Wingdings"/>
              <a:buChar char=""/>
              <a:tabLst>
                <a:tab pos="1084580" algn="l"/>
              </a:tabLst>
            </a:pPr>
            <a:r>
              <a:rPr dirty="0" sz="2000" spc="-20" b="1">
                <a:solidFill>
                  <a:srgbClr val="00AFEF"/>
                </a:solidFill>
                <a:latin typeface="黑体"/>
                <a:cs typeface="黑体"/>
              </a:rPr>
              <a:t>对于寄存器操作数进行换名称为</a:t>
            </a:r>
            <a:r>
              <a:rPr dirty="0" sz="2000" spc="-25" b="1">
                <a:solidFill>
                  <a:srgbClr val="FF0000"/>
                </a:solidFill>
                <a:latin typeface="黑体"/>
                <a:cs typeface="黑体"/>
              </a:rPr>
              <a:t>寄存器换名。</a:t>
            </a:r>
            <a:endParaRPr sz="2000">
              <a:latin typeface="黑体"/>
              <a:cs typeface="黑体"/>
            </a:endParaRPr>
          </a:p>
          <a:p>
            <a:pPr marL="796290">
              <a:lnSpc>
                <a:spcPct val="100000"/>
              </a:lnSpc>
              <a:spcBef>
                <a:spcPts val="1440"/>
              </a:spcBef>
            </a:pPr>
            <a:r>
              <a:rPr dirty="0" sz="2000" spc="-25" b="1">
                <a:solidFill>
                  <a:srgbClr val="008000"/>
                </a:solidFill>
                <a:latin typeface="黑体"/>
                <a:cs typeface="黑体"/>
              </a:rPr>
              <a:t>既可以用编译器静态实现，也可以用硬件动态完成。</a:t>
            </a:r>
            <a:endParaRPr sz="2000">
              <a:latin typeface="黑体"/>
              <a:cs typeface="黑体"/>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p:nvPr/>
        </p:nvSpPr>
        <p:spPr>
          <a:xfrm>
            <a:off x="820737" y="1779651"/>
            <a:ext cx="4824730" cy="2402205"/>
          </a:xfrm>
          <a:custGeom>
            <a:avLst/>
            <a:gdLst/>
            <a:ahLst/>
            <a:cxnLst/>
            <a:rect l="l" t="t" r="r" b="b"/>
            <a:pathLst>
              <a:path w="4824730" h="2402204">
                <a:moveTo>
                  <a:pt x="0" y="2401824"/>
                </a:moveTo>
                <a:lnTo>
                  <a:pt x="4824349" y="2401824"/>
                </a:lnTo>
                <a:lnTo>
                  <a:pt x="4824349" y="0"/>
                </a:lnTo>
                <a:lnTo>
                  <a:pt x="0" y="0"/>
                </a:lnTo>
                <a:lnTo>
                  <a:pt x="0" y="2401824"/>
                </a:lnTo>
                <a:close/>
              </a:path>
            </a:pathLst>
          </a:custGeom>
          <a:ln w="9525">
            <a:solidFill>
              <a:srgbClr val="FF0000"/>
            </a:solidFill>
          </a:ln>
        </p:spPr>
        <p:txBody>
          <a:bodyPr wrap="square" lIns="0" tIns="0" rIns="0" bIns="0" rtlCol="0"/>
          <a:lstStyle/>
          <a:p/>
        </p:txBody>
      </p:sp>
      <p:sp>
        <p:nvSpPr>
          <p:cNvPr id="10" name="object 10" descr=""/>
          <p:cNvSpPr txBox="1"/>
          <p:nvPr/>
        </p:nvSpPr>
        <p:spPr>
          <a:xfrm>
            <a:off x="918768" y="1050112"/>
            <a:ext cx="3679825" cy="2505075"/>
          </a:xfrm>
          <a:prstGeom prst="rect">
            <a:avLst/>
          </a:prstGeom>
        </p:spPr>
        <p:txBody>
          <a:bodyPr wrap="square" lIns="0" tIns="12700" rIns="0" bIns="0" rtlCol="0" vert="horz">
            <a:spAutoFit/>
          </a:bodyPr>
          <a:lstStyle/>
          <a:p>
            <a:pPr marL="12700">
              <a:lnSpc>
                <a:spcPct val="100000"/>
              </a:lnSpc>
              <a:spcBef>
                <a:spcPts val="100"/>
              </a:spcBef>
            </a:pPr>
            <a:r>
              <a:rPr dirty="0" sz="2400" spc="-30" b="1">
                <a:solidFill>
                  <a:srgbClr val="40458B"/>
                </a:solidFill>
                <a:latin typeface="宋体"/>
                <a:cs typeface="宋体"/>
              </a:rPr>
              <a:t>例如：考虑下述代码：</a:t>
            </a:r>
            <a:endParaRPr sz="2400">
              <a:latin typeface="宋体"/>
              <a:cs typeface="宋体"/>
            </a:endParaRPr>
          </a:p>
          <a:p>
            <a:pPr marL="762635" marR="5080">
              <a:lnSpc>
                <a:spcPct val="170000"/>
              </a:lnSpc>
              <a:spcBef>
                <a:spcPts val="1950"/>
              </a:spcBef>
              <a:tabLst>
                <a:tab pos="1822450" algn="l"/>
              </a:tabLst>
            </a:pPr>
            <a:r>
              <a:rPr dirty="0" sz="2400" spc="-10" b="1">
                <a:latin typeface="宋体"/>
                <a:cs typeface="宋体"/>
              </a:rPr>
              <a:t>DIV.D</a:t>
            </a:r>
            <a:r>
              <a:rPr dirty="0" sz="2400" b="1">
                <a:latin typeface="宋体"/>
                <a:cs typeface="宋体"/>
              </a:rPr>
              <a:t>	</a:t>
            </a:r>
            <a:r>
              <a:rPr dirty="0" sz="2400" spc="-10" b="1">
                <a:latin typeface="宋体"/>
                <a:cs typeface="宋体"/>
              </a:rPr>
              <a:t>F2，</a:t>
            </a:r>
            <a:r>
              <a:rPr dirty="0" sz="2400" spc="-10" b="1">
                <a:solidFill>
                  <a:srgbClr val="FF33CC"/>
                </a:solidFill>
                <a:latin typeface="宋体"/>
                <a:cs typeface="宋体"/>
              </a:rPr>
              <a:t>F8</a:t>
            </a:r>
            <a:r>
              <a:rPr dirty="0" sz="2400" spc="-10" b="1">
                <a:latin typeface="宋体"/>
                <a:cs typeface="宋体"/>
              </a:rPr>
              <a:t>，F4 ADD.D</a:t>
            </a:r>
            <a:r>
              <a:rPr dirty="0" sz="2400" b="1">
                <a:latin typeface="宋体"/>
                <a:cs typeface="宋体"/>
              </a:rPr>
              <a:t>	</a:t>
            </a:r>
            <a:r>
              <a:rPr dirty="0" sz="2400" spc="-10" b="1">
                <a:solidFill>
                  <a:srgbClr val="FF33CC"/>
                </a:solidFill>
                <a:latin typeface="宋体"/>
                <a:cs typeface="宋体"/>
              </a:rPr>
              <a:t>F8，</a:t>
            </a:r>
            <a:r>
              <a:rPr dirty="0" sz="2400" spc="-10" b="1">
                <a:latin typeface="宋体"/>
                <a:cs typeface="宋体"/>
              </a:rPr>
              <a:t>F0，F12 SUB.D</a:t>
            </a:r>
            <a:r>
              <a:rPr dirty="0" sz="2400" b="1">
                <a:latin typeface="宋体"/>
                <a:cs typeface="宋体"/>
              </a:rPr>
              <a:t>	</a:t>
            </a:r>
            <a:r>
              <a:rPr dirty="0" sz="2400" spc="-10" b="1">
                <a:latin typeface="宋体"/>
                <a:cs typeface="宋体"/>
              </a:rPr>
              <a:t>F10，</a:t>
            </a:r>
            <a:r>
              <a:rPr dirty="0" sz="2400" spc="-10" b="1">
                <a:solidFill>
                  <a:srgbClr val="FF33CC"/>
                </a:solidFill>
                <a:latin typeface="宋体"/>
                <a:cs typeface="宋体"/>
              </a:rPr>
              <a:t>F8</a:t>
            </a:r>
            <a:r>
              <a:rPr dirty="0" sz="2400" spc="-10" b="1">
                <a:latin typeface="宋体"/>
                <a:cs typeface="宋体"/>
              </a:rPr>
              <a:t>，F14</a:t>
            </a:r>
            <a:endParaRPr sz="2400">
              <a:latin typeface="宋体"/>
              <a:cs typeface="宋体"/>
            </a:endParaRPr>
          </a:p>
        </p:txBody>
      </p:sp>
      <p:sp>
        <p:nvSpPr>
          <p:cNvPr id="11" name="object 11" descr=""/>
          <p:cNvSpPr txBox="1"/>
          <p:nvPr/>
        </p:nvSpPr>
        <p:spPr>
          <a:xfrm>
            <a:off x="6050026" y="716025"/>
            <a:ext cx="5277485" cy="1677035"/>
          </a:xfrm>
          <a:prstGeom prst="rect">
            <a:avLst/>
          </a:prstGeom>
        </p:spPr>
        <p:txBody>
          <a:bodyPr wrap="square" lIns="0" tIns="198120" rIns="0" bIns="0" rtlCol="0" vert="horz">
            <a:spAutoFit/>
          </a:bodyPr>
          <a:lstStyle/>
          <a:p>
            <a:pPr algn="r" marR="5080">
              <a:lnSpc>
                <a:spcPct val="100000"/>
              </a:lnSpc>
              <a:spcBef>
                <a:spcPts val="1560"/>
              </a:spcBef>
            </a:pPr>
            <a:r>
              <a:rPr dirty="0" sz="2400" spc="-10">
                <a:solidFill>
                  <a:srgbClr val="FF0000"/>
                </a:solidFill>
                <a:latin typeface="黑体"/>
                <a:cs typeface="黑体"/>
              </a:rPr>
              <a:t>名相关举例</a:t>
            </a:r>
            <a:endParaRPr sz="2400">
              <a:latin typeface="黑体"/>
              <a:cs typeface="黑体"/>
            </a:endParaRPr>
          </a:p>
          <a:p>
            <a:pPr marL="469900" marR="342900" indent="-457200">
              <a:lnSpc>
                <a:spcPct val="150000"/>
              </a:lnSpc>
              <a:spcBef>
                <a:spcPts val="25"/>
              </a:spcBef>
            </a:pPr>
            <a:r>
              <a:rPr dirty="0" sz="2400" spc="-20" b="1">
                <a:solidFill>
                  <a:srgbClr val="9933FF"/>
                </a:solidFill>
                <a:latin typeface="宋体"/>
                <a:cs typeface="宋体"/>
              </a:rPr>
              <a:t>ADD.D的</a:t>
            </a:r>
            <a:r>
              <a:rPr dirty="0" sz="2400" spc="-20" b="1">
                <a:solidFill>
                  <a:srgbClr val="FF33CC"/>
                </a:solidFill>
                <a:latin typeface="宋体"/>
                <a:cs typeface="宋体"/>
              </a:rPr>
              <a:t>F8</a:t>
            </a:r>
            <a:r>
              <a:rPr dirty="0" sz="2400" spc="-20" b="1">
                <a:solidFill>
                  <a:srgbClr val="9933FF"/>
                </a:solidFill>
                <a:latin typeface="宋体"/>
                <a:cs typeface="宋体"/>
              </a:rPr>
              <a:t>和SUB.D要读的</a:t>
            </a:r>
            <a:r>
              <a:rPr dirty="0" sz="2400" spc="-20" b="1">
                <a:solidFill>
                  <a:srgbClr val="FF33CC"/>
                </a:solidFill>
                <a:latin typeface="宋体"/>
                <a:cs typeface="宋体"/>
              </a:rPr>
              <a:t>F8</a:t>
            </a:r>
            <a:r>
              <a:rPr dirty="0" sz="2400" spc="-30" b="1">
                <a:latin typeface="宋体"/>
                <a:cs typeface="宋体"/>
              </a:rPr>
              <a:t>存在数据</a:t>
            </a:r>
            <a:r>
              <a:rPr dirty="0" sz="2400" spc="-25" b="1">
                <a:latin typeface="宋体"/>
                <a:cs typeface="宋体"/>
              </a:rPr>
              <a:t>流动(生产---消费关系)。</a:t>
            </a:r>
            <a:endParaRPr sz="2400">
              <a:latin typeface="宋体"/>
              <a:cs typeface="宋体"/>
            </a:endParaRPr>
          </a:p>
        </p:txBody>
      </p:sp>
      <p:sp>
        <p:nvSpPr>
          <p:cNvPr id="12" name="object 12" descr=""/>
          <p:cNvSpPr txBox="1"/>
          <p:nvPr/>
        </p:nvSpPr>
        <p:spPr>
          <a:xfrm>
            <a:off x="6175628" y="2562351"/>
            <a:ext cx="4937760" cy="1123315"/>
          </a:xfrm>
          <a:prstGeom prst="rect">
            <a:avLst/>
          </a:prstGeom>
        </p:spPr>
        <p:txBody>
          <a:bodyPr wrap="square" lIns="0" tIns="12700" rIns="0" bIns="0" rtlCol="0" vert="horz">
            <a:spAutoFit/>
          </a:bodyPr>
          <a:lstStyle/>
          <a:p>
            <a:pPr marL="469900" marR="5080" indent="-457200">
              <a:lnSpc>
                <a:spcPct val="150100"/>
              </a:lnSpc>
              <a:spcBef>
                <a:spcPts val="100"/>
              </a:spcBef>
            </a:pPr>
            <a:r>
              <a:rPr dirty="0" sz="2400" spc="-20" b="1">
                <a:solidFill>
                  <a:srgbClr val="9933FF"/>
                </a:solidFill>
                <a:latin typeface="宋体"/>
                <a:cs typeface="宋体"/>
              </a:rPr>
              <a:t>ADD.D要写的</a:t>
            </a:r>
            <a:r>
              <a:rPr dirty="0" sz="2400" spc="-20" b="1">
                <a:solidFill>
                  <a:srgbClr val="FF33CC"/>
                </a:solidFill>
                <a:latin typeface="宋体"/>
                <a:cs typeface="宋体"/>
              </a:rPr>
              <a:t>F8</a:t>
            </a:r>
            <a:r>
              <a:rPr dirty="0" sz="2400" spc="-20" b="1">
                <a:solidFill>
                  <a:srgbClr val="9933FF"/>
                </a:solidFill>
                <a:latin typeface="宋体"/>
                <a:cs typeface="宋体"/>
              </a:rPr>
              <a:t>和DIV.D要读的</a:t>
            </a:r>
            <a:r>
              <a:rPr dirty="0" sz="2400" spc="-20" b="1">
                <a:solidFill>
                  <a:srgbClr val="FF33CC"/>
                </a:solidFill>
                <a:latin typeface="宋体"/>
                <a:cs typeface="宋体"/>
              </a:rPr>
              <a:t>F8</a:t>
            </a:r>
            <a:r>
              <a:rPr dirty="0" sz="2400" spc="-35" b="1">
                <a:latin typeface="宋体"/>
                <a:cs typeface="宋体"/>
              </a:rPr>
              <a:t>存在</a:t>
            </a:r>
            <a:r>
              <a:rPr dirty="0" sz="2400" spc="-25" b="1">
                <a:latin typeface="宋体"/>
                <a:cs typeface="宋体"/>
              </a:rPr>
              <a:t>反相关，不存在数据流动。</a:t>
            </a:r>
            <a:endParaRPr sz="2400">
              <a:latin typeface="宋体"/>
              <a:cs typeface="宋体"/>
            </a:endParaRPr>
          </a:p>
        </p:txBody>
      </p:sp>
      <p:sp>
        <p:nvSpPr>
          <p:cNvPr id="13" name="object 13" descr=""/>
          <p:cNvSpPr/>
          <p:nvPr/>
        </p:nvSpPr>
        <p:spPr>
          <a:xfrm>
            <a:off x="503237" y="5013325"/>
            <a:ext cx="5467350" cy="1384300"/>
          </a:xfrm>
          <a:custGeom>
            <a:avLst/>
            <a:gdLst/>
            <a:ahLst/>
            <a:cxnLst/>
            <a:rect l="l" t="t" r="r" b="b"/>
            <a:pathLst>
              <a:path w="5467350" h="1384300">
                <a:moveTo>
                  <a:pt x="0" y="1384300"/>
                </a:moveTo>
                <a:lnTo>
                  <a:pt x="5467350" y="1384300"/>
                </a:lnTo>
                <a:lnTo>
                  <a:pt x="5467350" y="0"/>
                </a:lnTo>
                <a:lnTo>
                  <a:pt x="0" y="0"/>
                </a:lnTo>
                <a:lnTo>
                  <a:pt x="0" y="1384300"/>
                </a:lnTo>
                <a:close/>
              </a:path>
            </a:pathLst>
          </a:custGeom>
          <a:ln w="9525">
            <a:solidFill>
              <a:srgbClr val="006FC0"/>
            </a:solidFill>
          </a:ln>
        </p:spPr>
        <p:txBody>
          <a:bodyPr wrap="square" lIns="0" tIns="0" rIns="0" bIns="0" rtlCol="0"/>
          <a:lstStyle/>
          <a:p/>
        </p:txBody>
      </p:sp>
      <p:sp>
        <p:nvSpPr>
          <p:cNvPr id="14" name="object 14" descr=""/>
          <p:cNvSpPr txBox="1"/>
          <p:nvPr/>
        </p:nvSpPr>
        <p:spPr>
          <a:xfrm>
            <a:off x="1672463" y="4959650"/>
            <a:ext cx="782320" cy="1403350"/>
          </a:xfrm>
          <a:prstGeom prst="rect">
            <a:avLst/>
          </a:prstGeom>
        </p:spPr>
        <p:txBody>
          <a:bodyPr wrap="square" lIns="0" tIns="18415" rIns="0" bIns="0" rtlCol="0" vert="horz">
            <a:spAutoFit/>
          </a:bodyPr>
          <a:lstStyle/>
          <a:p>
            <a:pPr algn="just" marR="5080">
              <a:lnSpc>
                <a:spcPct val="125000"/>
              </a:lnSpc>
              <a:spcBef>
                <a:spcPts val="145"/>
              </a:spcBef>
            </a:pPr>
            <a:r>
              <a:rPr dirty="0" sz="2400" spc="-10" b="1">
                <a:latin typeface="宋体"/>
                <a:cs typeface="宋体"/>
              </a:rPr>
              <a:t>DIV.D ADD.D SUB.D</a:t>
            </a:r>
            <a:endParaRPr sz="2400">
              <a:latin typeface="宋体"/>
              <a:cs typeface="宋体"/>
            </a:endParaRPr>
          </a:p>
        </p:txBody>
      </p:sp>
      <p:sp>
        <p:nvSpPr>
          <p:cNvPr id="15" name="object 15" descr=""/>
          <p:cNvSpPr txBox="1"/>
          <p:nvPr/>
        </p:nvSpPr>
        <p:spPr>
          <a:xfrm>
            <a:off x="3338195" y="4959650"/>
            <a:ext cx="1703070" cy="1403350"/>
          </a:xfrm>
          <a:prstGeom prst="rect">
            <a:avLst/>
          </a:prstGeom>
        </p:spPr>
        <p:txBody>
          <a:bodyPr wrap="square" lIns="0" tIns="18415" rIns="0" bIns="0" rtlCol="0" vert="horz">
            <a:spAutoFit/>
          </a:bodyPr>
          <a:lstStyle/>
          <a:p>
            <a:pPr algn="just" marR="5080">
              <a:lnSpc>
                <a:spcPct val="125000"/>
              </a:lnSpc>
              <a:spcBef>
                <a:spcPts val="145"/>
              </a:spcBef>
            </a:pPr>
            <a:r>
              <a:rPr dirty="0" sz="2400" spc="-10" b="1">
                <a:latin typeface="宋体"/>
                <a:cs typeface="宋体"/>
              </a:rPr>
              <a:t>F2，</a:t>
            </a:r>
            <a:r>
              <a:rPr dirty="0" sz="2400" spc="-10" b="1">
                <a:solidFill>
                  <a:srgbClr val="FF33CC"/>
                </a:solidFill>
                <a:latin typeface="宋体"/>
                <a:cs typeface="宋体"/>
              </a:rPr>
              <a:t>F8</a:t>
            </a:r>
            <a:r>
              <a:rPr dirty="0" sz="2400" spc="-10" b="1">
                <a:latin typeface="宋体"/>
                <a:cs typeface="宋体"/>
              </a:rPr>
              <a:t>，F4 </a:t>
            </a:r>
            <a:r>
              <a:rPr dirty="0" sz="2400" spc="-10" b="1">
                <a:solidFill>
                  <a:srgbClr val="FF33CC"/>
                </a:solidFill>
                <a:latin typeface="宋体"/>
                <a:cs typeface="宋体"/>
              </a:rPr>
              <a:t>S</a:t>
            </a:r>
            <a:r>
              <a:rPr dirty="0" sz="2400" spc="-10">
                <a:latin typeface="宋体"/>
                <a:cs typeface="宋体"/>
              </a:rPr>
              <a:t>，</a:t>
            </a:r>
            <a:r>
              <a:rPr dirty="0" sz="2400" spc="-10" b="1">
                <a:latin typeface="宋体"/>
                <a:cs typeface="宋体"/>
              </a:rPr>
              <a:t>F0，F12 F10，</a:t>
            </a:r>
            <a:r>
              <a:rPr dirty="0" sz="2400" spc="-10" b="1">
                <a:solidFill>
                  <a:srgbClr val="FF33CC"/>
                </a:solidFill>
                <a:latin typeface="宋体"/>
                <a:cs typeface="宋体"/>
              </a:rPr>
              <a:t>S</a:t>
            </a:r>
            <a:r>
              <a:rPr dirty="0" sz="2400" spc="-10" b="1">
                <a:latin typeface="宋体"/>
                <a:cs typeface="宋体"/>
              </a:rPr>
              <a:t>，F14</a:t>
            </a:r>
            <a:endParaRPr sz="2400">
              <a:latin typeface="宋体"/>
              <a:cs typeface="宋体"/>
            </a:endParaRPr>
          </a:p>
        </p:txBody>
      </p:sp>
      <p:grpSp>
        <p:nvGrpSpPr>
          <p:cNvPr id="16" name="object 16" descr=""/>
          <p:cNvGrpSpPr/>
          <p:nvPr/>
        </p:nvGrpSpPr>
        <p:grpSpPr>
          <a:xfrm>
            <a:off x="2562288" y="4360862"/>
            <a:ext cx="730250" cy="657225"/>
            <a:chOff x="2562288" y="4360862"/>
            <a:chExt cx="730250" cy="657225"/>
          </a:xfrm>
        </p:grpSpPr>
        <p:sp>
          <p:nvSpPr>
            <p:cNvPr id="17" name="object 17" descr=""/>
            <p:cNvSpPr/>
            <p:nvPr/>
          </p:nvSpPr>
          <p:spPr>
            <a:xfrm>
              <a:off x="2567051" y="4365625"/>
              <a:ext cx="720725" cy="647700"/>
            </a:xfrm>
            <a:custGeom>
              <a:avLst/>
              <a:gdLst/>
              <a:ahLst/>
              <a:cxnLst/>
              <a:rect l="l" t="t" r="r" b="b"/>
              <a:pathLst>
                <a:path w="720725" h="647700">
                  <a:moveTo>
                    <a:pt x="540512" y="0"/>
                  </a:moveTo>
                  <a:lnTo>
                    <a:pt x="180086" y="0"/>
                  </a:lnTo>
                  <a:lnTo>
                    <a:pt x="180086" y="323850"/>
                  </a:lnTo>
                  <a:lnTo>
                    <a:pt x="0" y="323850"/>
                  </a:lnTo>
                  <a:lnTo>
                    <a:pt x="360299" y="647700"/>
                  </a:lnTo>
                  <a:lnTo>
                    <a:pt x="720725" y="323850"/>
                  </a:lnTo>
                  <a:lnTo>
                    <a:pt x="540512" y="323850"/>
                  </a:lnTo>
                  <a:lnTo>
                    <a:pt x="540512" y="0"/>
                  </a:lnTo>
                  <a:close/>
                </a:path>
              </a:pathLst>
            </a:custGeom>
            <a:solidFill>
              <a:srgbClr val="EBD782"/>
            </a:solidFill>
          </p:spPr>
          <p:txBody>
            <a:bodyPr wrap="square" lIns="0" tIns="0" rIns="0" bIns="0" rtlCol="0"/>
            <a:lstStyle/>
            <a:p/>
          </p:txBody>
        </p:sp>
        <p:sp>
          <p:nvSpPr>
            <p:cNvPr id="18" name="object 18" descr=""/>
            <p:cNvSpPr/>
            <p:nvPr/>
          </p:nvSpPr>
          <p:spPr>
            <a:xfrm>
              <a:off x="2567051" y="4365625"/>
              <a:ext cx="720725" cy="647700"/>
            </a:xfrm>
            <a:custGeom>
              <a:avLst/>
              <a:gdLst/>
              <a:ahLst/>
              <a:cxnLst/>
              <a:rect l="l" t="t" r="r" b="b"/>
              <a:pathLst>
                <a:path w="720725" h="647700">
                  <a:moveTo>
                    <a:pt x="0" y="323850"/>
                  </a:moveTo>
                  <a:lnTo>
                    <a:pt x="180086" y="323850"/>
                  </a:lnTo>
                  <a:lnTo>
                    <a:pt x="180086" y="0"/>
                  </a:lnTo>
                  <a:lnTo>
                    <a:pt x="540512" y="0"/>
                  </a:lnTo>
                  <a:lnTo>
                    <a:pt x="540512" y="323850"/>
                  </a:lnTo>
                  <a:lnTo>
                    <a:pt x="720725" y="323850"/>
                  </a:lnTo>
                  <a:lnTo>
                    <a:pt x="360299" y="647700"/>
                  </a:lnTo>
                  <a:lnTo>
                    <a:pt x="0" y="323850"/>
                  </a:lnTo>
                  <a:close/>
                </a:path>
              </a:pathLst>
            </a:custGeom>
            <a:ln w="9525">
              <a:solidFill>
                <a:srgbClr val="40458B"/>
              </a:solidFill>
            </a:ln>
          </p:spPr>
          <p:txBody>
            <a:bodyPr wrap="square" lIns="0" tIns="0" rIns="0" bIns="0" rtlCol="0"/>
            <a:lstStyle/>
            <a:p/>
          </p:txBody>
        </p:sp>
      </p:grpSp>
      <p:sp>
        <p:nvSpPr>
          <p:cNvPr id="19" name="object 19" descr=""/>
          <p:cNvSpPr txBox="1"/>
          <p:nvPr/>
        </p:nvSpPr>
        <p:spPr>
          <a:xfrm>
            <a:off x="6391402" y="4942382"/>
            <a:ext cx="5389245" cy="1123950"/>
          </a:xfrm>
          <a:prstGeom prst="rect">
            <a:avLst/>
          </a:prstGeom>
        </p:spPr>
        <p:txBody>
          <a:bodyPr wrap="square" lIns="0" tIns="12700" rIns="0" bIns="0" rtlCol="0" vert="horz">
            <a:spAutoFit/>
          </a:bodyPr>
          <a:lstStyle/>
          <a:p>
            <a:pPr marL="12700" marR="5080">
              <a:lnSpc>
                <a:spcPct val="150100"/>
              </a:lnSpc>
              <a:spcBef>
                <a:spcPts val="100"/>
              </a:spcBef>
            </a:pPr>
            <a:r>
              <a:rPr dirty="0" sz="2400" spc="-20" b="1">
                <a:latin typeface="宋体"/>
                <a:cs typeface="宋体"/>
              </a:rPr>
              <a:t>进行寄存器换名（</a:t>
            </a:r>
            <a:r>
              <a:rPr dirty="0" sz="2400" spc="-20" b="1">
                <a:solidFill>
                  <a:srgbClr val="9933FF"/>
                </a:solidFill>
                <a:latin typeface="宋体"/>
                <a:cs typeface="宋体"/>
              </a:rPr>
              <a:t>F8</a:t>
            </a:r>
            <a:r>
              <a:rPr dirty="0" sz="2400" spc="-20" b="1">
                <a:latin typeface="宋体"/>
                <a:cs typeface="宋体"/>
              </a:rPr>
              <a:t>换成</a:t>
            </a:r>
            <a:r>
              <a:rPr dirty="0" sz="2400" spc="-20" b="1">
                <a:solidFill>
                  <a:srgbClr val="9933FF"/>
                </a:solidFill>
                <a:latin typeface="宋体"/>
                <a:cs typeface="宋体"/>
              </a:rPr>
              <a:t>S</a:t>
            </a:r>
            <a:r>
              <a:rPr dirty="0" sz="2400" spc="-20" b="1">
                <a:latin typeface="宋体"/>
                <a:cs typeface="宋体"/>
              </a:rPr>
              <a:t>）</a:t>
            </a:r>
            <a:r>
              <a:rPr dirty="0" sz="2400" spc="-30" b="1">
                <a:latin typeface="宋体"/>
                <a:cs typeface="宋体"/>
              </a:rPr>
              <a:t>后，消除了</a:t>
            </a:r>
            <a:r>
              <a:rPr dirty="0" sz="2400" spc="-25" b="1">
                <a:latin typeface="宋体"/>
                <a:cs typeface="宋体"/>
              </a:rPr>
              <a:t>反相关，要换都换</a:t>
            </a:r>
            <a:endParaRPr sz="2400">
              <a:latin typeface="宋体"/>
              <a:cs typeface="宋体"/>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86892" y="1069289"/>
            <a:ext cx="11780520" cy="161734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Tahoma"/>
              <a:buAutoNum type="arabicPeriod" startAt="3"/>
              <a:tabLst>
                <a:tab pos="469265" algn="l"/>
              </a:tabLst>
            </a:pPr>
            <a:r>
              <a:rPr dirty="0" sz="2700" spc="-15">
                <a:solidFill>
                  <a:srgbClr val="E14B04"/>
                </a:solidFill>
                <a:latin typeface="黑体"/>
                <a:cs typeface="黑体"/>
              </a:rPr>
              <a:t>控制相关</a:t>
            </a:r>
            <a:endParaRPr sz="2700">
              <a:latin typeface="黑体"/>
              <a:cs typeface="黑体"/>
            </a:endParaRPr>
          </a:p>
          <a:p>
            <a:pPr lvl="1" marL="1099185" marR="5080" indent="-457200">
              <a:lnSpc>
                <a:spcPct val="150000"/>
              </a:lnSpc>
              <a:spcBef>
                <a:spcPts val="650"/>
              </a:spcBef>
              <a:buClr>
                <a:srgbClr val="40458B"/>
              </a:buClr>
              <a:buSzPct val="89583"/>
              <a:buFont typeface="Wingdings"/>
              <a:buChar char=""/>
              <a:tabLst>
                <a:tab pos="1099185" algn="l"/>
              </a:tabLst>
            </a:pPr>
            <a:r>
              <a:rPr dirty="0" sz="2400">
                <a:solidFill>
                  <a:srgbClr val="FF0000"/>
                </a:solidFill>
                <a:latin typeface="黑体"/>
                <a:cs typeface="黑体"/>
              </a:rPr>
              <a:t>控制相关</a:t>
            </a:r>
            <a:r>
              <a:rPr dirty="0" sz="2400" spc="-5">
                <a:solidFill>
                  <a:srgbClr val="40458B"/>
                </a:solidFill>
                <a:latin typeface="黑体"/>
                <a:cs typeface="黑体"/>
              </a:rPr>
              <a:t>是指由分支指令引起的相关，根据分支指令的执行结果来确定后面该执行哪个分支上的指令。</a:t>
            </a:r>
            <a:endParaRPr sz="2400">
              <a:latin typeface="黑体"/>
              <a:cs typeface="黑体"/>
            </a:endParaRPr>
          </a:p>
        </p:txBody>
      </p:sp>
      <p:sp>
        <p:nvSpPr>
          <p:cNvPr id="10" name="object 10" descr=""/>
          <p:cNvSpPr txBox="1"/>
          <p:nvPr/>
        </p:nvSpPr>
        <p:spPr>
          <a:xfrm>
            <a:off x="1016304" y="2886837"/>
            <a:ext cx="9190355" cy="939800"/>
          </a:xfrm>
          <a:prstGeom prst="rect">
            <a:avLst/>
          </a:prstGeom>
        </p:spPr>
        <p:txBody>
          <a:bodyPr wrap="square" lIns="0" tIns="13335" rIns="0" bIns="0" rtlCol="0" vert="horz">
            <a:spAutoFit/>
          </a:bodyPr>
          <a:lstStyle/>
          <a:p>
            <a:pPr marL="894715" indent="-288290">
              <a:lnSpc>
                <a:spcPct val="100000"/>
              </a:lnSpc>
              <a:spcBef>
                <a:spcPts val="105"/>
              </a:spcBef>
              <a:buClr>
                <a:srgbClr val="4668F5"/>
              </a:buClr>
              <a:buSzPct val="60000"/>
              <a:buFont typeface="Wingdings"/>
              <a:buChar char=""/>
              <a:tabLst>
                <a:tab pos="894715" algn="l"/>
              </a:tabLst>
            </a:pPr>
            <a:r>
              <a:rPr dirty="0" sz="2000" spc="-25" b="1">
                <a:solidFill>
                  <a:srgbClr val="00AFEF"/>
                </a:solidFill>
                <a:latin typeface="黑体"/>
                <a:cs typeface="黑体"/>
              </a:rPr>
              <a:t>为了保证程序应有的执行顺序，必须严格按控制相关确定的顺序执行。</a:t>
            </a:r>
            <a:endParaRPr sz="2000">
              <a:latin typeface="黑体"/>
              <a:cs typeface="黑体"/>
            </a:endParaRPr>
          </a:p>
          <a:p>
            <a:pPr algn="r" marR="5080">
              <a:lnSpc>
                <a:spcPts val="2365"/>
              </a:lnSpc>
              <a:spcBef>
                <a:spcPts val="65"/>
              </a:spcBef>
            </a:pPr>
            <a:r>
              <a:rPr dirty="0" sz="2400" b="1">
                <a:solidFill>
                  <a:srgbClr val="008000"/>
                </a:solidFill>
                <a:latin typeface="宋体"/>
                <a:cs typeface="宋体"/>
              </a:rPr>
              <a:t>if</a:t>
            </a:r>
            <a:r>
              <a:rPr dirty="0" sz="2400" spc="-30" b="1">
                <a:solidFill>
                  <a:srgbClr val="008000"/>
                </a:solidFill>
                <a:latin typeface="宋体"/>
                <a:cs typeface="宋体"/>
              </a:rPr>
              <a:t> </a:t>
            </a:r>
            <a:r>
              <a:rPr dirty="0" sz="2400" b="1">
                <a:solidFill>
                  <a:srgbClr val="008000"/>
                </a:solidFill>
                <a:latin typeface="宋体"/>
                <a:cs typeface="宋体"/>
              </a:rPr>
              <a:t>p1</a:t>
            </a:r>
            <a:r>
              <a:rPr dirty="0" sz="2400" spc="-30" b="1">
                <a:solidFill>
                  <a:srgbClr val="008000"/>
                </a:solidFill>
                <a:latin typeface="宋体"/>
                <a:cs typeface="宋体"/>
              </a:rPr>
              <a:t> </a:t>
            </a:r>
            <a:r>
              <a:rPr dirty="0" sz="2400" spc="-50" b="1">
                <a:solidFill>
                  <a:srgbClr val="008000"/>
                </a:solidFill>
                <a:latin typeface="宋体"/>
                <a:cs typeface="宋体"/>
              </a:rPr>
              <a:t>{</a:t>
            </a:r>
            <a:endParaRPr sz="2400">
              <a:latin typeface="宋体"/>
              <a:cs typeface="宋体"/>
            </a:endParaRPr>
          </a:p>
          <a:p>
            <a:pPr marL="469265" indent="-456565">
              <a:lnSpc>
                <a:spcPts val="2365"/>
              </a:lnSpc>
              <a:buSzPct val="89583"/>
              <a:buFont typeface="Wingdings"/>
              <a:buChar char=""/>
              <a:tabLst>
                <a:tab pos="469265" algn="l"/>
              </a:tabLst>
            </a:pPr>
            <a:r>
              <a:rPr dirty="0" sz="2400">
                <a:solidFill>
                  <a:srgbClr val="40458B"/>
                </a:solidFill>
                <a:latin typeface="黑体"/>
                <a:cs typeface="黑体"/>
              </a:rPr>
              <a:t>典型的程序结构是</a:t>
            </a:r>
            <a:r>
              <a:rPr dirty="0" sz="2400">
                <a:solidFill>
                  <a:srgbClr val="9933FF"/>
                </a:solidFill>
                <a:latin typeface="黑体"/>
                <a:cs typeface="黑体"/>
              </a:rPr>
              <a:t>“if-then</a:t>
            </a:r>
            <a:r>
              <a:rPr dirty="0" sz="2400">
                <a:solidFill>
                  <a:srgbClr val="9933FF"/>
                </a:solidFill>
                <a:latin typeface="Times New Roman"/>
                <a:cs typeface="Times New Roman"/>
              </a:rPr>
              <a:t>”</a:t>
            </a:r>
            <a:r>
              <a:rPr dirty="0" sz="2400" spc="-20">
                <a:solidFill>
                  <a:srgbClr val="40458B"/>
                </a:solidFill>
                <a:latin typeface="黑体"/>
                <a:cs typeface="黑体"/>
              </a:rPr>
              <a:t>结构。</a:t>
            </a:r>
            <a:endParaRPr sz="2400">
              <a:latin typeface="黑体"/>
              <a:cs typeface="黑体"/>
            </a:endParaRPr>
          </a:p>
        </p:txBody>
      </p:sp>
      <p:sp>
        <p:nvSpPr>
          <p:cNvPr id="11" name="object 11" descr=""/>
          <p:cNvSpPr txBox="1"/>
          <p:nvPr/>
        </p:nvSpPr>
        <p:spPr>
          <a:xfrm>
            <a:off x="1016304" y="4056964"/>
            <a:ext cx="1397000" cy="391795"/>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25">
                <a:solidFill>
                  <a:srgbClr val="40458B"/>
                </a:solidFill>
                <a:latin typeface="黑体"/>
                <a:cs typeface="黑体"/>
              </a:rPr>
              <a:t>示例：</a:t>
            </a:r>
            <a:endParaRPr sz="2400">
              <a:latin typeface="黑体"/>
              <a:cs typeface="黑体"/>
            </a:endParaRPr>
          </a:p>
        </p:txBody>
      </p:sp>
      <p:sp>
        <p:nvSpPr>
          <p:cNvPr id="12" name="object 12" descr=""/>
          <p:cNvSpPr txBox="1"/>
          <p:nvPr/>
        </p:nvSpPr>
        <p:spPr>
          <a:xfrm>
            <a:off x="10481309" y="3565982"/>
            <a:ext cx="638810" cy="391795"/>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008000"/>
                </a:solidFill>
                <a:latin typeface="宋体"/>
                <a:cs typeface="宋体"/>
              </a:rPr>
              <a:t>S1；</a:t>
            </a:r>
            <a:endParaRPr sz="2400">
              <a:latin typeface="宋体"/>
              <a:cs typeface="宋体"/>
            </a:endParaRPr>
          </a:p>
        </p:txBody>
      </p:sp>
      <p:sp>
        <p:nvSpPr>
          <p:cNvPr id="13" name="object 13" descr=""/>
          <p:cNvSpPr txBox="1"/>
          <p:nvPr/>
        </p:nvSpPr>
        <p:spPr>
          <a:xfrm>
            <a:off x="10028301" y="3932301"/>
            <a:ext cx="484505"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008000"/>
                </a:solidFill>
                <a:latin typeface="宋体"/>
                <a:cs typeface="宋体"/>
              </a:rPr>
              <a:t>}；</a:t>
            </a:r>
            <a:endParaRPr sz="2400">
              <a:latin typeface="宋体"/>
              <a:cs typeface="宋体"/>
            </a:endParaRPr>
          </a:p>
        </p:txBody>
      </p:sp>
      <p:sp>
        <p:nvSpPr>
          <p:cNvPr id="14" name="object 14" descr=""/>
          <p:cNvSpPr txBox="1"/>
          <p:nvPr/>
        </p:nvSpPr>
        <p:spPr>
          <a:xfrm>
            <a:off x="9104756" y="4298060"/>
            <a:ext cx="1101725" cy="75692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008000"/>
                </a:solidFill>
                <a:latin typeface="宋体"/>
                <a:cs typeface="宋体"/>
              </a:rPr>
              <a:t>S；</a:t>
            </a:r>
            <a:endParaRPr sz="2400">
              <a:latin typeface="宋体"/>
              <a:cs typeface="宋体"/>
            </a:endParaRPr>
          </a:p>
          <a:p>
            <a:pPr marL="12700">
              <a:lnSpc>
                <a:spcPct val="100000"/>
              </a:lnSpc>
            </a:pPr>
            <a:r>
              <a:rPr dirty="0" sz="2400" b="1">
                <a:solidFill>
                  <a:srgbClr val="008000"/>
                </a:solidFill>
                <a:latin typeface="宋体"/>
                <a:cs typeface="宋体"/>
              </a:rPr>
              <a:t>if</a:t>
            </a:r>
            <a:r>
              <a:rPr dirty="0" sz="2400" spc="-30" b="1">
                <a:solidFill>
                  <a:srgbClr val="008000"/>
                </a:solidFill>
                <a:latin typeface="宋体"/>
                <a:cs typeface="宋体"/>
              </a:rPr>
              <a:t> </a:t>
            </a:r>
            <a:r>
              <a:rPr dirty="0" sz="2400" b="1">
                <a:solidFill>
                  <a:srgbClr val="008000"/>
                </a:solidFill>
                <a:latin typeface="宋体"/>
                <a:cs typeface="宋体"/>
              </a:rPr>
              <a:t>p2</a:t>
            </a:r>
            <a:r>
              <a:rPr dirty="0" sz="2400" spc="-30" b="1">
                <a:solidFill>
                  <a:srgbClr val="008000"/>
                </a:solidFill>
                <a:latin typeface="宋体"/>
                <a:cs typeface="宋体"/>
              </a:rPr>
              <a:t> </a:t>
            </a:r>
            <a:r>
              <a:rPr dirty="0" sz="2400" spc="-50" b="1">
                <a:solidFill>
                  <a:srgbClr val="008000"/>
                </a:solidFill>
                <a:latin typeface="宋体"/>
                <a:cs typeface="宋体"/>
              </a:rPr>
              <a:t>{</a:t>
            </a:r>
            <a:endParaRPr sz="2400">
              <a:latin typeface="宋体"/>
              <a:cs typeface="宋体"/>
            </a:endParaRPr>
          </a:p>
        </p:txBody>
      </p:sp>
      <p:sp>
        <p:nvSpPr>
          <p:cNvPr id="15" name="object 15" descr=""/>
          <p:cNvSpPr txBox="1"/>
          <p:nvPr/>
        </p:nvSpPr>
        <p:spPr>
          <a:xfrm>
            <a:off x="10028301" y="5029276"/>
            <a:ext cx="1091565" cy="757555"/>
          </a:xfrm>
          <a:prstGeom prst="rect">
            <a:avLst/>
          </a:prstGeom>
        </p:spPr>
        <p:txBody>
          <a:bodyPr wrap="square" lIns="0" tIns="12700" rIns="0" bIns="0" rtlCol="0" vert="horz">
            <a:spAutoFit/>
          </a:bodyPr>
          <a:lstStyle/>
          <a:p>
            <a:pPr marL="465455">
              <a:lnSpc>
                <a:spcPct val="100000"/>
              </a:lnSpc>
              <a:spcBef>
                <a:spcPts val="100"/>
              </a:spcBef>
            </a:pPr>
            <a:r>
              <a:rPr dirty="0" sz="2400" spc="-25" b="1">
                <a:solidFill>
                  <a:srgbClr val="008000"/>
                </a:solidFill>
                <a:latin typeface="宋体"/>
                <a:cs typeface="宋体"/>
              </a:rPr>
              <a:t>S2；</a:t>
            </a:r>
            <a:endParaRPr sz="2400">
              <a:latin typeface="宋体"/>
              <a:cs typeface="宋体"/>
            </a:endParaRPr>
          </a:p>
          <a:p>
            <a:pPr marL="12700">
              <a:lnSpc>
                <a:spcPct val="100000"/>
              </a:lnSpc>
              <a:spcBef>
                <a:spcPts val="5"/>
              </a:spcBef>
            </a:pPr>
            <a:r>
              <a:rPr dirty="0" sz="2400" spc="-25" b="1">
                <a:solidFill>
                  <a:srgbClr val="008000"/>
                </a:solidFill>
                <a:latin typeface="宋体"/>
                <a:cs typeface="宋体"/>
              </a:rPr>
              <a:t>}；</a:t>
            </a:r>
            <a:endParaRPr sz="2400">
              <a:latin typeface="宋体"/>
              <a:cs typeface="宋体"/>
            </a:endParaRPr>
          </a:p>
        </p:txBody>
      </p:sp>
      <p:sp>
        <p:nvSpPr>
          <p:cNvPr id="16" name="object 16" descr=""/>
          <p:cNvSpPr txBox="1"/>
          <p:nvPr/>
        </p:nvSpPr>
        <p:spPr>
          <a:xfrm>
            <a:off x="2694051" y="4581461"/>
            <a:ext cx="5489575" cy="1691005"/>
          </a:xfrm>
          <a:prstGeom prst="rect">
            <a:avLst/>
          </a:prstGeom>
          <a:ln w="9525">
            <a:solidFill>
              <a:srgbClr val="FF09FF"/>
            </a:solidFill>
          </a:ln>
        </p:spPr>
        <p:txBody>
          <a:bodyPr wrap="square" lIns="0" tIns="19050" rIns="0" bIns="0" rtlCol="0" vert="horz">
            <a:spAutoFit/>
          </a:bodyPr>
          <a:lstStyle/>
          <a:p>
            <a:pPr marL="91440" marR="131445">
              <a:lnSpc>
                <a:spcPts val="4320"/>
              </a:lnSpc>
              <a:spcBef>
                <a:spcPts val="150"/>
              </a:spcBef>
            </a:pPr>
            <a:r>
              <a:rPr dirty="0" sz="2400">
                <a:solidFill>
                  <a:srgbClr val="54566F"/>
                </a:solidFill>
                <a:latin typeface="Calibri"/>
                <a:cs typeface="Calibri"/>
              </a:rPr>
              <a:t>if</a:t>
            </a:r>
            <a:r>
              <a:rPr dirty="0" sz="2400" spc="-55">
                <a:solidFill>
                  <a:srgbClr val="54566F"/>
                </a:solidFill>
                <a:latin typeface="Calibri"/>
                <a:cs typeface="Calibri"/>
              </a:rPr>
              <a:t> </a:t>
            </a:r>
            <a:r>
              <a:rPr dirty="0" sz="2400">
                <a:solidFill>
                  <a:srgbClr val="54566F"/>
                </a:solidFill>
                <a:latin typeface="Calibri"/>
                <a:cs typeface="Calibri"/>
              </a:rPr>
              <a:t>p1</a:t>
            </a:r>
            <a:r>
              <a:rPr dirty="0" sz="2400" spc="-35">
                <a:solidFill>
                  <a:srgbClr val="54566F"/>
                </a:solidFill>
                <a:latin typeface="Calibri"/>
                <a:cs typeface="Calibri"/>
              </a:rPr>
              <a:t> </a:t>
            </a:r>
            <a:r>
              <a:rPr dirty="0" sz="2400" spc="-330">
                <a:solidFill>
                  <a:srgbClr val="54566F"/>
                </a:solidFill>
                <a:latin typeface="黑体"/>
                <a:cs typeface="黑体"/>
              </a:rPr>
              <a:t>和 </a:t>
            </a:r>
            <a:r>
              <a:rPr dirty="0" sz="2400">
                <a:solidFill>
                  <a:srgbClr val="54566F"/>
                </a:solidFill>
                <a:latin typeface="Calibri"/>
                <a:cs typeface="Calibri"/>
              </a:rPr>
              <a:t>if</a:t>
            </a:r>
            <a:r>
              <a:rPr dirty="0" sz="2400" spc="-30">
                <a:solidFill>
                  <a:srgbClr val="54566F"/>
                </a:solidFill>
                <a:latin typeface="Calibri"/>
                <a:cs typeface="Calibri"/>
              </a:rPr>
              <a:t> </a:t>
            </a:r>
            <a:r>
              <a:rPr dirty="0" sz="2400">
                <a:solidFill>
                  <a:srgbClr val="54566F"/>
                </a:solidFill>
                <a:latin typeface="Calibri"/>
                <a:cs typeface="Calibri"/>
              </a:rPr>
              <a:t>p2</a:t>
            </a:r>
            <a:r>
              <a:rPr dirty="0" sz="2400" spc="-35">
                <a:solidFill>
                  <a:srgbClr val="54566F"/>
                </a:solidFill>
                <a:latin typeface="Calibri"/>
                <a:cs typeface="Calibri"/>
              </a:rPr>
              <a:t> </a:t>
            </a:r>
            <a:r>
              <a:rPr dirty="0" sz="2400" spc="-5">
                <a:solidFill>
                  <a:srgbClr val="54566F"/>
                </a:solidFill>
                <a:latin typeface="黑体"/>
                <a:cs typeface="黑体"/>
              </a:rPr>
              <a:t>编译成目标代码以后都是分</a:t>
            </a:r>
            <a:r>
              <a:rPr dirty="0" sz="2400" spc="-10">
                <a:solidFill>
                  <a:srgbClr val="54566F"/>
                </a:solidFill>
                <a:latin typeface="黑体"/>
                <a:cs typeface="黑体"/>
              </a:rPr>
              <a:t>支指令。语句</a:t>
            </a:r>
            <a:r>
              <a:rPr dirty="0" sz="2400" spc="-10">
                <a:solidFill>
                  <a:srgbClr val="54566F"/>
                </a:solidFill>
                <a:latin typeface="Calibri"/>
                <a:cs typeface="Calibri"/>
              </a:rPr>
              <a:t>S1</a:t>
            </a:r>
            <a:r>
              <a:rPr dirty="0" sz="2400" spc="-10">
                <a:solidFill>
                  <a:srgbClr val="54566F"/>
                </a:solidFill>
                <a:latin typeface="黑体"/>
                <a:cs typeface="黑体"/>
              </a:rPr>
              <a:t>与</a:t>
            </a:r>
            <a:r>
              <a:rPr dirty="0" sz="2400" spc="-10">
                <a:solidFill>
                  <a:srgbClr val="54566F"/>
                </a:solidFill>
                <a:latin typeface="Calibri"/>
                <a:cs typeface="Calibri"/>
              </a:rPr>
              <a:t>p1</a:t>
            </a:r>
            <a:r>
              <a:rPr dirty="0" sz="2400" spc="-10">
                <a:solidFill>
                  <a:srgbClr val="54566F"/>
                </a:solidFill>
                <a:latin typeface="黑体"/>
                <a:cs typeface="黑体"/>
              </a:rPr>
              <a:t>控制相关，</a:t>
            </a:r>
            <a:r>
              <a:rPr dirty="0" sz="2400" spc="-10">
                <a:solidFill>
                  <a:srgbClr val="54566F"/>
                </a:solidFill>
                <a:latin typeface="Calibri"/>
                <a:cs typeface="Calibri"/>
              </a:rPr>
              <a:t>S2</a:t>
            </a:r>
            <a:r>
              <a:rPr dirty="0" sz="2400" spc="-10">
                <a:solidFill>
                  <a:srgbClr val="54566F"/>
                </a:solidFill>
                <a:latin typeface="黑体"/>
                <a:cs typeface="黑体"/>
              </a:rPr>
              <a:t>与</a:t>
            </a:r>
            <a:r>
              <a:rPr dirty="0" sz="2400" spc="-25">
                <a:solidFill>
                  <a:srgbClr val="54566F"/>
                </a:solidFill>
                <a:latin typeface="Calibri"/>
                <a:cs typeface="Calibri"/>
              </a:rPr>
              <a:t>p2</a:t>
            </a:r>
            <a:endParaRPr sz="2400">
              <a:latin typeface="Calibri"/>
              <a:cs typeface="Calibri"/>
            </a:endParaRPr>
          </a:p>
          <a:p>
            <a:pPr marL="91440">
              <a:lnSpc>
                <a:spcPct val="100000"/>
              </a:lnSpc>
              <a:spcBef>
                <a:spcPts val="1060"/>
              </a:spcBef>
            </a:pPr>
            <a:r>
              <a:rPr dirty="0" sz="2400">
                <a:solidFill>
                  <a:srgbClr val="54566F"/>
                </a:solidFill>
                <a:latin typeface="黑体"/>
                <a:cs typeface="黑体"/>
              </a:rPr>
              <a:t>控制相关，</a:t>
            </a:r>
            <a:r>
              <a:rPr dirty="0" sz="2400">
                <a:solidFill>
                  <a:srgbClr val="54566F"/>
                </a:solidFill>
                <a:latin typeface="Calibri"/>
                <a:cs typeface="Calibri"/>
              </a:rPr>
              <a:t>S</a:t>
            </a:r>
            <a:r>
              <a:rPr dirty="0" sz="2400">
                <a:solidFill>
                  <a:srgbClr val="54566F"/>
                </a:solidFill>
                <a:latin typeface="黑体"/>
                <a:cs typeface="黑体"/>
              </a:rPr>
              <a:t>与</a:t>
            </a:r>
            <a:r>
              <a:rPr dirty="0" sz="2400" spc="-10">
                <a:solidFill>
                  <a:srgbClr val="54566F"/>
                </a:solidFill>
                <a:latin typeface="Calibri"/>
                <a:cs typeface="Calibri"/>
              </a:rPr>
              <a:t>p1</a:t>
            </a:r>
            <a:r>
              <a:rPr dirty="0" sz="2400">
                <a:solidFill>
                  <a:srgbClr val="54566F"/>
                </a:solidFill>
                <a:latin typeface="黑体"/>
                <a:cs typeface="黑体"/>
              </a:rPr>
              <a:t>和</a:t>
            </a:r>
            <a:r>
              <a:rPr dirty="0" sz="2400" spc="-10">
                <a:solidFill>
                  <a:srgbClr val="54566F"/>
                </a:solidFill>
                <a:latin typeface="Calibri"/>
                <a:cs typeface="Calibri"/>
              </a:rPr>
              <a:t>p2</a:t>
            </a:r>
            <a:r>
              <a:rPr dirty="0" sz="2400" spc="-15">
                <a:solidFill>
                  <a:srgbClr val="54566F"/>
                </a:solidFill>
                <a:latin typeface="黑体"/>
                <a:cs typeface="黑体"/>
              </a:rPr>
              <a:t>均无关。</a:t>
            </a:r>
            <a:endParaRPr sz="2400">
              <a:latin typeface="黑体"/>
              <a:cs typeface="黑体"/>
            </a:endParaRPr>
          </a:p>
        </p:txBody>
      </p:sp>
      <p:sp>
        <p:nvSpPr>
          <p:cNvPr id="17" name="object 17" descr=""/>
          <p:cNvSpPr/>
          <p:nvPr/>
        </p:nvSpPr>
        <p:spPr>
          <a:xfrm>
            <a:off x="9848088" y="3545459"/>
            <a:ext cx="648970" cy="364490"/>
          </a:xfrm>
          <a:custGeom>
            <a:avLst/>
            <a:gdLst/>
            <a:ahLst/>
            <a:cxnLst/>
            <a:rect l="l" t="t" r="r" b="b"/>
            <a:pathLst>
              <a:path w="648970" h="364489">
                <a:moveTo>
                  <a:pt x="579564" y="331622"/>
                </a:moveTo>
                <a:lnTo>
                  <a:pt x="563371" y="360679"/>
                </a:lnTo>
                <a:lnTo>
                  <a:pt x="648461" y="364489"/>
                </a:lnTo>
                <a:lnTo>
                  <a:pt x="630264" y="337819"/>
                </a:lnTo>
                <a:lnTo>
                  <a:pt x="590676" y="337819"/>
                </a:lnTo>
                <a:lnTo>
                  <a:pt x="579564" y="331622"/>
                </a:lnTo>
                <a:close/>
              </a:path>
              <a:path w="648970" h="364489">
                <a:moveTo>
                  <a:pt x="584242" y="323228"/>
                </a:moveTo>
                <a:lnTo>
                  <a:pt x="579564" y="331622"/>
                </a:lnTo>
                <a:lnTo>
                  <a:pt x="590676" y="337819"/>
                </a:lnTo>
                <a:lnTo>
                  <a:pt x="595376" y="329438"/>
                </a:lnTo>
                <a:lnTo>
                  <a:pt x="584242" y="323228"/>
                </a:lnTo>
                <a:close/>
              </a:path>
              <a:path w="648970" h="364489">
                <a:moveTo>
                  <a:pt x="600455" y="294131"/>
                </a:moveTo>
                <a:lnTo>
                  <a:pt x="584242" y="323228"/>
                </a:lnTo>
                <a:lnTo>
                  <a:pt x="595376" y="329438"/>
                </a:lnTo>
                <a:lnTo>
                  <a:pt x="590676" y="337819"/>
                </a:lnTo>
                <a:lnTo>
                  <a:pt x="630264" y="337819"/>
                </a:lnTo>
                <a:lnTo>
                  <a:pt x="600455" y="294131"/>
                </a:lnTo>
                <a:close/>
              </a:path>
              <a:path w="648970" h="364489">
                <a:moveTo>
                  <a:pt x="4698" y="0"/>
                </a:moveTo>
                <a:lnTo>
                  <a:pt x="0" y="8381"/>
                </a:lnTo>
                <a:lnTo>
                  <a:pt x="579564" y="331622"/>
                </a:lnTo>
                <a:lnTo>
                  <a:pt x="584242" y="323228"/>
                </a:lnTo>
                <a:lnTo>
                  <a:pt x="4698" y="0"/>
                </a:lnTo>
                <a:close/>
              </a:path>
            </a:pathLst>
          </a:custGeom>
          <a:solidFill>
            <a:srgbClr val="FF5CFF"/>
          </a:solidFill>
        </p:spPr>
        <p:txBody>
          <a:bodyPr wrap="square" lIns="0" tIns="0" rIns="0" bIns="0" rtlCol="0"/>
          <a:lstStyle/>
          <a:p/>
        </p:txBody>
      </p:sp>
      <p:sp>
        <p:nvSpPr>
          <p:cNvPr id="18" name="object 18" descr=""/>
          <p:cNvSpPr/>
          <p:nvPr/>
        </p:nvSpPr>
        <p:spPr>
          <a:xfrm>
            <a:off x="9770364" y="4899659"/>
            <a:ext cx="648335" cy="363220"/>
          </a:xfrm>
          <a:custGeom>
            <a:avLst/>
            <a:gdLst/>
            <a:ahLst/>
            <a:cxnLst/>
            <a:rect l="l" t="t" r="r" b="b"/>
            <a:pathLst>
              <a:path w="648334" h="363220">
                <a:moveTo>
                  <a:pt x="579426" y="330117"/>
                </a:moveTo>
                <a:lnTo>
                  <a:pt x="563244" y="359155"/>
                </a:lnTo>
                <a:lnTo>
                  <a:pt x="648334" y="362838"/>
                </a:lnTo>
                <a:lnTo>
                  <a:pt x="630191" y="336295"/>
                </a:lnTo>
                <a:lnTo>
                  <a:pt x="590550" y="336295"/>
                </a:lnTo>
                <a:lnTo>
                  <a:pt x="579426" y="330117"/>
                </a:lnTo>
                <a:close/>
              </a:path>
              <a:path w="648334" h="363220">
                <a:moveTo>
                  <a:pt x="584102" y="321726"/>
                </a:moveTo>
                <a:lnTo>
                  <a:pt x="579426" y="330117"/>
                </a:lnTo>
                <a:lnTo>
                  <a:pt x="590550" y="336295"/>
                </a:lnTo>
                <a:lnTo>
                  <a:pt x="595249" y="327913"/>
                </a:lnTo>
                <a:lnTo>
                  <a:pt x="584102" y="321726"/>
                </a:lnTo>
                <a:close/>
              </a:path>
              <a:path w="648334" h="363220">
                <a:moveTo>
                  <a:pt x="600328" y="292607"/>
                </a:moveTo>
                <a:lnTo>
                  <a:pt x="584102" y="321726"/>
                </a:lnTo>
                <a:lnTo>
                  <a:pt x="595249" y="327913"/>
                </a:lnTo>
                <a:lnTo>
                  <a:pt x="590550" y="336295"/>
                </a:lnTo>
                <a:lnTo>
                  <a:pt x="630191" y="336295"/>
                </a:lnTo>
                <a:lnTo>
                  <a:pt x="600328" y="292607"/>
                </a:lnTo>
                <a:close/>
              </a:path>
              <a:path w="648334" h="363220">
                <a:moveTo>
                  <a:pt x="4571" y="0"/>
                </a:moveTo>
                <a:lnTo>
                  <a:pt x="0" y="8254"/>
                </a:lnTo>
                <a:lnTo>
                  <a:pt x="579426" y="330117"/>
                </a:lnTo>
                <a:lnTo>
                  <a:pt x="584102" y="321726"/>
                </a:lnTo>
                <a:lnTo>
                  <a:pt x="4571" y="0"/>
                </a:lnTo>
                <a:close/>
              </a:path>
            </a:pathLst>
          </a:custGeom>
          <a:solidFill>
            <a:srgbClr val="FF5CFF"/>
          </a:solidFill>
        </p:spPr>
        <p:txBody>
          <a:bodyPr wrap="square" lIns="0" tIns="0" rIns="0" bIns="0" rtlCol="0"/>
          <a:lstStyle/>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97916" y="658755"/>
            <a:ext cx="11723370" cy="3592195"/>
          </a:xfrm>
          <a:prstGeom prst="rect">
            <a:avLst/>
          </a:prstGeom>
        </p:spPr>
        <p:txBody>
          <a:bodyPr wrap="square" lIns="0" tIns="183515" rIns="0" bIns="0" rtlCol="0" vert="horz">
            <a:spAutoFit/>
          </a:bodyPr>
          <a:lstStyle/>
          <a:p>
            <a:pPr marL="468630" indent="-455930">
              <a:lnSpc>
                <a:spcPct val="100000"/>
              </a:lnSpc>
              <a:spcBef>
                <a:spcPts val="1445"/>
              </a:spcBef>
              <a:buFont typeface="Tahoma"/>
              <a:buAutoNum type="arabicPeriod" startAt="3"/>
              <a:tabLst>
                <a:tab pos="468630" algn="l"/>
              </a:tabLst>
            </a:pPr>
            <a:r>
              <a:rPr dirty="0" sz="3200" spc="-15">
                <a:solidFill>
                  <a:srgbClr val="FF0000"/>
                </a:solidFill>
                <a:latin typeface="黑体"/>
                <a:cs typeface="黑体"/>
              </a:rPr>
              <a:t>控制相关</a:t>
            </a:r>
            <a:endParaRPr sz="3200">
              <a:latin typeface="黑体"/>
              <a:cs typeface="黑体"/>
            </a:endParaRPr>
          </a:p>
          <a:p>
            <a:pPr lvl="1" marL="552450" indent="-456565">
              <a:lnSpc>
                <a:spcPct val="100000"/>
              </a:lnSpc>
              <a:spcBef>
                <a:spcPts val="1005"/>
              </a:spcBef>
              <a:buSzPct val="89583"/>
              <a:buFont typeface="Wingdings"/>
              <a:buChar char=""/>
              <a:tabLst>
                <a:tab pos="552450" algn="l"/>
              </a:tabLst>
            </a:pPr>
            <a:r>
              <a:rPr dirty="0" sz="2400">
                <a:solidFill>
                  <a:srgbClr val="40458B"/>
                </a:solidFill>
                <a:latin typeface="黑体"/>
                <a:cs typeface="黑体"/>
              </a:rPr>
              <a:t>控制相关带来的</a:t>
            </a:r>
            <a:r>
              <a:rPr dirty="0" sz="2400" spc="-10">
                <a:solidFill>
                  <a:srgbClr val="FF33CC"/>
                </a:solidFill>
                <a:latin typeface="黑体"/>
                <a:cs typeface="黑体"/>
              </a:rPr>
              <a:t>两个限制：</a:t>
            </a:r>
            <a:endParaRPr sz="2400">
              <a:latin typeface="黑体"/>
              <a:cs typeface="黑体"/>
            </a:endParaRPr>
          </a:p>
          <a:p>
            <a:pPr lvl="2" marL="977900" marR="5080" indent="-288290">
              <a:lnSpc>
                <a:spcPct val="150000"/>
              </a:lnSpc>
              <a:spcBef>
                <a:spcPts val="575"/>
              </a:spcBef>
              <a:buClr>
                <a:srgbClr val="4668F5"/>
              </a:buClr>
              <a:buSzPct val="60416"/>
              <a:buFont typeface="Wingdings"/>
              <a:buChar char=""/>
              <a:tabLst>
                <a:tab pos="977900" algn="l"/>
              </a:tabLst>
            </a:pPr>
            <a:r>
              <a:rPr dirty="0" sz="2400" spc="-25" b="1">
                <a:solidFill>
                  <a:srgbClr val="00AFEF"/>
                </a:solidFill>
                <a:latin typeface="黑体"/>
                <a:cs typeface="黑体"/>
              </a:rPr>
              <a:t>与一条分支指令控制相关的指令不能被移到该分支之前。否则这些指令就不受该分支控制了。</a:t>
            </a:r>
            <a:endParaRPr sz="2400">
              <a:latin typeface="黑体"/>
              <a:cs typeface="黑体"/>
            </a:endParaRPr>
          </a:p>
          <a:p>
            <a:pPr marL="1151890">
              <a:lnSpc>
                <a:spcPct val="100000"/>
              </a:lnSpc>
              <a:spcBef>
                <a:spcPts val="2020"/>
              </a:spcBef>
            </a:pPr>
            <a:r>
              <a:rPr dirty="0" sz="2400" spc="-20" b="1">
                <a:solidFill>
                  <a:srgbClr val="4668F5"/>
                </a:solidFill>
                <a:latin typeface="宋体"/>
                <a:cs typeface="宋体"/>
              </a:rPr>
              <a:t>S1</a:t>
            </a:r>
            <a:r>
              <a:rPr dirty="0" sz="2400" spc="-20" b="1">
                <a:solidFill>
                  <a:srgbClr val="4668F5"/>
                </a:solidFill>
                <a:latin typeface="黑体"/>
                <a:cs typeface="黑体"/>
              </a:rPr>
              <a:t>不能移到</a:t>
            </a:r>
            <a:r>
              <a:rPr dirty="0" sz="2400" spc="-20" b="1">
                <a:solidFill>
                  <a:srgbClr val="9933FF"/>
                </a:solidFill>
                <a:latin typeface="宋体"/>
                <a:cs typeface="宋体"/>
              </a:rPr>
              <a:t>P1</a:t>
            </a:r>
            <a:r>
              <a:rPr dirty="0" sz="2400" spc="-20" b="1">
                <a:solidFill>
                  <a:srgbClr val="4668F5"/>
                </a:solidFill>
                <a:latin typeface="黑体"/>
                <a:cs typeface="黑体"/>
              </a:rPr>
              <a:t>语句之前</a:t>
            </a:r>
            <a:r>
              <a:rPr dirty="0" sz="2400" spc="-20" b="1">
                <a:solidFill>
                  <a:srgbClr val="4668F5"/>
                </a:solidFill>
                <a:latin typeface="宋体"/>
                <a:cs typeface="宋体"/>
              </a:rPr>
              <a:t>,</a:t>
            </a:r>
            <a:r>
              <a:rPr dirty="0" sz="2400" spc="-20" b="1">
                <a:solidFill>
                  <a:srgbClr val="4668F5"/>
                </a:solidFill>
                <a:latin typeface="黑体"/>
                <a:cs typeface="黑体"/>
              </a:rPr>
              <a:t>同理</a:t>
            </a:r>
            <a:r>
              <a:rPr dirty="0" sz="2400" spc="-20" b="1">
                <a:solidFill>
                  <a:srgbClr val="4668F5"/>
                </a:solidFill>
                <a:latin typeface="宋体"/>
                <a:cs typeface="宋体"/>
              </a:rPr>
              <a:t>S2</a:t>
            </a:r>
            <a:r>
              <a:rPr dirty="0" sz="2400" spc="-50" b="1">
                <a:solidFill>
                  <a:srgbClr val="4668F5"/>
                </a:solidFill>
                <a:latin typeface="黑体"/>
                <a:cs typeface="黑体"/>
              </a:rPr>
              <a:t>。</a:t>
            </a:r>
            <a:endParaRPr sz="2400">
              <a:latin typeface="黑体"/>
              <a:cs typeface="黑体"/>
            </a:endParaRPr>
          </a:p>
          <a:p>
            <a:pPr lvl="2" marL="977900" indent="-287655">
              <a:lnSpc>
                <a:spcPct val="100000"/>
              </a:lnSpc>
              <a:spcBef>
                <a:spcPts val="2014"/>
              </a:spcBef>
              <a:buClr>
                <a:srgbClr val="4668F5"/>
              </a:buClr>
              <a:buSzPct val="60416"/>
              <a:buFont typeface="Wingdings"/>
              <a:buChar char=""/>
              <a:tabLst>
                <a:tab pos="977900" algn="l"/>
              </a:tabLst>
            </a:pPr>
            <a:r>
              <a:rPr dirty="0" sz="2400" spc="-25" b="1">
                <a:solidFill>
                  <a:srgbClr val="00AFEF"/>
                </a:solidFill>
                <a:latin typeface="黑体"/>
                <a:cs typeface="黑体"/>
              </a:rPr>
              <a:t>如果一条指令与某分支指令不存在控制相关，就不能把该指令移到该分支中。</a:t>
            </a:r>
            <a:endParaRPr sz="2400">
              <a:latin typeface="黑体"/>
              <a:cs typeface="黑体"/>
            </a:endParaRPr>
          </a:p>
        </p:txBody>
      </p:sp>
      <p:sp>
        <p:nvSpPr>
          <p:cNvPr id="10" name="object 10" descr=""/>
          <p:cNvSpPr txBox="1"/>
          <p:nvPr/>
        </p:nvSpPr>
        <p:spPr>
          <a:xfrm>
            <a:off x="1183335" y="4481576"/>
            <a:ext cx="4883150"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4668F5"/>
                </a:solidFill>
                <a:latin typeface="黑体"/>
                <a:cs typeface="黑体"/>
              </a:rPr>
              <a:t>不能把</a:t>
            </a:r>
            <a:r>
              <a:rPr dirty="0" sz="2400" spc="-20" b="1">
                <a:solidFill>
                  <a:srgbClr val="9933FF"/>
                </a:solidFill>
                <a:latin typeface="宋体"/>
                <a:cs typeface="宋体"/>
              </a:rPr>
              <a:t>S</a:t>
            </a:r>
            <a:r>
              <a:rPr dirty="0" sz="2400" spc="-20" b="1">
                <a:solidFill>
                  <a:srgbClr val="4668F5"/>
                </a:solidFill>
                <a:latin typeface="黑体"/>
                <a:cs typeface="黑体"/>
              </a:rPr>
              <a:t>移到</a:t>
            </a:r>
            <a:r>
              <a:rPr dirty="0" sz="2400" spc="-20" b="1">
                <a:solidFill>
                  <a:srgbClr val="9933FF"/>
                </a:solidFill>
                <a:latin typeface="宋体"/>
                <a:cs typeface="宋体"/>
              </a:rPr>
              <a:t>if</a:t>
            </a:r>
            <a:r>
              <a:rPr dirty="0" sz="2400" spc="-20" b="1">
                <a:solidFill>
                  <a:srgbClr val="4668F5"/>
                </a:solidFill>
                <a:latin typeface="黑体"/>
                <a:cs typeface="黑体"/>
              </a:rPr>
              <a:t>语句的</a:t>
            </a:r>
            <a:r>
              <a:rPr dirty="0" sz="2400" b="1">
                <a:solidFill>
                  <a:srgbClr val="9933FF"/>
                </a:solidFill>
                <a:latin typeface="宋体"/>
                <a:cs typeface="宋体"/>
              </a:rPr>
              <a:t>then</a:t>
            </a:r>
            <a:r>
              <a:rPr dirty="0" sz="2400" spc="40" b="1">
                <a:solidFill>
                  <a:srgbClr val="9933FF"/>
                </a:solidFill>
                <a:latin typeface="宋体"/>
                <a:cs typeface="宋体"/>
              </a:rPr>
              <a:t> </a:t>
            </a:r>
            <a:r>
              <a:rPr dirty="0" sz="2400" spc="-20" b="1">
                <a:solidFill>
                  <a:srgbClr val="4668F5"/>
                </a:solidFill>
                <a:latin typeface="黑体"/>
                <a:cs typeface="黑体"/>
              </a:rPr>
              <a:t>部分中</a:t>
            </a:r>
            <a:r>
              <a:rPr dirty="0" sz="2000" spc="-50" b="1">
                <a:solidFill>
                  <a:srgbClr val="4668F5"/>
                </a:solidFill>
                <a:latin typeface="黑体"/>
                <a:cs typeface="黑体"/>
              </a:rPr>
              <a:t>。</a:t>
            </a:r>
            <a:endParaRPr sz="2000">
              <a:latin typeface="黑体"/>
              <a:cs typeface="黑体"/>
            </a:endParaRPr>
          </a:p>
        </p:txBody>
      </p:sp>
      <p:sp>
        <p:nvSpPr>
          <p:cNvPr id="11" name="object 11" descr=""/>
          <p:cNvSpPr txBox="1"/>
          <p:nvPr/>
        </p:nvSpPr>
        <p:spPr>
          <a:xfrm>
            <a:off x="7464425" y="4292600"/>
            <a:ext cx="1943100" cy="2247900"/>
          </a:xfrm>
          <a:prstGeom prst="rect">
            <a:avLst/>
          </a:prstGeom>
          <a:ln w="9525">
            <a:solidFill>
              <a:srgbClr val="FF09FF"/>
            </a:solidFill>
          </a:ln>
        </p:spPr>
        <p:txBody>
          <a:bodyPr wrap="square" lIns="0" tIns="54610" rIns="0" bIns="0" rtlCol="0" vert="horz">
            <a:spAutoFit/>
          </a:bodyPr>
          <a:lstStyle/>
          <a:p>
            <a:pPr marL="92075">
              <a:lnSpc>
                <a:spcPct val="100000"/>
              </a:lnSpc>
              <a:spcBef>
                <a:spcPts val="430"/>
              </a:spcBef>
            </a:pPr>
            <a:r>
              <a:rPr dirty="0" sz="2000" b="1">
                <a:solidFill>
                  <a:srgbClr val="008000"/>
                </a:solidFill>
                <a:latin typeface="宋体"/>
                <a:cs typeface="宋体"/>
              </a:rPr>
              <a:t>if</a:t>
            </a:r>
            <a:r>
              <a:rPr dirty="0" sz="2000" spc="-30" b="1">
                <a:solidFill>
                  <a:srgbClr val="008000"/>
                </a:solidFill>
                <a:latin typeface="宋体"/>
                <a:cs typeface="宋体"/>
              </a:rPr>
              <a:t> </a:t>
            </a:r>
            <a:r>
              <a:rPr dirty="0" sz="2000" b="1">
                <a:solidFill>
                  <a:srgbClr val="008000"/>
                </a:solidFill>
                <a:latin typeface="宋体"/>
                <a:cs typeface="宋体"/>
              </a:rPr>
              <a:t>p1</a:t>
            </a:r>
            <a:r>
              <a:rPr dirty="0" sz="2000" spc="-15" b="1">
                <a:solidFill>
                  <a:srgbClr val="008000"/>
                </a:solidFill>
                <a:latin typeface="宋体"/>
                <a:cs typeface="宋体"/>
              </a:rPr>
              <a:t> </a:t>
            </a:r>
            <a:r>
              <a:rPr dirty="0" sz="2000" spc="-50" b="1">
                <a:solidFill>
                  <a:srgbClr val="008000"/>
                </a:solidFill>
                <a:latin typeface="宋体"/>
                <a:cs typeface="宋体"/>
              </a:rPr>
              <a:t>{</a:t>
            </a:r>
            <a:endParaRPr sz="2000">
              <a:latin typeface="宋体"/>
              <a:cs typeface="宋体"/>
            </a:endParaRPr>
          </a:p>
          <a:p>
            <a:pPr marL="1337310">
              <a:lnSpc>
                <a:spcPct val="100000"/>
              </a:lnSpc>
            </a:pPr>
            <a:r>
              <a:rPr dirty="0" sz="2000" spc="-25" b="1">
                <a:solidFill>
                  <a:srgbClr val="008000"/>
                </a:solidFill>
                <a:latin typeface="宋体"/>
                <a:cs typeface="宋体"/>
              </a:rPr>
              <a:t>S1；</a:t>
            </a:r>
            <a:endParaRPr sz="2000">
              <a:latin typeface="宋体"/>
              <a:cs typeface="宋体"/>
            </a:endParaRPr>
          </a:p>
          <a:p>
            <a:pPr algn="ctr" marL="170815">
              <a:lnSpc>
                <a:spcPct val="100000"/>
              </a:lnSpc>
            </a:pPr>
            <a:r>
              <a:rPr dirty="0" sz="2000" spc="-25" b="1">
                <a:solidFill>
                  <a:srgbClr val="008000"/>
                </a:solidFill>
                <a:latin typeface="宋体"/>
                <a:cs typeface="宋体"/>
              </a:rPr>
              <a:t>}；</a:t>
            </a:r>
            <a:endParaRPr sz="2000">
              <a:latin typeface="宋体"/>
              <a:cs typeface="宋体"/>
            </a:endParaRPr>
          </a:p>
          <a:p>
            <a:pPr marL="92075">
              <a:lnSpc>
                <a:spcPct val="100000"/>
              </a:lnSpc>
            </a:pPr>
            <a:r>
              <a:rPr dirty="0" sz="2000" spc="-25" b="1">
                <a:solidFill>
                  <a:srgbClr val="008000"/>
                </a:solidFill>
                <a:latin typeface="宋体"/>
                <a:cs typeface="宋体"/>
              </a:rPr>
              <a:t>S；</a:t>
            </a:r>
            <a:endParaRPr sz="2000">
              <a:latin typeface="宋体"/>
              <a:cs typeface="宋体"/>
            </a:endParaRPr>
          </a:p>
          <a:p>
            <a:pPr marL="92075">
              <a:lnSpc>
                <a:spcPct val="100000"/>
              </a:lnSpc>
              <a:spcBef>
                <a:spcPts val="5"/>
              </a:spcBef>
            </a:pPr>
            <a:r>
              <a:rPr dirty="0" sz="2000" b="1">
                <a:solidFill>
                  <a:srgbClr val="008000"/>
                </a:solidFill>
                <a:latin typeface="宋体"/>
                <a:cs typeface="宋体"/>
              </a:rPr>
              <a:t>if</a:t>
            </a:r>
            <a:r>
              <a:rPr dirty="0" sz="2000" spc="-30" b="1">
                <a:solidFill>
                  <a:srgbClr val="008000"/>
                </a:solidFill>
                <a:latin typeface="宋体"/>
                <a:cs typeface="宋体"/>
              </a:rPr>
              <a:t> </a:t>
            </a:r>
            <a:r>
              <a:rPr dirty="0" sz="2000" b="1">
                <a:solidFill>
                  <a:srgbClr val="008000"/>
                </a:solidFill>
                <a:latin typeface="宋体"/>
                <a:cs typeface="宋体"/>
              </a:rPr>
              <a:t>p2</a:t>
            </a:r>
            <a:r>
              <a:rPr dirty="0" sz="2000" spc="-15" b="1">
                <a:solidFill>
                  <a:srgbClr val="008000"/>
                </a:solidFill>
                <a:latin typeface="宋体"/>
                <a:cs typeface="宋体"/>
              </a:rPr>
              <a:t> </a:t>
            </a:r>
            <a:r>
              <a:rPr dirty="0" sz="2000" spc="-50" b="1">
                <a:solidFill>
                  <a:srgbClr val="008000"/>
                </a:solidFill>
                <a:latin typeface="宋体"/>
                <a:cs typeface="宋体"/>
              </a:rPr>
              <a:t>{</a:t>
            </a:r>
            <a:endParaRPr sz="2000">
              <a:latin typeface="宋体"/>
              <a:cs typeface="宋体"/>
            </a:endParaRPr>
          </a:p>
          <a:p>
            <a:pPr marL="1337310">
              <a:lnSpc>
                <a:spcPct val="100000"/>
              </a:lnSpc>
            </a:pPr>
            <a:r>
              <a:rPr dirty="0" sz="2000" spc="-25" b="1">
                <a:solidFill>
                  <a:srgbClr val="008000"/>
                </a:solidFill>
                <a:latin typeface="宋体"/>
                <a:cs typeface="宋体"/>
              </a:rPr>
              <a:t>S2；</a:t>
            </a:r>
            <a:endParaRPr sz="2000">
              <a:latin typeface="宋体"/>
              <a:cs typeface="宋体"/>
            </a:endParaRPr>
          </a:p>
          <a:p>
            <a:pPr algn="ctr" marL="170815">
              <a:lnSpc>
                <a:spcPct val="100000"/>
              </a:lnSpc>
            </a:pPr>
            <a:r>
              <a:rPr dirty="0" sz="2000" spc="-25" b="1">
                <a:solidFill>
                  <a:srgbClr val="008000"/>
                </a:solidFill>
                <a:latin typeface="宋体"/>
                <a:cs typeface="宋体"/>
              </a:rPr>
              <a:t>}；</a:t>
            </a:r>
            <a:endParaRPr sz="2000">
              <a:latin typeface="宋体"/>
              <a:cs typeface="宋体"/>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61235" y="208914"/>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0" name="object 10" descr=""/>
          <p:cNvSpPr txBox="1"/>
          <p:nvPr/>
        </p:nvSpPr>
        <p:spPr>
          <a:xfrm>
            <a:off x="535940" y="999825"/>
            <a:ext cx="11690985" cy="3994785"/>
          </a:xfrm>
          <a:prstGeom prst="rect">
            <a:avLst/>
          </a:prstGeom>
        </p:spPr>
        <p:txBody>
          <a:bodyPr wrap="square" lIns="0" tIns="12700" rIns="0" bIns="0" rtlCol="0" vert="horz">
            <a:spAutoFit/>
          </a:bodyPr>
          <a:lstStyle/>
          <a:p>
            <a:pPr marL="12700" marR="123825" indent="298450">
              <a:lnSpc>
                <a:spcPct val="150100"/>
              </a:lnSpc>
              <a:spcBef>
                <a:spcPts val="100"/>
              </a:spcBef>
            </a:pPr>
            <a:r>
              <a:rPr dirty="0" sz="2700">
                <a:solidFill>
                  <a:srgbClr val="FF0000"/>
                </a:solidFill>
                <a:latin typeface="黑体"/>
                <a:cs typeface="黑体"/>
              </a:rPr>
              <a:t>流水线冲突（</a:t>
            </a:r>
            <a:r>
              <a:rPr dirty="0" sz="2700">
                <a:solidFill>
                  <a:srgbClr val="FF0000"/>
                </a:solidFill>
                <a:latin typeface="Tahoma"/>
                <a:cs typeface="Tahoma"/>
              </a:rPr>
              <a:t>Pipeline</a:t>
            </a:r>
            <a:r>
              <a:rPr dirty="0" sz="2700" spc="-15">
                <a:solidFill>
                  <a:srgbClr val="FF0000"/>
                </a:solidFill>
                <a:latin typeface="Tahoma"/>
                <a:cs typeface="Tahoma"/>
              </a:rPr>
              <a:t> </a:t>
            </a:r>
            <a:r>
              <a:rPr dirty="0" sz="2700" spc="-10">
                <a:solidFill>
                  <a:srgbClr val="FF0000"/>
                </a:solidFill>
                <a:latin typeface="Tahoma"/>
                <a:cs typeface="Tahoma"/>
              </a:rPr>
              <a:t>Hazard</a:t>
            </a:r>
            <a:r>
              <a:rPr dirty="0" sz="2700" spc="-10">
                <a:solidFill>
                  <a:srgbClr val="FF0000"/>
                </a:solidFill>
                <a:latin typeface="黑体"/>
                <a:cs typeface="黑体"/>
              </a:rPr>
              <a:t>）</a:t>
            </a:r>
            <a:r>
              <a:rPr dirty="0" sz="2700" spc="-20">
                <a:solidFill>
                  <a:srgbClr val="40458B"/>
                </a:solidFill>
                <a:latin typeface="黑体"/>
                <a:cs typeface="黑体"/>
              </a:rPr>
              <a:t>是指对于具体的流水线来说，由于相关的存</a:t>
            </a:r>
            <a:r>
              <a:rPr dirty="0" sz="2700" spc="-5">
                <a:solidFill>
                  <a:srgbClr val="40458B"/>
                </a:solidFill>
                <a:latin typeface="黑体"/>
                <a:cs typeface="黑体"/>
              </a:rPr>
              <a:t>在，使得指令流中的下一条指令不能在指定的时钟周期执行。</a:t>
            </a:r>
            <a:endParaRPr sz="2700">
              <a:latin typeface="黑体"/>
              <a:cs typeface="黑体"/>
            </a:endParaRPr>
          </a:p>
          <a:p>
            <a:pPr marL="203200">
              <a:lnSpc>
                <a:spcPct val="100000"/>
              </a:lnSpc>
              <a:spcBef>
                <a:spcPts val="2270"/>
              </a:spcBef>
            </a:pPr>
            <a:r>
              <a:rPr dirty="0" sz="2700" spc="-5">
                <a:solidFill>
                  <a:srgbClr val="E14B04"/>
                </a:solidFill>
                <a:latin typeface="黑体"/>
                <a:cs typeface="黑体"/>
              </a:rPr>
              <a:t>流水线冲突有</a:t>
            </a:r>
            <a:r>
              <a:rPr dirty="0" sz="2700">
                <a:solidFill>
                  <a:srgbClr val="9933FF"/>
                </a:solidFill>
                <a:latin typeface="宋体"/>
                <a:cs typeface="宋体"/>
              </a:rPr>
              <a:t>3</a:t>
            </a:r>
            <a:r>
              <a:rPr dirty="0" sz="2700" spc="-20">
                <a:solidFill>
                  <a:srgbClr val="E14B04"/>
                </a:solidFill>
                <a:latin typeface="黑体"/>
                <a:cs typeface="黑体"/>
              </a:rPr>
              <a:t>种类型：</a:t>
            </a:r>
            <a:endParaRPr sz="2700">
              <a:latin typeface="黑体"/>
              <a:cs typeface="黑体"/>
            </a:endParaRPr>
          </a:p>
          <a:p>
            <a:pPr marL="1067435" indent="-288290">
              <a:lnSpc>
                <a:spcPct val="100000"/>
              </a:lnSpc>
              <a:spcBef>
                <a:spcPts val="1855"/>
              </a:spcBef>
              <a:buClr>
                <a:srgbClr val="4668F5"/>
              </a:buClr>
              <a:buSzPct val="60000"/>
              <a:buFont typeface="Wingdings"/>
              <a:buChar char=""/>
              <a:tabLst>
                <a:tab pos="1067435" algn="l"/>
              </a:tabLst>
            </a:pPr>
            <a:r>
              <a:rPr dirty="0" sz="2000" spc="-10" b="1">
                <a:solidFill>
                  <a:srgbClr val="FF0000"/>
                </a:solidFill>
                <a:latin typeface="黑体"/>
                <a:cs typeface="黑体"/>
              </a:rPr>
              <a:t>结构冲突</a:t>
            </a:r>
            <a:r>
              <a:rPr dirty="0" sz="2000" b="1">
                <a:solidFill>
                  <a:srgbClr val="FF0000"/>
                </a:solidFill>
                <a:latin typeface="黑体"/>
                <a:cs typeface="黑体"/>
              </a:rPr>
              <a:t>（</a:t>
            </a:r>
            <a:r>
              <a:rPr dirty="0" sz="2000" spc="-60" b="1">
                <a:solidFill>
                  <a:srgbClr val="FF0000"/>
                </a:solidFill>
                <a:latin typeface="黑体"/>
                <a:cs typeface="黑体"/>
              </a:rPr>
              <a:t> </a:t>
            </a:r>
            <a:r>
              <a:rPr dirty="0" sz="2000" b="1">
                <a:solidFill>
                  <a:srgbClr val="FF0000"/>
                </a:solidFill>
                <a:latin typeface="黑体"/>
                <a:cs typeface="黑体"/>
              </a:rPr>
              <a:t>Structal</a:t>
            </a:r>
            <a:r>
              <a:rPr dirty="0" sz="2000" spc="-65" b="1">
                <a:solidFill>
                  <a:srgbClr val="FF0000"/>
                </a:solidFill>
                <a:latin typeface="黑体"/>
                <a:cs typeface="黑体"/>
              </a:rPr>
              <a:t> </a:t>
            </a:r>
            <a:r>
              <a:rPr dirty="0" sz="2000" b="1">
                <a:solidFill>
                  <a:srgbClr val="FF0000"/>
                </a:solidFill>
                <a:latin typeface="黑体"/>
                <a:cs typeface="黑体"/>
              </a:rPr>
              <a:t>Hazard</a:t>
            </a:r>
            <a:r>
              <a:rPr dirty="0" sz="2000" spc="-40" b="1">
                <a:solidFill>
                  <a:srgbClr val="FF0000"/>
                </a:solidFill>
                <a:latin typeface="黑体"/>
                <a:cs typeface="黑体"/>
              </a:rPr>
              <a:t> </a:t>
            </a:r>
            <a:r>
              <a:rPr dirty="0" sz="2000" spc="-10" b="1">
                <a:solidFill>
                  <a:srgbClr val="FF0000"/>
                </a:solidFill>
                <a:latin typeface="黑体"/>
                <a:cs typeface="黑体"/>
              </a:rPr>
              <a:t>）：</a:t>
            </a:r>
            <a:r>
              <a:rPr dirty="0" sz="2000" spc="-25" b="1">
                <a:solidFill>
                  <a:srgbClr val="00AFEF"/>
                </a:solidFill>
                <a:latin typeface="黑体"/>
                <a:cs typeface="黑体"/>
              </a:rPr>
              <a:t>因硬件资源满足不了指令重叠执行的要求而发生的冲突。</a:t>
            </a:r>
            <a:endParaRPr sz="2000">
              <a:latin typeface="黑体"/>
              <a:cs typeface="黑体"/>
            </a:endParaRPr>
          </a:p>
          <a:p>
            <a:pPr marL="1067435" indent="-288290">
              <a:lnSpc>
                <a:spcPct val="100000"/>
              </a:lnSpc>
              <a:spcBef>
                <a:spcPts val="1680"/>
              </a:spcBef>
              <a:buClr>
                <a:srgbClr val="4668F5"/>
              </a:buClr>
              <a:buSzPct val="60000"/>
              <a:buFont typeface="Wingdings"/>
              <a:buChar char=""/>
              <a:tabLst>
                <a:tab pos="1067435" algn="l"/>
              </a:tabLst>
            </a:pPr>
            <a:r>
              <a:rPr dirty="0" sz="2000" spc="-10" b="1">
                <a:solidFill>
                  <a:srgbClr val="FF0000"/>
                </a:solidFill>
                <a:latin typeface="黑体"/>
                <a:cs typeface="黑体"/>
              </a:rPr>
              <a:t>数据冲突</a:t>
            </a:r>
            <a:r>
              <a:rPr dirty="0" sz="2000" b="1">
                <a:solidFill>
                  <a:srgbClr val="FF0000"/>
                </a:solidFill>
                <a:latin typeface="黑体"/>
                <a:cs typeface="黑体"/>
              </a:rPr>
              <a:t>（Data</a:t>
            </a:r>
            <a:r>
              <a:rPr dirty="0" sz="2000" spc="-60" b="1">
                <a:solidFill>
                  <a:srgbClr val="FF0000"/>
                </a:solidFill>
                <a:latin typeface="黑体"/>
                <a:cs typeface="黑体"/>
              </a:rPr>
              <a:t> </a:t>
            </a:r>
            <a:r>
              <a:rPr dirty="0" sz="2000" b="1">
                <a:solidFill>
                  <a:srgbClr val="FF0000"/>
                </a:solidFill>
                <a:latin typeface="黑体"/>
                <a:cs typeface="黑体"/>
              </a:rPr>
              <a:t>Hazard</a:t>
            </a:r>
            <a:r>
              <a:rPr dirty="0" sz="2000" spc="-25" b="1">
                <a:solidFill>
                  <a:srgbClr val="FF0000"/>
                </a:solidFill>
                <a:latin typeface="黑体"/>
                <a:cs typeface="黑体"/>
              </a:rPr>
              <a:t> </a:t>
            </a:r>
            <a:r>
              <a:rPr dirty="0" sz="2000" b="1">
                <a:solidFill>
                  <a:srgbClr val="FF0000"/>
                </a:solidFill>
                <a:latin typeface="黑体"/>
                <a:cs typeface="黑体"/>
              </a:rPr>
              <a:t>）</a:t>
            </a:r>
            <a:r>
              <a:rPr dirty="0" sz="2000" spc="-35" b="1">
                <a:solidFill>
                  <a:srgbClr val="FF0000"/>
                </a:solidFill>
                <a:latin typeface="黑体"/>
                <a:cs typeface="黑体"/>
              </a:rPr>
              <a:t> ：</a:t>
            </a:r>
            <a:r>
              <a:rPr dirty="0" sz="2000" spc="-25" b="1">
                <a:solidFill>
                  <a:srgbClr val="00AFEF"/>
                </a:solidFill>
                <a:latin typeface="黑体"/>
                <a:cs typeface="黑体"/>
              </a:rPr>
              <a:t>当指令在流水线中重叠执行时，因需要用到前面指令的执行结果</a:t>
            </a:r>
            <a:endParaRPr sz="2000">
              <a:latin typeface="黑体"/>
              <a:cs typeface="黑体"/>
            </a:endParaRPr>
          </a:p>
          <a:p>
            <a:pPr marL="1067435">
              <a:lnSpc>
                <a:spcPct val="100000"/>
              </a:lnSpc>
              <a:spcBef>
                <a:spcPts val="1200"/>
              </a:spcBef>
            </a:pPr>
            <a:r>
              <a:rPr dirty="0" sz="2000" spc="-25" b="1">
                <a:solidFill>
                  <a:srgbClr val="00AFEF"/>
                </a:solidFill>
                <a:latin typeface="黑体"/>
                <a:cs typeface="黑体"/>
              </a:rPr>
              <a:t>而发生的冲突。</a:t>
            </a:r>
            <a:endParaRPr sz="2000">
              <a:latin typeface="黑体"/>
              <a:cs typeface="黑体"/>
            </a:endParaRPr>
          </a:p>
          <a:p>
            <a:pPr marL="1067435" indent="-288290">
              <a:lnSpc>
                <a:spcPct val="100000"/>
              </a:lnSpc>
              <a:spcBef>
                <a:spcPts val="1680"/>
              </a:spcBef>
              <a:buClr>
                <a:srgbClr val="4668F5"/>
              </a:buClr>
              <a:buSzPct val="60000"/>
              <a:buFont typeface="Wingdings"/>
              <a:buChar char=""/>
              <a:tabLst>
                <a:tab pos="1067435" algn="l"/>
              </a:tabLst>
            </a:pPr>
            <a:r>
              <a:rPr dirty="0" sz="2000" spc="-10" b="1">
                <a:solidFill>
                  <a:srgbClr val="FF0000"/>
                </a:solidFill>
                <a:latin typeface="黑体"/>
                <a:cs typeface="黑体"/>
              </a:rPr>
              <a:t>控制冲突</a:t>
            </a:r>
            <a:r>
              <a:rPr dirty="0" sz="2000" b="1">
                <a:solidFill>
                  <a:srgbClr val="FF0000"/>
                </a:solidFill>
                <a:latin typeface="黑体"/>
                <a:cs typeface="黑体"/>
              </a:rPr>
              <a:t>（Control</a:t>
            </a:r>
            <a:r>
              <a:rPr dirty="0" sz="2000" spc="-60" b="1">
                <a:solidFill>
                  <a:srgbClr val="FF0000"/>
                </a:solidFill>
                <a:latin typeface="黑体"/>
                <a:cs typeface="黑体"/>
              </a:rPr>
              <a:t> </a:t>
            </a:r>
            <a:r>
              <a:rPr dirty="0" sz="2000" b="1">
                <a:solidFill>
                  <a:srgbClr val="FF0000"/>
                </a:solidFill>
                <a:latin typeface="黑体"/>
                <a:cs typeface="黑体"/>
              </a:rPr>
              <a:t>Hazard</a:t>
            </a:r>
            <a:r>
              <a:rPr dirty="0" sz="2000" spc="-50" b="1">
                <a:solidFill>
                  <a:srgbClr val="FF0000"/>
                </a:solidFill>
                <a:latin typeface="黑体"/>
                <a:cs typeface="黑体"/>
              </a:rPr>
              <a:t> </a:t>
            </a:r>
            <a:r>
              <a:rPr dirty="0" sz="2000" spc="-10" b="1">
                <a:solidFill>
                  <a:srgbClr val="FF0000"/>
                </a:solidFill>
                <a:latin typeface="黑体"/>
                <a:cs typeface="黑体"/>
              </a:rPr>
              <a:t>）：</a:t>
            </a:r>
            <a:r>
              <a:rPr dirty="0" sz="2000" spc="-20" b="1">
                <a:solidFill>
                  <a:srgbClr val="00AFEF"/>
                </a:solidFill>
                <a:latin typeface="黑体"/>
                <a:cs typeface="黑体"/>
              </a:rPr>
              <a:t>流水线遇到分支指令和其它会改变</a:t>
            </a:r>
            <a:r>
              <a:rPr dirty="0" sz="2000" spc="-10" b="1">
                <a:solidFill>
                  <a:srgbClr val="9933FF"/>
                </a:solidFill>
                <a:latin typeface="宋体"/>
                <a:cs typeface="宋体"/>
              </a:rPr>
              <a:t>PC</a:t>
            </a:r>
            <a:r>
              <a:rPr dirty="0" sz="2000" spc="-30" b="1">
                <a:solidFill>
                  <a:srgbClr val="00AFEF"/>
                </a:solidFill>
                <a:latin typeface="黑体"/>
                <a:cs typeface="黑体"/>
              </a:rPr>
              <a:t>值 的指令所引起的冲突</a:t>
            </a:r>
            <a:endParaRPr sz="2000">
              <a:latin typeface="黑体"/>
              <a:cs typeface="黑体"/>
            </a:endParaRPr>
          </a:p>
        </p:txBody>
      </p:sp>
      <p:sp>
        <p:nvSpPr>
          <p:cNvPr id="11" name="object 11" descr=""/>
          <p:cNvSpPr txBox="1"/>
          <p:nvPr/>
        </p:nvSpPr>
        <p:spPr>
          <a:xfrm>
            <a:off x="8263255" y="208915"/>
            <a:ext cx="28695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6600"/>
                </a:solidFill>
                <a:latin typeface="黑体"/>
                <a:cs typeface="黑体"/>
              </a:rPr>
              <a:t>3.4.1</a:t>
            </a:r>
            <a:r>
              <a:rPr dirty="0" sz="2800" spc="-45">
                <a:solidFill>
                  <a:srgbClr val="006600"/>
                </a:solidFill>
                <a:latin typeface="黑体"/>
                <a:cs typeface="黑体"/>
              </a:rPr>
              <a:t> 流水线冲突</a:t>
            </a:r>
            <a:endParaRPr sz="2800">
              <a:latin typeface="黑体"/>
              <a:cs typeface="黑体"/>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26288" y="882522"/>
            <a:ext cx="12085320" cy="4461510"/>
          </a:xfrm>
          <a:prstGeom prst="rect">
            <a:avLst/>
          </a:prstGeom>
        </p:spPr>
        <p:txBody>
          <a:bodyPr wrap="square" lIns="0" tIns="12700" rIns="0" bIns="0" rtlCol="0" vert="horz">
            <a:spAutoFit/>
          </a:bodyPr>
          <a:lstStyle/>
          <a:p>
            <a:pPr marL="12700">
              <a:lnSpc>
                <a:spcPct val="100000"/>
              </a:lnSpc>
              <a:spcBef>
                <a:spcPts val="100"/>
              </a:spcBef>
            </a:pPr>
            <a:r>
              <a:rPr dirty="0" sz="2700" spc="-5">
                <a:solidFill>
                  <a:srgbClr val="E14B04"/>
                </a:solidFill>
                <a:latin typeface="黑体"/>
                <a:cs typeface="黑体"/>
              </a:rPr>
              <a:t>冲突带来的几个问题：</a:t>
            </a:r>
            <a:endParaRPr sz="2700">
              <a:latin typeface="黑体"/>
              <a:cs typeface="黑体"/>
            </a:endParaRPr>
          </a:p>
          <a:p>
            <a:pPr marL="1099185" indent="-457200">
              <a:lnSpc>
                <a:spcPct val="100000"/>
              </a:lnSpc>
              <a:spcBef>
                <a:spcPts val="2085"/>
              </a:spcBef>
              <a:buSzPct val="89583"/>
              <a:buFont typeface="Wingdings"/>
              <a:buChar char=""/>
              <a:tabLst>
                <a:tab pos="1099185" algn="l"/>
              </a:tabLst>
            </a:pPr>
            <a:r>
              <a:rPr dirty="0" sz="2400" spc="-5">
                <a:solidFill>
                  <a:srgbClr val="40458B"/>
                </a:solidFill>
                <a:latin typeface="黑体"/>
                <a:cs typeface="黑体"/>
              </a:rPr>
              <a:t>导致错误的执行结果。</a:t>
            </a:r>
            <a:endParaRPr sz="2400">
              <a:latin typeface="黑体"/>
              <a:cs typeface="黑体"/>
            </a:endParaRPr>
          </a:p>
          <a:p>
            <a:pPr marL="1099185" marR="5080" indent="-457200">
              <a:lnSpc>
                <a:spcPct val="150000"/>
              </a:lnSpc>
              <a:spcBef>
                <a:spcPts val="580"/>
              </a:spcBef>
              <a:buSzPct val="89583"/>
              <a:buFont typeface="Wingdings"/>
              <a:buChar char=""/>
              <a:tabLst>
                <a:tab pos="1099185" algn="l"/>
              </a:tabLst>
            </a:pPr>
            <a:r>
              <a:rPr dirty="0" sz="2400" spc="-5">
                <a:solidFill>
                  <a:srgbClr val="40458B"/>
                </a:solidFill>
                <a:latin typeface="黑体"/>
                <a:cs typeface="黑体"/>
              </a:rPr>
              <a:t>流水线可能会出现停顿，推迟某些指令的执行，从而降低流水线的效率和实际的加</a:t>
            </a:r>
            <a:r>
              <a:rPr dirty="0" sz="2400" spc="-20">
                <a:solidFill>
                  <a:srgbClr val="40458B"/>
                </a:solidFill>
                <a:latin typeface="黑体"/>
                <a:cs typeface="黑体"/>
              </a:rPr>
              <a:t>速比。</a:t>
            </a:r>
            <a:endParaRPr sz="2400">
              <a:latin typeface="黑体"/>
              <a:cs typeface="黑体"/>
            </a:endParaRPr>
          </a:p>
          <a:p>
            <a:pPr marL="76200">
              <a:lnSpc>
                <a:spcPct val="100000"/>
              </a:lnSpc>
              <a:spcBef>
                <a:spcPts val="1315"/>
              </a:spcBef>
            </a:pPr>
            <a:r>
              <a:rPr dirty="0" sz="2400" spc="-5">
                <a:solidFill>
                  <a:srgbClr val="E14B04"/>
                </a:solidFill>
                <a:latin typeface="黑体"/>
                <a:cs typeface="黑体"/>
              </a:rPr>
              <a:t>解决冲突的基本方法：</a:t>
            </a:r>
            <a:endParaRPr sz="2400">
              <a:latin typeface="黑体"/>
              <a:cs typeface="黑体"/>
            </a:endParaRPr>
          </a:p>
          <a:p>
            <a:pPr lvl="1" marL="1162685" indent="-457200">
              <a:lnSpc>
                <a:spcPct val="100000"/>
              </a:lnSpc>
              <a:spcBef>
                <a:spcPts val="865"/>
              </a:spcBef>
              <a:buSzPct val="89583"/>
              <a:buFont typeface="Wingdings"/>
              <a:buChar char=""/>
              <a:tabLst>
                <a:tab pos="1162685" algn="l"/>
              </a:tabLst>
            </a:pPr>
            <a:r>
              <a:rPr dirty="0" sz="2400" spc="-5">
                <a:solidFill>
                  <a:srgbClr val="40458B"/>
                </a:solidFill>
                <a:latin typeface="黑体"/>
                <a:cs typeface="黑体"/>
              </a:rPr>
              <a:t>流水线控制经常停顿一些指令的执行，使其他指令能够执行。</a:t>
            </a:r>
            <a:endParaRPr sz="2400">
              <a:latin typeface="黑体"/>
              <a:cs typeface="黑体"/>
            </a:endParaRPr>
          </a:p>
          <a:p>
            <a:pPr lvl="1" marL="1162685" indent="-457200">
              <a:lnSpc>
                <a:spcPct val="100000"/>
              </a:lnSpc>
              <a:spcBef>
                <a:spcPts val="865"/>
              </a:spcBef>
              <a:buSzPct val="89583"/>
              <a:buFont typeface="Wingdings"/>
              <a:buChar char=""/>
              <a:tabLst>
                <a:tab pos="1162685" algn="l"/>
              </a:tabLst>
            </a:pPr>
            <a:r>
              <a:rPr dirty="0" sz="2400" spc="-15">
                <a:solidFill>
                  <a:srgbClr val="40458B"/>
                </a:solidFill>
                <a:latin typeface="黑体"/>
                <a:cs typeface="黑体"/>
              </a:rPr>
              <a:t>我们约定</a:t>
            </a:r>
            <a:endParaRPr sz="2400">
              <a:latin typeface="黑体"/>
              <a:cs typeface="黑体"/>
            </a:endParaRPr>
          </a:p>
          <a:p>
            <a:pPr marL="1790700" marR="447675" indent="-71755">
              <a:lnSpc>
                <a:spcPct val="110000"/>
              </a:lnSpc>
              <a:spcBef>
                <a:spcPts val="535"/>
              </a:spcBef>
            </a:pPr>
            <a:r>
              <a:rPr dirty="0" sz="2000" spc="25" b="1">
                <a:solidFill>
                  <a:srgbClr val="00AFEF"/>
                </a:solidFill>
                <a:latin typeface="黑体"/>
                <a:cs typeface="黑体"/>
              </a:rPr>
              <a:t>当一条指令被</a:t>
            </a:r>
            <a:r>
              <a:rPr dirty="0" sz="2000" spc="25" b="1">
                <a:solidFill>
                  <a:srgbClr val="FF0000"/>
                </a:solidFill>
                <a:latin typeface="黑体"/>
                <a:cs typeface="黑体"/>
              </a:rPr>
              <a:t>暂停</a:t>
            </a:r>
            <a:r>
              <a:rPr dirty="0" sz="2000" spc="15" b="1">
                <a:solidFill>
                  <a:srgbClr val="00AFEF"/>
                </a:solidFill>
                <a:latin typeface="黑体"/>
                <a:cs typeface="黑体"/>
              </a:rPr>
              <a:t>时，在该暂停指令之后流出的所有指令都被暂停，而在该暂停指令之</a:t>
            </a:r>
            <a:r>
              <a:rPr dirty="0" sz="2000" spc="-25" b="1">
                <a:solidFill>
                  <a:srgbClr val="00AFEF"/>
                </a:solidFill>
                <a:latin typeface="黑体"/>
                <a:cs typeface="黑体"/>
              </a:rPr>
              <a:t>前流出的指令则继续进行</a:t>
            </a:r>
            <a:r>
              <a:rPr dirty="0" sz="2000" spc="-20" b="1">
                <a:solidFill>
                  <a:srgbClr val="00AFEF"/>
                </a:solidFill>
                <a:latin typeface="黑体"/>
                <a:cs typeface="黑体"/>
              </a:rPr>
              <a:t>（否则就永远无法消除冲突）。</a:t>
            </a:r>
            <a:endParaRPr sz="2000">
              <a:latin typeface="黑体"/>
              <a:cs typeface="黑体"/>
            </a:endParaRPr>
          </a:p>
        </p:txBody>
      </p:sp>
      <p:grpSp>
        <p:nvGrpSpPr>
          <p:cNvPr id="10" name="object 10" descr=""/>
          <p:cNvGrpSpPr/>
          <p:nvPr/>
        </p:nvGrpSpPr>
        <p:grpSpPr>
          <a:xfrm>
            <a:off x="5803963" y="5656262"/>
            <a:ext cx="513080" cy="586105"/>
            <a:chOff x="5803963" y="5656262"/>
            <a:chExt cx="513080" cy="586105"/>
          </a:xfrm>
        </p:grpSpPr>
        <p:sp>
          <p:nvSpPr>
            <p:cNvPr id="11" name="object 11" descr=""/>
            <p:cNvSpPr/>
            <p:nvPr/>
          </p:nvSpPr>
          <p:spPr>
            <a:xfrm>
              <a:off x="5808726" y="5661025"/>
              <a:ext cx="503555" cy="576580"/>
            </a:xfrm>
            <a:custGeom>
              <a:avLst/>
              <a:gdLst/>
              <a:ahLst/>
              <a:cxnLst/>
              <a:rect l="l" t="t" r="r" b="b"/>
              <a:pathLst>
                <a:path w="503554" h="576579">
                  <a:moveTo>
                    <a:pt x="251587" y="0"/>
                  </a:moveTo>
                  <a:lnTo>
                    <a:pt x="206366" y="4642"/>
                  </a:lnTo>
                  <a:lnTo>
                    <a:pt x="163804" y="18026"/>
                  </a:lnTo>
                  <a:lnTo>
                    <a:pt x="124610" y="39339"/>
                  </a:lnTo>
                  <a:lnTo>
                    <a:pt x="89496" y="67766"/>
                  </a:lnTo>
                  <a:lnTo>
                    <a:pt x="59173" y="102493"/>
                  </a:lnTo>
                  <a:lnTo>
                    <a:pt x="34351" y="142706"/>
                  </a:lnTo>
                  <a:lnTo>
                    <a:pt x="15741" y="187592"/>
                  </a:lnTo>
                  <a:lnTo>
                    <a:pt x="4053" y="236336"/>
                  </a:lnTo>
                  <a:lnTo>
                    <a:pt x="0" y="288124"/>
                  </a:lnTo>
                  <a:lnTo>
                    <a:pt x="4053" y="339917"/>
                  </a:lnTo>
                  <a:lnTo>
                    <a:pt x="15741" y="388664"/>
                  </a:lnTo>
                  <a:lnTo>
                    <a:pt x="34351" y="433552"/>
                  </a:lnTo>
                  <a:lnTo>
                    <a:pt x="59173" y="473767"/>
                  </a:lnTo>
                  <a:lnTo>
                    <a:pt x="89496" y="508495"/>
                  </a:lnTo>
                  <a:lnTo>
                    <a:pt x="124610" y="536922"/>
                  </a:lnTo>
                  <a:lnTo>
                    <a:pt x="163804" y="558235"/>
                  </a:lnTo>
                  <a:lnTo>
                    <a:pt x="206366" y="571620"/>
                  </a:lnTo>
                  <a:lnTo>
                    <a:pt x="251587" y="576262"/>
                  </a:lnTo>
                  <a:lnTo>
                    <a:pt x="296807" y="571620"/>
                  </a:lnTo>
                  <a:lnTo>
                    <a:pt x="339369" y="558235"/>
                  </a:lnTo>
                  <a:lnTo>
                    <a:pt x="378563" y="536922"/>
                  </a:lnTo>
                  <a:lnTo>
                    <a:pt x="413677" y="508495"/>
                  </a:lnTo>
                  <a:lnTo>
                    <a:pt x="444000" y="473767"/>
                  </a:lnTo>
                  <a:lnTo>
                    <a:pt x="468822" y="433552"/>
                  </a:lnTo>
                  <a:lnTo>
                    <a:pt x="487432" y="388664"/>
                  </a:lnTo>
                  <a:lnTo>
                    <a:pt x="499120" y="339917"/>
                  </a:lnTo>
                  <a:lnTo>
                    <a:pt x="503174" y="288124"/>
                  </a:lnTo>
                  <a:lnTo>
                    <a:pt x="499120" y="236336"/>
                  </a:lnTo>
                  <a:lnTo>
                    <a:pt x="487432" y="187592"/>
                  </a:lnTo>
                  <a:lnTo>
                    <a:pt x="468822" y="142706"/>
                  </a:lnTo>
                  <a:lnTo>
                    <a:pt x="444000" y="102493"/>
                  </a:lnTo>
                  <a:lnTo>
                    <a:pt x="413677" y="67766"/>
                  </a:lnTo>
                  <a:lnTo>
                    <a:pt x="378563" y="39339"/>
                  </a:lnTo>
                  <a:lnTo>
                    <a:pt x="339369" y="18026"/>
                  </a:lnTo>
                  <a:lnTo>
                    <a:pt x="296807" y="4642"/>
                  </a:lnTo>
                  <a:lnTo>
                    <a:pt x="251587" y="0"/>
                  </a:lnTo>
                  <a:close/>
                </a:path>
              </a:pathLst>
            </a:custGeom>
            <a:solidFill>
              <a:srgbClr val="FAC995"/>
            </a:solidFill>
          </p:spPr>
          <p:txBody>
            <a:bodyPr wrap="square" lIns="0" tIns="0" rIns="0" bIns="0" rtlCol="0"/>
            <a:lstStyle/>
            <a:p/>
          </p:txBody>
        </p:sp>
        <p:sp>
          <p:nvSpPr>
            <p:cNvPr id="12" name="object 12" descr=""/>
            <p:cNvSpPr/>
            <p:nvPr/>
          </p:nvSpPr>
          <p:spPr>
            <a:xfrm>
              <a:off x="5808726" y="5661025"/>
              <a:ext cx="503555" cy="576580"/>
            </a:xfrm>
            <a:custGeom>
              <a:avLst/>
              <a:gdLst/>
              <a:ahLst/>
              <a:cxnLst/>
              <a:rect l="l" t="t" r="r" b="b"/>
              <a:pathLst>
                <a:path w="503554" h="576579">
                  <a:moveTo>
                    <a:pt x="0" y="288124"/>
                  </a:moveTo>
                  <a:lnTo>
                    <a:pt x="4053" y="236336"/>
                  </a:lnTo>
                  <a:lnTo>
                    <a:pt x="15741" y="187592"/>
                  </a:lnTo>
                  <a:lnTo>
                    <a:pt x="34351" y="142706"/>
                  </a:lnTo>
                  <a:lnTo>
                    <a:pt x="59173" y="102493"/>
                  </a:lnTo>
                  <a:lnTo>
                    <a:pt x="89496" y="67766"/>
                  </a:lnTo>
                  <a:lnTo>
                    <a:pt x="124610" y="39339"/>
                  </a:lnTo>
                  <a:lnTo>
                    <a:pt x="163804" y="18026"/>
                  </a:lnTo>
                  <a:lnTo>
                    <a:pt x="206366" y="4642"/>
                  </a:lnTo>
                  <a:lnTo>
                    <a:pt x="251587" y="0"/>
                  </a:lnTo>
                  <a:lnTo>
                    <a:pt x="296807" y="4642"/>
                  </a:lnTo>
                  <a:lnTo>
                    <a:pt x="339369" y="18026"/>
                  </a:lnTo>
                  <a:lnTo>
                    <a:pt x="378563" y="39339"/>
                  </a:lnTo>
                  <a:lnTo>
                    <a:pt x="413677" y="67766"/>
                  </a:lnTo>
                  <a:lnTo>
                    <a:pt x="444000" y="102493"/>
                  </a:lnTo>
                  <a:lnTo>
                    <a:pt x="468822" y="142706"/>
                  </a:lnTo>
                  <a:lnTo>
                    <a:pt x="487432" y="187592"/>
                  </a:lnTo>
                  <a:lnTo>
                    <a:pt x="499120" y="236336"/>
                  </a:lnTo>
                  <a:lnTo>
                    <a:pt x="503174" y="288124"/>
                  </a:lnTo>
                  <a:lnTo>
                    <a:pt x="499120" y="339917"/>
                  </a:lnTo>
                  <a:lnTo>
                    <a:pt x="487432" y="388664"/>
                  </a:lnTo>
                  <a:lnTo>
                    <a:pt x="468822" y="433552"/>
                  </a:lnTo>
                  <a:lnTo>
                    <a:pt x="444000" y="473767"/>
                  </a:lnTo>
                  <a:lnTo>
                    <a:pt x="413677" y="508495"/>
                  </a:lnTo>
                  <a:lnTo>
                    <a:pt x="378563" y="536922"/>
                  </a:lnTo>
                  <a:lnTo>
                    <a:pt x="339369" y="558235"/>
                  </a:lnTo>
                  <a:lnTo>
                    <a:pt x="296807" y="571620"/>
                  </a:lnTo>
                  <a:lnTo>
                    <a:pt x="251587" y="576262"/>
                  </a:lnTo>
                  <a:lnTo>
                    <a:pt x="206366" y="571620"/>
                  </a:lnTo>
                  <a:lnTo>
                    <a:pt x="163804" y="558235"/>
                  </a:lnTo>
                  <a:lnTo>
                    <a:pt x="124610" y="536922"/>
                  </a:lnTo>
                  <a:lnTo>
                    <a:pt x="89496" y="508495"/>
                  </a:lnTo>
                  <a:lnTo>
                    <a:pt x="59173" y="473767"/>
                  </a:lnTo>
                  <a:lnTo>
                    <a:pt x="34351" y="433552"/>
                  </a:lnTo>
                  <a:lnTo>
                    <a:pt x="15741" y="388664"/>
                  </a:lnTo>
                  <a:lnTo>
                    <a:pt x="4053" y="339917"/>
                  </a:lnTo>
                  <a:lnTo>
                    <a:pt x="0" y="288124"/>
                  </a:lnTo>
                  <a:close/>
                </a:path>
              </a:pathLst>
            </a:custGeom>
            <a:ln w="9524">
              <a:solidFill>
                <a:srgbClr val="40458B"/>
              </a:solidFill>
            </a:ln>
          </p:spPr>
          <p:txBody>
            <a:bodyPr wrap="square" lIns="0" tIns="0" rIns="0" bIns="0" rtlCol="0"/>
            <a:lstStyle/>
            <a:p/>
          </p:txBody>
        </p:sp>
      </p:grpSp>
      <p:sp>
        <p:nvSpPr>
          <p:cNvPr id="13" name="object 13" descr=""/>
          <p:cNvSpPr txBox="1"/>
          <p:nvPr/>
        </p:nvSpPr>
        <p:spPr>
          <a:xfrm>
            <a:off x="5962015" y="5447487"/>
            <a:ext cx="3301365" cy="757555"/>
          </a:xfrm>
          <a:prstGeom prst="rect">
            <a:avLst/>
          </a:prstGeom>
        </p:spPr>
        <p:txBody>
          <a:bodyPr wrap="square" lIns="0" tIns="12700" rIns="0" bIns="0" rtlCol="0" vert="horz">
            <a:spAutoFit/>
          </a:bodyPr>
          <a:lstStyle/>
          <a:p>
            <a:pPr marL="12700">
              <a:lnSpc>
                <a:spcPct val="100000"/>
              </a:lnSpc>
              <a:spcBef>
                <a:spcPts val="100"/>
              </a:spcBef>
              <a:tabLst>
                <a:tab pos="446405" algn="l"/>
              </a:tabLst>
            </a:pPr>
            <a:r>
              <a:rPr dirty="0" baseline="-4629" sz="3600" spc="-37">
                <a:solidFill>
                  <a:srgbClr val="40458B"/>
                </a:solidFill>
                <a:latin typeface="Tahoma"/>
                <a:cs typeface="Tahoma"/>
              </a:rPr>
              <a:t>II</a:t>
            </a:r>
            <a:r>
              <a:rPr dirty="0" baseline="-4629" sz="3600">
                <a:solidFill>
                  <a:srgbClr val="40458B"/>
                </a:solidFill>
                <a:latin typeface="Tahoma"/>
                <a:cs typeface="Tahoma"/>
              </a:rPr>
              <a:t>	</a:t>
            </a:r>
            <a:r>
              <a:rPr dirty="0" baseline="-2893" sz="7200" spc="-547">
                <a:solidFill>
                  <a:srgbClr val="40458B"/>
                </a:solidFill>
                <a:latin typeface="Tahoma"/>
                <a:cs typeface="Tahoma"/>
              </a:rPr>
              <a:t>→ </a:t>
            </a:r>
            <a:r>
              <a:rPr dirty="0" sz="2400" spc="-10">
                <a:solidFill>
                  <a:srgbClr val="40458B"/>
                </a:solidFill>
                <a:latin typeface="黑体"/>
                <a:cs typeface="黑体"/>
              </a:rPr>
              <a:t>之后指令也暂停</a:t>
            </a:r>
            <a:endParaRPr sz="2400">
              <a:latin typeface="黑体"/>
              <a:cs typeface="黑体"/>
            </a:endParaRPr>
          </a:p>
        </p:txBody>
      </p:sp>
      <p:sp>
        <p:nvSpPr>
          <p:cNvPr id="14" name="object 14" descr=""/>
          <p:cNvSpPr txBox="1"/>
          <p:nvPr/>
        </p:nvSpPr>
        <p:spPr>
          <a:xfrm>
            <a:off x="5024373" y="5476138"/>
            <a:ext cx="635635" cy="757555"/>
          </a:xfrm>
          <a:prstGeom prst="rect">
            <a:avLst/>
          </a:prstGeom>
        </p:spPr>
        <p:txBody>
          <a:bodyPr wrap="square" lIns="0" tIns="12700" rIns="0" bIns="0" rtlCol="0" vert="horz">
            <a:spAutoFit/>
          </a:bodyPr>
          <a:lstStyle/>
          <a:p>
            <a:pPr marL="12700">
              <a:lnSpc>
                <a:spcPct val="100000"/>
              </a:lnSpc>
              <a:spcBef>
                <a:spcPts val="100"/>
              </a:spcBef>
            </a:pPr>
            <a:r>
              <a:rPr dirty="0" sz="4800" spc="-50">
                <a:solidFill>
                  <a:srgbClr val="40458B"/>
                </a:solidFill>
                <a:latin typeface="Tahoma"/>
                <a:cs typeface="Tahoma"/>
              </a:rPr>
              <a:t>←</a:t>
            </a:r>
            <a:endParaRPr sz="4800">
              <a:latin typeface="Tahoma"/>
              <a:cs typeface="Tahoma"/>
            </a:endParaRPr>
          </a:p>
        </p:txBody>
      </p:sp>
      <p:sp>
        <p:nvSpPr>
          <p:cNvPr id="15" name="object 15" descr=""/>
          <p:cNvSpPr txBox="1"/>
          <p:nvPr/>
        </p:nvSpPr>
        <p:spPr>
          <a:xfrm>
            <a:off x="2934970" y="5752591"/>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之前指令继续</a:t>
            </a:r>
            <a:endParaRPr sz="2400">
              <a:latin typeface="黑体"/>
              <a:cs typeface="黑体"/>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264791" y="254888"/>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0" name="object 10" descr=""/>
          <p:cNvSpPr txBox="1"/>
          <p:nvPr/>
        </p:nvSpPr>
        <p:spPr>
          <a:xfrm>
            <a:off x="234492" y="1350340"/>
            <a:ext cx="11572240" cy="3910965"/>
          </a:xfrm>
          <a:prstGeom prst="rect">
            <a:avLst/>
          </a:prstGeom>
        </p:spPr>
        <p:txBody>
          <a:bodyPr wrap="square" lIns="0" tIns="12700" rIns="0" bIns="0" rtlCol="0" vert="horz">
            <a:spAutoFit/>
          </a:bodyPr>
          <a:lstStyle/>
          <a:p>
            <a:pPr marL="12700">
              <a:lnSpc>
                <a:spcPct val="100000"/>
              </a:lnSpc>
              <a:spcBef>
                <a:spcPts val="100"/>
              </a:spcBef>
            </a:pPr>
            <a:r>
              <a:rPr dirty="0" sz="2700" spc="-20">
                <a:solidFill>
                  <a:srgbClr val="E14B04"/>
                </a:solidFill>
                <a:latin typeface="黑体"/>
                <a:cs typeface="黑体"/>
              </a:rPr>
              <a:t>结构冲突</a:t>
            </a:r>
            <a:endParaRPr sz="2700">
              <a:latin typeface="黑体"/>
              <a:cs typeface="黑体"/>
            </a:endParaRPr>
          </a:p>
          <a:p>
            <a:pPr marL="1099185" marR="5080" indent="-457200">
              <a:lnSpc>
                <a:spcPct val="150000"/>
              </a:lnSpc>
              <a:spcBef>
                <a:spcPts val="650"/>
              </a:spcBef>
              <a:buSzPct val="89583"/>
              <a:buFont typeface="Wingdings"/>
              <a:buChar char=""/>
              <a:tabLst>
                <a:tab pos="1099185" algn="l"/>
              </a:tabLst>
            </a:pPr>
            <a:r>
              <a:rPr dirty="0" sz="2400" spc="-25">
                <a:solidFill>
                  <a:srgbClr val="40458B"/>
                </a:solidFill>
                <a:latin typeface="黑体"/>
                <a:cs typeface="黑体"/>
              </a:rPr>
              <a:t>在流水线处理机中，为了能够使各种组合的指令 都能顺利地重叠执行，需要对</a:t>
            </a:r>
            <a:r>
              <a:rPr dirty="0" sz="2400" spc="-15">
                <a:solidFill>
                  <a:srgbClr val="40458B"/>
                </a:solidFill>
                <a:latin typeface="黑体"/>
                <a:cs typeface="黑体"/>
              </a:rPr>
              <a:t>功能部件进行流水或重复设置资源。</a:t>
            </a:r>
            <a:endParaRPr sz="2400">
              <a:latin typeface="黑体"/>
              <a:cs typeface="黑体"/>
            </a:endParaRPr>
          </a:p>
          <a:p>
            <a:pPr marL="1099185" indent="-457200">
              <a:lnSpc>
                <a:spcPct val="100000"/>
              </a:lnSpc>
              <a:spcBef>
                <a:spcPts val="2020"/>
              </a:spcBef>
              <a:buSzPct val="89583"/>
              <a:buFont typeface="Wingdings"/>
              <a:buChar char=""/>
              <a:tabLst>
                <a:tab pos="1099185" algn="l"/>
              </a:tabLst>
            </a:pPr>
            <a:r>
              <a:rPr dirty="0" sz="2400">
                <a:solidFill>
                  <a:srgbClr val="40458B"/>
                </a:solidFill>
                <a:latin typeface="黑体"/>
                <a:cs typeface="黑体"/>
              </a:rPr>
              <a:t>如果</a:t>
            </a:r>
            <a:r>
              <a:rPr dirty="0" sz="2400">
                <a:solidFill>
                  <a:srgbClr val="FF0000"/>
                </a:solidFill>
                <a:latin typeface="黑体"/>
                <a:cs typeface="黑体"/>
              </a:rPr>
              <a:t>某种指令组合</a:t>
            </a:r>
            <a:r>
              <a:rPr dirty="0" sz="2400">
                <a:solidFill>
                  <a:srgbClr val="40458B"/>
                </a:solidFill>
                <a:latin typeface="黑体"/>
                <a:cs typeface="黑体"/>
              </a:rPr>
              <a:t>因为资源冲突而不能正常执行，则称该处理机有</a:t>
            </a:r>
            <a:r>
              <a:rPr dirty="0" sz="2400" spc="-10">
                <a:solidFill>
                  <a:srgbClr val="FF0000"/>
                </a:solidFill>
                <a:latin typeface="黑体"/>
                <a:cs typeface="黑体"/>
              </a:rPr>
              <a:t>结构冲突。</a:t>
            </a:r>
            <a:endParaRPr sz="2400">
              <a:latin typeface="黑体"/>
              <a:cs typeface="黑体"/>
            </a:endParaRPr>
          </a:p>
          <a:p>
            <a:pPr marL="1099185" indent="-457200">
              <a:lnSpc>
                <a:spcPct val="100000"/>
              </a:lnSpc>
              <a:spcBef>
                <a:spcPts val="2014"/>
              </a:spcBef>
              <a:buSzPct val="89583"/>
              <a:buFont typeface="Wingdings"/>
              <a:buChar char=""/>
              <a:tabLst>
                <a:tab pos="1099185" algn="l"/>
              </a:tabLst>
            </a:pPr>
            <a:r>
              <a:rPr dirty="0" sz="2400" spc="-5">
                <a:solidFill>
                  <a:srgbClr val="40458B"/>
                </a:solidFill>
                <a:latin typeface="黑体"/>
                <a:cs typeface="黑体"/>
              </a:rPr>
              <a:t>常见的导致结构冲突的原因：</a:t>
            </a:r>
            <a:endParaRPr sz="2400">
              <a:latin typeface="黑体"/>
              <a:cs typeface="黑体"/>
            </a:endParaRPr>
          </a:p>
          <a:p>
            <a:pPr lvl="1" marL="1524000" indent="-287655">
              <a:lnSpc>
                <a:spcPct val="100000"/>
              </a:lnSpc>
              <a:spcBef>
                <a:spcPts val="1785"/>
              </a:spcBef>
              <a:buClr>
                <a:srgbClr val="4668F5"/>
              </a:buClr>
              <a:buSzPct val="60000"/>
              <a:buFont typeface="Wingdings"/>
              <a:buChar char=""/>
              <a:tabLst>
                <a:tab pos="1524000" algn="l"/>
              </a:tabLst>
            </a:pPr>
            <a:r>
              <a:rPr dirty="0" sz="2000" spc="-20" b="1">
                <a:solidFill>
                  <a:srgbClr val="00AFEF"/>
                </a:solidFill>
                <a:latin typeface="黑体"/>
                <a:cs typeface="黑体"/>
              </a:rPr>
              <a:t>功能部件不是完全流水（例如速度达不到</a:t>
            </a:r>
            <a:r>
              <a:rPr dirty="0" sz="2000" spc="-50" b="1">
                <a:solidFill>
                  <a:srgbClr val="00AFEF"/>
                </a:solidFill>
                <a:latin typeface="黑体"/>
                <a:cs typeface="黑体"/>
              </a:rPr>
              <a:t>）</a:t>
            </a:r>
            <a:endParaRPr sz="2000">
              <a:latin typeface="黑体"/>
              <a:cs typeface="黑体"/>
            </a:endParaRPr>
          </a:p>
          <a:p>
            <a:pPr lvl="1" marL="1524000" indent="-287655">
              <a:lnSpc>
                <a:spcPct val="100000"/>
              </a:lnSpc>
              <a:spcBef>
                <a:spcPts val="1680"/>
              </a:spcBef>
              <a:buClr>
                <a:srgbClr val="4668F5"/>
              </a:buClr>
              <a:buSzPct val="60000"/>
              <a:buFont typeface="Wingdings"/>
              <a:buChar char=""/>
              <a:tabLst>
                <a:tab pos="1524000" algn="l"/>
              </a:tabLst>
            </a:pPr>
            <a:r>
              <a:rPr dirty="0" sz="2000" spc="-25" b="1">
                <a:solidFill>
                  <a:srgbClr val="00AFEF"/>
                </a:solidFill>
                <a:latin typeface="黑体"/>
                <a:cs typeface="黑体"/>
              </a:rPr>
              <a:t>资源份数不够</a:t>
            </a:r>
            <a:endParaRPr sz="2000">
              <a:latin typeface="黑体"/>
              <a:cs typeface="黑体"/>
            </a:endParaRPr>
          </a:p>
        </p:txBody>
      </p:sp>
      <p:sp>
        <p:nvSpPr>
          <p:cNvPr id="11" name="object 11" descr=""/>
          <p:cNvSpPr txBox="1"/>
          <p:nvPr/>
        </p:nvSpPr>
        <p:spPr>
          <a:xfrm>
            <a:off x="9128506" y="254888"/>
            <a:ext cx="28695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6600"/>
                </a:solidFill>
                <a:latin typeface="黑体"/>
                <a:cs typeface="黑体"/>
              </a:rPr>
              <a:t>3.4.1</a:t>
            </a:r>
            <a:r>
              <a:rPr dirty="0" sz="2800" spc="-45">
                <a:solidFill>
                  <a:srgbClr val="006600"/>
                </a:solidFill>
                <a:latin typeface="黑体"/>
                <a:cs typeface="黑体"/>
              </a:rPr>
              <a:t> 流水线冲突</a:t>
            </a:r>
            <a:endParaRPr sz="2800">
              <a:latin typeface="黑体"/>
              <a:cs typeface="黑体"/>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p:nvPr/>
        </p:nvSpPr>
        <p:spPr>
          <a:xfrm>
            <a:off x="3614733" y="2060828"/>
            <a:ext cx="4255135" cy="2208530"/>
          </a:xfrm>
          <a:custGeom>
            <a:avLst/>
            <a:gdLst/>
            <a:ahLst/>
            <a:cxnLst/>
            <a:rect l="l" t="t" r="r" b="b"/>
            <a:pathLst>
              <a:path w="4255134" h="2208529">
                <a:moveTo>
                  <a:pt x="507226" y="0"/>
                </a:moveTo>
                <a:lnTo>
                  <a:pt x="184908" y="0"/>
                </a:lnTo>
              </a:path>
              <a:path w="4255134" h="2208529">
                <a:moveTo>
                  <a:pt x="3004700" y="1465511"/>
                </a:moveTo>
                <a:lnTo>
                  <a:pt x="2634884" y="1465511"/>
                </a:lnTo>
              </a:path>
              <a:path w="4255134" h="2208529">
                <a:moveTo>
                  <a:pt x="3744553" y="2200290"/>
                </a:moveTo>
                <a:lnTo>
                  <a:pt x="4254652" y="2208261"/>
                </a:lnTo>
              </a:path>
              <a:path w="4255134" h="2208529">
                <a:moveTo>
                  <a:pt x="0" y="270767"/>
                </a:moveTo>
                <a:lnTo>
                  <a:pt x="507226" y="270767"/>
                </a:lnTo>
              </a:path>
            </a:pathLst>
          </a:custGeom>
          <a:ln w="14039">
            <a:solidFill>
              <a:srgbClr val="000000"/>
            </a:solidFill>
          </a:ln>
        </p:spPr>
        <p:txBody>
          <a:bodyPr wrap="square" lIns="0" tIns="0" rIns="0" bIns="0" rtlCol="0"/>
          <a:lstStyle/>
          <a:p/>
        </p:txBody>
      </p:sp>
      <p:grpSp>
        <p:nvGrpSpPr>
          <p:cNvPr id="10" name="object 10" descr=""/>
          <p:cNvGrpSpPr/>
          <p:nvPr/>
        </p:nvGrpSpPr>
        <p:grpSpPr>
          <a:xfrm>
            <a:off x="3201974" y="1398502"/>
            <a:ext cx="7724775" cy="69850"/>
            <a:chOff x="3201974" y="1398502"/>
            <a:chExt cx="7724775" cy="69850"/>
          </a:xfrm>
        </p:grpSpPr>
        <p:sp>
          <p:nvSpPr>
            <p:cNvPr id="11" name="object 11" descr=""/>
            <p:cNvSpPr/>
            <p:nvPr/>
          </p:nvSpPr>
          <p:spPr>
            <a:xfrm>
              <a:off x="3203163" y="1399801"/>
              <a:ext cx="7722234" cy="67310"/>
            </a:xfrm>
            <a:custGeom>
              <a:avLst/>
              <a:gdLst/>
              <a:ahLst/>
              <a:cxnLst/>
              <a:rect l="l" t="t" r="r" b="b"/>
              <a:pathLst>
                <a:path w="7722234" h="67309">
                  <a:moveTo>
                    <a:pt x="7634912" y="34844"/>
                  </a:moveTo>
                  <a:lnTo>
                    <a:pt x="7590066" y="67139"/>
                  </a:lnTo>
                  <a:lnTo>
                    <a:pt x="7671975" y="47082"/>
                  </a:lnTo>
                  <a:lnTo>
                    <a:pt x="7634912" y="47082"/>
                  </a:lnTo>
                  <a:lnTo>
                    <a:pt x="7634912" y="34844"/>
                  </a:lnTo>
                  <a:close/>
                </a:path>
                <a:path w="7722234" h="67309">
                  <a:moveTo>
                    <a:pt x="7616536" y="20566"/>
                  </a:moveTo>
                  <a:lnTo>
                    <a:pt x="0" y="20566"/>
                  </a:lnTo>
                  <a:lnTo>
                    <a:pt x="0" y="47082"/>
                  </a:lnTo>
                  <a:lnTo>
                    <a:pt x="7617918" y="47082"/>
                  </a:lnTo>
                  <a:lnTo>
                    <a:pt x="7634912" y="34844"/>
                  </a:lnTo>
                  <a:lnTo>
                    <a:pt x="7616536" y="20566"/>
                  </a:lnTo>
                  <a:close/>
                </a:path>
                <a:path w="7722234" h="67309">
                  <a:moveTo>
                    <a:pt x="7667912" y="20566"/>
                  </a:moveTo>
                  <a:lnTo>
                    <a:pt x="7634912" y="20566"/>
                  </a:lnTo>
                  <a:lnTo>
                    <a:pt x="7634912" y="47082"/>
                  </a:lnTo>
                  <a:lnTo>
                    <a:pt x="7671975" y="47082"/>
                  </a:lnTo>
                  <a:lnTo>
                    <a:pt x="7721954" y="34844"/>
                  </a:lnTo>
                  <a:lnTo>
                    <a:pt x="7667912" y="20566"/>
                  </a:lnTo>
                  <a:close/>
                </a:path>
                <a:path w="7722234" h="67309">
                  <a:moveTo>
                    <a:pt x="7590066" y="0"/>
                  </a:moveTo>
                  <a:lnTo>
                    <a:pt x="7634912" y="34844"/>
                  </a:lnTo>
                  <a:lnTo>
                    <a:pt x="7634912" y="20566"/>
                  </a:lnTo>
                  <a:lnTo>
                    <a:pt x="7667912" y="20566"/>
                  </a:lnTo>
                  <a:lnTo>
                    <a:pt x="7590066" y="0"/>
                  </a:lnTo>
                  <a:close/>
                </a:path>
              </a:pathLst>
            </a:custGeom>
            <a:solidFill>
              <a:srgbClr val="000000"/>
            </a:solidFill>
          </p:spPr>
          <p:txBody>
            <a:bodyPr wrap="square" lIns="0" tIns="0" rIns="0" bIns="0" rtlCol="0"/>
            <a:lstStyle/>
            <a:p/>
          </p:txBody>
        </p:sp>
        <p:sp>
          <p:nvSpPr>
            <p:cNvPr id="12" name="object 12" descr=""/>
            <p:cNvSpPr/>
            <p:nvPr/>
          </p:nvSpPr>
          <p:spPr>
            <a:xfrm>
              <a:off x="3203163" y="1399801"/>
              <a:ext cx="7722234" cy="67310"/>
            </a:xfrm>
            <a:custGeom>
              <a:avLst/>
              <a:gdLst/>
              <a:ahLst/>
              <a:cxnLst/>
              <a:rect l="l" t="t" r="r" b="b"/>
              <a:pathLst>
                <a:path w="7722234" h="67309">
                  <a:moveTo>
                    <a:pt x="0" y="20566"/>
                  </a:moveTo>
                  <a:lnTo>
                    <a:pt x="7634912" y="20566"/>
                  </a:lnTo>
                  <a:lnTo>
                    <a:pt x="7634912" y="47082"/>
                  </a:lnTo>
                  <a:lnTo>
                    <a:pt x="0" y="47082"/>
                  </a:lnTo>
                  <a:lnTo>
                    <a:pt x="0" y="20566"/>
                  </a:lnTo>
                  <a:close/>
                </a:path>
                <a:path w="7722234" h="67309">
                  <a:moveTo>
                    <a:pt x="7634912" y="34844"/>
                  </a:moveTo>
                  <a:lnTo>
                    <a:pt x="7590066" y="0"/>
                  </a:lnTo>
                  <a:lnTo>
                    <a:pt x="7721954" y="34844"/>
                  </a:lnTo>
                  <a:lnTo>
                    <a:pt x="7590066" y="67139"/>
                  </a:lnTo>
                  <a:lnTo>
                    <a:pt x="7634912" y="34844"/>
                  </a:lnTo>
                  <a:close/>
                </a:path>
              </a:pathLst>
            </a:custGeom>
            <a:ln w="3175">
              <a:solidFill>
                <a:srgbClr val="000000"/>
              </a:solidFill>
            </a:ln>
          </p:spPr>
          <p:txBody>
            <a:bodyPr wrap="square" lIns="0" tIns="0" rIns="0" bIns="0" rtlCol="0"/>
            <a:lstStyle/>
            <a:p/>
          </p:txBody>
        </p:sp>
      </p:grpSp>
      <p:sp>
        <p:nvSpPr>
          <p:cNvPr id="13" name="object 13" descr=""/>
          <p:cNvSpPr txBox="1"/>
          <p:nvPr/>
        </p:nvSpPr>
        <p:spPr>
          <a:xfrm>
            <a:off x="1588281" y="1224152"/>
            <a:ext cx="1616710" cy="550545"/>
          </a:xfrm>
          <a:prstGeom prst="rect">
            <a:avLst/>
          </a:prstGeom>
        </p:spPr>
        <p:txBody>
          <a:bodyPr wrap="square" lIns="0" tIns="92075" rIns="0" bIns="0" rtlCol="0" vert="horz">
            <a:spAutoFit/>
          </a:bodyPr>
          <a:lstStyle/>
          <a:p>
            <a:pPr marL="12700">
              <a:lnSpc>
                <a:spcPct val="100000"/>
              </a:lnSpc>
              <a:spcBef>
                <a:spcPts val="725"/>
              </a:spcBef>
            </a:pPr>
            <a:r>
              <a:rPr dirty="0" sz="1200" spc="360" b="1">
                <a:latin typeface="宋体"/>
                <a:cs typeface="宋体"/>
              </a:rPr>
              <a:t>时间</a:t>
            </a:r>
            <a:r>
              <a:rPr dirty="0" sz="1200" spc="350" b="1">
                <a:latin typeface="宋体"/>
                <a:cs typeface="宋体"/>
              </a:rPr>
              <a:t>（时钟周期</a:t>
            </a:r>
            <a:r>
              <a:rPr dirty="0" sz="1200" spc="310" b="1">
                <a:latin typeface="宋体"/>
                <a:cs typeface="宋体"/>
              </a:rPr>
              <a:t>）</a:t>
            </a:r>
            <a:endParaRPr sz="1200">
              <a:latin typeface="宋体"/>
              <a:cs typeface="宋体"/>
            </a:endParaRPr>
          </a:p>
          <a:p>
            <a:pPr marL="197485">
              <a:lnSpc>
                <a:spcPct val="100000"/>
              </a:lnSpc>
              <a:spcBef>
                <a:spcPts val="625"/>
              </a:spcBef>
              <a:tabLst>
                <a:tab pos="1444625" algn="l"/>
              </a:tabLst>
            </a:pPr>
            <a:r>
              <a:rPr dirty="0" sz="1200" spc="130">
                <a:latin typeface="Times New Roman"/>
                <a:cs typeface="Times New Roman"/>
              </a:rPr>
              <a:t>1</a:t>
            </a:r>
            <a:r>
              <a:rPr dirty="0" sz="1200">
                <a:latin typeface="Times New Roman"/>
                <a:cs typeface="Times New Roman"/>
              </a:rPr>
              <a:t>	</a:t>
            </a:r>
            <a:r>
              <a:rPr dirty="0" sz="1200" spc="130">
                <a:latin typeface="Times New Roman"/>
                <a:cs typeface="Times New Roman"/>
              </a:rPr>
              <a:t>2</a:t>
            </a:r>
            <a:endParaRPr sz="1200">
              <a:latin typeface="Times New Roman"/>
              <a:cs typeface="Times New Roman"/>
            </a:endParaRPr>
          </a:p>
        </p:txBody>
      </p:sp>
      <p:sp>
        <p:nvSpPr>
          <p:cNvPr id="14" name="object 14" descr=""/>
          <p:cNvSpPr txBox="1"/>
          <p:nvPr/>
        </p:nvSpPr>
        <p:spPr>
          <a:xfrm>
            <a:off x="4270751"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3</a:t>
            </a:r>
            <a:endParaRPr sz="1200">
              <a:latin typeface="Times New Roman"/>
              <a:cs typeface="Times New Roman"/>
            </a:endParaRPr>
          </a:p>
        </p:txBody>
      </p:sp>
      <p:sp>
        <p:nvSpPr>
          <p:cNvPr id="15" name="object 15" descr=""/>
          <p:cNvSpPr txBox="1"/>
          <p:nvPr/>
        </p:nvSpPr>
        <p:spPr>
          <a:xfrm>
            <a:off x="5472984"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4</a:t>
            </a:r>
            <a:endParaRPr sz="1200">
              <a:latin typeface="Times New Roman"/>
              <a:cs typeface="Times New Roman"/>
            </a:endParaRPr>
          </a:p>
        </p:txBody>
      </p:sp>
      <p:sp>
        <p:nvSpPr>
          <p:cNvPr id="16" name="object 16" descr=""/>
          <p:cNvSpPr txBox="1"/>
          <p:nvPr/>
        </p:nvSpPr>
        <p:spPr>
          <a:xfrm>
            <a:off x="6720065"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5</a:t>
            </a:r>
            <a:endParaRPr sz="1200">
              <a:latin typeface="Times New Roman"/>
              <a:cs typeface="Times New Roman"/>
            </a:endParaRPr>
          </a:p>
        </p:txBody>
      </p:sp>
      <p:sp>
        <p:nvSpPr>
          <p:cNvPr id="17" name="object 17" descr=""/>
          <p:cNvSpPr txBox="1"/>
          <p:nvPr/>
        </p:nvSpPr>
        <p:spPr>
          <a:xfrm>
            <a:off x="7970458"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6</a:t>
            </a:r>
            <a:endParaRPr sz="1200">
              <a:latin typeface="Times New Roman"/>
              <a:cs typeface="Times New Roman"/>
            </a:endParaRPr>
          </a:p>
        </p:txBody>
      </p:sp>
      <p:sp>
        <p:nvSpPr>
          <p:cNvPr id="18" name="object 18" descr=""/>
          <p:cNvSpPr txBox="1"/>
          <p:nvPr/>
        </p:nvSpPr>
        <p:spPr>
          <a:xfrm>
            <a:off x="1532010" y="2007915"/>
            <a:ext cx="554990" cy="315595"/>
          </a:xfrm>
          <a:prstGeom prst="rect">
            <a:avLst/>
          </a:prstGeom>
          <a:ln w="13501">
            <a:solidFill>
              <a:srgbClr val="000000"/>
            </a:solidFill>
          </a:ln>
        </p:spPr>
        <p:txBody>
          <a:bodyPr wrap="square" lIns="0" tIns="69215" rIns="0" bIns="0" rtlCol="0" vert="horz">
            <a:spAutoFit/>
          </a:bodyPr>
          <a:lstStyle/>
          <a:p>
            <a:pPr marL="205740">
              <a:lnSpc>
                <a:spcPct val="100000"/>
              </a:lnSpc>
              <a:spcBef>
                <a:spcPts val="545"/>
              </a:spcBef>
            </a:pPr>
            <a:r>
              <a:rPr dirty="0" sz="1200" spc="275">
                <a:latin typeface="Times New Roman"/>
                <a:cs typeface="Times New Roman"/>
              </a:rPr>
              <a:t>M</a:t>
            </a:r>
            <a:endParaRPr sz="1200">
              <a:latin typeface="Times New Roman"/>
              <a:cs typeface="Times New Roman"/>
            </a:endParaRPr>
          </a:p>
        </p:txBody>
      </p:sp>
      <p:sp>
        <p:nvSpPr>
          <p:cNvPr id="19" name="object 19" descr=""/>
          <p:cNvSpPr txBox="1"/>
          <p:nvPr/>
        </p:nvSpPr>
        <p:spPr>
          <a:xfrm>
            <a:off x="2882990" y="2051588"/>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20" name="object 20" descr=""/>
          <p:cNvSpPr/>
          <p:nvPr/>
        </p:nvSpPr>
        <p:spPr>
          <a:xfrm>
            <a:off x="4121960" y="1851081"/>
            <a:ext cx="370205" cy="684530"/>
          </a:xfrm>
          <a:custGeom>
            <a:avLst/>
            <a:gdLst/>
            <a:ahLst/>
            <a:cxnLst/>
            <a:rect l="l" t="t" r="r" b="b"/>
            <a:pathLst>
              <a:path w="370204" h="684530">
                <a:moveTo>
                  <a:pt x="370037" y="146687"/>
                </a:moveTo>
                <a:lnTo>
                  <a:pt x="370037" y="535586"/>
                </a:lnTo>
              </a:path>
              <a:path w="370204" h="684530">
                <a:moveTo>
                  <a:pt x="0" y="0"/>
                </a:moveTo>
                <a:lnTo>
                  <a:pt x="370037" y="146687"/>
                </a:lnTo>
              </a:path>
              <a:path w="370204" h="684530">
                <a:moveTo>
                  <a:pt x="370037" y="535586"/>
                </a:moveTo>
                <a:lnTo>
                  <a:pt x="0" y="683973"/>
                </a:lnTo>
              </a:path>
              <a:path w="370204" h="684530">
                <a:moveTo>
                  <a:pt x="0" y="0"/>
                </a:moveTo>
                <a:lnTo>
                  <a:pt x="0" y="195469"/>
                </a:lnTo>
              </a:path>
              <a:path w="370204" h="684530">
                <a:moveTo>
                  <a:pt x="0" y="488503"/>
                </a:moveTo>
                <a:lnTo>
                  <a:pt x="0" y="683973"/>
                </a:lnTo>
              </a:path>
              <a:path w="370204" h="684530">
                <a:moveTo>
                  <a:pt x="0" y="195469"/>
                </a:moveTo>
                <a:lnTo>
                  <a:pt x="111121" y="342156"/>
                </a:lnTo>
              </a:path>
              <a:path w="370204" h="684530">
                <a:moveTo>
                  <a:pt x="111121" y="342156"/>
                </a:moveTo>
                <a:lnTo>
                  <a:pt x="0" y="488503"/>
                </a:lnTo>
              </a:path>
            </a:pathLst>
          </a:custGeom>
          <a:ln w="14039">
            <a:solidFill>
              <a:srgbClr val="000000"/>
            </a:solidFill>
          </a:ln>
        </p:spPr>
        <p:txBody>
          <a:bodyPr wrap="square" lIns="0" tIns="0" rIns="0" bIns="0" rtlCol="0"/>
          <a:lstStyle/>
          <a:p/>
        </p:txBody>
      </p:sp>
      <p:sp>
        <p:nvSpPr>
          <p:cNvPr id="21" name="object 21" descr=""/>
          <p:cNvSpPr txBox="1"/>
          <p:nvPr/>
        </p:nvSpPr>
        <p:spPr>
          <a:xfrm>
            <a:off x="4219491" y="2005294"/>
            <a:ext cx="246379" cy="340360"/>
          </a:xfrm>
          <a:prstGeom prst="rect">
            <a:avLst/>
          </a:prstGeom>
        </p:spPr>
        <p:txBody>
          <a:bodyPr wrap="square" lIns="0" tIns="0" rIns="0" bIns="0" rtlCol="0" vert="vert">
            <a:spAutoFit/>
          </a:bodyPr>
          <a:lstStyle/>
          <a:p>
            <a:pPr marL="12700">
              <a:lnSpc>
                <a:spcPts val="1810"/>
              </a:lnSpc>
            </a:pPr>
            <a:r>
              <a:rPr dirty="0" sz="1550" spc="-280">
                <a:latin typeface="Times New Roman"/>
                <a:cs typeface="Times New Roman"/>
              </a:rPr>
              <a:t>ALU</a:t>
            </a:r>
            <a:endParaRPr sz="1550">
              <a:latin typeface="Times New Roman"/>
              <a:cs typeface="Times New Roman"/>
            </a:endParaRPr>
          </a:p>
        </p:txBody>
      </p:sp>
      <p:sp>
        <p:nvSpPr>
          <p:cNvPr id="22" name="object 22" descr=""/>
          <p:cNvSpPr txBox="1"/>
          <p:nvPr/>
        </p:nvSpPr>
        <p:spPr>
          <a:xfrm>
            <a:off x="5279347" y="2007941"/>
            <a:ext cx="555625" cy="315595"/>
          </a:xfrm>
          <a:prstGeom prst="rect">
            <a:avLst/>
          </a:prstGeom>
          <a:solidFill>
            <a:srgbClr val="FF9900"/>
          </a:solidFill>
          <a:ln w="13500">
            <a:solidFill>
              <a:srgbClr val="000000"/>
            </a:solidFill>
          </a:ln>
        </p:spPr>
        <p:txBody>
          <a:bodyPr wrap="square" lIns="0" tIns="64769" rIns="0" bIns="0" rtlCol="0" vert="horz">
            <a:spAutoFit/>
          </a:bodyPr>
          <a:lstStyle/>
          <a:p>
            <a:pPr marL="158750">
              <a:lnSpc>
                <a:spcPct val="100000"/>
              </a:lnSpc>
              <a:spcBef>
                <a:spcPts val="509"/>
              </a:spcBef>
            </a:pPr>
            <a:r>
              <a:rPr dirty="0" sz="1200" spc="275">
                <a:solidFill>
                  <a:srgbClr val="FFFFFF"/>
                </a:solidFill>
                <a:latin typeface="Times New Roman"/>
                <a:cs typeface="Times New Roman"/>
              </a:rPr>
              <a:t>M</a:t>
            </a:r>
            <a:endParaRPr sz="1200">
              <a:latin typeface="Times New Roman"/>
              <a:cs typeface="Times New Roman"/>
            </a:endParaRPr>
          </a:p>
        </p:txBody>
      </p:sp>
      <p:sp>
        <p:nvSpPr>
          <p:cNvPr id="23" name="object 23" descr=""/>
          <p:cNvSpPr txBox="1"/>
          <p:nvPr/>
        </p:nvSpPr>
        <p:spPr>
          <a:xfrm>
            <a:off x="6627721" y="2051588"/>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grpSp>
        <p:nvGrpSpPr>
          <p:cNvPr id="24" name="object 24" descr=""/>
          <p:cNvGrpSpPr/>
          <p:nvPr/>
        </p:nvGrpSpPr>
        <p:grpSpPr>
          <a:xfrm>
            <a:off x="2086911" y="1843261"/>
            <a:ext cx="765810" cy="699770"/>
            <a:chOff x="2086911" y="1843261"/>
            <a:chExt cx="765810" cy="699770"/>
          </a:xfrm>
        </p:grpSpPr>
        <p:sp>
          <p:nvSpPr>
            <p:cNvPr id="25" name="object 25" descr=""/>
            <p:cNvSpPr/>
            <p:nvPr/>
          </p:nvSpPr>
          <p:spPr>
            <a:xfrm>
              <a:off x="2086911" y="2166891"/>
              <a:ext cx="695960" cy="0"/>
            </a:xfrm>
            <a:custGeom>
              <a:avLst/>
              <a:gdLst/>
              <a:ahLst/>
              <a:cxnLst/>
              <a:rect l="l" t="t" r="r" b="b"/>
              <a:pathLst>
                <a:path w="695960" h="0">
                  <a:moveTo>
                    <a:pt x="0" y="0"/>
                  </a:moveTo>
                  <a:lnTo>
                    <a:pt x="232559" y="0"/>
                  </a:lnTo>
                </a:path>
                <a:path w="695960" h="0">
                  <a:moveTo>
                    <a:pt x="462932" y="0"/>
                  </a:moveTo>
                  <a:lnTo>
                    <a:pt x="695514" y="0"/>
                  </a:lnTo>
                </a:path>
              </a:pathLst>
            </a:custGeom>
            <a:ln w="14039">
              <a:solidFill>
                <a:srgbClr val="000000"/>
              </a:solidFill>
            </a:ln>
          </p:spPr>
          <p:txBody>
            <a:bodyPr wrap="square" lIns="0" tIns="0" rIns="0" bIns="0" rtlCol="0"/>
            <a:lstStyle/>
            <a:p/>
          </p:txBody>
        </p:sp>
        <p:sp>
          <p:nvSpPr>
            <p:cNvPr id="26" name="object 26" descr=""/>
            <p:cNvSpPr/>
            <p:nvPr/>
          </p:nvSpPr>
          <p:spPr>
            <a:xfrm>
              <a:off x="2785696" y="2004567"/>
              <a:ext cx="66040" cy="12700"/>
            </a:xfrm>
            <a:custGeom>
              <a:avLst/>
              <a:gdLst/>
              <a:ahLst/>
              <a:cxnLst/>
              <a:rect l="l" t="t" r="r" b="b"/>
              <a:pathLst>
                <a:path w="66039" h="12700">
                  <a:moveTo>
                    <a:pt x="65678" y="0"/>
                  </a:moveTo>
                  <a:lnTo>
                    <a:pt x="0" y="0"/>
                  </a:lnTo>
                  <a:lnTo>
                    <a:pt x="0" y="12238"/>
                  </a:lnTo>
                  <a:lnTo>
                    <a:pt x="65678" y="12238"/>
                  </a:lnTo>
                  <a:lnTo>
                    <a:pt x="65678" y="0"/>
                  </a:lnTo>
                  <a:close/>
                </a:path>
              </a:pathLst>
            </a:custGeom>
            <a:solidFill>
              <a:srgbClr val="000000"/>
            </a:solidFill>
          </p:spPr>
          <p:txBody>
            <a:bodyPr wrap="square" lIns="0" tIns="0" rIns="0" bIns="0" rtlCol="0"/>
            <a:lstStyle/>
            <a:p/>
          </p:txBody>
        </p:sp>
        <p:sp>
          <p:nvSpPr>
            <p:cNvPr id="27" name="object 27" descr=""/>
            <p:cNvSpPr/>
            <p:nvPr/>
          </p:nvSpPr>
          <p:spPr>
            <a:xfrm>
              <a:off x="2785696" y="2004567"/>
              <a:ext cx="66040" cy="12700"/>
            </a:xfrm>
            <a:custGeom>
              <a:avLst/>
              <a:gdLst/>
              <a:ahLst/>
              <a:cxnLst/>
              <a:rect l="l" t="t" r="r" b="b"/>
              <a:pathLst>
                <a:path w="66039" h="12700">
                  <a:moveTo>
                    <a:pt x="0" y="0"/>
                  </a:moveTo>
                  <a:lnTo>
                    <a:pt x="65678" y="0"/>
                  </a:lnTo>
                  <a:lnTo>
                    <a:pt x="65678" y="12238"/>
                  </a:lnTo>
                  <a:lnTo>
                    <a:pt x="0" y="12238"/>
                  </a:lnTo>
                  <a:lnTo>
                    <a:pt x="0" y="0"/>
                  </a:lnTo>
                  <a:close/>
                </a:path>
              </a:pathLst>
            </a:custGeom>
            <a:ln w="3175">
              <a:solidFill>
                <a:srgbClr val="000000"/>
              </a:solidFill>
            </a:ln>
          </p:spPr>
          <p:txBody>
            <a:bodyPr wrap="square" lIns="0" tIns="0" rIns="0" bIns="0" rtlCol="0"/>
            <a:lstStyle/>
            <a:p/>
          </p:txBody>
        </p:sp>
        <p:sp>
          <p:nvSpPr>
            <p:cNvPr id="28" name="object 28" descr=""/>
            <p:cNvSpPr/>
            <p:nvPr/>
          </p:nvSpPr>
          <p:spPr>
            <a:xfrm>
              <a:off x="2774759" y="2010524"/>
              <a:ext cx="19050" cy="315595"/>
            </a:xfrm>
            <a:custGeom>
              <a:avLst/>
              <a:gdLst/>
              <a:ahLst/>
              <a:cxnLst/>
              <a:rect l="l" t="t" r="r" b="b"/>
              <a:pathLst>
                <a:path w="19050" h="315594">
                  <a:moveTo>
                    <a:pt x="18592" y="280962"/>
                  </a:moveTo>
                  <a:lnTo>
                    <a:pt x="0" y="280962"/>
                  </a:lnTo>
                  <a:lnTo>
                    <a:pt x="0" y="315302"/>
                  </a:lnTo>
                  <a:lnTo>
                    <a:pt x="18592" y="315302"/>
                  </a:lnTo>
                  <a:lnTo>
                    <a:pt x="18592" y="280962"/>
                  </a:lnTo>
                  <a:close/>
                </a:path>
                <a:path w="19050" h="315594">
                  <a:moveTo>
                    <a:pt x="18592" y="229806"/>
                  </a:moveTo>
                  <a:lnTo>
                    <a:pt x="0" y="229806"/>
                  </a:lnTo>
                  <a:lnTo>
                    <a:pt x="0" y="242379"/>
                  </a:lnTo>
                  <a:lnTo>
                    <a:pt x="18592" y="242379"/>
                  </a:lnTo>
                  <a:lnTo>
                    <a:pt x="18592" y="229806"/>
                  </a:lnTo>
                  <a:close/>
                </a:path>
                <a:path w="19050" h="315594">
                  <a:moveTo>
                    <a:pt x="18592" y="140398"/>
                  </a:moveTo>
                  <a:lnTo>
                    <a:pt x="0" y="140398"/>
                  </a:lnTo>
                  <a:lnTo>
                    <a:pt x="0" y="191223"/>
                  </a:lnTo>
                  <a:lnTo>
                    <a:pt x="18592" y="191223"/>
                  </a:lnTo>
                  <a:lnTo>
                    <a:pt x="18592" y="140398"/>
                  </a:lnTo>
                  <a:close/>
                </a:path>
                <a:path w="19050" h="315594">
                  <a:moveTo>
                    <a:pt x="18592" y="89573"/>
                  </a:moveTo>
                  <a:lnTo>
                    <a:pt x="0" y="89573"/>
                  </a:lnTo>
                  <a:lnTo>
                    <a:pt x="0" y="101815"/>
                  </a:lnTo>
                  <a:lnTo>
                    <a:pt x="18592" y="101815"/>
                  </a:lnTo>
                  <a:lnTo>
                    <a:pt x="18592" y="89573"/>
                  </a:lnTo>
                  <a:close/>
                </a:path>
                <a:path w="19050" h="315594">
                  <a:moveTo>
                    <a:pt x="18592" y="0"/>
                  </a:moveTo>
                  <a:lnTo>
                    <a:pt x="0" y="0"/>
                  </a:lnTo>
                  <a:lnTo>
                    <a:pt x="0" y="50647"/>
                  </a:lnTo>
                  <a:lnTo>
                    <a:pt x="18592" y="50647"/>
                  </a:lnTo>
                  <a:lnTo>
                    <a:pt x="18592" y="0"/>
                  </a:lnTo>
                  <a:close/>
                </a:path>
              </a:pathLst>
            </a:custGeom>
            <a:solidFill>
              <a:srgbClr val="000000"/>
            </a:solidFill>
          </p:spPr>
          <p:txBody>
            <a:bodyPr wrap="square" lIns="0" tIns="0" rIns="0" bIns="0" rtlCol="0"/>
            <a:lstStyle/>
            <a:p/>
          </p:txBody>
        </p:sp>
        <p:sp>
          <p:nvSpPr>
            <p:cNvPr id="29" name="object 29" descr=""/>
            <p:cNvSpPr/>
            <p:nvPr/>
          </p:nvSpPr>
          <p:spPr>
            <a:xfrm>
              <a:off x="2774760" y="2010516"/>
              <a:ext cx="19050" cy="315595"/>
            </a:xfrm>
            <a:custGeom>
              <a:avLst/>
              <a:gdLst/>
              <a:ahLst/>
              <a:cxnLst/>
              <a:rect l="l" t="t" r="r" b="b"/>
              <a:pathLst>
                <a:path w="19050" h="315594">
                  <a:moveTo>
                    <a:pt x="18601" y="0"/>
                  </a:moveTo>
                  <a:lnTo>
                    <a:pt x="18601" y="50652"/>
                  </a:lnTo>
                  <a:lnTo>
                    <a:pt x="0" y="50652"/>
                  </a:lnTo>
                  <a:lnTo>
                    <a:pt x="0" y="0"/>
                  </a:lnTo>
                  <a:lnTo>
                    <a:pt x="18601" y="0"/>
                  </a:lnTo>
                  <a:close/>
                </a:path>
                <a:path w="19050" h="315594">
                  <a:moveTo>
                    <a:pt x="18601" y="89576"/>
                  </a:moveTo>
                  <a:lnTo>
                    <a:pt x="18601" y="101814"/>
                  </a:lnTo>
                  <a:lnTo>
                    <a:pt x="0" y="101814"/>
                  </a:lnTo>
                  <a:lnTo>
                    <a:pt x="0" y="89576"/>
                  </a:lnTo>
                  <a:lnTo>
                    <a:pt x="18601" y="89576"/>
                  </a:lnTo>
                  <a:close/>
                </a:path>
                <a:path w="19050" h="315594">
                  <a:moveTo>
                    <a:pt x="18601" y="140398"/>
                  </a:moveTo>
                  <a:lnTo>
                    <a:pt x="18601" y="191220"/>
                  </a:lnTo>
                  <a:lnTo>
                    <a:pt x="0" y="191220"/>
                  </a:lnTo>
                  <a:lnTo>
                    <a:pt x="0" y="140398"/>
                  </a:lnTo>
                  <a:lnTo>
                    <a:pt x="18601" y="140398"/>
                  </a:lnTo>
                  <a:close/>
                </a:path>
                <a:path w="19050" h="315594">
                  <a:moveTo>
                    <a:pt x="18601" y="229804"/>
                  </a:moveTo>
                  <a:lnTo>
                    <a:pt x="18601" y="242382"/>
                  </a:lnTo>
                  <a:lnTo>
                    <a:pt x="0" y="242382"/>
                  </a:lnTo>
                  <a:lnTo>
                    <a:pt x="0" y="229804"/>
                  </a:lnTo>
                  <a:lnTo>
                    <a:pt x="18601" y="229804"/>
                  </a:lnTo>
                  <a:close/>
                </a:path>
                <a:path w="19050" h="315594">
                  <a:moveTo>
                    <a:pt x="18601" y="280966"/>
                  </a:moveTo>
                  <a:lnTo>
                    <a:pt x="18601" y="315300"/>
                  </a:lnTo>
                  <a:lnTo>
                    <a:pt x="0" y="315300"/>
                  </a:lnTo>
                  <a:lnTo>
                    <a:pt x="0" y="280966"/>
                  </a:lnTo>
                  <a:lnTo>
                    <a:pt x="18601" y="280966"/>
                  </a:lnTo>
                  <a:close/>
                </a:path>
              </a:pathLst>
            </a:custGeom>
            <a:ln w="3175">
              <a:solidFill>
                <a:srgbClr val="000000"/>
              </a:solidFill>
            </a:ln>
          </p:spPr>
          <p:txBody>
            <a:bodyPr wrap="square" lIns="0" tIns="0" rIns="0" bIns="0" rtlCol="0"/>
            <a:lstStyle/>
            <a:p/>
          </p:txBody>
        </p:sp>
        <p:sp>
          <p:nvSpPr>
            <p:cNvPr id="30" name="object 30" descr=""/>
            <p:cNvSpPr/>
            <p:nvPr/>
          </p:nvSpPr>
          <p:spPr>
            <a:xfrm>
              <a:off x="2785696" y="2319868"/>
              <a:ext cx="66040" cy="12700"/>
            </a:xfrm>
            <a:custGeom>
              <a:avLst/>
              <a:gdLst/>
              <a:ahLst/>
              <a:cxnLst/>
              <a:rect l="l" t="t" r="r" b="b"/>
              <a:pathLst>
                <a:path w="66039" h="12700">
                  <a:moveTo>
                    <a:pt x="65678" y="0"/>
                  </a:moveTo>
                  <a:lnTo>
                    <a:pt x="0" y="0"/>
                  </a:lnTo>
                  <a:lnTo>
                    <a:pt x="0" y="12238"/>
                  </a:lnTo>
                  <a:lnTo>
                    <a:pt x="65678" y="12238"/>
                  </a:lnTo>
                  <a:lnTo>
                    <a:pt x="65678" y="0"/>
                  </a:lnTo>
                  <a:close/>
                </a:path>
              </a:pathLst>
            </a:custGeom>
            <a:solidFill>
              <a:srgbClr val="000000"/>
            </a:solidFill>
          </p:spPr>
          <p:txBody>
            <a:bodyPr wrap="square" lIns="0" tIns="0" rIns="0" bIns="0" rtlCol="0"/>
            <a:lstStyle/>
            <a:p/>
          </p:txBody>
        </p:sp>
        <p:sp>
          <p:nvSpPr>
            <p:cNvPr id="31" name="object 31" descr=""/>
            <p:cNvSpPr/>
            <p:nvPr/>
          </p:nvSpPr>
          <p:spPr>
            <a:xfrm>
              <a:off x="2785696" y="2319868"/>
              <a:ext cx="66040" cy="12700"/>
            </a:xfrm>
            <a:custGeom>
              <a:avLst/>
              <a:gdLst/>
              <a:ahLst/>
              <a:cxnLst/>
              <a:rect l="l" t="t" r="r" b="b"/>
              <a:pathLst>
                <a:path w="66039" h="12700">
                  <a:moveTo>
                    <a:pt x="0" y="0"/>
                  </a:moveTo>
                  <a:lnTo>
                    <a:pt x="65678" y="0"/>
                  </a:lnTo>
                  <a:lnTo>
                    <a:pt x="65678" y="12238"/>
                  </a:lnTo>
                  <a:lnTo>
                    <a:pt x="0" y="12238"/>
                  </a:lnTo>
                  <a:lnTo>
                    <a:pt x="0" y="0"/>
                  </a:lnTo>
                  <a:close/>
                </a:path>
              </a:pathLst>
            </a:custGeom>
            <a:ln w="3175">
              <a:solidFill>
                <a:srgbClr val="000000"/>
              </a:solidFill>
            </a:ln>
          </p:spPr>
          <p:txBody>
            <a:bodyPr wrap="square" lIns="0" tIns="0" rIns="0" bIns="0" rtlCol="0"/>
            <a:lstStyle/>
            <a:p/>
          </p:txBody>
        </p:sp>
        <p:sp>
          <p:nvSpPr>
            <p:cNvPr id="32" name="object 32" descr=""/>
            <p:cNvSpPr/>
            <p:nvPr/>
          </p:nvSpPr>
          <p:spPr>
            <a:xfrm>
              <a:off x="2642342" y="2060828"/>
              <a:ext cx="140335" cy="106680"/>
            </a:xfrm>
            <a:custGeom>
              <a:avLst/>
              <a:gdLst/>
              <a:ahLst/>
              <a:cxnLst/>
              <a:rect l="l" t="t" r="r" b="b"/>
              <a:pathLst>
                <a:path w="140335" h="106680">
                  <a:moveTo>
                    <a:pt x="0" y="106063"/>
                  </a:moveTo>
                  <a:lnTo>
                    <a:pt x="0" y="0"/>
                  </a:lnTo>
                </a:path>
                <a:path w="140335" h="106680">
                  <a:moveTo>
                    <a:pt x="0" y="0"/>
                  </a:moveTo>
                  <a:lnTo>
                    <a:pt x="140083" y="0"/>
                  </a:lnTo>
                </a:path>
              </a:pathLst>
            </a:custGeom>
            <a:ln w="14039">
              <a:solidFill>
                <a:srgbClr val="000000"/>
              </a:solidFill>
            </a:ln>
          </p:spPr>
          <p:txBody>
            <a:bodyPr wrap="square" lIns="0" tIns="0" rIns="0" bIns="0" rtlCol="0"/>
            <a:lstStyle/>
            <a:p/>
          </p:txBody>
        </p:sp>
        <p:pic>
          <p:nvPicPr>
            <p:cNvPr id="33" name="object 33" descr=""/>
            <p:cNvPicPr/>
            <p:nvPr/>
          </p:nvPicPr>
          <p:blipFill>
            <a:blip r:embed="rId2" cstate="print"/>
            <a:stretch>
              <a:fillRect/>
            </a:stretch>
          </p:blipFill>
          <p:spPr>
            <a:xfrm>
              <a:off x="2317284" y="1849466"/>
              <a:ext cx="232559" cy="683548"/>
            </a:xfrm>
            <a:prstGeom prst="rect">
              <a:avLst/>
            </a:prstGeom>
          </p:spPr>
        </p:pic>
        <p:sp>
          <p:nvSpPr>
            <p:cNvPr id="34" name="object 34" descr=""/>
            <p:cNvSpPr/>
            <p:nvPr/>
          </p:nvSpPr>
          <p:spPr>
            <a:xfrm>
              <a:off x="2319471" y="1851081"/>
              <a:ext cx="230504" cy="684530"/>
            </a:xfrm>
            <a:custGeom>
              <a:avLst/>
              <a:gdLst/>
              <a:ahLst/>
              <a:cxnLst/>
              <a:rect l="l" t="t" r="r" b="b"/>
              <a:pathLst>
                <a:path w="230505" h="684530">
                  <a:moveTo>
                    <a:pt x="0" y="683973"/>
                  </a:moveTo>
                  <a:lnTo>
                    <a:pt x="230372" y="683973"/>
                  </a:lnTo>
                  <a:lnTo>
                    <a:pt x="230372" y="0"/>
                  </a:lnTo>
                  <a:lnTo>
                    <a:pt x="0" y="0"/>
                  </a:lnTo>
                  <a:lnTo>
                    <a:pt x="0" y="683973"/>
                  </a:lnTo>
                  <a:close/>
                </a:path>
              </a:pathLst>
            </a:custGeom>
            <a:ln w="15496">
              <a:solidFill>
                <a:srgbClr val="000000"/>
              </a:solidFill>
            </a:ln>
          </p:spPr>
          <p:txBody>
            <a:bodyPr wrap="square" lIns="0" tIns="0" rIns="0" bIns="0" rtlCol="0"/>
            <a:lstStyle/>
            <a:p/>
          </p:txBody>
        </p:sp>
      </p:grpSp>
      <p:grpSp>
        <p:nvGrpSpPr>
          <p:cNvPr id="35" name="object 35" descr=""/>
          <p:cNvGrpSpPr/>
          <p:nvPr/>
        </p:nvGrpSpPr>
        <p:grpSpPr>
          <a:xfrm>
            <a:off x="2897642" y="2003226"/>
            <a:ext cx="21590" cy="15240"/>
            <a:chOff x="2897642" y="2003226"/>
            <a:chExt cx="21590" cy="15240"/>
          </a:xfrm>
        </p:grpSpPr>
        <p:sp>
          <p:nvSpPr>
            <p:cNvPr id="36" name="object 36" descr=""/>
            <p:cNvSpPr/>
            <p:nvPr/>
          </p:nvSpPr>
          <p:spPr>
            <a:xfrm>
              <a:off x="2898982" y="2004567"/>
              <a:ext cx="19050" cy="12700"/>
            </a:xfrm>
            <a:custGeom>
              <a:avLst/>
              <a:gdLst/>
              <a:ahLst/>
              <a:cxnLst/>
              <a:rect l="l" t="t" r="r" b="b"/>
              <a:pathLst>
                <a:path w="19050" h="12700">
                  <a:moveTo>
                    <a:pt x="18601" y="0"/>
                  </a:moveTo>
                  <a:lnTo>
                    <a:pt x="0" y="0"/>
                  </a:lnTo>
                  <a:lnTo>
                    <a:pt x="0" y="12238"/>
                  </a:lnTo>
                  <a:lnTo>
                    <a:pt x="18601" y="12238"/>
                  </a:lnTo>
                  <a:lnTo>
                    <a:pt x="18601" y="0"/>
                  </a:lnTo>
                  <a:close/>
                </a:path>
              </a:pathLst>
            </a:custGeom>
            <a:solidFill>
              <a:srgbClr val="000000"/>
            </a:solidFill>
          </p:spPr>
          <p:txBody>
            <a:bodyPr wrap="square" lIns="0" tIns="0" rIns="0" bIns="0" rtlCol="0"/>
            <a:lstStyle/>
            <a:p/>
          </p:txBody>
        </p:sp>
        <p:sp>
          <p:nvSpPr>
            <p:cNvPr id="37" name="object 37" descr=""/>
            <p:cNvSpPr/>
            <p:nvPr/>
          </p:nvSpPr>
          <p:spPr>
            <a:xfrm>
              <a:off x="2898982" y="2004566"/>
              <a:ext cx="19050" cy="12700"/>
            </a:xfrm>
            <a:custGeom>
              <a:avLst/>
              <a:gdLst/>
              <a:ahLst/>
              <a:cxnLst/>
              <a:rect l="l" t="t" r="r" b="b"/>
              <a:pathLst>
                <a:path w="19050" h="12700">
                  <a:moveTo>
                    <a:pt x="0" y="0"/>
                  </a:moveTo>
                  <a:lnTo>
                    <a:pt x="18601" y="0"/>
                  </a:lnTo>
                  <a:lnTo>
                    <a:pt x="18601" y="12238"/>
                  </a:lnTo>
                  <a:lnTo>
                    <a:pt x="0" y="12238"/>
                  </a:lnTo>
                  <a:lnTo>
                    <a:pt x="0" y="0"/>
                  </a:lnTo>
                  <a:close/>
                </a:path>
              </a:pathLst>
            </a:custGeom>
            <a:ln w="3175">
              <a:solidFill>
                <a:srgbClr val="000000"/>
              </a:solidFill>
            </a:ln>
          </p:spPr>
          <p:txBody>
            <a:bodyPr wrap="square" lIns="0" tIns="0" rIns="0" bIns="0" rtlCol="0"/>
            <a:lstStyle/>
            <a:p/>
          </p:txBody>
        </p:sp>
      </p:grpSp>
      <p:grpSp>
        <p:nvGrpSpPr>
          <p:cNvPr id="38" name="object 38" descr=""/>
          <p:cNvGrpSpPr/>
          <p:nvPr/>
        </p:nvGrpSpPr>
        <p:grpSpPr>
          <a:xfrm>
            <a:off x="2897642" y="2318527"/>
            <a:ext cx="21590" cy="15240"/>
            <a:chOff x="2897642" y="2318527"/>
            <a:chExt cx="21590" cy="15240"/>
          </a:xfrm>
        </p:grpSpPr>
        <p:sp>
          <p:nvSpPr>
            <p:cNvPr id="39" name="object 39" descr=""/>
            <p:cNvSpPr/>
            <p:nvPr/>
          </p:nvSpPr>
          <p:spPr>
            <a:xfrm>
              <a:off x="2898982" y="2319867"/>
              <a:ext cx="19050" cy="12700"/>
            </a:xfrm>
            <a:custGeom>
              <a:avLst/>
              <a:gdLst/>
              <a:ahLst/>
              <a:cxnLst/>
              <a:rect l="l" t="t" r="r" b="b"/>
              <a:pathLst>
                <a:path w="19050" h="12700">
                  <a:moveTo>
                    <a:pt x="18601" y="0"/>
                  </a:moveTo>
                  <a:lnTo>
                    <a:pt x="0" y="0"/>
                  </a:lnTo>
                  <a:lnTo>
                    <a:pt x="0" y="12238"/>
                  </a:lnTo>
                  <a:lnTo>
                    <a:pt x="18601" y="12238"/>
                  </a:lnTo>
                  <a:lnTo>
                    <a:pt x="18601" y="0"/>
                  </a:lnTo>
                  <a:close/>
                </a:path>
              </a:pathLst>
            </a:custGeom>
            <a:solidFill>
              <a:srgbClr val="000000"/>
            </a:solidFill>
          </p:spPr>
          <p:txBody>
            <a:bodyPr wrap="square" lIns="0" tIns="0" rIns="0" bIns="0" rtlCol="0"/>
            <a:lstStyle/>
            <a:p/>
          </p:txBody>
        </p:sp>
        <p:sp>
          <p:nvSpPr>
            <p:cNvPr id="40" name="object 40" descr=""/>
            <p:cNvSpPr/>
            <p:nvPr/>
          </p:nvSpPr>
          <p:spPr>
            <a:xfrm>
              <a:off x="2898982" y="2319867"/>
              <a:ext cx="19050" cy="12700"/>
            </a:xfrm>
            <a:custGeom>
              <a:avLst/>
              <a:gdLst/>
              <a:ahLst/>
              <a:cxnLst/>
              <a:rect l="l" t="t" r="r" b="b"/>
              <a:pathLst>
                <a:path w="19050" h="12700">
                  <a:moveTo>
                    <a:pt x="0" y="0"/>
                  </a:moveTo>
                  <a:lnTo>
                    <a:pt x="18601" y="0"/>
                  </a:lnTo>
                  <a:lnTo>
                    <a:pt x="18601" y="12238"/>
                  </a:lnTo>
                  <a:lnTo>
                    <a:pt x="0" y="12238"/>
                  </a:lnTo>
                  <a:lnTo>
                    <a:pt x="0" y="0"/>
                  </a:lnTo>
                  <a:close/>
                </a:path>
              </a:pathLst>
            </a:custGeom>
            <a:ln w="3175">
              <a:solidFill>
                <a:srgbClr val="000000"/>
              </a:solidFill>
            </a:ln>
          </p:spPr>
          <p:txBody>
            <a:bodyPr wrap="square" lIns="0" tIns="0" rIns="0" bIns="0" rtlCol="0"/>
            <a:lstStyle/>
            <a:p/>
          </p:txBody>
        </p:sp>
      </p:grpSp>
      <p:grpSp>
        <p:nvGrpSpPr>
          <p:cNvPr id="41" name="object 41" descr=""/>
          <p:cNvGrpSpPr/>
          <p:nvPr/>
        </p:nvGrpSpPr>
        <p:grpSpPr>
          <a:xfrm>
            <a:off x="6854164" y="2003357"/>
            <a:ext cx="69215" cy="15240"/>
            <a:chOff x="6854164" y="2003357"/>
            <a:chExt cx="69215" cy="15240"/>
          </a:xfrm>
        </p:grpSpPr>
        <p:sp>
          <p:nvSpPr>
            <p:cNvPr id="42" name="object 42" descr=""/>
            <p:cNvSpPr/>
            <p:nvPr/>
          </p:nvSpPr>
          <p:spPr>
            <a:xfrm>
              <a:off x="6855373" y="2004567"/>
              <a:ext cx="66675" cy="12700"/>
            </a:xfrm>
            <a:custGeom>
              <a:avLst/>
              <a:gdLst/>
              <a:ahLst/>
              <a:cxnLst/>
              <a:rect l="l" t="t" r="r" b="b"/>
              <a:pathLst>
                <a:path w="66675" h="12700">
                  <a:moveTo>
                    <a:pt x="66275" y="0"/>
                  </a:moveTo>
                  <a:lnTo>
                    <a:pt x="0" y="0"/>
                  </a:lnTo>
                  <a:lnTo>
                    <a:pt x="0" y="12238"/>
                  </a:lnTo>
                  <a:lnTo>
                    <a:pt x="66275" y="12238"/>
                  </a:lnTo>
                  <a:lnTo>
                    <a:pt x="66275" y="0"/>
                  </a:lnTo>
                  <a:close/>
                </a:path>
              </a:pathLst>
            </a:custGeom>
            <a:solidFill>
              <a:srgbClr val="000000"/>
            </a:solidFill>
          </p:spPr>
          <p:txBody>
            <a:bodyPr wrap="square" lIns="0" tIns="0" rIns="0" bIns="0" rtlCol="0"/>
            <a:lstStyle/>
            <a:p/>
          </p:txBody>
        </p:sp>
        <p:sp>
          <p:nvSpPr>
            <p:cNvPr id="43" name="object 43" descr=""/>
            <p:cNvSpPr/>
            <p:nvPr/>
          </p:nvSpPr>
          <p:spPr>
            <a:xfrm>
              <a:off x="6855373" y="2004567"/>
              <a:ext cx="66675" cy="12700"/>
            </a:xfrm>
            <a:custGeom>
              <a:avLst/>
              <a:gdLst/>
              <a:ahLst/>
              <a:cxnLst/>
              <a:rect l="l" t="t" r="r" b="b"/>
              <a:pathLst>
                <a:path w="66675" h="12700">
                  <a:moveTo>
                    <a:pt x="0" y="0"/>
                  </a:moveTo>
                  <a:lnTo>
                    <a:pt x="66275" y="0"/>
                  </a:lnTo>
                  <a:lnTo>
                    <a:pt x="66275" y="12238"/>
                  </a:lnTo>
                  <a:lnTo>
                    <a:pt x="0" y="12238"/>
                  </a:lnTo>
                  <a:lnTo>
                    <a:pt x="0" y="0"/>
                  </a:lnTo>
                  <a:close/>
                </a:path>
              </a:pathLst>
            </a:custGeom>
            <a:ln w="3175">
              <a:solidFill>
                <a:srgbClr val="000000"/>
              </a:solidFill>
            </a:ln>
          </p:spPr>
          <p:txBody>
            <a:bodyPr wrap="square" lIns="0" tIns="0" rIns="0" bIns="0" rtlCol="0"/>
            <a:lstStyle/>
            <a:p/>
          </p:txBody>
        </p:sp>
      </p:grpSp>
      <p:grpSp>
        <p:nvGrpSpPr>
          <p:cNvPr id="44" name="object 44" descr=""/>
          <p:cNvGrpSpPr/>
          <p:nvPr/>
        </p:nvGrpSpPr>
        <p:grpSpPr>
          <a:xfrm>
            <a:off x="6967363" y="2003226"/>
            <a:ext cx="21590" cy="15240"/>
            <a:chOff x="6967363" y="2003226"/>
            <a:chExt cx="21590" cy="15240"/>
          </a:xfrm>
        </p:grpSpPr>
        <p:sp>
          <p:nvSpPr>
            <p:cNvPr id="45" name="object 45" descr=""/>
            <p:cNvSpPr/>
            <p:nvPr/>
          </p:nvSpPr>
          <p:spPr>
            <a:xfrm>
              <a:off x="6968704" y="2004567"/>
              <a:ext cx="19050" cy="12700"/>
            </a:xfrm>
            <a:custGeom>
              <a:avLst/>
              <a:gdLst/>
              <a:ahLst/>
              <a:cxnLst/>
              <a:rect l="l" t="t" r="r" b="b"/>
              <a:pathLst>
                <a:path w="19050" h="12700">
                  <a:moveTo>
                    <a:pt x="18557" y="0"/>
                  </a:moveTo>
                  <a:lnTo>
                    <a:pt x="0" y="0"/>
                  </a:lnTo>
                  <a:lnTo>
                    <a:pt x="0" y="12238"/>
                  </a:lnTo>
                  <a:lnTo>
                    <a:pt x="18557" y="12238"/>
                  </a:lnTo>
                  <a:lnTo>
                    <a:pt x="18557" y="0"/>
                  </a:lnTo>
                  <a:close/>
                </a:path>
              </a:pathLst>
            </a:custGeom>
            <a:solidFill>
              <a:srgbClr val="000000"/>
            </a:solidFill>
          </p:spPr>
          <p:txBody>
            <a:bodyPr wrap="square" lIns="0" tIns="0" rIns="0" bIns="0" rtlCol="0"/>
            <a:lstStyle/>
            <a:p/>
          </p:txBody>
        </p:sp>
        <p:sp>
          <p:nvSpPr>
            <p:cNvPr id="46" name="object 46" descr=""/>
            <p:cNvSpPr/>
            <p:nvPr/>
          </p:nvSpPr>
          <p:spPr>
            <a:xfrm>
              <a:off x="6968704" y="2004567"/>
              <a:ext cx="19050" cy="12700"/>
            </a:xfrm>
            <a:custGeom>
              <a:avLst/>
              <a:gdLst/>
              <a:ahLst/>
              <a:cxnLst/>
              <a:rect l="l" t="t" r="r" b="b"/>
              <a:pathLst>
                <a:path w="19050" h="12700">
                  <a:moveTo>
                    <a:pt x="0" y="0"/>
                  </a:moveTo>
                  <a:lnTo>
                    <a:pt x="18557" y="0"/>
                  </a:lnTo>
                  <a:lnTo>
                    <a:pt x="18557" y="12238"/>
                  </a:lnTo>
                  <a:lnTo>
                    <a:pt x="0" y="12238"/>
                  </a:lnTo>
                  <a:lnTo>
                    <a:pt x="0" y="0"/>
                  </a:lnTo>
                  <a:close/>
                </a:path>
              </a:pathLst>
            </a:custGeom>
            <a:ln w="3175">
              <a:solidFill>
                <a:srgbClr val="000000"/>
              </a:solidFill>
            </a:ln>
          </p:spPr>
          <p:txBody>
            <a:bodyPr wrap="square" lIns="0" tIns="0" rIns="0" bIns="0" rtlCol="0"/>
            <a:lstStyle/>
            <a:p/>
          </p:txBody>
        </p:sp>
      </p:grpSp>
      <p:grpSp>
        <p:nvGrpSpPr>
          <p:cNvPr id="47" name="object 47" descr=""/>
          <p:cNvGrpSpPr/>
          <p:nvPr/>
        </p:nvGrpSpPr>
        <p:grpSpPr>
          <a:xfrm>
            <a:off x="6854164" y="2318658"/>
            <a:ext cx="69215" cy="15240"/>
            <a:chOff x="6854164" y="2318658"/>
            <a:chExt cx="69215" cy="15240"/>
          </a:xfrm>
        </p:grpSpPr>
        <p:sp>
          <p:nvSpPr>
            <p:cNvPr id="48" name="object 48" descr=""/>
            <p:cNvSpPr/>
            <p:nvPr/>
          </p:nvSpPr>
          <p:spPr>
            <a:xfrm>
              <a:off x="6855373" y="2319867"/>
              <a:ext cx="66675" cy="12700"/>
            </a:xfrm>
            <a:custGeom>
              <a:avLst/>
              <a:gdLst/>
              <a:ahLst/>
              <a:cxnLst/>
              <a:rect l="l" t="t" r="r" b="b"/>
              <a:pathLst>
                <a:path w="66675" h="12700">
                  <a:moveTo>
                    <a:pt x="66275" y="0"/>
                  </a:moveTo>
                  <a:lnTo>
                    <a:pt x="0" y="0"/>
                  </a:lnTo>
                  <a:lnTo>
                    <a:pt x="0" y="12238"/>
                  </a:lnTo>
                  <a:lnTo>
                    <a:pt x="66275" y="12238"/>
                  </a:lnTo>
                  <a:lnTo>
                    <a:pt x="66275" y="0"/>
                  </a:lnTo>
                  <a:close/>
                </a:path>
              </a:pathLst>
            </a:custGeom>
            <a:solidFill>
              <a:srgbClr val="000000"/>
            </a:solidFill>
          </p:spPr>
          <p:txBody>
            <a:bodyPr wrap="square" lIns="0" tIns="0" rIns="0" bIns="0" rtlCol="0"/>
            <a:lstStyle/>
            <a:p/>
          </p:txBody>
        </p:sp>
        <p:sp>
          <p:nvSpPr>
            <p:cNvPr id="49" name="object 49" descr=""/>
            <p:cNvSpPr/>
            <p:nvPr/>
          </p:nvSpPr>
          <p:spPr>
            <a:xfrm>
              <a:off x="6855373" y="2319867"/>
              <a:ext cx="66675" cy="12700"/>
            </a:xfrm>
            <a:custGeom>
              <a:avLst/>
              <a:gdLst/>
              <a:ahLst/>
              <a:cxnLst/>
              <a:rect l="l" t="t" r="r" b="b"/>
              <a:pathLst>
                <a:path w="66675" h="12700">
                  <a:moveTo>
                    <a:pt x="0" y="0"/>
                  </a:moveTo>
                  <a:lnTo>
                    <a:pt x="66275" y="0"/>
                  </a:lnTo>
                  <a:lnTo>
                    <a:pt x="66275" y="12238"/>
                  </a:lnTo>
                  <a:lnTo>
                    <a:pt x="0" y="12238"/>
                  </a:lnTo>
                  <a:lnTo>
                    <a:pt x="0" y="0"/>
                  </a:lnTo>
                  <a:close/>
                </a:path>
              </a:pathLst>
            </a:custGeom>
            <a:ln w="3175">
              <a:solidFill>
                <a:srgbClr val="000000"/>
              </a:solidFill>
            </a:ln>
          </p:spPr>
          <p:txBody>
            <a:bodyPr wrap="square" lIns="0" tIns="0" rIns="0" bIns="0" rtlCol="0"/>
            <a:lstStyle/>
            <a:p/>
          </p:txBody>
        </p:sp>
      </p:grpSp>
      <p:grpSp>
        <p:nvGrpSpPr>
          <p:cNvPr id="50" name="object 50" descr=""/>
          <p:cNvGrpSpPr/>
          <p:nvPr/>
        </p:nvGrpSpPr>
        <p:grpSpPr>
          <a:xfrm>
            <a:off x="6967363" y="2318527"/>
            <a:ext cx="21590" cy="15240"/>
            <a:chOff x="6967363" y="2318527"/>
            <a:chExt cx="21590" cy="15240"/>
          </a:xfrm>
        </p:grpSpPr>
        <p:sp>
          <p:nvSpPr>
            <p:cNvPr id="51" name="object 51" descr=""/>
            <p:cNvSpPr/>
            <p:nvPr/>
          </p:nvSpPr>
          <p:spPr>
            <a:xfrm>
              <a:off x="6968704" y="2319867"/>
              <a:ext cx="19050" cy="12700"/>
            </a:xfrm>
            <a:custGeom>
              <a:avLst/>
              <a:gdLst/>
              <a:ahLst/>
              <a:cxnLst/>
              <a:rect l="l" t="t" r="r" b="b"/>
              <a:pathLst>
                <a:path w="19050" h="12700">
                  <a:moveTo>
                    <a:pt x="18557" y="0"/>
                  </a:moveTo>
                  <a:lnTo>
                    <a:pt x="0" y="0"/>
                  </a:lnTo>
                  <a:lnTo>
                    <a:pt x="0" y="12238"/>
                  </a:lnTo>
                  <a:lnTo>
                    <a:pt x="18557" y="12238"/>
                  </a:lnTo>
                  <a:lnTo>
                    <a:pt x="18557" y="0"/>
                  </a:lnTo>
                  <a:close/>
                </a:path>
              </a:pathLst>
            </a:custGeom>
            <a:solidFill>
              <a:srgbClr val="000000"/>
            </a:solidFill>
          </p:spPr>
          <p:txBody>
            <a:bodyPr wrap="square" lIns="0" tIns="0" rIns="0" bIns="0" rtlCol="0"/>
            <a:lstStyle/>
            <a:p/>
          </p:txBody>
        </p:sp>
        <p:sp>
          <p:nvSpPr>
            <p:cNvPr id="52" name="object 52" descr=""/>
            <p:cNvSpPr/>
            <p:nvPr/>
          </p:nvSpPr>
          <p:spPr>
            <a:xfrm>
              <a:off x="6968704" y="2319867"/>
              <a:ext cx="19050" cy="12700"/>
            </a:xfrm>
            <a:custGeom>
              <a:avLst/>
              <a:gdLst/>
              <a:ahLst/>
              <a:cxnLst/>
              <a:rect l="l" t="t" r="r" b="b"/>
              <a:pathLst>
                <a:path w="19050" h="12700">
                  <a:moveTo>
                    <a:pt x="0" y="0"/>
                  </a:moveTo>
                  <a:lnTo>
                    <a:pt x="18557" y="0"/>
                  </a:lnTo>
                  <a:lnTo>
                    <a:pt x="18557" y="12238"/>
                  </a:lnTo>
                  <a:lnTo>
                    <a:pt x="0" y="12238"/>
                  </a:lnTo>
                  <a:lnTo>
                    <a:pt x="0" y="0"/>
                  </a:lnTo>
                  <a:close/>
                </a:path>
              </a:pathLst>
            </a:custGeom>
            <a:ln w="3175">
              <a:solidFill>
                <a:srgbClr val="000000"/>
              </a:solidFill>
            </a:ln>
          </p:spPr>
          <p:txBody>
            <a:bodyPr wrap="square" lIns="0" tIns="0" rIns="0" bIns="0" rtlCol="0"/>
            <a:lstStyle/>
            <a:p/>
          </p:txBody>
        </p:sp>
      </p:grpSp>
      <p:grpSp>
        <p:nvGrpSpPr>
          <p:cNvPr id="53" name="object 53" descr=""/>
          <p:cNvGrpSpPr/>
          <p:nvPr/>
        </p:nvGrpSpPr>
        <p:grpSpPr>
          <a:xfrm>
            <a:off x="7033757" y="2003344"/>
            <a:ext cx="60960" cy="330200"/>
            <a:chOff x="7033757" y="2003344"/>
            <a:chExt cx="60960" cy="330200"/>
          </a:xfrm>
        </p:grpSpPr>
        <p:sp>
          <p:nvSpPr>
            <p:cNvPr id="54" name="object 54" descr=""/>
            <p:cNvSpPr/>
            <p:nvPr/>
          </p:nvSpPr>
          <p:spPr>
            <a:xfrm>
              <a:off x="7034979" y="2004567"/>
              <a:ext cx="50165" cy="12700"/>
            </a:xfrm>
            <a:custGeom>
              <a:avLst/>
              <a:gdLst/>
              <a:ahLst/>
              <a:cxnLst/>
              <a:rect l="l" t="t" r="r" b="b"/>
              <a:pathLst>
                <a:path w="50165" h="12700">
                  <a:moveTo>
                    <a:pt x="50148" y="0"/>
                  </a:moveTo>
                  <a:lnTo>
                    <a:pt x="0" y="0"/>
                  </a:lnTo>
                  <a:lnTo>
                    <a:pt x="0" y="12238"/>
                  </a:lnTo>
                  <a:lnTo>
                    <a:pt x="50148" y="12238"/>
                  </a:lnTo>
                  <a:lnTo>
                    <a:pt x="50148" y="0"/>
                  </a:lnTo>
                  <a:close/>
                </a:path>
              </a:pathLst>
            </a:custGeom>
            <a:solidFill>
              <a:srgbClr val="000000"/>
            </a:solidFill>
          </p:spPr>
          <p:txBody>
            <a:bodyPr wrap="square" lIns="0" tIns="0" rIns="0" bIns="0" rtlCol="0"/>
            <a:lstStyle/>
            <a:p/>
          </p:txBody>
        </p:sp>
        <p:sp>
          <p:nvSpPr>
            <p:cNvPr id="55" name="object 55" descr=""/>
            <p:cNvSpPr/>
            <p:nvPr/>
          </p:nvSpPr>
          <p:spPr>
            <a:xfrm>
              <a:off x="7034979" y="2004567"/>
              <a:ext cx="50165" cy="12700"/>
            </a:xfrm>
            <a:custGeom>
              <a:avLst/>
              <a:gdLst/>
              <a:ahLst/>
              <a:cxnLst/>
              <a:rect l="l" t="t" r="r" b="b"/>
              <a:pathLst>
                <a:path w="50165" h="12700">
                  <a:moveTo>
                    <a:pt x="0" y="0"/>
                  </a:moveTo>
                  <a:lnTo>
                    <a:pt x="50148" y="0"/>
                  </a:lnTo>
                  <a:lnTo>
                    <a:pt x="50148" y="12238"/>
                  </a:lnTo>
                  <a:lnTo>
                    <a:pt x="0" y="12238"/>
                  </a:lnTo>
                  <a:lnTo>
                    <a:pt x="0" y="0"/>
                  </a:lnTo>
                  <a:close/>
                </a:path>
              </a:pathLst>
            </a:custGeom>
            <a:ln w="3175">
              <a:solidFill>
                <a:srgbClr val="000000"/>
              </a:solidFill>
            </a:ln>
          </p:spPr>
          <p:txBody>
            <a:bodyPr wrap="square" lIns="0" tIns="0" rIns="0" bIns="0" rtlCol="0"/>
            <a:lstStyle/>
            <a:p/>
          </p:txBody>
        </p:sp>
        <p:sp>
          <p:nvSpPr>
            <p:cNvPr id="56" name="object 56" descr=""/>
            <p:cNvSpPr/>
            <p:nvPr/>
          </p:nvSpPr>
          <p:spPr>
            <a:xfrm>
              <a:off x="7076948" y="2010524"/>
              <a:ext cx="16510" cy="315595"/>
            </a:xfrm>
            <a:custGeom>
              <a:avLst/>
              <a:gdLst/>
              <a:ahLst/>
              <a:cxnLst/>
              <a:rect l="l" t="t" r="r" b="b"/>
              <a:pathLst>
                <a:path w="16509" h="315594">
                  <a:moveTo>
                    <a:pt x="15900" y="280962"/>
                  </a:moveTo>
                  <a:lnTo>
                    <a:pt x="0" y="280962"/>
                  </a:lnTo>
                  <a:lnTo>
                    <a:pt x="0" y="315302"/>
                  </a:lnTo>
                  <a:lnTo>
                    <a:pt x="15900" y="315302"/>
                  </a:lnTo>
                  <a:lnTo>
                    <a:pt x="15900" y="280962"/>
                  </a:lnTo>
                  <a:close/>
                </a:path>
                <a:path w="16509" h="315594">
                  <a:moveTo>
                    <a:pt x="15900" y="229806"/>
                  </a:moveTo>
                  <a:lnTo>
                    <a:pt x="0" y="229806"/>
                  </a:lnTo>
                  <a:lnTo>
                    <a:pt x="0" y="242379"/>
                  </a:lnTo>
                  <a:lnTo>
                    <a:pt x="15900" y="242379"/>
                  </a:lnTo>
                  <a:lnTo>
                    <a:pt x="15900" y="229806"/>
                  </a:lnTo>
                  <a:close/>
                </a:path>
                <a:path w="16509" h="315594">
                  <a:moveTo>
                    <a:pt x="15900" y="140398"/>
                  </a:moveTo>
                  <a:lnTo>
                    <a:pt x="0" y="140398"/>
                  </a:lnTo>
                  <a:lnTo>
                    <a:pt x="0" y="191223"/>
                  </a:lnTo>
                  <a:lnTo>
                    <a:pt x="15900" y="191223"/>
                  </a:lnTo>
                  <a:lnTo>
                    <a:pt x="15900" y="140398"/>
                  </a:lnTo>
                  <a:close/>
                </a:path>
                <a:path w="16509" h="315594">
                  <a:moveTo>
                    <a:pt x="15900" y="89573"/>
                  </a:moveTo>
                  <a:lnTo>
                    <a:pt x="0" y="89573"/>
                  </a:lnTo>
                  <a:lnTo>
                    <a:pt x="0" y="101815"/>
                  </a:lnTo>
                  <a:lnTo>
                    <a:pt x="15900" y="101815"/>
                  </a:lnTo>
                  <a:lnTo>
                    <a:pt x="15900" y="89573"/>
                  </a:lnTo>
                  <a:close/>
                </a:path>
                <a:path w="16509" h="315594">
                  <a:moveTo>
                    <a:pt x="15900" y="0"/>
                  </a:moveTo>
                  <a:lnTo>
                    <a:pt x="0" y="0"/>
                  </a:lnTo>
                  <a:lnTo>
                    <a:pt x="0" y="50647"/>
                  </a:lnTo>
                  <a:lnTo>
                    <a:pt x="15900" y="50647"/>
                  </a:lnTo>
                  <a:lnTo>
                    <a:pt x="15900" y="0"/>
                  </a:lnTo>
                  <a:close/>
                </a:path>
              </a:pathLst>
            </a:custGeom>
            <a:solidFill>
              <a:srgbClr val="000000"/>
            </a:solidFill>
          </p:spPr>
          <p:txBody>
            <a:bodyPr wrap="square" lIns="0" tIns="0" rIns="0" bIns="0" rtlCol="0"/>
            <a:lstStyle/>
            <a:p/>
          </p:txBody>
        </p:sp>
        <p:sp>
          <p:nvSpPr>
            <p:cNvPr id="57" name="object 57" descr=""/>
            <p:cNvSpPr/>
            <p:nvPr/>
          </p:nvSpPr>
          <p:spPr>
            <a:xfrm>
              <a:off x="7076954" y="2010516"/>
              <a:ext cx="16510" cy="315595"/>
            </a:xfrm>
            <a:custGeom>
              <a:avLst/>
              <a:gdLst/>
              <a:ahLst/>
              <a:cxnLst/>
              <a:rect l="l" t="t" r="r" b="b"/>
              <a:pathLst>
                <a:path w="16509" h="315594">
                  <a:moveTo>
                    <a:pt x="15906" y="0"/>
                  </a:moveTo>
                  <a:lnTo>
                    <a:pt x="15906" y="50652"/>
                  </a:lnTo>
                  <a:lnTo>
                    <a:pt x="0" y="50652"/>
                  </a:lnTo>
                  <a:lnTo>
                    <a:pt x="0" y="0"/>
                  </a:lnTo>
                  <a:lnTo>
                    <a:pt x="15906" y="0"/>
                  </a:lnTo>
                  <a:close/>
                </a:path>
                <a:path w="16509" h="315594">
                  <a:moveTo>
                    <a:pt x="15906" y="89576"/>
                  </a:moveTo>
                  <a:lnTo>
                    <a:pt x="15906" y="101814"/>
                  </a:lnTo>
                  <a:lnTo>
                    <a:pt x="0" y="101814"/>
                  </a:lnTo>
                  <a:lnTo>
                    <a:pt x="0" y="89576"/>
                  </a:lnTo>
                  <a:lnTo>
                    <a:pt x="15906" y="89576"/>
                  </a:lnTo>
                  <a:close/>
                </a:path>
                <a:path w="16509" h="315594">
                  <a:moveTo>
                    <a:pt x="15906" y="140398"/>
                  </a:moveTo>
                  <a:lnTo>
                    <a:pt x="15906" y="191220"/>
                  </a:lnTo>
                  <a:lnTo>
                    <a:pt x="0" y="191220"/>
                  </a:lnTo>
                  <a:lnTo>
                    <a:pt x="0" y="140398"/>
                  </a:lnTo>
                  <a:lnTo>
                    <a:pt x="15906" y="140398"/>
                  </a:lnTo>
                  <a:close/>
                </a:path>
                <a:path w="16509" h="315594">
                  <a:moveTo>
                    <a:pt x="15906" y="229804"/>
                  </a:moveTo>
                  <a:lnTo>
                    <a:pt x="15906" y="242382"/>
                  </a:lnTo>
                  <a:lnTo>
                    <a:pt x="0" y="242382"/>
                  </a:lnTo>
                  <a:lnTo>
                    <a:pt x="0" y="229804"/>
                  </a:lnTo>
                  <a:lnTo>
                    <a:pt x="15906" y="229804"/>
                  </a:lnTo>
                  <a:close/>
                </a:path>
                <a:path w="16509" h="315594">
                  <a:moveTo>
                    <a:pt x="15906" y="280966"/>
                  </a:moveTo>
                  <a:lnTo>
                    <a:pt x="15906" y="315300"/>
                  </a:lnTo>
                  <a:lnTo>
                    <a:pt x="0" y="315300"/>
                  </a:lnTo>
                  <a:lnTo>
                    <a:pt x="0" y="280966"/>
                  </a:lnTo>
                  <a:lnTo>
                    <a:pt x="15906" y="280966"/>
                  </a:lnTo>
                  <a:close/>
                </a:path>
              </a:pathLst>
            </a:custGeom>
            <a:ln w="3175">
              <a:solidFill>
                <a:srgbClr val="000000"/>
              </a:solidFill>
            </a:ln>
          </p:spPr>
          <p:txBody>
            <a:bodyPr wrap="square" lIns="0" tIns="0" rIns="0" bIns="0" rtlCol="0"/>
            <a:lstStyle/>
            <a:p/>
          </p:txBody>
        </p:sp>
        <p:sp>
          <p:nvSpPr>
            <p:cNvPr id="58" name="object 58" descr=""/>
            <p:cNvSpPr/>
            <p:nvPr/>
          </p:nvSpPr>
          <p:spPr>
            <a:xfrm>
              <a:off x="7034979" y="2319868"/>
              <a:ext cx="50165" cy="12700"/>
            </a:xfrm>
            <a:custGeom>
              <a:avLst/>
              <a:gdLst/>
              <a:ahLst/>
              <a:cxnLst/>
              <a:rect l="l" t="t" r="r" b="b"/>
              <a:pathLst>
                <a:path w="50165" h="12700">
                  <a:moveTo>
                    <a:pt x="50148" y="0"/>
                  </a:moveTo>
                  <a:lnTo>
                    <a:pt x="0" y="0"/>
                  </a:lnTo>
                  <a:lnTo>
                    <a:pt x="0" y="12238"/>
                  </a:lnTo>
                  <a:lnTo>
                    <a:pt x="50148" y="12238"/>
                  </a:lnTo>
                  <a:lnTo>
                    <a:pt x="50148" y="0"/>
                  </a:lnTo>
                  <a:close/>
                </a:path>
              </a:pathLst>
            </a:custGeom>
            <a:solidFill>
              <a:srgbClr val="000000"/>
            </a:solidFill>
          </p:spPr>
          <p:txBody>
            <a:bodyPr wrap="square" lIns="0" tIns="0" rIns="0" bIns="0" rtlCol="0"/>
            <a:lstStyle/>
            <a:p/>
          </p:txBody>
        </p:sp>
        <p:sp>
          <p:nvSpPr>
            <p:cNvPr id="59" name="object 59" descr=""/>
            <p:cNvSpPr/>
            <p:nvPr/>
          </p:nvSpPr>
          <p:spPr>
            <a:xfrm>
              <a:off x="7034979" y="2319868"/>
              <a:ext cx="50165" cy="12700"/>
            </a:xfrm>
            <a:custGeom>
              <a:avLst/>
              <a:gdLst/>
              <a:ahLst/>
              <a:cxnLst/>
              <a:rect l="l" t="t" r="r" b="b"/>
              <a:pathLst>
                <a:path w="50165" h="12700">
                  <a:moveTo>
                    <a:pt x="0" y="0"/>
                  </a:moveTo>
                  <a:lnTo>
                    <a:pt x="50148" y="0"/>
                  </a:lnTo>
                  <a:lnTo>
                    <a:pt x="50148" y="12238"/>
                  </a:lnTo>
                  <a:lnTo>
                    <a:pt x="0" y="12238"/>
                  </a:lnTo>
                  <a:lnTo>
                    <a:pt x="0" y="0"/>
                  </a:lnTo>
                  <a:close/>
                </a:path>
              </a:pathLst>
            </a:custGeom>
            <a:ln w="3175">
              <a:solidFill>
                <a:srgbClr val="000000"/>
              </a:solidFill>
            </a:ln>
          </p:spPr>
          <p:txBody>
            <a:bodyPr wrap="square" lIns="0" tIns="0" rIns="0" bIns="0" rtlCol="0"/>
            <a:lstStyle/>
            <a:p/>
          </p:txBody>
        </p:sp>
      </p:grpSp>
      <p:grpSp>
        <p:nvGrpSpPr>
          <p:cNvPr id="60" name="object 60" descr=""/>
          <p:cNvGrpSpPr/>
          <p:nvPr/>
        </p:nvGrpSpPr>
        <p:grpSpPr>
          <a:xfrm>
            <a:off x="2963921" y="1843143"/>
            <a:ext cx="3847465" cy="1229995"/>
            <a:chOff x="2963921" y="1843143"/>
            <a:chExt cx="3847465" cy="1229995"/>
          </a:xfrm>
        </p:grpSpPr>
        <p:sp>
          <p:nvSpPr>
            <p:cNvPr id="61" name="object 61" descr=""/>
            <p:cNvSpPr/>
            <p:nvPr/>
          </p:nvSpPr>
          <p:spPr>
            <a:xfrm>
              <a:off x="3059788" y="2007966"/>
              <a:ext cx="508000" cy="315595"/>
            </a:xfrm>
            <a:custGeom>
              <a:avLst/>
              <a:gdLst/>
              <a:ahLst/>
              <a:cxnLst/>
              <a:rect l="l" t="t" r="r" b="b"/>
              <a:pathLst>
                <a:path w="508000" h="315594">
                  <a:moveTo>
                    <a:pt x="277472" y="93485"/>
                  </a:moveTo>
                  <a:lnTo>
                    <a:pt x="507447" y="93485"/>
                  </a:lnTo>
                </a:path>
                <a:path w="508000" h="315594">
                  <a:moveTo>
                    <a:pt x="277472" y="242382"/>
                  </a:moveTo>
                  <a:lnTo>
                    <a:pt x="507447" y="242382"/>
                  </a:lnTo>
                </a:path>
                <a:path w="508000" h="315594">
                  <a:moveTo>
                    <a:pt x="0" y="0"/>
                  </a:moveTo>
                  <a:lnTo>
                    <a:pt x="277472" y="0"/>
                  </a:lnTo>
                </a:path>
                <a:path w="508000" h="315594">
                  <a:moveTo>
                    <a:pt x="277472" y="0"/>
                  </a:moveTo>
                  <a:lnTo>
                    <a:pt x="277472" y="315300"/>
                  </a:lnTo>
                </a:path>
                <a:path w="508000" h="315594">
                  <a:moveTo>
                    <a:pt x="0" y="315300"/>
                  </a:moveTo>
                  <a:lnTo>
                    <a:pt x="277472" y="315300"/>
                  </a:lnTo>
                </a:path>
              </a:pathLst>
            </a:custGeom>
            <a:ln w="14039">
              <a:solidFill>
                <a:srgbClr val="000000"/>
              </a:solidFill>
            </a:ln>
          </p:spPr>
          <p:txBody>
            <a:bodyPr wrap="square" lIns="0" tIns="0" rIns="0" bIns="0" rtlCol="0"/>
            <a:lstStyle/>
            <a:p/>
          </p:txBody>
        </p:sp>
        <p:sp>
          <p:nvSpPr>
            <p:cNvPr id="62" name="object 62" descr=""/>
            <p:cNvSpPr/>
            <p:nvPr/>
          </p:nvSpPr>
          <p:spPr>
            <a:xfrm>
              <a:off x="2965183" y="2004567"/>
              <a:ext cx="132080" cy="12700"/>
            </a:xfrm>
            <a:custGeom>
              <a:avLst/>
              <a:gdLst/>
              <a:ahLst/>
              <a:cxnLst/>
              <a:rect l="l" t="t" r="r" b="b"/>
              <a:pathLst>
                <a:path w="132080" h="12700">
                  <a:moveTo>
                    <a:pt x="66205" y="0"/>
                  </a:moveTo>
                  <a:lnTo>
                    <a:pt x="0" y="0"/>
                  </a:lnTo>
                  <a:lnTo>
                    <a:pt x="0" y="12242"/>
                  </a:lnTo>
                  <a:lnTo>
                    <a:pt x="66205" y="12242"/>
                  </a:lnTo>
                  <a:lnTo>
                    <a:pt x="66205" y="0"/>
                  </a:lnTo>
                  <a:close/>
                </a:path>
                <a:path w="132080" h="12700">
                  <a:moveTo>
                    <a:pt x="131927" y="0"/>
                  </a:moveTo>
                  <a:lnTo>
                    <a:pt x="116027" y="0"/>
                  </a:lnTo>
                  <a:lnTo>
                    <a:pt x="116027" y="12242"/>
                  </a:lnTo>
                  <a:lnTo>
                    <a:pt x="131927" y="12242"/>
                  </a:lnTo>
                  <a:lnTo>
                    <a:pt x="131927" y="0"/>
                  </a:lnTo>
                  <a:close/>
                </a:path>
              </a:pathLst>
            </a:custGeom>
            <a:solidFill>
              <a:srgbClr val="000000"/>
            </a:solidFill>
          </p:spPr>
          <p:txBody>
            <a:bodyPr wrap="square" lIns="0" tIns="0" rIns="0" bIns="0" rtlCol="0"/>
            <a:lstStyle/>
            <a:p/>
          </p:txBody>
        </p:sp>
        <p:sp>
          <p:nvSpPr>
            <p:cNvPr id="63" name="object 63" descr=""/>
            <p:cNvSpPr/>
            <p:nvPr/>
          </p:nvSpPr>
          <p:spPr>
            <a:xfrm>
              <a:off x="2965191" y="2004567"/>
              <a:ext cx="132080" cy="12700"/>
            </a:xfrm>
            <a:custGeom>
              <a:avLst/>
              <a:gdLst/>
              <a:ahLst/>
              <a:cxnLst/>
              <a:rect l="l" t="t" r="r" b="b"/>
              <a:pathLst>
                <a:path w="132080" h="12700">
                  <a:moveTo>
                    <a:pt x="0" y="0"/>
                  </a:moveTo>
                  <a:lnTo>
                    <a:pt x="66209" y="0"/>
                  </a:lnTo>
                  <a:lnTo>
                    <a:pt x="66209" y="12238"/>
                  </a:lnTo>
                  <a:lnTo>
                    <a:pt x="0" y="12238"/>
                  </a:lnTo>
                  <a:lnTo>
                    <a:pt x="0" y="0"/>
                  </a:lnTo>
                  <a:close/>
                </a:path>
                <a:path w="132080" h="12700">
                  <a:moveTo>
                    <a:pt x="116025" y="0"/>
                  </a:moveTo>
                  <a:lnTo>
                    <a:pt x="131931" y="0"/>
                  </a:lnTo>
                  <a:lnTo>
                    <a:pt x="131931" y="12238"/>
                  </a:lnTo>
                  <a:lnTo>
                    <a:pt x="116025" y="12238"/>
                  </a:lnTo>
                  <a:lnTo>
                    <a:pt x="116025" y="0"/>
                  </a:lnTo>
                  <a:close/>
                </a:path>
              </a:pathLst>
            </a:custGeom>
            <a:ln w="3175">
              <a:solidFill>
                <a:srgbClr val="000000"/>
              </a:solidFill>
            </a:ln>
          </p:spPr>
          <p:txBody>
            <a:bodyPr wrap="square" lIns="0" tIns="0" rIns="0" bIns="0" rtlCol="0"/>
            <a:lstStyle/>
            <a:p/>
          </p:txBody>
        </p:sp>
        <p:sp>
          <p:nvSpPr>
            <p:cNvPr id="64" name="object 64" descr=""/>
            <p:cNvSpPr/>
            <p:nvPr/>
          </p:nvSpPr>
          <p:spPr>
            <a:xfrm>
              <a:off x="2965183" y="2319870"/>
              <a:ext cx="132080" cy="12700"/>
            </a:xfrm>
            <a:custGeom>
              <a:avLst/>
              <a:gdLst/>
              <a:ahLst/>
              <a:cxnLst/>
              <a:rect l="l" t="t" r="r" b="b"/>
              <a:pathLst>
                <a:path w="132080" h="12700">
                  <a:moveTo>
                    <a:pt x="66205" y="0"/>
                  </a:moveTo>
                  <a:lnTo>
                    <a:pt x="0" y="0"/>
                  </a:lnTo>
                  <a:lnTo>
                    <a:pt x="0" y="12242"/>
                  </a:lnTo>
                  <a:lnTo>
                    <a:pt x="66205" y="12242"/>
                  </a:lnTo>
                  <a:lnTo>
                    <a:pt x="66205" y="0"/>
                  </a:lnTo>
                  <a:close/>
                </a:path>
                <a:path w="132080" h="12700">
                  <a:moveTo>
                    <a:pt x="131927" y="0"/>
                  </a:moveTo>
                  <a:lnTo>
                    <a:pt x="116027" y="0"/>
                  </a:lnTo>
                  <a:lnTo>
                    <a:pt x="116027" y="12242"/>
                  </a:lnTo>
                  <a:lnTo>
                    <a:pt x="131927" y="12242"/>
                  </a:lnTo>
                  <a:lnTo>
                    <a:pt x="131927" y="0"/>
                  </a:lnTo>
                  <a:close/>
                </a:path>
              </a:pathLst>
            </a:custGeom>
            <a:solidFill>
              <a:srgbClr val="000000"/>
            </a:solidFill>
          </p:spPr>
          <p:txBody>
            <a:bodyPr wrap="square" lIns="0" tIns="0" rIns="0" bIns="0" rtlCol="0"/>
            <a:lstStyle/>
            <a:p/>
          </p:txBody>
        </p:sp>
        <p:sp>
          <p:nvSpPr>
            <p:cNvPr id="65" name="object 65" descr=""/>
            <p:cNvSpPr/>
            <p:nvPr/>
          </p:nvSpPr>
          <p:spPr>
            <a:xfrm>
              <a:off x="2965191" y="2319867"/>
              <a:ext cx="132080" cy="12700"/>
            </a:xfrm>
            <a:custGeom>
              <a:avLst/>
              <a:gdLst/>
              <a:ahLst/>
              <a:cxnLst/>
              <a:rect l="l" t="t" r="r" b="b"/>
              <a:pathLst>
                <a:path w="132080" h="12700">
                  <a:moveTo>
                    <a:pt x="0" y="0"/>
                  </a:moveTo>
                  <a:lnTo>
                    <a:pt x="66209" y="0"/>
                  </a:lnTo>
                  <a:lnTo>
                    <a:pt x="66209" y="12238"/>
                  </a:lnTo>
                  <a:lnTo>
                    <a:pt x="0" y="12238"/>
                  </a:lnTo>
                  <a:lnTo>
                    <a:pt x="0" y="0"/>
                  </a:lnTo>
                  <a:close/>
                </a:path>
                <a:path w="132080" h="12700">
                  <a:moveTo>
                    <a:pt x="116025" y="0"/>
                  </a:moveTo>
                  <a:lnTo>
                    <a:pt x="131931" y="0"/>
                  </a:lnTo>
                  <a:lnTo>
                    <a:pt x="131931" y="12238"/>
                  </a:lnTo>
                  <a:lnTo>
                    <a:pt x="116025" y="12238"/>
                  </a:lnTo>
                  <a:lnTo>
                    <a:pt x="116025" y="0"/>
                  </a:lnTo>
                  <a:close/>
                </a:path>
              </a:pathLst>
            </a:custGeom>
            <a:ln w="3175">
              <a:solidFill>
                <a:srgbClr val="000000"/>
              </a:solidFill>
            </a:ln>
          </p:spPr>
          <p:txBody>
            <a:bodyPr wrap="square" lIns="0" tIns="0" rIns="0" bIns="0" rtlCol="0"/>
            <a:lstStyle/>
            <a:p/>
          </p:txBody>
        </p:sp>
        <p:sp>
          <p:nvSpPr>
            <p:cNvPr id="66" name="object 66" descr=""/>
            <p:cNvSpPr/>
            <p:nvPr/>
          </p:nvSpPr>
          <p:spPr>
            <a:xfrm>
              <a:off x="4491997" y="2166891"/>
              <a:ext cx="325120" cy="0"/>
            </a:xfrm>
            <a:custGeom>
              <a:avLst/>
              <a:gdLst/>
              <a:ahLst/>
              <a:cxnLst/>
              <a:rect l="l" t="t" r="r" b="b"/>
              <a:pathLst>
                <a:path w="325120" h="0">
                  <a:moveTo>
                    <a:pt x="0" y="0"/>
                  </a:moveTo>
                  <a:lnTo>
                    <a:pt x="324969" y="0"/>
                  </a:lnTo>
                </a:path>
              </a:pathLst>
            </a:custGeom>
            <a:ln w="12209">
              <a:solidFill>
                <a:srgbClr val="000000"/>
              </a:solidFill>
            </a:ln>
          </p:spPr>
          <p:txBody>
            <a:bodyPr wrap="square" lIns="0" tIns="0" rIns="0" bIns="0" rtlCol="0"/>
            <a:lstStyle/>
            <a:p/>
          </p:txBody>
        </p:sp>
        <p:pic>
          <p:nvPicPr>
            <p:cNvPr id="67" name="object 67" descr=""/>
            <p:cNvPicPr/>
            <p:nvPr/>
          </p:nvPicPr>
          <p:blipFill>
            <a:blip r:embed="rId2" cstate="print"/>
            <a:stretch>
              <a:fillRect/>
            </a:stretch>
          </p:blipFill>
          <p:spPr>
            <a:xfrm>
              <a:off x="4814316" y="1849466"/>
              <a:ext cx="232559" cy="683548"/>
            </a:xfrm>
            <a:prstGeom prst="rect">
              <a:avLst/>
            </a:prstGeom>
          </p:spPr>
        </p:pic>
        <p:sp>
          <p:nvSpPr>
            <p:cNvPr id="68" name="object 68" descr=""/>
            <p:cNvSpPr/>
            <p:nvPr/>
          </p:nvSpPr>
          <p:spPr>
            <a:xfrm>
              <a:off x="4816967" y="1851081"/>
              <a:ext cx="1988185" cy="684530"/>
            </a:xfrm>
            <a:custGeom>
              <a:avLst/>
              <a:gdLst/>
              <a:ahLst/>
              <a:cxnLst/>
              <a:rect l="l" t="t" r="r" b="b"/>
              <a:pathLst>
                <a:path w="1988184" h="684530">
                  <a:moveTo>
                    <a:pt x="0" y="683973"/>
                  </a:moveTo>
                  <a:lnTo>
                    <a:pt x="229842" y="683973"/>
                  </a:lnTo>
                  <a:lnTo>
                    <a:pt x="229842" y="0"/>
                  </a:lnTo>
                  <a:lnTo>
                    <a:pt x="0" y="0"/>
                  </a:lnTo>
                  <a:lnTo>
                    <a:pt x="0" y="683973"/>
                  </a:lnTo>
                  <a:close/>
                </a:path>
                <a:path w="1988184" h="684530">
                  <a:moveTo>
                    <a:pt x="229754" y="315810"/>
                  </a:moveTo>
                  <a:lnTo>
                    <a:pt x="462380" y="315810"/>
                  </a:lnTo>
                </a:path>
                <a:path w="1988184" h="684530">
                  <a:moveTo>
                    <a:pt x="1017767" y="315810"/>
                  </a:moveTo>
                  <a:lnTo>
                    <a:pt x="1247742" y="315810"/>
                  </a:lnTo>
                </a:path>
                <a:path w="1988184" h="684530">
                  <a:moveTo>
                    <a:pt x="1480147" y="315810"/>
                  </a:moveTo>
                  <a:lnTo>
                    <a:pt x="1710123" y="315810"/>
                  </a:lnTo>
                </a:path>
                <a:path w="1988184" h="684530">
                  <a:moveTo>
                    <a:pt x="1710123" y="156885"/>
                  </a:moveTo>
                  <a:lnTo>
                    <a:pt x="1987595" y="156885"/>
                  </a:lnTo>
                </a:path>
                <a:path w="1988184" h="684530">
                  <a:moveTo>
                    <a:pt x="1710123" y="156885"/>
                  </a:moveTo>
                  <a:lnTo>
                    <a:pt x="1710123" y="472186"/>
                  </a:lnTo>
                </a:path>
                <a:path w="1988184" h="684530">
                  <a:moveTo>
                    <a:pt x="1710123" y="472186"/>
                  </a:moveTo>
                  <a:lnTo>
                    <a:pt x="1987595" y="472186"/>
                  </a:lnTo>
                </a:path>
                <a:path w="1988184" h="684530">
                  <a:moveTo>
                    <a:pt x="322318" y="315810"/>
                  </a:moveTo>
                  <a:lnTo>
                    <a:pt x="322318" y="525388"/>
                  </a:lnTo>
                </a:path>
                <a:path w="1988184" h="684530">
                  <a:moveTo>
                    <a:pt x="322318" y="525388"/>
                  </a:moveTo>
                  <a:lnTo>
                    <a:pt x="1110331" y="525388"/>
                  </a:lnTo>
                </a:path>
                <a:path w="1988184" h="684530">
                  <a:moveTo>
                    <a:pt x="1110331" y="525388"/>
                  </a:moveTo>
                  <a:lnTo>
                    <a:pt x="1110331" y="368672"/>
                  </a:lnTo>
                </a:path>
                <a:path w="1988184" h="684530">
                  <a:moveTo>
                    <a:pt x="1110331" y="368672"/>
                  </a:moveTo>
                  <a:lnTo>
                    <a:pt x="1247742" y="368672"/>
                  </a:lnTo>
                </a:path>
              </a:pathLst>
            </a:custGeom>
            <a:ln w="14039">
              <a:solidFill>
                <a:srgbClr val="000000"/>
              </a:solidFill>
            </a:ln>
          </p:spPr>
          <p:txBody>
            <a:bodyPr wrap="square" lIns="0" tIns="0" rIns="0" bIns="0" rtlCol="0"/>
            <a:lstStyle/>
            <a:p/>
          </p:txBody>
        </p:sp>
        <p:pic>
          <p:nvPicPr>
            <p:cNvPr id="69" name="object 69" descr=""/>
            <p:cNvPicPr/>
            <p:nvPr/>
          </p:nvPicPr>
          <p:blipFill>
            <a:blip r:embed="rId3" cstate="print"/>
            <a:stretch>
              <a:fillRect/>
            </a:stretch>
          </p:blipFill>
          <p:spPr>
            <a:xfrm>
              <a:off x="3567236" y="1849466"/>
              <a:ext cx="232559" cy="683548"/>
            </a:xfrm>
            <a:prstGeom prst="rect">
              <a:avLst/>
            </a:prstGeom>
          </p:spPr>
        </p:pic>
        <p:sp>
          <p:nvSpPr>
            <p:cNvPr id="70" name="object 70" descr=""/>
            <p:cNvSpPr/>
            <p:nvPr/>
          </p:nvSpPr>
          <p:spPr>
            <a:xfrm>
              <a:off x="3567236" y="1851081"/>
              <a:ext cx="233045" cy="684530"/>
            </a:xfrm>
            <a:custGeom>
              <a:avLst/>
              <a:gdLst/>
              <a:ahLst/>
              <a:cxnLst/>
              <a:rect l="l" t="t" r="r" b="b"/>
              <a:pathLst>
                <a:path w="233045" h="684530">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pic>
          <p:nvPicPr>
            <p:cNvPr id="71" name="object 71" descr=""/>
            <p:cNvPicPr/>
            <p:nvPr/>
          </p:nvPicPr>
          <p:blipFill>
            <a:blip r:embed="rId3" cstate="print"/>
            <a:stretch>
              <a:fillRect/>
            </a:stretch>
          </p:blipFill>
          <p:spPr>
            <a:xfrm>
              <a:off x="6064709" y="1849466"/>
              <a:ext cx="232559" cy="683548"/>
            </a:xfrm>
            <a:prstGeom prst="rect">
              <a:avLst/>
            </a:prstGeom>
          </p:spPr>
        </p:pic>
        <p:sp>
          <p:nvSpPr>
            <p:cNvPr id="72" name="object 72" descr=""/>
            <p:cNvSpPr/>
            <p:nvPr/>
          </p:nvSpPr>
          <p:spPr>
            <a:xfrm>
              <a:off x="4861813" y="1851081"/>
              <a:ext cx="1435735" cy="1215390"/>
            </a:xfrm>
            <a:custGeom>
              <a:avLst/>
              <a:gdLst/>
              <a:ahLst/>
              <a:cxnLst/>
              <a:rect l="l" t="t" r="r" b="b"/>
              <a:pathLst>
                <a:path w="1435735" h="1215389">
                  <a:moveTo>
                    <a:pt x="1202896" y="683973"/>
                  </a:moveTo>
                  <a:lnTo>
                    <a:pt x="1435456" y="683973"/>
                  </a:lnTo>
                  <a:lnTo>
                    <a:pt x="1435456" y="0"/>
                  </a:lnTo>
                  <a:lnTo>
                    <a:pt x="1202896" y="0"/>
                  </a:lnTo>
                  <a:lnTo>
                    <a:pt x="1202896" y="683973"/>
                  </a:lnTo>
                  <a:close/>
                </a:path>
                <a:path w="1435735" h="1215389">
                  <a:moveTo>
                    <a:pt x="0" y="1215310"/>
                  </a:moveTo>
                  <a:lnTo>
                    <a:pt x="510098" y="1215310"/>
                  </a:lnTo>
                </a:path>
                <a:path w="1435735" h="1215389">
                  <a:moveTo>
                    <a:pt x="47718" y="954911"/>
                  </a:moveTo>
                  <a:lnTo>
                    <a:pt x="510098" y="946412"/>
                  </a:lnTo>
                </a:path>
              </a:pathLst>
            </a:custGeom>
            <a:ln w="14039">
              <a:solidFill>
                <a:srgbClr val="000000"/>
              </a:solidFill>
            </a:ln>
          </p:spPr>
          <p:txBody>
            <a:bodyPr wrap="square" lIns="0" tIns="0" rIns="0" bIns="0" rtlCol="0"/>
            <a:lstStyle/>
            <a:p/>
          </p:txBody>
        </p:sp>
      </p:grpSp>
      <p:sp>
        <p:nvSpPr>
          <p:cNvPr id="73" name="object 73" descr=""/>
          <p:cNvSpPr txBox="1"/>
          <p:nvPr/>
        </p:nvSpPr>
        <p:spPr>
          <a:xfrm>
            <a:off x="2782426" y="2744750"/>
            <a:ext cx="554990" cy="315595"/>
          </a:xfrm>
          <a:prstGeom prst="rect">
            <a:avLst/>
          </a:prstGeom>
          <a:ln w="13501">
            <a:solidFill>
              <a:srgbClr val="000000"/>
            </a:solidFill>
          </a:ln>
        </p:spPr>
        <p:txBody>
          <a:bodyPr wrap="square" lIns="0" tIns="69215" rIns="0" bIns="0" rtlCol="0" vert="horz">
            <a:spAutoFit/>
          </a:bodyPr>
          <a:lstStyle/>
          <a:p>
            <a:pPr marL="205740">
              <a:lnSpc>
                <a:spcPct val="100000"/>
              </a:lnSpc>
              <a:spcBef>
                <a:spcPts val="545"/>
              </a:spcBef>
            </a:pPr>
            <a:r>
              <a:rPr dirty="0" sz="1200" spc="275">
                <a:latin typeface="Times New Roman"/>
                <a:cs typeface="Times New Roman"/>
              </a:rPr>
              <a:t>M</a:t>
            </a:r>
            <a:endParaRPr sz="1200">
              <a:latin typeface="Times New Roman"/>
              <a:cs typeface="Times New Roman"/>
            </a:endParaRPr>
          </a:p>
        </p:txBody>
      </p:sp>
      <p:sp>
        <p:nvSpPr>
          <p:cNvPr id="74" name="object 74" descr=""/>
          <p:cNvSpPr txBox="1"/>
          <p:nvPr/>
        </p:nvSpPr>
        <p:spPr>
          <a:xfrm>
            <a:off x="4130689" y="2788423"/>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75" name="object 75" descr=""/>
          <p:cNvSpPr/>
          <p:nvPr/>
        </p:nvSpPr>
        <p:spPr>
          <a:xfrm>
            <a:off x="5371912" y="2585706"/>
            <a:ext cx="0" cy="195580"/>
          </a:xfrm>
          <a:custGeom>
            <a:avLst/>
            <a:gdLst/>
            <a:ahLst/>
            <a:cxnLst/>
            <a:rect l="l" t="t" r="r" b="b"/>
            <a:pathLst>
              <a:path w="0" h="195580">
                <a:moveTo>
                  <a:pt x="0" y="0"/>
                </a:moveTo>
                <a:lnTo>
                  <a:pt x="0" y="195469"/>
                </a:lnTo>
              </a:path>
            </a:pathLst>
          </a:custGeom>
          <a:ln w="15869">
            <a:solidFill>
              <a:srgbClr val="000000"/>
            </a:solidFill>
          </a:ln>
        </p:spPr>
        <p:txBody>
          <a:bodyPr wrap="square" lIns="0" tIns="0" rIns="0" bIns="0" rtlCol="0"/>
          <a:lstStyle/>
          <a:p/>
        </p:txBody>
      </p:sp>
      <p:sp>
        <p:nvSpPr>
          <p:cNvPr id="76" name="object 76" descr=""/>
          <p:cNvSpPr/>
          <p:nvPr/>
        </p:nvSpPr>
        <p:spPr>
          <a:xfrm>
            <a:off x="5371912" y="2585706"/>
            <a:ext cx="370205" cy="684530"/>
          </a:xfrm>
          <a:custGeom>
            <a:avLst/>
            <a:gdLst/>
            <a:ahLst/>
            <a:cxnLst/>
            <a:rect l="l" t="t" r="r" b="b"/>
            <a:pathLst>
              <a:path w="370204" h="684529">
                <a:moveTo>
                  <a:pt x="369816" y="146857"/>
                </a:moveTo>
                <a:lnTo>
                  <a:pt x="369816" y="537626"/>
                </a:lnTo>
              </a:path>
              <a:path w="370204" h="684529">
                <a:moveTo>
                  <a:pt x="0" y="0"/>
                </a:moveTo>
                <a:lnTo>
                  <a:pt x="369816" y="146857"/>
                </a:lnTo>
              </a:path>
              <a:path w="370204" h="684529">
                <a:moveTo>
                  <a:pt x="369816" y="537626"/>
                </a:moveTo>
                <a:lnTo>
                  <a:pt x="0" y="683973"/>
                </a:lnTo>
              </a:path>
              <a:path w="370204" h="684529">
                <a:moveTo>
                  <a:pt x="0" y="488673"/>
                </a:moveTo>
                <a:lnTo>
                  <a:pt x="0" y="683973"/>
                </a:lnTo>
              </a:path>
              <a:path w="370204" h="684529">
                <a:moveTo>
                  <a:pt x="0" y="195469"/>
                </a:moveTo>
                <a:lnTo>
                  <a:pt x="111121" y="342326"/>
                </a:lnTo>
              </a:path>
              <a:path w="370204" h="684529">
                <a:moveTo>
                  <a:pt x="111121" y="342326"/>
                </a:moveTo>
                <a:lnTo>
                  <a:pt x="0" y="488673"/>
                </a:lnTo>
              </a:path>
            </a:pathLst>
          </a:custGeom>
          <a:ln w="14039">
            <a:solidFill>
              <a:srgbClr val="000000"/>
            </a:solidFill>
          </a:ln>
        </p:spPr>
        <p:txBody>
          <a:bodyPr wrap="square" lIns="0" tIns="0" rIns="0" bIns="0" rtlCol="0"/>
          <a:lstStyle/>
          <a:p/>
        </p:txBody>
      </p:sp>
      <p:sp>
        <p:nvSpPr>
          <p:cNvPr id="77" name="object 77" descr=""/>
          <p:cNvSpPr txBox="1"/>
          <p:nvPr/>
        </p:nvSpPr>
        <p:spPr>
          <a:xfrm>
            <a:off x="5469221" y="2742130"/>
            <a:ext cx="246379" cy="340360"/>
          </a:xfrm>
          <a:prstGeom prst="rect">
            <a:avLst/>
          </a:prstGeom>
        </p:spPr>
        <p:txBody>
          <a:bodyPr wrap="square" lIns="0" tIns="0" rIns="0" bIns="0" rtlCol="0" vert="vert">
            <a:spAutoFit/>
          </a:bodyPr>
          <a:lstStyle/>
          <a:p>
            <a:pPr marL="12700">
              <a:lnSpc>
                <a:spcPts val="1810"/>
              </a:lnSpc>
            </a:pPr>
            <a:r>
              <a:rPr dirty="0" sz="1550" spc="-280">
                <a:latin typeface="Times New Roman"/>
                <a:cs typeface="Times New Roman"/>
              </a:rPr>
              <a:t>ALU</a:t>
            </a:r>
            <a:endParaRPr sz="1550">
              <a:latin typeface="Times New Roman"/>
              <a:cs typeface="Times New Roman"/>
            </a:endParaRPr>
          </a:p>
        </p:txBody>
      </p:sp>
      <p:sp>
        <p:nvSpPr>
          <p:cNvPr id="78" name="object 78" descr=""/>
          <p:cNvSpPr txBox="1"/>
          <p:nvPr/>
        </p:nvSpPr>
        <p:spPr>
          <a:xfrm>
            <a:off x="6527090" y="2744776"/>
            <a:ext cx="554990" cy="315595"/>
          </a:xfrm>
          <a:prstGeom prst="rect">
            <a:avLst/>
          </a:prstGeom>
          <a:ln w="13501">
            <a:solidFill>
              <a:srgbClr val="000000"/>
            </a:solidFill>
          </a:ln>
        </p:spPr>
        <p:txBody>
          <a:bodyPr wrap="square" lIns="0" tIns="57150" rIns="0" bIns="0" rtlCol="0" vert="horz">
            <a:spAutoFit/>
          </a:bodyPr>
          <a:lstStyle/>
          <a:p>
            <a:pPr marL="160655">
              <a:lnSpc>
                <a:spcPct val="100000"/>
              </a:lnSpc>
              <a:spcBef>
                <a:spcPts val="450"/>
              </a:spcBef>
            </a:pPr>
            <a:r>
              <a:rPr dirty="0" sz="1200" spc="275">
                <a:latin typeface="Times New Roman"/>
                <a:cs typeface="Times New Roman"/>
              </a:rPr>
              <a:t>M</a:t>
            </a:r>
            <a:endParaRPr sz="1200">
              <a:latin typeface="Times New Roman"/>
              <a:cs typeface="Times New Roman"/>
            </a:endParaRPr>
          </a:p>
        </p:txBody>
      </p:sp>
      <p:sp>
        <p:nvSpPr>
          <p:cNvPr id="79" name="object 79" descr=""/>
          <p:cNvSpPr txBox="1"/>
          <p:nvPr/>
        </p:nvSpPr>
        <p:spPr>
          <a:xfrm>
            <a:off x="7878115" y="2788423"/>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grpSp>
        <p:nvGrpSpPr>
          <p:cNvPr id="80" name="object 80" descr=""/>
          <p:cNvGrpSpPr/>
          <p:nvPr/>
        </p:nvGrpSpPr>
        <p:grpSpPr>
          <a:xfrm>
            <a:off x="8101243" y="2739681"/>
            <a:ext cx="69215" cy="15240"/>
            <a:chOff x="8101243" y="2739681"/>
            <a:chExt cx="69215" cy="15240"/>
          </a:xfrm>
        </p:grpSpPr>
        <p:sp>
          <p:nvSpPr>
            <p:cNvPr id="81" name="object 81" descr=""/>
            <p:cNvSpPr/>
            <p:nvPr/>
          </p:nvSpPr>
          <p:spPr>
            <a:xfrm>
              <a:off x="8102453" y="2740892"/>
              <a:ext cx="66675" cy="12700"/>
            </a:xfrm>
            <a:custGeom>
              <a:avLst/>
              <a:gdLst/>
              <a:ahLst/>
              <a:cxnLst/>
              <a:rect l="l" t="t" r="r" b="b"/>
              <a:pathLst>
                <a:path w="66675" h="12700">
                  <a:moveTo>
                    <a:pt x="66275" y="0"/>
                  </a:moveTo>
                  <a:lnTo>
                    <a:pt x="0" y="0"/>
                  </a:lnTo>
                  <a:lnTo>
                    <a:pt x="0" y="12578"/>
                  </a:lnTo>
                  <a:lnTo>
                    <a:pt x="66275" y="12578"/>
                  </a:lnTo>
                  <a:lnTo>
                    <a:pt x="66275" y="0"/>
                  </a:lnTo>
                  <a:close/>
                </a:path>
              </a:pathLst>
            </a:custGeom>
            <a:solidFill>
              <a:srgbClr val="000000"/>
            </a:solidFill>
          </p:spPr>
          <p:txBody>
            <a:bodyPr wrap="square" lIns="0" tIns="0" rIns="0" bIns="0" rtlCol="0"/>
            <a:lstStyle/>
            <a:p/>
          </p:txBody>
        </p:sp>
        <p:sp>
          <p:nvSpPr>
            <p:cNvPr id="82" name="object 82" descr=""/>
            <p:cNvSpPr/>
            <p:nvPr/>
          </p:nvSpPr>
          <p:spPr>
            <a:xfrm>
              <a:off x="8102453" y="2740892"/>
              <a:ext cx="66675" cy="12700"/>
            </a:xfrm>
            <a:custGeom>
              <a:avLst/>
              <a:gdLst/>
              <a:ahLst/>
              <a:cxnLst/>
              <a:rect l="l" t="t" r="r" b="b"/>
              <a:pathLst>
                <a:path w="66675" h="12700">
                  <a:moveTo>
                    <a:pt x="0" y="0"/>
                  </a:moveTo>
                  <a:lnTo>
                    <a:pt x="66275" y="0"/>
                  </a:lnTo>
                  <a:lnTo>
                    <a:pt x="66275" y="12578"/>
                  </a:lnTo>
                  <a:lnTo>
                    <a:pt x="0" y="12578"/>
                  </a:lnTo>
                  <a:lnTo>
                    <a:pt x="0" y="0"/>
                  </a:lnTo>
                  <a:close/>
                </a:path>
              </a:pathLst>
            </a:custGeom>
            <a:ln w="3175">
              <a:solidFill>
                <a:srgbClr val="000000"/>
              </a:solidFill>
            </a:ln>
          </p:spPr>
          <p:txBody>
            <a:bodyPr wrap="square" lIns="0" tIns="0" rIns="0" bIns="0" rtlCol="0"/>
            <a:lstStyle/>
            <a:p/>
          </p:txBody>
        </p:sp>
      </p:grpSp>
      <p:grpSp>
        <p:nvGrpSpPr>
          <p:cNvPr id="83" name="object 83" descr=""/>
          <p:cNvGrpSpPr/>
          <p:nvPr/>
        </p:nvGrpSpPr>
        <p:grpSpPr>
          <a:xfrm>
            <a:off x="8101245" y="3055493"/>
            <a:ext cx="69215" cy="15240"/>
            <a:chOff x="8101245" y="3055493"/>
            <a:chExt cx="69215" cy="15240"/>
          </a:xfrm>
        </p:grpSpPr>
        <p:sp>
          <p:nvSpPr>
            <p:cNvPr id="84" name="object 84" descr=""/>
            <p:cNvSpPr/>
            <p:nvPr/>
          </p:nvSpPr>
          <p:spPr>
            <a:xfrm>
              <a:off x="8102454" y="3056703"/>
              <a:ext cx="66675" cy="12700"/>
            </a:xfrm>
            <a:custGeom>
              <a:avLst/>
              <a:gdLst/>
              <a:ahLst/>
              <a:cxnLst/>
              <a:rect l="l" t="t" r="r" b="b"/>
              <a:pathLst>
                <a:path w="66675" h="12700">
                  <a:moveTo>
                    <a:pt x="66275" y="0"/>
                  </a:moveTo>
                  <a:lnTo>
                    <a:pt x="0" y="0"/>
                  </a:lnTo>
                  <a:lnTo>
                    <a:pt x="0" y="12238"/>
                  </a:lnTo>
                  <a:lnTo>
                    <a:pt x="66275" y="12238"/>
                  </a:lnTo>
                  <a:lnTo>
                    <a:pt x="66275" y="0"/>
                  </a:lnTo>
                  <a:close/>
                </a:path>
              </a:pathLst>
            </a:custGeom>
            <a:solidFill>
              <a:srgbClr val="000000"/>
            </a:solidFill>
          </p:spPr>
          <p:txBody>
            <a:bodyPr wrap="square" lIns="0" tIns="0" rIns="0" bIns="0" rtlCol="0"/>
            <a:lstStyle/>
            <a:p/>
          </p:txBody>
        </p:sp>
        <p:sp>
          <p:nvSpPr>
            <p:cNvPr id="85" name="object 85" descr=""/>
            <p:cNvSpPr/>
            <p:nvPr/>
          </p:nvSpPr>
          <p:spPr>
            <a:xfrm>
              <a:off x="8102454" y="3056703"/>
              <a:ext cx="66675" cy="12700"/>
            </a:xfrm>
            <a:custGeom>
              <a:avLst/>
              <a:gdLst/>
              <a:ahLst/>
              <a:cxnLst/>
              <a:rect l="l" t="t" r="r" b="b"/>
              <a:pathLst>
                <a:path w="66675" h="12700">
                  <a:moveTo>
                    <a:pt x="0" y="0"/>
                  </a:moveTo>
                  <a:lnTo>
                    <a:pt x="66275" y="0"/>
                  </a:lnTo>
                  <a:lnTo>
                    <a:pt x="66275" y="12238"/>
                  </a:lnTo>
                  <a:lnTo>
                    <a:pt x="0" y="12238"/>
                  </a:lnTo>
                  <a:lnTo>
                    <a:pt x="0" y="0"/>
                  </a:lnTo>
                  <a:close/>
                </a:path>
              </a:pathLst>
            </a:custGeom>
            <a:ln w="3175">
              <a:solidFill>
                <a:srgbClr val="000000"/>
              </a:solidFill>
            </a:ln>
          </p:spPr>
          <p:txBody>
            <a:bodyPr wrap="square" lIns="0" tIns="0" rIns="0" bIns="0" rtlCol="0"/>
            <a:lstStyle/>
            <a:p/>
          </p:txBody>
        </p:sp>
      </p:grpSp>
      <p:grpSp>
        <p:nvGrpSpPr>
          <p:cNvPr id="86" name="object 86" descr=""/>
          <p:cNvGrpSpPr/>
          <p:nvPr/>
        </p:nvGrpSpPr>
        <p:grpSpPr>
          <a:xfrm>
            <a:off x="8283487" y="2739668"/>
            <a:ext cx="61594" cy="330835"/>
            <a:chOff x="8283487" y="2739668"/>
            <a:chExt cx="61594" cy="330835"/>
          </a:xfrm>
        </p:grpSpPr>
        <p:sp>
          <p:nvSpPr>
            <p:cNvPr id="87" name="object 87" descr=""/>
            <p:cNvSpPr/>
            <p:nvPr/>
          </p:nvSpPr>
          <p:spPr>
            <a:xfrm>
              <a:off x="8284711" y="2740892"/>
              <a:ext cx="50800" cy="12700"/>
            </a:xfrm>
            <a:custGeom>
              <a:avLst/>
              <a:gdLst/>
              <a:ahLst/>
              <a:cxnLst/>
              <a:rect l="l" t="t" r="r" b="b"/>
              <a:pathLst>
                <a:path w="50800" h="12700">
                  <a:moveTo>
                    <a:pt x="50369" y="0"/>
                  </a:moveTo>
                  <a:lnTo>
                    <a:pt x="0" y="0"/>
                  </a:lnTo>
                  <a:lnTo>
                    <a:pt x="0" y="12578"/>
                  </a:lnTo>
                  <a:lnTo>
                    <a:pt x="50369" y="12578"/>
                  </a:lnTo>
                  <a:lnTo>
                    <a:pt x="50369" y="0"/>
                  </a:lnTo>
                  <a:close/>
                </a:path>
              </a:pathLst>
            </a:custGeom>
            <a:solidFill>
              <a:srgbClr val="000000"/>
            </a:solidFill>
          </p:spPr>
          <p:txBody>
            <a:bodyPr wrap="square" lIns="0" tIns="0" rIns="0" bIns="0" rtlCol="0"/>
            <a:lstStyle/>
            <a:p/>
          </p:txBody>
        </p:sp>
        <p:sp>
          <p:nvSpPr>
            <p:cNvPr id="88" name="object 88" descr=""/>
            <p:cNvSpPr/>
            <p:nvPr/>
          </p:nvSpPr>
          <p:spPr>
            <a:xfrm>
              <a:off x="8284711" y="2740892"/>
              <a:ext cx="50800" cy="12700"/>
            </a:xfrm>
            <a:custGeom>
              <a:avLst/>
              <a:gdLst/>
              <a:ahLst/>
              <a:cxnLst/>
              <a:rect l="l" t="t" r="r" b="b"/>
              <a:pathLst>
                <a:path w="50800" h="12700">
                  <a:moveTo>
                    <a:pt x="0" y="0"/>
                  </a:moveTo>
                  <a:lnTo>
                    <a:pt x="50369" y="0"/>
                  </a:lnTo>
                  <a:lnTo>
                    <a:pt x="50369" y="12578"/>
                  </a:lnTo>
                  <a:lnTo>
                    <a:pt x="0" y="12578"/>
                  </a:lnTo>
                  <a:lnTo>
                    <a:pt x="0" y="0"/>
                  </a:lnTo>
                  <a:close/>
                </a:path>
              </a:pathLst>
            </a:custGeom>
            <a:ln w="3175">
              <a:solidFill>
                <a:srgbClr val="000000"/>
              </a:solidFill>
            </a:ln>
          </p:spPr>
          <p:txBody>
            <a:bodyPr wrap="square" lIns="0" tIns="0" rIns="0" bIns="0" rtlCol="0"/>
            <a:lstStyle/>
            <a:p/>
          </p:txBody>
        </p:sp>
        <p:sp>
          <p:nvSpPr>
            <p:cNvPr id="89" name="object 89" descr=""/>
            <p:cNvSpPr/>
            <p:nvPr/>
          </p:nvSpPr>
          <p:spPr>
            <a:xfrm>
              <a:off x="8324685" y="2747187"/>
              <a:ext cx="19050" cy="315595"/>
            </a:xfrm>
            <a:custGeom>
              <a:avLst/>
              <a:gdLst/>
              <a:ahLst/>
              <a:cxnLst/>
              <a:rect l="l" t="t" r="r" b="b"/>
              <a:pathLst>
                <a:path w="19050" h="315594">
                  <a:moveTo>
                    <a:pt x="18567" y="278930"/>
                  </a:moveTo>
                  <a:lnTo>
                    <a:pt x="0" y="278930"/>
                  </a:lnTo>
                  <a:lnTo>
                    <a:pt x="0" y="315468"/>
                  </a:lnTo>
                  <a:lnTo>
                    <a:pt x="18567" y="315468"/>
                  </a:lnTo>
                  <a:lnTo>
                    <a:pt x="18567" y="278930"/>
                  </a:lnTo>
                  <a:close/>
                </a:path>
                <a:path w="19050" h="315594">
                  <a:moveTo>
                    <a:pt x="18567" y="228269"/>
                  </a:moveTo>
                  <a:lnTo>
                    <a:pt x="0" y="228269"/>
                  </a:lnTo>
                  <a:lnTo>
                    <a:pt x="0" y="242036"/>
                  </a:lnTo>
                  <a:lnTo>
                    <a:pt x="18567" y="242036"/>
                  </a:lnTo>
                  <a:lnTo>
                    <a:pt x="18567" y="228269"/>
                  </a:lnTo>
                  <a:close/>
                </a:path>
                <a:path w="19050" h="315594">
                  <a:moveTo>
                    <a:pt x="18567" y="140563"/>
                  </a:moveTo>
                  <a:lnTo>
                    <a:pt x="0" y="140563"/>
                  </a:lnTo>
                  <a:lnTo>
                    <a:pt x="0" y="191223"/>
                  </a:lnTo>
                  <a:lnTo>
                    <a:pt x="18567" y="191223"/>
                  </a:lnTo>
                  <a:lnTo>
                    <a:pt x="18567" y="140563"/>
                  </a:lnTo>
                  <a:close/>
                </a:path>
                <a:path w="19050" h="315594">
                  <a:moveTo>
                    <a:pt x="18567" y="89750"/>
                  </a:moveTo>
                  <a:lnTo>
                    <a:pt x="0" y="89750"/>
                  </a:lnTo>
                  <a:lnTo>
                    <a:pt x="0" y="101981"/>
                  </a:lnTo>
                  <a:lnTo>
                    <a:pt x="18567" y="101981"/>
                  </a:lnTo>
                  <a:lnTo>
                    <a:pt x="18567" y="89750"/>
                  </a:lnTo>
                  <a:close/>
                </a:path>
                <a:path w="19050" h="315594">
                  <a:moveTo>
                    <a:pt x="18567" y="0"/>
                  </a:moveTo>
                  <a:lnTo>
                    <a:pt x="0" y="0"/>
                  </a:lnTo>
                  <a:lnTo>
                    <a:pt x="0" y="50825"/>
                  </a:lnTo>
                  <a:lnTo>
                    <a:pt x="18567" y="50825"/>
                  </a:lnTo>
                  <a:lnTo>
                    <a:pt x="18567" y="0"/>
                  </a:lnTo>
                  <a:close/>
                </a:path>
              </a:pathLst>
            </a:custGeom>
            <a:solidFill>
              <a:srgbClr val="000000"/>
            </a:solidFill>
          </p:spPr>
          <p:txBody>
            <a:bodyPr wrap="square" lIns="0" tIns="0" rIns="0" bIns="0" rtlCol="0"/>
            <a:lstStyle/>
            <a:p/>
          </p:txBody>
        </p:sp>
        <p:sp>
          <p:nvSpPr>
            <p:cNvPr id="90" name="object 90" descr=""/>
            <p:cNvSpPr/>
            <p:nvPr/>
          </p:nvSpPr>
          <p:spPr>
            <a:xfrm>
              <a:off x="8324697" y="2747181"/>
              <a:ext cx="19050" cy="315595"/>
            </a:xfrm>
            <a:custGeom>
              <a:avLst/>
              <a:gdLst/>
              <a:ahLst/>
              <a:cxnLst/>
              <a:rect l="l" t="t" r="r" b="b"/>
              <a:pathLst>
                <a:path w="19050" h="315594">
                  <a:moveTo>
                    <a:pt x="18557" y="0"/>
                  </a:moveTo>
                  <a:lnTo>
                    <a:pt x="18557" y="50822"/>
                  </a:lnTo>
                  <a:lnTo>
                    <a:pt x="0" y="50822"/>
                  </a:lnTo>
                  <a:lnTo>
                    <a:pt x="0" y="0"/>
                  </a:lnTo>
                  <a:lnTo>
                    <a:pt x="18557" y="0"/>
                  </a:lnTo>
                  <a:close/>
                </a:path>
                <a:path w="19050" h="315594">
                  <a:moveTo>
                    <a:pt x="18557" y="89746"/>
                  </a:moveTo>
                  <a:lnTo>
                    <a:pt x="18557" y="101984"/>
                  </a:lnTo>
                  <a:lnTo>
                    <a:pt x="0" y="101984"/>
                  </a:lnTo>
                  <a:lnTo>
                    <a:pt x="0" y="89746"/>
                  </a:lnTo>
                  <a:lnTo>
                    <a:pt x="18557" y="89746"/>
                  </a:lnTo>
                  <a:close/>
                </a:path>
                <a:path w="19050" h="315594">
                  <a:moveTo>
                    <a:pt x="18557" y="140568"/>
                  </a:moveTo>
                  <a:lnTo>
                    <a:pt x="18557" y="191220"/>
                  </a:lnTo>
                  <a:lnTo>
                    <a:pt x="0" y="191220"/>
                  </a:lnTo>
                  <a:lnTo>
                    <a:pt x="0" y="140568"/>
                  </a:lnTo>
                  <a:lnTo>
                    <a:pt x="18557" y="140568"/>
                  </a:lnTo>
                  <a:close/>
                </a:path>
                <a:path w="19050" h="315594">
                  <a:moveTo>
                    <a:pt x="18557" y="228274"/>
                  </a:moveTo>
                  <a:lnTo>
                    <a:pt x="18557" y="242042"/>
                  </a:lnTo>
                  <a:lnTo>
                    <a:pt x="0" y="242042"/>
                  </a:lnTo>
                  <a:lnTo>
                    <a:pt x="0" y="228274"/>
                  </a:lnTo>
                  <a:lnTo>
                    <a:pt x="18557" y="228274"/>
                  </a:lnTo>
                  <a:close/>
                </a:path>
                <a:path w="19050" h="315594">
                  <a:moveTo>
                    <a:pt x="18557" y="278926"/>
                  </a:moveTo>
                  <a:lnTo>
                    <a:pt x="18557" y="315470"/>
                  </a:lnTo>
                  <a:lnTo>
                    <a:pt x="0" y="315470"/>
                  </a:lnTo>
                  <a:lnTo>
                    <a:pt x="0" y="278926"/>
                  </a:lnTo>
                  <a:lnTo>
                    <a:pt x="18557" y="278926"/>
                  </a:lnTo>
                  <a:close/>
                </a:path>
              </a:pathLst>
            </a:custGeom>
            <a:ln w="3175">
              <a:solidFill>
                <a:srgbClr val="000000"/>
              </a:solidFill>
            </a:ln>
          </p:spPr>
          <p:txBody>
            <a:bodyPr wrap="square" lIns="0" tIns="0" rIns="0" bIns="0" rtlCol="0"/>
            <a:lstStyle/>
            <a:p/>
          </p:txBody>
        </p:sp>
        <p:sp>
          <p:nvSpPr>
            <p:cNvPr id="91" name="object 91" descr=""/>
            <p:cNvSpPr/>
            <p:nvPr/>
          </p:nvSpPr>
          <p:spPr>
            <a:xfrm>
              <a:off x="8284711" y="3056703"/>
              <a:ext cx="50800" cy="12700"/>
            </a:xfrm>
            <a:custGeom>
              <a:avLst/>
              <a:gdLst/>
              <a:ahLst/>
              <a:cxnLst/>
              <a:rect l="l" t="t" r="r" b="b"/>
              <a:pathLst>
                <a:path w="50800" h="12700">
                  <a:moveTo>
                    <a:pt x="50369" y="0"/>
                  </a:moveTo>
                  <a:lnTo>
                    <a:pt x="0" y="0"/>
                  </a:lnTo>
                  <a:lnTo>
                    <a:pt x="0" y="12238"/>
                  </a:lnTo>
                  <a:lnTo>
                    <a:pt x="50369" y="12238"/>
                  </a:lnTo>
                  <a:lnTo>
                    <a:pt x="50369" y="0"/>
                  </a:lnTo>
                  <a:close/>
                </a:path>
              </a:pathLst>
            </a:custGeom>
            <a:solidFill>
              <a:srgbClr val="000000"/>
            </a:solidFill>
          </p:spPr>
          <p:txBody>
            <a:bodyPr wrap="square" lIns="0" tIns="0" rIns="0" bIns="0" rtlCol="0"/>
            <a:lstStyle/>
            <a:p/>
          </p:txBody>
        </p:sp>
        <p:sp>
          <p:nvSpPr>
            <p:cNvPr id="92" name="object 92" descr=""/>
            <p:cNvSpPr/>
            <p:nvPr/>
          </p:nvSpPr>
          <p:spPr>
            <a:xfrm>
              <a:off x="8284711" y="3056703"/>
              <a:ext cx="50800" cy="12700"/>
            </a:xfrm>
            <a:custGeom>
              <a:avLst/>
              <a:gdLst/>
              <a:ahLst/>
              <a:cxnLst/>
              <a:rect l="l" t="t" r="r" b="b"/>
              <a:pathLst>
                <a:path w="50800" h="12700">
                  <a:moveTo>
                    <a:pt x="0" y="0"/>
                  </a:moveTo>
                  <a:lnTo>
                    <a:pt x="50369" y="0"/>
                  </a:lnTo>
                  <a:lnTo>
                    <a:pt x="50369" y="12238"/>
                  </a:lnTo>
                  <a:lnTo>
                    <a:pt x="0" y="12238"/>
                  </a:lnTo>
                  <a:lnTo>
                    <a:pt x="0" y="0"/>
                  </a:lnTo>
                  <a:close/>
                </a:path>
              </a:pathLst>
            </a:custGeom>
            <a:ln w="3175">
              <a:solidFill>
                <a:srgbClr val="000000"/>
              </a:solidFill>
            </a:ln>
          </p:spPr>
          <p:txBody>
            <a:bodyPr wrap="square" lIns="0" tIns="0" rIns="0" bIns="0" rtlCol="0"/>
            <a:lstStyle/>
            <a:p/>
          </p:txBody>
        </p:sp>
      </p:grpSp>
      <p:grpSp>
        <p:nvGrpSpPr>
          <p:cNvPr id="93" name="object 93" descr=""/>
          <p:cNvGrpSpPr/>
          <p:nvPr/>
        </p:nvGrpSpPr>
        <p:grpSpPr>
          <a:xfrm>
            <a:off x="3330911" y="2577769"/>
            <a:ext cx="4730115" cy="1231900"/>
            <a:chOff x="3330911" y="2577769"/>
            <a:chExt cx="4730115" cy="1231900"/>
          </a:xfrm>
        </p:grpSpPr>
        <p:sp>
          <p:nvSpPr>
            <p:cNvPr id="94" name="object 94" descr=""/>
            <p:cNvSpPr/>
            <p:nvPr/>
          </p:nvSpPr>
          <p:spPr>
            <a:xfrm>
              <a:off x="3337261" y="2744801"/>
              <a:ext cx="1480185" cy="315595"/>
            </a:xfrm>
            <a:custGeom>
              <a:avLst/>
              <a:gdLst/>
              <a:ahLst/>
              <a:cxnLst/>
              <a:rect l="l" t="t" r="r" b="b"/>
              <a:pathLst>
                <a:path w="1480185" h="315594">
                  <a:moveTo>
                    <a:pt x="0" y="156715"/>
                  </a:moveTo>
                  <a:lnTo>
                    <a:pt x="229975" y="156715"/>
                  </a:lnTo>
                </a:path>
                <a:path w="1480185" h="315594">
                  <a:moveTo>
                    <a:pt x="462380" y="156715"/>
                  </a:moveTo>
                  <a:lnTo>
                    <a:pt x="692355" y="156715"/>
                  </a:lnTo>
                </a:path>
                <a:path w="1480185" h="315594">
                  <a:moveTo>
                    <a:pt x="1247079" y="93485"/>
                  </a:moveTo>
                  <a:lnTo>
                    <a:pt x="1479706" y="93485"/>
                  </a:lnTo>
                </a:path>
                <a:path w="1480185" h="315594">
                  <a:moveTo>
                    <a:pt x="1247079" y="241872"/>
                  </a:moveTo>
                  <a:lnTo>
                    <a:pt x="1479706" y="241872"/>
                  </a:lnTo>
                </a:path>
                <a:path w="1480185" h="315594">
                  <a:moveTo>
                    <a:pt x="969607" y="0"/>
                  </a:moveTo>
                  <a:lnTo>
                    <a:pt x="1247079" y="0"/>
                  </a:lnTo>
                </a:path>
                <a:path w="1480185" h="315594">
                  <a:moveTo>
                    <a:pt x="1247079" y="0"/>
                  </a:moveTo>
                  <a:lnTo>
                    <a:pt x="1247079" y="315300"/>
                  </a:lnTo>
                </a:path>
                <a:path w="1480185" h="315594">
                  <a:moveTo>
                    <a:pt x="969607" y="315300"/>
                  </a:moveTo>
                  <a:lnTo>
                    <a:pt x="1247079" y="315300"/>
                  </a:lnTo>
                </a:path>
              </a:pathLst>
            </a:custGeom>
            <a:ln w="14039">
              <a:solidFill>
                <a:srgbClr val="000000"/>
              </a:solidFill>
            </a:ln>
          </p:spPr>
          <p:txBody>
            <a:bodyPr wrap="square" lIns="0" tIns="0" rIns="0" bIns="0" rtlCol="0"/>
            <a:lstStyle/>
            <a:p/>
          </p:txBody>
        </p:sp>
        <p:sp>
          <p:nvSpPr>
            <p:cNvPr id="95" name="object 95" descr=""/>
            <p:cNvSpPr/>
            <p:nvPr/>
          </p:nvSpPr>
          <p:spPr>
            <a:xfrm>
              <a:off x="4032707" y="2740901"/>
              <a:ext cx="314960" cy="12700"/>
            </a:xfrm>
            <a:custGeom>
              <a:avLst/>
              <a:gdLst/>
              <a:ahLst/>
              <a:cxnLst/>
              <a:rect l="l" t="t" r="r" b="b"/>
              <a:pathLst>
                <a:path w="314960" h="12700">
                  <a:moveTo>
                    <a:pt x="66268" y="0"/>
                  </a:moveTo>
                  <a:lnTo>
                    <a:pt x="0" y="0"/>
                  </a:lnTo>
                  <a:lnTo>
                    <a:pt x="0" y="12573"/>
                  </a:lnTo>
                  <a:lnTo>
                    <a:pt x="66268" y="12573"/>
                  </a:lnTo>
                  <a:lnTo>
                    <a:pt x="66268" y="0"/>
                  </a:lnTo>
                  <a:close/>
                </a:path>
                <a:path w="314960" h="12700">
                  <a:moveTo>
                    <a:pt x="132549" y="0"/>
                  </a:moveTo>
                  <a:lnTo>
                    <a:pt x="116636" y="0"/>
                  </a:lnTo>
                  <a:lnTo>
                    <a:pt x="116636" y="12573"/>
                  </a:lnTo>
                  <a:lnTo>
                    <a:pt x="132549" y="12573"/>
                  </a:lnTo>
                  <a:lnTo>
                    <a:pt x="132549" y="0"/>
                  </a:lnTo>
                  <a:close/>
                </a:path>
                <a:path w="314960" h="12700">
                  <a:moveTo>
                    <a:pt x="248526" y="0"/>
                  </a:moveTo>
                  <a:lnTo>
                    <a:pt x="182257" y="0"/>
                  </a:lnTo>
                  <a:lnTo>
                    <a:pt x="182257" y="12573"/>
                  </a:lnTo>
                  <a:lnTo>
                    <a:pt x="248526" y="12573"/>
                  </a:lnTo>
                  <a:lnTo>
                    <a:pt x="248526" y="0"/>
                  </a:lnTo>
                  <a:close/>
                </a:path>
                <a:path w="314960" h="12700">
                  <a:moveTo>
                    <a:pt x="314807" y="0"/>
                  </a:moveTo>
                  <a:lnTo>
                    <a:pt x="298894" y="0"/>
                  </a:lnTo>
                  <a:lnTo>
                    <a:pt x="298894" y="12573"/>
                  </a:lnTo>
                  <a:lnTo>
                    <a:pt x="314807" y="12573"/>
                  </a:lnTo>
                  <a:lnTo>
                    <a:pt x="314807" y="0"/>
                  </a:lnTo>
                  <a:close/>
                </a:path>
              </a:pathLst>
            </a:custGeom>
            <a:solidFill>
              <a:srgbClr val="000000"/>
            </a:solidFill>
          </p:spPr>
          <p:txBody>
            <a:bodyPr wrap="square" lIns="0" tIns="0" rIns="0" bIns="0" rtlCol="0"/>
            <a:lstStyle/>
            <a:p/>
          </p:txBody>
        </p:sp>
        <p:sp>
          <p:nvSpPr>
            <p:cNvPr id="96" name="object 96" descr=""/>
            <p:cNvSpPr/>
            <p:nvPr/>
          </p:nvSpPr>
          <p:spPr>
            <a:xfrm>
              <a:off x="4032709" y="2740892"/>
              <a:ext cx="314960" cy="12700"/>
            </a:xfrm>
            <a:custGeom>
              <a:avLst/>
              <a:gdLst/>
              <a:ahLst/>
              <a:cxnLst/>
              <a:rect l="l" t="t" r="r" b="b"/>
              <a:pathLst>
                <a:path w="314960" h="12700">
                  <a:moveTo>
                    <a:pt x="0" y="0"/>
                  </a:moveTo>
                  <a:lnTo>
                    <a:pt x="66275" y="0"/>
                  </a:lnTo>
                  <a:lnTo>
                    <a:pt x="66275" y="12578"/>
                  </a:lnTo>
                  <a:lnTo>
                    <a:pt x="0" y="12578"/>
                  </a:lnTo>
                  <a:lnTo>
                    <a:pt x="0" y="0"/>
                  </a:lnTo>
                  <a:close/>
                </a:path>
                <a:path w="314960" h="12700">
                  <a:moveTo>
                    <a:pt x="116644" y="0"/>
                  </a:moveTo>
                  <a:lnTo>
                    <a:pt x="132550" y="0"/>
                  </a:lnTo>
                  <a:lnTo>
                    <a:pt x="132550" y="12578"/>
                  </a:lnTo>
                  <a:lnTo>
                    <a:pt x="116644" y="12578"/>
                  </a:lnTo>
                  <a:lnTo>
                    <a:pt x="116644" y="0"/>
                  </a:lnTo>
                  <a:close/>
                </a:path>
                <a:path w="314960" h="12700">
                  <a:moveTo>
                    <a:pt x="182257" y="0"/>
                  </a:moveTo>
                  <a:lnTo>
                    <a:pt x="248532" y="0"/>
                  </a:lnTo>
                  <a:lnTo>
                    <a:pt x="248532" y="12578"/>
                  </a:lnTo>
                  <a:lnTo>
                    <a:pt x="182257" y="12578"/>
                  </a:lnTo>
                  <a:lnTo>
                    <a:pt x="182257" y="0"/>
                  </a:lnTo>
                  <a:close/>
                </a:path>
                <a:path w="314960" h="12700">
                  <a:moveTo>
                    <a:pt x="298901" y="0"/>
                  </a:moveTo>
                  <a:lnTo>
                    <a:pt x="314807" y="0"/>
                  </a:lnTo>
                  <a:lnTo>
                    <a:pt x="314807" y="12578"/>
                  </a:lnTo>
                  <a:lnTo>
                    <a:pt x="298901" y="12578"/>
                  </a:lnTo>
                  <a:lnTo>
                    <a:pt x="298901" y="0"/>
                  </a:lnTo>
                  <a:close/>
                </a:path>
              </a:pathLst>
            </a:custGeom>
            <a:ln w="3175">
              <a:solidFill>
                <a:srgbClr val="000000"/>
              </a:solidFill>
            </a:ln>
          </p:spPr>
          <p:txBody>
            <a:bodyPr wrap="square" lIns="0" tIns="0" rIns="0" bIns="0" rtlCol="0"/>
            <a:lstStyle/>
            <a:p/>
          </p:txBody>
        </p:sp>
        <p:sp>
          <p:nvSpPr>
            <p:cNvPr id="97" name="object 97" descr=""/>
            <p:cNvSpPr/>
            <p:nvPr/>
          </p:nvSpPr>
          <p:spPr>
            <a:xfrm>
              <a:off x="4025188" y="2747187"/>
              <a:ext cx="16510" cy="315595"/>
            </a:xfrm>
            <a:custGeom>
              <a:avLst/>
              <a:gdLst/>
              <a:ahLst/>
              <a:cxnLst/>
              <a:rect l="l" t="t" r="r" b="b"/>
              <a:pathLst>
                <a:path w="16510" h="315594">
                  <a:moveTo>
                    <a:pt x="15913" y="278930"/>
                  </a:moveTo>
                  <a:lnTo>
                    <a:pt x="0" y="278930"/>
                  </a:lnTo>
                  <a:lnTo>
                    <a:pt x="0" y="315468"/>
                  </a:lnTo>
                  <a:lnTo>
                    <a:pt x="15913" y="315468"/>
                  </a:lnTo>
                  <a:lnTo>
                    <a:pt x="15913" y="278930"/>
                  </a:lnTo>
                  <a:close/>
                </a:path>
                <a:path w="16510" h="315594">
                  <a:moveTo>
                    <a:pt x="15913" y="228269"/>
                  </a:moveTo>
                  <a:lnTo>
                    <a:pt x="0" y="228269"/>
                  </a:lnTo>
                  <a:lnTo>
                    <a:pt x="0" y="242036"/>
                  </a:lnTo>
                  <a:lnTo>
                    <a:pt x="15913" y="242036"/>
                  </a:lnTo>
                  <a:lnTo>
                    <a:pt x="15913" y="228269"/>
                  </a:lnTo>
                  <a:close/>
                </a:path>
                <a:path w="16510" h="315594">
                  <a:moveTo>
                    <a:pt x="15913" y="140563"/>
                  </a:moveTo>
                  <a:lnTo>
                    <a:pt x="0" y="140563"/>
                  </a:lnTo>
                  <a:lnTo>
                    <a:pt x="0" y="191223"/>
                  </a:lnTo>
                  <a:lnTo>
                    <a:pt x="15913" y="191223"/>
                  </a:lnTo>
                  <a:lnTo>
                    <a:pt x="15913" y="140563"/>
                  </a:lnTo>
                  <a:close/>
                </a:path>
                <a:path w="16510" h="315594">
                  <a:moveTo>
                    <a:pt x="15913" y="89750"/>
                  </a:moveTo>
                  <a:lnTo>
                    <a:pt x="0" y="89750"/>
                  </a:lnTo>
                  <a:lnTo>
                    <a:pt x="0" y="101981"/>
                  </a:lnTo>
                  <a:lnTo>
                    <a:pt x="15913" y="101981"/>
                  </a:lnTo>
                  <a:lnTo>
                    <a:pt x="15913" y="89750"/>
                  </a:lnTo>
                  <a:close/>
                </a:path>
                <a:path w="16510" h="315594">
                  <a:moveTo>
                    <a:pt x="15913" y="0"/>
                  </a:moveTo>
                  <a:lnTo>
                    <a:pt x="0" y="0"/>
                  </a:lnTo>
                  <a:lnTo>
                    <a:pt x="0" y="50825"/>
                  </a:lnTo>
                  <a:lnTo>
                    <a:pt x="15913" y="50825"/>
                  </a:lnTo>
                  <a:lnTo>
                    <a:pt x="15913" y="0"/>
                  </a:lnTo>
                  <a:close/>
                </a:path>
              </a:pathLst>
            </a:custGeom>
            <a:solidFill>
              <a:srgbClr val="000000"/>
            </a:solidFill>
          </p:spPr>
          <p:txBody>
            <a:bodyPr wrap="square" lIns="0" tIns="0" rIns="0" bIns="0" rtlCol="0"/>
            <a:lstStyle/>
            <a:p/>
          </p:txBody>
        </p:sp>
        <p:sp>
          <p:nvSpPr>
            <p:cNvPr id="98" name="object 98" descr=""/>
            <p:cNvSpPr/>
            <p:nvPr/>
          </p:nvSpPr>
          <p:spPr>
            <a:xfrm>
              <a:off x="4025198" y="2747181"/>
              <a:ext cx="16510" cy="315595"/>
            </a:xfrm>
            <a:custGeom>
              <a:avLst/>
              <a:gdLst/>
              <a:ahLst/>
              <a:cxnLst/>
              <a:rect l="l" t="t" r="r" b="b"/>
              <a:pathLst>
                <a:path w="16510" h="315594">
                  <a:moveTo>
                    <a:pt x="15906" y="0"/>
                  </a:moveTo>
                  <a:lnTo>
                    <a:pt x="15906" y="50822"/>
                  </a:lnTo>
                  <a:lnTo>
                    <a:pt x="0" y="50822"/>
                  </a:lnTo>
                  <a:lnTo>
                    <a:pt x="0" y="0"/>
                  </a:lnTo>
                  <a:lnTo>
                    <a:pt x="15906" y="0"/>
                  </a:lnTo>
                  <a:close/>
                </a:path>
                <a:path w="16510" h="315594">
                  <a:moveTo>
                    <a:pt x="15906" y="89746"/>
                  </a:moveTo>
                  <a:lnTo>
                    <a:pt x="15906" y="101984"/>
                  </a:lnTo>
                  <a:lnTo>
                    <a:pt x="0" y="101984"/>
                  </a:lnTo>
                  <a:lnTo>
                    <a:pt x="0" y="89746"/>
                  </a:lnTo>
                  <a:lnTo>
                    <a:pt x="15906" y="89746"/>
                  </a:lnTo>
                  <a:close/>
                </a:path>
                <a:path w="16510" h="315594">
                  <a:moveTo>
                    <a:pt x="15906" y="140568"/>
                  </a:moveTo>
                  <a:lnTo>
                    <a:pt x="15906" y="191220"/>
                  </a:lnTo>
                  <a:lnTo>
                    <a:pt x="0" y="191220"/>
                  </a:lnTo>
                  <a:lnTo>
                    <a:pt x="0" y="140568"/>
                  </a:lnTo>
                  <a:lnTo>
                    <a:pt x="15906" y="140568"/>
                  </a:lnTo>
                  <a:close/>
                </a:path>
                <a:path w="16510" h="315594">
                  <a:moveTo>
                    <a:pt x="15906" y="228274"/>
                  </a:moveTo>
                  <a:lnTo>
                    <a:pt x="15906" y="242042"/>
                  </a:lnTo>
                  <a:lnTo>
                    <a:pt x="0" y="242042"/>
                  </a:lnTo>
                  <a:lnTo>
                    <a:pt x="0" y="228274"/>
                  </a:lnTo>
                  <a:lnTo>
                    <a:pt x="15906" y="228274"/>
                  </a:lnTo>
                  <a:close/>
                </a:path>
                <a:path w="16510" h="315594">
                  <a:moveTo>
                    <a:pt x="15906" y="278926"/>
                  </a:moveTo>
                  <a:lnTo>
                    <a:pt x="15906" y="315470"/>
                  </a:lnTo>
                  <a:lnTo>
                    <a:pt x="0" y="315470"/>
                  </a:lnTo>
                  <a:lnTo>
                    <a:pt x="0" y="278926"/>
                  </a:lnTo>
                  <a:lnTo>
                    <a:pt x="15906" y="278926"/>
                  </a:lnTo>
                  <a:close/>
                </a:path>
              </a:pathLst>
            </a:custGeom>
            <a:ln w="3175">
              <a:solidFill>
                <a:srgbClr val="000000"/>
              </a:solidFill>
            </a:ln>
          </p:spPr>
          <p:txBody>
            <a:bodyPr wrap="square" lIns="0" tIns="0" rIns="0" bIns="0" rtlCol="0"/>
            <a:lstStyle/>
            <a:p/>
          </p:txBody>
        </p:sp>
        <p:sp>
          <p:nvSpPr>
            <p:cNvPr id="99" name="object 99" descr=""/>
            <p:cNvSpPr/>
            <p:nvPr/>
          </p:nvSpPr>
          <p:spPr>
            <a:xfrm>
              <a:off x="4032707" y="3056711"/>
              <a:ext cx="314960" cy="12700"/>
            </a:xfrm>
            <a:custGeom>
              <a:avLst/>
              <a:gdLst/>
              <a:ahLst/>
              <a:cxnLst/>
              <a:rect l="l" t="t" r="r" b="b"/>
              <a:pathLst>
                <a:path w="314960" h="12700">
                  <a:moveTo>
                    <a:pt x="66268" y="0"/>
                  </a:moveTo>
                  <a:lnTo>
                    <a:pt x="0" y="0"/>
                  </a:lnTo>
                  <a:lnTo>
                    <a:pt x="0" y="12230"/>
                  </a:lnTo>
                  <a:lnTo>
                    <a:pt x="66268" y="12230"/>
                  </a:lnTo>
                  <a:lnTo>
                    <a:pt x="66268" y="0"/>
                  </a:lnTo>
                  <a:close/>
                </a:path>
                <a:path w="314960" h="12700">
                  <a:moveTo>
                    <a:pt x="132549" y="0"/>
                  </a:moveTo>
                  <a:lnTo>
                    <a:pt x="116636" y="0"/>
                  </a:lnTo>
                  <a:lnTo>
                    <a:pt x="116636" y="12230"/>
                  </a:lnTo>
                  <a:lnTo>
                    <a:pt x="132549" y="12230"/>
                  </a:lnTo>
                  <a:lnTo>
                    <a:pt x="132549" y="0"/>
                  </a:lnTo>
                  <a:close/>
                </a:path>
                <a:path w="314960" h="12700">
                  <a:moveTo>
                    <a:pt x="248526" y="0"/>
                  </a:moveTo>
                  <a:lnTo>
                    <a:pt x="182257" y="0"/>
                  </a:lnTo>
                  <a:lnTo>
                    <a:pt x="182257" y="12230"/>
                  </a:lnTo>
                  <a:lnTo>
                    <a:pt x="248526" y="12230"/>
                  </a:lnTo>
                  <a:lnTo>
                    <a:pt x="248526" y="0"/>
                  </a:lnTo>
                  <a:close/>
                </a:path>
                <a:path w="314960" h="12700">
                  <a:moveTo>
                    <a:pt x="314807" y="0"/>
                  </a:moveTo>
                  <a:lnTo>
                    <a:pt x="298894" y="0"/>
                  </a:lnTo>
                  <a:lnTo>
                    <a:pt x="298894" y="12230"/>
                  </a:lnTo>
                  <a:lnTo>
                    <a:pt x="314807" y="12230"/>
                  </a:lnTo>
                  <a:lnTo>
                    <a:pt x="314807" y="0"/>
                  </a:lnTo>
                  <a:close/>
                </a:path>
              </a:pathLst>
            </a:custGeom>
            <a:solidFill>
              <a:srgbClr val="000000"/>
            </a:solidFill>
          </p:spPr>
          <p:txBody>
            <a:bodyPr wrap="square" lIns="0" tIns="0" rIns="0" bIns="0" rtlCol="0"/>
            <a:lstStyle/>
            <a:p/>
          </p:txBody>
        </p:sp>
        <p:sp>
          <p:nvSpPr>
            <p:cNvPr id="100" name="object 100" descr=""/>
            <p:cNvSpPr/>
            <p:nvPr/>
          </p:nvSpPr>
          <p:spPr>
            <a:xfrm>
              <a:off x="4032709" y="3056703"/>
              <a:ext cx="314960" cy="12700"/>
            </a:xfrm>
            <a:custGeom>
              <a:avLst/>
              <a:gdLst/>
              <a:ahLst/>
              <a:cxnLst/>
              <a:rect l="l" t="t" r="r" b="b"/>
              <a:pathLst>
                <a:path w="314960" h="12700">
                  <a:moveTo>
                    <a:pt x="0" y="0"/>
                  </a:moveTo>
                  <a:lnTo>
                    <a:pt x="66275" y="0"/>
                  </a:lnTo>
                  <a:lnTo>
                    <a:pt x="66275" y="12238"/>
                  </a:lnTo>
                  <a:lnTo>
                    <a:pt x="0" y="12238"/>
                  </a:lnTo>
                  <a:lnTo>
                    <a:pt x="0" y="0"/>
                  </a:lnTo>
                  <a:close/>
                </a:path>
                <a:path w="314960" h="12700">
                  <a:moveTo>
                    <a:pt x="116644" y="0"/>
                  </a:moveTo>
                  <a:lnTo>
                    <a:pt x="132550" y="0"/>
                  </a:lnTo>
                  <a:lnTo>
                    <a:pt x="132550" y="12238"/>
                  </a:lnTo>
                  <a:lnTo>
                    <a:pt x="116644" y="12238"/>
                  </a:lnTo>
                  <a:lnTo>
                    <a:pt x="116644" y="0"/>
                  </a:lnTo>
                  <a:close/>
                </a:path>
                <a:path w="314960" h="12700">
                  <a:moveTo>
                    <a:pt x="182257" y="0"/>
                  </a:moveTo>
                  <a:lnTo>
                    <a:pt x="248532" y="0"/>
                  </a:lnTo>
                  <a:lnTo>
                    <a:pt x="248532" y="12238"/>
                  </a:lnTo>
                  <a:lnTo>
                    <a:pt x="182257" y="12238"/>
                  </a:lnTo>
                  <a:lnTo>
                    <a:pt x="182257" y="0"/>
                  </a:lnTo>
                  <a:close/>
                </a:path>
                <a:path w="314960" h="12700">
                  <a:moveTo>
                    <a:pt x="298901" y="0"/>
                  </a:moveTo>
                  <a:lnTo>
                    <a:pt x="314807" y="0"/>
                  </a:lnTo>
                  <a:lnTo>
                    <a:pt x="314807" y="12238"/>
                  </a:lnTo>
                  <a:lnTo>
                    <a:pt x="298901" y="12238"/>
                  </a:lnTo>
                  <a:lnTo>
                    <a:pt x="298901" y="0"/>
                  </a:lnTo>
                  <a:close/>
                </a:path>
              </a:pathLst>
            </a:custGeom>
            <a:ln w="3175">
              <a:solidFill>
                <a:srgbClr val="000000"/>
              </a:solidFill>
            </a:ln>
          </p:spPr>
          <p:txBody>
            <a:bodyPr wrap="square" lIns="0" tIns="0" rIns="0" bIns="0" rtlCol="0"/>
            <a:lstStyle/>
            <a:p/>
          </p:txBody>
        </p:sp>
        <p:sp>
          <p:nvSpPr>
            <p:cNvPr id="101" name="object 101" descr=""/>
            <p:cNvSpPr/>
            <p:nvPr/>
          </p:nvSpPr>
          <p:spPr>
            <a:xfrm>
              <a:off x="5741728" y="2901517"/>
              <a:ext cx="323215" cy="0"/>
            </a:xfrm>
            <a:custGeom>
              <a:avLst/>
              <a:gdLst/>
              <a:ahLst/>
              <a:cxnLst/>
              <a:rect l="l" t="t" r="r" b="b"/>
              <a:pathLst>
                <a:path w="323214" h="0">
                  <a:moveTo>
                    <a:pt x="0" y="0"/>
                  </a:moveTo>
                  <a:lnTo>
                    <a:pt x="322981" y="0"/>
                  </a:lnTo>
                </a:path>
              </a:pathLst>
            </a:custGeom>
            <a:ln w="12209">
              <a:solidFill>
                <a:srgbClr val="000000"/>
              </a:solidFill>
            </a:ln>
          </p:spPr>
          <p:txBody>
            <a:bodyPr wrap="square" lIns="0" tIns="0" rIns="0" bIns="0" rtlCol="0"/>
            <a:lstStyle/>
            <a:p/>
          </p:txBody>
        </p:sp>
        <p:pic>
          <p:nvPicPr>
            <p:cNvPr id="102" name="object 102" descr=""/>
            <p:cNvPicPr/>
            <p:nvPr/>
          </p:nvPicPr>
          <p:blipFill>
            <a:blip r:embed="rId4" cstate="print"/>
            <a:stretch>
              <a:fillRect/>
            </a:stretch>
          </p:blipFill>
          <p:spPr>
            <a:xfrm>
              <a:off x="6064709" y="2585706"/>
              <a:ext cx="232559" cy="683973"/>
            </a:xfrm>
            <a:prstGeom prst="rect">
              <a:avLst/>
            </a:prstGeom>
          </p:spPr>
        </p:pic>
        <p:sp>
          <p:nvSpPr>
            <p:cNvPr id="103" name="object 103" descr=""/>
            <p:cNvSpPr/>
            <p:nvPr/>
          </p:nvSpPr>
          <p:spPr>
            <a:xfrm>
              <a:off x="3892206" y="2585706"/>
              <a:ext cx="4162425" cy="684530"/>
            </a:xfrm>
            <a:custGeom>
              <a:avLst/>
              <a:gdLst/>
              <a:ahLst/>
              <a:cxnLst/>
              <a:rect l="l" t="t" r="r" b="b"/>
              <a:pathLst>
                <a:path w="4162425" h="684529">
                  <a:moveTo>
                    <a:pt x="2172503" y="683973"/>
                  </a:moveTo>
                  <a:lnTo>
                    <a:pt x="2405063" y="683973"/>
                  </a:lnTo>
                  <a:lnTo>
                    <a:pt x="2405063" y="0"/>
                  </a:lnTo>
                  <a:lnTo>
                    <a:pt x="2172503" y="0"/>
                  </a:lnTo>
                  <a:lnTo>
                    <a:pt x="2172503" y="683973"/>
                  </a:lnTo>
                  <a:close/>
                </a:path>
                <a:path w="4162425" h="684529">
                  <a:moveTo>
                    <a:pt x="2404909" y="315810"/>
                  </a:moveTo>
                  <a:lnTo>
                    <a:pt x="2634884" y="315810"/>
                  </a:lnTo>
                </a:path>
                <a:path w="4162425" h="684529">
                  <a:moveTo>
                    <a:pt x="3189829" y="315810"/>
                  </a:moveTo>
                  <a:lnTo>
                    <a:pt x="3422234" y="315810"/>
                  </a:lnTo>
                </a:path>
                <a:path w="4162425" h="684529">
                  <a:moveTo>
                    <a:pt x="3652209" y="315810"/>
                  </a:moveTo>
                  <a:lnTo>
                    <a:pt x="3884615" y="315810"/>
                  </a:lnTo>
                </a:path>
                <a:path w="4162425" h="684529">
                  <a:moveTo>
                    <a:pt x="3884615" y="159095"/>
                  </a:moveTo>
                  <a:lnTo>
                    <a:pt x="4162087" y="159095"/>
                  </a:lnTo>
                </a:path>
                <a:path w="4162425" h="684529">
                  <a:moveTo>
                    <a:pt x="3884615" y="159095"/>
                  </a:moveTo>
                  <a:lnTo>
                    <a:pt x="3884615" y="474396"/>
                  </a:lnTo>
                </a:path>
                <a:path w="4162425" h="684529">
                  <a:moveTo>
                    <a:pt x="3884615" y="474396"/>
                  </a:moveTo>
                  <a:lnTo>
                    <a:pt x="4162087" y="474396"/>
                  </a:lnTo>
                </a:path>
                <a:path w="4162425" h="684529">
                  <a:moveTo>
                    <a:pt x="0" y="315810"/>
                  </a:moveTo>
                  <a:lnTo>
                    <a:pt x="0" y="211787"/>
                  </a:lnTo>
                </a:path>
                <a:path w="4162425" h="684529">
                  <a:moveTo>
                    <a:pt x="0" y="211787"/>
                  </a:moveTo>
                  <a:lnTo>
                    <a:pt x="137410" y="211787"/>
                  </a:lnTo>
                </a:path>
                <a:path w="4162425" h="684529">
                  <a:moveTo>
                    <a:pt x="2497473" y="315810"/>
                  </a:moveTo>
                  <a:lnTo>
                    <a:pt x="2497473" y="527257"/>
                  </a:lnTo>
                </a:path>
                <a:path w="4162425" h="684529">
                  <a:moveTo>
                    <a:pt x="2497473" y="527257"/>
                  </a:moveTo>
                  <a:lnTo>
                    <a:pt x="3282172" y="527257"/>
                  </a:lnTo>
                </a:path>
                <a:path w="4162425" h="684529">
                  <a:moveTo>
                    <a:pt x="3282172" y="527257"/>
                  </a:moveTo>
                  <a:lnTo>
                    <a:pt x="3282172" y="368672"/>
                  </a:lnTo>
                </a:path>
                <a:path w="4162425" h="684529">
                  <a:moveTo>
                    <a:pt x="3282172" y="368672"/>
                  </a:moveTo>
                  <a:lnTo>
                    <a:pt x="3422234" y="368672"/>
                  </a:lnTo>
                </a:path>
              </a:pathLst>
            </a:custGeom>
            <a:ln w="14039">
              <a:solidFill>
                <a:srgbClr val="000000"/>
              </a:solidFill>
            </a:ln>
          </p:spPr>
          <p:txBody>
            <a:bodyPr wrap="square" lIns="0" tIns="0" rIns="0" bIns="0" rtlCol="0"/>
            <a:lstStyle/>
            <a:p/>
          </p:txBody>
        </p:sp>
        <p:pic>
          <p:nvPicPr>
            <p:cNvPr id="104" name="object 104" descr=""/>
            <p:cNvPicPr/>
            <p:nvPr/>
          </p:nvPicPr>
          <p:blipFill>
            <a:blip r:embed="rId5" cstate="print"/>
            <a:stretch>
              <a:fillRect/>
            </a:stretch>
          </p:blipFill>
          <p:spPr>
            <a:xfrm>
              <a:off x="4814316" y="2585706"/>
              <a:ext cx="232559" cy="683973"/>
            </a:xfrm>
            <a:prstGeom prst="rect">
              <a:avLst/>
            </a:prstGeom>
          </p:spPr>
        </p:pic>
        <p:sp>
          <p:nvSpPr>
            <p:cNvPr id="105" name="object 105" descr=""/>
            <p:cNvSpPr/>
            <p:nvPr/>
          </p:nvSpPr>
          <p:spPr>
            <a:xfrm>
              <a:off x="4816967" y="2585706"/>
              <a:ext cx="229870" cy="684530"/>
            </a:xfrm>
            <a:custGeom>
              <a:avLst/>
              <a:gdLst/>
              <a:ahLst/>
              <a:cxnLst/>
              <a:rect l="l" t="t" r="r" b="b"/>
              <a:pathLst>
                <a:path w="229870" h="684529">
                  <a:moveTo>
                    <a:pt x="0" y="683973"/>
                  </a:moveTo>
                  <a:lnTo>
                    <a:pt x="229842" y="683973"/>
                  </a:lnTo>
                  <a:lnTo>
                    <a:pt x="229842" y="0"/>
                  </a:lnTo>
                  <a:lnTo>
                    <a:pt x="0" y="0"/>
                  </a:lnTo>
                  <a:lnTo>
                    <a:pt x="0" y="683973"/>
                  </a:lnTo>
                  <a:close/>
                </a:path>
              </a:pathLst>
            </a:custGeom>
            <a:ln w="15498">
              <a:solidFill>
                <a:srgbClr val="000000"/>
              </a:solidFill>
            </a:ln>
          </p:spPr>
          <p:txBody>
            <a:bodyPr wrap="square" lIns="0" tIns="0" rIns="0" bIns="0" rtlCol="0"/>
            <a:lstStyle/>
            <a:p/>
          </p:txBody>
        </p:sp>
        <p:pic>
          <p:nvPicPr>
            <p:cNvPr id="106" name="object 106" descr=""/>
            <p:cNvPicPr/>
            <p:nvPr/>
          </p:nvPicPr>
          <p:blipFill>
            <a:blip r:embed="rId4" cstate="print"/>
            <a:stretch>
              <a:fillRect/>
            </a:stretch>
          </p:blipFill>
          <p:spPr>
            <a:xfrm>
              <a:off x="3567236" y="2585706"/>
              <a:ext cx="232559" cy="683973"/>
            </a:xfrm>
            <a:prstGeom prst="rect">
              <a:avLst/>
            </a:prstGeom>
          </p:spPr>
        </p:pic>
        <p:sp>
          <p:nvSpPr>
            <p:cNvPr id="107" name="object 107" descr=""/>
            <p:cNvSpPr/>
            <p:nvPr/>
          </p:nvSpPr>
          <p:spPr>
            <a:xfrm>
              <a:off x="3567236" y="2585706"/>
              <a:ext cx="233045" cy="684530"/>
            </a:xfrm>
            <a:custGeom>
              <a:avLst/>
              <a:gdLst/>
              <a:ahLst/>
              <a:cxnLst/>
              <a:rect l="l" t="t" r="r" b="b"/>
              <a:pathLst>
                <a:path w="233045" h="684529">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pic>
          <p:nvPicPr>
            <p:cNvPr id="108" name="object 108" descr=""/>
            <p:cNvPicPr/>
            <p:nvPr/>
          </p:nvPicPr>
          <p:blipFill>
            <a:blip r:embed="rId6" cstate="print"/>
            <a:stretch>
              <a:fillRect/>
            </a:stretch>
          </p:blipFill>
          <p:spPr>
            <a:xfrm>
              <a:off x="7311789" y="2585706"/>
              <a:ext cx="232559" cy="683973"/>
            </a:xfrm>
            <a:prstGeom prst="rect">
              <a:avLst/>
            </a:prstGeom>
          </p:spPr>
        </p:pic>
        <p:sp>
          <p:nvSpPr>
            <p:cNvPr id="109" name="object 109" descr=""/>
            <p:cNvSpPr/>
            <p:nvPr/>
          </p:nvSpPr>
          <p:spPr>
            <a:xfrm>
              <a:off x="6112207" y="2585706"/>
              <a:ext cx="1432560" cy="1217930"/>
            </a:xfrm>
            <a:custGeom>
              <a:avLst/>
              <a:gdLst/>
              <a:ahLst/>
              <a:cxnLst/>
              <a:rect l="l" t="t" r="r" b="b"/>
              <a:pathLst>
                <a:path w="1432559" h="1217929">
                  <a:moveTo>
                    <a:pt x="1202233" y="683973"/>
                  </a:moveTo>
                  <a:lnTo>
                    <a:pt x="1432076" y="683973"/>
                  </a:lnTo>
                  <a:lnTo>
                    <a:pt x="1432076" y="0"/>
                  </a:lnTo>
                  <a:lnTo>
                    <a:pt x="1202233" y="0"/>
                  </a:lnTo>
                  <a:lnTo>
                    <a:pt x="1202233" y="683973"/>
                  </a:lnTo>
                  <a:close/>
                </a:path>
                <a:path w="1432559" h="1217929">
                  <a:moveTo>
                    <a:pt x="0" y="1217520"/>
                  </a:moveTo>
                  <a:lnTo>
                    <a:pt x="507226" y="1217520"/>
                  </a:lnTo>
                </a:path>
              </a:pathLst>
            </a:custGeom>
            <a:ln w="14039">
              <a:solidFill>
                <a:srgbClr val="000000"/>
              </a:solidFill>
            </a:ln>
          </p:spPr>
          <p:txBody>
            <a:bodyPr wrap="square" lIns="0" tIns="0" rIns="0" bIns="0" rtlCol="0"/>
            <a:lstStyle/>
            <a:p/>
          </p:txBody>
        </p:sp>
      </p:grpSp>
      <p:sp>
        <p:nvSpPr>
          <p:cNvPr id="110" name="object 110" descr=""/>
          <p:cNvSpPr txBox="1"/>
          <p:nvPr/>
        </p:nvSpPr>
        <p:spPr>
          <a:xfrm>
            <a:off x="4029616" y="3506937"/>
            <a:ext cx="554990" cy="290195"/>
          </a:xfrm>
          <a:prstGeom prst="rect">
            <a:avLst/>
          </a:prstGeom>
          <a:ln w="13501">
            <a:solidFill>
              <a:srgbClr val="000000"/>
            </a:solidFill>
          </a:ln>
        </p:spPr>
        <p:txBody>
          <a:bodyPr wrap="square" lIns="0" tIns="43815" rIns="0" bIns="0" rtlCol="0" vert="horz">
            <a:spAutoFit/>
          </a:bodyPr>
          <a:lstStyle/>
          <a:p>
            <a:pPr marL="205740">
              <a:lnSpc>
                <a:spcPct val="100000"/>
              </a:lnSpc>
              <a:spcBef>
                <a:spcPts val="345"/>
              </a:spcBef>
            </a:pPr>
            <a:r>
              <a:rPr dirty="0" sz="1200" spc="275">
                <a:latin typeface="Times New Roman"/>
                <a:cs typeface="Times New Roman"/>
              </a:rPr>
              <a:t>M</a:t>
            </a:r>
            <a:endParaRPr sz="1200">
              <a:latin typeface="Times New Roman"/>
              <a:cs typeface="Times New Roman"/>
            </a:endParaRPr>
          </a:p>
        </p:txBody>
      </p:sp>
      <p:sp>
        <p:nvSpPr>
          <p:cNvPr id="111" name="object 111" descr=""/>
          <p:cNvSpPr txBox="1"/>
          <p:nvPr/>
        </p:nvSpPr>
        <p:spPr>
          <a:xfrm>
            <a:off x="5380420" y="3525259"/>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112" name="object 112" descr=""/>
          <p:cNvSpPr/>
          <p:nvPr/>
        </p:nvSpPr>
        <p:spPr>
          <a:xfrm>
            <a:off x="6619433" y="3322541"/>
            <a:ext cx="370205" cy="684530"/>
          </a:xfrm>
          <a:custGeom>
            <a:avLst/>
            <a:gdLst/>
            <a:ahLst/>
            <a:cxnLst/>
            <a:rect l="l" t="t" r="r" b="b"/>
            <a:pathLst>
              <a:path w="370204" h="684529">
                <a:moveTo>
                  <a:pt x="370037" y="146857"/>
                </a:moveTo>
                <a:lnTo>
                  <a:pt x="370037" y="537626"/>
                </a:lnTo>
              </a:path>
              <a:path w="370204" h="684529">
                <a:moveTo>
                  <a:pt x="0" y="0"/>
                </a:moveTo>
                <a:lnTo>
                  <a:pt x="370037" y="146857"/>
                </a:lnTo>
              </a:path>
              <a:path w="370204" h="684529">
                <a:moveTo>
                  <a:pt x="370037" y="537626"/>
                </a:moveTo>
                <a:lnTo>
                  <a:pt x="0" y="684024"/>
                </a:lnTo>
              </a:path>
              <a:path w="370204" h="684529">
                <a:moveTo>
                  <a:pt x="0" y="0"/>
                </a:moveTo>
                <a:lnTo>
                  <a:pt x="0" y="195469"/>
                </a:lnTo>
              </a:path>
              <a:path w="370204" h="684529">
                <a:moveTo>
                  <a:pt x="0" y="488673"/>
                </a:moveTo>
                <a:lnTo>
                  <a:pt x="0" y="684024"/>
                </a:lnTo>
              </a:path>
              <a:path w="370204" h="684529">
                <a:moveTo>
                  <a:pt x="0" y="195469"/>
                </a:moveTo>
                <a:lnTo>
                  <a:pt x="111121" y="342326"/>
                </a:lnTo>
              </a:path>
              <a:path w="370204" h="684529">
                <a:moveTo>
                  <a:pt x="111121" y="342326"/>
                </a:moveTo>
                <a:lnTo>
                  <a:pt x="0" y="488673"/>
                </a:lnTo>
              </a:path>
            </a:pathLst>
          </a:custGeom>
          <a:ln w="14039">
            <a:solidFill>
              <a:srgbClr val="000000"/>
            </a:solidFill>
          </a:ln>
        </p:spPr>
        <p:txBody>
          <a:bodyPr wrap="square" lIns="0" tIns="0" rIns="0" bIns="0" rtlCol="0"/>
          <a:lstStyle/>
          <a:p/>
        </p:txBody>
      </p:sp>
      <p:sp>
        <p:nvSpPr>
          <p:cNvPr id="113" name="object 113" descr=""/>
          <p:cNvSpPr txBox="1"/>
          <p:nvPr/>
        </p:nvSpPr>
        <p:spPr>
          <a:xfrm>
            <a:off x="6716964" y="3476755"/>
            <a:ext cx="246379" cy="340360"/>
          </a:xfrm>
          <a:prstGeom prst="rect">
            <a:avLst/>
          </a:prstGeom>
        </p:spPr>
        <p:txBody>
          <a:bodyPr wrap="square" lIns="0" tIns="0" rIns="0" bIns="0" rtlCol="0" vert="vert">
            <a:spAutoFit/>
          </a:bodyPr>
          <a:lstStyle/>
          <a:p>
            <a:pPr marL="12700">
              <a:lnSpc>
                <a:spcPts val="1810"/>
              </a:lnSpc>
            </a:pPr>
            <a:r>
              <a:rPr dirty="0" sz="1550" spc="-280">
                <a:latin typeface="Times New Roman"/>
                <a:cs typeface="Times New Roman"/>
              </a:rPr>
              <a:t>ALU</a:t>
            </a:r>
            <a:endParaRPr sz="1550">
              <a:latin typeface="Times New Roman"/>
              <a:cs typeface="Times New Roman"/>
            </a:endParaRPr>
          </a:p>
        </p:txBody>
      </p:sp>
      <p:sp>
        <p:nvSpPr>
          <p:cNvPr id="114" name="object 114" descr=""/>
          <p:cNvSpPr txBox="1"/>
          <p:nvPr/>
        </p:nvSpPr>
        <p:spPr>
          <a:xfrm>
            <a:off x="7783572" y="3525259"/>
            <a:ext cx="541655" cy="209550"/>
          </a:xfrm>
          <a:prstGeom prst="rect">
            <a:avLst/>
          </a:prstGeom>
        </p:spPr>
        <p:txBody>
          <a:bodyPr wrap="square" lIns="0" tIns="13335" rIns="0" bIns="0" rtlCol="0" vert="horz">
            <a:spAutoFit/>
          </a:bodyPr>
          <a:lstStyle/>
          <a:p>
            <a:pPr marL="151765">
              <a:lnSpc>
                <a:spcPct val="100000"/>
              </a:lnSpc>
              <a:spcBef>
                <a:spcPts val="105"/>
              </a:spcBef>
            </a:pPr>
            <a:r>
              <a:rPr dirty="0" sz="1200" spc="275">
                <a:latin typeface="Times New Roman"/>
                <a:cs typeface="Times New Roman"/>
              </a:rPr>
              <a:t>M</a:t>
            </a:r>
            <a:endParaRPr sz="1200">
              <a:latin typeface="Times New Roman"/>
              <a:cs typeface="Times New Roman"/>
            </a:endParaRPr>
          </a:p>
        </p:txBody>
      </p:sp>
      <p:grpSp>
        <p:nvGrpSpPr>
          <p:cNvPr id="115" name="object 115" descr=""/>
          <p:cNvGrpSpPr/>
          <p:nvPr/>
        </p:nvGrpSpPr>
        <p:grpSpPr>
          <a:xfrm>
            <a:off x="4577991" y="3314655"/>
            <a:ext cx="4224655" cy="1231900"/>
            <a:chOff x="4577991" y="3314655"/>
            <a:chExt cx="4224655" cy="1231900"/>
          </a:xfrm>
        </p:grpSpPr>
        <p:sp>
          <p:nvSpPr>
            <p:cNvPr id="116" name="object 116" descr=""/>
            <p:cNvSpPr/>
            <p:nvPr/>
          </p:nvSpPr>
          <p:spPr>
            <a:xfrm>
              <a:off x="4584341" y="3481466"/>
              <a:ext cx="3747770" cy="315595"/>
            </a:xfrm>
            <a:custGeom>
              <a:avLst/>
              <a:gdLst/>
              <a:ahLst/>
              <a:cxnLst/>
              <a:rect l="l" t="t" r="r" b="b"/>
              <a:pathLst>
                <a:path w="3747770" h="315595">
                  <a:moveTo>
                    <a:pt x="0" y="156885"/>
                  </a:moveTo>
                  <a:lnTo>
                    <a:pt x="232626" y="156885"/>
                  </a:lnTo>
                </a:path>
                <a:path w="3747770" h="315595">
                  <a:moveTo>
                    <a:pt x="3192480" y="315470"/>
                  </a:moveTo>
                  <a:lnTo>
                    <a:pt x="3747359" y="315470"/>
                  </a:lnTo>
                  <a:lnTo>
                    <a:pt x="3747359" y="118"/>
                  </a:lnTo>
                  <a:lnTo>
                    <a:pt x="3192480" y="118"/>
                  </a:lnTo>
                  <a:lnTo>
                    <a:pt x="3192480" y="315470"/>
                  </a:lnTo>
                  <a:close/>
                </a:path>
                <a:path w="3747770" h="315595">
                  <a:moveTo>
                    <a:pt x="462380" y="156885"/>
                  </a:moveTo>
                  <a:lnTo>
                    <a:pt x="695006" y="156885"/>
                  </a:lnTo>
                </a:path>
                <a:path w="3747770" h="315595">
                  <a:moveTo>
                    <a:pt x="1250393" y="91445"/>
                  </a:moveTo>
                  <a:lnTo>
                    <a:pt x="1480368" y="91445"/>
                  </a:lnTo>
                </a:path>
                <a:path w="3747770" h="315595">
                  <a:moveTo>
                    <a:pt x="1250393" y="242042"/>
                  </a:moveTo>
                  <a:lnTo>
                    <a:pt x="1480368" y="242042"/>
                  </a:lnTo>
                </a:path>
                <a:path w="3747770" h="315595">
                  <a:moveTo>
                    <a:pt x="972479" y="0"/>
                  </a:moveTo>
                  <a:lnTo>
                    <a:pt x="1250393" y="0"/>
                  </a:lnTo>
                </a:path>
                <a:path w="3747770" h="315595">
                  <a:moveTo>
                    <a:pt x="1250393" y="0"/>
                  </a:moveTo>
                  <a:lnTo>
                    <a:pt x="1250393" y="315470"/>
                  </a:lnTo>
                </a:path>
                <a:path w="3747770" h="315595">
                  <a:moveTo>
                    <a:pt x="972479" y="315470"/>
                  </a:moveTo>
                  <a:lnTo>
                    <a:pt x="1250393" y="315470"/>
                  </a:lnTo>
                </a:path>
              </a:pathLst>
            </a:custGeom>
            <a:ln w="14039">
              <a:solidFill>
                <a:srgbClr val="000000"/>
              </a:solidFill>
            </a:ln>
          </p:spPr>
          <p:txBody>
            <a:bodyPr wrap="square" lIns="0" tIns="0" rIns="0" bIns="0" rtlCol="0"/>
            <a:lstStyle/>
            <a:p/>
          </p:txBody>
        </p:sp>
        <p:sp>
          <p:nvSpPr>
            <p:cNvPr id="117" name="object 117" descr=""/>
            <p:cNvSpPr/>
            <p:nvPr/>
          </p:nvSpPr>
          <p:spPr>
            <a:xfrm>
              <a:off x="5282654" y="3475697"/>
              <a:ext cx="312420" cy="14604"/>
            </a:xfrm>
            <a:custGeom>
              <a:avLst/>
              <a:gdLst/>
              <a:ahLst/>
              <a:cxnLst/>
              <a:rect l="l" t="t" r="r" b="b"/>
              <a:pathLst>
                <a:path w="312420" h="14604">
                  <a:moveTo>
                    <a:pt x="66281" y="0"/>
                  </a:moveTo>
                  <a:lnTo>
                    <a:pt x="0" y="0"/>
                  </a:lnTo>
                  <a:lnTo>
                    <a:pt x="0" y="14274"/>
                  </a:lnTo>
                  <a:lnTo>
                    <a:pt x="66281" y="14274"/>
                  </a:lnTo>
                  <a:lnTo>
                    <a:pt x="66281" y="0"/>
                  </a:lnTo>
                  <a:close/>
                </a:path>
                <a:path w="312420" h="14604">
                  <a:moveTo>
                    <a:pt x="132334" y="0"/>
                  </a:moveTo>
                  <a:lnTo>
                    <a:pt x="113779" y="0"/>
                  </a:lnTo>
                  <a:lnTo>
                    <a:pt x="113779" y="14274"/>
                  </a:lnTo>
                  <a:lnTo>
                    <a:pt x="132334" y="14274"/>
                  </a:lnTo>
                  <a:lnTo>
                    <a:pt x="132334" y="0"/>
                  </a:lnTo>
                  <a:close/>
                </a:path>
                <a:path w="312420" h="14604">
                  <a:moveTo>
                    <a:pt x="245656" y="0"/>
                  </a:moveTo>
                  <a:lnTo>
                    <a:pt x="180047" y="0"/>
                  </a:lnTo>
                  <a:lnTo>
                    <a:pt x="180047" y="14274"/>
                  </a:lnTo>
                  <a:lnTo>
                    <a:pt x="245656" y="14274"/>
                  </a:lnTo>
                  <a:lnTo>
                    <a:pt x="245656" y="0"/>
                  </a:lnTo>
                  <a:close/>
                </a:path>
                <a:path w="312420" h="14604">
                  <a:moveTo>
                    <a:pt x="311937" y="0"/>
                  </a:moveTo>
                  <a:lnTo>
                    <a:pt x="296037" y="0"/>
                  </a:lnTo>
                  <a:lnTo>
                    <a:pt x="296037" y="14274"/>
                  </a:lnTo>
                  <a:lnTo>
                    <a:pt x="311937" y="14274"/>
                  </a:lnTo>
                  <a:lnTo>
                    <a:pt x="311937" y="0"/>
                  </a:lnTo>
                  <a:close/>
                </a:path>
              </a:pathLst>
            </a:custGeom>
            <a:solidFill>
              <a:srgbClr val="000000"/>
            </a:solidFill>
          </p:spPr>
          <p:txBody>
            <a:bodyPr wrap="square" lIns="0" tIns="0" rIns="0" bIns="0" rtlCol="0"/>
            <a:lstStyle/>
            <a:p/>
          </p:txBody>
        </p:sp>
        <p:sp>
          <p:nvSpPr>
            <p:cNvPr id="118" name="object 118" descr=""/>
            <p:cNvSpPr/>
            <p:nvPr/>
          </p:nvSpPr>
          <p:spPr>
            <a:xfrm>
              <a:off x="5282661" y="3475687"/>
              <a:ext cx="312420" cy="14604"/>
            </a:xfrm>
            <a:custGeom>
              <a:avLst/>
              <a:gdLst/>
              <a:ahLst/>
              <a:cxnLst/>
              <a:rect l="l" t="t" r="r" b="b"/>
              <a:pathLst>
                <a:path w="312420" h="14604">
                  <a:moveTo>
                    <a:pt x="0" y="0"/>
                  </a:moveTo>
                  <a:lnTo>
                    <a:pt x="66275" y="0"/>
                  </a:lnTo>
                  <a:lnTo>
                    <a:pt x="66275" y="14277"/>
                  </a:lnTo>
                  <a:lnTo>
                    <a:pt x="0" y="14277"/>
                  </a:lnTo>
                  <a:lnTo>
                    <a:pt x="0" y="0"/>
                  </a:lnTo>
                  <a:close/>
                </a:path>
                <a:path w="312420" h="14604">
                  <a:moveTo>
                    <a:pt x="113772" y="0"/>
                  </a:moveTo>
                  <a:lnTo>
                    <a:pt x="132329" y="0"/>
                  </a:lnTo>
                  <a:lnTo>
                    <a:pt x="132329" y="14277"/>
                  </a:lnTo>
                  <a:lnTo>
                    <a:pt x="113772" y="14277"/>
                  </a:lnTo>
                  <a:lnTo>
                    <a:pt x="113772" y="0"/>
                  </a:lnTo>
                  <a:close/>
                </a:path>
                <a:path w="312420" h="14604">
                  <a:moveTo>
                    <a:pt x="180047" y="0"/>
                  </a:moveTo>
                  <a:lnTo>
                    <a:pt x="245660" y="0"/>
                  </a:lnTo>
                  <a:lnTo>
                    <a:pt x="245660" y="14277"/>
                  </a:lnTo>
                  <a:lnTo>
                    <a:pt x="180047" y="14277"/>
                  </a:lnTo>
                  <a:lnTo>
                    <a:pt x="180047" y="0"/>
                  </a:lnTo>
                  <a:close/>
                </a:path>
                <a:path w="312420" h="14604">
                  <a:moveTo>
                    <a:pt x="296029" y="0"/>
                  </a:moveTo>
                  <a:lnTo>
                    <a:pt x="311935" y="0"/>
                  </a:lnTo>
                  <a:lnTo>
                    <a:pt x="311935" y="14277"/>
                  </a:lnTo>
                  <a:lnTo>
                    <a:pt x="296029" y="14277"/>
                  </a:lnTo>
                  <a:lnTo>
                    <a:pt x="296029" y="0"/>
                  </a:lnTo>
                  <a:close/>
                </a:path>
              </a:pathLst>
            </a:custGeom>
            <a:ln w="3175">
              <a:solidFill>
                <a:srgbClr val="000000"/>
              </a:solidFill>
            </a:ln>
          </p:spPr>
          <p:txBody>
            <a:bodyPr wrap="square" lIns="0" tIns="0" rIns="0" bIns="0" rtlCol="0"/>
            <a:lstStyle/>
            <a:p/>
          </p:txBody>
        </p:sp>
        <p:sp>
          <p:nvSpPr>
            <p:cNvPr id="119" name="object 119" descr=""/>
            <p:cNvSpPr/>
            <p:nvPr/>
          </p:nvSpPr>
          <p:spPr>
            <a:xfrm>
              <a:off x="5272278" y="3484028"/>
              <a:ext cx="19050" cy="315595"/>
            </a:xfrm>
            <a:custGeom>
              <a:avLst/>
              <a:gdLst/>
              <a:ahLst/>
              <a:cxnLst/>
              <a:rect l="l" t="t" r="r" b="b"/>
              <a:pathLst>
                <a:path w="19050" h="315595">
                  <a:moveTo>
                    <a:pt x="18554" y="278917"/>
                  </a:moveTo>
                  <a:lnTo>
                    <a:pt x="0" y="278917"/>
                  </a:lnTo>
                  <a:lnTo>
                    <a:pt x="0" y="315468"/>
                  </a:lnTo>
                  <a:lnTo>
                    <a:pt x="18554" y="315468"/>
                  </a:lnTo>
                  <a:lnTo>
                    <a:pt x="18554" y="278917"/>
                  </a:lnTo>
                  <a:close/>
                </a:path>
                <a:path w="19050" h="315595">
                  <a:moveTo>
                    <a:pt x="18554" y="227761"/>
                  </a:moveTo>
                  <a:lnTo>
                    <a:pt x="0" y="227761"/>
                  </a:lnTo>
                  <a:lnTo>
                    <a:pt x="0" y="240334"/>
                  </a:lnTo>
                  <a:lnTo>
                    <a:pt x="18554" y="240334"/>
                  </a:lnTo>
                  <a:lnTo>
                    <a:pt x="18554" y="227761"/>
                  </a:lnTo>
                  <a:close/>
                </a:path>
                <a:path w="19050" h="315595">
                  <a:moveTo>
                    <a:pt x="18554" y="138353"/>
                  </a:moveTo>
                  <a:lnTo>
                    <a:pt x="0" y="138353"/>
                  </a:lnTo>
                  <a:lnTo>
                    <a:pt x="0" y="189179"/>
                  </a:lnTo>
                  <a:lnTo>
                    <a:pt x="18554" y="189179"/>
                  </a:lnTo>
                  <a:lnTo>
                    <a:pt x="18554" y="138353"/>
                  </a:lnTo>
                  <a:close/>
                </a:path>
                <a:path w="19050" h="315595">
                  <a:moveTo>
                    <a:pt x="18554" y="87706"/>
                  </a:moveTo>
                  <a:lnTo>
                    <a:pt x="0" y="87706"/>
                  </a:lnTo>
                  <a:lnTo>
                    <a:pt x="0" y="101981"/>
                  </a:lnTo>
                  <a:lnTo>
                    <a:pt x="18554" y="101981"/>
                  </a:lnTo>
                  <a:lnTo>
                    <a:pt x="18554" y="87706"/>
                  </a:lnTo>
                  <a:close/>
                </a:path>
                <a:path w="19050" h="315595">
                  <a:moveTo>
                    <a:pt x="18554" y="0"/>
                  </a:moveTo>
                  <a:lnTo>
                    <a:pt x="0" y="0"/>
                  </a:lnTo>
                  <a:lnTo>
                    <a:pt x="0" y="50812"/>
                  </a:lnTo>
                  <a:lnTo>
                    <a:pt x="18554" y="50812"/>
                  </a:lnTo>
                  <a:lnTo>
                    <a:pt x="18554" y="0"/>
                  </a:lnTo>
                  <a:close/>
                </a:path>
              </a:pathLst>
            </a:custGeom>
            <a:solidFill>
              <a:srgbClr val="000000"/>
            </a:solidFill>
          </p:spPr>
          <p:txBody>
            <a:bodyPr wrap="square" lIns="0" tIns="0" rIns="0" bIns="0" rtlCol="0"/>
            <a:lstStyle/>
            <a:p/>
          </p:txBody>
        </p:sp>
        <p:sp>
          <p:nvSpPr>
            <p:cNvPr id="120" name="object 120" descr=""/>
            <p:cNvSpPr/>
            <p:nvPr/>
          </p:nvSpPr>
          <p:spPr>
            <a:xfrm>
              <a:off x="5272278" y="3484016"/>
              <a:ext cx="19050" cy="315595"/>
            </a:xfrm>
            <a:custGeom>
              <a:avLst/>
              <a:gdLst/>
              <a:ahLst/>
              <a:cxnLst/>
              <a:rect l="l" t="t" r="r" b="b"/>
              <a:pathLst>
                <a:path w="19050" h="315595">
                  <a:moveTo>
                    <a:pt x="18557" y="0"/>
                  </a:moveTo>
                  <a:lnTo>
                    <a:pt x="18557" y="50822"/>
                  </a:lnTo>
                  <a:lnTo>
                    <a:pt x="0" y="50822"/>
                  </a:lnTo>
                  <a:lnTo>
                    <a:pt x="0" y="0"/>
                  </a:lnTo>
                  <a:lnTo>
                    <a:pt x="18557" y="0"/>
                  </a:lnTo>
                  <a:close/>
                </a:path>
                <a:path w="19050" h="315595">
                  <a:moveTo>
                    <a:pt x="18557" y="87706"/>
                  </a:moveTo>
                  <a:lnTo>
                    <a:pt x="18557" y="101984"/>
                  </a:lnTo>
                  <a:lnTo>
                    <a:pt x="0" y="101984"/>
                  </a:lnTo>
                  <a:lnTo>
                    <a:pt x="0" y="87706"/>
                  </a:lnTo>
                  <a:lnTo>
                    <a:pt x="18557" y="87706"/>
                  </a:lnTo>
                  <a:close/>
                </a:path>
                <a:path w="19050" h="315595">
                  <a:moveTo>
                    <a:pt x="18557" y="138358"/>
                  </a:moveTo>
                  <a:lnTo>
                    <a:pt x="18557" y="189180"/>
                  </a:lnTo>
                  <a:lnTo>
                    <a:pt x="0" y="189180"/>
                  </a:lnTo>
                  <a:lnTo>
                    <a:pt x="0" y="138358"/>
                  </a:lnTo>
                  <a:lnTo>
                    <a:pt x="18557" y="138358"/>
                  </a:lnTo>
                  <a:close/>
                </a:path>
                <a:path w="19050" h="315595">
                  <a:moveTo>
                    <a:pt x="18557" y="227764"/>
                  </a:moveTo>
                  <a:lnTo>
                    <a:pt x="18557" y="240342"/>
                  </a:lnTo>
                  <a:lnTo>
                    <a:pt x="0" y="240342"/>
                  </a:lnTo>
                  <a:lnTo>
                    <a:pt x="0" y="227764"/>
                  </a:lnTo>
                  <a:lnTo>
                    <a:pt x="18557" y="227764"/>
                  </a:lnTo>
                  <a:close/>
                </a:path>
                <a:path w="19050" h="315595">
                  <a:moveTo>
                    <a:pt x="18557" y="278926"/>
                  </a:moveTo>
                  <a:lnTo>
                    <a:pt x="18557" y="315470"/>
                  </a:lnTo>
                  <a:lnTo>
                    <a:pt x="0" y="315470"/>
                  </a:lnTo>
                  <a:lnTo>
                    <a:pt x="0" y="278926"/>
                  </a:lnTo>
                  <a:lnTo>
                    <a:pt x="18557" y="278926"/>
                  </a:lnTo>
                  <a:close/>
                </a:path>
              </a:pathLst>
            </a:custGeom>
            <a:ln w="3175">
              <a:solidFill>
                <a:srgbClr val="000000"/>
              </a:solidFill>
            </a:ln>
          </p:spPr>
          <p:txBody>
            <a:bodyPr wrap="square" lIns="0" tIns="0" rIns="0" bIns="0" rtlCol="0"/>
            <a:lstStyle/>
            <a:p/>
          </p:txBody>
        </p:sp>
        <p:sp>
          <p:nvSpPr>
            <p:cNvPr id="121" name="object 121" descr=""/>
            <p:cNvSpPr/>
            <p:nvPr/>
          </p:nvSpPr>
          <p:spPr>
            <a:xfrm>
              <a:off x="5282654" y="3791508"/>
              <a:ext cx="312420" cy="14604"/>
            </a:xfrm>
            <a:custGeom>
              <a:avLst/>
              <a:gdLst/>
              <a:ahLst/>
              <a:cxnLst/>
              <a:rect l="l" t="t" r="r" b="b"/>
              <a:pathLst>
                <a:path w="312420" h="14604">
                  <a:moveTo>
                    <a:pt x="66281" y="0"/>
                  </a:moveTo>
                  <a:lnTo>
                    <a:pt x="0" y="0"/>
                  </a:lnTo>
                  <a:lnTo>
                    <a:pt x="0" y="14274"/>
                  </a:lnTo>
                  <a:lnTo>
                    <a:pt x="66281" y="14274"/>
                  </a:lnTo>
                  <a:lnTo>
                    <a:pt x="66281" y="0"/>
                  </a:lnTo>
                  <a:close/>
                </a:path>
                <a:path w="312420" h="14604">
                  <a:moveTo>
                    <a:pt x="132334" y="0"/>
                  </a:moveTo>
                  <a:lnTo>
                    <a:pt x="113779" y="0"/>
                  </a:lnTo>
                  <a:lnTo>
                    <a:pt x="113779" y="14274"/>
                  </a:lnTo>
                  <a:lnTo>
                    <a:pt x="132334" y="14274"/>
                  </a:lnTo>
                  <a:lnTo>
                    <a:pt x="132334" y="0"/>
                  </a:lnTo>
                  <a:close/>
                </a:path>
                <a:path w="312420" h="14604">
                  <a:moveTo>
                    <a:pt x="245656" y="0"/>
                  </a:moveTo>
                  <a:lnTo>
                    <a:pt x="180047" y="0"/>
                  </a:lnTo>
                  <a:lnTo>
                    <a:pt x="180047" y="14274"/>
                  </a:lnTo>
                  <a:lnTo>
                    <a:pt x="245656" y="14274"/>
                  </a:lnTo>
                  <a:lnTo>
                    <a:pt x="245656" y="0"/>
                  </a:lnTo>
                  <a:close/>
                </a:path>
                <a:path w="312420" h="14604">
                  <a:moveTo>
                    <a:pt x="311937" y="0"/>
                  </a:moveTo>
                  <a:lnTo>
                    <a:pt x="296037" y="0"/>
                  </a:lnTo>
                  <a:lnTo>
                    <a:pt x="296037" y="14274"/>
                  </a:lnTo>
                  <a:lnTo>
                    <a:pt x="311937" y="14274"/>
                  </a:lnTo>
                  <a:lnTo>
                    <a:pt x="311937" y="0"/>
                  </a:lnTo>
                  <a:close/>
                </a:path>
              </a:pathLst>
            </a:custGeom>
            <a:solidFill>
              <a:srgbClr val="000000"/>
            </a:solidFill>
          </p:spPr>
          <p:txBody>
            <a:bodyPr wrap="square" lIns="0" tIns="0" rIns="0" bIns="0" rtlCol="0"/>
            <a:lstStyle/>
            <a:p/>
          </p:txBody>
        </p:sp>
        <p:sp>
          <p:nvSpPr>
            <p:cNvPr id="122" name="object 122" descr=""/>
            <p:cNvSpPr/>
            <p:nvPr/>
          </p:nvSpPr>
          <p:spPr>
            <a:xfrm>
              <a:off x="5282661" y="3791498"/>
              <a:ext cx="312420" cy="14604"/>
            </a:xfrm>
            <a:custGeom>
              <a:avLst/>
              <a:gdLst/>
              <a:ahLst/>
              <a:cxnLst/>
              <a:rect l="l" t="t" r="r" b="b"/>
              <a:pathLst>
                <a:path w="312420" h="14604">
                  <a:moveTo>
                    <a:pt x="0" y="0"/>
                  </a:moveTo>
                  <a:lnTo>
                    <a:pt x="66275" y="0"/>
                  </a:lnTo>
                  <a:lnTo>
                    <a:pt x="66275" y="14277"/>
                  </a:lnTo>
                  <a:lnTo>
                    <a:pt x="0" y="14277"/>
                  </a:lnTo>
                  <a:lnTo>
                    <a:pt x="0" y="0"/>
                  </a:lnTo>
                  <a:close/>
                </a:path>
                <a:path w="312420" h="14604">
                  <a:moveTo>
                    <a:pt x="113772" y="0"/>
                  </a:moveTo>
                  <a:lnTo>
                    <a:pt x="132329" y="0"/>
                  </a:lnTo>
                  <a:lnTo>
                    <a:pt x="132329" y="14277"/>
                  </a:lnTo>
                  <a:lnTo>
                    <a:pt x="113772" y="14277"/>
                  </a:lnTo>
                  <a:lnTo>
                    <a:pt x="113772" y="0"/>
                  </a:lnTo>
                  <a:close/>
                </a:path>
                <a:path w="312420" h="14604">
                  <a:moveTo>
                    <a:pt x="180047" y="0"/>
                  </a:moveTo>
                  <a:lnTo>
                    <a:pt x="245660" y="0"/>
                  </a:lnTo>
                  <a:lnTo>
                    <a:pt x="245660" y="14277"/>
                  </a:lnTo>
                  <a:lnTo>
                    <a:pt x="180047" y="14277"/>
                  </a:lnTo>
                  <a:lnTo>
                    <a:pt x="180047" y="0"/>
                  </a:lnTo>
                  <a:close/>
                </a:path>
                <a:path w="312420" h="14604">
                  <a:moveTo>
                    <a:pt x="296029" y="0"/>
                  </a:moveTo>
                  <a:lnTo>
                    <a:pt x="311935" y="0"/>
                  </a:lnTo>
                  <a:lnTo>
                    <a:pt x="311935" y="14277"/>
                  </a:lnTo>
                  <a:lnTo>
                    <a:pt x="296029" y="14277"/>
                  </a:lnTo>
                  <a:lnTo>
                    <a:pt x="296029" y="0"/>
                  </a:lnTo>
                  <a:close/>
                </a:path>
              </a:pathLst>
            </a:custGeom>
            <a:ln w="3175">
              <a:solidFill>
                <a:srgbClr val="000000"/>
              </a:solidFill>
            </a:ln>
          </p:spPr>
          <p:txBody>
            <a:bodyPr wrap="square" lIns="0" tIns="0" rIns="0" bIns="0" rtlCol="0"/>
            <a:lstStyle/>
            <a:p/>
          </p:txBody>
        </p:sp>
        <p:sp>
          <p:nvSpPr>
            <p:cNvPr id="123" name="object 123" descr=""/>
            <p:cNvSpPr/>
            <p:nvPr/>
          </p:nvSpPr>
          <p:spPr>
            <a:xfrm>
              <a:off x="6989471" y="3638352"/>
              <a:ext cx="325120" cy="0"/>
            </a:xfrm>
            <a:custGeom>
              <a:avLst/>
              <a:gdLst/>
              <a:ahLst/>
              <a:cxnLst/>
              <a:rect l="l" t="t" r="r" b="b"/>
              <a:pathLst>
                <a:path w="325120" h="0">
                  <a:moveTo>
                    <a:pt x="0" y="0"/>
                  </a:moveTo>
                  <a:lnTo>
                    <a:pt x="324969" y="0"/>
                  </a:lnTo>
                </a:path>
              </a:pathLst>
            </a:custGeom>
            <a:ln w="12209">
              <a:solidFill>
                <a:srgbClr val="000000"/>
              </a:solidFill>
            </a:ln>
          </p:spPr>
          <p:txBody>
            <a:bodyPr wrap="square" lIns="0" tIns="0" rIns="0" bIns="0" rtlCol="0"/>
            <a:lstStyle/>
            <a:p/>
          </p:txBody>
        </p:sp>
        <p:pic>
          <p:nvPicPr>
            <p:cNvPr id="124" name="object 124" descr=""/>
            <p:cNvPicPr/>
            <p:nvPr/>
          </p:nvPicPr>
          <p:blipFill>
            <a:blip r:embed="rId7" cstate="print"/>
            <a:stretch>
              <a:fillRect/>
            </a:stretch>
          </p:blipFill>
          <p:spPr>
            <a:xfrm>
              <a:off x="7311789" y="3322592"/>
              <a:ext cx="232559" cy="683973"/>
            </a:xfrm>
            <a:prstGeom prst="rect">
              <a:avLst/>
            </a:prstGeom>
          </p:spPr>
        </p:pic>
        <p:sp>
          <p:nvSpPr>
            <p:cNvPr id="125" name="object 125" descr=""/>
            <p:cNvSpPr/>
            <p:nvPr/>
          </p:nvSpPr>
          <p:spPr>
            <a:xfrm>
              <a:off x="5139286" y="3322592"/>
              <a:ext cx="3422650" cy="684530"/>
            </a:xfrm>
            <a:custGeom>
              <a:avLst/>
              <a:gdLst/>
              <a:ahLst/>
              <a:cxnLst/>
              <a:rect l="l" t="t" r="r" b="b"/>
              <a:pathLst>
                <a:path w="3422650" h="684529">
                  <a:moveTo>
                    <a:pt x="2175154" y="683973"/>
                  </a:moveTo>
                  <a:lnTo>
                    <a:pt x="2404997" y="683973"/>
                  </a:lnTo>
                  <a:lnTo>
                    <a:pt x="2404997" y="0"/>
                  </a:lnTo>
                  <a:lnTo>
                    <a:pt x="2175154" y="0"/>
                  </a:lnTo>
                  <a:lnTo>
                    <a:pt x="2175154" y="683973"/>
                  </a:lnTo>
                  <a:close/>
                </a:path>
                <a:path w="3422650" h="684529">
                  <a:moveTo>
                    <a:pt x="2405130" y="315759"/>
                  </a:moveTo>
                  <a:lnTo>
                    <a:pt x="2637535" y="315759"/>
                  </a:lnTo>
                </a:path>
                <a:path w="3422650" h="684529">
                  <a:moveTo>
                    <a:pt x="3192480" y="315759"/>
                  </a:moveTo>
                  <a:lnTo>
                    <a:pt x="3422234" y="315759"/>
                  </a:lnTo>
                </a:path>
                <a:path w="3422650" h="684529">
                  <a:moveTo>
                    <a:pt x="0" y="315759"/>
                  </a:moveTo>
                  <a:lnTo>
                    <a:pt x="0" y="209696"/>
                  </a:lnTo>
                </a:path>
                <a:path w="3422650" h="684529">
                  <a:moveTo>
                    <a:pt x="0" y="209696"/>
                  </a:moveTo>
                  <a:lnTo>
                    <a:pt x="140061" y="209696"/>
                  </a:lnTo>
                </a:path>
                <a:path w="3422650" h="684529">
                  <a:moveTo>
                    <a:pt x="2497473" y="315759"/>
                  </a:moveTo>
                  <a:lnTo>
                    <a:pt x="2497473" y="524997"/>
                  </a:lnTo>
                </a:path>
                <a:path w="3422650" h="684529">
                  <a:moveTo>
                    <a:pt x="2497473" y="524997"/>
                  </a:moveTo>
                  <a:lnTo>
                    <a:pt x="3285044" y="524997"/>
                  </a:lnTo>
                </a:path>
                <a:path w="3422650" h="684529">
                  <a:moveTo>
                    <a:pt x="3285044" y="524997"/>
                  </a:moveTo>
                  <a:lnTo>
                    <a:pt x="3285044" y="368621"/>
                  </a:lnTo>
                </a:path>
                <a:path w="3422650" h="684529">
                  <a:moveTo>
                    <a:pt x="3285044" y="368621"/>
                  </a:moveTo>
                  <a:lnTo>
                    <a:pt x="3422234" y="368621"/>
                  </a:lnTo>
                </a:path>
              </a:pathLst>
            </a:custGeom>
            <a:ln w="14039">
              <a:solidFill>
                <a:srgbClr val="000000"/>
              </a:solidFill>
            </a:ln>
          </p:spPr>
          <p:txBody>
            <a:bodyPr wrap="square" lIns="0" tIns="0" rIns="0" bIns="0" rtlCol="0"/>
            <a:lstStyle/>
            <a:p/>
          </p:txBody>
        </p:sp>
        <p:pic>
          <p:nvPicPr>
            <p:cNvPr id="126" name="object 126" descr=""/>
            <p:cNvPicPr/>
            <p:nvPr/>
          </p:nvPicPr>
          <p:blipFill>
            <a:blip r:embed="rId8" cstate="print"/>
            <a:stretch>
              <a:fillRect/>
            </a:stretch>
          </p:blipFill>
          <p:spPr>
            <a:xfrm>
              <a:off x="6064710" y="3322592"/>
              <a:ext cx="232559" cy="683973"/>
            </a:xfrm>
            <a:prstGeom prst="rect">
              <a:avLst/>
            </a:prstGeom>
          </p:spPr>
        </p:pic>
        <p:sp>
          <p:nvSpPr>
            <p:cNvPr id="127" name="object 127" descr=""/>
            <p:cNvSpPr/>
            <p:nvPr/>
          </p:nvSpPr>
          <p:spPr>
            <a:xfrm>
              <a:off x="6064710" y="3322592"/>
              <a:ext cx="233045" cy="684530"/>
            </a:xfrm>
            <a:custGeom>
              <a:avLst/>
              <a:gdLst/>
              <a:ahLst/>
              <a:cxnLst/>
              <a:rect l="l" t="t" r="r" b="b"/>
              <a:pathLst>
                <a:path w="233045" h="684529">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pic>
          <p:nvPicPr>
            <p:cNvPr id="128" name="object 128" descr=""/>
            <p:cNvPicPr/>
            <p:nvPr/>
          </p:nvPicPr>
          <p:blipFill>
            <a:blip r:embed="rId9" cstate="print"/>
            <a:stretch>
              <a:fillRect/>
            </a:stretch>
          </p:blipFill>
          <p:spPr>
            <a:xfrm>
              <a:off x="4814316" y="3322592"/>
              <a:ext cx="232559" cy="683973"/>
            </a:xfrm>
            <a:prstGeom prst="rect">
              <a:avLst/>
            </a:prstGeom>
          </p:spPr>
        </p:pic>
        <p:sp>
          <p:nvSpPr>
            <p:cNvPr id="129" name="object 129" descr=""/>
            <p:cNvSpPr/>
            <p:nvPr/>
          </p:nvSpPr>
          <p:spPr>
            <a:xfrm>
              <a:off x="4816967" y="3322592"/>
              <a:ext cx="229870" cy="684530"/>
            </a:xfrm>
            <a:custGeom>
              <a:avLst/>
              <a:gdLst/>
              <a:ahLst/>
              <a:cxnLst/>
              <a:rect l="l" t="t" r="r" b="b"/>
              <a:pathLst>
                <a:path w="229870" h="684529">
                  <a:moveTo>
                    <a:pt x="0" y="683973"/>
                  </a:moveTo>
                  <a:lnTo>
                    <a:pt x="229842" y="683973"/>
                  </a:lnTo>
                  <a:lnTo>
                    <a:pt x="229842" y="0"/>
                  </a:lnTo>
                  <a:lnTo>
                    <a:pt x="0" y="0"/>
                  </a:lnTo>
                  <a:lnTo>
                    <a:pt x="0" y="683973"/>
                  </a:lnTo>
                  <a:close/>
                </a:path>
              </a:pathLst>
            </a:custGeom>
            <a:ln w="15498">
              <a:solidFill>
                <a:srgbClr val="000000"/>
              </a:solidFill>
            </a:ln>
          </p:spPr>
          <p:txBody>
            <a:bodyPr wrap="square" lIns="0" tIns="0" rIns="0" bIns="0" rtlCol="0"/>
            <a:lstStyle/>
            <a:p/>
          </p:txBody>
        </p:sp>
        <p:pic>
          <p:nvPicPr>
            <p:cNvPr id="130" name="object 130" descr=""/>
            <p:cNvPicPr/>
            <p:nvPr/>
          </p:nvPicPr>
          <p:blipFill>
            <a:blip r:embed="rId10" cstate="print"/>
            <a:stretch>
              <a:fillRect/>
            </a:stretch>
          </p:blipFill>
          <p:spPr>
            <a:xfrm>
              <a:off x="8561520" y="3322592"/>
              <a:ext cx="232559" cy="683973"/>
            </a:xfrm>
            <a:prstGeom prst="rect">
              <a:avLst/>
            </a:prstGeom>
          </p:spPr>
        </p:pic>
        <p:sp>
          <p:nvSpPr>
            <p:cNvPr id="131" name="object 131" descr=""/>
            <p:cNvSpPr/>
            <p:nvPr/>
          </p:nvSpPr>
          <p:spPr>
            <a:xfrm>
              <a:off x="7359287" y="3322592"/>
              <a:ext cx="1435100" cy="1217930"/>
            </a:xfrm>
            <a:custGeom>
              <a:avLst/>
              <a:gdLst/>
              <a:ahLst/>
              <a:cxnLst/>
              <a:rect l="l" t="t" r="r" b="b"/>
              <a:pathLst>
                <a:path w="1435100" h="1217929">
                  <a:moveTo>
                    <a:pt x="1202233" y="683973"/>
                  </a:moveTo>
                  <a:lnTo>
                    <a:pt x="1434793" y="683973"/>
                  </a:lnTo>
                  <a:lnTo>
                    <a:pt x="1434793" y="0"/>
                  </a:lnTo>
                  <a:lnTo>
                    <a:pt x="1202233" y="0"/>
                  </a:lnTo>
                  <a:lnTo>
                    <a:pt x="1202233" y="683973"/>
                  </a:lnTo>
                  <a:close/>
                </a:path>
                <a:path w="1435100" h="1217929">
                  <a:moveTo>
                    <a:pt x="0" y="1217401"/>
                  </a:moveTo>
                  <a:lnTo>
                    <a:pt x="510098" y="1217401"/>
                  </a:lnTo>
                </a:path>
              </a:pathLst>
            </a:custGeom>
            <a:ln w="14039">
              <a:solidFill>
                <a:srgbClr val="000000"/>
              </a:solidFill>
            </a:ln>
          </p:spPr>
          <p:txBody>
            <a:bodyPr wrap="square" lIns="0" tIns="0" rIns="0" bIns="0" rtlCol="0"/>
            <a:lstStyle/>
            <a:p/>
          </p:txBody>
        </p:sp>
      </p:grpSp>
      <p:sp>
        <p:nvSpPr>
          <p:cNvPr id="132" name="object 132" descr=""/>
          <p:cNvSpPr txBox="1"/>
          <p:nvPr/>
        </p:nvSpPr>
        <p:spPr>
          <a:xfrm>
            <a:off x="5279347" y="4216262"/>
            <a:ext cx="555625" cy="315595"/>
          </a:xfrm>
          <a:prstGeom prst="rect">
            <a:avLst/>
          </a:prstGeom>
          <a:solidFill>
            <a:srgbClr val="FF9900"/>
          </a:solidFill>
          <a:ln w="13500">
            <a:solidFill>
              <a:srgbClr val="000000"/>
            </a:solidFill>
          </a:ln>
        </p:spPr>
        <p:txBody>
          <a:bodyPr wrap="square" lIns="0" tIns="64769" rIns="0" bIns="0" rtlCol="0" vert="horz">
            <a:spAutoFit/>
          </a:bodyPr>
          <a:lstStyle/>
          <a:p>
            <a:pPr marL="205740">
              <a:lnSpc>
                <a:spcPct val="100000"/>
              </a:lnSpc>
              <a:spcBef>
                <a:spcPts val="509"/>
              </a:spcBef>
            </a:pPr>
            <a:r>
              <a:rPr dirty="0" sz="1200" spc="275">
                <a:solidFill>
                  <a:srgbClr val="FFFFFF"/>
                </a:solidFill>
                <a:latin typeface="Times New Roman"/>
                <a:cs typeface="Times New Roman"/>
              </a:rPr>
              <a:t>M</a:t>
            </a:r>
            <a:endParaRPr sz="1200">
              <a:latin typeface="Times New Roman"/>
              <a:cs typeface="Times New Roman"/>
            </a:endParaRPr>
          </a:p>
        </p:txBody>
      </p:sp>
      <p:sp>
        <p:nvSpPr>
          <p:cNvPr id="133" name="object 133" descr=""/>
          <p:cNvSpPr txBox="1"/>
          <p:nvPr/>
        </p:nvSpPr>
        <p:spPr>
          <a:xfrm>
            <a:off x="6627721" y="4259969"/>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134" name="object 134" descr=""/>
          <p:cNvSpPr/>
          <p:nvPr/>
        </p:nvSpPr>
        <p:spPr>
          <a:xfrm>
            <a:off x="7869385" y="4059410"/>
            <a:ext cx="370205" cy="684530"/>
          </a:xfrm>
          <a:custGeom>
            <a:avLst/>
            <a:gdLst/>
            <a:ahLst/>
            <a:cxnLst/>
            <a:rect l="l" t="t" r="r" b="b"/>
            <a:pathLst>
              <a:path w="370204" h="684529">
                <a:moveTo>
                  <a:pt x="369816" y="146772"/>
                </a:moveTo>
                <a:lnTo>
                  <a:pt x="369816" y="537201"/>
                </a:lnTo>
              </a:path>
              <a:path w="370204" h="684529">
                <a:moveTo>
                  <a:pt x="0" y="0"/>
                </a:moveTo>
                <a:lnTo>
                  <a:pt x="369816" y="146772"/>
                </a:lnTo>
              </a:path>
              <a:path w="370204" h="684529">
                <a:moveTo>
                  <a:pt x="369816" y="537201"/>
                </a:moveTo>
                <a:lnTo>
                  <a:pt x="0" y="683973"/>
                </a:lnTo>
              </a:path>
              <a:path w="370204" h="684529">
                <a:moveTo>
                  <a:pt x="0" y="0"/>
                </a:moveTo>
                <a:lnTo>
                  <a:pt x="0" y="195418"/>
                </a:lnTo>
              </a:path>
              <a:path w="370204" h="684529">
                <a:moveTo>
                  <a:pt x="0" y="488554"/>
                </a:moveTo>
                <a:lnTo>
                  <a:pt x="0" y="683973"/>
                </a:lnTo>
              </a:path>
              <a:path w="370204" h="684529">
                <a:moveTo>
                  <a:pt x="0" y="195418"/>
                </a:moveTo>
                <a:lnTo>
                  <a:pt x="111121" y="342190"/>
                </a:lnTo>
              </a:path>
              <a:path w="370204" h="684529">
                <a:moveTo>
                  <a:pt x="111121" y="342190"/>
                </a:moveTo>
                <a:lnTo>
                  <a:pt x="0" y="488554"/>
                </a:lnTo>
              </a:path>
            </a:pathLst>
          </a:custGeom>
          <a:ln w="14039">
            <a:solidFill>
              <a:srgbClr val="000000"/>
            </a:solidFill>
          </a:ln>
        </p:spPr>
        <p:txBody>
          <a:bodyPr wrap="square" lIns="0" tIns="0" rIns="0" bIns="0" rtlCol="0"/>
          <a:lstStyle/>
          <a:p/>
        </p:txBody>
      </p:sp>
      <p:sp>
        <p:nvSpPr>
          <p:cNvPr id="135" name="object 135" descr=""/>
          <p:cNvSpPr txBox="1"/>
          <p:nvPr/>
        </p:nvSpPr>
        <p:spPr>
          <a:xfrm>
            <a:off x="7966916" y="4213624"/>
            <a:ext cx="246379" cy="340360"/>
          </a:xfrm>
          <a:prstGeom prst="rect">
            <a:avLst/>
          </a:prstGeom>
        </p:spPr>
        <p:txBody>
          <a:bodyPr wrap="square" lIns="0" tIns="0" rIns="0" bIns="0" rtlCol="0" vert="vert">
            <a:spAutoFit/>
          </a:bodyPr>
          <a:lstStyle/>
          <a:p>
            <a:pPr marL="12700">
              <a:lnSpc>
                <a:spcPts val="1810"/>
              </a:lnSpc>
            </a:pPr>
            <a:r>
              <a:rPr dirty="0" sz="1550" spc="-280">
                <a:latin typeface="Times New Roman"/>
                <a:cs typeface="Times New Roman"/>
              </a:rPr>
              <a:t>ALU</a:t>
            </a:r>
            <a:endParaRPr sz="1550">
              <a:latin typeface="Times New Roman"/>
              <a:cs typeface="Times New Roman"/>
            </a:endParaRPr>
          </a:p>
        </p:txBody>
      </p:sp>
      <p:grpSp>
        <p:nvGrpSpPr>
          <p:cNvPr id="136" name="object 136" descr=""/>
          <p:cNvGrpSpPr/>
          <p:nvPr/>
        </p:nvGrpSpPr>
        <p:grpSpPr>
          <a:xfrm>
            <a:off x="5828384" y="4051473"/>
            <a:ext cx="2973705" cy="700405"/>
            <a:chOff x="5828384" y="4051473"/>
            <a:chExt cx="2973705" cy="700405"/>
          </a:xfrm>
        </p:grpSpPr>
        <p:sp>
          <p:nvSpPr>
            <p:cNvPr id="137" name="object 137" descr=""/>
            <p:cNvSpPr/>
            <p:nvPr/>
          </p:nvSpPr>
          <p:spPr>
            <a:xfrm>
              <a:off x="5834734" y="4216245"/>
              <a:ext cx="1480185" cy="315595"/>
            </a:xfrm>
            <a:custGeom>
              <a:avLst/>
              <a:gdLst/>
              <a:ahLst/>
              <a:cxnLst/>
              <a:rect l="l" t="t" r="r" b="b"/>
              <a:pathLst>
                <a:path w="1480184" h="315595">
                  <a:moveTo>
                    <a:pt x="0" y="158517"/>
                  </a:moveTo>
                  <a:lnTo>
                    <a:pt x="229975" y="158517"/>
                  </a:lnTo>
                </a:path>
                <a:path w="1480184" h="315595">
                  <a:moveTo>
                    <a:pt x="462380" y="158517"/>
                  </a:moveTo>
                  <a:lnTo>
                    <a:pt x="692355" y="158517"/>
                  </a:lnTo>
                </a:path>
                <a:path w="1480184" h="315595">
                  <a:moveTo>
                    <a:pt x="1247300" y="93519"/>
                  </a:moveTo>
                  <a:lnTo>
                    <a:pt x="1479706" y="93519"/>
                  </a:lnTo>
                </a:path>
                <a:path w="1480184" h="315595">
                  <a:moveTo>
                    <a:pt x="1247300" y="241974"/>
                  </a:moveTo>
                  <a:lnTo>
                    <a:pt x="1479706" y="241974"/>
                  </a:lnTo>
                </a:path>
                <a:path w="1480184" h="315595">
                  <a:moveTo>
                    <a:pt x="969828" y="0"/>
                  </a:moveTo>
                  <a:lnTo>
                    <a:pt x="1247300" y="0"/>
                  </a:lnTo>
                </a:path>
                <a:path w="1480184" h="315595">
                  <a:moveTo>
                    <a:pt x="1247300" y="0"/>
                  </a:moveTo>
                  <a:lnTo>
                    <a:pt x="1247300" y="315368"/>
                  </a:lnTo>
                </a:path>
                <a:path w="1480184" h="315595">
                  <a:moveTo>
                    <a:pt x="969828" y="315368"/>
                  </a:moveTo>
                  <a:lnTo>
                    <a:pt x="1247300" y="315368"/>
                  </a:lnTo>
                </a:path>
              </a:pathLst>
            </a:custGeom>
            <a:ln w="14039">
              <a:solidFill>
                <a:srgbClr val="000000"/>
              </a:solidFill>
            </a:ln>
          </p:spPr>
          <p:txBody>
            <a:bodyPr wrap="square" lIns="0" tIns="0" rIns="0" bIns="0" rtlCol="0"/>
            <a:lstStyle/>
            <a:p/>
          </p:txBody>
        </p:sp>
        <p:sp>
          <p:nvSpPr>
            <p:cNvPr id="138" name="object 138" descr=""/>
            <p:cNvSpPr/>
            <p:nvPr/>
          </p:nvSpPr>
          <p:spPr>
            <a:xfrm>
              <a:off x="6530403" y="4212475"/>
              <a:ext cx="314325" cy="12700"/>
            </a:xfrm>
            <a:custGeom>
              <a:avLst/>
              <a:gdLst/>
              <a:ahLst/>
              <a:cxnLst/>
              <a:rect l="l" t="t" r="r" b="b"/>
              <a:pathLst>
                <a:path w="314325" h="12700">
                  <a:moveTo>
                    <a:pt x="66052" y="0"/>
                  </a:moveTo>
                  <a:lnTo>
                    <a:pt x="0" y="0"/>
                  </a:lnTo>
                  <a:lnTo>
                    <a:pt x="0" y="12166"/>
                  </a:lnTo>
                  <a:lnTo>
                    <a:pt x="66052" y="12166"/>
                  </a:lnTo>
                  <a:lnTo>
                    <a:pt x="66052" y="0"/>
                  </a:lnTo>
                  <a:close/>
                </a:path>
                <a:path w="314325" h="12700">
                  <a:moveTo>
                    <a:pt x="131876" y="0"/>
                  </a:moveTo>
                  <a:lnTo>
                    <a:pt x="115976" y="0"/>
                  </a:lnTo>
                  <a:lnTo>
                    <a:pt x="115976" y="12166"/>
                  </a:lnTo>
                  <a:lnTo>
                    <a:pt x="131876" y="12166"/>
                  </a:lnTo>
                  <a:lnTo>
                    <a:pt x="131876" y="0"/>
                  </a:lnTo>
                  <a:close/>
                </a:path>
                <a:path w="314325" h="12700">
                  <a:moveTo>
                    <a:pt x="248310" y="0"/>
                  </a:moveTo>
                  <a:lnTo>
                    <a:pt x="182257" y="0"/>
                  </a:lnTo>
                  <a:lnTo>
                    <a:pt x="182257" y="12166"/>
                  </a:lnTo>
                  <a:lnTo>
                    <a:pt x="248310" y="12166"/>
                  </a:lnTo>
                  <a:lnTo>
                    <a:pt x="248310" y="0"/>
                  </a:lnTo>
                  <a:close/>
                </a:path>
                <a:path w="314325" h="12700">
                  <a:moveTo>
                    <a:pt x="313918" y="0"/>
                  </a:moveTo>
                  <a:lnTo>
                    <a:pt x="298678" y="0"/>
                  </a:lnTo>
                  <a:lnTo>
                    <a:pt x="298678" y="12166"/>
                  </a:lnTo>
                  <a:lnTo>
                    <a:pt x="313918" y="12166"/>
                  </a:lnTo>
                  <a:lnTo>
                    <a:pt x="313918" y="0"/>
                  </a:lnTo>
                  <a:close/>
                </a:path>
              </a:pathLst>
            </a:custGeom>
            <a:solidFill>
              <a:srgbClr val="000000"/>
            </a:solidFill>
          </p:spPr>
          <p:txBody>
            <a:bodyPr wrap="square" lIns="0" tIns="0" rIns="0" bIns="0" rtlCol="0"/>
            <a:lstStyle/>
            <a:p/>
          </p:txBody>
        </p:sp>
        <p:sp>
          <p:nvSpPr>
            <p:cNvPr id="139" name="object 139" descr=""/>
            <p:cNvSpPr/>
            <p:nvPr/>
          </p:nvSpPr>
          <p:spPr>
            <a:xfrm>
              <a:off x="6530404" y="4212471"/>
              <a:ext cx="314325" cy="12700"/>
            </a:xfrm>
            <a:custGeom>
              <a:avLst/>
              <a:gdLst/>
              <a:ahLst/>
              <a:cxnLst/>
              <a:rect l="l" t="t" r="r" b="b"/>
              <a:pathLst>
                <a:path w="314325" h="12700">
                  <a:moveTo>
                    <a:pt x="0" y="0"/>
                  </a:moveTo>
                  <a:lnTo>
                    <a:pt x="66054" y="0"/>
                  </a:lnTo>
                  <a:lnTo>
                    <a:pt x="66054" y="12170"/>
                  </a:lnTo>
                  <a:lnTo>
                    <a:pt x="0" y="12170"/>
                  </a:lnTo>
                  <a:lnTo>
                    <a:pt x="0" y="0"/>
                  </a:lnTo>
                  <a:close/>
                </a:path>
                <a:path w="314325" h="12700">
                  <a:moveTo>
                    <a:pt x="115981" y="0"/>
                  </a:moveTo>
                  <a:lnTo>
                    <a:pt x="131887" y="0"/>
                  </a:lnTo>
                  <a:lnTo>
                    <a:pt x="131887" y="12170"/>
                  </a:lnTo>
                  <a:lnTo>
                    <a:pt x="115981" y="12170"/>
                  </a:lnTo>
                  <a:lnTo>
                    <a:pt x="115981" y="0"/>
                  </a:lnTo>
                  <a:close/>
                </a:path>
                <a:path w="314325" h="12700">
                  <a:moveTo>
                    <a:pt x="182257" y="0"/>
                  </a:moveTo>
                  <a:lnTo>
                    <a:pt x="248311" y="0"/>
                  </a:lnTo>
                  <a:lnTo>
                    <a:pt x="248311" y="12170"/>
                  </a:lnTo>
                  <a:lnTo>
                    <a:pt x="182257" y="12170"/>
                  </a:lnTo>
                  <a:lnTo>
                    <a:pt x="182257" y="0"/>
                  </a:lnTo>
                  <a:close/>
                </a:path>
                <a:path w="314325" h="12700">
                  <a:moveTo>
                    <a:pt x="298680" y="0"/>
                  </a:moveTo>
                  <a:lnTo>
                    <a:pt x="313923" y="0"/>
                  </a:lnTo>
                  <a:lnTo>
                    <a:pt x="313923" y="12170"/>
                  </a:lnTo>
                  <a:lnTo>
                    <a:pt x="298680" y="12170"/>
                  </a:lnTo>
                  <a:lnTo>
                    <a:pt x="298680" y="0"/>
                  </a:lnTo>
                  <a:close/>
                </a:path>
              </a:pathLst>
            </a:custGeom>
            <a:ln w="3175">
              <a:solidFill>
                <a:srgbClr val="000000"/>
              </a:solidFill>
            </a:ln>
          </p:spPr>
          <p:txBody>
            <a:bodyPr wrap="square" lIns="0" tIns="0" rIns="0" bIns="0" rtlCol="0"/>
            <a:lstStyle/>
            <a:p/>
          </p:txBody>
        </p:sp>
        <p:sp>
          <p:nvSpPr>
            <p:cNvPr id="140" name="object 140" descr=""/>
            <p:cNvSpPr/>
            <p:nvPr/>
          </p:nvSpPr>
          <p:spPr>
            <a:xfrm>
              <a:off x="6522224" y="4308106"/>
              <a:ext cx="15875" cy="226060"/>
            </a:xfrm>
            <a:custGeom>
              <a:avLst/>
              <a:gdLst/>
              <a:ahLst/>
              <a:cxnLst/>
              <a:rect l="l" t="t" r="r" b="b"/>
              <a:pathLst>
                <a:path w="15875" h="226060">
                  <a:moveTo>
                    <a:pt x="15684" y="191643"/>
                  </a:moveTo>
                  <a:lnTo>
                    <a:pt x="0" y="191643"/>
                  </a:lnTo>
                  <a:lnTo>
                    <a:pt x="0" y="226034"/>
                  </a:lnTo>
                  <a:lnTo>
                    <a:pt x="15684" y="226034"/>
                  </a:lnTo>
                  <a:lnTo>
                    <a:pt x="15684" y="191643"/>
                  </a:lnTo>
                  <a:close/>
                </a:path>
                <a:path w="15875" h="226060">
                  <a:moveTo>
                    <a:pt x="15684" y="140487"/>
                  </a:moveTo>
                  <a:lnTo>
                    <a:pt x="0" y="140487"/>
                  </a:lnTo>
                  <a:lnTo>
                    <a:pt x="0" y="152641"/>
                  </a:lnTo>
                  <a:lnTo>
                    <a:pt x="15684" y="152641"/>
                  </a:lnTo>
                  <a:lnTo>
                    <a:pt x="15684" y="140487"/>
                  </a:lnTo>
                  <a:close/>
                </a:path>
                <a:path w="15875" h="226060">
                  <a:moveTo>
                    <a:pt x="15684" y="0"/>
                  </a:moveTo>
                  <a:lnTo>
                    <a:pt x="0" y="0"/>
                  </a:lnTo>
                  <a:lnTo>
                    <a:pt x="0" y="12573"/>
                  </a:lnTo>
                  <a:lnTo>
                    <a:pt x="15684" y="12573"/>
                  </a:lnTo>
                  <a:lnTo>
                    <a:pt x="15684" y="0"/>
                  </a:lnTo>
                  <a:close/>
                </a:path>
              </a:pathLst>
            </a:custGeom>
            <a:solidFill>
              <a:srgbClr val="000000"/>
            </a:solidFill>
          </p:spPr>
          <p:txBody>
            <a:bodyPr wrap="square" lIns="0" tIns="0" rIns="0" bIns="0" rtlCol="0"/>
            <a:lstStyle/>
            <a:p/>
          </p:txBody>
        </p:sp>
        <p:sp>
          <p:nvSpPr>
            <p:cNvPr id="141" name="object 141" descr=""/>
            <p:cNvSpPr/>
            <p:nvPr/>
          </p:nvSpPr>
          <p:spPr>
            <a:xfrm>
              <a:off x="6522230" y="4218760"/>
              <a:ext cx="15875" cy="315595"/>
            </a:xfrm>
            <a:custGeom>
              <a:avLst/>
              <a:gdLst/>
              <a:ahLst/>
              <a:cxnLst/>
              <a:rect l="l" t="t" r="r" b="b"/>
              <a:pathLst>
                <a:path w="15875" h="315595">
                  <a:moveTo>
                    <a:pt x="15685" y="0"/>
                  </a:moveTo>
                  <a:lnTo>
                    <a:pt x="15685" y="50754"/>
                  </a:lnTo>
                  <a:lnTo>
                    <a:pt x="0" y="50754"/>
                  </a:lnTo>
                  <a:lnTo>
                    <a:pt x="0" y="0"/>
                  </a:lnTo>
                  <a:lnTo>
                    <a:pt x="15685" y="0"/>
                  </a:lnTo>
                  <a:close/>
                </a:path>
                <a:path w="15875" h="315595">
                  <a:moveTo>
                    <a:pt x="15685" y="89338"/>
                  </a:moveTo>
                  <a:lnTo>
                    <a:pt x="15685" y="101916"/>
                  </a:lnTo>
                  <a:lnTo>
                    <a:pt x="0" y="101916"/>
                  </a:lnTo>
                  <a:lnTo>
                    <a:pt x="0" y="89338"/>
                  </a:lnTo>
                  <a:lnTo>
                    <a:pt x="15685" y="89338"/>
                  </a:lnTo>
                  <a:close/>
                </a:path>
                <a:path w="15875" h="315595">
                  <a:moveTo>
                    <a:pt x="15685" y="140500"/>
                  </a:moveTo>
                  <a:lnTo>
                    <a:pt x="15685" y="191237"/>
                  </a:lnTo>
                  <a:lnTo>
                    <a:pt x="0" y="191237"/>
                  </a:lnTo>
                  <a:lnTo>
                    <a:pt x="0" y="140500"/>
                  </a:lnTo>
                  <a:lnTo>
                    <a:pt x="15685" y="140500"/>
                  </a:lnTo>
                  <a:close/>
                </a:path>
                <a:path w="15875" h="315595">
                  <a:moveTo>
                    <a:pt x="15685" y="229821"/>
                  </a:moveTo>
                  <a:lnTo>
                    <a:pt x="15685" y="241974"/>
                  </a:lnTo>
                  <a:lnTo>
                    <a:pt x="0" y="241974"/>
                  </a:lnTo>
                  <a:lnTo>
                    <a:pt x="0" y="229821"/>
                  </a:lnTo>
                  <a:lnTo>
                    <a:pt x="15685" y="229821"/>
                  </a:lnTo>
                  <a:close/>
                </a:path>
                <a:path w="15875" h="315595">
                  <a:moveTo>
                    <a:pt x="15685" y="280983"/>
                  </a:moveTo>
                  <a:lnTo>
                    <a:pt x="15685" y="315368"/>
                  </a:lnTo>
                  <a:lnTo>
                    <a:pt x="0" y="315368"/>
                  </a:lnTo>
                  <a:lnTo>
                    <a:pt x="0" y="280983"/>
                  </a:lnTo>
                  <a:lnTo>
                    <a:pt x="15685" y="280983"/>
                  </a:lnTo>
                  <a:close/>
                </a:path>
              </a:pathLst>
            </a:custGeom>
            <a:ln w="3175">
              <a:solidFill>
                <a:srgbClr val="000000"/>
              </a:solidFill>
            </a:ln>
          </p:spPr>
          <p:txBody>
            <a:bodyPr wrap="square" lIns="0" tIns="0" rIns="0" bIns="0" rtlCol="0"/>
            <a:lstStyle/>
            <a:p/>
          </p:txBody>
        </p:sp>
        <p:sp>
          <p:nvSpPr>
            <p:cNvPr id="142" name="object 142" descr=""/>
            <p:cNvSpPr/>
            <p:nvPr/>
          </p:nvSpPr>
          <p:spPr>
            <a:xfrm>
              <a:off x="6530403" y="4528260"/>
              <a:ext cx="314325" cy="12700"/>
            </a:xfrm>
            <a:custGeom>
              <a:avLst/>
              <a:gdLst/>
              <a:ahLst/>
              <a:cxnLst/>
              <a:rect l="l" t="t" r="r" b="b"/>
              <a:pathLst>
                <a:path w="314325" h="12700">
                  <a:moveTo>
                    <a:pt x="66052" y="0"/>
                  </a:moveTo>
                  <a:lnTo>
                    <a:pt x="0" y="0"/>
                  </a:lnTo>
                  <a:lnTo>
                    <a:pt x="0" y="12166"/>
                  </a:lnTo>
                  <a:lnTo>
                    <a:pt x="66052" y="12166"/>
                  </a:lnTo>
                  <a:lnTo>
                    <a:pt x="66052" y="0"/>
                  </a:lnTo>
                  <a:close/>
                </a:path>
                <a:path w="314325" h="12700">
                  <a:moveTo>
                    <a:pt x="131876" y="0"/>
                  </a:moveTo>
                  <a:lnTo>
                    <a:pt x="115976" y="0"/>
                  </a:lnTo>
                  <a:lnTo>
                    <a:pt x="115976" y="12166"/>
                  </a:lnTo>
                  <a:lnTo>
                    <a:pt x="131876" y="12166"/>
                  </a:lnTo>
                  <a:lnTo>
                    <a:pt x="131876" y="0"/>
                  </a:lnTo>
                  <a:close/>
                </a:path>
                <a:path w="314325" h="12700">
                  <a:moveTo>
                    <a:pt x="248310" y="0"/>
                  </a:moveTo>
                  <a:lnTo>
                    <a:pt x="182257" y="0"/>
                  </a:lnTo>
                  <a:lnTo>
                    <a:pt x="182257" y="12166"/>
                  </a:lnTo>
                  <a:lnTo>
                    <a:pt x="248310" y="12166"/>
                  </a:lnTo>
                  <a:lnTo>
                    <a:pt x="248310" y="0"/>
                  </a:lnTo>
                  <a:close/>
                </a:path>
                <a:path w="314325" h="12700">
                  <a:moveTo>
                    <a:pt x="313918" y="0"/>
                  </a:moveTo>
                  <a:lnTo>
                    <a:pt x="298678" y="0"/>
                  </a:lnTo>
                  <a:lnTo>
                    <a:pt x="298678" y="12166"/>
                  </a:lnTo>
                  <a:lnTo>
                    <a:pt x="313918" y="12166"/>
                  </a:lnTo>
                  <a:lnTo>
                    <a:pt x="313918" y="0"/>
                  </a:lnTo>
                  <a:close/>
                </a:path>
              </a:pathLst>
            </a:custGeom>
            <a:solidFill>
              <a:srgbClr val="000000"/>
            </a:solidFill>
          </p:spPr>
          <p:txBody>
            <a:bodyPr wrap="square" lIns="0" tIns="0" rIns="0" bIns="0" rtlCol="0"/>
            <a:lstStyle/>
            <a:p/>
          </p:txBody>
        </p:sp>
        <p:sp>
          <p:nvSpPr>
            <p:cNvPr id="143" name="object 143" descr=""/>
            <p:cNvSpPr/>
            <p:nvPr/>
          </p:nvSpPr>
          <p:spPr>
            <a:xfrm>
              <a:off x="6530404" y="4528248"/>
              <a:ext cx="314325" cy="12700"/>
            </a:xfrm>
            <a:custGeom>
              <a:avLst/>
              <a:gdLst/>
              <a:ahLst/>
              <a:cxnLst/>
              <a:rect l="l" t="t" r="r" b="b"/>
              <a:pathLst>
                <a:path w="314325" h="12700">
                  <a:moveTo>
                    <a:pt x="0" y="0"/>
                  </a:moveTo>
                  <a:lnTo>
                    <a:pt x="66054" y="0"/>
                  </a:lnTo>
                  <a:lnTo>
                    <a:pt x="66054" y="12170"/>
                  </a:lnTo>
                  <a:lnTo>
                    <a:pt x="0" y="12170"/>
                  </a:lnTo>
                  <a:lnTo>
                    <a:pt x="0" y="0"/>
                  </a:lnTo>
                  <a:close/>
                </a:path>
                <a:path w="314325" h="12700">
                  <a:moveTo>
                    <a:pt x="115981" y="0"/>
                  </a:moveTo>
                  <a:lnTo>
                    <a:pt x="131887" y="0"/>
                  </a:lnTo>
                  <a:lnTo>
                    <a:pt x="131887" y="12170"/>
                  </a:lnTo>
                  <a:lnTo>
                    <a:pt x="115981" y="12170"/>
                  </a:lnTo>
                  <a:lnTo>
                    <a:pt x="115981" y="0"/>
                  </a:lnTo>
                  <a:close/>
                </a:path>
                <a:path w="314325" h="12700">
                  <a:moveTo>
                    <a:pt x="182257" y="0"/>
                  </a:moveTo>
                  <a:lnTo>
                    <a:pt x="248311" y="0"/>
                  </a:lnTo>
                  <a:lnTo>
                    <a:pt x="248311" y="12170"/>
                  </a:lnTo>
                  <a:lnTo>
                    <a:pt x="182257" y="12170"/>
                  </a:lnTo>
                  <a:lnTo>
                    <a:pt x="182257" y="0"/>
                  </a:lnTo>
                  <a:close/>
                </a:path>
                <a:path w="314325" h="12700">
                  <a:moveTo>
                    <a:pt x="298680" y="0"/>
                  </a:moveTo>
                  <a:lnTo>
                    <a:pt x="313923" y="0"/>
                  </a:lnTo>
                  <a:lnTo>
                    <a:pt x="313923" y="12170"/>
                  </a:lnTo>
                  <a:lnTo>
                    <a:pt x="298680" y="12170"/>
                  </a:lnTo>
                  <a:lnTo>
                    <a:pt x="298680" y="0"/>
                  </a:lnTo>
                  <a:close/>
                </a:path>
              </a:pathLst>
            </a:custGeom>
            <a:ln w="3175">
              <a:solidFill>
                <a:srgbClr val="000000"/>
              </a:solidFill>
            </a:ln>
          </p:spPr>
          <p:txBody>
            <a:bodyPr wrap="square" lIns="0" tIns="0" rIns="0" bIns="0" rtlCol="0"/>
            <a:lstStyle/>
            <a:p/>
          </p:txBody>
        </p:sp>
        <p:sp>
          <p:nvSpPr>
            <p:cNvPr id="144" name="object 144" descr=""/>
            <p:cNvSpPr/>
            <p:nvPr/>
          </p:nvSpPr>
          <p:spPr>
            <a:xfrm>
              <a:off x="8239201" y="4374762"/>
              <a:ext cx="322580" cy="0"/>
            </a:xfrm>
            <a:custGeom>
              <a:avLst/>
              <a:gdLst/>
              <a:ahLst/>
              <a:cxnLst/>
              <a:rect l="l" t="t" r="r" b="b"/>
              <a:pathLst>
                <a:path w="322579" h="0">
                  <a:moveTo>
                    <a:pt x="0" y="0"/>
                  </a:moveTo>
                  <a:lnTo>
                    <a:pt x="322318" y="0"/>
                  </a:lnTo>
                </a:path>
              </a:pathLst>
            </a:custGeom>
            <a:ln w="12209">
              <a:solidFill>
                <a:srgbClr val="000000"/>
              </a:solidFill>
            </a:ln>
          </p:spPr>
          <p:txBody>
            <a:bodyPr wrap="square" lIns="0" tIns="0" rIns="0" bIns="0" rtlCol="0"/>
            <a:lstStyle/>
            <a:p/>
          </p:txBody>
        </p:sp>
        <p:pic>
          <p:nvPicPr>
            <p:cNvPr id="145" name="object 145" descr=""/>
            <p:cNvPicPr/>
            <p:nvPr/>
          </p:nvPicPr>
          <p:blipFill>
            <a:blip r:embed="rId11" cstate="print"/>
            <a:stretch>
              <a:fillRect/>
            </a:stretch>
          </p:blipFill>
          <p:spPr>
            <a:xfrm>
              <a:off x="8561520" y="4057320"/>
              <a:ext cx="232559" cy="683973"/>
            </a:xfrm>
            <a:prstGeom prst="rect">
              <a:avLst/>
            </a:prstGeom>
          </p:spPr>
        </p:pic>
        <p:sp>
          <p:nvSpPr>
            <p:cNvPr id="146" name="object 146" descr=""/>
            <p:cNvSpPr/>
            <p:nvPr/>
          </p:nvSpPr>
          <p:spPr>
            <a:xfrm>
              <a:off x="6389679" y="4059410"/>
              <a:ext cx="2404745" cy="684530"/>
            </a:xfrm>
            <a:custGeom>
              <a:avLst/>
              <a:gdLst/>
              <a:ahLst/>
              <a:cxnLst/>
              <a:rect l="l" t="t" r="r" b="b"/>
              <a:pathLst>
                <a:path w="2404745" h="684529">
                  <a:moveTo>
                    <a:pt x="2171841" y="683973"/>
                  </a:moveTo>
                  <a:lnTo>
                    <a:pt x="2404401" y="683973"/>
                  </a:lnTo>
                  <a:lnTo>
                    <a:pt x="2404400" y="0"/>
                  </a:lnTo>
                  <a:lnTo>
                    <a:pt x="2171841" y="0"/>
                  </a:lnTo>
                  <a:lnTo>
                    <a:pt x="2171841" y="683973"/>
                  </a:lnTo>
                  <a:close/>
                </a:path>
                <a:path w="2404745" h="684529">
                  <a:moveTo>
                    <a:pt x="0" y="315351"/>
                  </a:moveTo>
                  <a:lnTo>
                    <a:pt x="0" y="209679"/>
                  </a:lnTo>
                </a:path>
                <a:path w="2404745" h="684529">
                  <a:moveTo>
                    <a:pt x="0" y="209679"/>
                  </a:moveTo>
                  <a:lnTo>
                    <a:pt x="137410" y="209679"/>
                  </a:lnTo>
                </a:path>
              </a:pathLst>
            </a:custGeom>
            <a:ln w="14039">
              <a:solidFill>
                <a:srgbClr val="000000"/>
              </a:solidFill>
            </a:ln>
          </p:spPr>
          <p:txBody>
            <a:bodyPr wrap="square" lIns="0" tIns="0" rIns="0" bIns="0" rtlCol="0"/>
            <a:lstStyle/>
            <a:p/>
          </p:txBody>
        </p:sp>
        <p:pic>
          <p:nvPicPr>
            <p:cNvPr id="147" name="object 147" descr=""/>
            <p:cNvPicPr/>
            <p:nvPr/>
          </p:nvPicPr>
          <p:blipFill>
            <a:blip r:embed="rId12" cstate="print"/>
            <a:stretch>
              <a:fillRect/>
            </a:stretch>
          </p:blipFill>
          <p:spPr>
            <a:xfrm>
              <a:off x="7311789" y="4057320"/>
              <a:ext cx="232559" cy="683973"/>
            </a:xfrm>
            <a:prstGeom prst="rect">
              <a:avLst/>
            </a:prstGeom>
          </p:spPr>
        </p:pic>
        <p:sp>
          <p:nvSpPr>
            <p:cNvPr id="148" name="object 148" descr=""/>
            <p:cNvSpPr/>
            <p:nvPr/>
          </p:nvSpPr>
          <p:spPr>
            <a:xfrm>
              <a:off x="7314440" y="4059410"/>
              <a:ext cx="229870" cy="684530"/>
            </a:xfrm>
            <a:custGeom>
              <a:avLst/>
              <a:gdLst/>
              <a:ahLst/>
              <a:cxnLst/>
              <a:rect l="l" t="t" r="r" b="b"/>
              <a:pathLst>
                <a:path w="229870" h="684529">
                  <a:moveTo>
                    <a:pt x="0" y="683973"/>
                  </a:moveTo>
                  <a:lnTo>
                    <a:pt x="229842" y="683973"/>
                  </a:lnTo>
                  <a:lnTo>
                    <a:pt x="229842" y="0"/>
                  </a:lnTo>
                  <a:lnTo>
                    <a:pt x="0" y="0"/>
                  </a:lnTo>
                  <a:lnTo>
                    <a:pt x="0" y="683973"/>
                  </a:lnTo>
                  <a:close/>
                </a:path>
              </a:pathLst>
            </a:custGeom>
            <a:ln w="15498">
              <a:solidFill>
                <a:srgbClr val="000000"/>
              </a:solidFill>
            </a:ln>
          </p:spPr>
          <p:txBody>
            <a:bodyPr wrap="square" lIns="0" tIns="0" rIns="0" bIns="0" rtlCol="0"/>
            <a:lstStyle/>
            <a:p/>
          </p:txBody>
        </p:sp>
        <p:pic>
          <p:nvPicPr>
            <p:cNvPr id="149" name="object 149" descr=""/>
            <p:cNvPicPr/>
            <p:nvPr/>
          </p:nvPicPr>
          <p:blipFill>
            <a:blip r:embed="rId3" cstate="print"/>
            <a:stretch>
              <a:fillRect/>
            </a:stretch>
          </p:blipFill>
          <p:spPr>
            <a:xfrm>
              <a:off x="6064709" y="4057320"/>
              <a:ext cx="232559" cy="683973"/>
            </a:xfrm>
            <a:prstGeom prst="rect">
              <a:avLst/>
            </a:prstGeom>
          </p:spPr>
        </p:pic>
        <p:sp>
          <p:nvSpPr>
            <p:cNvPr id="150" name="object 150" descr=""/>
            <p:cNvSpPr/>
            <p:nvPr/>
          </p:nvSpPr>
          <p:spPr>
            <a:xfrm>
              <a:off x="6064709" y="4059410"/>
              <a:ext cx="233045" cy="684530"/>
            </a:xfrm>
            <a:custGeom>
              <a:avLst/>
              <a:gdLst/>
              <a:ahLst/>
              <a:cxnLst/>
              <a:rect l="l" t="t" r="r" b="b"/>
              <a:pathLst>
                <a:path w="233045" h="684529">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grpSp>
      <p:sp>
        <p:nvSpPr>
          <p:cNvPr id="151" name="object 151" descr=""/>
          <p:cNvSpPr txBox="1"/>
          <p:nvPr/>
        </p:nvSpPr>
        <p:spPr>
          <a:xfrm>
            <a:off x="9125194" y="3510981"/>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152" name="object 152" descr=""/>
          <p:cNvSpPr/>
          <p:nvPr/>
        </p:nvSpPr>
        <p:spPr>
          <a:xfrm>
            <a:off x="8794146" y="3467359"/>
            <a:ext cx="508000" cy="315595"/>
          </a:xfrm>
          <a:custGeom>
            <a:avLst/>
            <a:gdLst/>
            <a:ahLst/>
            <a:cxnLst/>
            <a:rect l="l" t="t" r="r" b="b"/>
            <a:pathLst>
              <a:path w="508000" h="315595">
                <a:moveTo>
                  <a:pt x="0" y="156715"/>
                </a:moveTo>
                <a:lnTo>
                  <a:pt x="230417" y="156715"/>
                </a:lnTo>
              </a:path>
              <a:path w="508000" h="315595">
                <a:moveTo>
                  <a:pt x="230417" y="0"/>
                </a:moveTo>
                <a:lnTo>
                  <a:pt x="507889" y="0"/>
                </a:lnTo>
              </a:path>
              <a:path w="508000" h="315595">
                <a:moveTo>
                  <a:pt x="230417" y="0"/>
                </a:moveTo>
                <a:lnTo>
                  <a:pt x="230417" y="315300"/>
                </a:lnTo>
              </a:path>
              <a:path w="508000" h="315595">
                <a:moveTo>
                  <a:pt x="230417" y="315300"/>
                </a:moveTo>
                <a:lnTo>
                  <a:pt x="507889" y="315300"/>
                </a:lnTo>
              </a:path>
            </a:pathLst>
          </a:custGeom>
          <a:ln w="14039">
            <a:solidFill>
              <a:srgbClr val="000000"/>
            </a:solidFill>
          </a:ln>
        </p:spPr>
        <p:txBody>
          <a:bodyPr wrap="square" lIns="0" tIns="0" rIns="0" bIns="0" rtlCol="0"/>
          <a:lstStyle/>
          <a:p/>
        </p:txBody>
      </p:sp>
      <p:grpSp>
        <p:nvGrpSpPr>
          <p:cNvPr id="153" name="object 153" descr=""/>
          <p:cNvGrpSpPr/>
          <p:nvPr/>
        </p:nvGrpSpPr>
        <p:grpSpPr>
          <a:xfrm>
            <a:off x="9351637" y="3462240"/>
            <a:ext cx="68580" cy="15240"/>
            <a:chOff x="9351637" y="3462240"/>
            <a:chExt cx="68580" cy="15240"/>
          </a:xfrm>
        </p:grpSpPr>
        <p:sp>
          <p:nvSpPr>
            <p:cNvPr id="154" name="object 154" descr=""/>
            <p:cNvSpPr/>
            <p:nvPr/>
          </p:nvSpPr>
          <p:spPr>
            <a:xfrm>
              <a:off x="9352847" y="3463449"/>
              <a:ext cx="66040" cy="12700"/>
            </a:xfrm>
            <a:custGeom>
              <a:avLst/>
              <a:gdLst/>
              <a:ahLst/>
              <a:cxnLst/>
              <a:rect l="l" t="t" r="r" b="b"/>
              <a:pathLst>
                <a:path w="66040" h="12700">
                  <a:moveTo>
                    <a:pt x="65612" y="0"/>
                  </a:moveTo>
                  <a:lnTo>
                    <a:pt x="0" y="0"/>
                  </a:lnTo>
                  <a:lnTo>
                    <a:pt x="0" y="12238"/>
                  </a:lnTo>
                  <a:lnTo>
                    <a:pt x="65612" y="12238"/>
                  </a:lnTo>
                  <a:lnTo>
                    <a:pt x="65612" y="0"/>
                  </a:lnTo>
                  <a:close/>
                </a:path>
              </a:pathLst>
            </a:custGeom>
            <a:solidFill>
              <a:srgbClr val="000000"/>
            </a:solidFill>
          </p:spPr>
          <p:txBody>
            <a:bodyPr wrap="square" lIns="0" tIns="0" rIns="0" bIns="0" rtlCol="0"/>
            <a:lstStyle/>
            <a:p/>
          </p:txBody>
        </p:sp>
        <p:sp>
          <p:nvSpPr>
            <p:cNvPr id="155" name="object 155" descr=""/>
            <p:cNvSpPr/>
            <p:nvPr/>
          </p:nvSpPr>
          <p:spPr>
            <a:xfrm>
              <a:off x="9352847" y="3463449"/>
              <a:ext cx="66040" cy="12700"/>
            </a:xfrm>
            <a:custGeom>
              <a:avLst/>
              <a:gdLst/>
              <a:ahLst/>
              <a:cxnLst/>
              <a:rect l="l" t="t" r="r" b="b"/>
              <a:pathLst>
                <a:path w="66040" h="12700">
                  <a:moveTo>
                    <a:pt x="0" y="0"/>
                  </a:moveTo>
                  <a:lnTo>
                    <a:pt x="65612" y="0"/>
                  </a:lnTo>
                  <a:lnTo>
                    <a:pt x="65612" y="12238"/>
                  </a:lnTo>
                  <a:lnTo>
                    <a:pt x="0" y="12238"/>
                  </a:lnTo>
                  <a:lnTo>
                    <a:pt x="0" y="0"/>
                  </a:lnTo>
                  <a:close/>
                </a:path>
              </a:pathLst>
            </a:custGeom>
            <a:ln w="3175">
              <a:solidFill>
                <a:srgbClr val="000000"/>
              </a:solidFill>
            </a:ln>
          </p:spPr>
          <p:txBody>
            <a:bodyPr wrap="square" lIns="0" tIns="0" rIns="0" bIns="0" rtlCol="0"/>
            <a:lstStyle/>
            <a:p/>
          </p:txBody>
        </p:sp>
      </p:grpSp>
      <p:grpSp>
        <p:nvGrpSpPr>
          <p:cNvPr id="156" name="object 156" descr=""/>
          <p:cNvGrpSpPr/>
          <p:nvPr/>
        </p:nvGrpSpPr>
        <p:grpSpPr>
          <a:xfrm>
            <a:off x="9464837" y="3462108"/>
            <a:ext cx="21590" cy="15240"/>
            <a:chOff x="9464837" y="3462108"/>
            <a:chExt cx="21590" cy="15240"/>
          </a:xfrm>
        </p:grpSpPr>
        <p:sp>
          <p:nvSpPr>
            <p:cNvPr id="157" name="object 157" descr=""/>
            <p:cNvSpPr/>
            <p:nvPr/>
          </p:nvSpPr>
          <p:spPr>
            <a:xfrm>
              <a:off x="9466178" y="3463449"/>
              <a:ext cx="19050" cy="12700"/>
            </a:xfrm>
            <a:custGeom>
              <a:avLst/>
              <a:gdLst/>
              <a:ahLst/>
              <a:cxnLst/>
              <a:rect l="l" t="t" r="r" b="b"/>
              <a:pathLst>
                <a:path w="19050" h="12700">
                  <a:moveTo>
                    <a:pt x="18557" y="0"/>
                  </a:moveTo>
                  <a:lnTo>
                    <a:pt x="0" y="0"/>
                  </a:lnTo>
                  <a:lnTo>
                    <a:pt x="0" y="12238"/>
                  </a:lnTo>
                  <a:lnTo>
                    <a:pt x="18557" y="12238"/>
                  </a:lnTo>
                  <a:lnTo>
                    <a:pt x="18557" y="0"/>
                  </a:lnTo>
                  <a:close/>
                </a:path>
              </a:pathLst>
            </a:custGeom>
            <a:solidFill>
              <a:srgbClr val="000000"/>
            </a:solidFill>
          </p:spPr>
          <p:txBody>
            <a:bodyPr wrap="square" lIns="0" tIns="0" rIns="0" bIns="0" rtlCol="0"/>
            <a:lstStyle/>
            <a:p/>
          </p:txBody>
        </p:sp>
        <p:sp>
          <p:nvSpPr>
            <p:cNvPr id="158" name="object 158" descr=""/>
            <p:cNvSpPr/>
            <p:nvPr/>
          </p:nvSpPr>
          <p:spPr>
            <a:xfrm>
              <a:off x="9466178" y="3463449"/>
              <a:ext cx="19050" cy="12700"/>
            </a:xfrm>
            <a:custGeom>
              <a:avLst/>
              <a:gdLst/>
              <a:ahLst/>
              <a:cxnLst/>
              <a:rect l="l" t="t" r="r" b="b"/>
              <a:pathLst>
                <a:path w="19050" h="12700">
                  <a:moveTo>
                    <a:pt x="0" y="0"/>
                  </a:moveTo>
                  <a:lnTo>
                    <a:pt x="18557" y="0"/>
                  </a:lnTo>
                  <a:lnTo>
                    <a:pt x="18557" y="12238"/>
                  </a:lnTo>
                  <a:lnTo>
                    <a:pt x="0" y="12238"/>
                  </a:lnTo>
                  <a:lnTo>
                    <a:pt x="0" y="0"/>
                  </a:lnTo>
                  <a:close/>
                </a:path>
              </a:pathLst>
            </a:custGeom>
            <a:ln w="3175">
              <a:solidFill>
                <a:srgbClr val="000000"/>
              </a:solidFill>
            </a:ln>
          </p:spPr>
          <p:txBody>
            <a:bodyPr wrap="square" lIns="0" tIns="0" rIns="0" bIns="0" rtlCol="0"/>
            <a:lstStyle/>
            <a:p/>
          </p:txBody>
        </p:sp>
      </p:grpSp>
      <p:grpSp>
        <p:nvGrpSpPr>
          <p:cNvPr id="159" name="object 159" descr=""/>
          <p:cNvGrpSpPr/>
          <p:nvPr/>
        </p:nvGrpSpPr>
        <p:grpSpPr>
          <a:xfrm>
            <a:off x="9351637" y="3778050"/>
            <a:ext cx="68580" cy="15240"/>
            <a:chOff x="9351637" y="3778050"/>
            <a:chExt cx="68580" cy="15240"/>
          </a:xfrm>
        </p:grpSpPr>
        <p:sp>
          <p:nvSpPr>
            <p:cNvPr id="160" name="object 160" descr=""/>
            <p:cNvSpPr/>
            <p:nvPr/>
          </p:nvSpPr>
          <p:spPr>
            <a:xfrm>
              <a:off x="9352847" y="3779260"/>
              <a:ext cx="66040" cy="12700"/>
            </a:xfrm>
            <a:custGeom>
              <a:avLst/>
              <a:gdLst/>
              <a:ahLst/>
              <a:cxnLst/>
              <a:rect l="l" t="t" r="r" b="b"/>
              <a:pathLst>
                <a:path w="66040" h="12700">
                  <a:moveTo>
                    <a:pt x="65612" y="0"/>
                  </a:moveTo>
                  <a:lnTo>
                    <a:pt x="0" y="0"/>
                  </a:lnTo>
                  <a:lnTo>
                    <a:pt x="0" y="12238"/>
                  </a:lnTo>
                  <a:lnTo>
                    <a:pt x="65612" y="12238"/>
                  </a:lnTo>
                  <a:lnTo>
                    <a:pt x="65612" y="0"/>
                  </a:lnTo>
                  <a:close/>
                </a:path>
              </a:pathLst>
            </a:custGeom>
            <a:solidFill>
              <a:srgbClr val="000000"/>
            </a:solidFill>
          </p:spPr>
          <p:txBody>
            <a:bodyPr wrap="square" lIns="0" tIns="0" rIns="0" bIns="0" rtlCol="0"/>
            <a:lstStyle/>
            <a:p/>
          </p:txBody>
        </p:sp>
        <p:sp>
          <p:nvSpPr>
            <p:cNvPr id="161" name="object 161" descr=""/>
            <p:cNvSpPr/>
            <p:nvPr/>
          </p:nvSpPr>
          <p:spPr>
            <a:xfrm>
              <a:off x="9352847" y="3779260"/>
              <a:ext cx="66040" cy="12700"/>
            </a:xfrm>
            <a:custGeom>
              <a:avLst/>
              <a:gdLst/>
              <a:ahLst/>
              <a:cxnLst/>
              <a:rect l="l" t="t" r="r" b="b"/>
              <a:pathLst>
                <a:path w="66040" h="12700">
                  <a:moveTo>
                    <a:pt x="0" y="0"/>
                  </a:moveTo>
                  <a:lnTo>
                    <a:pt x="65612" y="0"/>
                  </a:lnTo>
                  <a:lnTo>
                    <a:pt x="65612" y="12238"/>
                  </a:lnTo>
                  <a:lnTo>
                    <a:pt x="0" y="12238"/>
                  </a:lnTo>
                  <a:lnTo>
                    <a:pt x="0" y="0"/>
                  </a:lnTo>
                  <a:close/>
                </a:path>
              </a:pathLst>
            </a:custGeom>
            <a:ln w="3175">
              <a:solidFill>
                <a:srgbClr val="000000"/>
              </a:solidFill>
            </a:ln>
          </p:spPr>
          <p:txBody>
            <a:bodyPr wrap="square" lIns="0" tIns="0" rIns="0" bIns="0" rtlCol="0"/>
            <a:lstStyle/>
            <a:p/>
          </p:txBody>
        </p:sp>
      </p:grpSp>
      <p:grpSp>
        <p:nvGrpSpPr>
          <p:cNvPr id="162" name="object 162" descr=""/>
          <p:cNvGrpSpPr/>
          <p:nvPr/>
        </p:nvGrpSpPr>
        <p:grpSpPr>
          <a:xfrm>
            <a:off x="9464837" y="3777919"/>
            <a:ext cx="21590" cy="15240"/>
            <a:chOff x="9464837" y="3777919"/>
            <a:chExt cx="21590" cy="15240"/>
          </a:xfrm>
        </p:grpSpPr>
        <p:sp>
          <p:nvSpPr>
            <p:cNvPr id="163" name="object 163" descr=""/>
            <p:cNvSpPr/>
            <p:nvPr/>
          </p:nvSpPr>
          <p:spPr>
            <a:xfrm>
              <a:off x="9466178" y="3779260"/>
              <a:ext cx="19050" cy="12700"/>
            </a:xfrm>
            <a:custGeom>
              <a:avLst/>
              <a:gdLst/>
              <a:ahLst/>
              <a:cxnLst/>
              <a:rect l="l" t="t" r="r" b="b"/>
              <a:pathLst>
                <a:path w="19050" h="12700">
                  <a:moveTo>
                    <a:pt x="18557" y="0"/>
                  </a:moveTo>
                  <a:lnTo>
                    <a:pt x="0" y="0"/>
                  </a:lnTo>
                  <a:lnTo>
                    <a:pt x="0" y="12238"/>
                  </a:lnTo>
                  <a:lnTo>
                    <a:pt x="18557" y="12238"/>
                  </a:lnTo>
                  <a:lnTo>
                    <a:pt x="18557" y="0"/>
                  </a:lnTo>
                  <a:close/>
                </a:path>
              </a:pathLst>
            </a:custGeom>
            <a:solidFill>
              <a:srgbClr val="000000"/>
            </a:solidFill>
          </p:spPr>
          <p:txBody>
            <a:bodyPr wrap="square" lIns="0" tIns="0" rIns="0" bIns="0" rtlCol="0"/>
            <a:lstStyle/>
            <a:p/>
          </p:txBody>
        </p:sp>
        <p:sp>
          <p:nvSpPr>
            <p:cNvPr id="164" name="object 164" descr=""/>
            <p:cNvSpPr/>
            <p:nvPr/>
          </p:nvSpPr>
          <p:spPr>
            <a:xfrm>
              <a:off x="9466178" y="3779260"/>
              <a:ext cx="19050" cy="12700"/>
            </a:xfrm>
            <a:custGeom>
              <a:avLst/>
              <a:gdLst/>
              <a:ahLst/>
              <a:cxnLst/>
              <a:rect l="l" t="t" r="r" b="b"/>
              <a:pathLst>
                <a:path w="19050" h="12700">
                  <a:moveTo>
                    <a:pt x="0" y="0"/>
                  </a:moveTo>
                  <a:lnTo>
                    <a:pt x="18557" y="0"/>
                  </a:lnTo>
                  <a:lnTo>
                    <a:pt x="18557" y="12238"/>
                  </a:lnTo>
                  <a:lnTo>
                    <a:pt x="0" y="12238"/>
                  </a:lnTo>
                  <a:lnTo>
                    <a:pt x="0" y="0"/>
                  </a:lnTo>
                  <a:close/>
                </a:path>
              </a:pathLst>
            </a:custGeom>
            <a:ln w="3175">
              <a:solidFill>
                <a:srgbClr val="000000"/>
              </a:solidFill>
            </a:ln>
          </p:spPr>
          <p:txBody>
            <a:bodyPr wrap="square" lIns="0" tIns="0" rIns="0" bIns="0" rtlCol="0"/>
            <a:lstStyle/>
            <a:p/>
          </p:txBody>
        </p:sp>
      </p:grpSp>
      <p:grpSp>
        <p:nvGrpSpPr>
          <p:cNvPr id="165" name="object 165" descr=""/>
          <p:cNvGrpSpPr/>
          <p:nvPr/>
        </p:nvGrpSpPr>
        <p:grpSpPr>
          <a:xfrm>
            <a:off x="9531231" y="3462227"/>
            <a:ext cx="60960" cy="330835"/>
            <a:chOff x="9531231" y="3462227"/>
            <a:chExt cx="60960" cy="330835"/>
          </a:xfrm>
        </p:grpSpPr>
        <p:sp>
          <p:nvSpPr>
            <p:cNvPr id="166" name="object 166" descr=""/>
            <p:cNvSpPr/>
            <p:nvPr/>
          </p:nvSpPr>
          <p:spPr>
            <a:xfrm>
              <a:off x="9532453" y="3463449"/>
              <a:ext cx="50800" cy="12700"/>
            </a:xfrm>
            <a:custGeom>
              <a:avLst/>
              <a:gdLst/>
              <a:ahLst/>
              <a:cxnLst/>
              <a:rect l="l" t="t" r="r" b="b"/>
              <a:pathLst>
                <a:path w="50800" h="12700">
                  <a:moveTo>
                    <a:pt x="50369" y="0"/>
                  </a:moveTo>
                  <a:lnTo>
                    <a:pt x="0" y="0"/>
                  </a:lnTo>
                  <a:lnTo>
                    <a:pt x="0" y="12238"/>
                  </a:lnTo>
                  <a:lnTo>
                    <a:pt x="50369" y="12238"/>
                  </a:lnTo>
                  <a:lnTo>
                    <a:pt x="50369" y="0"/>
                  </a:lnTo>
                  <a:close/>
                </a:path>
              </a:pathLst>
            </a:custGeom>
            <a:solidFill>
              <a:srgbClr val="000000"/>
            </a:solidFill>
          </p:spPr>
          <p:txBody>
            <a:bodyPr wrap="square" lIns="0" tIns="0" rIns="0" bIns="0" rtlCol="0"/>
            <a:lstStyle/>
            <a:p/>
          </p:txBody>
        </p:sp>
        <p:sp>
          <p:nvSpPr>
            <p:cNvPr id="167" name="object 167" descr=""/>
            <p:cNvSpPr/>
            <p:nvPr/>
          </p:nvSpPr>
          <p:spPr>
            <a:xfrm>
              <a:off x="9532453" y="3463449"/>
              <a:ext cx="50800" cy="12700"/>
            </a:xfrm>
            <a:custGeom>
              <a:avLst/>
              <a:gdLst/>
              <a:ahLst/>
              <a:cxnLst/>
              <a:rect l="l" t="t" r="r" b="b"/>
              <a:pathLst>
                <a:path w="50800" h="12700">
                  <a:moveTo>
                    <a:pt x="0" y="0"/>
                  </a:moveTo>
                  <a:lnTo>
                    <a:pt x="50369" y="0"/>
                  </a:lnTo>
                  <a:lnTo>
                    <a:pt x="50369" y="12238"/>
                  </a:lnTo>
                  <a:lnTo>
                    <a:pt x="0" y="12238"/>
                  </a:lnTo>
                  <a:lnTo>
                    <a:pt x="0" y="0"/>
                  </a:lnTo>
                  <a:close/>
                </a:path>
              </a:pathLst>
            </a:custGeom>
            <a:ln w="3175">
              <a:solidFill>
                <a:srgbClr val="000000"/>
              </a:solidFill>
            </a:ln>
          </p:spPr>
          <p:txBody>
            <a:bodyPr wrap="square" lIns="0" tIns="0" rIns="0" bIns="0" rtlCol="0"/>
            <a:lstStyle/>
            <a:p/>
          </p:txBody>
        </p:sp>
        <p:sp>
          <p:nvSpPr>
            <p:cNvPr id="168" name="object 168" descr=""/>
            <p:cNvSpPr/>
            <p:nvPr/>
          </p:nvSpPr>
          <p:spPr>
            <a:xfrm>
              <a:off x="9574416" y="3469741"/>
              <a:ext cx="16510" cy="315595"/>
            </a:xfrm>
            <a:custGeom>
              <a:avLst/>
              <a:gdLst/>
              <a:ahLst/>
              <a:cxnLst/>
              <a:rect l="l" t="t" r="r" b="b"/>
              <a:pathLst>
                <a:path w="16509" h="315595">
                  <a:moveTo>
                    <a:pt x="15913" y="278930"/>
                  </a:moveTo>
                  <a:lnTo>
                    <a:pt x="0" y="278930"/>
                  </a:lnTo>
                  <a:lnTo>
                    <a:pt x="0" y="315480"/>
                  </a:lnTo>
                  <a:lnTo>
                    <a:pt x="15913" y="315480"/>
                  </a:lnTo>
                  <a:lnTo>
                    <a:pt x="15913" y="278930"/>
                  </a:lnTo>
                  <a:close/>
                </a:path>
                <a:path w="16509" h="315595">
                  <a:moveTo>
                    <a:pt x="15913" y="227761"/>
                  </a:moveTo>
                  <a:lnTo>
                    <a:pt x="0" y="227761"/>
                  </a:lnTo>
                  <a:lnTo>
                    <a:pt x="0" y="242049"/>
                  </a:lnTo>
                  <a:lnTo>
                    <a:pt x="15913" y="242049"/>
                  </a:lnTo>
                  <a:lnTo>
                    <a:pt x="15913" y="227761"/>
                  </a:lnTo>
                  <a:close/>
                </a:path>
                <a:path w="16509" h="315595">
                  <a:moveTo>
                    <a:pt x="15913" y="140576"/>
                  </a:moveTo>
                  <a:lnTo>
                    <a:pt x="0" y="140576"/>
                  </a:lnTo>
                  <a:lnTo>
                    <a:pt x="0" y="191223"/>
                  </a:lnTo>
                  <a:lnTo>
                    <a:pt x="15913" y="191223"/>
                  </a:lnTo>
                  <a:lnTo>
                    <a:pt x="15913" y="140576"/>
                  </a:lnTo>
                  <a:close/>
                </a:path>
                <a:path w="16509" h="315595">
                  <a:moveTo>
                    <a:pt x="15913" y="89408"/>
                  </a:moveTo>
                  <a:lnTo>
                    <a:pt x="0" y="89408"/>
                  </a:lnTo>
                  <a:lnTo>
                    <a:pt x="0" y="101993"/>
                  </a:lnTo>
                  <a:lnTo>
                    <a:pt x="15913" y="101993"/>
                  </a:lnTo>
                  <a:lnTo>
                    <a:pt x="15913" y="89408"/>
                  </a:lnTo>
                  <a:close/>
                </a:path>
                <a:path w="16509" h="315595">
                  <a:moveTo>
                    <a:pt x="15913" y="0"/>
                  </a:moveTo>
                  <a:lnTo>
                    <a:pt x="0" y="0"/>
                  </a:lnTo>
                  <a:lnTo>
                    <a:pt x="0" y="50825"/>
                  </a:lnTo>
                  <a:lnTo>
                    <a:pt x="15913" y="50825"/>
                  </a:lnTo>
                  <a:lnTo>
                    <a:pt x="15913" y="0"/>
                  </a:lnTo>
                  <a:close/>
                </a:path>
              </a:pathLst>
            </a:custGeom>
            <a:solidFill>
              <a:srgbClr val="000000"/>
            </a:solidFill>
          </p:spPr>
          <p:txBody>
            <a:bodyPr wrap="square" lIns="0" tIns="0" rIns="0" bIns="0" rtlCol="0"/>
            <a:lstStyle/>
            <a:p/>
          </p:txBody>
        </p:sp>
        <p:sp>
          <p:nvSpPr>
            <p:cNvPr id="169" name="object 169" descr=""/>
            <p:cNvSpPr/>
            <p:nvPr/>
          </p:nvSpPr>
          <p:spPr>
            <a:xfrm>
              <a:off x="9574427" y="3469738"/>
              <a:ext cx="16510" cy="315595"/>
            </a:xfrm>
            <a:custGeom>
              <a:avLst/>
              <a:gdLst/>
              <a:ahLst/>
              <a:cxnLst/>
              <a:rect l="l" t="t" r="r" b="b"/>
              <a:pathLst>
                <a:path w="16509" h="315595">
                  <a:moveTo>
                    <a:pt x="15906" y="0"/>
                  </a:moveTo>
                  <a:lnTo>
                    <a:pt x="15906" y="50822"/>
                  </a:lnTo>
                  <a:lnTo>
                    <a:pt x="0" y="50822"/>
                  </a:lnTo>
                  <a:lnTo>
                    <a:pt x="0" y="0"/>
                  </a:lnTo>
                  <a:lnTo>
                    <a:pt x="15906" y="0"/>
                  </a:lnTo>
                  <a:close/>
                </a:path>
                <a:path w="16509" h="315595">
                  <a:moveTo>
                    <a:pt x="15906" y="89406"/>
                  </a:moveTo>
                  <a:lnTo>
                    <a:pt x="15906" y="101984"/>
                  </a:lnTo>
                  <a:lnTo>
                    <a:pt x="0" y="101984"/>
                  </a:lnTo>
                  <a:lnTo>
                    <a:pt x="0" y="89406"/>
                  </a:lnTo>
                  <a:lnTo>
                    <a:pt x="15906" y="89406"/>
                  </a:lnTo>
                  <a:close/>
                </a:path>
                <a:path w="16509" h="315595">
                  <a:moveTo>
                    <a:pt x="15906" y="140568"/>
                  </a:moveTo>
                  <a:lnTo>
                    <a:pt x="15906" y="191220"/>
                  </a:lnTo>
                  <a:lnTo>
                    <a:pt x="0" y="191220"/>
                  </a:lnTo>
                  <a:lnTo>
                    <a:pt x="0" y="140568"/>
                  </a:lnTo>
                  <a:lnTo>
                    <a:pt x="15906" y="140568"/>
                  </a:lnTo>
                  <a:close/>
                </a:path>
                <a:path w="16509" h="315595">
                  <a:moveTo>
                    <a:pt x="15906" y="227764"/>
                  </a:moveTo>
                  <a:lnTo>
                    <a:pt x="15906" y="242042"/>
                  </a:lnTo>
                  <a:lnTo>
                    <a:pt x="0" y="242042"/>
                  </a:lnTo>
                  <a:lnTo>
                    <a:pt x="0" y="227764"/>
                  </a:lnTo>
                  <a:lnTo>
                    <a:pt x="15906" y="227764"/>
                  </a:lnTo>
                  <a:close/>
                </a:path>
                <a:path w="16509" h="315595">
                  <a:moveTo>
                    <a:pt x="15906" y="278926"/>
                  </a:moveTo>
                  <a:lnTo>
                    <a:pt x="15906" y="315470"/>
                  </a:lnTo>
                  <a:lnTo>
                    <a:pt x="0" y="315470"/>
                  </a:lnTo>
                  <a:lnTo>
                    <a:pt x="0" y="278926"/>
                  </a:lnTo>
                  <a:lnTo>
                    <a:pt x="15906" y="278926"/>
                  </a:lnTo>
                  <a:close/>
                </a:path>
              </a:pathLst>
            </a:custGeom>
            <a:ln w="3175">
              <a:solidFill>
                <a:srgbClr val="000000"/>
              </a:solidFill>
            </a:ln>
          </p:spPr>
          <p:txBody>
            <a:bodyPr wrap="square" lIns="0" tIns="0" rIns="0" bIns="0" rtlCol="0"/>
            <a:lstStyle/>
            <a:p/>
          </p:txBody>
        </p:sp>
        <p:sp>
          <p:nvSpPr>
            <p:cNvPr id="170" name="object 170" descr=""/>
            <p:cNvSpPr/>
            <p:nvPr/>
          </p:nvSpPr>
          <p:spPr>
            <a:xfrm>
              <a:off x="9532453" y="3779260"/>
              <a:ext cx="50800" cy="12700"/>
            </a:xfrm>
            <a:custGeom>
              <a:avLst/>
              <a:gdLst/>
              <a:ahLst/>
              <a:cxnLst/>
              <a:rect l="l" t="t" r="r" b="b"/>
              <a:pathLst>
                <a:path w="50800" h="12700">
                  <a:moveTo>
                    <a:pt x="50369" y="0"/>
                  </a:moveTo>
                  <a:lnTo>
                    <a:pt x="0" y="0"/>
                  </a:lnTo>
                  <a:lnTo>
                    <a:pt x="0" y="12238"/>
                  </a:lnTo>
                  <a:lnTo>
                    <a:pt x="50369" y="12238"/>
                  </a:lnTo>
                  <a:lnTo>
                    <a:pt x="50369" y="0"/>
                  </a:lnTo>
                  <a:close/>
                </a:path>
              </a:pathLst>
            </a:custGeom>
            <a:solidFill>
              <a:srgbClr val="000000"/>
            </a:solidFill>
          </p:spPr>
          <p:txBody>
            <a:bodyPr wrap="square" lIns="0" tIns="0" rIns="0" bIns="0" rtlCol="0"/>
            <a:lstStyle/>
            <a:p/>
          </p:txBody>
        </p:sp>
        <p:sp>
          <p:nvSpPr>
            <p:cNvPr id="171" name="object 171" descr=""/>
            <p:cNvSpPr/>
            <p:nvPr/>
          </p:nvSpPr>
          <p:spPr>
            <a:xfrm>
              <a:off x="9532453" y="3779260"/>
              <a:ext cx="50800" cy="12700"/>
            </a:xfrm>
            <a:custGeom>
              <a:avLst/>
              <a:gdLst/>
              <a:ahLst/>
              <a:cxnLst/>
              <a:rect l="l" t="t" r="r" b="b"/>
              <a:pathLst>
                <a:path w="50800" h="12700">
                  <a:moveTo>
                    <a:pt x="0" y="0"/>
                  </a:moveTo>
                  <a:lnTo>
                    <a:pt x="50369" y="0"/>
                  </a:lnTo>
                  <a:lnTo>
                    <a:pt x="50369" y="12238"/>
                  </a:lnTo>
                  <a:lnTo>
                    <a:pt x="0" y="12238"/>
                  </a:lnTo>
                  <a:lnTo>
                    <a:pt x="0" y="0"/>
                  </a:lnTo>
                  <a:close/>
                </a:path>
              </a:pathLst>
            </a:custGeom>
            <a:ln w="3175">
              <a:solidFill>
                <a:srgbClr val="000000"/>
              </a:solidFill>
            </a:ln>
          </p:spPr>
          <p:txBody>
            <a:bodyPr wrap="square" lIns="0" tIns="0" rIns="0" bIns="0" rtlCol="0"/>
            <a:lstStyle/>
            <a:p/>
          </p:txBody>
        </p:sp>
      </p:grpSp>
      <p:sp>
        <p:nvSpPr>
          <p:cNvPr id="172" name="object 172" descr=""/>
          <p:cNvSpPr txBox="1"/>
          <p:nvPr/>
        </p:nvSpPr>
        <p:spPr>
          <a:xfrm>
            <a:off x="9024563" y="4210177"/>
            <a:ext cx="554990" cy="315595"/>
          </a:xfrm>
          <a:prstGeom prst="rect">
            <a:avLst/>
          </a:prstGeom>
          <a:ln w="13501">
            <a:solidFill>
              <a:srgbClr val="000000"/>
            </a:solidFill>
          </a:ln>
        </p:spPr>
        <p:txBody>
          <a:bodyPr wrap="square" lIns="0" tIns="62865" rIns="0" bIns="0" rtlCol="0" vert="horz">
            <a:spAutoFit/>
          </a:bodyPr>
          <a:lstStyle/>
          <a:p>
            <a:pPr marL="160655">
              <a:lnSpc>
                <a:spcPct val="100000"/>
              </a:lnSpc>
              <a:spcBef>
                <a:spcPts val="495"/>
              </a:spcBef>
            </a:pPr>
            <a:r>
              <a:rPr dirty="0" sz="1200" spc="275">
                <a:latin typeface="Times New Roman"/>
                <a:cs typeface="Times New Roman"/>
              </a:rPr>
              <a:t>M</a:t>
            </a:r>
            <a:endParaRPr sz="1200">
              <a:latin typeface="Times New Roman"/>
              <a:cs typeface="Times New Roman"/>
            </a:endParaRPr>
          </a:p>
        </p:txBody>
      </p:sp>
      <p:grpSp>
        <p:nvGrpSpPr>
          <p:cNvPr id="173" name="object 173" descr=""/>
          <p:cNvGrpSpPr/>
          <p:nvPr/>
        </p:nvGrpSpPr>
        <p:grpSpPr>
          <a:xfrm>
            <a:off x="8787796" y="4051473"/>
            <a:ext cx="1262380" cy="700405"/>
            <a:chOff x="8787796" y="4051473"/>
            <a:chExt cx="1262380" cy="700405"/>
          </a:xfrm>
        </p:grpSpPr>
        <p:sp>
          <p:nvSpPr>
            <p:cNvPr id="174" name="object 174" descr=""/>
            <p:cNvSpPr/>
            <p:nvPr/>
          </p:nvSpPr>
          <p:spPr>
            <a:xfrm>
              <a:off x="8794146" y="4374762"/>
              <a:ext cx="1017905" cy="210185"/>
            </a:xfrm>
            <a:custGeom>
              <a:avLst/>
              <a:gdLst/>
              <a:ahLst/>
              <a:cxnLst/>
              <a:rect l="l" t="t" r="r" b="b"/>
              <a:pathLst>
                <a:path w="1017904" h="210185">
                  <a:moveTo>
                    <a:pt x="0" y="0"/>
                  </a:moveTo>
                  <a:lnTo>
                    <a:pt x="230417" y="0"/>
                  </a:lnTo>
                </a:path>
                <a:path w="1017904" h="210185">
                  <a:moveTo>
                    <a:pt x="785362" y="0"/>
                  </a:moveTo>
                  <a:lnTo>
                    <a:pt x="1017767" y="0"/>
                  </a:lnTo>
                </a:path>
                <a:path w="1017904" h="210185">
                  <a:moveTo>
                    <a:pt x="92564" y="0"/>
                  </a:moveTo>
                  <a:lnTo>
                    <a:pt x="92564" y="209679"/>
                  </a:lnTo>
                </a:path>
                <a:path w="1017904" h="210185">
                  <a:moveTo>
                    <a:pt x="92564" y="209679"/>
                  </a:moveTo>
                  <a:lnTo>
                    <a:pt x="877705" y="209679"/>
                  </a:lnTo>
                </a:path>
                <a:path w="1017904" h="210185">
                  <a:moveTo>
                    <a:pt x="877705" y="209679"/>
                  </a:moveTo>
                  <a:lnTo>
                    <a:pt x="877705" y="53269"/>
                  </a:lnTo>
                </a:path>
                <a:path w="1017904" h="210185">
                  <a:moveTo>
                    <a:pt x="877705" y="53269"/>
                  </a:moveTo>
                  <a:lnTo>
                    <a:pt x="1017767" y="53269"/>
                  </a:lnTo>
                </a:path>
              </a:pathLst>
            </a:custGeom>
            <a:ln w="14039">
              <a:solidFill>
                <a:srgbClr val="000000"/>
              </a:solidFill>
            </a:ln>
          </p:spPr>
          <p:txBody>
            <a:bodyPr wrap="square" lIns="0" tIns="0" rIns="0" bIns="0" rtlCol="0"/>
            <a:lstStyle/>
            <a:p/>
          </p:txBody>
        </p:sp>
        <p:pic>
          <p:nvPicPr>
            <p:cNvPr id="175" name="object 175" descr=""/>
            <p:cNvPicPr/>
            <p:nvPr/>
          </p:nvPicPr>
          <p:blipFill>
            <a:blip r:embed="rId13" cstate="print"/>
            <a:stretch>
              <a:fillRect/>
            </a:stretch>
          </p:blipFill>
          <p:spPr>
            <a:xfrm>
              <a:off x="9809263" y="4057320"/>
              <a:ext cx="232559" cy="683973"/>
            </a:xfrm>
            <a:prstGeom prst="rect">
              <a:avLst/>
            </a:prstGeom>
          </p:spPr>
        </p:pic>
        <p:sp>
          <p:nvSpPr>
            <p:cNvPr id="176" name="object 176" descr=""/>
            <p:cNvSpPr/>
            <p:nvPr/>
          </p:nvSpPr>
          <p:spPr>
            <a:xfrm>
              <a:off x="9811914" y="4059410"/>
              <a:ext cx="229870" cy="684530"/>
            </a:xfrm>
            <a:custGeom>
              <a:avLst/>
              <a:gdLst/>
              <a:ahLst/>
              <a:cxnLst/>
              <a:rect l="l" t="t" r="r" b="b"/>
              <a:pathLst>
                <a:path w="229870" h="684529">
                  <a:moveTo>
                    <a:pt x="0" y="683973"/>
                  </a:moveTo>
                  <a:lnTo>
                    <a:pt x="229842" y="683973"/>
                  </a:lnTo>
                  <a:lnTo>
                    <a:pt x="229842" y="0"/>
                  </a:lnTo>
                  <a:lnTo>
                    <a:pt x="0" y="0"/>
                  </a:lnTo>
                  <a:lnTo>
                    <a:pt x="0" y="683973"/>
                  </a:lnTo>
                  <a:close/>
                </a:path>
              </a:pathLst>
            </a:custGeom>
            <a:ln w="15498">
              <a:solidFill>
                <a:srgbClr val="000000"/>
              </a:solidFill>
            </a:ln>
          </p:spPr>
          <p:txBody>
            <a:bodyPr wrap="square" lIns="0" tIns="0" rIns="0" bIns="0" rtlCol="0"/>
            <a:lstStyle/>
            <a:p/>
          </p:txBody>
        </p:sp>
      </p:grpSp>
      <p:sp>
        <p:nvSpPr>
          <p:cNvPr id="177" name="object 177" descr=""/>
          <p:cNvSpPr txBox="1"/>
          <p:nvPr/>
        </p:nvSpPr>
        <p:spPr>
          <a:xfrm>
            <a:off x="10374925" y="4247816"/>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grpSp>
        <p:nvGrpSpPr>
          <p:cNvPr id="178" name="object 178" descr=""/>
          <p:cNvGrpSpPr/>
          <p:nvPr/>
        </p:nvGrpSpPr>
        <p:grpSpPr>
          <a:xfrm>
            <a:off x="10598711" y="4196995"/>
            <a:ext cx="69215" cy="17145"/>
            <a:chOff x="10598711" y="4196995"/>
            <a:chExt cx="69215" cy="17145"/>
          </a:xfrm>
        </p:grpSpPr>
        <p:sp>
          <p:nvSpPr>
            <p:cNvPr id="179" name="object 179" descr=""/>
            <p:cNvSpPr/>
            <p:nvPr/>
          </p:nvSpPr>
          <p:spPr>
            <a:xfrm>
              <a:off x="10599927" y="4198211"/>
              <a:ext cx="66675" cy="14604"/>
            </a:xfrm>
            <a:custGeom>
              <a:avLst/>
              <a:gdLst/>
              <a:ahLst/>
              <a:cxnLst/>
              <a:rect l="l" t="t" r="r" b="b"/>
              <a:pathLst>
                <a:path w="66675" h="14604">
                  <a:moveTo>
                    <a:pt x="66275" y="0"/>
                  </a:moveTo>
                  <a:lnTo>
                    <a:pt x="0" y="0"/>
                  </a:lnTo>
                  <a:lnTo>
                    <a:pt x="0" y="14260"/>
                  </a:lnTo>
                  <a:lnTo>
                    <a:pt x="66275" y="14260"/>
                  </a:lnTo>
                  <a:lnTo>
                    <a:pt x="66275" y="0"/>
                  </a:lnTo>
                  <a:close/>
                </a:path>
              </a:pathLst>
            </a:custGeom>
            <a:solidFill>
              <a:srgbClr val="000000"/>
            </a:solidFill>
          </p:spPr>
          <p:txBody>
            <a:bodyPr wrap="square" lIns="0" tIns="0" rIns="0" bIns="0" rtlCol="0"/>
            <a:lstStyle/>
            <a:p/>
          </p:txBody>
        </p:sp>
        <p:sp>
          <p:nvSpPr>
            <p:cNvPr id="180" name="object 180" descr=""/>
            <p:cNvSpPr/>
            <p:nvPr/>
          </p:nvSpPr>
          <p:spPr>
            <a:xfrm>
              <a:off x="10599927" y="4198211"/>
              <a:ext cx="66675" cy="14604"/>
            </a:xfrm>
            <a:custGeom>
              <a:avLst/>
              <a:gdLst/>
              <a:ahLst/>
              <a:cxnLst/>
              <a:rect l="l" t="t" r="r" b="b"/>
              <a:pathLst>
                <a:path w="66675" h="14604">
                  <a:moveTo>
                    <a:pt x="0" y="0"/>
                  </a:moveTo>
                  <a:lnTo>
                    <a:pt x="66275" y="0"/>
                  </a:lnTo>
                  <a:lnTo>
                    <a:pt x="66275" y="14260"/>
                  </a:lnTo>
                  <a:lnTo>
                    <a:pt x="0" y="14260"/>
                  </a:lnTo>
                  <a:lnTo>
                    <a:pt x="0" y="0"/>
                  </a:lnTo>
                  <a:close/>
                </a:path>
              </a:pathLst>
            </a:custGeom>
            <a:ln w="3175">
              <a:solidFill>
                <a:srgbClr val="000000"/>
              </a:solidFill>
            </a:ln>
          </p:spPr>
          <p:txBody>
            <a:bodyPr wrap="square" lIns="0" tIns="0" rIns="0" bIns="0" rtlCol="0"/>
            <a:lstStyle/>
            <a:p/>
          </p:txBody>
        </p:sp>
      </p:grpSp>
      <p:grpSp>
        <p:nvGrpSpPr>
          <p:cNvPr id="181" name="object 181" descr=""/>
          <p:cNvGrpSpPr/>
          <p:nvPr/>
        </p:nvGrpSpPr>
        <p:grpSpPr>
          <a:xfrm>
            <a:off x="10598711" y="4512772"/>
            <a:ext cx="69215" cy="17145"/>
            <a:chOff x="10598711" y="4512772"/>
            <a:chExt cx="69215" cy="17145"/>
          </a:xfrm>
        </p:grpSpPr>
        <p:sp>
          <p:nvSpPr>
            <p:cNvPr id="182" name="object 182" descr=""/>
            <p:cNvSpPr/>
            <p:nvPr/>
          </p:nvSpPr>
          <p:spPr>
            <a:xfrm>
              <a:off x="10599927" y="4513987"/>
              <a:ext cx="66675" cy="14604"/>
            </a:xfrm>
            <a:custGeom>
              <a:avLst/>
              <a:gdLst/>
              <a:ahLst/>
              <a:cxnLst/>
              <a:rect l="l" t="t" r="r" b="b"/>
              <a:pathLst>
                <a:path w="66675" h="14604">
                  <a:moveTo>
                    <a:pt x="66275" y="0"/>
                  </a:moveTo>
                  <a:lnTo>
                    <a:pt x="0" y="0"/>
                  </a:lnTo>
                  <a:lnTo>
                    <a:pt x="0" y="14260"/>
                  </a:lnTo>
                  <a:lnTo>
                    <a:pt x="66275" y="14260"/>
                  </a:lnTo>
                  <a:lnTo>
                    <a:pt x="66275" y="0"/>
                  </a:lnTo>
                  <a:close/>
                </a:path>
              </a:pathLst>
            </a:custGeom>
            <a:solidFill>
              <a:srgbClr val="000000"/>
            </a:solidFill>
          </p:spPr>
          <p:txBody>
            <a:bodyPr wrap="square" lIns="0" tIns="0" rIns="0" bIns="0" rtlCol="0"/>
            <a:lstStyle/>
            <a:p/>
          </p:txBody>
        </p:sp>
        <p:sp>
          <p:nvSpPr>
            <p:cNvPr id="183" name="object 183" descr=""/>
            <p:cNvSpPr/>
            <p:nvPr/>
          </p:nvSpPr>
          <p:spPr>
            <a:xfrm>
              <a:off x="10599927" y="4513987"/>
              <a:ext cx="66675" cy="14604"/>
            </a:xfrm>
            <a:custGeom>
              <a:avLst/>
              <a:gdLst/>
              <a:ahLst/>
              <a:cxnLst/>
              <a:rect l="l" t="t" r="r" b="b"/>
              <a:pathLst>
                <a:path w="66675" h="14604">
                  <a:moveTo>
                    <a:pt x="0" y="0"/>
                  </a:moveTo>
                  <a:lnTo>
                    <a:pt x="66275" y="0"/>
                  </a:lnTo>
                  <a:lnTo>
                    <a:pt x="66275" y="14260"/>
                  </a:lnTo>
                  <a:lnTo>
                    <a:pt x="0" y="14260"/>
                  </a:lnTo>
                  <a:lnTo>
                    <a:pt x="0" y="0"/>
                  </a:lnTo>
                  <a:close/>
                </a:path>
              </a:pathLst>
            </a:custGeom>
            <a:ln w="3175">
              <a:solidFill>
                <a:srgbClr val="000000"/>
              </a:solidFill>
            </a:ln>
          </p:spPr>
          <p:txBody>
            <a:bodyPr wrap="square" lIns="0" tIns="0" rIns="0" bIns="0" rtlCol="0"/>
            <a:lstStyle/>
            <a:p/>
          </p:txBody>
        </p:sp>
      </p:grpSp>
      <p:grpSp>
        <p:nvGrpSpPr>
          <p:cNvPr id="184" name="object 184" descr=""/>
          <p:cNvGrpSpPr/>
          <p:nvPr/>
        </p:nvGrpSpPr>
        <p:grpSpPr>
          <a:xfrm>
            <a:off x="10780952" y="4196979"/>
            <a:ext cx="60960" cy="332740"/>
            <a:chOff x="10780952" y="4196979"/>
            <a:chExt cx="60960" cy="332740"/>
          </a:xfrm>
        </p:grpSpPr>
        <p:sp>
          <p:nvSpPr>
            <p:cNvPr id="185" name="object 185" descr=""/>
            <p:cNvSpPr/>
            <p:nvPr/>
          </p:nvSpPr>
          <p:spPr>
            <a:xfrm>
              <a:off x="10782184" y="4198211"/>
              <a:ext cx="50800" cy="14604"/>
            </a:xfrm>
            <a:custGeom>
              <a:avLst/>
              <a:gdLst/>
              <a:ahLst/>
              <a:cxnLst/>
              <a:rect l="l" t="t" r="r" b="b"/>
              <a:pathLst>
                <a:path w="50800" h="14604">
                  <a:moveTo>
                    <a:pt x="50369" y="0"/>
                  </a:moveTo>
                  <a:lnTo>
                    <a:pt x="0" y="0"/>
                  </a:lnTo>
                  <a:lnTo>
                    <a:pt x="0" y="14260"/>
                  </a:lnTo>
                  <a:lnTo>
                    <a:pt x="50369" y="14260"/>
                  </a:lnTo>
                  <a:lnTo>
                    <a:pt x="50369" y="0"/>
                  </a:lnTo>
                  <a:close/>
                </a:path>
              </a:pathLst>
            </a:custGeom>
            <a:solidFill>
              <a:srgbClr val="000000"/>
            </a:solidFill>
          </p:spPr>
          <p:txBody>
            <a:bodyPr wrap="square" lIns="0" tIns="0" rIns="0" bIns="0" rtlCol="0"/>
            <a:lstStyle/>
            <a:p/>
          </p:txBody>
        </p:sp>
        <p:sp>
          <p:nvSpPr>
            <p:cNvPr id="186" name="object 186" descr=""/>
            <p:cNvSpPr/>
            <p:nvPr/>
          </p:nvSpPr>
          <p:spPr>
            <a:xfrm>
              <a:off x="10782184" y="4198211"/>
              <a:ext cx="50800" cy="14604"/>
            </a:xfrm>
            <a:custGeom>
              <a:avLst/>
              <a:gdLst/>
              <a:ahLst/>
              <a:cxnLst/>
              <a:rect l="l" t="t" r="r" b="b"/>
              <a:pathLst>
                <a:path w="50800" h="14604">
                  <a:moveTo>
                    <a:pt x="0" y="0"/>
                  </a:moveTo>
                  <a:lnTo>
                    <a:pt x="50369" y="0"/>
                  </a:lnTo>
                  <a:lnTo>
                    <a:pt x="50369" y="14260"/>
                  </a:lnTo>
                  <a:lnTo>
                    <a:pt x="0" y="14260"/>
                  </a:lnTo>
                  <a:lnTo>
                    <a:pt x="0" y="0"/>
                  </a:lnTo>
                  <a:close/>
                </a:path>
              </a:pathLst>
            </a:custGeom>
            <a:ln w="3175">
              <a:solidFill>
                <a:srgbClr val="000000"/>
              </a:solidFill>
            </a:ln>
          </p:spPr>
          <p:txBody>
            <a:bodyPr wrap="square" lIns="0" tIns="0" rIns="0" bIns="0" rtlCol="0"/>
            <a:lstStyle/>
            <a:p/>
          </p:txBody>
        </p:sp>
        <p:sp>
          <p:nvSpPr>
            <p:cNvPr id="187" name="object 187" descr=""/>
            <p:cNvSpPr/>
            <p:nvPr/>
          </p:nvSpPr>
          <p:spPr>
            <a:xfrm>
              <a:off x="10822165" y="4206608"/>
              <a:ext cx="18415" cy="315595"/>
            </a:xfrm>
            <a:custGeom>
              <a:avLst/>
              <a:gdLst/>
              <a:ahLst/>
              <a:cxnLst/>
              <a:rect l="l" t="t" r="r" b="b"/>
              <a:pathLst>
                <a:path w="18415" h="315595">
                  <a:moveTo>
                    <a:pt x="18110" y="278879"/>
                  </a:moveTo>
                  <a:lnTo>
                    <a:pt x="0" y="278879"/>
                  </a:lnTo>
                  <a:lnTo>
                    <a:pt x="0" y="315353"/>
                  </a:lnTo>
                  <a:lnTo>
                    <a:pt x="18110" y="315353"/>
                  </a:lnTo>
                  <a:lnTo>
                    <a:pt x="18110" y="278879"/>
                  </a:lnTo>
                  <a:close/>
                </a:path>
                <a:path w="18415" h="315595">
                  <a:moveTo>
                    <a:pt x="18110" y="227723"/>
                  </a:moveTo>
                  <a:lnTo>
                    <a:pt x="0" y="227723"/>
                  </a:lnTo>
                  <a:lnTo>
                    <a:pt x="0" y="239877"/>
                  </a:lnTo>
                  <a:lnTo>
                    <a:pt x="18110" y="239877"/>
                  </a:lnTo>
                  <a:lnTo>
                    <a:pt x="18110" y="227723"/>
                  </a:lnTo>
                  <a:close/>
                </a:path>
                <a:path w="18415" h="315595">
                  <a:moveTo>
                    <a:pt x="18110" y="138404"/>
                  </a:moveTo>
                  <a:lnTo>
                    <a:pt x="0" y="138404"/>
                  </a:lnTo>
                  <a:lnTo>
                    <a:pt x="0" y="189141"/>
                  </a:lnTo>
                  <a:lnTo>
                    <a:pt x="18110" y="189141"/>
                  </a:lnTo>
                  <a:lnTo>
                    <a:pt x="18110" y="138404"/>
                  </a:lnTo>
                  <a:close/>
                </a:path>
                <a:path w="18415" h="315595">
                  <a:moveTo>
                    <a:pt x="18110" y="87236"/>
                  </a:moveTo>
                  <a:lnTo>
                    <a:pt x="0" y="87236"/>
                  </a:lnTo>
                  <a:lnTo>
                    <a:pt x="0" y="101498"/>
                  </a:lnTo>
                  <a:lnTo>
                    <a:pt x="18110" y="101498"/>
                  </a:lnTo>
                  <a:lnTo>
                    <a:pt x="18110" y="87236"/>
                  </a:lnTo>
                  <a:close/>
                </a:path>
                <a:path w="18415" h="315595">
                  <a:moveTo>
                    <a:pt x="18110" y="0"/>
                  </a:moveTo>
                  <a:lnTo>
                    <a:pt x="0" y="0"/>
                  </a:lnTo>
                  <a:lnTo>
                    <a:pt x="0" y="50749"/>
                  </a:lnTo>
                  <a:lnTo>
                    <a:pt x="18110" y="50749"/>
                  </a:lnTo>
                  <a:lnTo>
                    <a:pt x="18110" y="0"/>
                  </a:lnTo>
                  <a:close/>
                </a:path>
              </a:pathLst>
            </a:custGeom>
            <a:solidFill>
              <a:srgbClr val="000000"/>
            </a:solidFill>
          </p:spPr>
          <p:txBody>
            <a:bodyPr wrap="square" lIns="0" tIns="0" rIns="0" bIns="0" rtlCol="0"/>
            <a:lstStyle/>
            <a:p/>
          </p:txBody>
        </p:sp>
        <p:sp>
          <p:nvSpPr>
            <p:cNvPr id="188" name="object 188" descr=""/>
            <p:cNvSpPr/>
            <p:nvPr/>
          </p:nvSpPr>
          <p:spPr>
            <a:xfrm>
              <a:off x="10822170" y="4206608"/>
              <a:ext cx="18415" cy="315595"/>
            </a:xfrm>
            <a:custGeom>
              <a:avLst/>
              <a:gdLst/>
              <a:ahLst/>
              <a:cxnLst/>
              <a:rect l="l" t="t" r="r" b="b"/>
              <a:pathLst>
                <a:path w="18415" h="315595">
                  <a:moveTo>
                    <a:pt x="18115" y="0"/>
                  </a:moveTo>
                  <a:lnTo>
                    <a:pt x="18115" y="50737"/>
                  </a:lnTo>
                  <a:lnTo>
                    <a:pt x="0" y="50737"/>
                  </a:lnTo>
                  <a:lnTo>
                    <a:pt x="0" y="0"/>
                  </a:lnTo>
                  <a:lnTo>
                    <a:pt x="18115" y="0"/>
                  </a:lnTo>
                  <a:close/>
                </a:path>
                <a:path w="18415" h="315595">
                  <a:moveTo>
                    <a:pt x="18115" y="87230"/>
                  </a:moveTo>
                  <a:lnTo>
                    <a:pt x="18115" y="101491"/>
                  </a:lnTo>
                  <a:lnTo>
                    <a:pt x="0" y="101491"/>
                  </a:lnTo>
                  <a:lnTo>
                    <a:pt x="0" y="87230"/>
                  </a:lnTo>
                  <a:lnTo>
                    <a:pt x="18115" y="87230"/>
                  </a:lnTo>
                  <a:close/>
                </a:path>
                <a:path w="18415" h="315595">
                  <a:moveTo>
                    <a:pt x="18115" y="138392"/>
                  </a:moveTo>
                  <a:lnTo>
                    <a:pt x="18115" y="189129"/>
                  </a:lnTo>
                  <a:lnTo>
                    <a:pt x="0" y="189129"/>
                  </a:lnTo>
                  <a:lnTo>
                    <a:pt x="0" y="138392"/>
                  </a:lnTo>
                  <a:lnTo>
                    <a:pt x="18115" y="138392"/>
                  </a:lnTo>
                  <a:close/>
                </a:path>
                <a:path w="18415" h="315595">
                  <a:moveTo>
                    <a:pt x="18115" y="227713"/>
                  </a:moveTo>
                  <a:lnTo>
                    <a:pt x="18115" y="239866"/>
                  </a:lnTo>
                  <a:lnTo>
                    <a:pt x="0" y="239866"/>
                  </a:lnTo>
                  <a:lnTo>
                    <a:pt x="0" y="227713"/>
                  </a:lnTo>
                  <a:lnTo>
                    <a:pt x="18115" y="227713"/>
                  </a:lnTo>
                  <a:close/>
                </a:path>
                <a:path w="18415" h="315595">
                  <a:moveTo>
                    <a:pt x="18115" y="278875"/>
                  </a:moveTo>
                  <a:lnTo>
                    <a:pt x="18115" y="315351"/>
                  </a:lnTo>
                  <a:lnTo>
                    <a:pt x="0" y="315351"/>
                  </a:lnTo>
                  <a:lnTo>
                    <a:pt x="0" y="278875"/>
                  </a:lnTo>
                  <a:lnTo>
                    <a:pt x="18115" y="278875"/>
                  </a:lnTo>
                  <a:close/>
                </a:path>
              </a:pathLst>
            </a:custGeom>
            <a:ln w="3175">
              <a:solidFill>
                <a:srgbClr val="000000"/>
              </a:solidFill>
            </a:ln>
          </p:spPr>
          <p:txBody>
            <a:bodyPr wrap="square" lIns="0" tIns="0" rIns="0" bIns="0" rtlCol="0"/>
            <a:lstStyle/>
            <a:p/>
          </p:txBody>
        </p:sp>
        <p:sp>
          <p:nvSpPr>
            <p:cNvPr id="189" name="object 189" descr=""/>
            <p:cNvSpPr/>
            <p:nvPr/>
          </p:nvSpPr>
          <p:spPr>
            <a:xfrm>
              <a:off x="10782184" y="4513988"/>
              <a:ext cx="50800" cy="14604"/>
            </a:xfrm>
            <a:custGeom>
              <a:avLst/>
              <a:gdLst/>
              <a:ahLst/>
              <a:cxnLst/>
              <a:rect l="l" t="t" r="r" b="b"/>
              <a:pathLst>
                <a:path w="50800" h="14604">
                  <a:moveTo>
                    <a:pt x="50369" y="0"/>
                  </a:moveTo>
                  <a:lnTo>
                    <a:pt x="0" y="0"/>
                  </a:lnTo>
                  <a:lnTo>
                    <a:pt x="0" y="14260"/>
                  </a:lnTo>
                  <a:lnTo>
                    <a:pt x="50369" y="14260"/>
                  </a:lnTo>
                  <a:lnTo>
                    <a:pt x="50369" y="0"/>
                  </a:lnTo>
                  <a:close/>
                </a:path>
              </a:pathLst>
            </a:custGeom>
            <a:solidFill>
              <a:srgbClr val="000000"/>
            </a:solidFill>
          </p:spPr>
          <p:txBody>
            <a:bodyPr wrap="square" lIns="0" tIns="0" rIns="0" bIns="0" rtlCol="0"/>
            <a:lstStyle/>
            <a:p/>
          </p:txBody>
        </p:sp>
        <p:sp>
          <p:nvSpPr>
            <p:cNvPr id="190" name="object 190" descr=""/>
            <p:cNvSpPr/>
            <p:nvPr/>
          </p:nvSpPr>
          <p:spPr>
            <a:xfrm>
              <a:off x="10782184" y="4513988"/>
              <a:ext cx="50800" cy="14604"/>
            </a:xfrm>
            <a:custGeom>
              <a:avLst/>
              <a:gdLst/>
              <a:ahLst/>
              <a:cxnLst/>
              <a:rect l="l" t="t" r="r" b="b"/>
              <a:pathLst>
                <a:path w="50800" h="14604">
                  <a:moveTo>
                    <a:pt x="0" y="0"/>
                  </a:moveTo>
                  <a:lnTo>
                    <a:pt x="50369" y="0"/>
                  </a:lnTo>
                  <a:lnTo>
                    <a:pt x="50369" y="14260"/>
                  </a:lnTo>
                  <a:lnTo>
                    <a:pt x="0" y="14260"/>
                  </a:lnTo>
                  <a:lnTo>
                    <a:pt x="0" y="0"/>
                  </a:lnTo>
                  <a:close/>
                </a:path>
              </a:pathLst>
            </a:custGeom>
            <a:ln w="3175">
              <a:solidFill>
                <a:srgbClr val="000000"/>
              </a:solidFill>
            </a:ln>
          </p:spPr>
          <p:txBody>
            <a:bodyPr wrap="square" lIns="0" tIns="0" rIns="0" bIns="0" rtlCol="0"/>
            <a:lstStyle/>
            <a:p/>
          </p:txBody>
        </p:sp>
      </p:grpSp>
      <p:sp>
        <p:nvSpPr>
          <p:cNvPr id="191" name="object 191" descr=""/>
          <p:cNvSpPr/>
          <p:nvPr/>
        </p:nvSpPr>
        <p:spPr>
          <a:xfrm>
            <a:off x="8609238" y="4204092"/>
            <a:ext cx="1943100" cy="1070610"/>
          </a:xfrm>
          <a:custGeom>
            <a:avLst/>
            <a:gdLst/>
            <a:ahLst/>
            <a:cxnLst/>
            <a:rect l="l" t="t" r="r" b="b"/>
            <a:pathLst>
              <a:path w="1943100" h="1070610">
                <a:moveTo>
                  <a:pt x="1432650" y="156426"/>
                </a:moveTo>
                <a:lnTo>
                  <a:pt x="1665276" y="156426"/>
                </a:lnTo>
              </a:path>
              <a:path w="1943100" h="1070610">
                <a:moveTo>
                  <a:pt x="1665276" y="0"/>
                </a:moveTo>
                <a:lnTo>
                  <a:pt x="1942528" y="0"/>
                </a:lnTo>
              </a:path>
              <a:path w="1943100" h="1070610">
                <a:moveTo>
                  <a:pt x="1665276" y="0"/>
                </a:moveTo>
                <a:lnTo>
                  <a:pt x="1665276" y="315351"/>
                </a:lnTo>
              </a:path>
              <a:path w="1943100" h="1070610">
                <a:moveTo>
                  <a:pt x="1665276" y="315351"/>
                </a:moveTo>
                <a:lnTo>
                  <a:pt x="1942528" y="315351"/>
                </a:lnTo>
              </a:path>
              <a:path w="1943100" h="1070610">
                <a:moveTo>
                  <a:pt x="0" y="1070612"/>
                </a:moveTo>
                <a:lnTo>
                  <a:pt x="507889" y="1070612"/>
                </a:lnTo>
              </a:path>
              <a:path w="1943100" h="1070610">
                <a:moveTo>
                  <a:pt x="44846" y="803906"/>
                </a:moveTo>
                <a:lnTo>
                  <a:pt x="510098" y="799708"/>
                </a:lnTo>
              </a:path>
            </a:pathLst>
          </a:custGeom>
          <a:ln w="14039">
            <a:solidFill>
              <a:srgbClr val="000000"/>
            </a:solidFill>
          </a:ln>
        </p:spPr>
        <p:txBody>
          <a:bodyPr wrap="square" lIns="0" tIns="0" rIns="0" bIns="0" rtlCol="0"/>
          <a:lstStyle/>
          <a:p/>
        </p:txBody>
      </p:sp>
      <p:sp>
        <p:nvSpPr>
          <p:cNvPr id="192" name="object 192" descr=""/>
          <p:cNvSpPr txBox="1"/>
          <p:nvPr/>
        </p:nvSpPr>
        <p:spPr>
          <a:xfrm>
            <a:off x="9217538"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7</a:t>
            </a:r>
            <a:endParaRPr sz="1200">
              <a:latin typeface="Times New Roman"/>
              <a:cs typeface="Times New Roman"/>
            </a:endParaRPr>
          </a:p>
        </p:txBody>
      </p:sp>
      <p:sp>
        <p:nvSpPr>
          <p:cNvPr id="193" name="object 193" descr=""/>
          <p:cNvSpPr txBox="1"/>
          <p:nvPr/>
        </p:nvSpPr>
        <p:spPr>
          <a:xfrm>
            <a:off x="10467932" y="1565124"/>
            <a:ext cx="125095" cy="209550"/>
          </a:xfrm>
          <a:prstGeom prst="rect">
            <a:avLst/>
          </a:prstGeom>
        </p:spPr>
        <p:txBody>
          <a:bodyPr wrap="square" lIns="0" tIns="13335" rIns="0" bIns="0" rtlCol="0" vert="horz">
            <a:spAutoFit/>
          </a:bodyPr>
          <a:lstStyle/>
          <a:p>
            <a:pPr marL="12700">
              <a:lnSpc>
                <a:spcPct val="100000"/>
              </a:lnSpc>
              <a:spcBef>
                <a:spcPts val="105"/>
              </a:spcBef>
            </a:pPr>
            <a:r>
              <a:rPr dirty="0" sz="1200" spc="130">
                <a:latin typeface="Times New Roman"/>
                <a:cs typeface="Times New Roman"/>
              </a:rPr>
              <a:t>8</a:t>
            </a:r>
            <a:endParaRPr sz="1200">
              <a:latin typeface="Times New Roman"/>
              <a:cs typeface="Times New Roman"/>
            </a:endParaRPr>
          </a:p>
        </p:txBody>
      </p:sp>
      <p:sp>
        <p:nvSpPr>
          <p:cNvPr id="194" name="object 194" descr=""/>
          <p:cNvSpPr txBox="1"/>
          <p:nvPr/>
        </p:nvSpPr>
        <p:spPr>
          <a:xfrm>
            <a:off x="893300" y="2039520"/>
            <a:ext cx="392430" cy="209550"/>
          </a:xfrm>
          <a:prstGeom prst="rect">
            <a:avLst/>
          </a:prstGeom>
        </p:spPr>
        <p:txBody>
          <a:bodyPr wrap="square" lIns="0" tIns="13335" rIns="0" bIns="0" rtlCol="0" vert="horz">
            <a:spAutoFit/>
          </a:bodyPr>
          <a:lstStyle/>
          <a:p>
            <a:pPr marL="12700">
              <a:lnSpc>
                <a:spcPct val="100000"/>
              </a:lnSpc>
              <a:spcBef>
                <a:spcPts val="105"/>
              </a:spcBef>
            </a:pPr>
            <a:r>
              <a:rPr dirty="0" sz="1200" spc="145" b="1">
                <a:solidFill>
                  <a:srgbClr val="993300"/>
                </a:solidFill>
                <a:latin typeface="Times New Roman"/>
                <a:cs typeface="Times New Roman"/>
              </a:rPr>
              <a:t>load</a:t>
            </a:r>
            <a:endParaRPr sz="1200">
              <a:latin typeface="Times New Roman"/>
              <a:cs typeface="Times New Roman"/>
            </a:endParaRPr>
          </a:p>
        </p:txBody>
      </p:sp>
      <p:sp>
        <p:nvSpPr>
          <p:cNvPr id="195" name="object 195" descr=""/>
          <p:cNvSpPr txBox="1"/>
          <p:nvPr/>
        </p:nvSpPr>
        <p:spPr>
          <a:xfrm>
            <a:off x="893300" y="2776355"/>
            <a:ext cx="744220" cy="209550"/>
          </a:xfrm>
          <a:prstGeom prst="rect">
            <a:avLst/>
          </a:prstGeom>
        </p:spPr>
        <p:txBody>
          <a:bodyPr wrap="square" lIns="0" tIns="13335" rIns="0" bIns="0" rtlCol="0" vert="horz">
            <a:spAutoFit/>
          </a:bodyPr>
          <a:lstStyle/>
          <a:p>
            <a:pPr marL="12700">
              <a:lnSpc>
                <a:spcPct val="100000"/>
              </a:lnSpc>
              <a:spcBef>
                <a:spcPts val="105"/>
              </a:spcBef>
            </a:pPr>
            <a:r>
              <a:rPr dirty="0" sz="1200" spc="170" b="1">
                <a:solidFill>
                  <a:srgbClr val="993300"/>
                </a:solidFill>
                <a:latin typeface="宋体"/>
                <a:cs typeface="宋体"/>
              </a:rPr>
              <a:t>指令 </a:t>
            </a:r>
            <a:r>
              <a:rPr dirty="0" sz="1200" spc="130" b="1">
                <a:solidFill>
                  <a:srgbClr val="993300"/>
                </a:solidFill>
                <a:latin typeface="Times New Roman"/>
                <a:cs typeface="Times New Roman"/>
              </a:rPr>
              <a:t>i+1</a:t>
            </a:r>
            <a:endParaRPr sz="1200">
              <a:latin typeface="Times New Roman"/>
              <a:cs typeface="Times New Roman"/>
            </a:endParaRPr>
          </a:p>
        </p:txBody>
      </p:sp>
      <p:sp>
        <p:nvSpPr>
          <p:cNvPr id="196" name="object 196" descr=""/>
          <p:cNvSpPr txBox="1"/>
          <p:nvPr/>
        </p:nvSpPr>
        <p:spPr>
          <a:xfrm>
            <a:off x="893300" y="3510981"/>
            <a:ext cx="743585" cy="209550"/>
          </a:xfrm>
          <a:prstGeom prst="rect">
            <a:avLst/>
          </a:prstGeom>
        </p:spPr>
        <p:txBody>
          <a:bodyPr wrap="square" lIns="0" tIns="13335" rIns="0" bIns="0" rtlCol="0" vert="horz">
            <a:spAutoFit/>
          </a:bodyPr>
          <a:lstStyle/>
          <a:p>
            <a:pPr marL="12700">
              <a:lnSpc>
                <a:spcPct val="100000"/>
              </a:lnSpc>
              <a:spcBef>
                <a:spcPts val="105"/>
              </a:spcBef>
            </a:pPr>
            <a:r>
              <a:rPr dirty="0" sz="1200" spc="170" b="1">
                <a:solidFill>
                  <a:srgbClr val="993300"/>
                </a:solidFill>
                <a:latin typeface="宋体"/>
                <a:cs typeface="宋体"/>
              </a:rPr>
              <a:t>指令 </a:t>
            </a:r>
            <a:r>
              <a:rPr dirty="0" sz="1200" spc="135" b="1">
                <a:solidFill>
                  <a:srgbClr val="993300"/>
                </a:solidFill>
                <a:latin typeface="Times New Roman"/>
                <a:cs typeface="Times New Roman"/>
              </a:rPr>
              <a:t>i+2</a:t>
            </a:r>
            <a:endParaRPr sz="1200">
              <a:latin typeface="Times New Roman"/>
              <a:cs typeface="Times New Roman"/>
            </a:endParaRPr>
          </a:p>
        </p:txBody>
      </p:sp>
      <p:sp>
        <p:nvSpPr>
          <p:cNvPr id="197" name="object 197" descr=""/>
          <p:cNvSpPr txBox="1"/>
          <p:nvPr/>
        </p:nvSpPr>
        <p:spPr>
          <a:xfrm>
            <a:off x="893300" y="4247816"/>
            <a:ext cx="743585" cy="209550"/>
          </a:xfrm>
          <a:prstGeom prst="rect">
            <a:avLst/>
          </a:prstGeom>
        </p:spPr>
        <p:txBody>
          <a:bodyPr wrap="square" lIns="0" tIns="13335" rIns="0" bIns="0" rtlCol="0" vert="horz">
            <a:spAutoFit/>
          </a:bodyPr>
          <a:lstStyle/>
          <a:p>
            <a:pPr marL="12700">
              <a:lnSpc>
                <a:spcPct val="100000"/>
              </a:lnSpc>
              <a:spcBef>
                <a:spcPts val="105"/>
              </a:spcBef>
            </a:pPr>
            <a:r>
              <a:rPr dirty="0" sz="1200" spc="170" b="1">
                <a:solidFill>
                  <a:srgbClr val="993300"/>
                </a:solidFill>
                <a:latin typeface="宋体"/>
                <a:cs typeface="宋体"/>
              </a:rPr>
              <a:t>指令 </a:t>
            </a:r>
            <a:r>
              <a:rPr dirty="0" sz="1200" spc="135" b="1">
                <a:solidFill>
                  <a:srgbClr val="993300"/>
                </a:solidFill>
                <a:latin typeface="Times New Roman"/>
                <a:cs typeface="Times New Roman"/>
              </a:rPr>
              <a:t>i+3</a:t>
            </a:r>
            <a:endParaRPr sz="1200">
              <a:latin typeface="Times New Roman"/>
              <a:cs typeface="Times New Roman"/>
            </a:endParaRPr>
          </a:p>
        </p:txBody>
      </p:sp>
      <p:sp>
        <p:nvSpPr>
          <p:cNvPr id="198" name="object 198" descr=""/>
          <p:cNvSpPr txBox="1"/>
          <p:nvPr/>
        </p:nvSpPr>
        <p:spPr>
          <a:xfrm>
            <a:off x="6527090" y="4953063"/>
            <a:ext cx="554990" cy="315595"/>
          </a:xfrm>
          <a:prstGeom prst="rect">
            <a:avLst/>
          </a:prstGeom>
          <a:ln w="13501">
            <a:solidFill>
              <a:srgbClr val="000000"/>
            </a:solidFill>
          </a:ln>
        </p:spPr>
        <p:txBody>
          <a:bodyPr wrap="square" lIns="0" tIns="69215" rIns="0" bIns="0" rtlCol="0" vert="horz">
            <a:spAutoFit/>
          </a:bodyPr>
          <a:lstStyle/>
          <a:p>
            <a:pPr marL="205104">
              <a:lnSpc>
                <a:spcPct val="100000"/>
              </a:lnSpc>
              <a:spcBef>
                <a:spcPts val="545"/>
              </a:spcBef>
            </a:pPr>
            <a:r>
              <a:rPr dirty="0" sz="1200" spc="275">
                <a:latin typeface="Times New Roman"/>
                <a:cs typeface="Times New Roman"/>
              </a:rPr>
              <a:t>M</a:t>
            </a:r>
            <a:endParaRPr sz="1200">
              <a:latin typeface="Times New Roman"/>
              <a:cs typeface="Times New Roman"/>
            </a:endParaRPr>
          </a:p>
        </p:txBody>
      </p:sp>
      <p:sp>
        <p:nvSpPr>
          <p:cNvPr id="199" name="object 199" descr=""/>
          <p:cNvSpPr txBox="1"/>
          <p:nvPr/>
        </p:nvSpPr>
        <p:spPr>
          <a:xfrm>
            <a:off x="7878115" y="4996788"/>
            <a:ext cx="344170" cy="209550"/>
          </a:xfrm>
          <a:prstGeom prst="rect">
            <a:avLst/>
          </a:prstGeom>
        </p:spPr>
        <p:txBody>
          <a:bodyPr wrap="square" lIns="0" tIns="13335" rIns="0" bIns="0" rtlCol="0" vert="horz">
            <a:spAutoFit/>
          </a:bodyPr>
          <a:lstStyle/>
          <a:p>
            <a:pPr marL="12700">
              <a:lnSpc>
                <a:spcPct val="100000"/>
              </a:lnSpc>
              <a:spcBef>
                <a:spcPts val="105"/>
              </a:spcBef>
            </a:pPr>
            <a:r>
              <a:rPr dirty="0" sz="1200" spc="155">
                <a:latin typeface="Times New Roman"/>
                <a:cs typeface="Times New Roman"/>
              </a:rPr>
              <a:t>Reg</a:t>
            </a:r>
            <a:endParaRPr sz="1200">
              <a:latin typeface="Times New Roman"/>
              <a:cs typeface="Times New Roman"/>
            </a:endParaRPr>
          </a:p>
        </p:txBody>
      </p:sp>
      <p:sp>
        <p:nvSpPr>
          <p:cNvPr id="200" name="object 200" descr=""/>
          <p:cNvSpPr/>
          <p:nvPr/>
        </p:nvSpPr>
        <p:spPr>
          <a:xfrm>
            <a:off x="9117128" y="4794121"/>
            <a:ext cx="0" cy="195580"/>
          </a:xfrm>
          <a:custGeom>
            <a:avLst/>
            <a:gdLst/>
            <a:ahLst/>
            <a:cxnLst/>
            <a:rect l="l" t="t" r="r" b="b"/>
            <a:pathLst>
              <a:path w="0" h="195579">
                <a:moveTo>
                  <a:pt x="0" y="0"/>
                </a:moveTo>
                <a:lnTo>
                  <a:pt x="0" y="195418"/>
                </a:lnTo>
              </a:path>
            </a:pathLst>
          </a:custGeom>
          <a:ln w="15869">
            <a:solidFill>
              <a:srgbClr val="000000"/>
            </a:solidFill>
          </a:ln>
        </p:spPr>
        <p:txBody>
          <a:bodyPr wrap="square" lIns="0" tIns="0" rIns="0" bIns="0" rtlCol="0"/>
          <a:lstStyle/>
          <a:p/>
        </p:txBody>
      </p:sp>
      <p:sp>
        <p:nvSpPr>
          <p:cNvPr id="201" name="object 201" descr=""/>
          <p:cNvSpPr/>
          <p:nvPr/>
        </p:nvSpPr>
        <p:spPr>
          <a:xfrm>
            <a:off x="9117128" y="4794121"/>
            <a:ext cx="370205" cy="684530"/>
          </a:xfrm>
          <a:custGeom>
            <a:avLst/>
            <a:gdLst/>
            <a:ahLst/>
            <a:cxnLst/>
            <a:rect l="l" t="t" r="r" b="b"/>
            <a:pathLst>
              <a:path w="370204" h="684529">
                <a:moveTo>
                  <a:pt x="369816" y="148879"/>
                </a:moveTo>
                <a:lnTo>
                  <a:pt x="369816" y="537201"/>
                </a:lnTo>
              </a:path>
              <a:path w="370204" h="684529">
                <a:moveTo>
                  <a:pt x="0" y="0"/>
                </a:moveTo>
                <a:lnTo>
                  <a:pt x="369816" y="148879"/>
                </a:lnTo>
              </a:path>
              <a:path w="370204" h="684529">
                <a:moveTo>
                  <a:pt x="369816" y="537201"/>
                </a:moveTo>
                <a:lnTo>
                  <a:pt x="0" y="683976"/>
                </a:lnTo>
              </a:path>
              <a:path w="370204" h="684529">
                <a:moveTo>
                  <a:pt x="0" y="488554"/>
                </a:moveTo>
                <a:lnTo>
                  <a:pt x="0" y="683976"/>
                </a:lnTo>
              </a:path>
              <a:path w="370204" h="684529">
                <a:moveTo>
                  <a:pt x="0" y="195418"/>
                </a:moveTo>
                <a:lnTo>
                  <a:pt x="110458" y="342207"/>
                </a:lnTo>
              </a:path>
              <a:path w="370204" h="684529">
                <a:moveTo>
                  <a:pt x="110458" y="342207"/>
                </a:moveTo>
                <a:lnTo>
                  <a:pt x="0" y="488554"/>
                </a:lnTo>
              </a:path>
            </a:pathLst>
          </a:custGeom>
          <a:ln w="14039">
            <a:solidFill>
              <a:srgbClr val="000000"/>
            </a:solidFill>
          </a:ln>
        </p:spPr>
        <p:txBody>
          <a:bodyPr wrap="square" lIns="0" tIns="0" rIns="0" bIns="0" rtlCol="0"/>
          <a:lstStyle/>
          <a:p/>
        </p:txBody>
      </p:sp>
      <p:sp>
        <p:nvSpPr>
          <p:cNvPr id="202" name="object 202" descr=""/>
          <p:cNvSpPr txBox="1"/>
          <p:nvPr/>
        </p:nvSpPr>
        <p:spPr>
          <a:xfrm>
            <a:off x="9214438" y="4950426"/>
            <a:ext cx="246379" cy="340360"/>
          </a:xfrm>
          <a:prstGeom prst="rect">
            <a:avLst/>
          </a:prstGeom>
        </p:spPr>
        <p:txBody>
          <a:bodyPr wrap="square" lIns="0" tIns="0" rIns="0" bIns="0" rtlCol="0" vert="vert">
            <a:spAutoFit/>
          </a:bodyPr>
          <a:lstStyle/>
          <a:p>
            <a:pPr marL="12700">
              <a:lnSpc>
                <a:spcPts val="1810"/>
              </a:lnSpc>
            </a:pPr>
            <a:r>
              <a:rPr dirty="0" sz="1550" spc="-280">
                <a:latin typeface="Times New Roman"/>
                <a:cs typeface="Times New Roman"/>
              </a:rPr>
              <a:t>ALU</a:t>
            </a:r>
            <a:endParaRPr sz="1550">
              <a:latin typeface="Times New Roman"/>
              <a:cs typeface="Times New Roman"/>
            </a:endParaRPr>
          </a:p>
        </p:txBody>
      </p:sp>
      <p:grpSp>
        <p:nvGrpSpPr>
          <p:cNvPr id="203" name="object 203" descr=""/>
          <p:cNvGrpSpPr/>
          <p:nvPr/>
        </p:nvGrpSpPr>
        <p:grpSpPr>
          <a:xfrm>
            <a:off x="7075685" y="4786187"/>
            <a:ext cx="2974340" cy="700405"/>
            <a:chOff x="7075685" y="4786187"/>
            <a:chExt cx="2974340" cy="700405"/>
          </a:xfrm>
        </p:grpSpPr>
        <p:sp>
          <p:nvSpPr>
            <p:cNvPr id="204" name="object 204" descr=""/>
            <p:cNvSpPr/>
            <p:nvPr/>
          </p:nvSpPr>
          <p:spPr>
            <a:xfrm>
              <a:off x="7082035" y="4953063"/>
              <a:ext cx="1479550" cy="315595"/>
            </a:xfrm>
            <a:custGeom>
              <a:avLst/>
              <a:gdLst/>
              <a:ahLst/>
              <a:cxnLst/>
              <a:rect l="l" t="t" r="r" b="b"/>
              <a:pathLst>
                <a:path w="1479550" h="315595">
                  <a:moveTo>
                    <a:pt x="0" y="156426"/>
                  </a:moveTo>
                  <a:lnTo>
                    <a:pt x="232405" y="156426"/>
                  </a:lnTo>
                </a:path>
                <a:path w="1479550" h="315595">
                  <a:moveTo>
                    <a:pt x="462380" y="156426"/>
                  </a:moveTo>
                  <a:lnTo>
                    <a:pt x="694785" y="156426"/>
                  </a:lnTo>
                </a:path>
                <a:path w="1479550" h="315595">
                  <a:moveTo>
                    <a:pt x="1249730" y="93519"/>
                  </a:moveTo>
                  <a:lnTo>
                    <a:pt x="1479485" y="93519"/>
                  </a:lnTo>
                </a:path>
                <a:path w="1479550" h="315595">
                  <a:moveTo>
                    <a:pt x="1249730" y="241974"/>
                  </a:moveTo>
                  <a:lnTo>
                    <a:pt x="1479485" y="241974"/>
                  </a:lnTo>
                </a:path>
                <a:path w="1479550" h="315595">
                  <a:moveTo>
                    <a:pt x="972258" y="0"/>
                  </a:moveTo>
                  <a:lnTo>
                    <a:pt x="1249730" y="0"/>
                  </a:lnTo>
                </a:path>
                <a:path w="1479550" h="315595">
                  <a:moveTo>
                    <a:pt x="1249730" y="0"/>
                  </a:moveTo>
                  <a:lnTo>
                    <a:pt x="1249730" y="315351"/>
                  </a:lnTo>
                </a:path>
                <a:path w="1479550" h="315595">
                  <a:moveTo>
                    <a:pt x="972258" y="315351"/>
                  </a:moveTo>
                  <a:lnTo>
                    <a:pt x="1249730" y="315351"/>
                  </a:lnTo>
                </a:path>
              </a:pathLst>
            </a:custGeom>
            <a:ln w="14039">
              <a:solidFill>
                <a:srgbClr val="000000"/>
              </a:solidFill>
            </a:ln>
          </p:spPr>
          <p:txBody>
            <a:bodyPr wrap="square" lIns="0" tIns="0" rIns="0" bIns="0" rtlCol="0"/>
            <a:lstStyle/>
            <a:p/>
          </p:txBody>
        </p:sp>
        <p:sp>
          <p:nvSpPr>
            <p:cNvPr id="205" name="object 205" descr=""/>
            <p:cNvSpPr/>
            <p:nvPr/>
          </p:nvSpPr>
          <p:spPr>
            <a:xfrm>
              <a:off x="7780134" y="4949291"/>
              <a:ext cx="312420" cy="12700"/>
            </a:xfrm>
            <a:custGeom>
              <a:avLst/>
              <a:gdLst/>
              <a:ahLst/>
              <a:cxnLst/>
              <a:rect l="l" t="t" r="r" b="b"/>
              <a:pathLst>
                <a:path w="312420" h="12700">
                  <a:moveTo>
                    <a:pt x="66268" y="0"/>
                  </a:moveTo>
                  <a:lnTo>
                    <a:pt x="0" y="0"/>
                  </a:lnTo>
                  <a:lnTo>
                    <a:pt x="0" y="12153"/>
                  </a:lnTo>
                  <a:lnTo>
                    <a:pt x="66268" y="12153"/>
                  </a:lnTo>
                  <a:lnTo>
                    <a:pt x="66268" y="0"/>
                  </a:lnTo>
                  <a:close/>
                </a:path>
                <a:path w="312420" h="12700">
                  <a:moveTo>
                    <a:pt x="132549" y="0"/>
                  </a:moveTo>
                  <a:lnTo>
                    <a:pt x="113766" y="0"/>
                  </a:lnTo>
                  <a:lnTo>
                    <a:pt x="113766" y="12153"/>
                  </a:lnTo>
                  <a:lnTo>
                    <a:pt x="132549" y="12153"/>
                  </a:lnTo>
                  <a:lnTo>
                    <a:pt x="132549" y="0"/>
                  </a:lnTo>
                  <a:close/>
                </a:path>
                <a:path w="312420" h="12700">
                  <a:moveTo>
                    <a:pt x="245656" y="0"/>
                  </a:moveTo>
                  <a:lnTo>
                    <a:pt x="179603" y="0"/>
                  </a:lnTo>
                  <a:lnTo>
                    <a:pt x="179603" y="12153"/>
                  </a:lnTo>
                  <a:lnTo>
                    <a:pt x="245656" y="12153"/>
                  </a:lnTo>
                  <a:lnTo>
                    <a:pt x="245656" y="0"/>
                  </a:lnTo>
                  <a:close/>
                </a:path>
                <a:path w="312420" h="12700">
                  <a:moveTo>
                    <a:pt x="311924" y="0"/>
                  </a:moveTo>
                  <a:lnTo>
                    <a:pt x="296024" y="0"/>
                  </a:lnTo>
                  <a:lnTo>
                    <a:pt x="296024" y="12153"/>
                  </a:lnTo>
                  <a:lnTo>
                    <a:pt x="311924" y="12153"/>
                  </a:lnTo>
                  <a:lnTo>
                    <a:pt x="311924" y="0"/>
                  </a:lnTo>
                  <a:close/>
                </a:path>
              </a:pathLst>
            </a:custGeom>
            <a:solidFill>
              <a:srgbClr val="000000"/>
            </a:solidFill>
          </p:spPr>
          <p:txBody>
            <a:bodyPr wrap="square" lIns="0" tIns="0" rIns="0" bIns="0" rtlCol="0"/>
            <a:lstStyle/>
            <a:p/>
          </p:txBody>
        </p:sp>
        <p:sp>
          <p:nvSpPr>
            <p:cNvPr id="206" name="object 206" descr=""/>
            <p:cNvSpPr/>
            <p:nvPr/>
          </p:nvSpPr>
          <p:spPr>
            <a:xfrm>
              <a:off x="7780134" y="4949290"/>
              <a:ext cx="312420" cy="12700"/>
            </a:xfrm>
            <a:custGeom>
              <a:avLst/>
              <a:gdLst/>
              <a:ahLst/>
              <a:cxnLst/>
              <a:rect l="l" t="t" r="r" b="b"/>
              <a:pathLst>
                <a:path w="312420" h="12700">
                  <a:moveTo>
                    <a:pt x="0" y="0"/>
                  </a:moveTo>
                  <a:lnTo>
                    <a:pt x="66275" y="0"/>
                  </a:lnTo>
                  <a:lnTo>
                    <a:pt x="66275" y="12153"/>
                  </a:lnTo>
                  <a:lnTo>
                    <a:pt x="0" y="12153"/>
                  </a:lnTo>
                  <a:lnTo>
                    <a:pt x="0" y="0"/>
                  </a:lnTo>
                  <a:close/>
                </a:path>
                <a:path w="312420" h="12700">
                  <a:moveTo>
                    <a:pt x="113772" y="0"/>
                  </a:moveTo>
                  <a:lnTo>
                    <a:pt x="132550" y="0"/>
                  </a:lnTo>
                  <a:lnTo>
                    <a:pt x="132550" y="12153"/>
                  </a:lnTo>
                  <a:lnTo>
                    <a:pt x="113772" y="12153"/>
                  </a:lnTo>
                  <a:lnTo>
                    <a:pt x="113772" y="0"/>
                  </a:lnTo>
                  <a:close/>
                </a:path>
                <a:path w="312420" h="12700">
                  <a:moveTo>
                    <a:pt x="179606" y="0"/>
                  </a:moveTo>
                  <a:lnTo>
                    <a:pt x="245660" y="0"/>
                  </a:lnTo>
                  <a:lnTo>
                    <a:pt x="245660" y="12153"/>
                  </a:lnTo>
                  <a:lnTo>
                    <a:pt x="179606" y="12153"/>
                  </a:lnTo>
                  <a:lnTo>
                    <a:pt x="179606" y="0"/>
                  </a:lnTo>
                  <a:close/>
                </a:path>
                <a:path w="312420" h="12700">
                  <a:moveTo>
                    <a:pt x="296029" y="0"/>
                  </a:moveTo>
                  <a:lnTo>
                    <a:pt x="311935" y="0"/>
                  </a:lnTo>
                  <a:lnTo>
                    <a:pt x="311935" y="12153"/>
                  </a:lnTo>
                  <a:lnTo>
                    <a:pt x="296029" y="12153"/>
                  </a:lnTo>
                  <a:lnTo>
                    <a:pt x="296029" y="0"/>
                  </a:lnTo>
                  <a:close/>
                </a:path>
              </a:pathLst>
            </a:custGeom>
            <a:ln w="3175">
              <a:solidFill>
                <a:srgbClr val="000000"/>
              </a:solidFill>
            </a:ln>
          </p:spPr>
          <p:txBody>
            <a:bodyPr wrap="square" lIns="0" tIns="0" rIns="0" bIns="0" rtlCol="0"/>
            <a:lstStyle/>
            <a:p/>
          </p:txBody>
        </p:sp>
        <p:sp>
          <p:nvSpPr>
            <p:cNvPr id="207" name="object 207" descr=""/>
            <p:cNvSpPr/>
            <p:nvPr/>
          </p:nvSpPr>
          <p:spPr>
            <a:xfrm>
              <a:off x="7769745" y="4955590"/>
              <a:ext cx="19050" cy="315595"/>
            </a:xfrm>
            <a:custGeom>
              <a:avLst/>
              <a:gdLst/>
              <a:ahLst/>
              <a:cxnLst/>
              <a:rect l="l" t="t" r="r" b="b"/>
              <a:pathLst>
                <a:path w="19050" h="315595">
                  <a:moveTo>
                    <a:pt x="18554" y="278866"/>
                  </a:moveTo>
                  <a:lnTo>
                    <a:pt x="0" y="278866"/>
                  </a:lnTo>
                  <a:lnTo>
                    <a:pt x="0" y="315341"/>
                  </a:lnTo>
                  <a:lnTo>
                    <a:pt x="18554" y="315341"/>
                  </a:lnTo>
                  <a:lnTo>
                    <a:pt x="18554" y="278866"/>
                  </a:lnTo>
                  <a:close/>
                </a:path>
                <a:path w="19050" h="315595">
                  <a:moveTo>
                    <a:pt x="18554" y="227711"/>
                  </a:moveTo>
                  <a:lnTo>
                    <a:pt x="0" y="227711"/>
                  </a:lnTo>
                  <a:lnTo>
                    <a:pt x="0" y="241973"/>
                  </a:lnTo>
                  <a:lnTo>
                    <a:pt x="18554" y="241973"/>
                  </a:lnTo>
                  <a:lnTo>
                    <a:pt x="18554" y="227711"/>
                  </a:lnTo>
                  <a:close/>
                </a:path>
                <a:path w="19050" h="315595">
                  <a:moveTo>
                    <a:pt x="18554" y="140474"/>
                  </a:moveTo>
                  <a:lnTo>
                    <a:pt x="0" y="140474"/>
                  </a:lnTo>
                  <a:lnTo>
                    <a:pt x="0" y="191211"/>
                  </a:lnTo>
                  <a:lnTo>
                    <a:pt x="18554" y="191211"/>
                  </a:lnTo>
                  <a:lnTo>
                    <a:pt x="18554" y="140474"/>
                  </a:lnTo>
                  <a:close/>
                </a:path>
                <a:path w="19050" h="315595">
                  <a:moveTo>
                    <a:pt x="18554" y="89319"/>
                  </a:moveTo>
                  <a:lnTo>
                    <a:pt x="0" y="89319"/>
                  </a:lnTo>
                  <a:lnTo>
                    <a:pt x="0" y="101485"/>
                  </a:lnTo>
                  <a:lnTo>
                    <a:pt x="18554" y="101485"/>
                  </a:lnTo>
                  <a:lnTo>
                    <a:pt x="18554" y="89319"/>
                  </a:lnTo>
                  <a:close/>
                </a:path>
                <a:path w="19050" h="315595">
                  <a:moveTo>
                    <a:pt x="18554" y="0"/>
                  </a:moveTo>
                  <a:lnTo>
                    <a:pt x="0" y="0"/>
                  </a:lnTo>
                  <a:lnTo>
                    <a:pt x="0" y="50736"/>
                  </a:lnTo>
                  <a:lnTo>
                    <a:pt x="18554" y="50736"/>
                  </a:lnTo>
                  <a:lnTo>
                    <a:pt x="18554" y="0"/>
                  </a:lnTo>
                  <a:close/>
                </a:path>
              </a:pathLst>
            </a:custGeom>
            <a:solidFill>
              <a:srgbClr val="000000"/>
            </a:solidFill>
          </p:spPr>
          <p:txBody>
            <a:bodyPr wrap="square" lIns="0" tIns="0" rIns="0" bIns="0" rtlCol="0"/>
            <a:lstStyle/>
            <a:p/>
          </p:txBody>
        </p:sp>
        <p:sp>
          <p:nvSpPr>
            <p:cNvPr id="208" name="object 208" descr=""/>
            <p:cNvSpPr/>
            <p:nvPr/>
          </p:nvSpPr>
          <p:spPr>
            <a:xfrm>
              <a:off x="7769751" y="4955579"/>
              <a:ext cx="19050" cy="315595"/>
            </a:xfrm>
            <a:custGeom>
              <a:avLst/>
              <a:gdLst/>
              <a:ahLst/>
              <a:cxnLst/>
              <a:rect l="l" t="t" r="r" b="b"/>
              <a:pathLst>
                <a:path w="19050" h="315595">
                  <a:moveTo>
                    <a:pt x="18557" y="0"/>
                  </a:moveTo>
                  <a:lnTo>
                    <a:pt x="18557" y="50737"/>
                  </a:lnTo>
                  <a:lnTo>
                    <a:pt x="0" y="50737"/>
                  </a:lnTo>
                  <a:lnTo>
                    <a:pt x="0" y="0"/>
                  </a:lnTo>
                  <a:lnTo>
                    <a:pt x="18557" y="0"/>
                  </a:lnTo>
                  <a:close/>
                </a:path>
                <a:path w="19050" h="315595">
                  <a:moveTo>
                    <a:pt x="18557" y="89321"/>
                  </a:moveTo>
                  <a:lnTo>
                    <a:pt x="18557" y="101491"/>
                  </a:lnTo>
                  <a:lnTo>
                    <a:pt x="0" y="101491"/>
                  </a:lnTo>
                  <a:lnTo>
                    <a:pt x="0" y="89321"/>
                  </a:lnTo>
                  <a:lnTo>
                    <a:pt x="18557" y="89321"/>
                  </a:lnTo>
                  <a:close/>
                </a:path>
                <a:path w="19050" h="315595">
                  <a:moveTo>
                    <a:pt x="18557" y="140483"/>
                  </a:moveTo>
                  <a:lnTo>
                    <a:pt x="18557" y="191220"/>
                  </a:lnTo>
                  <a:lnTo>
                    <a:pt x="0" y="191220"/>
                  </a:lnTo>
                  <a:lnTo>
                    <a:pt x="0" y="140483"/>
                  </a:lnTo>
                  <a:lnTo>
                    <a:pt x="18557" y="140483"/>
                  </a:lnTo>
                  <a:close/>
                </a:path>
                <a:path w="19050" h="315595">
                  <a:moveTo>
                    <a:pt x="18557" y="227713"/>
                  </a:moveTo>
                  <a:lnTo>
                    <a:pt x="18557" y="241974"/>
                  </a:lnTo>
                  <a:lnTo>
                    <a:pt x="0" y="241974"/>
                  </a:lnTo>
                  <a:lnTo>
                    <a:pt x="0" y="227713"/>
                  </a:lnTo>
                  <a:lnTo>
                    <a:pt x="18557" y="227713"/>
                  </a:lnTo>
                  <a:close/>
                </a:path>
                <a:path w="19050" h="315595">
                  <a:moveTo>
                    <a:pt x="18557" y="278875"/>
                  </a:moveTo>
                  <a:lnTo>
                    <a:pt x="18557" y="315351"/>
                  </a:lnTo>
                  <a:lnTo>
                    <a:pt x="0" y="315351"/>
                  </a:lnTo>
                  <a:lnTo>
                    <a:pt x="0" y="278875"/>
                  </a:lnTo>
                  <a:lnTo>
                    <a:pt x="18557" y="278875"/>
                  </a:lnTo>
                  <a:close/>
                </a:path>
              </a:pathLst>
            </a:custGeom>
            <a:ln w="3175">
              <a:solidFill>
                <a:srgbClr val="000000"/>
              </a:solidFill>
            </a:ln>
          </p:spPr>
          <p:txBody>
            <a:bodyPr wrap="square" lIns="0" tIns="0" rIns="0" bIns="0" rtlCol="0"/>
            <a:lstStyle/>
            <a:p/>
          </p:txBody>
        </p:sp>
        <p:sp>
          <p:nvSpPr>
            <p:cNvPr id="209" name="object 209" descr=""/>
            <p:cNvSpPr/>
            <p:nvPr/>
          </p:nvSpPr>
          <p:spPr>
            <a:xfrm>
              <a:off x="7780134" y="5264645"/>
              <a:ext cx="312420" cy="12700"/>
            </a:xfrm>
            <a:custGeom>
              <a:avLst/>
              <a:gdLst/>
              <a:ahLst/>
              <a:cxnLst/>
              <a:rect l="l" t="t" r="r" b="b"/>
              <a:pathLst>
                <a:path w="312420" h="12700">
                  <a:moveTo>
                    <a:pt x="66268" y="0"/>
                  </a:moveTo>
                  <a:lnTo>
                    <a:pt x="0" y="0"/>
                  </a:lnTo>
                  <a:lnTo>
                    <a:pt x="0" y="12585"/>
                  </a:lnTo>
                  <a:lnTo>
                    <a:pt x="66268" y="12585"/>
                  </a:lnTo>
                  <a:lnTo>
                    <a:pt x="66268" y="0"/>
                  </a:lnTo>
                  <a:close/>
                </a:path>
                <a:path w="312420" h="12700">
                  <a:moveTo>
                    <a:pt x="132549" y="0"/>
                  </a:moveTo>
                  <a:lnTo>
                    <a:pt x="113766" y="0"/>
                  </a:lnTo>
                  <a:lnTo>
                    <a:pt x="113766" y="12585"/>
                  </a:lnTo>
                  <a:lnTo>
                    <a:pt x="132549" y="12585"/>
                  </a:lnTo>
                  <a:lnTo>
                    <a:pt x="132549" y="0"/>
                  </a:lnTo>
                  <a:close/>
                </a:path>
                <a:path w="312420" h="12700">
                  <a:moveTo>
                    <a:pt x="245656" y="0"/>
                  </a:moveTo>
                  <a:lnTo>
                    <a:pt x="179603" y="0"/>
                  </a:lnTo>
                  <a:lnTo>
                    <a:pt x="179603" y="12585"/>
                  </a:lnTo>
                  <a:lnTo>
                    <a:pt x="245656" y="12585"/>
                  </a:lnTo>
                  <a:lnTo>
                    <a:pt x="245656" y="0"/>
                  </a:lnTo>
                  <a:close/>
                </a:path>
                <a:path w="312420" h="12700">
                  <a:moveTo>
                    <a:pt x="311924" y="0"/>
                  </a:moveTo>
                  <a:lnTo>
                    <a:pt x="296024" y="0"/>
                  </a:lnTo>
                  <a:lnTo>
                    <a:pt x="296024" y="12585"/>
                  </a:lnTo>
                  <a:lnTo>
                    <a:pt x="311924" y="12585"/>
                  </a:lnTo>
                  <a:lnTo>
                    <a:pt x="311924" y="0"/>
                  </a:lnTo>
                  <a:close/>
                </a:path>
              </a:pathLst>
            </a:custGeom>
            <a:solidFill>
              <a:srgbClr val="000000"/>
            </a:solidFill>
          </p:spPr>
          <p:txBody>
            <a:bodyPr wrap="square" lIns="0" tIns="0" rIns="0" bIns="0" rtlCol="0"/>
            <a:lstStyle/>
            <a:p/>
          </p:txBody>
        </p:sp>
        <p:sp>
          <p:nvSpPr>
            <p:cNvPr id="210" name="object 210" descr=""/>
            <p:cNvSpPr/>
            <p:nvPr/>
          </p:nvSpPr>
          <p:spPr>
            <a:xfrm>
              <a:off x="7780134" y="5264642"/>
              <a:ext cx="312420" cy="12700"/>
            </a:xfrm>
            <a:custGeom>
              <a:avLst/>
              <a:gdLst/>
              <a:ahLst/>
              <a:cxnLst/>
              <a:rect l="l" t="t" r="r" b="b"/>
              <a:pathLst>
                <a:path w="312420" h="12700">
                  <a:moveTo>
                    <a:pt x="0" y="0"/>
                  </a:moveTo>
                  <a:lnTo>
                    <a:pt x="66275" y="0"/>
                  </a:lnTo>
                  <a:lnTo>
                    <a:pt x="66275" y="12578"/>
                  </a:lnTo>
                  <a:lnTo>
                    <a:pt x="0" y="12578"/>
                  </a:lnTo>
                  <a:lnTo>
                    <a:pt x="0" y="0"/>
                  </a:lnTo>
                  <a:close/>
                </a:path>
                <a:path w="312420" h="12700">
                  <a:moveTo>
                    <a:pt x="113772" y="0"/>
                  </a:moveTo>
                  <a:lnTo>
                    <a:pt x="132550" y="0"/>
                  </a:lnTo>
                  <a:lnTo>
                    <a:pt x="132550" y="12578"/>
                  </a:lnTo>
                  <a:lnTo>
                    <a:pt x="113772" y="12578"/>
                  </a:lnTo>
                  <a:lnTo>
                    <a:pt x="113772" y="0"/>
                  </a:lnTo>
                  <a:close/>
                </a:path>
                <a:path w="312420" h="12700">
                  <a:moveTo>
                    <a:pt x="179606" y="0"/>
                  </a:moveTo>
                  <a:lnTo>
                    <a:pt x="245660" y="0"/>
                  </a:lnTo>
                  <a:lnTo>
                    <a:pt x="245660" y="12578"/>
                  </a:lnTo>
                  <a:lnTo>
                    <a:pt x="179606" y="12578"/>
                  </a:lnTo>
                  <a:lnTo>
                    <a:pt x="179606" y="0"/>
                  </a:lnTo>
                  <a:close/>
                </a:path>
                <a:path w="312420" h="12700">
                  <a:moveTo>
                    <a:pt x="296029" y="0"/>
                  </a:moveTo>
                  <a:lnTo>
                    <a:pt x="311935" y="0"/>
                  </a:lnTo>
                  <a:lnTo>
                    <a:pt x="311935" y="12578"/>
                  </a:lnTo>
                  <a:lnTo>
                    <a:pt x="296029" y="12578"/>
                  </a:lnTo>
                  <a:lnTo>
                    <a:pt x="296029" y="0"/>
                  </a:lnTo>
                  <a:close/>
                </a:path>
              </a:pathLst>
            </a:custGeom>
            <a:ln w="3175">
              <a:solidFill>
                <a:srgbClr val="000000"/>
              </a:solidFill>
            </a:ln>
          </p:spPr>
          <p:txBody>
            <a:bodyPr wrap="square" lIns="0" tIns="0" rIns="0" bIns="0" rtlCol="0"/>
            <a:lstStyle/>
            <a:p/>
          </p:txBody>
        </p:sp>
        <p:sp>
          <p:nvSpPr>
            <p:cNvPr id="211" name="object 211" descr=""/>
            <p:cNvSpPr/>
            <p:nvPr/>
          </p:nvSpPr>
          <p:spPr>
            <a:xfrm>
              <a:off x="9486944" y="5109490"/>
              <a:ext cx="325120" cy="0"/>
            </a:xfrm>
            <a:custGeom>
              <a:avLst/>
              <a:gdLst/>
              <a:ahLst/>
              <a:cxnLst/>
              <a:rect l="l" t="t" r="r" b="b"/>
              <a:pathLst>
                <a:path w="325120" h="0">
                  <a:moveTo>
                    <a:pt x="0" y="0"/>
                  </a:moveTo>
                  <a:lnTo>
                    <a:pt x="324969" y="0"/>
                  </a:lnTo>
                </a:path>
              </a:pathLst>
            </a:custGeom>
            <a:ln w="12209">
              <a:solidFill>
                <a:srgbClr val="000000"/>
              </a:solidFill>
            </a:ln>
          </p:spPr>
          <p:txBody>
            <a:bodyPr wrap="square" lIns="0" tIns="0" rIns="0" bIns="0" rtlCol="0"/>
            <a:lstStyle/>
            <a:p/>
          </p:txBody>
        </p:sp>
        <p:pic>
          <p:nvPicPr>
            <p:cNvPr id="212" name="object 212" descr=""/>
            <p:cNvPicPr/>
            <p:nvPr/>
          </p:nvPicPr>
          <p:blipFill>
            <a:blip r:embed="rId14" cstate="print"/>
            <a:stretch>
              <a:fillRect/>
            </a:stretch>
          </p:blipFill>
          <p:spPr>
            <a:xfrm>
              <a:off x="9809263" y="4794124"/>
              <a:ext cx="232559" cy="683973"/>
            </a:xfrm>
            <a:prstGeom prst="rect">
              <a:avLst/>
            </a:prstGeom>
          </p:spPr>
        </p:pic>
        <p:sp>
          <p:nvSpPr>
            <p:cNvPr id="213" name="object 213" descr=""/>
            <p:cNvSpPr/>
            <p:nvPr/>
          </p:nvSpPr>
          <p:spPr>
            <a:xfrm>
              <a:off x="7636759" y="4794124"/>
              <a:ext cx="2405380" cy="684530"/>
            </a:xfrm>
            <a:custGeom>
              <a:avLst/>
              <a:gdLst/>
              <a:ahLst/>
              <a:cxnLst/>
              <a:rect l="l" t="t" r="r" b="b"/>
              <a:pathLst>
                <a:path w="2405379" h="684529">
                  <a:moveTo>
                    <a:pt x="2175154" y="683973"/>
                  </a:moveTo>
                  <a:lnTo>
                    <a:pt x="2404997" y="683973"/>
                  </a:lnTo>
                  <a:lnTo>
                    <a:pt x="2404997" y="0"/>
                  </a:lnTo>
                  <a:lnTo>
                    <a:pt x="2175154" y="0"/>
                  </a:lnTo>
                  <a:lnTo>
                    <a:pt x="2175154" y="683973"/>
                  </a:lnTo>
                  <a:close/>
                </a:path>
                <a:path w="2405379" h="684529">
                  <a:moveTo>
                    <a:pt x="0" y="315365"/>
                  </a:moveTo>
                  <a:lnTo>
                    <a:pt x="0" y="211783"/>
                  </a:lnTo>
                </a:path>
                <a:path w="2405379" h="684529">
                  <a:moveTo>
                    <a:pt x="0" y="211783"/>
                  </a:moveTo>
                  <a:lnTo>
                    <a:pt x="140061" y="211783"/>
                  </a:lnTo>
                </a:path>
              </a:pathLst>
            </a:custGeom>
            <a:ln w="14039">
              <a:solidFill>
                <a:srgbClr val="000000"/>
              </a:solidFill>
            </a:ln>
          </p:spPr>
          <p:txBody>
            <a:bodyPr wrap="square" lIns="0" tIns="0" rIns="0" bIns="0" rtlCol="0"/>
            <a:lstStyle/>
            <a:p/>
          </p:txBody>
        </p:sp>
        <p:pic>
          <p:nvPicPr>
            <p:cNvPr id="214" name="object 214" descr=""/>
            <p:cNvPicPr/>
            <p:nvPr/>
          </p:nvPicPr>
          <p:blipFill>
            <a:blip r:embed="rId15" cstate="print"/>
            <a:stretch>
              <a:fillRect/>
            </a:stretch>
          </p:blipFill>
          <p:spPr>
            <a:xfrm>
              <a:off x="8561520" y="4794124"/>
              <a:ext cx="232559" cy="683973"/>
            </a:xfrm>
            <a:prstGeom prst="rect">
              <a:avLst/>
            </a:prstGeom>
          </p:spPr>
        </p:pic>
        <p:sp>
          <p:nvSpPr>
            <p:cNvPr id="215" name="object 215" descr=""/>
            <p:cNvSpPr/>
            <p:nvPr/>
          </p:nvSpPr>
          <p:spPr>
            <a:xfrm>
              <a:off x="8561520" y="4794124"/>
              <a:ext cx="233045" cy="684530"/>
            </a:xfrm>
            <a:custGeom>
              <a:avLst/>
              <a:gdLst/>
              <a:ahLst/>
              <a:cxnLst/>
              <a:rect l="l" t="t" r="r" b="b"/>
              <a:pathLst>
                <a:path w="233045" h="684529">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pic>
          <p:nvPicPr>
            <p:cNvPr id="216" name="object 216" descr=""/>
            <p:cNvPicPr/>
            <p:nvPr/>
          </p:nvPicPr>
          <p:blipFill>
            <a:blip r:embed="rId16" cstate="print"/>
            <a:stretch>
              <a:fillRect/>
            </a:stretch>
          </p:blipFill>
          <p:spPr>
            <a:xfrm>
              <a:off x="7311789" y="4794124"/>
              <a:ext cx="232559" cy="683973"/>
            </a:xfrm>
            <a:prstGeom prst="rect">
              <a:avLst/>
            </a:prstGeom>
          </p:spPr>
        </p:pic>
        <p:sp>
          <p:nvSpPr>
            <p:cNvPr id="217" name="object 217" descr=""/>
            <p:cNvSpPr/>
            <p:nvPr/>
          </p:nvSpPr>
          <p:spPr>
            <a:xfrm>
              <a:off x="7314440" y="4794124"/>
              <a:ext cx="229870" cy="684530"/>
            </a:xfrm>
            <a:custGeom>
              <a:avLst/>
              <a:gdLst/>
              <a:ahLst/>
              <a:cxnLst/>
              <a:rect l="l" t="t" r="r" b="b"/>
              <a:pathLst>
                <a:path w="229870" h="684529">
                  <a:moveTo>
                    <a:pt x="0" y="683973"/>
                  </a:moveTo>
                  <a:lnTo>
                    <a:pt x="229842" y="683973"/>
                  </a:lnTo>
                  <a:lnTo>
                    <a:pt x="229842" y="0"/>
                  </a:lnTo>
                  <a:lnTo>
                    <a:pt x="0" y="0"/>
                  </a:lnTo>
                  <a:lnTo>
                    <a:pt x="0" y="683973"/>
                  </a:lnTo>
                  <a:close/>
                </a:path>
              </a:pathLst>
            </a:custGeom>
            <a:ln w="15498">
              <a:solidFill>
                <a:srgbClr val="000000"/>
              </a:solidFill>
            </a:ln>
          </p:spPr>
          <p:txBody>
            <a:bodyPr wrap="square" lIns="0" tIns="0" rIns="0" bIns="0" rtlCol="0"/>
            <a:lstStyle/>
            <a:p/>
          </p:txBody>
        </p:sp>
      </p:grpSp>
      <p:sp>
        <p:nvSpPr>
          <p:cNvPr id="218" name="object 218" descr=""/>
          <p:cNvSpPr txBox="1"/>
          <p:nvPr/>
        </p:nvSpPr>
        <p:spPr>
          <a:xfrm>
            <a:off x="10274516" y="4953063"/>
            <a:ext cx="554990" cy="315595"/>
          </a:xfrm>
          <a:prstGeom prst="rect">
            <a:avLst/>
          </a:prstGeom>
          <a:ln w="13501">
            <a:solidFill>
              <a:srgbClr val="000000"/>
            </a:solidFill>
          </a:ln>
        </p:spPr>
        <p:txBody>
          <a:bodyPr wrap="square" lIns="0" tIns="57150" rIns="0" bIns="0" rtlCol="0" vert="horz">
            <a:spAutoFit/>
          </a:bodyPr>
          <a:lstStyle/>
          <a:p>
            <a:pPr marL="158115">
              <a:lnSpc>
                <a:spcPct val="100000"/>
              </a:lnSpc>
              <a:spcBef>
                <a:spcPts val="450"/>
              </a:spcBef>
            </a:pPr>
            <a:r>
              <a:rPr dirty="0" sz="1200" spc="275">
                <a:latin typeface="Times New Roman"/>
                <a:cs typeface="Times New Roman"/>
              </a:rPr>
              <a:t>M</a:t>
            </a:r>
            <a:endParaRPr sz="1200">
              <a:latin typeface="Times New Roman"/>
              <a:cs typeface="Times New Roman"/>
            </a:endParaRPr>
          </a:p>
        </p:txBody>
      </p:sp>
      <p:grpSp>
        <p:nvGrpSpPr>
          <p:cNvPr id="219" name="object 219" descr=""/>
          <p:cNvGrpSpPr/>
          <p:nvPr/>
        </p:nvGrpSpPr>
        <p:grpSpPr>
          <a:xfrm>
            <a:off x="5770498" y="2349500"/>
            <a:ext cx="5529580" cy="3136900"/>
            <a:chOff x="5770498" y="2349500"/>
            <a:chExt cx="5529580" cy="3136900"/>
          </a:xfrm>
        </p:grpSpPr>
        <p:sp>
          <p:nvSpPr>
            <p:cNvPr id="220" name="object 220" descr=""/>
            <p:cNvSpPr/>
            <p:nvPr/>
          </p:nvSpPr>
          <p:spPr>
            <a:xfrm>
              <a:off x="10041889" y="5109490"/>
              <a:ext cx="1017905" cy="212090"/>
            </a:xfrm>
            <a:custGeom>
              <a:avLst/>
              <a:gdLst/>
              <a:ahLst/>
              <a:cxnLst/>
              <a:rect l="l" t="t" r="r" b="b"/>
              <a:pathLst>
                <a:path w="1017904" h="212089">
                  <a:moveTo>
                    <a:pt x="0" y="0"/>
                  </a:moveTo>
                  <a:lnTo>
                    <a:pt x="232626" y="0"/>
                  </a:lnTo>
                </a:path>
                <a:path w="1017904" h="212089">
                  <a:moveTo>
                    <a:pt x="787350" y="0"/>
                  </a:moveTo>
                  <a:lnTo>
                    <a:pt x="1017325" y="0"/>
                  </a:lnTo>
                </a:path>
                <a:path w="1017904" h="212089">
                  <a:moveTo>
                    <a:pt x="92343" y="0"/>
                  </a:moveTo>
                  <a:lnTo>
                    <a:pt x="92343" y="211770"/>
                  </a:lnTo>
                </a:path>
                <a:path w="1017904" h="212089">
                  <a:moveTo>
                    <a:pt x="92343" y="211770"/>
                  </a:moveTo>
                  <a:lnTo>
                    <a:pt x="879914" y="211770"/>
                  </a:lnTo>
                </a:path>
                <a:path w="1017904" h="212089">
                  <a:moveTo>
                    <a:pt x="879914" y="211770"/>
                  </a:moveTo>
                  <a:lnTo>
                    <a:pt x="879914" y="53252"/>
                  </a:lnTo>
                </a:path>
                <a:path w="1017904" h="212089">
                  <a:moveTo>
                    <a:pt x="879914" y="53252"/>
                  </a:moveTo>
                  <a:lnTo>
                    <a:pt x="1017325" y="53252"/>
                  </a:lnTo>
                </a:path>
              </a:pathLst>
            </a:custGeom>
            <a:ln w="14039">
              <a:solidFill>
                <a:srgbClr val="000000"/>
              </a:solidFill>
            </a:ln>
          </p:spPr>
          <p:txBody>
            <a:bodyPr wrap="square" lIns="0" tIns="0" rIns="0" bIns="0" rtlCol="0"/>
            <a:lstStyle/>
            <a:p/>
          </p:txBody>
        </p:sp>
        <p:pic>
          <p:nvPicPr>
            <p:cNvPr id="221" name="object 221" descr=""/>
            <p:cNvPicPr/>
            <p:nvPr/>
          </p:nvPicPr>
          <p:blipFill>
            <a:blip r:embed="rId17" cstate="print"/>
            <a:stretch>
              <a:fillRect/>
            </a:stretch>
          </p:blipFill>
          <p:spPr>
            <a:xfrm>
              <a:off x="11059215" y="4794124"/>
              <a:ext cx="232559" cy="683973"/>
            </a:xfrm>
            <a:prstGeom prst="rect">
              <a:avLst/>
            </a:prstGeom>
          </p:spPr>
        </p:pic>
        <p:sp>
          <p:nvSpPr>
            <p:cNvPr id="222" name="object 222" descr=""/>
            <p:cNvSpPr/>
            <p:nvPr/>
          </p:nvSpPr>
          <p:spPr>
            <a:xfrm>
              <a:off x="11059215" y="4794124"/>
              <a:ext cx="233045" cy="684530"/>
            </a:xfrm>
            <a:custGeom>
              <a:avLst/>
              <a:gdLst/>
              <a:ahLst/>
              <a:cxnLst/>
              <a:rect l="l" t="t" r="r" b="b"/>
              <a:pathLst>
                <a:path w="233045" h="684529">
                  <a:moveTo>
                    <a:pt x="0" y="683973"/>
                  </a:moveTo>
                  <a:lnTo>
                    <a:pt x="232559" y="683973"/>
                  </a:lnTo>
                  <a:lnTo>
                    <a:pt x="232559" y="0"/>
                  </a:lnTo>
                  <a:lnTo>
                    <a:pt x="0" y="0"/>
                  </a:lnTo>
                  <a:lnTo>
                    <a:pt x="0" y="683973"/>
                  </a:lnTo>
                  <a:close/>
                </a:path>
              </a:pathLst>
            </a:custGeom>
            <a:ln w="15490">
              <a:solidFill>
                <a:srgbClr val="000000"/>
              </a:solidFill>
            </a:ln>
          </p:spPr>
          <p:txBody>
            <a:bodyPr wrap="square" lIns="0" tIns="0" rIns="0" bIns="0" rtlCol="0"/>
            <a:lstStyle/>
            <a:p/>
          </p:txBody>
        </p:sp>
        <p:sp>
          <p:nvSpPr>
            <p:cNvPr id="223" name="object 223" descr=""/>
            <p:cNvSpPr/>
            <p:nvPr/>
          </p:nvSpPr>
          <p:spPr>
            <a:xfrm>
              <a:off x="5770498" y="2349500"/>
              <a:ext cx="76835" cy="1800225"/>
            </a:xfrm>
            <a:custGeom>
              <a:avLst/>
              <a:gdLst/>
              <a:ahLst/>
              <a:cxnLst/>
              <a:rect l="l" t="t" r="r" b="b"/>
              <a:pathLst>
                <a:path w="76835" h="1800225">
                  <a:moveTo>
                    <a:pt x="30225" y="1724025"/>
                  </a:moveTo>
                  <a:lnTo>
                    <a:pt x="126" y="1724025"/>
                  </a:lnTo>
                  <a:lnTo>
                    <a:pt x="38226" y="1800225"/>
                  </a:lnTo>
                  <a:lnTo>
                    <a:pt x="69976" y="1736725"/>
                  </a:lnTo>
                  <a:lnTo>
                    <a:pt x="30225" y="1736725"/>
                  </a:lnTo>
                  <a:lnTo>
                    <a:pt x="30225" y="1724025"/>
                  </a:lnTo>
                  <a:close/>
                </a:path>
                <a:path w="76835" h="1800225">
                  <a:moveTo>
                    <a:pt x="46100" y="63500"/>
                  </a:moveTo>
                  <a:lnTo>
                    <a:pt x="30225" y="63500"/>
                  </a:lnTo>
                  <a:lnTo>
                    <a:pt x="30225" y="1736725"/>
                  </a:lnTo>
                  <a:lnTo>
                    <a:pt x="46100" y="1736725"/>
                  </a:lnTo>
                  <a:lnTo>
                    <a:pt x="46100" y="63500"/>
                  </a:lnTo>
                  <a:close/>
                </a:path>
                <a:path w="76835" h="1800225">
                  <a:moveTo>
                    <a:pt x="76326" y="1724025"/>
                  </a:moveTo>
                  <a:lnTo>
                    <a:pt x="46100" y="1724025"/>
                  </a:lnTo>
                  <a:lnTo>
                    <a:pt x="46100" y="1736725"/>
                  </a:lnTo>
                  <a:lnTo>
                    <a:pt x="69976" y="1736725"/>
                  </a:lnTo>
                  <a:lnTo>
                    <a:pt x="76326" y="1724025"/>
                  </a:lnTo>
                  <a:close/>
                </a:path>
                <a:path w="76835" h="1800225">
                  <a:moveTo>
                    <a:pt x="38100" y="0"/>
                  </a:moveTo>
                  <a:lnTo>
                    <a:pt x="0" y="76200"/>
                  </a:lnTo>
                  <a:lnTo>
                    <a:pt x="30225" y="76200"/>
                  </a:lnTo>
                  <a:lnTo>
                    <a:pt x="30225" y="63500"/>
                  </a:lnTo>
                  <a:lnTo>
                    <a:pt x="69850" y="63500"/>
                  </a:lnTo>
                  <a:lnTo>
                    <a:pt x="38100" y="0"/>
                  </a:lnTo>
                  <a:close/>
                </a:path>
                <a:path w="76835" h="1800225">
                  <a:moveTo>
                    <a:pt x="69850" y="63500"/>
                  </a:moveTo>
                  <a:lnTo>
                    <a:pt x="46100" y="63500"/>
                  </a:lnTo>
                  <a:lnTo>
                    <a:pt x="46100" y="76200"/>
                  </a:lnTo>
                  <a:lnTo>
                    <a:pt x="76200" y="76200"/>
                  </a:lnTo>
                  <a:lnTo>
                    <a:pt x="69850" y="63500"/>
                  </a:lnTo>
                  <a:close/>
                </a:path>
              </a:pathLst>
            </a:custGeom>
            <a:solidFill>
              <a:srgbClr val="E14B04"/>
            </a:solidFill>
          </p:spPr>
          <p:txBody>
            <a:bodyPr wrap="square" lIns="0" tIns="0" rIns="0" bIns="0" rtlCol="0"/>
            <a:lstStyle/>
            <a:p/>
          </p:txBody>
        </p:sp>
      </p:grpSp>
      <p:sp>
        <p:nvSpPr>
          <p:cNvPr id="224" name="object 224" descr=""/>
          <p:cNvSpPr txBox="1"/>
          <p:nvPr/>
        </p:nvSpPr>
        <p:spPr>
          <a:xfrm>
            <a:off x="893300" y="4984617"/>
            <a:ext cx="743585" cy="209550"/>
          </a:xfrm>
          <a:prstGeom prst="rect">
            <a:avLst/>
          </a:prstGeom>
        </p:spPr>
        <p:txBody>
          <a:bodyPr wrap="square" lIns="0" tIns="13335" rIns="0" bIns="0" rtlCol="0" vert="horz">
            <a:spAutoFit/>
          </a:bodyPr>
          <a:lstStyle/>
          <a:p>
            <a:pPr marL="12700">
              <a:lnSpc>
                <a:spcPct val="100000"/>
              </a:lnSpc>
              <a:spcBef>
                <a:spcPts val="105"/>
              </a:spcBef>
            </a:pPr>
            <a:r>
              <a:rPr dirty="0" sz="1200" spc="170" b="1">
                <a:solidFill>
                  <a:srgbClr val="993300"/>
                </a:solidFill>
                <a:latin typeface="宋体"/>
                <a:cs typeface="宋体"/>
              </a:rPr>
              <a:t>指令 </a:t>
            </a:r>
            <a:r>
              <a:rPr dirty="0" sz="1200" spc="135" b="1">
                <a:solidFill>
                  <a:srgbClr val="993300"/>
                </a:solidFill>
                <a:latin typeface="Times New Roman"/>
                <a:cs typeface="Times New Roman"/>
              </a:rPr>
              <a:t>i+4</a:t>
            </a:r>
            <a:endParaRPr sz="1200">
              <a:latin typeface="Times New Roman"/>
              <a:cs typeface="Times New Roman"/>
            </a:endParaRPr>
          </a:p>
        </p:txBody>
      </p:sp>
      <p:sp>
        <p:nvSpPr>
          <p:cNvPr id="225" name="object 225" descr=""/>
          <p:cNvSpPr txBox="1"/>
          <p:nvPr/>
        </p:nvSpPr>
        <p:spPr>
          <a:xfrm>
            <a:off x="3150870" y="6033312"/>
            <a:ext cx="4893310"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0000"/>
                </a:solidFill>
                <a:latin typeface="宋体"/>
                <a:cs typeface="宋体"/>
              </a:rPr>
              <a:t>只有一套访存端口或部件而引起的结构冲突</a:t>
            </a:r>
            <a:endParaRPr sz="2000">
              <a:latin typeface="宋体"/>
              <a:cs typeface="宋体"/>
            </a:endParaRPr>
          </a:p>
        </p:txBody>
      </p:sp>
      <p:sp>
        <p:nvSpPr>
          <p:cNvPr id="226" name="object 226" descr=""/>
          <p:cNvSpPr txBox="1"/>
          <p:nvPr/>
        </p:nvSpPr>
        <p:spPr>
          <a:xfrm>
            <a:off x="413715" y="866394"/>
            <a:ext cx="104654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E14B04"/>
                </a:solidFill>
                <a:latin typeface="黑体"/>
                <a:cs typeface="黑体"/>
              </a:rPr>
              <a:t>结构冲突：</a:t>
            </a:r>
            <a:r>
              <a:rPr dirty="0" sz="1800" spc="-5">
                <a:solidFill>
                  <a:srgbClr val="006FC0"/>
                </a:solidFill>
                <a:latin typeface="黑体"/>
                <a:cs typeface="黑体"/>
              </a:rPr>
              <a:t>有些流水线处理机只有一个存储器，将数据和指令放在一起，访存指令会导致访存冲突。</a:t>
            </a:r>
            <a:endParaRPr sz="1800">
              <a:latin typeface="黑体"/>
              <a:cs typeface="黑体"/>
            </a:endParaRPr>
          </a:p>
        </p:txBody>
      </p:sp>
      <p:sp>
        <p:nvSpPr>
          <p:cNvPr id="227" name="object 227" descr=""/>
          <p:cNvSpPr txBox="1"/>
          <p:nvPr/>
        </p:nvSpPr>
        <p:spPr>
          <a:xfrm>
            <a:off x="7255256" y="1911477"/>
            <a:ext cx="189293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Tahoma"/>
                <a:cs typeface="Tahoma"/>
              </a:rPr>
              <a:t>Load</a:t>
            </a:r>
            <a:r>
              <a:rPr dirty="0" sz="2400" spc="-15">
                <a:solidFill>
                  <a:srgbClr val="FF0000"/>
                </a:solidFill>
                <a:latin typeface="黑体"/>
                <a:cs typeface="黑体"/>
              </a:rPr>
              <a:t>指令访存</a:t>
            </a:r>
            <a:endParaRPr sz="2400">
              <a:latin typeface="黑体"/>
              <a:cs typeface="黑体"/>
            </a:endParaRPr>
          </a:p>
        </p:txBody>
      </p:sp>
      <p:sp>
        <p:nvSpPr>
          <p:cNvPr id="228" name="object 228" descr=""/>
          <p:cNvSpPr txBox="1"/>
          <p:nvPr/>
        </p:nvSpPr>
        <p:spPr>
          <a:xfrm>
            <a:off x="3006344" y="4171315"/>
            <a:ext cx="216154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该指令取指访存</a:t>
            </a:r>
            <a:endParaRPr sz="2400">
              <a:latin typeface="黑体"/>
              <a:cs typeface="黑体"/>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129/154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264791" y="254888"/>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0" name="object 10" descr=""/>
          <p:cNvSpPr txBox="1"/>
          <p:nvPr/>
        </p:nvSpPr>
        <p:spPr>
          <a:xfrm>
            <a:off x="486867" y="1106170"/>
            <a:ext cx="11484610" cy="4207510"/>
          </a:xfrm>
          <a:prstGeom prst="rect">
            <a:avLst/>
          </a:prstGeom>
        </p:spPr>
        <p:txBody>
          <a:bodyPr wrap="square" lIns="0" tIns="12700" rIns="0" bIns="0" rtlCol="0" vert="horz">
            <a:spAutoFit/>
          </a:bodyPr>
          <a:lstStyle/>
          <a:p>
            <a:pPr marL="12700">
              <a:lnSpc>
                <a:spcPct val="100000"/>
              </a:lnSpc>
              <a:spcBef>
                <a:spcPts val="100"/>
              </a:spcBef>
            </a:pPr>
            <a:r>
              <a:rPr dirty="0" sz="2700" spc="-15">
                <a:solidFill>
                  <a:srgbClr val="E14B04"/>
                </a:solidFill>
                <a:latin typeface="黑体"/>
                <a:cs typeface="黑体"/>
              </a:rPr>
              <a:t>结构冲突</a:t>
            </a:r>
            <a:endParaRPr sz="2700">
              <a:latin typeface="黑体"/>
              <a:cs typeface="黑体"/>
            </a:endParaRPr>
          </a:p>
          <a:p>
            <a:pPr marL="1099185" indent="-457200">
              <a:lnSpc>
                <a:spcPct val="100000"/>
              </a:lnSpc>
              <a:spcBef>
                <a:spcPts val="2090"/>
              </a:spcBef>
              <a:buSzPct val="89583"/>
              <a:buFont typeface="Wingdings"/>
              <a:buChar char=""/>
              <a:tabLst>
                <a:tab pos="1099185" algn="l"/>
              </a:tabLst>
            </a:pPr>
            <a:r>
              <a:rPr dirty="0" sz="2400">
                <a:solidFill>
                  <a:srgbClr val="40458B"/>
                </a:solidFill>
                <a:latin typeface="黑体"/>
                <a:cs typeface="黑体"/>
              </a:rPr>
              <a:t>解决办法</a:t>
            </a:r>
            <a:r>
              <a:rPr dirty="0" sz="2400" spc="-10">
                <a:solidFill>
                  <a:srgbClr val="40458B"/>
                </a:solidFill>
                <a:latin typeface="Tahoma"/>
                <a:cs typeface="Tahoma"/>
              </a:rPr>
              <a:t>Ⅰ</a:t>
            </a:r>
            <a:r>
              <a:rPr dirty="0" sz="2400" spc="-10">
                <a:solidFill>
                  <a:srgbClr val="40458B"/>
                </a:solidFill>
                <a:latin typeface="黑体"/>
                <a:cs typeface="黑体"/>
              </a:rPr>
              <a:t>：（</a:t>
            </a:r>
            <a:r>
              <a:rPr dirty="0" sz="2400">
                <a:solidFill>
                  <a:srgbClr val="40458B"/>
                </a:solidFill>
                <a:latin typeface="黑体"/>
                <a:cs typeface="黑体"/>
              </a:rPr>
              <a:t>停顿指令，插入暂停周期</a:t>
            </a:r>
            <a:r>
              <a:rPr dirty="0" sz="2400" spc="-50">
                <a:solidFill>
                  <a:srgbClr val="40458B"/>
                </a:solidFill>
                <a:latin typeface="黑体"/>
                <a:cs typeface="黑体"/>
              </a:rPr>
              <a:t>）</a:t>
            </a:r>
            <a:endParaRPr sz="2400">
              <a:latin typeface="黑体"/>
              <a:cs typeface="黑体"/>
            </a:endParaRPr>
          </a:p>
          <a:p>
            <a:pPr lvl="1" marL="1495425" indent="-457200">
              <a:lnSpc>
                <a:spcPct val="100000"/>
              </a:lnSpc>
              <a:spcBef>
                <a:spcPts val="1780"/>
              </a:spcBef>
              <a:buClr>
                <a:srgbClr val="4668F5"/>
              </a:buClr>
              <a:buSzPct val="60000"/>
              <a:buFont typeface="Wingdings"/>
              <a:buChar char=""/>
              <a:tabLst>
                <a:tab pos="1495425" algn="l"/>
              </a:tabLst>
            </a:pPr>
            <a:r>
              <a:rPr dirty="0" sz="2000" spc="-20" b="1">
                <a:solidFill>
                  <a:srgbClr val="00AFEF"/>
                </a:solidFill>
                <a:latin typeface="黑体"/>
                <a:cs typeface="黑体"/>
              </a:rPr>
              <a:t>插入暂停周期</a:t>
            </a:r>
            <a:r>
              <a:rPr dirty="0" sz="2000" spc="-10" b="1">
                <a:solidFill>
                  <a:srgbClr val="00AFEF"/>
                </a:solidFill>
                <a:latin typeface="黑体"/>
                <a:cs typeface="黑体"/>
              </a:rPr>
              <a:t>（“</a:t>
            </a:r>
            <a:r>
              <a:rPr dirty="0" sz="2000" spc="-20" b="1">
                <a:solidFill>
                  <a:srgbClr val="00AFEF"/>
                </a:solidFill>
                <a:latin typeface="黑体"/>
                <a:cs typeface="黑体"/>
              </a:rPr>
              <a:t>流水线气泡”或“气泡</a:t>
            </a:r>
            <a:r>
              <a:rPr dirty="0" sz="2000" spc="-10" b="1">
                <a:solidFill>
                  <a:srgbClr val="00AFEF"/>
                </a:solidFill>
                <a:latin typeface="黑体"/>
                <a:cs typeface="黑体"/>
              </a:rPr>
              <a:t>”），</a:t>
            </a:r>
            <a:r>
              <a:rPr dirty="0" sz="2000" spc="-25" b="1">
                <a:solidFill>
                  <a:srgbClr val="00AFEF"/>
                </a:solidFill>
                <a:latin typeface="黑体"/>
                <a:cs typeface="黑体"/>
              </a:rPr>
              <a:t>引入暂停后的时空图</a:t>
            </a:r>
            <a:endParaRPr sz="2000">
              <a:latin typeface="黑体"/>
              <a:cs typeface="黑体"/>
            </a:endParaRPr>
          </a:p>
          <a:p>
            <a:pPr lvl="2" marL="1818005" indent="-456565">
              <a:lnSpc>
                <a:spcPct val="100000"/>
              </a:lnSpc>
              <a:spcBef>
                <a:spcPts val="1625"/>
              </a:spcBef>
              <a:buClr>
                <a:srgbClr val="00AF50"/>
              </a:buClr>
              <a:buSzPct val="73684"/>
              <a:buFont typeface="Wingdings"/>
              <a:buChar char=""/>
              <a:tabLst>
                <a:tab pos="1818005" algn="l"/>
              </a:tabLst>
            </a:pPr>
            <a:r>
              <a:rPr dirty="0" sz="1900" spc="-25" b="1">
                <a:solidFill>
                  <a:srgbClr val="FF5CFF"/>
                </a:solidFill>
                <a:latin typeface="黑体"/>
                <a:cs typeface="黑体"/>
              </a:rPr>
              <a:t>为消除结构冲突引入的停顿将推迟流水线的完成时间，从而影响流水线的性能</a:t>
            </a:r>
            <a:endParaRPr sz="1900">
              <a:latin typeface="黑体"/>
              <a:cs typeface="黑体"/>
            </a:endParaRPr>
          </a:p>
          <a:p>
            <a:pPr marL="1099185" indent="-457200">
              <a:lnSpc>
                <a:spcPct val="100000"/>
              </a:lnSpc>
              <a:spcBef>
                <a:spcPts val="1890"/>
              </a:spcBef>
              <a:buSzPct val="89583"/>
              <a:buFont typeface="Wingdings"/>
              <a:buChar char=""/>
              <a:tabLst>
                <a:tab pos="1099185" algn="l"/>
              </a:tabLst>
            </a:pPr>
            <a:r>
              <a:rPr dirty="0" sz="2400">
                <a:solidFill>
                  <a:srgbClr val="40458B"/>
                </a:solidFill>
                <a:latin typeface="黑体"/>
                <a:cs typeface="黑体"/>
              </a:rPr>
              <a:t>解决方法</a:t>
            </a:r>
            <a:r>
              <a:rPr dirty="0" sz="2400">
                <a:solidFill>
                  <a:srgbClr val="40458B"/>
                </a:solidFill>
                <a:latin typeface="Tahoma"/>
                <a:cs typeface="Tahoma"/>
              </a:rPr>
              <a:t>Ⅱ</a:t>
            </a:r>
            <a:r>
              <a:rPr dirty="0" sz="2400" spc="-229">
                <a:solidFill>
                  <a:srgbClr val="40458B"/>
                </a:solidFill>
                <a:latin typeface="黑体"/>
                <a:cs typeface="黑体"/>
              </a:rPr>
              <a:t>： </a:t>
            </a:r>
            <a:r>
              <a:rPr dirty="0" sz="2400">
                <a:solidFill>
                  <a:srgbClr val="40458B"/>
                </a:solidFill>
                <a:latin typeface="黑体"/>
                <a:cs typeface="黑体"/>
              </a:rPr>
              <a:t>（增加硬件资源</a:t>
            </a:r>
            <a:r>
              <a:rPr dirty="0" sz="2400" spc="-50">
                <a:solidFill>
                  <a:srgbClr val="40458B"/>
                </a:solidFill>
                <a:latin typeface="黑体"/>
                <a:cs typeface="黑体"/>
              </a:rPr>
              <a:t>）</a:t>
            </a:r>
            <a:endParaRPr sz="2400">
              <a:latin typeface="黑体"/>
              <a:cs typeface="黑体"/>
            </a:endParaRPr>
          </a:p>
          <a:p>
            <a:pPr lvl="1" marL="1495425" marR="5080" indent="-457200">
              <a:lnSpc>
                <a:spcPct val="150100"/>
              </a:lnSpc>
              <a:spcBef>
                <a:spcPts val="575"/>
              </a:spcBef>
              <a:buClr>
                <a:srgbClr val="4668F5"/>
              </a:buClr>
              <a:buSzPct val="60000"/>
              <a:buFont typeface="Wingdings"/>
              <a:buChar char=""/>
              <a:tabLst>
                <a:tab pos="1495425" algn="l"/>
              </a:tabLst>
            </a:pPr>
            <a:r>
              <a:rPr dirty="0" sz="2000" spc="-20" b="1">
                <a:solidFill>
                  <a:srgbClr val="00AFEF"/>
                </a:solidFill>
                <a:latin typeface="黑体"/>
                <a:cs typeface="黑体"/>
              </a:rPr>
              <a:t>设置相互独立的指令存储器和数据存储器或设置相互独立的指令</a:t>
            </a:r>
            <a:r>
              <a:rPr dirty="0" sz="2000" spc="-15" b="1">
                <a:solidFill>
                  <a:srgbClr val="00AFEF"/>
                </a:solidFill>
                <a:latin typeface="黑体"/>
                <a:cs typeface="黑体"/>
              </a:rPr>
              <a:t>Cache和数据</a:t>
            </a:r>
            <a:r>
              <a:rPr dirty="0" sz="2000" spc="-20" b="1">
                <a:solidFill>
                  <a:srgbClr val="00AFEF"/>
                </a:solidFill>
                <a:latin typeface="黑体"/>
                <a:cs typeface="黑体"/>
              </a:rPr>
              <a:t>Cache</a:t>
            </a:r>
            <a:r>
              <a:rPr dirty="0" sz="2000" spc="-25" b="1">
                <a:solidFill>
                  <a:srgbClr val="00AFEF"/>
                </a:solidFill>
                <a:latin typeface="黑体"/>
                <a:cs typeface="黑体"/>
              </a:rPr>
              <a:t>。例如</a:t>
            </a:r>
            <a:r>
              <a:rPr dirty="0" sz="2000" spc="-10" b="1">
                <a:solidFill>
                  <a:srgbClr val="00AFEF"/>
                </a:solidFill>
                <a:latin typeface="黑体"/>
                <a:cs typeface="黑体"/>
              </a:rPr>
              <a:t>增加一级Cache</a:t>
            </a:r>
            <a:endParaRPr sz="2000">
              <a:latin typeface="黑体"/>
              <a:cs typeface="黑体"/>
            </a:endParaRPr>
          </a:p>
          <a:p>
            <a:pPr lvl="1" marL="1495425" indent="-457200">
              <a:lnSpc>
                <a:spcPct val="100000"/>
              </a:lnSpc>
              <a:spcBef>
                <a:spcPts val="1680"/>
              </a:spcBef>
              <a:buClr>
                <a:srgbClr val="4668F5"/>
              </a:buClr>
              <a:buSzPct val="60000"/>
              <a:buFont typeface="Wingdings"/>
              <a:buChar char=""/>
              <a:tabLst>
                <a:tab pos="1495425" algn="l"/>
              </a:tabLst>
            </a:pPr>
            <a:r>
              <a:rPr dirty="0" sz="2000" spc="-25" b="1">
                <a:solidFill>
                  <a:srgbClr val="00AFEF"/>
                </a:solidFill>
                <a:latin typeface="黑体"/>
                <a:cs typeface="黑体"/>
              </a:rPr>
              <a:t>但增加了硬件损失</a:t>
            </a:r>
            <a:endParaRPr sz="2000">
              <a:latin typeface="黑体"/>
              <a:cs typeface="黑体"/>
            </a:endParaRPr>
          </a:p>
        </p:txBody>
      </p:sp>
      <p:sp>
        <p:nvSpPr>
          <p:cNvPr id="11" name="object 11" descr=""/>
          <p:cNvSpPr txBox="1"/>
          <p:nvPr/>
        </p:nvSpPr>
        <p:spPr>
          <a:xfrm>
            <a:off x="9128506" y="254888"/>
            <a:ext cx="28695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006600"/>
                </a:solidFill>
                <a:latin typeface="黑体"/>
                <a:cs typeface="黑体"/>
              </a:rPr>
              <a:t>3.4.1</a:t>
            </a:r>
            <a:r>
              <a:rPr dirty="0" sz="2800" spc="-45">
                <a:solidFill>
                  <a:srgbClr val="006600"/>
                </a:solidFill>
                <a:latin typeface="黑体"/>
                <a:cs typeface="黑体"/>
              </a:rPr>
              <a:t> 流水线冲突</a:t>
            </a:r>
            <a:endParaRPr sz="2800">
              <a:latin typeface="黑体"/>
              <a:cs typeface="黑体"/>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p:nvPr/>
        </p:nvSpPr>
        <p:spPr>
          <a:xfrm>
            <a:off x="4105871" y="1770746"/>
            <a:ext cx="386715" cy="297180"/>
          </a:xfrm>
          <a:custGeom>
            <a:avLst/>
            <a:gdLst/>
            <a:ahLst/>
            <a:cxnLst/>
            <a:rect l="l" t="t" r="r" b="b"/>
            <a:pathLst>
              <a:path w="386714" h="297180">
                <a:moveTo>
                  <a:pt x="386692" y="0"/>
                </a:moveTo>
                <a:lnTo>
                  <a:pt x="141178" y="0"/>
                </a:lnTo>
              </a:path>
              <a:path w="386714" h="297180">
                <a:moveTo>
                  <a:pt x="0" y="296819"/>
                </a:moveTo>
                <a:lnTo>
                  <a:pt x="386692" y="296819"/>
                </a:lnTo>
              </a:path>
            </a:pathLst>
          </a:custGeom>
          <a:ln w="12673">
            <a:solidFill>
              <a:srgbClr val="000000"/>
            </a:solidFill>
          </a:ln>
        </p:spPr>
        <p:txBody>
          <a:bodyPr wrap="square" lIns="0" tIns="0" rIns="0" bIns="0" rtlCol="0"/>
          <a:lstStyle/>
          <a:p/>
        </p:txBody>
      </p:sp>
      <p:sp>
        <p:nvSpPr>
          <p:cNvPr id="10" name="object 10" descr=""/>
          <p:cNvSpPr/>
          <p:nvPr/>
        </p:nvSpPr>
        <p:spPr>
          <a:xfrm>
            <a:off x="6008352" y="3376279"/>
            <a:ext cx="386715" cy="303530"/>
          </a:xfrm>
          <a:custGeom>
            <a:avLst/>
            <a:gdLst/>
            <a:ahLst/>
            <a:cxnLst/>
            <a:rect l="l" t="t" r="r" b="b"/>
            <a:pathLst>
              <a:path w="386714" h="303529">
                <a:moveTo>
                  <a:pt x="386190" y="0"/>
                </a:moveTo>
                <a:lnTo>
                  <a:pt x="104502" y="0"/>
                </a:lnTo>
              </a:path>
              <a:path w="386714" h="303529">
                <a:moveTo>
                  <a:pt x="0" y="303308"/>
                </a:moveTo>
                <a:lnTo>
                  <a:pt x="386190" y="303308"/>
                </a:lnTo>
              </a:path>
            </a:pathLst>
          </a:custGeom>
          <a:ln w="12673">
            <a:solidFill>
              <a:srgbClr val="000000"/>
            </a:solidFill>
          </a:ln>
        </p:spPr>
        <p:txBody>
          <a:bodyPr wrap="square" lIns="0" tIns="0" rIns="0" bIns="0" rtlCol="0"/>
          <a:lstStyle/>
          <a:p/>
        </p:txBody>
      </p:sp>
      <p:sp>
        <p:nvSpPr>
          <p:cNvPr id="11" name="object 11" descr=""/>
          <p:cNvSpPr txBox="1"/>
          <p:nvPr/>
        </p:nvSpPr>
        <p:spPr>
          <a:xfrm>
            <a:off x="2559614" y="936815"/>
            <a:ext cx="1238885" cy="227329"/>
          </a:xfrm>
          <a:prstGeom prst="rect">
            <a:avLst/>
          </a:prstGeom>
        </p:spPr>
        <p:txBody>
          <a:bodyPr wrap="square" lIns="0" tIns="15240" rIns="0" bIns="0" rtlCol="0" vert="horz">
            <a:spAutoFit/>
          </a:bodyPr>
          <a:lstStyle/>
          <a:p>
            <a:pPr marL="12700">
              <a:lnSpc>
                <a:spcPct val="100000"/>
              </a:lnSpc>
              <a:spcBef>
                <a:spcPts val="120"/>
              </a:spcBef>
            </a:pPr>
            <a:r>
              <a:rPr dirty="0" sz="1300" spc="-130" b="1">
                <a:latin typeface="宋体"/>
                <a:cs typeface="宋体"/>
              </a:rPr>
              <a:t>时间</a:t>
            </a:r>
            <a:r>
              <a:rPr dirty="0" sz="1300" spc="-135" b="1">
                <a:latin typeface="宋体"/>
                <a:cs typeface="宋体"/>
              </a:rPr>
              <a:t>（时钟周期</a:t>
            </a:r>
            <a:r>
              <a:rPr dirty="0" sz="1300" spc="-50" b="1">
                <a:latin typeface="宋体"/>
                <a:cs typeface="宋体"/>
              </a:rPr>
              <a:t>）</a:t>
            </a:r>
            <a:endParaRPr sz="1300">
              <a:latin typeface="宋体"/>
              <a:cs typeface="宋体"/>
            </a:endParaRPr>
          </a:p>
        </p:txBody>
      </p:sp>
      <p:grpSp>
        <p:nvGrpSpPr>
          <p:cNvPr id="12" name="object 12" descr=""/>
          <p:cNvGrpSpPr/>
          <p:nvPr/>
        </p:nvGrpSpPr>
        <p:grpSpPr>
          <a:xfrm>
            <a:off x="3781018" y="1043105"/>
            <a:ext cx="5894705" cy="78740"/>
            <a:chOff x="3781018" y="1043105"/>
            <a:chExt cx="5894705" cy="78740"/>
          </a:xfrm>
        </p:grpSpPr>
        <p:sp>
          <p:nvSpPr>
            <p:cNvPr id="13" name="object 13" descr=""/>
            <p:cNvSpPr/>
            <p:nvPr/>
          </p:nvSpPr>
          <p:spPr>
            <a:xfrm>
              <a:off x="3782315" y="1044362"/>
              <a:ext cx="5892165" cy="76200"/>
            </a:xfrm>
            <a:custGeom>
              <a:avLst/>
              <a:gdLst/>
              <a:ahLst/>
              <a:cxnLst/>
              <a:rect l="l" t="t" r="r" b="b"/>
              <a:pathLst>
                <a:path w="5892165" h="76200">
                  <a:moveTo>
                    <a:pt x="5791514" y="0"/>
                  </a:moveTo>
                  <a:lnTo>
                    <a:pt x="5823501" y="38006"/>
                  </a:lnTo>
                  <a:lnTo>
                    <a:pt x="5791514" y="76012"/>
                  </a:lnTo>
                  <a:lnTo>
                    <a:pt x="5867979" y="47090"/>
                  </a:lnTo>
                  <a:lnTo>
                    <a:pt x="5827688" y="47090"/>
                  </a:lnTo>
                  <a:lnTo>
                    <a:pt x="5829697" y="44865"/>
                  </a:lnTo>
                  <a:lnTo>
                    <a:pt x="5831875" y="42641"/>
                  </a:lnTo>
                  <a:lnTo>
                    <a:pt x="5831875" y="33927"/>
                  </a:lnTo>
                  <a:lnTo>
                    <a:pt x="5827688" y="29292"/>
                  </a:lnTo>
                  <a:lnTo>
                    <a:pt x="5868959" y="29292"/>
                  </a:lnTo>
                  <a:lnTo>
                    <a:pt x="5791514" y="0"/>
                  </a:lnTo>
                  <a:close/>
                </a:path>
                <a:path w="5892165" h="76200">
                  <a:moveTo>
                    <a:pt x="5816167" y="29292"/>
                  </a:moveTo>
                  <a:lnTo>
                    <a:pt x="4186" y="29292"/>
                  </a:lnTo>
                  <a:lnTo>
                    <a:pt x="0" y="33927"/>
                  </a:lnTo>
                  <a:lnTo>
                    <a:pt x="0" y="42641"/>
                  </a:lnTo>
                  <a:lnTo>
                    <a:pt x="2177" y="44865"/>
                  </a:lnTo>
                  <a:lnTo>
                    <a:pt x="4186" y="47090"/>
                  </a:lnTo>
                  <a:lnTo>
                    <a:pt x="5815855" y="47090"/>
                  </a:lnTo>
                  <a:lnTo>
                    <a:pt x="5823501" y="38006"/>
                  </a:lnTo>
                  <a:lnTo>
                    <a:pt x="5816167" y="29292"/>
                  </a:lnTo>
                  <a:close/>
                </a:path>
                <a:path w="5892165" h="76200">
                  <a:moveTo>
                    <a:pt x="5868959" y="29292"/>
                  </a:moveTo>
                  <a:lnTo>
                    <a:pt x="5827688" y="29292"/>
                  </a:lnTo>
                  <a:lnTo>
                    <a:pt x="5831875" y="33927"/>
                  </a:lnTo>
                  <a:lnTo>
                    <a:pt x="5831875" y="42641"/>
                  </a:lnTo>
                  <a:lnTo>
                    <a:pt x="5829697" y="44865"/>
                  </a:lnTo>
                  <a:lnTo>
                    <a:pt x="5827688" y="47090"/>
                  </a:lnTo>
                  <a:lnTo>
                    <a:pt x="5867979" y="47090"/>
                  </a:lnTo>
                  <a:lnTo>
                    <a:pt x="5891997" y="38006"/>
                  </a:lnTo>
                  <a:lnTo>
                    <a:pt x="5868959" y="29292"/>
                  </a:lnTo>
                  <a:close/>
                </a:path>
              </a:pathLst>
            </a:custGeom>
            <a:solidFill>
              <a:srgbClr val="000000"/>
            </a:solidFill>
          </p:spPr>
          <p:txBody>
            <a:bodyPr wrap="square" lIns="0" tIns="0" rIns="0" bIns="0" rtlCol="0"/>
            <a:lstStyle/>
            <a:p/>
          </p:txBody>
        </p:sp>
        <p:sp>
          <p:nvSpPr>
            <p:cNvPr id="14" name="object 14" descr=""/>
            <p:cNvSpPr/>
            <p:nvPr/>
          </p:nvSpPr>
          <p:spPr>
            <a:xfrm>
              <a:off x="3782315" y="1044363"/>
              <a:ext cx="5892165" cy="76200"/>
            </a:xfrm>
            <a:custGeom>
              <a:avLst/>
              <a:gdLst/>
              <a:ahLst/>
              <a:cxnLst/>
              <a:rect l="l" t="t" r="r" b="b"/>
              <a:pathLst>
                <a:path w="5892165" h="76200">
                  <a:moveTo>
                    <a:pt x="7871" y="29292"/>
                  </a:moveTo>
                  <a:lnTo>
                    <a:pt x="5823501" y="29292"/>
                  </a:lnTo>
                  <a:lnTo>
                    <a:pt x="5827688" y="29292"/>
                  </a:lnTo>
                  <a:lnTo>
                    <a:pt x="5829697" y="31517"/>
                  </a:lnTo>
                  <a:lnTo>
                    <a:pt x="5831874" y="33927"/>
                  </a:lnTo>
                  <a:lnTo>
                    <a:pt x="5831874" y="38006"/>
                  </a:lnTo>
                  <a:lnTo>
                    <a:pt x="5831874" y="42641"/>
                  </a:lnTo>
                  <a:lnTo>
                    <a:pt x="5829697" y="44865"/>
                  </a:lnTo>
                  <a:lnTo>
                    <a:pt x="5827688" y="47090"/>
                  </a:lnTo>
                  <a:lnTo>
                    <a:pt x="5823501" y="47090"/>
                  </a:lnTo>
                  <a:lnTo>
                    <a:pt x="7871" y="47090"/>
                  </a:lnTo>
                  <a:lnTo>
                    <a:pt x="4186" y="47090"/>
                  </a:lnTo>
                  <a:lnTo>
                    <a:pt x="2177" y="44865"/>
                  </a:lnTo>
                  <a:lnTo>
                    <a:pt x="0" y="42641"/>
                  </a:lnTo>
                  <a:lnTo>
                    <a:pt x="0" y="38006"/>
                  </a:lnTo>
                  <a:lnTo>
                    <a:pt x="0" y="33927"/>
                  </a:lnTo>
                  <a:lnTo>
                    <a:pt x="2177" y="31517"/>
                  </a:lnTo>
                  <a:lnTo>
                    <a:pt x="4186" y="29292"/>
                  </a:lnTo>
                  <a:lnTo>
                    <a:pt x="7871" y="29292"/>
                  </a:lnTo>
                  <a:close/>
                </a:path>
                <a:path w="5892165" h="76200">
                  <a:moveTo>
                    <a:pt x="5823501" y="38006"/>
                  </a:moveTo>
                  <a:lnTo>
                    <a:pt x="5791514" y="0"/>
                  </a:lnTo>
                  <a:lnTo>
                    <a:pt x="5891997" y="38006"/>
                  </a:lnTo>
                  <a:lnTo>
                    <a:pt x="5791514" y="76012"/>
                  </a:lnTo>
                  <a:lnTo>
                    <a:pt x="5823501" y="38006"/>
                  </a:lnTo>
                  <a:close/>
                </a:path>
              </a:pathLst>
            </a:custGeom>
            <a:ln w="3175">
              <a:solidFill>
                <a:srgbClr val="000000"/>
              </a:solidFill>
            </a:ln>
          </p:spPr>
          <p:txBody>
            <a:bodyPr wrap="square" lIns="0" tIns="0" rIns="0" bIns="0" rtlCol="0"/>
            <a:lstStyle/>
            <a:p/>
          </p:txBody>
        </p:sp>
      </p:grpSp>
      <p:sp>
        <p:nvSpPr>
          <p:cNvPr id="15" name="object 15" descr=""/>
          <p:cNvSpPr txBox="1"/>
          <p:nvPr/>
        </p:nvSpPr>
        <p:spPr>
          <a:xfrm>
            <a:off x="2700240" y="1226776"/>
            <a:ext cx="6724650" cy="227329"/>
          </a:xfrm>
          <a:prstGeom prst="rect">
            <a:avLst/>
          </a:prstGeom>
        </p:spPr>
        <p:txBody>
          <a:bodyPr wrap="square" lIns="0" tIns="15240" rIns="0" bIns="0" rtlCol="0" vert="horz">
            <a:spAutoFit/>
          </a:bodyPr>
          <a:lstStyle/>
          <a:p>
            <a:pPr marL="12700">
              <a:lnSpc>
                <a:spcPct val="100000"/>
              </a:lnSpc>
              <a:spcBef>
                <a:spcPts val="120"/>
              </a:spcBef>
              <a:tabLst>
                <a:tab pos="962660" algn="l"/>
                <a:tab pos="1914525" algn="l"/>
                <a:tab pos="2830830" algn="l"/>
                <a:tab pos="3780790" algn="l"/>
                <a:tab pos="4732655" algn="l"/>
                <a:tab pos="5683250" algn="l"/>
                <a:tab pos="6635115" algn="l"/>
              </a:tabLst>
            </a:pPr>
            <a:r>
              <a:rPr dirty="0" sz="1300" spc="-50">
                <a:latin typeface="Times New Roman"/>
                <a:cs typeface="Times New Roman"/>
              </a:rPr>
              <a:t>1</a:t>
            </a:r>
            <a:r>
              <a:rPr dirty="0" sz="1300">
                <a:latin typeface="Times New Roman"/>
                <a:cs typeface="Times New Roman"/>
              </a:rPr>
              <a:t>	</a:t>
            </a:r>
            <a:r>
              <a:rPr dirty="0" sz="1300" spc="-50">
                <a:latin typeface="Times New Roman"/>
                <a:cs typeface="Times New Roman"/>
              </a:rPr>
              <a:t>2</a:t>
            </a:r>
            <a:r>
              <a:rPr dirty="0" sz="1300">
                <a:latin typeface="Times New Roman"/>
                <a:cs typeface="Times New Roman"/>
              </a:rPr>
              <a:t>	</a:t>
            </a:r>
            <a:r>
              <a:rPr dirty="0" sz="1300" spc="-50">
                <a:latin typeface="Times New Roman"/>
                <a:cs typeface="Times New Roman"/>
              </a:rPr>
              <a:t>3</a:t>
            </a:r>
            <a:r>
              <a:rPr dirty="0" sz="1300">
                <a:latin typeface="Times New Roman"/>
                <a:cs typeface="Times New Roman"/>
              </a:rPr>
              <a:t>	</a:t>
            </a:r>
            <a:r>
              <a:rPr dirty="0" sz="1300" spc="-50">
                <a:latin typeface="Times New Roman"/>
                <a:cs typeface="Times New Roman"/>
              </a:rPr>
              <a:t>4</a:t>
            </a:r>
            <a:r>
              <a:rPr dirty="0" sz="1300">
                <a:latin typeface="Times New Roman"/>
                <a:cs typeface="Times New Roman"/>
              </a:rPr>
              <a:t>	</a:t>
            </a:r>
            <a:r>
              <a:rPr dirty="0" sz="1300" spc="-50">
                <a:latin typeface="Times New Roman"/>
                <a:cs typeface="Times New Roman"/>
              </a:rPr>
              <a:t>5</a:t>
            </a:r>
            <a:r>
              <a:rPr dirty="0" sz="1300">
                <a:latin typeface="Times New Roman"/>
                <a:cs typeface="Times New Roman"/>
              </a:rPr>
              <a:t>	</a:t>
            </a:r>
            <a:r>
              <a:rPr dirty="0" sz="1300" spc="-50">
                <a:latin typeface="Times New Roman"/>
                <a:cs typeface="Times New Roman"/>
              </a:rPr>
              <a:t>6</a:t>
            </a:r>
            <a:r>
              <a:rPr dirty="0" sz="1300">
                <a:latin typeface="Times New Roman"/>
                <a:cs typeface="Times New Roman"/>
              </a:rPr>
              <a:t>	</a:t>
            </a:r>
            <a:r>
              <a:rPr dirty="0" sz="1300" spc="-50">
                <a:latin typeface="Times New Roman"/>
                <a:cs typeface="Times New Roman"/>
              </a:rPr>
              <a:t>7</a:t>
            </a:r>
            <a:r>
              <a:rPr dirty="0" sz="1300">
                <a:latin typeface="Times New Roman"/>
                <a:cs typeface="Times New Roman"/>
              </a:rPr>
              <a:t>	</a:t>
            </a:r>
            <a:r>
              <a:rPr dirty="0" sz="1300" spc="-50">
                <a:latin typeface="Times New Roman"/>
                <a:cs typeface="Times New Roman"/>
              </a:rPr>
              <a:t>8</a:t>
            </a:r>
            <a:endParaRPr sz="1300">
              <a:latin typeface="Times New Roman"/>
              <a:cs typeface="Times New Roman"/>
            </a:endParaRPr>
          </a:p>
        </p:txBody>
      </p:sp>
      <p:sp>
        <p:nvSpPr>
          <p:cNvPr id="16" name="object 16" descr=""/>
          <p:cNvSpPr txBox="1"/>
          <p:nvPr/>
        </p:nvSpPr>
        <p:spPr>
          <a:xfrm>
            <a:off x="2519627" y="1713143"/>
            <a:ext cx="422909" cy="345440"/>
          </a:xfrm>
          <a:prstGeom prst="rect">
            <a:avLst/>
          </a:prstGeom>
          <a:ln w="12863">
            <a:solidFill>
              <a:srgbClr val="000000"/>
            </a:solidFill>
          </a:ln>
        </p:spPr>
        <p:txBody>
          <a:bodyPr wrap="square" lIns="0" tIns="73025" rIns="0" bIns="0" rtlCol="0" vert="horz">
            <a:spAutoFit/>
          </a:bodyPr>
          <a:lstStyle/>
          <a:p>
            <a:pPr marL="156845">
              <a:lnSpc>
                <a:spcPct val="100000"/>
              </a:lnSpc>
              <a:spcBef>
                <a:spcPts val="575"/>
              </a:spcBef>
            </a:pPr>
            <a:r>
              <a:rPr dirty="0" sz="1300" spc="-50">
                <a:latin typeface="Times New Roman"/>
                <a:cs typeface="Times New Roman"/>
              </a:rPr>
              <a:t>M</a:t>
            </a:r>
            <a:endParaRPr sz="1300">
              <a:latin typeface="Times New Roman"/>
              <a:cs typeface="Times New Roman"/>
            </a:endParaRPr>
          </a:p>
        </p:txBody>
      </p:sp>
      <p:sp>
        <p:nvSpPr>
          <p:cNvPr id="17" name="object 17" descr=""/>
          <p:cNvSpPr txBox="1"/>
          <p:nvPr/>
        </p:nvSpPr>
        <p:spPr>
          <a:xfrm>
            <a:off x="3545672" y="1757380"/>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sp>
        <p:nvSpPr>
          <p:cNvPr id="18" name="object 18" descr=""/>
          <p:cNvSpPr/>
          <p:nvPr/>
        </p:nvSpPr>
        <p:spPr>
          <a:xfrm>
            <a:off x="4492564" y="1541225"/>
            <a:ext cx="281940" cy="749300"/>
          </a:xfrm>
          <a:custGeom>
            <a:avLst/>
            <a:gdLst/>
            <a:ahLst/>
            <a:cxnLst/>
            <a:rect l="l" t="t" r="r" b="b"/>
            <a:pathLst>
              <a:path w="281939" h="749300">
                <a:moveTo>
                  <a:pt x="281687" y="160553"/>
                </a:moveTo>
                <a:lnTo>
                  <a:pt x="281687" y="586408"/>
                </a:lnTo>
              </a:path>
              <a:path w="281939" h="749300">
                <a:moveTo>
                  <a:pt x="0" y="0"/>
                </a:moveTo>
                <a:lnTo>
                  <a:pt x="281687" y="160553"/>
                </a:lnTo>
              </a:path>
              <a:path w="281939" h="749300">
                <a:moveTo>
                  <a:pt x="281687" y="586408"/>
                </a:moveTo>
                <a:lnTo>
                  <a:pt x="0" y="749187"/>
                </a:lnTo>
              </a:path>
              <a:path w="281939" h="749300">
                <a:moveTo>
                  <a:pt x="0" y="0"/>
                </a:moveTo>
                <a:lnTo>
                  <a:pt x="0" y="213947"/>
                </a:lnTo>
              </a:path>
              <a:path w="281939" h="749300">
                <a:moveTo>
                  <a:pt x="0" y="535054"/>
                </a:moveTo>
                <a:lnTo>
                  <a:pt x="0" y="749187"/>
                </a:lnTo>
              </a:path>
              <a:path w="281939" h="749300">
                <a:moveTo>
                  <a:pt x="0" y="213947"/>
                </a:moveTo>
                <a:lnTo>
                  <a:pt x="84573" y="374500"/>
                </a:lnTo>
              </a:path>
              <a:path w="281939" h="749300">
                <a:moveTo>
                  <a:pt x="84573" y="374500"/>
                </a:moveTo>
                <a:lnTo>
                  <a:pt x="0" y="535054"/>
                </a:lnTo>
              </a:path>
            </a:pathLst>
          </a:custGeom>
          <a:ln w="12673">
            <a:solidFill>
              <a:srgbClr val="000000"/>
            </a:solidFill>
          </a:ln>
        </p:spPr>
        <p:txBody>
          <a:bodyPr wrap="square" lIns="0" tIns="0" rIns="0" bIns="0" rtlCol="0"/>
          <a:lstStyle/>
          <a:p/>
        </p:txBody>
      </p:sp>
      <p:sp>
        <p:nvSpPr>
          <p:cNvPr id="19" name="object 19" descr=""/>
          <p:cNvSpPr txBox="1"/>
          <p:nvPr/>
        </p:nvSpPr>
        <p:spPr>
          <a:xfrm>
            <a:off x="4551524" y="1711326"/>
            <a:ext cx="193675" cy="370840"/>
          </a:xfrm>
          <a:prstGeom prst="rect">
            <a:avLst/>
          </a:prstGeom>
        </p:spPr>
        <p:txBody>
          <a:bodyPr wrap="square" lIns="0" tIns="0" rIns="0" bIns="0" rtlCol="0" vert="vert">
            <a:spAutoFit/>
          </a:bodyPr>
          <a:lstStyle/>
          <a:p>
            <a:pPr marL="12700">
              <a:lnSpc>
                <a:spcPts val="1405"/>
              </a:lnSpc>
            </a:pPr>
            <a:r>
              <a:rPr dirty="0" sz="1200" spc="50">
                <a:latin typeface="Times New Roman"/>
                <a:cs typeface="Times New Roman"/>
              </a:rPr>
              <a:t>ALU</a:t>
            </a:r>
            <a:endParaRPr sz="1200">
              <a:latin typeface="Times New Roman"/>
              <a:cs typeface="Times New Roman"/>
            </a:endParaRPr>
          </a:p>
        </p:txBody>
      </p:sp>
      <p:sp>
        <p:nvSpPr>
          <p:cNvPr id="20" name="object 20" descr=""/>
          <p:cNvSpPr txBox="1"/>
          <p:nvPr/>
        </p:nvSpPr>
        <p:spPr>
          <a:xfrm>
            <a:off x="5374136" y="1713115"/>
            <a:ext cx="422909" cy="345440"/>
          </a:xfrm>
          <a:prstGeom prst="rect">
            <a:avLst/>
          </a:prstGeom>
          <a:ln w="12863">
            <a:solidFill>
              <a:srgbClr val="000000"/>
            </a:solidFill>
          </a:ln>
        </p:spPr>
        <p:txBody>
          <a:bodyPr wrap="square" lIns="0" tIns="59690" rIns="0" bIns="0" rtlCol="0" vert="horz">
            <a:spAutoFit/>
          </a:bodyPr>
          <a:lstStyle/>
          <a:p>
            <a:pPr marL="120650">
              <a:lnSpc>
                <a:spcPct val="100000"/>
              </a:lnSpc>
              <a:spcBef>
                <a:spcPts val="470"/>
              </a:spcBef>
            </a:pPr>
            <a:r>
              <a:rPr dirty="0" sz="1300" spc="-50">
                <a:latin typeface="Times New Roman"/>
                <a:cs typeface="Times New Roman"/>
              </a:rPr>
              <a:t>M</a:t>
            </a:r>
            <a:endParaRPr sz="1300">
              <a:latin typeface="Times New Roman"/>
              <a:cs typeface="Times New Roman"/>
            </a:endParaRPr>
          </a:p>
        </p:txBody>
      </p:sp>
      <p:sp>
        <p:nvSpPr>
          <p:cNvPr id="21" name="object 21" descr=""/>
          <p:cNvSpPr txBox="1"/>
          <p:nvPr/>
        </p:nvSpPr>
        <p:spPr>
          <a:xfrm>
            <a:off x="6398087" y="1757380"/>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grpSp>
        <p:nvGrpSpPr>
          <p:cNvPr id="22" name="object 22" descr=""/>
          <p:cNvGrpSpPr/>
          <p:nvPr/>
        </p:nvGrpSpPr>
        <p:grpSpPr>
          <a:xfrm>
            <a:off x="2935676" y="1534819"/>
            <a:ext cx="3821429" cy="1344295"/>
            <a:chOff x="2935676" y="1534819"/>
            <a:chExt cx="3821429" cy="1344295"/>
          </a:xfrm>
        </p:grpSpPr>
        <p:sp>
          <p:nvSpPr>
            <p:cNvPr id="23" name="object 23" descr=""/>
            <p:cNvSpPr/>
            <p:nvPr/>
          </p:nvSpPr>
          <p:spPr>
            <a:xfrm>
              <a:off x="2942343" y="1713088"/>
              <a:ext cx="1127760" cy="345440"/>
            </a:xfrm>
            <a:custGeom>
              <a:avLst/>
              <a:gdLst/>
              <a:ahLst/>
              <a:cxnLst/>
              <a:rect l="l" t="t" r="r" b="b"/>
              <a:pathLst>
                <a:path w="1127760" h="345439">
                  <a:moveTo>
                    <a:pt x="0" y="173901"/>
                  </a:moveTo>
                  <a:lnTo>
                    <a:pt x="177135" y="173901"/>
                  </a:lnTo>
                </a:path>
                <a:path w="1127760" h="345439">
                  <a:moveTo>
                    <a:pt x="352612" y="173901"/>
                  </a:moveTo>
                  <a:lnTo>
                    <a:pt x="529747" y="173901"/>
                  </a:lnTo>
                </a:path>
                <a:path w="1127760" h="345439">
                  <a:moveTo>
                    <a:pt x="952513" y="102524"/>
                  </a:moveTo>
                  <a:lnTo>
                    <a:pt x="1127521" y="102524"/>
                  </a:lnTo>
                </a:path>
                <a:path w="1127760" h="345439">
                  <a:moveTo>
                    <a:pt x="952513" y="265302"/>
                  </a:moveTo>
                  <a:lnTo>
                    <a:pt x="1127521" y="265302"/>
                  </a:lnTo>
                </a:path>
                <a:path w="1127760" h="345439">
                  <a:moveTo>
                    <a:pt x="740828" y="0"/>
                  </a:moveTo>
                  <a:lnTo>
                    <a:pt x="952513" y="0"/>
                  </a:lnTo>
                </a:path>
                <a:path w="1127760" h="345439">
                  <a:moveTo>
                    <a:pt x="952513" y="0"/>
                  </a:moveTo>
                  <a:lnTo>
                    <a:pt x="952513" y="345393"/>
                  </a:lnTo>
                </a:path>
                <a:path w="1127760" h="345439">
                  <a:moveTo>
                    <a:pt x="740828" y="345393"/>
                  </a:moveTo>
                  <a:lnTo>
                    <a:pt x="952513" y="345393"/>
                  </a:lnTo>
                </a:path>
              </a:pathLst>
            </a:custGeom>
            <a:ln w="12673">
              <a:solidFill>
                <a:srgbClr val="000000"/>
              </a:solidFill>
            </a:ln>
          </p:spPr>
          <p:txBody>
            <a:bodyPr wrap="square" lIns="0" tIns="0" rIns="0" bIns="0" rtlCol="0"/>
            <a:lstStyle/>
            <a:p/>
          </p:txBody>
        </p:sp>
        <p:sp>
          <p:nvSpPr>
            <p:cNvPr id="24" name="object 24" descr=""/>
            <p:cNvSpPr/>
            <p:nvPr/>
          </p:nvSpPr>
          <p:spPr>
            <a:xfrm>
              <a:off x="3466279" y="1709009"/>
              <a:ext cx="240029" cy="13970"/>
            </a:xfrm>
            <a:custGeom>
              <a:avLst/>
              <a:gdLst/>
              <a:ahLst/>
              <a:cxnLst/>
              <a:rect l="l" t="t" r="r" b="b"/>
              <a:pathLst>
                <a:path w="240029" h="13969">
                  <a:moveTo>
                    <a:pt x="46456" y="0"/>
                  </a:moveTo>
                  <a:lnTo>
                    <a:pt x="4153" y="0"/>
                  </a:lnTo>
                  <a:lnTo>
                    <a:pt x="2076" y="2224"/>
                  </a:lnTo>
                  <a:lnTo>
                    <a:pt x="2076" y="4634"/>
                  </a:lnTo>
                  <a:lnTo>
                    <a:pt x="0" y="6859"/>
                  </a:lnTo>
                  <a:lnTo>
                    <a:pt x="2076" y="9084"/>
                  </a:lnTo>
                  <a:lnTo>
                    <a:pt x="2076" y="10938"/>
                  </a:lnTo>
                  <a:lnTo>
                    <a:pt x="4153" y="13348"/>
                  </a:lnTo>
                  <a:lnTo>
                    <a:pt x="46456" y="13348"/>
                  </a:lnTo>
                  <a:lnTo>
                    <a:pt x="48533" y="10938"/>
                  </a:lnTo>
                  <a:lnTo>
                    <a:pt x="50610" y="9084"/>
                  </a:lnTo>
                  <a:lnTo>
                    <a:pt x="50610" y="4634"/>
                  </a:lnTo>
                  <a:lnTo>
                    <a:pt x="48533" y="2224"/>
                  </a:lnTo>
                  <a:lnTo>
                    <a:pt x="46456" y="0"/>
                  </a:lnTo>
                  <a:close/>
                </a:path>
                <a:path w="240029" h="13969">
                  <a:moveTo>
                    <a:pt x="98724" y="0"/>
                  </a:moveTo>
                  <a:lnTo>
                    <a:pt x="92511" y="0"/>
                  </a:lnTo>
                  <a:lnTo>
                    <a:pt x="90853" y="2224"/>
                  </a:lnTo>
                  <a:lnTo>
                    <a:pt x="88776" y="4634"/>
                  </a:lnTo>
                  <a:lnTo>
                    <a:pt x="88776" y="9084"/>
                  </a:lnTo>
                  <a:lnTo>
                    <a:pt x="90853" y="10938"/>
                  </a:lnTo>
                  <a:lnTo>
                    <a:pt x="92511" y="13348"/>
                  </a:lnTo>
                  <a:lnTo>
                    <a:pt x="98724" y="13348"/>
                  </a:lnTo>
                  <a:lnTo>
                    <a:pt x="100801" y="10938"/>
                  </a:lnTo>
                  <a:lnTo>
                    <a:pt x="100801" y="2224"/>
                  </a:lnTo>
                  <a:lnTo>
                    <a:pt x="98724" y="0"/>
                  </a:lnTo>
                  <a:close/>
                </a:path>
                <a:path w="240029" h="13969">
                  <a:moveTo>
                    <a:pt x="185424" y="0"/>
                  </a:moveTo>
                  <a:lnTo>
                    <a:pt x="143121" y="0"/>
                  </a:lnTo>
                  <a:lnTo>
                    <a:pt x="141044" y="2224"/>
                  </a:lnTo>
                  <a:lnTo>
                    <a:pt x="138968" y="4634"/>
                  </a:lnTo>
                  <a:lnTo>
                    <a:pt x="138968" y="9084"/>
                  </a:lnTo>
                  <a:lnTo>
                    <a:pt x="141044" y="10938"/>
                  </a:lnTo>
                  <a:lnTo>
                    <a:pt x="143121" y="13348"/>
                  </a:lnTo>
                  <a:lnTo>
                    <a:pt x="185424" y="13348"/>
                  </a:lnTo>
                  <a:lnTo>
                    <a:pt x="187082" y="10938"/>
                  </a:lnTo>
                  <a:lnTo>
                    <a:pt x="189159" y="9084"/>
                  </a:lnTo>
                  <a:lnTo>
                    <a:pt x="189159" y="4634"/>
                  </a:lnTo>
                  <a:lnTo>
                    <a:pt x="187082" y="2224"/>
                  </a:lnTo>
                  <a:lnTo>
                    <a:pt x="185424" y="0"/>
                  </a:lnTo>
                  <a:close/>
                </a:path>
                <a:path w="240029" h="13969">
                  <a:moveTo>
                    <a:pt x="235649" y="0"/>
                  </a:moveTo>
                  <a:lnTo>
                    <a:pt x="231462" y="0"/>
                  </a:lnTo>
                  <a:lnTo>
                    <a:pt x="229453" y="2224"/>
                  </a:lnTo>
                  <a:lnTo>
                    <a:pt x="227778" y="4634"/>
                  </a:lnTo>
                  <a:lnTo>
                    <a:pt x="227778" y="9084"/>
                  </a:lnTo>
                  <a:lnTo>
                    <a:pt x="229453" y="10938"/>
                  </a:lnTo>
                  <a:lnTo>
                    <a:pt x="231462" y="13348"/>
                  </a:lnTo>
                  <a:lnTo>
                    <a:pt x="235649" y="13348"/>
                  </a:lnTo>
                  <a:lnTo>
                    <a:pt x="237659" y="10938"/>
                  </a:lnTo>
                  <a:lnTo>
                    <a:pt x="239836" y="9084"/>
                  </a:lnTo>
                  <a:lnTo>
                    <a:pt x="239836" y="4634"/>
                  </a:lnTo>
                  <a:lnTo>
                    <a:pt x="235649" y="0"/>
                  </a:lnTo>
                  <a:close/>
                </a:path>
              </a:pathLst>
            </a:custGeom>
            <a:solidFill>
              <a:srgbClr val="000000"/>
            </a:solidFill>
          </p:spPr>
          <p:txBody>
            <a:bodyPr wrap="square" lIns="0" tIns="0" rIns="0" bIns="0" rtlCol="0"/>
            <a:lstStyle/>
            <a:p/>
          </p:txBody>
        </p:sp>
        <p:sp>
          <p:nvSpPr>
            <p:cNvPr id="25" name="object 25" descr=""/>
            <p:cNvSpPr/>
            <p:nvPr/>
          </p:nvSpPr>
          <p:spPr>
            <a:xfrm>
              <a:off x="3466279" y="1709009"/>
              <a:ext cx="240029" cy="13970"/>
            </a:xfrm>
            <a:custGeom>
              <a:avLst/>
              <a:gdLst/>
              <a:ahLst/>
              <a:cxnLst/>
              <a:rect l="l" t="t" r="r" b="b"/>
              <a:pathLst>
                <a:path w="240029" h="13969">
                  <a:moveTo>
                    <a:pt x="8289" y="0"/>
                  </a:moveTo>
                  <a:lnTo>
                    <a:pt x="44380" y="0"/>
                  </a:lnTo>
                  <a:lnTo>
                    <a:pt x="46456" y="0"/>
                  </a:lnTo>
                  <a:lnTo>
                    <a:pt x="48533" y="2224"/>
                  </a:lnTo>
                  <a:lnTo>
                    <a:pt x="50610" y="4634"/>
                  </a:lnTo>
                  <a:lnTo>
                    <a:pt x="50610" y="6859"/>
                  </a:lnTo>
                  <a:lnTo>
                    <a:pt x="50610" y="9084"/>
                  </a:lnTo>
                  <a:lnTo>
                    <a:pt x="48533" y="10938"/>
                  </a:lnTo>
                  <a:lnTo>
                    <a:pt x="46456" y="13348"/>
                  </a:lnTo>
                  <a:lnTo>
                    <a:pt x="44380" y="13348"/>
                  </a:lnTo>
                  <a:lnTo>
                    <a:pt x="8289" y="13348"/>
                  </a:lnTo>
                  <a:lnTo>
                    <a:pt x="4153" y="13348"/>
                  </a:lnTo>
                  <a:lnTo>
                    <a:pt x="2076" y="10938"/>
                  </a:lnTo>
                  <a:lnTo>
                    <a:pt x="2076" y="9084"/>
                  </a:lnTo>
                  <a:lnTo>
                    <a:pt x="0" y="6859"/>
                  </a:lnTo>
                  <a:lnTo>
                    <a:pt x="2076" y="4634"/>
                  </a:lnTo>
                  <a:lnTo>
                    <a:pt x="2076" y="2224"/>
                  </a:lnTo>
                  <a:lnTo>
                    <a:pt x="4153" y="0"/>
                  </a:lnTo>
                  <a:lnTo>
                    <a:pt x="8289" y="0"/>
                  </a:lnTo>
                  <a:close/>
                </a:path>
                <a:path w="240029" h="13969">
                  <a:moveTo>
                    <a:pt x="94588" y="0"/>
                  </a:moveTo>
                  <a:lnTo>
                    <a:pt x="98724" y="0"/>
                  </a:lnTo>
                  <a:lnTo>
                    <a:pt x="100801" y="2224"/>
                  </a:lnTo>
                  <a:lnTo>
                    <a:pt x="100801" y="4634"/>
                  </a:lnTo>
                  <a:lnTo>
                    <a:pt x="100801" y="6859"/>
                  </a:lnTo>
                  <a:lnTo>
                    <a:pt x="100801" y="9084"/>
                  </a:lnTo>
                  <a:lnTo>
                    <a:pt x="100801" y="10938"/>
                  </a:lnTo>
                  <a:lnTo>
                    <a:pt x="98724" y="13348"/>
                  </a:lnTo>
                  <a:lnTo>
                    <a:pt x="94588" y="13348"/>
                  </a:lnTo>
                  <a:lnTo>
                    <a:pt x="92511" y="13348"/>
                  </a:lnTo>
                  <a:lnTo>
                    <a:pt x="90853" y="10938"/>
                  </a:lnTo>
                  <a:lnTo>
                    <a:pt x="88776" y="9084"/>
                  </a:lnTo>
                  <a:lnTo>
                    <a:pt x="88776" y="6859"/>
                  </a:lnTo>
                  <a:lnTo>
                    <a:pt x="88776" y="4634"/>
                  </a:lnTo>
                  <a:lnTo>
                    <a:pt x="90853" y="2224"/>
                  </a:lnTo>
                  <a:lnTo>
                    <a:pt x="92511" y="0"/>
                  </a:lnTo>
                  <a:lnTo>
                    <a:pt x="94588" y="0"/>
                  </a:lnTo>
                  <a:close/>
                </a:path>
                <a:path w="240029" h="13969">
                  <a:moveTo>
                    <a:pt x="145198" y="0"/>
                  </a:moveTo>
                  <a:lnTo>
                    <a:pt x="183365" y="0"/>
                  </a:lnTo>
                  <a:lnTo>
                    <a:pt x="185424" y="0"/>
                  </a:lnTo>
                  <a:lnTo>
                    <a:pt x="187082" y="2224"/>
                  </a:lnTo>
                  <a:lnTo>
                    <a:pt x="189159" y="4634"/>
                  </a:lnTo>
                  <a:lnTo>
                    <a:pt x="189159" y="6859"/>
                  </a:lnTo>
                  <a:lnTo>
                    <a:pt x="189159" y="9084"/>
                  </a:lnTo>
                  <a:lnTo>
                    <a:pt x="187082" y="10938"/>
                  </a:lnTo>
                  <a:lnTo>
                    <a:pt x="185424" y="13348"/>
                  </a:lnTo>
                  <a:lnTo>
                    <a:pt x="183365" y="13348"/>
                  </a:lnTo>
                  <a:lnTo>
                    <a:pt x="145198" y="13348"/>
                  </a:lnTo>
                  <a:lnTo>
                    <a:pt x="143121" y="13348"/>
                  </a:lnTo>
                  <a:lnTo>
                    <a:pt x="141044" y="10938"/>
                  </a:lnTo>
                  <a:lnTo>
                    <a:pt x="138968" y="9084"/>
                  </a:lnTo>
                  <a:lnTo>
                    <a:pt x="138968" y="6859"/>
                  </a:lnTo>
                  <a:lnTo>
                    <a:pt x="138968" y="4634"/>
                  </a:lnTo>
                  <a:lnTo>
                    <a:pt x="141044" y="2224"/>
                  </a:lnTo>
                  <a:lnTo>
                    <a:pt x="143121" y="0"/>
                  </a:lnTo>
                  <a:lnTo>
                    <a:pt x="145198" y="0"/>
                  </a:lnTo>
                  <a:close/>
                </a:path>
                <a:path w="240029" h="13969">
                  <a:moveTo>
                    <a:pt x="233472" y="0"/>
                  </a:moveTo>
                  <a:lnTo>
                    <a:pt x="235649" y="0"/>
                  </a:lnTo>
                  <a:lnTo>
                    <a:pt x="237659" y="2224"/>
                  </a:lnTo>
                  <a:lnTo>
                    <a:pt x="239836" y="4634"/>
                  </a:lnTo>
                  <a:lnTo>
                    <a:pt x="239836" y="6859"/>
                  </a:lnTo>
                  <a:lnTo>
                    <a:pt x="239836" y="9084"/>
                  </a:lnTo>
                  <a:lnTo>
                    <a:pt x="237659" y="10938"/>
                  </a:lnTo>
                  <a:lnTo>
                    <a:pt x="235649" y="13348"/>
                  </a:lnTo>
                  <a:lnTo>
                    <a:pt x="233472" y="13348"/>
                  </a:lnTo>
                  <a:lnTo>
                    <a:pt x="231462" y="13348"/>
                  </a:lnTo>
                  <a:lnTo>
                    <a:pt x="229453" y="10938"/>
                  </a:lnTo>
                  <a:lnTo>
                    <a:pt x="227778" y="9084"/>
                  </a:lnTo>
                  <a:lnTo>
                    <a:pt x="227778" y="6859"/>
                  </a:lnTo>
                  <a:lnTo>
                    <a:pt x="227778" y="4634"/>
                  </a:lnTo>
                  <a:lnTo>
                    <a:pt x="229453" y="2224"/>
                  </a:lnTo>
                  <a:lnTo>
                    <a:pt x="231462" y="0"/>
                  </a:lnTo>
                  <a:lnTo>
                    <a:pt x="233472" y="0"/>
                  </a:lnTo>
                  <a:close/>
                </a:path>
              </a:pathLst>
            </a:custGeom>
            <a:ln w="3175">
              <a:solidFill>
                <a:srgbClr val="000000"/>
              </a:solidFill>
            </a:ln>
          </p:spPr>
          <p:txBody>
            <a:bodyPr wrap="square" lIns="0" tIns="0" rIns="0" bIns="0" rtlCol="0"/>
            <a:lstStyle/>
            <a:p/>
          </p:txBody>
        </p:sp>
        <p:sp>
          <p:nvSpPr>
            <p:cNvPr id="26" name="object 26" descr=""/>
            <p:cNvSpPr/>
            <p:nvPr/>
          </p:nvSpPr>
          <p:spPr>
            <a:xfrm>
              <a:off x="3466279" y="1709009"/>
              <a:ext cx="14604" cy="359410"/>
            </a:xfrm>
            <a:custGeom>
              <a:avLst/>
              <a:gdLst/>
              <a:ahLst/>
              <a:cxnLst/>
              <a:rect l="l" t="t" r="r" b="b"/>
              <a:pathLst>
                <a:path w="14604" h="359410">
                  <a:moveTo>
                    <a:pt x="9964" y="0"/>
                  </a:moveTo>
                  <a:lnTo>
                    <a:pt x="4153" y="0"/>
                  </a:lnTo>
                  <a:lnTo>
                    <a:pt x="2076" y="2224"/>
                  </a:lnTo>
                  <a:lnTo>
                    <a:pt x="2076" y="4634"/>
                  </a:lnTo>
                  <a:lnTo>
                    <a:pt x="0" y="6859"/>
                  </a:lnTo>
                  <a:lnTo>
                    <a:pt x="0" y="48944"/>
                  </a:lnTo>
                  <a:lnTo>
                    <a:pt x="2076" y="51169"/>
                  </a:lnTo>
                  <a:lnTo>
                    <a:pt x="2076" y="53579"/>
                  </a:lnTo>
                  <a:lnTo>
                    <a:pt x="4153" y="55804"/>
                  </a:lnTo>
                  <a:lnTo>
                    <a:pt x="9964" y="55804"/>
                  </a:lnTo>
                  <a:lnTo>
                    <a:pt x="12024" y="53579"/>
                  </a:lnTo>
                  <a:lnTo>
                    <a:pt x="12024" y="51169"/>
                  </a:lnTo>
                  <a:lnTo>
                    <a:pt x="14101" y="48944"/>
                  </a:lnTo>
                  <a:lnTo>
                    <a:pt x="14101" y="6859"/>
                  </a:lnTo>
                  <a:lnTo>
                    <a:pt x="12024" y="4634"/>
                  </a:lnTo>
                  <a:lnTo>
                    <a:pt x="12024" y="2224"/>
                  </a:lnTo>
                  <a:lnTo>
                    <a:pt x="9964" y="0"/>
                  </a:lnTo>
                  <a:close/>
                </a:path>
                <a:path w="14604" h="359410">
                  <a:moveTo>
                    <a:pt x="9964" y="98260"/>
                  </a:moveTo>
                  <a:lnTo>
                    <a:pt x="4153" y="98260"/>
                  </a:lnTo>
                  <a:lnTo>
                    <a:pt x="2076" y="100114"/>
                  </a:lnTo>
                  <a:lnTo>
                    <a:pt x="2076" y="102524"/>
                  </a:lnTo>
                  <a:lnTo>
                    <a:pt x="0" y="104748"/>
                  </a:lnTo>
                  <a:lnTo>
                    <a:pt x="2076" y="106973"/>
                  </a:lnTo>
                  <a:lnTo>
                    <a:pt x="2076" y="109383"/>
                  </a:lnTo>
                  <a:lnTo>
                    <a:pt x="4153" y="111608"/>
                  </a:lnTo>
                  <a:lnTo>
                    <a:pt x="9964" y="111608"/>
                  </a:lnTo>
                  <a:lnTo>
                    <a:pt x="12024" y="109383"/>
                  </a:lnTo>
                  <a:lnTo>
                    <a:pt x="12024" y="106973"/>
                  </a:lnTo>
                  <a:lnTo>
                    <a:pt x="14101" y="104748"/>
                  </a:lnTo>
                  <a:lnTo>
                    <a:pt x="12024" y="102524"/>
                  </a:lnTo>
                  <a:lnTo>
                    <a:pt x="12024" y="100114"/>
                  </a:lnTo>
                  <a:lnTo>
                    <a:pt x="9964" y="98260"/>
                  </a:lnTo>
                  <a:close/>
                </a:path>
                <a:path w="14604" h="359410">
                  <a:moveTo>
                    <a:pt x="9964" y="153693"/>
                  </a:moveTo>
                  <a:lnTo>
                    <a:pt x="4153" y="153693"/>
                  </a:lnTo>
                  <a:lnTo>
                    <a:pt x="2076" y="155918"/>
                  </a:lnTo>
                  <a:lnTo>
                    <a:pt x="2076" y="158328"/>
                  </a:lnTo>
                  <a:lnTo>
                    <a:pt x="0" y="160553"/>
                  </a:lnTo>
                  <a:lnTo>
                    <a:pt x="0" y="203009"/>
                  </a:lnTo>
                  <a:lnTo>
                    <a:pt x="2076" y="205419"/>
                  </a:lnTo>
                  <a:lnTo>
                    <a:pt x="2076" y="207273"/>
                  </a:lnTo>
                  <a:lnTo>
                    <a:pt x="4153" y="209497"/>
                  </a:lnTo>
                  <a:lnTo>
                    <a:pt x="9964" y="209497"/>
                  </a:lnTo>
                  <a:lnTo>
                    <a:pt x="12024" y="207273"/>
                  </a:lnTo>
                  <a:lnTo>
                    <a:pt x="12024" y="205419"/>
                  </a:lnTo>
                  <a:lnTo>
                    <a:pt x="14101" y="203009"/>
                  </a:lnTo>
                  <a:lnTo>
                    <a:pt x="14101" y="160553"/>
                  </a:lnTo>
                  <a:lnTo>
                    <a:pt x="12024" y="158328"/>
                  </a:lnTo>
                  <a:lnTo>
                    <a:pt x="12024" y="155918"/>
                  </a:lnTo>
                  <a:lnTo>
                    <a:pt x="9964" y="153693"/>
                  </a:lnTo>
                  <a:close/>
                </a:path>
                <a:path w="14604" h="359410">
                  <a:moveTo>
                    <a:pt x="9964" y="251953"/>
                  </a:moveTo>
                  <a:lnTo>
                    <a:pt x="4153" y="251953"/>
                  </a:lnTo>
                  <a:lnTo>
                    <a:pt x="2076" y="254363"/>
                  </a:lnTo>
                  <a:lnTo>
                    <a:pt x="2076" y="256588"/>
                  </a:lnTo>
                  <a:lnTo>
                    <a:pt x="0" y="258442"/>
                  </a:lnTo>
                  <a:lnTo>
                    <a:pt x="2076" y="260667"/>
                  </a:lnTo>
                  <a:lnTo>
                    <a:pt x="2076" y="263077"/>
                  </a:lnTo>
                  <a:lnTo>
                    <a:pt x="4153" y="265302"/>
                  </a:lnTo>
                  <a:lnTo>
                    <a:pt x="9964" y="265302"/>
                  </a:lnTo>
                  <a:lnTo>
                    <a:pt x="12024" y="263077"/>
                  </a:lnTo>
                  <a:lnTo>
                    <a:pt x="12024" y="260667"/>
                  </a:lnTo>
                  <a:lnTo>
                    <a:pt x="14101" y="258442"/>
                  </a:lnTo>
                  <a:lnTo>
                    <a:pt x="12024" y="256588"/>
                  </a:lnTo>
                  <a:lnTo>
                    <a:pt x="12024" y="254363"/>
                  </a:lnTo>
                  <a:lnTo>
                    <a:pt x="9964" y="251953"/>
                  </a:lnTo>
                  <a:close/>
                </a:path>
                <a:path w="14604" h="359410">
                  <a:moveTo>
                    <a:pt x="9964" y="307758"/>
                  </a:moveTo>
                  <a:lnTo>
                    <a:pt x="4153" y="307758"/>
                  </a:lnTo>
                  <a:lnTo>
                    <a:pt x="2076" y="310168"/>
                  </a:lnTo>
                  <a:lnTo>
                    <a:pt x="2076" y="312022"/>
                  </a:lnTo>
                  <a:lnTo>
                    <a:pt x="0" y="314246"/>
                  </a:lnTo>
                  <a:lnTo>
                    <a:pt x="0" y="352253"/>
                  </a:lnTo>
                  <a:lnTo>
                    <a:pt x="2076" y="354478"/>
                  </a:lnTo>
                  <a:lnTo>
                    <a:pt x="2076" y="356702"/>
                  </a:lnTo>
                  <a:lnTo>
                    <a:pt x="4153" y="359112"/>
                  </a:lnTo>
                  <a:lnTo>
                    <a:pt x="9964" y="359112"/>
                  </a:lnTo>
                  <a:lnTo>
                    <a:pt x="12024" y="356702"/>
                  </a:lnTo>
                  <a:lnTo>
                    <a:pt x="12024" y="354478"/>
                  </a:lnTo>
                  <a:lnTo>
                    <a:pt x="14101" y="352253"/>
                  </a:lnTo>
                  <a:lnTo>
                    <a:pt x="14101" y="314246"/>
                  </a:lnTo>
                  <a:lnTo>
                    <a:pt x="12024" y="312022"/>
                  </a:lnTo>
                  <a:lnTo>
                    <a:pt x="12024" y="310168"/>
                  </a:lnTo>
                  <a:lnTo>
                    <a:pt x="9964" y="307758"/>
                  </a:lnTo>
                  <a:close/>
                </a:path>
              </a:pathLst>
            </a:custGeom>
            <a:solidFill>
              <a:srgbClr val="000000"/>
            </a:solidFill>
          </p:spPr>
          <p:txBody>
            <a:bodyPr wrap="square" lIns="0" tIns="0" rIns="0" bIns="0" rtlCol="0"/>
            <a:lstStyle/>
            <a:p/>
          </p:txBody>
        </p:sp>
        <p:sp>
          <p:nvSpPr>
            <p:cNvPr id="27" name="object 27" descr=""/>
            <p:cNvSpPr/>
            <p:nvPr/>
          </p:nvSpPr>
          <p:spPr>
            <a:xfrm>
              <a:off x="3466279" y="1709009"/>
              <a:ext cx="14604" cy="359410"/>
            </a:xfrm>
            <a:custGeom>
              <a:avLst/>
              <a:gdLst/>
              <a:ahLst/>
              <a:cxnLst/>
              <a:rect l="l" t="t" r="r" b="b"/>
              <a:pathLst>
                <a:path w="14604" h="359410">
                  <a:moveTo>
                    <a:pt x="14101" y="6859"/>
                  </a:moveTo>
                  <a:lnTo>
                    <a:pt x="14101" y="48944"/>
                  </a:lnTo>
                  <a:lnTo>
                    <a:pt x="12024" y="51169"/>
                  </a:lnTo>
                  <a:lnTo>
                    <a:pt x="12024" y="53579"/>
                  </a:lnTo>
                  <a:lnTo>
                    <a:pt x="9964" y="55804"/>
                  </a:lnTo>
                  <a:lnTo>
                    <a:pt x="8289" y="55804"/>
                  </a:lnTo>
                  <a:lnTo>
                    <a:pt x="4153" y="55804"/>
                  </a:lnTo>
                  <a:lnTo>
                    <a:pt x="2076" y="53579"/>
                  </a:lnTo>
                  <a:lnTo>
                    <a:pt x="2076" y="51169"/>
                  </a:lnTo>
                  <a:lnTo>
                    <a:pt x="0" y="48944"/>
                  </a:lnTo>
                  <a:lnTo>
                    <a:pt x="0" y="6859"/>
                  </a:lnTo>
                  <a:lnTo>
                    <a:pt x="2076" y="4634"/>
                  </a:lnTo>
                  <a:lnTo>
                    <a:pt x="2076" y="2224"/>
                  </a:lnTo>
                  <a:lnTo>
                    <a:pt x="4153" y="0"/>
                  </a:lnTo>
                  <a:lnTo>
                    <a:pt x="8289" y="0"/>
                  </a:lnTo>
                  <a:lnTo>
                    <a:pt x="9964" y="0"/>
                  </a:lnTo>
                  <a:lnTo>
                    <a:pt x="12024" y="2224"/>
                  </a:lnTo>
                  <a:lnTo>
                    <a:pt x="12024" y="4634"/>
                  </a:lnTo>
                  <a:lnTo>
                    <a:pt x="14101" y="6859"/>
                  </a:lnTo>
                  <a:close/>
                </a:path>
                <a:path w="14604" h="359410">
                  <a:moveTo>
                    <a:pt x="14101" y="104748"/>
                  </a:moveTo>
                  <a:lnTo>
                    <a:pt x="12024" y="106973"/>
                  </a:lnTo>
                  <a:lnTo>
                    <a:pt x="12024" y="109383"/>
                  </a:lnTo>
                  <a:lnTo>
                    <a:pt x="9964" y="111608"/>
                  </a:lnTo>
                  <a:lnTo>
                    <a:pt x="8289" y="111608"/>
                  </a:lnTo>
                  <a:lnTo>
                    <a:pt x="4153" y="111608"/>
                  </a:lnTo>
                  <a:lnTo>
                    <a:pt x="2076" y="109383"/>
                  </a:lnTo>
                  <a:lnTo>
                    <a:pt x="2076" y="106973"/>
                  </a:lnTo>
                  <a:lnTo>
                    <a:pt x="0" y="104748"/>
                  </a:lnTo>
                  <a:lnTo>
                    <a:pt x="2076" y="102524"/>
                  </a:lnTo>
                  <a:lnTo>
                    <a:pt x="2076" y="100114"/>
                  </a:lnTo>
                  <a:lnTo>
                    <a:pt x="4153" y="98260"/>
                  </a:lnTo>
                  <a:lnTo>
                    <a:pt x="8289" y="98260"/>
                  </a:lnTo>
                  <a:lnTo>
                    <a:pt x="9964" y="98260"/>
                  </a:lnTo>
                  <a:lnTo>
                    <a:pt x="12024" y="100114"/>
                  </a:lnTo>
                  <a:lnTo>
                    <a:pt x="12024" y="102524"/>
                  </a:lnTo>
                  <a:lnTo>
                    <a:pt x="14101" y="104748"/>
                  </a:lnTo>
                  <a:close/>
                </a:path>
                <a:path w="14604" h="359410">
                  <a:moveTo>
                    <a:pt x="14101" y="160553"/>
                  </a:moveTo>
                  <a:lnTo>
                    <a:pt x="14101" y="203009"/>
                  </a:lnTo>
                  <a:lnTo>
                    <a:pt x="12024" y="205419"/>
                  </a:lnTo>
                  <a:lnTo>
                    <a:pt x="12024" y="207273"/>
                  </a:lnTo>
                  <a:lnTo>
                    <a:pt x="9964" y="209497"/>
                  </a:lnTo>
                  <a:lnTo>
                    <a:pt x="8289" y="209497"/>
                  </a:lnTo>
                  <a:lnTo>
                    <a:pt x="4153" y="209497"/>
                  </a:lnTo>
                  <a:lnTo>
                    <a:pt x="2076" y="207273"/>
                  </a:lnTo>
                  <a:lnTo>
                    <a:pt x="2076" y="205419"/>
                  </a:lnTo>
                  <a:lnTo>
                    <a:pt x="0" y="203009"/>
                  </a:lnTo>
                  <a:lnTo>
                    <a:pt x="0" y="160553"/>
                  </a:lnTo>
                  <a:lnTo>
                    <a:pt x="2076" y="158328"/>
                  </a:lnTo>
                  <a:lnTo>
                    <a:pt x="2076" y="155918"/>
                  </a:lnTo>
                  <a:lnTo>
                    <a:pt x="4153" y="153693"/>
                  </a:lnTo>
                  <a:lnTo>
                    <a:pt x="8289" y="153693"/>
                  </a:lnTo>
                  <a:lnTo>
                    <a:pt x="9964" y="153693"/>
                  </a:lnTo>
                  <a:lnTo>
                    <a:pt x="12024" y="155918"/>
                  </a:lnTo>
                  <a:lnTo>
                    <a:pt x="12024" y="158328"/>
                  </a:lnTo>
                  <a:lnTo>
                    <a:pt x="14101" y="160553"/>
                  </a:lnTo>
                  <a:close/>
                </a:path>
                <a:path w="14604" h="359410">
                  <a:moveTo>
                    <a:pt x="14101" y="258442"/>
                  </a:moveTo>
                  <a:lnTo>
                    <a:pt x="12024" y="260667"/>
                  </a:lnTo>
                  <a:lnTo>
                    <a:pt x="12024" y="263077"/>
                  </a:lnTo>
                  <a:lnTo>
                    <a:pt x="9964" y="265302"/>
                  </a:lnTo>
                  <a:lnTo>
                    <a:pt x="8289" y="265302"/>
                  </a:lnTo>
                  <a:lnTo>
                    <a:pt x="4153" y="265302"/>
                  </a:lnTo>
                  <a:lnTo>
                    <a:pt x="2076" y="263077"/>
                  </a:lnTo>
                  <a:lnTo>
                    <a:pt x="2076" y="260667"/>
                  </a:lnTo>
                  <a:lnTo>
                    <a:pt x="0" y="258442"/>
                  </a:lnTo>
                  <a:lnTo>
                    <a:pt x="2076" y="256588"/>
                  </a:lnTo>
                  <a:lnTo>
                    <a:pt x="2076" y="254363"/>
                  </a:lnTo>
                  <a:lnTo>
                    <a:pt x="4153" y="251953"/>
                  </a:lnTo>
                  <a:lnTo>
                    <a:pt x="8289" y="251953"/>
                  </a:lnTo>
                  <a:lnTo>
                    <a:pt x="9964" y="251953"/>
                  </a:lnTo>
                  <a:lnTo>
                    <a:pt x="12024" y="254363"/>
                  </a:lnTo>
                  <a:lnTo>
                    <a:pt x="12024" y="256588"/>
                  </a:lnTo>
                  <a:lnTo>
                    <a:pt x="14101" y="258442"/>
                  </a:lnTo>
                  <a:close/>
                </a:path>
                <a:path w="14604" h="359410">
                  <a:moveTo>
                    <a:pt x="14101" y="314246"/>
                  </a:moveTo>
                  <a:lnTo>
                    <a:pt x="14101" y="352253"/>
                  </a:lnTo>
                  <a:lnTo>
                    <a:pt x="12024" y="354478"/>
                  </a:lnTo>
                  <a:lnTo>
                    <a:pt x="12024" y="356702"/>
                  </a:lnTo>
                  <a:lnTo>
                    <a:pt x="9964" y="359112"/>
                  </a:lnTo>
                  <a:lnTo>
                    <a:pt x="8289" y="359112"/>
                  </a:lnTo>
                  <a:lnTo>
                    <a:pt x="4153" y="359112"/>
                  </a:lnTo>
                  <a:lnTo>
                    <a:pt x="2076" y="356702"/>
                  </a:lnTo>
                  <a:lnTo>
                    <a:pt x="2076" y="354478"/>
                  </a:lnTo>
                  <a:lnTo>
                    <a:pt x="0" y="352253"/>
                  </a:lnTo>
                  <a:lnTo>
                    <a:pt x="0" y="314246"/>
                  </a:lnTo>
                  <a:lnTo>
                    <a:pt x="2076" y="312022"/>
                  </a:lnTo>
                  <a:lnTo>
                    <a:pt x="2076" y="310168"/>
                  </a:lnTo>
                  <a:lnTo>
                    <a:pt x="4153" y="307758"/>
                  </a:lnTo>
                  <a:lnTo>
                    <a:pt x="8289" y="307758"/>
                  </a:lnTo>
                  <a:lnTo>
                    <a:pt x="9964" y="307758"/>
                  </a:lnTo>
                  <a:lnTo>
                    <a:pt x="12024" y="310168"/>
                  </a:lnTo>
                  <a:lnTo>
                    <a:pt x="12024" y="312022"/>
                  </a:lnTo>
                  <a:lnTo>
                    <a:pt x="14101" y="314246"/>
                  </a:lnTo>
                  <a:close/>
                </a:path>
              </a:pathLst>
            </a:custGeom>
            <a:ln w="3175">
              <a:solidFill>
                <a:srgbClr val="000000"/>
              </a:solidFill>
            </a:ln>
          </p:spPr>
          <p:txBody>
            <a:bodyPr wrap="square" lIns="0" tIns="0" rIns="0" bIns="0" rtlCol="0"/>
            <a:lstStyle/>
            <a:p/>
          </p:txBody>
        </p:sp>
        <p:sp>
          <p:nvSpPr>
            <p:cNvPr id="28" name="object 28" descr=""/>
            <p:cNvSpPr/>
            <p:nvPr/>
          </p:nvSpPr>
          <p:spPr>
            <a:xfrm>
              <a:off x="3466279" y="2054773"/>
              <a:ext cx="240029" cy="13970"/>
            </a:xfrm>
            <a:custGeom>
              <a:avLst/>
              <a:gdLst/>
              <a:ahLst/>
              <a:cxnLst/>
              <a:rect l="l" t="t" r="r" b="b"/>
              <a:pathLst>
                <a:path w="240029" h="13969">
                  <a:moveTo>
                    <a:pt x="46456" y="0"/>
                  </a:moveTo>
                  <a:lnTo>
                    <a:pt x="4153" y="0"/>
                  </a:lnTo>
                  <a:lnTo>
                    <a:pt x="2076" y="1853"/>
                  </a:lnTo>
                  <a:lnTo>
                    <a:pt x="2076" y="4078"/>
                  </a:lnTo>
                  <a:lnTo>
                    <a:pt x="0" y="6488"/>
                  </a:lnTo>
                  <a:lnTo>
                    <a:pt x="2076" y="8713"/>
                  </a:lnTo>
                  <a:lnTo>
                    <a:pt x="2076" y="10938"/>
                  </a:lnTo>
                  <a:lnTo>
                    <a:pt x="4153" y="13348"/>
                  </a:lnTo>
                  <a:lnTo>
                    <a:pt x="46456" y="13348"/>
                  </a:lnTo>
                  <a:lnTo>
                    <a:pt x="48533" y="10938"/>
                  </a:lnTo>
                  <a:lnTo>
                    <a:pt x="50610" y="8713"/>
                  </a:lnTo>
                  <a:lnTo>
                    <a:pt x="50610" y="4078"/>
                  </a:lnTo>
                  <a:lnTo>
                    <a:pt x="48533" y="1853"/>
                  </a:lnTo>
                  <a:lnTo>
                    <a:pt x="46456" y="0"/>
                  </a:lnTo>
                  <a:close/>
                </a:path>
                <a:path w="240029" h="13969">
                  <a:moveTo>
                    <a:pt x="98724" y="0"/>
                  </a:moveTo>
                  <a:lnTo>
                    <a:pt x="92511" y="0"/>
                  </a:lnTo>
                  <a:lnTo>
                    <a:pt x="90853" y="1853"/>
                  </a:lnTo>
                  <a:lnTo>
                    <a:pt x="88776" y="4078"/>
                  </a:lnTo>
                  <a:lnTo>
                    <a:pt x="88776" y="8713"/>
                  </a:lnTo>
                  <a:lnTo>
                    <a:pt x="90853" y="10938"/>
                  </a:lnTo>
                  <a:lnTo>
                    <a:pt x="92511" y="13348"/>
                  </a:lnTo>
                  <a:lnTo>
                    <a:pt x="98724" y="13348"/>
                  </a:lnTo>
                  <a:lnTo>
                    <a:pt x="100801" y="10938"/>
                  </a:lnTo>
                  <a:lnTo>
                    <a:pt x="100801" y="1853"/>
                  </a:lnTo>
                  <a:lnTo>
                    <a:pt x="98724" y="0"/>
                  </a:lnTo>
                  <a:close/>
                </a:path>
                <a:path w="240029" h="13969">
                  <a:moveTo>
                    <a:pt x="185424" y="0"/>
                  </a:moveTo>
                  <a:lnTo>
                    <a:pt x="143121" y="0"/>
                  </a:lnTo>
                  <a:lnTo>
                    <a:pt x="141044" y="1853"/>
                  </a:lnTo>
                  <a:lnTo>
                    <a:pt x="138968" y="4078"/>
                  </a:lnTo>
                  <a:lnTo>
                    <a:pt x="138968" y="8713"/>
                  </a:lnTo>
                  <a:lnTo>
                    <a:pt x="141044" y="10938"/>
                  </a:lnTo>
                  <a:lnTo>
                    <a:pt x="143121" y="13348"/>
                  </a:lnTo>
                  <a:lnTo>
                    <a:pt x="185424" y="13348"/>
                  </a:lnTo>
                  <a:lnTo>
                    <a:pt x="187082" y="10938"/>
                  </a:lnTo>
                  <a:lnTo>
                    <a:pt x="189159" y="8713"/>
                  </a:lnTo>
                  <a:lnTo>
                    <a:pt x="189159" y="4078"/>
                  </a:lnTo>
                  <a:lnTo>
                    <a:pt x="187082" y="1853"/>
                  </a:lnTo>
                  <a:lnTo>
                    <a:pt x="185424" y="0"/>
                  </a:lnTo>
                  <a:close/>
                </a:path>
                <a:path w="240029" h="13969">
                  <a:moveTo>
                    <a:pt x="235649" y="0"/>
                  </a:moveTo>
                  <a:lnTo>
                    <a:pt x="231462" y="0"/>
                  </a:lnTo>
                  <a:lnTo>
                    <a:pt x="229453" y="1853"/>
                  </a:lnTo>
                  <a:lnTo>
                    <a:pt x="227778" y="4078"/>
                  </a:lnTo>
                  <a:lnTo>
                    <a:pt x="227778" y="8713"/>
                  </a:lnTo>
                  <a:lnTo>
                    <a:pt x="229453" y="10938"/>
                  </a:lnTo>
                  <a:lnTo>
                    <a:pt x="231462" y="13348"/>
                  </a:lnTo>
                  <a:lnTo>
                    <a:pt x="235649" y="13348"/>
                  </a:lnTo>
                  <a:lnTo>
                    <a:pt x="237659" y="10938"/>
                  </a:lnTo>
                  <a:lnTo>
                    <a:pt x="239836" y="8713"/>
                  </a:lnTo>
                  <a:lnTo>
                    <a:pt x="239836" y="4078"/>
                  </a:lnTo>
                  <a:lnTo>
                    <a:pt x="237659" y="1853"/>
                  </a:lnTo>
                  <a:lnTo>
                    <a:pt x="235649" y="0"/>
                  </a:lnTo>
                  <a:close/>
                </a:path>
              </a:pathLst>
            </a:custGeom>
            <a:solidFill>
              <a:srgbClr val="000000"/>
            </a:solidFill>
          </p:spPr>
          <p:txBody>
            <a:bodyPr wrap="square" lIns="0" tIns="0" rIns="0" bIns="0" rtlCol="0"/>
            <a:lstStyle/>
            <a:p/>
          </p:txBody>
        </p:sp>
        <p:sp>
          <p:nvSpPr>
            <p:cNvPr id="29" name="object 29" descr=""/>
            <p:cNvSpPr/>
            <p:nvPr/>
          </p:nvSpPr>
          <p:spPr>
            <a:xfrm>
              <a:off x="3466279" y="2054773"/>
              <a:ext cx="240029" cy="13970"/>
            </a:xfrm>
            <a:custGeom>
              <a:avLst/>
              <a:gdLst/>
              <a:ahLst/>
              <a:cxnLst/>
              <a:rect l="l" t="t" r="r" b="b"/>
              <a:pathLst>
                <a:path w="240029" h="13969">
                  <a:moveTo>
                    <a:pt x="8289" y="0"/>
                  </a:moveTo>
                  <a:lnTo>
                    <a:pt x="44380" y="0"/>
                  </a:lnTo>
                  <a:lnTo>
                    <a:pt x="46456" y="0"/>
                  </a:lnTo>
                  <a:lnTo>
                    <a:pt x="48533" y="1853"/>
                  </a:lnTo>
                  <a:lnTo>
                    <a:pt x="50610" y="4078"/>
                  </a:lnTo>
                  <a:lnTo>
                    <a:pt x="50610" y="6488"/>
                  </a:lnTo>
                  <a:lnTo>
                    <a:pt x="50610" y="8713"/>
                  </a:lnTo>
                  <a:lnTo>
                    <a:pt x="48533" y="10938"/>
                  </a:lnTo>
                  <a:lnTo>
                    <a:pt x="46456" y="13348"/>
                  </a:lnTo>
                  <a:lnTo>
                    <a:pt x="44380" y="13348"/>
                  </a:lnTo>
                  <a:lnTo>
                    <a:pt x="8289" y="13348"/>
                  </a:lnTo>
                  <a:lnTo>
                    <a:pt x="4153" y="13348"/>
                  </a:lnTo>
                  <a:lnTo>
                    <a:pt x="2076" y="10938"/>
                  </a:lnTo>
                  <a:lnTo>
                    <a:pt x="2076" y="8713"/>
                  </a:lnTo>
                  <a:lnTo>
                    <a:pt x="0" y="6488"/>
                  </a:lnTo>
                  <a:lnTo>
                    <a:pt x="2076" y="4078"/>
                  </a:lnTo>
                  <a:lnTo>
                    <a:pt x="2076" y="1853"/>
                  </a:lnTo>
                  <a:lnTo>
                    <a:pt x="4153" y="0"/>
                  </a:lnTo>
                  <a:lnTo>
                    <a:pt x="8289" y="0"/>
                  </a:lnTo>
                  <a:close/>
                </a:path>
                <a:path w="240029" h="13969">
                  <a:moveTo>
                    <a:pt x="94588" y="0"/>
                  </a:moveTo>
                  <a:lnTo>
                    <a:pt x="98724" y="0"/>
                  </a:lnTo>
                  <a:lnTo>
                    <a:pt x="100801" y="1853"/>
                  </a:lnTo>
                  <a:lnTo>
                    <a:pt x="100801" y="4078"/>
                  </a:lnTo>
                  <a:lnTo>
                    <a:pt x="100801" y="6488"/>
                  </a:lnTo>
                  <a:lnTo>
                    <a:pt x="100801" y="8713"/>
                  </a:lnTo>
                  <a:lnTo>
                    <a:pt x="100801" y="10938"/>
                  </a:lnTo>
                  <a:lnTo>
                    <a:pt x="98724" y="13348"/>
                  </a:lnTo>
                  <a:lnTo>
                    <a:pt x="94588" y="13348"/>
                  </a:lnTo>
                  <a:lnTo>
                    <a:pt x="92511" y="13348"/>
                  </a:lnTo>
                  <a:lnTo>
                    <a:pt x="90853" y="10938"/>
                  </a:lnTo>
                  <a:lnTo>
                    <a:pt x="88776" y="8713"/>
                  </a:lnTo>
                  <a:lnTo>
                    <a:pt x="88776" y="6488"/>
                  </a:lnTo>
                  <a:lnTo>
                    <a:pt x="88776" y="4078"/>
                  </a:lnTo>
                  <a:lnTo>
                    <a:pt x="90853" y="1853"/>
                  </a:lnTo>
                  <a:lnTo>
                    <a:pt x="92511" y="0"/>
                  </a:lnTo>
                  <a:lnTo>
                    <a:pt x="94588" y="0"/>
                  </a:lnTo>
                  <a:close/>
                </a:path>
                <a:path w="240029" h="13969">
                  <a:moveTo>
                    <a:pt x="145198" y="0"/>
                  </a:moveTo>
                  <a:lnTo>
                    <a:pt x="183365" y="0"/>
                  </a:lnTo>
                  <a:lnTo>
                    <a:pt x="185424" y="0"/>
                  </a:lnTo>
                  <a:lnTo>
                    <a:pt x="187082" y="1853"/>
                  </a:lnTo>
                  <a:lnTo>
                    <a:pt x="189159" y="4078"/>
                  </a:lnTo>
                  <a:lnTo>
                    <a:pt x="189159" y="6488"/>
                  </a:lnTo>
                  <a:lnTo>
                    <a:pt x="189159" y="8713"/>
                  </a:lnTo>
                  <a:lnTo>
                    <a:pt x="187082" y="10938"/>
                  </a:lnTo>
                  <a:lnTo>
                    <a:pt x="185424" y="13348"/>
                  </a:lnTo>
                  <a:lnTo>
                    <a:pt x="183365" y="13348"/>
                  </a:lnTo>
                  <a:lnTo>
                    <a:pt x="145198" y="13348"/>
                  </a:lnTo>
                  <a:lnTo>
                    <a:pt x="143121" y="13348"/>
                  </a:lnTo>
                  <a:lnTo>
                    <a:pt x="141044" y="10938"/>
                  </a:lnTo>
                  <a:lnTo>
                    <a:pt x="138968" y="8713"/>
                  </a:lnTo>
                  <a:lnTo>
                    <a:pt x="138968" y="6488"/>
                  </a:lnTo>
                  <a:lnTo>
                    <a:pt x="138968" y="4078"/>
                  </a:lnTo>
                  <a:lnTo>
                    <a:pt x="141044" y="1853"/>
                  </a:lnTo>
                  <a:lnTo>
                    <a:pt x="143121" y="0"/>
                  </a:lnTo>
                  <a:lnTo>
                    <a:pt x="145198" y="0"/>
                  </a:lnTo>
                  <a:close/>
                </a:path>
                <a:path w="240029" h="13969">
                  <a:moveTo>
                    <a:pt x="233472" y="0"/>
                  </a:moveTo>
                  <a:lnTo>
                    <a:pt x="235649" y="0"/>
                  </a:lnTo>
                  <a:lnTo>
                    <a:pt x="237659" y="1853"/>
                  </a:lnTo>
                  <a:lnTo>
                    <a:pt x="239836" y="4078"/>
                  </a:lnTo>
                  <a:lnTo>
                    <a:pt x="239836" y="6488"/>
                  </a:lnTo>
                  <a:lnTo>
                    <a:pt x="239836" y="8713"/>
                  </a:lnTo>
                  <a:lnTo>
                    <a:pt x="237659" y="10938"/>
                  </a:lnTo>
                  <a:lnTo>
                    <a:pt x="235649" y="13348"/>
                  </a:lnTo>
                  <a:lnTo>
                    <a:pt x="233472" y="13348"/>
                  </a:lnTo>
                  <a:lnTo>
                    <a:pt x="231462" y="13348"/>
                  </a:lnTo>
                  <a:lnTo>
                    <a:pt x="229453" y="10938"/>
                  </a:lnTo>
                  <a:lnTo>
                    <a:pt x="227778" y="8713"/>
                  </a:lnTo>
                  <a:lnTo>
                    <a:pt x="227778" y="6488"/>
                  </a:lnTo>
                  <a:lnTo>
                    <a:pt x="227778" y="4078"/>
                  </a:lnTo>
                  <a:lnTo>
                    <a:pt x="229453" y="1853"/>
                  </a:lnTo>
                  <a:lnTo>
                    <a:pt x="231462" y="0"/>
                  </a:lnTo>
                  <a:lnTo>
                    <a:pt x="233472" y="0"/>
                  </a:lnTo>
                  <a:close/>
                </a:path>
              </a:pathLst>
            </a:custGeom>
            <a:ln w="3175">
              <a:solidFill>
                <a:srgbClr val="000000"/>
              </a:solidFill>
            </a:ln>
          </p:spPr>
          <p:txBody>
            <a:bodyPr wrap="square" lIns="0" tIns="0" rIns="0" bIns="0" rtlCol="0"/>
            <a:lstStyle/>
            <a:p/>
          </p:txBody>
        </p:sp>
        <p:sp>
          <p:nvSpPr>
            <p:cNvPr id="30" name="object 30" descr=""/>
            <p:cNvSpPr/>
            <p:nvPr/>
          </p:nvSpPr>
          <p:spPr>
            <a:xfrm>
              <a:off x="4774251" y="1886989"/>
              <a:ext cx="248285" cy="0"/>
            </a:xfrm>
            <a:custGeom>
              <a:avLst/>
              <a:gdLst/>
              <a:ahLst/>
              <a:cxnLst/>
              <a:rect l="l" t="t" r="r" b="b"/>
              <a:pathLst>
                <a:path w="248285" h="0">
                  <a:moveTo>
                    <a:pt x="0" y="0"/>
                  </a:moveTo>
                  <a:lnTo>
                    <a:pt x="247690" y="0"/>
                  </a:lnTo>
                </a:path>
              </a:pathLst>
            </a:custGeom>
            <a:ln w="13317">
              <a:solidFill>
                <a:srgbClr val="000000"/>
              </a:solidFill>
            </a:ln>
          </p:spPr>
          <p:txBody>
            <a:bodyPr wrap="square" lIns="0" tIns="0" rIns="0" bIns="0" rtlCol="0"/>
            <a:lstStyle/>
            <a:p/>
          </p:txBody>
        </p:sp>
        <p:pic>
          <p:nvPicPr>
            <p:cNvPr id="31" name="object 31" descr=""/>
            <p:cNvPicPr/>
            <p:nvPr/>
          </p:nvPicPr>
          <p:blipFill>
            <a:blip r:embed="rId2" cstate="print"/>
            <a:stretch>
              <a:fillRect/>
            </a:stretch>
          </p:blipFill>
          <p:spPr>
            <a:xfrm>
              <a:off x="5019765" y="1538759"/>
              <a:ext cx="177135" cy="749242"/>
            </a:xfrm>
            <a:prstGeom prst="rect">
              <a:avLst/>
            </a:prstGeom>
          </p:spPr>
        </p:pic>
        <p:sp>
          <p:nvSpPr>
            <p:cNvPr id="32" name="object 32" descr=""/>
            <p:cNvSpPr/>
            <p:nvPr/>
          </p:nvSpPr>
          <p:spPr>
            <a:xfrm>
              <a:off x="5021942" y="1541169"/>
              <a:ext cx="1513840" cy="749300"/>
            </a:xfrm>
            <a:custGeom>
              <a:avLst/>
              <a:gdLst/>
              <a:ahLst/>
              <a:cxnLst/>
              <a:rect l="l" t="t" r="r" b="b"/>
              <a:pathLst>
                <a:path w="1513840" h="749300">
                  <a:moveTo>
                    <a:pt x="0" y="749242"/>
                  </a:moveTo>
                  <a:lnTo>
                    <a:pt x="175058" y="749242"/>
                  </a:lnTo>
                  <a:lnTo>
                    <a:pt x="175058" y="0"/>
                  </a:lnTo>
                  <a:lnTo>
                    <a:pt x="0" y="0"/>
                  </a:lnTo>
                  <a:lnTo>
                    <a:pt x="0" y="749242"/>
                  </a:lnTo>
                  <a:close/>
                </a:path>
                <a:path w="1513840" h="749300">
                  <a:moveTo>
                    <a:pt x="175008" y="345819"/>
                  </a:moveTo>
                  <a:lnTo>
                    <a:pt x="352193" y="345819"/>
                  </a:lnTo>
                </a:path>
                <a:path w="1513840" h="749300">
                  <a:moveTo>
                    <a:pt x="774892" y="345819"/>
                  </a:moveTo>
                  <a:lnTo>
                    <a:pt x="949900" y="345819"/>
                  </a:lnTo>
                </a:path>
                <a:path w="1513840" h="749300">
                  <a:moveTo>
                    <a:pt x="1127086" y="345819"/>
                  </a:moveTo>
                  <a:lnTo>
                    <a:pt x="1302596" y="345819"/>
                  </a:lnTo>
                </a:path>
                <a:path w="1513840" h="749300">
                  <a:moveTo>
                    <a:pt x="1302596" y="171918"/>
                  </a:moveTo>
                  <a:lnTo>
                    <a:pt x="1513611" y="171918"/>
                  </a:lnTo>
                </a:path>
                <a:path w="1513840" h="749300">
                  <a:moveTo>
                    <a:pt x="1302596" y="171918"/>
                  </a:moveTo>
                  <a:lnTo>
                    <a:pt x="1302596" y="517311"/>
                  </a:lnTo>
                </a:path>
                <a:path w="1513840" h="749300">
                  <a:moveTo>
                    <a:pt x="1302596" y="517311"/>
                  </a:moveTo>
                  <a:lnTo>
                    <a:pt x="1513611" y="517311"/>
                  </a:lnTo>
                </a:path>
              </a:pathLst>
            </a:custGeom>
            <a:ln w="12673">
              <a:solidFill>
                <a:srgbClr val="000000"/>
              </a:solidFill>
            </a:ln>
          </p:spPr>
          <p:txBody>
            <a:bodyPr wrap="square" lIns="0" tIns="0" rIns="0" bIns="0" rtlCol="0"/>
            <a:lstStyle/>
            <a:p/>
          </p:txBody>
        </p:sp>
        <p:sp>
          <p:nvSpPr>
            <p:cNvPr id="33" name="object 33" descr=""/>
            <p:cNvSpPr/>
            <p:nvPr/>
          </p:nvSpPr>
          <p:spPr>
            <a:xfrm>
              <a:off x="6566369" y="1709009"/>
              <a:ext cx="189230" cy="13970"/>
            </a:xfrm>
            <a:custGeom>
              <a:avLst/>
              <a:gdLst/>
              <a:ahLst/>
              <a:cxnLst/>
              <a:rect l="l" t="t" r="r" b="b"/>
              <a:pathLst>
                <a:path w="189229" h="13969">
                  <a:moveTo>
                    <a:pt x="46389" y="0"/>
                  </a:moveTo>
                  <a:lnTo>
                    <a:pt x="4186" y="0"/>
                  </a:lnTo>
                  <a:lnTo>
                    <a:pt x="2009" y="2224"/>
                  </a:lnTo>
                  <a:lnTo>
                    <a:pt x="2009" y="4634"/>
                  </a:lnTo>
                  <a:lnTo>
                    <a:pt x="0" y="6859"/>
                  </a:lnTo>
                  <a:lnTo>
                    <a:pt x="2009" y="9084"/>
                  </a:lnTo>
                  <a:lnTo>
                    <a:pt x="2009" y="10938"/>
                  </a:lnTo>
                  <a:lnTo>
                    <a:pt x="4186" y="13348"/>
                  </a:lnTo>
                  <a:lnTo>
                    <a:pt x="46389" y="13348"/>
                  </a:lnTo>
                  <a:lnTo>
                    <a:pt x="50241" y="9084"/>
                  </a:lnTo>
                  <a:lnTo>
                    <a:pt x="50241" y="4634"/>
                  </a:lnTo>
                  <a:lnTo>
                    <a:pt x="48566" y="2224"/>
                  </a:lnTo>
                  <a:lnTo>
                    <a:pt x="46389" y="0"/>
                  </a:lnTo>
                  <a:close/>
                </a:path>
                <a:path w="189229" h="13969">
                  <a:moveTo>
                    <a:pt x="98640" y="0"/>
                  </a:moveTo>
                  <a:lnTo>
                    <a:pt x="92444" y="0"/>
                  </a:lnTo>
                  <a:lnTo>
                    <a:pt x="90434" y="2224"/>
                  </a:lnTo>
                  <a:lnTo>
                    <a:pt x="88760" y="4634"/>
                  </a:lnTo>
                  <a:lnTo>
                    <a:pt x="88760" y="9084"/>
                  </a:lnTo>
                  <a:lnTo>
                    <a:pt x="90434" y="10938"/>
                  </a:lnTo>
                  <a:lnTo>
                    <a:pt x="92444" y="13348"/>
                  </a:lnTo>
                  <a:lnTo>
                    <a:pt x="98640" y="13348"/>
                  </a:lnTo>
                  <a:lnTo>
                    <a:pt x="100818" y="10938"/>
                  </a:lnTo>
                  <a:lnTo>
                    <a:pt x="100818" y="9084"/>
                  </a:lnTo>
                  <a:lnTo>
                    <a:pt x="102827" y="6859"/>
                  </a:lnTo>
                  <a:lnTo>
                    <a:pt x="100818" y="4634"/>
                  </a:lnTo>
                  <a:lnTo>
                    <a:pt x="100818" y="2224"/>
                  </a:lnTo>
                  <a:lnTo>
                    <a:pt x="98640" y="0"/>
                  </a:lnTo>
                  <a:close/>
                </a:path>
                <a:path w="189229" h="13969">
                  <a:moveTo>
                    <a:pt x="185391" y="0"/>
                  </a:moveTo>
                  <a:lnTo>
                    <a:pt x="143021" y="0"/>
                  </a:lnTo>
                  <a:lnTo>
                    <a:pt x="141011" y="2224"/>
                  </a:lnTo>
                  <a:lnTo>
                    <a:pt x="141011" y="4634"/>
                  </a:lnTo>
                  <a:lnTo>
                    <a:pt x="139001" y="6859"/>
                  </a:lnTo>
                  <a:lnTo>
                    <a:pt x="141011" y="9084"/>
                  </a:lnTo>
                  <a:lnTo>
                    <a:pt x="141011" y="10938"/>
                  </a:lnTo>
                  <a:lnTo>
                    <a:pt x="143021" y="13348"/>
                  </a:lnTo>
                  <a:lnTo>
                    <a:pt x="185391" y="13348"/>
                  </a:lnTo>
                  <a:lnTo>
                    <a:pt x="187066" y="10938"/>
                  </a:lnTo>
                  <a:lnTo>
                    <a:pt x="189075" y="9084"/>
                  </a:lnTo>
                  <a:lnTo>
                    <a:pt x="189075" y="4634"/>
                  </a:lnTo>
                  <a:lnTo>
                    <a:pt x="187066" y="2224"/>
                  </a:lnTo>
                  <a:lnTo>
                    <a:pt x="185391" y="0"/>
                  </a:lnTo>
                  <a:close/>
                </a:path>
              </a:pathLst>
            </a:custGeom>
            <a:solidFill>
              <a:srgbClr val="000000"/>
            </a:solidFill>
          </p:spPr>
          <p:txBody>
            <a:bodyPr wrap="square" lIns="0" tIns="0" rIns="0" bIns="0" rtlCol="0"/>
            <a:lstStyle/>
            <a:p/>
          </p:txBody>
        </p:sp>
        <p:sp>
          <p:nvSpPr>
            <p:cNvPr id="34" name="object 34" descr=""/>
            <p:cNvSpPr/>
            <p:nvPr/>
          </p:nvSpPr>
          <p:spPr>
            <a:xfrm>
              <a:off x="6566369" y="1709009"/>
              <a:ext cx="189230" cy="13970"/>
            </a:xfrm>
            <a:custGeom>
              <a:avLst/>
              <a:gdLst/>
              <a:ahLst/>
              <a:cxnLst/>
              <a:rect l="l" t="t" r="r" b="b"/>
              <a:pathLst>
                <a:path w="189229" h="13969">
                  <a:moveTo>
                    <a:pt x="7871" y="0"/>
                  </a:moveTo>
                  <a:lnTo>
                    <a:pt x="44380" y="0"/>
                  </a:lnTo>
                  <a:lnTo>
                    <a:pt x="46389" y="0"/>
                  </a:lnTo>
                  <a:lnTo>
                    <a:pt x="48566" y="2224"/>
                  </a:lnTo>
                  <a:lnTo>
                    <a:pt x="50241" y="4634"/>
                  </a:lnTo>
                  <a:lnTo>
                    <a:pt x="50241" y="6859"/>
                  </a:lnTo>
                  <a:lnTo>
                    <a:pt x="50241" y="9084"/>
                  </a:lnTo>
                  <a:lnTo>
                    <a:pt x="48566" y="10938"/>
                  </a:lnTo>
                  <a:lnTo>
                    <a:pt x="46389" y="13348"/>
                  </a:lnTo>
                  <a:lnTo>
                    <a:pt x="44380" y="13348"/>
                  </a:lnTo>
                  <a:lnTo>
                    <a:pt x="7871" y="13348"/>
                  </a:lnTo>
                  <a:lnTo>
                    <a:pt x="4186" y="13348"/>
                  </a:lnTo>
                  <a:lnTo>
                    <a:pt x="2009" y="10938"/>
                  </a:lnTo>
                  <a:lnTo>
                    <a:pt x="2009" y="9084"/>
                  </a:lnTo>
                  <a:lnTo>
                    <a:pt x="0" y="6859"/>
                  </a:lnTo>
                  <a:lnTo>
                    <a:pt x="2009" y="4634"/>
                  </a:lnTo>
                  <a:lnTo>
                    <a:pt x="2009" y="2224"/>
                  </a:lnTo>
                  <a:lnTo>
                    <a:pt x="4186" y="0"/>
                  </a:lnTo>
                  <a:lnTo>
                    <a:pt x="7871" y="0"/>
                  </a:lnTo>
                  <a:close/>
                </a:path>
                <a:path w="189229" h="13969">
                  <a:moveTo>
                    <a:pt x="94621" y="0"/>
                  </a:moveTo>
                  <a:lnTo>
                    <a:pt x="98640" y="0"/>
                  </a:lnTo>
                  <a:lnTo>
                    <a:pt x="100818" y="2224"/>
                  </a:lnTo>
                  <a:lnTo>
                    <a:pt x="100818" y="4634"/>
                  </a:lnTo>
                  <a:lnTo>
                    <a:pt x="102827" y="6859"/>
                  </a:lnTo>
                  <a:lnTo>
                    <a:pt x="100818" y="9084"/>
                  </a:lnTo>
                  <a:lnTo>
                    <a:pt x="100818" y="10938"/>
                  </a:lnTo>
                  <a:lnTo>
                    <a:pt x="98640" y="13348"/>
                  </a:lnTo>
                  <a:lnTo>
                    <a:pt x="94621" y="13348"/>
                  </a:lnTo>
                  <a:lnTo>
                    <a:pt x="92444" y="13348"/>
                  </a:lnTo>
                  <a:lnTo>
                    <a:pt x="90434" y="10938"/>
                  </a:lnTo>
                  <a:lnTo>
                    <a:pt x="88760" y="9084"/>
                  </a:lnTo>
                  <a:lnTo>
                    <a:pt x="88760" y="6859"/>
                  </a:lnTo>
                  <a:lnTo>
                    <a:pt x="88760" y="4634"/>
                  </a:lnTo>
                  <a:lnTo>
                    <a:pt x="90434" y="2224"/>
                  </a:lnTo>
                  <a:lnTo>
                    <a:pt x="92444" y="0"/>
                  </a:lnTo>
                  <a:lnTo>
                    <a:pt x="94621" y="0"/>
                  </a:lnTo>
                  <a:close/>
                </a:path>
                <a:path w="189229" h="13969">
                  <a:moveTo>
                    <a:pt x="144695" y="0"/>
                  </a:moveTo>
                  <a:lnTo>
                    <a:pt x="183381" y="0"/>
                  </a:lnTo>
                  <a:lnTo>
                    <a:pt x="185391" y="0"/>
                  </a:lnTo>
                  <a:lnTo>
                    <a:pt x="187066" y="2224"/>
                  </a:lnTo>
                  <a:lnTo>
                    <a:pt x="189075" y="4634"/>
                  </a:lnTo>
                  <a:lnTo>
                    <a:pt x="189075" y="6859"/>
                  </a:lnTo>
                  <a:lnTo>
                    <a:pt x="189075" y="9084"/>
                  </a:lnTo>
                  <a:lnTo>
                    <a:pt x="187066" y="10938"/>
                  </a:lnTo>
                  <a:lnTo>
                    <a:pt x="185391" y="13348"/>
                  </a:lnTo>
                  <a:lnTo>
                    <a:pt x="183381" y="13348"/>
                  </a:lnTo>
                  <a:lnTo>
                    <a:pt x="144695" y="13348"/>
                  </a:lnTo>
                  <a:lnTo>
                    <a:pt x="143021" y="13348"/>
                  </a:lnTo>
                  <a:lnTo>
                    <a:pt x="141011" y="10938"/>
                  </a:lnTo>
                  <a:lnTo>
                    <a:pt x="141011" y="9084"/>
                  </a:lnTo>
                  <a:lnTo>
                    <a:pt x="139001" y="6859"/>
                  </a:lnTo>
                  <a:lnTo>
                    <a:pt x="141011" y="4634"/>
                  </a:lnTo>
                  <a:lnTo>
                    <a:pt x="141011" y="2224"/>
                  </a:lnTo>
                  <a:lnTo>
                    <a:pt x="143021" y="0"/>
                  </a:lnTo>
                  <a:lnTo>
                    <a:pt x="144695" y="0"/>
                  </a:lnTo>
                  <a:close/>
                </a:path>
              </a:pathLst>
            </a:custGeom>
            <a:ln w="3175">
              <a:solidFill>
                <a:srgbClr val="000000"/>
              </a:solidFill>
            </a:ln>
          </p:spPr>
          <p:txBody>
            <a:bodyPr wrap="square" lIns="0" tIns="0" rIns="0" bIns="0" rtlCol="0"/>
            <a:lstStyle/>
            <a:p/>
          </p:txBody>
        </p:sp>
        <p:sp>
          <p:nvSpPr>
            <p:cNvPr id="35" name="object 35" descr=""/>
            <p:cNvSpPr/>
            <p:nvPr/>
          </p:nvSpPr>
          <p:spPr>
            <a:xfrm>
              <a:off x="6743387" y="1709009"/>
              <a:ext cx="12065" cy="359410"/>
            </a:xfrm>
            <a:custGeom>
              <a:avLst/>
              <a:gdLst/>
              <a:ahLst/>
              <a:cxnLst/>
              <a:rect l="l" t="t" r="r" b="b"/>
              <a:pathLst>
                <a:path w="12065" h="359410">
                  <a:moveTo>
                    <a:pt x="8373" y="0"/>
                  </a:moveTo>
                  <a:lnTo>
                    <a:pt x="4186" y="0"/>
                  </a:lnTo>
                  <a:lnTo>
                    <a:pt x="0" y="4634"/>
                  </a:lnTo>
                  <a:lnTo>
                    <a:pt x="0" y="51169"/>
                  </a:lnTo>
                  <a:lnTo>
                    <a:pt x="4186" y="55804"/>
                  </a:lnTo>
                  <a:lnTo>
                    <a:pt x="8373" y="55804"/>
                  </a:lnTo>
                  <a:lnTo>
                    <a:pt x="10048" y="53579"/>
                  </a:lnTo>
                  <a:lnTo>
                    <a:pt x="12057" y="51169"/>
                  </a:lnTo>
                  <a:lnTo>
                    <a:pt x="12057" y="4634"/>
                  </a:lnTo>
                  <a:lnTo>
                    <a:pt x="10048" y="2224"/>
                  </a:lnTo>
                  <a:lnTo>
                    <a:pt x="8373" y="0"/>
                  </a:lnTo>
                  <a:close/>
                </a:path>
                <a:path w="12065" h="359410">
                  <a:moveTo>
                    <a:pt x="8373" y="98260"/>
                  </a:moveTo>
                  <a:lnTo>
                    <a:pt x="4186" y="98260"/>
                  </a:lnTo>
                  <a:lnTo>
                    <a:pt x="2177" y="100114"/>
                  </a:lnTo>
                  <a:lnTo>
                    <a:pt x="0" y="102524"/>
                  </a:lnTo>
                  <a:lnTo>
                    <a:pt x="0" y="106973"/>
                  </a:lnTo>
                  <a:lnTo>
                    <a:pt x="4186" y="111608"/>
                  </a:lnTo>
                  <a:lnTo>
                    <a:pt x="8373" y="111608"/>
                  </a:lnTo>
                  <a:lnTo>
                    <a:pt x="10048" y="109383"/>
                  </a:lnTo>
                  <a:lnTo>
                    <a:pt x="12057" y="106973"/>
                  </a:lnTo>
                  <a:lnTo>
                    <a:pt x="12057" y="102524"/>
                  </a:lnTo>
                  <a:lnTo>
                    <a:pt x="10048" y="100114"/>
                  </a:lnTo>
                  <a:lnTo>
                    <a:pt x="8373" y="98260"/>
                  </a:lnTo>
                  <a:close/>
                </a:path>
                <a:path w="12065" h="359410">
                  <a:moveTo>
                    <a:pt x="8373" y="153693"/>
                  </a:moveTo>
                  <a:lnTo>
                    <a:pt x="4186" y="153693"/>
                  </a:lnTo>
                  <a:lnTo>
                    <a:pt x="0" y="158328"/>
                  </a:lnTo>
                  <a:lnTo>
                    <a:pt x="0" y="205419"/>
                  </a:lnTo>
                  <a:lnTo>
                    <a:pt x="2177" y="207273"/>
                  </a:lnTo>
                  <a:lnTo>
                    <a:pt x="4186" y="209497"/>
                  </a:lnTo>
                  <a:lnTo>
                    <a:pt x="8373" y="209497"/>
                  </a:lnTo>
                  <a:lnTo>
                    <a:pt x="10048" y="207273"/>
                  </a:lnTo>
                  <a:lnTo>
                    <a:pt x="12057" y="205419"/>
                  </a:lnTo>
                  <a:lnTo>
                    <a:pt x="12057" y="158328"/>
                  </a:lnTo>
                  <a:lnTo>
                    <a:pt x="10048" y="155918"/>
                  </a:lnTo>
                  <a:lnTo>
                    <a:pt x="8373" y="153693"/>
                  </a:lnTo>
                  <a:close/>
                </a:path>
                <a:path w="12065" h="359410">
                  <a:moveTo>
                    <a:pt x="8373" y="251953"/>
                  </a:moveTo>
                  <a:lnTo>
                    <a:pt x="4186" y="251953"/>
                  </a:lnTo>
                  <a:lnTo>
                    <a:pt x="2177" y="254363"/>
                  </a:lnTo>
                  <a:lnTo>
                    <a:pt x="0" y="256588"/>
                  </a:lnTo>
                  <a:lnTo>
                    <a:pt x="0" y="260667"/>
                  </a:lnTo>
                  <a:lnTo>
                    <a:pt x="4186" y="265302"/>
                  </a:lnTo>
                  <a:lnTo>
                    <a:pt x="8373" y="265302"/>
                  </a:lnTo>
                  <a:lnTo>
                    <a:pt x="10048" y="263077"/>
                  </a:lnTo>
                  <a:lnTo>
                    <a:pt x="12057" y="260667"/>
                  </a:lnTo>
                  <a:lnTo>
                    <a:pt x="12057" y="256588"/>
                  </a:lnTo>
                  <a:lnTo>
                    <a:pt x="10048" y="254363"/>
                  </a:lnTo>
                  <a:lnTo>
                    <a:pt x="8373" y="251953"/>
                  </a:lnTo>
                  <a:close/>
                </a:path>
                <a:path w="12065" h="359410">
                  <a:moveTo>
                    <a:pt x="8373" y="307758"/>
                  </a:moveTo>
                  <a:lnTo>
                    <a:pt x="4186" y="307758"/>
                  </a:lnTo>
                  <a:lnTo>
                    <a:pt x="2177" y="310168"/>
                  </a:lnTo>
                  <a:lnTo>
                    <a:pt x="0" y="312022"/>
                  </a:lnTo>
                  <a:lnTo>
                    <a:pt x="0" y="354478"/>
                  </a:lnTo>
                  <a:lnTo>
                    <a:pt x="2177" y="356702"/>
                  </a:lnTo>
                  <a:lnTo>
                    <a:pt x="4186" y="359112"/>
                  </a:lnTo>
                  <a:lnTo>
                    <a:pt x="8373" y="359112"/>
                  </a:lnTo>
                  <a:lnTo>
                    <a:pt x="10048" y="356702"/>
                  </a:lnTo>
                  <a:lnTo>
                    <a:pt x="12057" y="354478"/>
                  </a:lnTo>
                  <a:lnTo>
                    <a:pt x="12057" y="312022"/>
                  </a:lnTo>
                  <a:lnTo>
                    <a:pt x="10048" y="310168"/>
                  </a:lnTo>
                  <a:lnTo>
                    <a:pt x="8373" y="307758"/>
                  </a:lnTo>
                  <a:close/>
                </a:path>
              </a:pathLst>
            </a:custGeom>
            <a:solidFill>
              <a:srgbClr val="000000"/>
            </a:solidFill>
          </p:spPr>
          <p:txBody>
            <a:bodyPr wrap="square" lIns="0" tIns="0" rIns="0" bIns="0" rtlCol="0"/>
            <a:lstStyle/>
            <a:p/>
          </p:txBody>
        </p:sp>
        <p:sp>
          <p:nvSpPr>
            <p:cNvPr id="36" name="object 36" descr=""/>
            <p:cNvSpPr/>
            <p:nvPr/>
          </p:nvSpPr>
          <p:spPr>
            <a:xfrm>
              <a:off x="6743387" y="1709009"/>
              <a:ext cx="12065" cy="359410"/>
            </a:xfrm>
            <a:custGeom>
              <a:avLst/>
              <a:gdLst/>
              <a:ahLst/>
              <a:cxnLst/>
              <a:rect l="l" t="t" r="r" b="b"/>
              <a:pathLst>
                <a:path w="12065" h="359410">
                  <a:moveTo>
                    <a:pt x="12057" y="6859"/>
                  </a:moveTo>
                  <a:lnTo>
                    <a:pt x="12057" y="48944"/>
                  </a:lnTo>
                  <a:lnTo>
                    <a:pt x="12057" y="51169"/>
                  </a:lnTo>
                  <a:lnTo>
                    <a:pt x="10048" y="53579"/>
                  </a:lnTo>
                  <a:lnTo>
                    <a:pt x="8373" y="55804"/>
                  </a:lnTo>
                  <a:lnTo>
                    <a:pt x="6363" y="55804"/>
                  </a:lnTo>
                  <a:lnTo>
                    <a:pt x="4186" y="55804"/>
                  </a:lnTo>
                  <a:lnTo>
                    <a:pt x="0" y="6859"/>
                  </a:lnTo>
                  <a:lnTo>
                    <a:pt x="0" y="4634"/>
                  </a:lnTo>
                  <a:lnTo>
                    <a:pt x="2177" y="2224"/>
                  </a:lnTo>
                  <a:lnTo>
                    <a:pt x="4186" y="0"/>
                  </a:lnTo>
                  <a:lnTo>
                    <a:pt x="6363" y="0"/>
                  </a:lnTo>
                  <a:lnTo>
                    <a:pt x="8373" y="0"/>
                  </a:lnTo>
                  <a:lnTo>
                    <a:pt x="10048" y="2224"/>
                  </a:lnTo>
                  <a:lnTo>
                    <a:pt x="12057" y="4634"/>
                  </a:lnTo>
                  <a:lnTo>
                    <a:pt x="12057" y="6859"/>
                  </a:lnTo>
                  <a:close/>
                </a:path>
                <a:path w="12065" h="359410">
                  <a:moveTo>
                    <a:pt x="12057" y="104748"/>
                  </a:moveTo>
                  <a:lnTo>
                    <a:pt x="12057" y="106973"/>
                  </a:lnTo>
                  <a:lnTo>
                    <a:pt x="10048" y="109383"/>
                  </a:lnTo>
                  <a:lnTo>
                    <a:pt x="8373" y="111608"/>
                  </a:lnTo>
                  <a:lnTo>
                    <a:pt x="6363" y="111608"/>
                  </a:lnTo>
                  <a:lnTo>
                    <a:pt x="4186" y="111608"/>
                  </a:lnTo>
                  <a:lnTo>
                    <a:pt x="2177" y="109383"/>
                  </a:lnTo>
                  <a:lnTo>
                    <a:pt x="0" y="106973"/>
                  </a:lnTo>
                  <a:lnTo>
                    <a:pt x="0" y="104748"/>
                  </a:lnTo>
                  <a:lnTo>
                    <a:pt x="0" y="102524"/>
                  </a:lnTo>
                  <a:lnTo>
                    <a:pt x="2177" y="100114"/>
                  </a:lnTo>
                  <a:lnTo>
                    <a:pt x="4186" y="98260"/>
                  </a:lnTo>
                  <a:lnTo>
                    <a:pt x="6363" y="98260"/>
                  </a:lnTo>
                  <a:lnTo>
                    <a:pt x="8373" y="98260"/>
                  </a:lnTo>
                  <a:lnTo>
                    <a:pt x="10048" y="100114"/>
                  </a:lnTo>
                  <a:lnTo>
                    <a:pt x="12057" y="102524"/>
                  </a:lnTo>
                  <a:lnTo>
                    <a:pt x="12057" y="104748"/>
                  </a:lnTo>
                  <a:close/>
                </a:path>
                <a:path w="12065" h="359410">
                  <a:moveTo>
                    <a:pt x="12057" y="160553"/>
                  </a:moveTo>
                  <a:lnTo>
                    <a:pt x="12057" y="203009"/>
                  </a:lnTo>
                  <a:lnTo>
                    <a:pt x="12057" y="205419"/>
                  </a:lnTo>
                  <a:lnTo>
                    <a:pt x="10048" y="207273"/>
                  </a:lnTo>
                  <a:lnTo>
                    <a:pt x="8373" y="209497"/>
                  </a:lnTo>
                  <a:lnTo>
                    <a:pt x="6363" y="209497"/>
                  </a:lnTo>
                  <a:lnTo>
                    <a:pt x="4186" y="209497"/>
                  </a:lnTo>
                  <a:lnTo>
                    <a:pt x="2177" y="207273"/>
                  </a:lnTo>
                  <a:lnTo>
                    <a:pt x="0" y="205419"/>
                  </a:lnTo>
                  <a:lnTo>
                    <a:pt x="0" y="203009"/>
                  </a:lnTo>
                  <a:lnTo>
                    <a:pt x="0" y="160553"/>
                  </a:lnTo>
                  <a:lnTo>
                    <a:pt x="0" y="158328"/>
                  </a:lnTo>
                  <a:lnTo>
                    <a:pt x="2177" y="155918"/>
                  </a:lnTo>
                  <a:lnTo>
                    <a:pt x="4186" y="153693"/>
                  </a:lnTo>
                  <a:lnTo>
                    <a:pt x="6363" y="153693"/>
                  </a:lnTo>
                  <a:lnTo>
                    <a:pt x="8373" y="153693"/>
                  </a:lnTo>
                  <a:lnTo>
                    <a:pt x="10048" y="155918"/>
                  </a:lnTo>
                  <a:lnTo>
                    <a:pt x="12057" y="158328"/>
                  </a:lnTo>
                  <a:lnTo>
                    <a:pt x="12057" y="160553"/>
                  </a:lnTo>
                  <a:close/>
                </a:path>
                <a:path w="12065" h="359410">
                  <a:moveTo>
                    <a:pt x="12057" y="258442"/>
                  </a:moveTo>
                  <a:lnTo>
                    <a:pt x="12057" y="260667"/>
                  </a:lnTo>
                  <a:lnTo>
                    <a:pt x="10048" y="263077"/>
                  </a:lnTo>
                  <a:lnTo>
                    <a:pt x="8373" y="265302"/>
                  </a:lnTo>
                  <a:lnTo>
                    <a:pt x="6363" y="265302"/>
                  </a:lnTo>
                  <a:lnTo>
                    <a:pt x="4186" y="265302"/>
                  </a:lnTo>
                  <a:lnTo>
                    <a:pt x="2177" y="263077"/>
                  </a:lnTo>
                  <a:lnTo>
                    <a:pt x="0" y="260667"/>
                  </a:lnTo>
                  <a:lnTo>
                    <a:pt x="0" y="258442"/>
                  </a:lnTo>
                  <a:lnTo>
                    <a:pt x="0" y="256588"/>
                  </a:lnTo>
                  <a:lnTo>
                    <a:pt x="2177" y="254363"/>
                  </a:lnTo>
                  <a:lnTo>
                    <a:pt x="4186" y="251953"/>
                  </a:lnTo>
                  <a:lnTo>
                    <a:pt x="6363" y="251953"/>
                  </a:lnTo>
                  <a:lnTo>
                    <a:pt x="8373" y="251953"/>
                  </a:lnTo>
                  <a:lnTo>
                    <a:pt x="10048" y="254363"/>
                  </a:lnTo>
                  <a:lnTo>
                    <a:pt x="12057" y="256588"/>
                  </a:lnTo>
                  <a:lnTo>
                    <a:pt x="12057" y="258442"/>
                  </a:lnTo>
                  <a:close/>
                </a:path>
                <a:path w="12065" h="359410">
                  <a:moveTo>
                    <a:pt x="12057" y="314246"/>
                  </a:moveTo>
                  <a:lnTo>
                    <a:pt x="12057" y="352253"/>
                  </a:lnTo>
                  <a:lnTo>
                    <a:pt x="12057" y="354478"/>
                  </a:lnTo>
                  <a:lnTo>
                    <a:pt x="10048" y="356702"/>
                  </a:lnTo>
                  <a:lnTo>
                    <a:pt x="8373" y="359112"/>
                  </a:lnTo>
                  <a:lnTo>
                    <a:pt x="6363" y="359112"/>
                  </a:lnTo>
                  <a:lnTo>
                    <a:pt x="4186" y="359112"/>
                  </a:lnTo>
                  <a:lnTo>
                    <a:pt x="2177" y="356702"/>
                  </a:lnTo>
                  <a:lnTo>
                    <a:pt x="0" y="354478"/>
                  </a:lnTo>
                  <a:lnTo>
                    <a:pt x="0" y="352253"/>
                  </a:lnTo>
                  <a:lnTo>
                    <a:pt x="0" y="314246"/>
                  </a:lnTo>
                  <a:lnTo>
                    <a:pt x="0" y="312022"/>
                  </a:lnTo>
                  <a:lnTo>
                    <a:pt x="2177" y="310168"/>
                  </a:lnTo>
                  <a:lnTo>
                    <a:pt x="4186" y="307758"/>
                  </a:lnTo>
                  <a:lnTo>
                    <a:pt x="6363" y="307758"/>
                  </a:lnTo>
                  <a:lnTo>
                    <a:pt x="8373" y="307758"/>
                  </a:lnTo>
                  <a:lnTo>
                    <a:pt x="10048" y="310168"/>
                  </a:lnTo>
                  <a:lnTo>
                    <a:pt x="12057" y="312022"/>
                  </a:lnTo>
                  <a:lnTo>
                    <a:pt x="12057" y="314246"/>
                  </a:lnTo>
                  <a:close/>
                </a:path>
              </a:pathLst>
            </a:custGeom>
            <a:ln w="3175">
              <a:solidFill>
                <a:srgbClr val="000000"/>
              </a:solidFill>
            </a:ln>
          </p:spPr>
          <p:txBody>
            <a:bodyPr wrap="square" lIns="0" tIns="0" rIns="0" bIns="0" rtlCol="0"/>
            <a:lstStyle/>
            <a:p/>
          </p:txBody>
        </p:sp>
        <p:sp>
          <p:nvSpPr>
            <p:cNvPr id="37" name="object 37" descr=""/>
            <p:cNvSpPr/>
            <p:nvPr/>
          </p:nvSpPr>
          <p:spPr>
            <a:xfrm>
              <a:off x="6566369" y="2054773"/>
              <a:ext cx="189230" cy="13970"/>
            </a:xfrm>
            <a:custGeom>
              <a:avLst/>
              <a:gdLst/>
              <a:ahLst/>
              <a:cxnLst/>
              <a:rect l="l" t="t" r="r" b="b"/>
              <a:pathLst>
                <a:path w="189229" h="13969">
                  <a:moveTo>
                    <a:pt x="46389" y="0"/>
                  </a:moveTo>
                  <a:lnTo>
                    <a:pt x="4186" y="0"/>
                  </a:lnTo>
                  <a:lnTo>
                    <a:pt x="2009" y="1853"/>
                  </a:lnTo>
                  <a:lnTo>
                    <a:pt x="2009" y="4078"/>
                  </a:lnTo>
                  <a:lnTo>
                    <a:pt x="0" y="6488"/>
                  </a:lnTo>
                  <a:lnTo>
                    <a:pt x="2009" y="8713"/>
                  </a:lnTo>
                  <a:lnTo>
                    <a:pt x="2009" y="10938"/>
                  </a:lnTo>
                  <a:lnTo>
                    <a:pt x="4186" y="13348"/>
                  </a:lnTo>
                  <a:lnTo>
                    <a:pt x="46389" y="13348"/>
                  </a:lnTo>
                  <a:lnTo>
                    <a:pt x="48566" y="10938"/>
                  </a:lnTo>
                  <a:lnTo>
                    <a:pt x="50241" y="8713"/>
                  </a:lnTo>
                  <a:lnTo>
                    <a:pt x="50241" y="4078"/>
                  </a:lnTo>
                  <a:lnTo>
                    <a:pt x="48566" y="1853"/>
                  </a:lnTo>
                  <a:lnTo>
                    <a:pt x="46389" y="0"/>
                  </a:lnTo>
                  <a:close/>
                </a:path>
                <a:path w="189229" h="13969">
                  <a:moveTo>
                    <a:pt x="98640" y="0"/>
                  </a:moveTo>
                  <a:lnTo>
                    <a:pt x="92444" y="0"/>
                  </a:lnTo>
                  <a:lnTo>
                    <a:pt x="90434" y="1853"/>
                  </a:lnTo>
                  <a:lnTo>
                    <a:pt x="88760" y="4078"/>
                  </a:lnTo>
                  <a:lnTo>
                    <a:pt x="88760" y="8713"/>
                  </a:lnTo>
                  <a:lnTo>
                    <a:pt x="90434" y="10938"/>
                  </a:lnTo>
                  <a:lnTo>
                    <a:pt x="92444" y="13348"/>
                  </a:lnTo>
                  <a:lnTo>
                    <a:pt x="98640" y="13348"/>
                  </a:lnTo>
                  <a:lnTo>
                    <a:pt x="100818" y="10938"/>
                  </a:lnTo>
                  <a:lnTo>
                    <a:pt x="100818" y="8713"/>
                  </a:lnTo>
                  <a:lnTo>
                    <a:pt x="102827" y="6488"/>
                  </a:lnTo>
                  <a:lnTo>
                    <a:pt x="100818" y="4078"/>
                  </a:lnTo>
                  <a:lnTo>
                    <a:pt x="100818" y="1853"/>
                  </a:lnTo>
                  <a:lnTo>
                    <a:pt x="98640" y="0"/>
                  </a:lnTo>
                  <a:close/>
                </a:path>
                <a:path w="189229" h="13969">
                  <a:moveTo>
                    <a:pt x="185391" y="0"/>
                  </a:moveTo>
                  <a:lnTo>
                    <a:pt x="143021" y="0"/>
                  </a:lnTo>
                  <a:lnTo>
                    <a:pt x="141011" y="1853"/>
                  </a:lnTo>
                  <a:lnTo>
                    <a:pt x="141011" y="4078"/>
                  </a:lnTo>
                  <a:lnTo>
                    <a:pt x="139001" y="6488"/>
                  </a:lnTo>
                  <a:lnTo>
                    <a:pt x="141011" y="8713"/>
                  </a:lnTo>
                  <a:lnTo>
                    <a:pt x="141011" y="10938"/>
                  </a:lnTo>
                  <a:lnTo>
                    <a:pt x="143021" y="13348"/>
                  </a:lnTo>
                  <a:lnTo>
                    <a:pt x="185391" y="13348"/>
                  </a:lnTo>
                  <a:lnTo>
                    <a:pt x="187066" y="10938"/>
                  </a:lnTo>
                  <a:lnTo>
                    <a:pt x="189075" y="8713"/>
                  </a:lnTo>
                  <a:lnTo>
                    <a:pt x="189075" y="4078"/>
                  </a:lnTo>
                  <a:lnTo>
                    <a:pt x="185391" y="0"/>
                  </a:lnTo>
                  <a:close/>
                </a:path>
              </a:pathLst>
            </a:custGeom>
            <a:solidFill>
              <a:srgbClr val="000000"/>
            </a:solidFill>
          </p:spPr>
          <p:txBody>
            <a:bodyPr wrap="square" lIns="0" tIns="0" rIns="0" bIns="0" rtlCol="0"/>
            <a:lstStyle/>
            <a:p/>
          </p:txBody>
        </p:sp>
        <p:sp>
          <p:nvSpPr>
            <p:cNvPr id="38" name="object 38" descr=""/>
            <p:cNvSpPr/>
            <p:nvPr/>
          </p:nvSpPr>
          <p:spPr>
            <a:xfrm>
              <a:off x="6566369" y="2054773"/>
              <a:ext cx="189230" cy="13970"/>
            </a:xfrm>
            <a:custGeom>
              <a:avLst/>
              <a:gdLst/>
              <a:ahLst/>
              <a:cxnLst/>
              <a:rect l="l" t="t" r="r" b="b"/>
              <a:pathLst>
                <a:path w="189229" h="13969">
                  <a:moveTo>
                    <a:pt x="7871" y="0"/>
                  </a:moveTo>
                  <a:lnTo>
                    <a:pt x="44380" y="0"/>
                  </a:lnTo>
                  <a:lnTo>
                    <a:pt x="46389" y="0"/>
                  </a:lnTo>
                  <a:lnTo>
                    <a:pt x="48566" y="1853"/>
                  </a:lnTo>
                  <a:lnTo>
                    <a:pt x="50241" y="4078"/>
                  </a:lnTo>
                  <a:lnTo>
                    <a:pt x="50241" y="6488"/>
                  </a:lnTo>
                  <a:lnTo>
                    <a:pt x="50241" y="8713"/>
                  </a:lnTo>
                  <a:lnTo>
                    <a:pt x="48566" y="10938"/>
                  </a:lnTo>
                  <a:lnTo>
                    <a:pt x="46389" y="13348"/>
                  </a:lnTo>
                  <a:lnTo>
                    <a:pt x="44380" y="13348"/>
                  </a:lnTo>
                  <a:lnTo>
                    <a:pt x="7871" y="13348"/>
                  </a:lnTo>
                  <a:lnTo>
                    <a:pt x="4186" y="13348"/>
                  </a:lnTo>
                  <a:lnTo>
                    <a:pt x="2009" y="10938"/>
                  </a:lnTo>
                  <a:lnTo>
                    <a:pt x="2009" y="8713"/>
                  </a:lnTo>
                  <a:lnTo>
                    <a:pt x="0" y="6488"/>
                  </a:lnTo>
                  <a:lnTo>
                    <a:pt x="2009" y="4078"/>
                  </a:lnTo>
                  <a:lnTo>
                    <a:pt x="2009" y="1853"/>
                  </a:lnTo>
                  <a:lnTo>
                    <a:pt x="4186" y="0"/>
                  </a:lnTo>
                  <a:lnTo>
                    <a:pt x="7871" y="0"/>
                  </a:lnTo>
                  <a:close/>
                </a:path>
                <a:path w="189229" h="13969">
                  <a:moveTo>
                    <a:pt x="94621" y="0"/>
                  </a:moveTo>
                  <a:lnTo>
                    <a:pt x="98640" y="0"/>
                  </a:lnTo>
                  <a:lnTo>
                    <a:pt x="100818" y="1853"/>
                  </a:lnTo>
                  <a:lnTo>
                    <a:pt x="100818" y="4078"/>
                  </a:lnTo>
                  <a:lnTo>
                    <a:pt x="102827" y="6488"/>
                  </a:lnTo>
                  <a:lnTo>
                    <a:pt x="100818" y="8713"/>
                  </a:lnTo>
                  <a:lnTo>
                    <a:pt x="100818" y="10938"/>
                  </a:lnTo>
                  <a:lnTo>
                    <a:pt x="98640" y="13348"/>
                  </a:lnTo>
                  <a:lnTo>
                    <a:pt x="94621" y="13348"/>
                  </a:lnTo>
                  <a:lnTo>
                    <a:pt x="92444" y="13348"/>
                  </a:lnTo>
                  <a:lnTo>
                    <a:pt x="90434" y="10938"/>
                  </a:lnTo>
                  <a:lnTo>
                    <a:pt x="88760" y="8713"/>
                  </a:lnTo>
                  <a:lnTo>
                    <a:pt x="88760" y="6488"/>
                  </a:lnTo>
                  <a:lnTo>
                    <a:pt x="88760" y="4078"/>
                  </a:lnTo>
                  <a:lnTo>
                    <a:pt x="90434" y="1853"/>
                  </a:lnTo>
                  <a:lnTo>
                    <a:pt x="92444" y="0"/>
                  </a:lnTo>
                  <a:lnTo>
                    <a:pt x="94621" y="0"/>
                  </a:lnTo>
                  <a:close/>
                </a:path>
                <a:path w="189229" h="13969">
                  <a:moveTo>
                    <a:pt x="144695" y="0"/>
                  </a:moveTo>
                  <a:lnTo>
                    <a:pt x="183381" y="0"/>
                  </a:lnTo>
                  <a:lnTo>
                    <a:pt x="185391" y="0"/>
                  </a:lnTo>
                  <a:lnTo>
                    <a:pt x="187066" y="1853"/>
                  </a:lnTo>
                  <a:lnTo>
                    <a:pt x="189075" y="4078"/>
                  </a:lnTo>
                  <a:lnTo>
                    <a:pt x="189075" y="6488"/>
                  </a:lnTo>
                  <a:lnTo>
                    <a:pt x="189075" y="8713"/>
                  </a:lnTo>
                  <a:lnTo>
                    <a:pt x="187066" y="10938"/>
                  </a:lnTo>
                  <a:lnTo>
                    <a:pt x="185391" y="13348"/>
                  </a:lnTo>
                  <a:lnTo>
                    <a:pt x="183381" y="13348"/>
                  </a:lnTo>
                  <a:lnTo>
                    <a:pt x="144695" y="13348"/>
                  </a:lnTo>
                  <a:lnTo>
                    <a:pt x="143021" y="13348"/>
                  </a:lnTo>
                  <a:lnTo>
                    <a:pt x="141011" y="10938"/>
                  </a:lnTo>
                  <a:lnTo>
                    <a:pt x="141011" y="8713"/>
                  </a:lnTo>
                  <a:lnTo>
                    <a:pt x="139001" y="6488"/>
                  </a:lnTo>
                  <a:lnTo>
                    <a:pt x="141011" y="4078"/>
                  </a:lnTo>
                  <a:lnTo>
                    <a:pt x="141011" y="1853"/>
                  </a:lnTo>
                  <a:lnTo>
                    <a:pt x="143021" y="0"/>
                  </a:lnTo>
                  <a:lnTo>
                    <a:pt x="144695" y="0"/>
                  </a:lnTo>
                  <a:close/>
                </a:path>
              </a:pathLst>
            </a:custGeom>
            <a:ln w="3175">
              <a:solidFill>
                <a:srgbClr val="000000"/>
              </a:solidFill>
            </a:ln>
          </p:spPr>
          <p:txBody>
            <a:bodyPr wrap="square" lIns="0" tIns="0" rIns="0" bIns="0" rtlCol="0"/>
            <a:lstStyle/>
            <a:p/>
          </p:txBody>
        </p:sp>
        <p:sp>
          <p:nvSpPr>
            <p:cNvPr id="39" name="object 39" descr=""/>
            <p:cNvSpPr/>
            <p:nvPr/>
          </p:nvSpPr>
          <p:spPr>
            <a:xfrm>
              <a:off x="3365059" y="1770746"/>
              <a:ext cx="2607310" cy="346075"/>
            </a:xfrm>
            <a:custGeom>
              <a:avLst/>
              <a:gdLst/>
              <a:ahLst/>
              <a:cxnLst/>
              <a:rect l="l" t="t" r="r" b="b"/>
              <a:pathLst>
                <a:path w="2607310" h="346075">
                  <a:moveTo>
                    <a:pt x="0" y="116243"/>
                  </a:moveTo>
                  <a:lnTo>
                    <a:pt x="0" y="0"/>
                  </a:lnTo>
                </a:path>
                <a:path w="2607310" h="346075">
                  <a:moveTo>
                    <a:pt x="0" y="0"/>
                  </a:moveTo>
                  <a:lnTo>
                    <a:pt x="107031" y="0"/>
                  </a:lnTo>
                </a:path>
                <a:path w="2607310" h="346075">
                  <a:moveTo>
                    <a:pt x="1902397" y="116243"/>
                  </a:moveTo>
                  <a:lnTo>
                    <a:pt x="1902397" y="345764"/>
                  </a:lnTo>
                </a:path>
                <a:path w="2607310" h="346075">
                  <a:moveTo>
                    <a:pt x="1902397" y="345764"/>
                  </a:moveTo>
                  <a:lnTo>
                    <a:pt x="2502281" y="345764"/>
                  </a:lnTo>
                </a:path>
                <a:path w="2607310" h="346075">
                  <a:moveTo>
                    <a:pt x="2502281" y="345764"/>
                  </a:moveTo>
                  <a:lnTo>
                    <a:pt x="2502281" y="174272"/>
                  </a:lnTo>
                </a:path>
                <a:path w="2607310" h="346075">
                  <a:moveTo>
                    <a:pt x="2502281" y="174272"/>
                  </a:moveTo>
                  <a:lnTo>
                    <a:pt x="2606784" y="174272"/>
                  </a:lnTo>
                </a:path>
              </a:pathLst>
            </a:custGeom>
            <a:ln w="12673">
              <a:solidFill>
                <a:srgbClr val="000000"/>
              </a:solidFill>
            </a:ln>
          </p:spPr>
          <p:txBody>
            <a:bodyPr wrap="square" lIns="0" tIns="0" rIns="0" bIns="0" rtlCol="0"/>
            <a:lstStyle/>
            <a:p/>
          </p:txBody>
        </p:sp>
        <p:pic>
          <p:nvPicPr>
            <p:cNvPr id="40" name="object 40" descr=""/>
            <p:cNvPicPr/>
            <p:nvPr/>
          </p:nvPicPr>
          <p:blipFill>
            <a:blip r:embed="rId3" cstate="print"/>
            <a:stretch>
              <a:fillRect/>
            </a:stretch>
          </p:blipFill>
          <p:spPr>
            <a:xfrm>
              <a:off x="4069865" y="1538759"/>
              <a:ext cx="177135" cy="749242"/>
            </a:xfrm>
            <a:prstGeom prst="rect">
              <a:avLst/>
            </a:prstGeom>
          </p:spPr>
        </p:pic>
        <p:sp>
          <p:nvSpPr>
            <p:cNvPr id="41" name="object 41" descr=""/>
            <p:cNvSpPr/>
            <p:nvPr/>
          </p:nvSpPr>
          <p:spPr>
            <a:xfrm>
              <a:off x="4069865" y="1541169"/>
              <a:ext cx="177165" cy="749300"/>
            </a:xfrm>
            <a:custGeom>
              <a:avLst/>
              <a:gdLst/>
              <a:ahLst/>
              <a:cxnLst/>
              <a:rect l="l" t="t" r="r" b="b"/>
              <a:pathLst>
                <a:path w="177164" h="749300">
                  <a:moveTo>
                    <a:pt x="0" y="749242"/>
                  </a:moveTo>
                  <a:lnTo>
                    <a:pt x="177135" y="749242"/>
                  </a:lnTo>
                  <a:lnTo>
                    <a:pt x="177135" y="0"/>
                  </a:lnTo>
                  <a:lnTo>
                    <a:pt x="0" y="0"/>
                  </a:lnTo>
                  <a:lnTo>
                    <a:pt x="0" y="749242"/>
                  </a:lnTo>
                  <a:close/>
                </a:path>
              </a:pathLst>
            </a:custGeom>
            <a:ln w="12098">
              <a:solidFill>
                <a:srgbClr val="000000"/>
              </a:solidFill>
            </a:ln>
          </p:spPr>
          <p:txBody>
            <a:bodyPr wrap="square" lIns="0" tIns="0" rIns="0" bIns="0" rtlCol="0"/>
            <a:lstStyle/>
            <a:p/>
          </p:txBody>
        </p:sp>
        <p:pic>
          <p:nvPicPr>
            <p:cNvPr id="42" name="object 42" descr=""/>
            <p:cNvPicPr/>
            <p:nvPr/>
          </p:nvPicPr>
          <p:blipFill>
            <a:blip r:embed="rId2" cstate="print"/>
            <a:stretch>
              <a:fillRect/>
            </a:stretch>
          </p:blipFill>
          <p:spPr>
            <a:xfrm>
              <a:off x="3117820" y="1538759"/>
              <a:ext cx="177135" cy="749242"/>
            </a:xfrm>
            <a:prstGeom prst="rect">
              <a:avLst/>
            </a:prstGeom>
          </p:spPr>
        </p:pic>
        <p:sp>
          <p:nvSpPr>
            <p:cNvPr id="43" name="object 43" descr=""/>
            <p:cNvSpPr/>
            <p:nvPr/>
          </p:nvSpPr>
          <p:spPr>
            <a:xfrm>
              <a:off x="3119478" y="1541169"/>
              <a:ext cx="175895" cy="749300"/>
            </a:xfrm>
            <a:custGeom>
              <a:avLst/>
              <a:gdLst/>
              <a:ahLst/>
              <a:cxnLst/>
              <a:rect l="l" t="t" r="r" b="b"/>
              <a:pathLst>
                <a:path w="175895" h="749300">
                  <a:moveTo>
                    <a:pt x="0" y="749242"/>
                  </a:moveTo>
                  <a:lnTo>
                    <a:pt x="175477" y="749242"/>
                  </a:lnTo>
                  <a:lnTo>
                    <a:pt x="175477" y="0"/>
                  </a:lnTo>
                  <a:lnTo>
                    <a:pt x="0" y="0"/>
                  </a:lnTo>
                  <a:lnTo>
                    <a:pt x="0" y="749242"/>
                  </a:lnTo>
                  <a:close/>
                </a:path>
              </a:pathLst>
            </a:custGeom>
            <a:ln w="12097">
              <a:solidFill>
                <a:srgbClr val="000000"/>
              </a:solidFill>
            </a:ln>
          </p:spPr>
          <p:txBody>
            <a:bodyPr wrap="square" lIns="0" tIns="0" rIns="0" bIns="0" rtlCol="0"/>
            <a:lstStyle/>
            <a:p/>
          </p:txBody>
        </p:sp>
        <p:pic>
          <p:nvPicPr>
            <p:cNvPr id="44" name="object 44" descr=""/>
            <p:cNvPicPr/>
            <p:nvPr/>
          </p:nvPicPr>
          <p:blipFill>
            <a:blip r:embed="rId3" cstate="print"/>
            <a:stretch>
              <a:fillRect/>
            </a:stretch>
          </p:blipFill>
          <p:spPr>
            <a:xfrm>
              <a:off x="5971843" y="1538759"/>
              <a:ext cx="177135" cy="749242"/>
            </a:xfrm>
            <a:prstGeom prst="rect">
              <a:avLst/>
            </a:prstGeom>
          </p:spPr>
        </p:pic>
        <p:sp>
          <p:nvSpPr>
            <p:cNvPr id="45" name="object 45" descr=""/>
            <p:cNvSpPr/>
            <p:nvPr/>
          </p:nvSpPr>
          <p:spPr>
            <a:xfrm>
              <a:off x="5056274" y="1541169"/>
              <a:ext cx="1092835" cy="1331595"/>
            </a:xfrm>
            <a:custGeom>
              <a:avLst/>
              <a:gdLst/>
              <a:ahLst/>
              <a:cxnLst/>
              <a:rect l="l" t="t" r="r" b="b"/>
              <a:pathLst>
                <a:path w="1092835" h="1331595">
                  <a:moveTo>
                    <a:pt x="915569" y="749242"/>
                  </a:moveTo>
                  <a:lnTo>
                    <a:pt x="1092704" y="749242"/>
                  </a:lnTo>
                  <a:lnTo>
                    <a:pt x="1092704" y="0"/>
                  </a:lnTo>
                  <a:lnTo>
                    <a:pt x="915568" y="0"/>
                  </a:lnTo>
                  <a:lnTo>
                    <a:pt x="915569" y="749242"/>
                  </a:lnTo>
                  <a:close/>
                </a:path>
                <a:path w="1092835" h="1331595">
                  <a:moveTo>
                    <a:pt x="0" y="1331016"/>
                  </a:moveTo>
                  <a:lnTo>
                    <a:pt x="388367" y="1331016"/>
                  </a:lnTo>
                </a:path>
                <a:path w="1092835" h="1331595">
                  <a:moveTo>
                    <a:pt x="36173" y="1045691"/>
                  </a:moveTo>
                  <a:lnTo>
                    <a:pt x="388367" y="1036977"/>
                  </a:lnTo>
                </a:path>
              </a:pathLst>
            </a:custGeom>
            <a:ln w="12673">
              <a:solidFill>
                <a:srgbClr val="000000"/>
              </a:solidFill>
            </a:ln>
          </p:spPr>
          <p:txBody>
            <a:bodyPr wrap="square" lIns="0" tIns="0" rIns="0" bIns="0" rtlCol="0"/>
            <a:lstStyle/>
            <a:p/>
          </p:txBody>
        </p:sp>
      </p:grpSp>
      <p:sp>
        <p:nvSpPr>
          <p:cNvPr id="46" name="object 46" descr=""/>
          <p:cNvSpPr txBox="1"/>
          <p:nvPr/>
        </p:nvSpPr>
        <p:spPr>
          <a:xfrm>
            <a:off x="3472090" y="2520081"/>
            <a:ext cx="422909" cy="346075"/>
          </a:xfrm>
          <a:prstGeom prst="rect">
            <a:avLst/>
          </a:prstGeom>
          <a:ln w="12863">
            <a:solidFill>
              <a:srgbClr val="000000"/>
            </a:solidFill>
          </a:ln>
        </p:spPr>
        <p:txBody>
          <a:bodyPr wrap="square" lIns="0" tIns="73660" rIns="0" bIns="0" rtlCol="0" vert="horz">
            <a:spAutoFit/>
          </a:bodyPr>
          <a:lstStyle/>
          <a:p>
            <a:pPr marL="156210">
              <a:lnSpc>
                <a:spcPct val="100000"/>
              </a:lnSpc>
              <a:spcBef>
                <a:spcPts val="580"/>
              </a:spcBef>
            </a:pPr>
            <a:r>
              <a:rPr dirty="0" sz="1300" spc="-50">
                <a:latin typeface="Times New Roman"/>
                <a:cs typeface="Times New Roman"/>
              </a:rPr>
              <a:t>M</a:t>
            </a:r>
            <a:endParaRPr sz="1300">
              <a:latin typeface="Times New Roman"/>
              <a:cs typeface="Times New Roman"/>
            </a:endParaRPr>
          </a:p>
        </p:txBody>
      </p:sp>
      <p:sp>
        <p:nvSpPr>
          <p:cNvPr id="47" name="object 47" descr=""/>
          <p:cNvSpPr txBox="1"/>
          <p:nvPr/>
        </p:nvSpPr>
        <p:spPr>
          <a:xfrm>
            <a:off x="4496109" y="2564782"/>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sp>
        <p:nvSpPr>
          <p:cNvPr id="48" name="object 48" descr=""/>
          <p:cNvSpPr/>
          <p:nvPr/>
        </p:nvSpPr>
        <p:spPr>
          <a:xfrm>
            <a:off x="5444642" y="2346216"/>
            <a:ext cx="0" cy="213995"/>
          </a:xfrm>
          <a:custGeom>
            <a:avLst/>
            <a:gdLst/>
            <a:ahLst/>
            <a:cxnLst/>
            <a:rect l="l" t="t" r="r" b="b"/>
            <a:pathLst>
              <a:path w="0" h="213994">
                <a:moveTo>
                  <a:pt x="0" y="0"/>
                </a:moveTo>
                <a:lnTo>
                  <a:pt x="0" y="213947"/>
                </a:lnTo>
              </a:path>
            </a:pathLst>
          </a:custGeom>
          <a:ln w="12030">
            <a:solidFill>
              <a:srgbClr val="000000"/>
            </a:solidFill>
          </a:ln>
        </p:spPr>
        <p:txBody>
          <a:bodyPr wrap="square" lIns="0" tIns="0" rIns="0" bIns="0" rtlCol="0"/>
          <a:lstStyle/>
          <a:p/>
        </p:txBody>
      </p:sp>
      <p:sp>
        <p:nvSpPr>
          <p:cNvPr id="49" name="object 49" descr=""/>
          <p:cNvSpPr/>
          <p:nvPr/>
        </p:nvSpPr>
        <p:spPr>
          <a:xfrm>
            <a:off x="5444642" y="2346216"/>
            <a:ext cx="281940" cy="749300"/>
          </a:xfrm>
          <a:custGeom>
            <a:avLst/>
            <a:gdLst/>
            <a:ahLst/>
            <a:cxnLst/>
            <a:rect l="l" t="t" r="r" b="b"/>
            <a:pathLst>
              <a:path w="281939" h="749300">
                <a:moveTo>
                  <a:pt x="281687" y="160553"/>
                </a:moveTo>
                <a:lnTo>
                  <a:pt x="281687" y="588633"/>
                </a:lnTo>
              </a:path>
              <a:path w="281939" h="749300">
                <a:moveTo>
                  <a:pt x="0" y="0"/>
                </a:moveTo>
                <a:lnTo>
                  <a:pt x="281687" y="160553"/>
                </a:lnTo>
              </a:path>
              <a:path w="281939" h="749300">
                <a:moveTo>
                  <a:pt x="281687" y="588633"/>
                </a:moveTo>
                <a:lnTo>
                  <a:pt x="0" y="749187"/>
                </a:lnTo>
              </a:path>
              <a:path w="281939" h="749300">
                <a:moveTo>
                  <a:pt x="0" y="535054"/>
                </a:moveTo>
                <a:lnTo>
                  <a:pt x="0" y="749187"/>
                </a:lnTo>
              </a:path>
              <a:path w="281939" h="749300">
                <a:moveTo>
                  <a:pt x="0" y="213947"/>
                </a:moveTo>
                <a:lnTo>
                  <a:pt x="84573" y="374500"/>
                </a:lnTo>
              </a:path>
              <a:path w="281939" h="749300">
                <a:moveTo>
                  <a:pt x="84573" y="374500"/>
                </a:moveTo>
                <a:lnTo>
                  <a:pt x="0" y="535054"/>
                </a:lnTo>
              </a:path>
            </a:pathLst>
          </a:custGeom>
          <a:ln w="12673">
            <a:solidFill>
              <a:srgbClr val="000000"/>
            </a:solidFill>
          </a:ln>
        </p:spPr>
        <p:txBody>
          <a:bodyPr wrap="square" lIns="0" tIns="0" rIns="0" bIns="0" rtlCol="0"/>
          <a:lstStyle/>
          <a:p/>
        </p:txBody>
      </p:sp>
      <p:sp>
        <p:nvSpPr>
          <p:cNvPr id="50" name="object 50" descr=""/>
          <p:cNvSpPr txBox="1"/>
          <p:nvPr/>
        </p:nvSpPr>
        <p:spPr>
          <a:xfrm>
            <a:off x="5503603" y="2518728"/>
            <a:ext cx="193675" cy="370840"/>
          </a:xfrm>
          <a:prstGeom prst="rect">
            <a:avLst/>
          </a:prstGeom>
        </p:spPr>
        <p:txBody>
          <a:bodyPr wrap="square" lIns="0" tIns="0" rIns="0" bIns="0" rtlCol="0" vert="vert">
            <a:spAutoFit/>
          </a:bodyPr>
          <a:lstStyle/>
          <a:p>
            <a:pPr marL="12700">
              <a:lnSpc>
                <a:spcPts val="1405"/>
              </a:lnSpc>
            </a:pPr>
            <a:r>
              <a:rPr dirty="0" sz="1200" spc="50">
                <a:latin typeface="Times New Roman"/>
                <a:cs typeface="Times New Roman"/>
              </a:rPr>
              <a:t>ALU</a:t>
            </a:r>
            <a:endParaRPr sz="1200">
              <a:latin typeface="Times New Roman"/>
              <a:cs typeface="Times New Roman"/>
            </a:endParaRPr>
          </a:p>
        </p:txBody>
      </p:sp>
      <p:sp>
        <p:nvSpPr>
          <p:cNvPr id="51" name="object 51" descr=""/>
          <p:cNvSpPr txBox="1"/>
          <p:nvPr/>
        </p:nvSpPr>
        <p:spPr>
          <a:xfrm>
            <a:off x="6324539" y="2520007"/>
            <a:ext cx="422909" cy="346075"/>
          </a:xfrm>
          <a:prstGeom prst="rect">
            <a:avLst/>
          </a:prstGeom>
          <a:ln w="12863">
            <a:solidFill>
              <a:srgbClr val="000000"/>
            </a:solidFill>
          </a:ln>
        </p:spPr>
        <p:txBody>
          <a:bodyPr wrap="square" lIns="0" tIns="60325" rIns="0" bIns="0" rtlCol="0" vert="horz">
            <a:spAutoFit/>
          </a:bodyPr>
          <a:lstStyle/>
          <a:p>
            <a:pPr marL="122555">
              <a:lnSpc>
                <a:spcPct val="100000"/>
              </a:lnSpc>
              <a:spcBef>
                <a:spcPts val="475"/>
              </a:spcBef>
            </a:pPr>
            <a:r>
              <a:rPr dirty="0" sz="1300" spc="-50">
                <a:latin typeface="Times New Roman"/>
                <a:cs typeface="Times New Roman"/>
              </a:rPr>
              <a:t>M</a:t>
            </a:r>
            <a:endParaRPr sz="1300">
              <a:latin typeface="Times New Roman"/>
              <a:cs typeface="Times New Roman"/>
            </a:endParaRPr>
          </a:p>
        </p:txBody>
      </p:sp>
      <p:sp>
        <p:nvSpPr>
          <p:cNvPr id="52" name="object 52" descr=""/>
          <p:cNvSpPr txBox="1"/>
          <p:nvPr/>
        </p:nvSpPr>
        <p:spPr>
          <a:xfrm>
            <a:off x="7350500" y="2564782"/>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grpSp>
        <p:nvGrpSpPr>
          <p:cNvPr id="53" name="object 53" descr=""/>
          <p:cNvGrpSpPr/>
          <p:nvPr/>
        </p:nvGrpSpPr>
        <p:grpSpPr>
          <a:xfrm>
            <a:off x="3894856" y="2340104"/>
            <a:ext cx="3814445" cy="761365"/>
            <a:chOff x="3894856" y="2340104"/>
            <a:chExt cx="3814445" cy="761365"/>
          </a:xfrm>
        </p:grpSpPr>
        <p:sp>
          <p:nvSpPr>
            <p:cNvPr id="54" name="object 54" descr=""/>
            <p:cNvSpPr/>
            <p:nvPr/>
          </p:nvSpPr>
          <p:spPr>
            <a:xfrm>
              <a:off x="3894856" y="2519933"/>
              <a:ext cx="1127125" cy="346075"/>
            </a:xfrm>
            <a:custGeom>
              <a:avLst/>
              <a:gdLst/>
              <a:ahLst/>
              <a:cxnLst/>
              <a:rect l="l" t="t" r="r" b="b"/>
              <a:pathLst>
                <a:path w="1127125" h="346075">
                  <a:moveTo>
                    <a:pt x="0" y="172047"/>
                  </a:moveTo>
                  <a:lnTo>
                    <a:pt x="175008" y="172047"/>
                  </a:lnTo>
                </a:path>
                <a:path w="1127125" h="346075">
                  <a:moveTo>
                    <a:pt x="352193" y="172047"/>
                  </a:moveTo>
                  <a:lnTo>
                    <a:pt x="527201" y="172047"/>
                  </a:lnTo>
                </a:path>
                <a:path w="1127125" h="346075">
                  <a:moveTo>
                    <a:pt x="949900" y="102524"/>
                  </a:moveTo>
                  <a:lnTo>
                    <a:pt x="1127086" y="102524"/>
                  </a:lnTo>
                </a:path>
                <a:path w="1127125" h="346075">
                  <a:moveTo>
                    <a:pt x="949900" y="265302"/>
                  </a:moveTo>
                  <a:lnTo>
                    <a:pt x="1127086" y="265302"/>
                  </a:lnTo>
                </a:path>
                <a:path w="1127125" h="346075">
                  <a:moveTo>
                    <a:pt x="738718" y="0"/>
                  </a:moveTo>
                  <a:lnTo>
                    <a:pt x="949900" y="0"/>
                  </a:lnTo>
                </a:path>
                <a:path w="1127125" h="346075">
                  <a:moveTo>
                    <a:pt x="949900" y="0"/>
                  </a:moveTo>
                  <a:lnTo>
                    <a:pt x="949900" y="345949"/>
                  </a:lnTo>
                </a:path>
                <a:path w="1127125" h="346075">
                  <a:moveTo>
                    <a:pt x="738718" y="345949"/>
                  </a:moveTo>
                  <a:lnTo>
                    <a:pt x="949900" y="345949"/>
                  </a:lnTo>
                </a:path>
              </a:pathLst>
            </a:custGeom>
            <a:ln w="12673">
              <a:solidFill>
                <a:srgbClr val="000000"/>
              </a:solidFill>
            </a:ln>
          </p:spPr>
          <p:txBody>
            <a:bodyPr wrap="square" lIns="0" tIns="0" rIns="0" bIns="0" rtlCol="0"/>
            <a:lstStyle/>
            <a:p/>
          </p:txBody>
        </p:sp>
        <p:sp>
          <p:nvSpPr>
            <p:cNvPr id="55" name="object 55" descr=""/>
            <p:cNvSpPr/>
            <p:nvPr/>
          </p:nvSpPr>
          <p:spPr>
            <a:xfrm>
              <a:off x="4418374" y="2516410"/>
              <a:ext cx="240029" cy="13335"/>
            </a:xfrm>
            <a:custGeom>
              <a:avLst/>
              <a:gdLst/>
              <a:ahLst/>
              <a:cxnLst/>
              <a:rect l="l" t="t" r="r" b="b"/>
              <a:pathLst>
                <a:path w="240029" h="13335">
                  <a:moveTo>
                    <a:pt x="46389" y="0"/>
                  </a:moveTo>
                  <a:lnTo>
                    <a:pt x="4019" y="0"/>
                  </a:lnTo>
                  <a:lnTo>
                    <a:pt x="2009" y="1668"/>
                  </a:lnTo>
                  <a:lnTo>
                    <a:pt x="0" y="4078"/>
                  </a:lnTo>
                  <a:lnTo>
                    <a:pt x="0" y="8528"/>
                  </a:lnTo>
                  <a:lnTo>
                    <a:pt x="2009" y="10938"/>
                  </a:lnTo>
                  <a:lnTo>
                    <a:pt x="4019" y="13163"/>
                  </a:lnTo>
                  <a:lnTo>
                    <a:pt x="46389" y="13163"/>
                  </a:lnTo>
                  <a:lnTo>
                    <a:pt x="48566" y="10938"/>
                  </a:lnTo>
                  <a:lnTo>
                    <a:pt x="50576" y="8528"/>
                  </a:lnTo>
                  <a:lnTo>
                    <a:pt x="50576" y="4078"/>
                  </a:lnTo>
                  <a:lnTo>
                    <a:pt x="48566" y="1668"/>
                  </a:lnTo>
                  <a:lnTo>
                    <a:pt x="46389" y="0"/>
                  </a:lnTo>
                  <a:close/>
                </a:path>
                <a:path w="240029" h="13335">
                  <a:moveTo>
                    <a:pt x="96631" y="0"/>
                  </a:moveTo>
                  <a:lnTo>
                    <a:pt x="92946" y="0"/>
                  </a:lnTo>
                  <a:lnTo>
                    <a:pt x="90769" y="1668"/>
                  </a:lnTo>
                  <a:lnTo>
                    <a:pt x="88760" y="4078"/>
                  </a:lnTo>
                  <a:lnTo>
                    <a:pt x="88760" y="8528"/>
                  </a:lnTo>
                  <a:lnTo>
                    <a:pt x="90769" y="10938"/>
                  </a:lnTo>
                  <a:lnTo>
                    <a:pt x="92946" y="13163"/>
                  </a:lnTo>
                  <a:lnTo>
                    <a:pt x="96631" y="13163"/>
                  </a:lnTo>
                  <a:lnTo>
                    <a:pt x="100818" y="8528"/>
                  </a:lnTo>
                  <a:lnTo>
                    <a:pt x="100818" y="4078"/>
                  </a:lnTo>
                  <a:lnTo>
                    <a:pt x="98640" y="1668"/>
                  </a:lnTo>
                  <a:lnTo>
                    <a:pt x="96631" y="0"/>
                  </a:lnTo>
                  <a:close/>
                </a:path>
                <a:path w="240029" h="13335">
                  <a:moveTo>
                    <a:pt x="185391" y="0"/>
                  </a:moveTo>
                  <a:lnTo>
                    <a:pt x="143021" y="0"/>
                  </a:lnTo>
                  <a:lnTo>
                    <a:pt x="141011" y="1668"/>
                  </a:lnTo>
                  <a:lnTo>
                    <a:pt x="139001" y="4078"/>
                  </a:lnTo>
                  <a:lnTo>
                    <a:pt x="139001" y="8528"/>
                  </a:lnTo>
                  <a:lnTo>
                    <a:pt x="141011" y="10938"/>
                  </a:lnTo>
                  <a:lnTo>
                    <a:pt x="143021" y="13163"/>
                  </a:lnTo>
                  <a:lnTo>
                    <a:pt x="185391" y="13163"/>
                  </a:lnTo>
                  <a:lnTo>
                    <a:pt x="187401" y="10938"/>
                  </a:lnTo>
                  <a:lnTo>
                    <a:pt x="187401" y="8528"/>
                  </a:lnTo>
                  <a:lnTo>
                    <a:pt x="189578" y="6303"/>
                  </a:lnTo>
                  <a:lnTo>
                    <a:pt x="187401" y="4078"/>
                  </a:lnTo>
                  <a:lnTo>
                    <a:pt x="187401" y="1668"/>
                  </a:lnTo>
                  <a:lnTo>
                    <a:pt x="185391" y="0"/>
                  </a:lnTo>
                  <a:close/>
                </a:path>
                <a:path w="240029" h="13335">
                  <a:moveTo>
                    <a:pt x="235633" y="0"/>
                  </a:moveTo>
                  <a:lnTo>
                    <a:pt x="229771" y="0"/>
                  </a:lnTo>
                  <a:lnTo>
                    <a:pt x="227761" y="1668"/>
                  </a:lnTo>
                  <a:lnTo>
                    <a:pt x="227761" y="4078"/>
                  </a:lnTo>
                  <a:lnTo>
                    <a:pt x="225584" y="6303"/>
                  </a:lnTo>
                  <a:lnTo>
                    <a:pt x="227761" y="8528"/>
                  </a:lnTo>
                  <a:lnTo>
                    <a:pt x="227761" y="10938"/>
                  </a:lnTo>
                  <a:lnTo>
                    <a:pt x="229771" y="13163"/>
                  </a:lnTo>
                  <a:lnTo>
                    <a:pt x="235633" y="13163"/>
                  </a:lnTo>
                  <a:lnTo>
                    <a:pt x="237642" y="10938"/>
                  </a:lnTo>
                  <a:lnTo>
                    <a:pt x="237642" y="8528"/>
                  </a:lnTo>
                  <a:lnTo>
                    <a:pt x="239652" y="6303"/>
                  </a:lnTo>
                  <a:lnTo>
                    <a:pt x="237642" y="4078"/>
                  </a:lnTo>
                  <a:lnTo>
                    <a:pt x="237642" y="1668"/>
                  </a:lnTo>
                  <a:lnTo>
                    <a:pt x="235633" y="0"/>
                  </a:lnTo>
                  <a:close/>
                </a:path>
              </a:pathLst>
            </a:custGeom>
            <a:solidFill>
              <a:srgbClr val="000000"/>
            </a:solidFill>
          </p:spPr>
          <p:txBody>
            <a:bodyPr wrap="square" lIns="0" tIns="0" rIns="0" bIns="0" rtlCol="0"/>
            <a:lstStyle/>
            <a:p/>
          </p:txBody>
        </p:sp>
        <p:sp>
          <p:nvSpPr>
            <p:cNvPr id="56" name="object 56" descr=""/>
            <p:cNvSpPr/>
            <p:nvPr/>
          </p:nvSpPr>
          <p:spPr>
            <a:xfrm>
              <a:off x="4418374" y="2516410"/>
              <a:ext cx="240029" cy="13335"/>
            </a:xfrm>
            <a:custGeom>
              <a:avLst/>
              <a:gdLst/>
              <a:ahLst/>
              <a:cxnLst/>
              <a:rect l="l" t="t" r="r" b="b"/>
              <a:pathLst>
                <a:path w="240029" h="13335">
                  <a:moveTo>
                    <a:pt x="6196" y="0"/>
                  </a:moveTo>
                  <a:lnTo>
                    <a:pt x="44380" y="0"/>
                  </a:lnTo>
                  <a:lnTo>
                    <a:pt x="46389" y="0"/>
                  </a:lnTo>
                  <a:lnTo>
                    <a:pt x="48566" y="1668"/>
                  </a:lnTo>
                  <a:lnTo>
                    <a:pt x="50576" y="4078"/>
                  </a:lnTo>
                  <a:lnTo>
                    <a:pt x="50576" y="6303"/>
                  </a:lnTo>
                  <a:lnTo>
                    <a:pt x="50576" y="8528"/>
                  </a:lnTo>
                  <a:lnTo>
                    <a:pt x="48566" y="10938"/>
                  </a:lnTo>
                  <a:lnTo>
                    <a:pt x="46389" y="13163"/>
                  </a:lnTo>
                  <a:lnTo>
                    <a:pt x="44380" y="13163"/>
                  </a:lnTo>
                  <a:lnTo>
                    <a:pt x="6196" y="13163"/>
                  </a:lnTo>
                  <a:lnTo>
                    <a:pt x="4019" y="13163"/>
                  </a:lnTo>
                  <a:lnTo>
                    <a:pt x="2009" y="10938"/>
                  </a:lnTo>
                  <a:lnTo>
                    <a:pt x="0" y="8528"/>
                  </a:lnTo>
                  <a:lnTo>
                    <a:pt x="0" y="6303"/>
                  </a:lnTo>
                  <a:lnTo>
                    <a:pt x="0" y="4078"/>
                  </a:lnTo>
                  <a:lnTo>
                    <a:pt x="2009" y="1668"/>
                  </a:lnTo>
                  <a:lnTo>
                    <a:pt x="4019" y="0"/>
                  </a:lnTo>
                  <a:lnTo>
                    <a:pt x="6196" y="0"/>
                  </a:lnTo>
                  <a:close/>
                </a:path>
                <a:path w="240029" h="13335">
                  <a:moveTo>
                    <a:pt x="94956" y="0"/>
                  </a:moveTo>
                  <a:lnTo>
                    <a:pt x="96631" y="0"/>
                  </a:lnTo>
                  <a:lnTo>
                    <a:pt x="98640" y="1668"/>
                  </a:lnTo>
                  <a:lnTo>
                    <a:pt x="100818" y="4078"/>
                  </a:lnTo>
                  <a:lnTo>
                    <a:pt x="100818" y="6303"/>
                  </a:lnTo>
                  <a:lnTo>
                    <a:pt x="100818" y="8528"/>
                  </a:lnTo>
                  <a:lnTo>
                    <a:pt x="98640" y="10938"/>
                  </a:lnTo>
                  <a:lnTo>
                    <a:pt x="96631" y="13163"/>
                  </a:lnTo>
                  <a:lnTo>
                    <a:pt x="94956" y="13163"/>
                  </a:lnTo>
                  <a:lnTo>
                    <a:pt x="92946" y="13163"/>
                  </a:lnTo>
                  <a:lnTo>
                    <a:pt x="90769" y="10938"/>
                  </a:lnTo>
                  <a:lnTo>
                    <a:pt x="88760" y="8528"/>
                  </a:lnTo>
                  <a:lnTo>
                    <a:pt x="88760" y="6303"/>
                  </a:lnTo>
                  <a:lnTo>
                    <a:pt x="88760" y="4078"/>
                  </a:lnTo>
                  <a:lnTo>
                    <a:pt x="90769" y="1668"/>
                  </a:lnTo>
                  <a:lnTo>
                    <a:pt x="92946" y="0"/>
                  </a:lnTo>
                  <a:lnTo>
                    <a:pt x="94956" y="0"/>
                  </a:lnTo>
                  <a:close/>
                </a:path>
                <a:path w="240029" h="13335">
                  <a:moveTo>
                    <a:pt x="145198" y="0"/>
                  </a:moveTo>
                  <a:lnTo>
                    <a:pt x="183381" y="0"/>
                  </a:lnTo>
                  <a:lnTo>
                    <a:pt x="185391" y="0"/>
                  </a:lnTo>
                  <a:lnTo>
                    <a:pt x="187401" y="1668"/>
                  </a:lnTo>
                  <a:lnTo>
                    <a:pt x="187401" y="4078"/>
                  </a:lnTo>
                  <a:lnTo>
                    <a:pt x="189578" y="6303"/>
                  </a:lnTo>
                  <a:lnTo>
                    <a:pt x="187401" y="8528"/>
                  </a:lnTo>
                  <a:lnTo>
                    <a:pt x="187401" y="10938"/>
                  </a:lnTo>
                  <a:lnTo>
                    <a:pt x="185391" y="13163"/>
                  </a:lnTo>
                  <a:lnTo>
                    <a:pt x="183381" y="13163"/>
                  </a:lnTo>
                  <a:lnTo>
                    <a:pt x="145198" y="13163"/>
                  </a:lnTo>
                  <a:lnTo>
                    <a:pt x="143021" y="13163"/>
                  </a:lnTo>
                  <a:lnTo>
                    <a:pt x="141011" y="10938"/>
                  </a:lnTo>
                  <a:lnTo>
                    <a:pt x="139001" y="8528"/>
                  </a:lnTo>
                  <a:lnTo>
                    <a:pt x="139001" y="6303"/>
                  </a:lnTo>
                  <a:lnTo>
                    <a:pt x="139001" y="4078"/>
                  </a:lnTo>
                  <a:lnTo>
                    <a:pt x="141011" y="1668"/>
                  </a:lnTo>
                  <a:lnTo>
                    <a:pt x="143021" y="0"/>
                  </a:lnTo>
                  <a:lnTo>
                    <a:pt x="145198" y="0"/>
                  </a:lnTo>
                  <a:close/>
                </a:path>
                <a:path w="240029" h="13335">
                  <a:moveTo>
                    <a:pt x="233455" y="0"/>
                  </a:moveTo>
                  <a:lnTo>
                    <a:pt x="235633" y="0"/>
                  </a:lnTo>
                  <a:lnTo>
                    <a:pt x="237642" y="1668"/>
                  </a:lnTo>
                  <a:lnTo>
                    <a:pt x="237642" y="4078"/>
                  </a:lnTo>
                  <a:lnTo>
                    <a:pt x="239652" y="6303"/>
                  </a:lnTo>
                  <a:lnTo>
                    <a:pt x="237642" y="8528"/>
                  </a:lnTo>
                  <a:lnTo>
                    <a:pt x="237642" y="10938"/>
                  </a:lnTo>
                  <a:lnTo>
                    <a:pt x="235633" y="13163"/>
                  </a:lnTo>
                  <a:lnTo>
                    <a:pt x="233455" y="13163"/>
                  </a:lnTo>
                  <a:lnTo>
                    <a:pt x="229771" y="13163"/>
                  </a:lnTo>
                  <a:lnTo>
                    <a:pt x="227761" y="10938"/>
                  </a:lnTo>
                  <a:lnTo>
                    <a:pt x="227761" y="8528"/>
                  </a:lnTo>
                  <a:lnTo>
                    <a:pt x="225584" y="6303"/>
                  </a:lnTo>
                  <a:lnTo>
                    <a:pt x="227761" y="4078"/>
                  </a:lnTo>
                  <a:lnTo>
                    <a:pt x="227761" y="1668"/>
                  </a:lnTo>
                  <a:lnTo>
                    <a:pt x="229771" y="0"/>
                  </a:lnTo>
                  <a:lnTo>
                    <a:pt x="233455" y="0"/>
                  </a:lnTo>
                  <a:close/>
                </a:path>
              </a:pathLst>
            </a:custGeom>
            <a:ln w="3175">
              <a:solidFill>
                <a:srgbClr val="000000"/>
              </a:solidFill>
            </a:ln>
          </p:spPr>
          <p:txBody>
            <a:bodyPr wrap="square" lIns="0" tIns="0" rIns="0" bIns="0" rtlCol="0"/>
            <a:lstStyle/>
            <a:p/>
          </p:txBody>
        </p:sp>
        <p:sp>
          <p:nvSpPr>
            <p:cNvPr id="57" name="object 57" descr=""/>
            <p:cNvSpPr/>
            <p:nvPr/>
          </p:nvSpPr>
          <p:spPr>
            <a:xfrm>
              <a:off x="4418374" y="2516410"/>
              <a:ext cx="12700" cy="358775"/>
            </a:xfrm>
            <a:custGeom>
              <a:avLst/>
              <a:gdLst/>
              <a:ahLst/>
              <a:cxnLst/>
              <a:rect l="l" t="t" r="r" b="b"/>
              <a:pathLst>
                <a:path w="12700" h="358775">
                  <a:moveTo>
                    <a:pt x="8206" y="0"/>
                  </a:moveTo>
                  <a:lnTo>
                    <a:pt x="4019" y="0"/>
                  </a:lnTo>
                  <a:lnTo>
                    <a:pt x="2009" y="1668"/>
                  </a:lnTo>
                  <a:lnTo>
                    <a:pt x="0" y="4078"/>
                  </a:lnTo>
                  <a:lnTo>
                    <a:pt x="0" y="51169"/>
                  </a:lnTo>
                  <a:lnTo>
                    <a:pt x="2009" y="53394"/>
                  </a:lnTo>
                  <a:lnTo>
                    <a:pt x="4019" y="55248"/>
                  </a:lnTo>
                  <a:lnTo>
                    <a:pt x="8206" y="55248"/>
                  </a:lnTo>
                  <a:lnTo>
                    <a:pt x="10383" y="53394"/>
                  </a:lnTo>
                  <a:lnTo>
                    <a:pt x="12392" y="51169"/>
                  </a:lnTo>
                  <a:lnTo>
                    <a:pt x="12392" y="4078"/>
                  </a:lnTo>
                  <a:lnTo>
                    <a:pt x="10383" y="1668"/>
                  </a:lnTo>
                  <a:lnTo>
                    <a:pt x="8206" y="0"/>
                  </a:lnTo>
                  <a:close/>
                </a:path>
                <a:path w="12700" h="358775">
                  <a:moveTo>
                    <a:pt x="10383" y="97889"/>
                  </a:moveTo>
                  <a:lnTo>
                    <a:pt x="2009" y="97889"/>
                  </a:lnTo>
                  <a:lnTo>
                    <a:pt x="0" y="100114"/>
                  </a:lnTo>
                  <a:lnTo>
                    <a:pt x="0" y="106973"/>
                  </a:lnTo>
                  <a:lnTo>
                    <a:pt x="2009" y="108827"/>
                  </a:lnTo>
                  <a:lnTo>
                    <a:pt x="4019" y="111052"/>
                  </a:lnTo>
                  <a:lnTo>
                    <a:pt x="8206" y="111052"/>
                  </a:lnTo>
                  <a:lnTo>
                    <a:pt x="10383" y="108827"/>
                  </a:lnTo>
                  <a:lnTo>
                    <a:pt x="12392" y="106973"/>
                  </a:lnTo>
                  <a:lnTo>
                    <a:pt x="12392" y="100114"/>
                  </a:lnTo>
                  <a:lnTo>
                    <a:pt x="10383" y="97889"/>
                  </a:lnTo>
                  <a:close/>
                </a:path>
                <a:path w="12700" h="358775">
                  <a:moveTo>
                    <a:pt x="8206" y="207087"/>
                  </a:moveTo>
                  <a:lnTo>
                    <a:pt x="4019" y="207087"/>
                  </a:lnTo>
                  <a:lnTo>
                    <a:pt x="6196" y="209497"/>
                  </a:lnTo>
                  <a:lnTo>
                    <a:pt x="8206" y="207087"/>
                  </a:lnTo>
                  <a:close/>
                </a:path>
                <a:path w="12700" h="358775">
                  <a:moveTo>
                    <a:pt x="10383" y="153693"/>
                  </a:moveTo>
                  <a:lnTo>
                    <a:pt x="2009" y="153693"/>
                  </a:lnTo>
                  <a:lnTo>
                    <a:pt x="0" y="155918"/>
                  </a:lnTo>
                  <a:lnTo>
                    <a:pt x="0" y="204863"/>
                  </a:lnTo>
                  <a:lnTo>
                    <a:pt x="2009" y="207087"/>
                  </a:lnTo>
                  <a:lnTo>
                    <a:pt x="10383" y="207087"/>
                  </a:lnTo>
                  <a:lnTo>
                    <a:pt x="12392" y="204863"/>
                  </a:lnTo>
                  <a:lnTo>
                    <a:pt x="12392" y="155918"/>
                  </a:lnTo>
                  <a:lnTo>
                    <a:pt x="10383" y="153693"/>
                  </a:lnTo>
                  <a:close/>
                </a:path>
                <a:path w="12700" h="358775">
                  <a:moveTo>
                    <a:pt x="8206" y="262892"/>
                  </a:moveTo>
                  <a:lnTo>
                    <a:pt x="4019" y="262892"/>
                  </a:lnTo>
                  <a:lnTo>
                    <a:pt x="6196" y="265302"/>
                  </a:lnTo>
                  <a:lnTo>
                    <a:pt x="8206" y="262892"/>
                  </a:lnTo>
                  <a:close/>
                </a:path>
                <a:path w="12700" h="358775">
                  <a:moveTo>
                    <a:pt x="10383" y="251582"/>
                  </a:moveTo>
                  <a:lnTo>
                    <a:pt x="2009" y="251582"/>
                  </a:lnTo>
                  <a:lnTo>
                    <a:pt x="0" y="253807"/>
                  </a:lnTo>
                  <a:lnTo>
                    <a:pt x="0" y="260667"/>
                  </a:lnTo>
                  <a:lnTo>
                    <a:pt x="2009" y="262892"/>
                  </a:lnTo>
                  <a:lnTo>
                    <a:pt x="10383" y="262892"/>
                  </a:lnTo>
                  <a:lnTo>
                    <a:pt x="12392" y="260667"/>
                  </a:lnTo>
                  <a:lnTo>
                    <a:pt x="12392" y="253807"/>
                  </a:lnTo>
                  <a:lnTo>
                    <a:pt x="10383" y="251582"/>
                  </a:lnTo>
                  <a:close/>
                </a:path>
                <a:path w="12700" h="358775">
                  <a:moveTo>
                    <a:pt x="6196" y="249729"/>
                  </a:moveTo>
                  <a:lnTo>
                    <a:pt x="4019" y="251582"/>
                  </a:lnTo>
                  <a:lnTo>
                    <a:pt x="8206" y="251582"/>
                  </a:lnTo>
                  <a:lnTo>
                    <a:pt x="6196" y="249729"/>
                  </a:lnTo>
                  <a:close/>
                </a:path>
                <a:path w="12700" h="358775">
                  <a:moveTo>
                    <a:pt x="10383" y="307387"/>
                  </a:moveTo>
                  <a:lnTo>
                    <a:pt x="2009" y="307387"/>
                  </a:lnTo>
                  <a:lnTo>
                    <a:pt x="0" y="309612"/>
                  </a:lnTo>
                  <a:lnTo>
                    <a:pt x="0" y="354478"/>
                  </a:lnTo>
                  <a:lnTo>
                    <a:pt x="2009" y="356331"/>
                  </a:lnTo>
                  <a:lnTo>
                    <a:pt x="4019" y="358556"/>
                  </a:lnTo>
                  <a:lnTo>
                    <a:pt x="8206" y="358556"/>
                  </a:lnTo>
                  <a:lnTo>
                    <a:pt x="10383" y="356331"/>
                  </a:lnTo>
                  <a:lnTo>
                    <a:pt x="12392" y="354478"/>
                  </a:lnTo>
                  <a:lnTo>
                    <a:pt x="12392" y="309612"/>
                  </a:lnTo>
                  <a:lnTo>
                    <a:pt x="10383" y="307387"/>
                  </a:lnTo>
                  <a:close/>
                </a:path>
                <a:path w="12700" h="358775">
                  <a:moveTo>
                    <a:pt x="6196" y="304977"/>
                  </a:moveTo>
                  <a:lnTo>
                    <a:pt x="4019" y="307387"/>
                  </a:lnTo>
                  <a:lnTo>
                    <a:pt x="8206" y="307387"/>
                  </a:lnTo>
                  <a:lnTo>
                    <a:pt x="6196" y="304977"/>
                  </a:lnTo>
                  <a:close/>
                </a:path>
              </a:pathLst>
            </a:custGeom>
            <a:solidFill>
              <a:srgbClr val="000000"/>
            </a:solidFill>
          </p:spPr>
          <p:txBody>
            <a:bodyPr wrap="square" lIns="0" tIns="0" rIns="0" bIns="0" rtlCol="0"/>
            <a:lstStyle/>
            <a:p/>
          </p:txBody>
        </p:sp>
        <p:sp>
          <p:nvSpPr>
            <p:cNvPr id="58" name="object 58" descr=""/>
            <p:cNvSpPr/>
            <p:nvPr/>
          </p:nvSpPr>
          <p:spPr>
            <a:xfrm>
              <a:off x="4418374" y="2516410"/>
              <a:ext cx="12700" cy="358775"/>
            </a:xfrm>
            <a:custGeom>
              <a:avLst/>
              <a:gdLst/>
              <a:ahLst/>
              <a:cxnLst/>
              <a:rect l="l" t="t" r="r" b="b"/>
              <a:pathLst>
                <a:path w="12700" h="358775">
                  <a:moveTo>
                    <a:pt x="12392" y="6303"/>
                  </a:moveTo>
                  <a:lnTo>
                    <a:pt x="12392" y="48944"/>
                  </a:lnTo>
                  <a:lnTo>
                    <a:pt x="12392" y="51169"/>
                  </a:lnTo>
                  <a:lnTo>
                    <a:pt x="10383" y="53394"/>
                  </a:lnTo>
                  <a:lnTo>
                    <a:pt x="8206" y="55248"/>
                  </a:lnTo>
                  <a:lnTo>
                    <a:pt x="6196" y="55248"/>
                  </a:lnTo>
                  <a:lnTo>
                    <a:pt x="4019" y="55248"/>
                  </a:lnTo>
                  <a:lnTo>
                    <a:pt x="2009" y="53394"/>
                  </a:lnTo>
                  <a:lnTo>
                    <a:pt x="0" y="51169"/>
                  </a:lnTo>
                  <a:lnTo>
                    <a:pt x="0" y="48944"/>
                  </a:lnTo>
                  <a:lnTo>
                    <a:pt x="0" y="6303"/>
                  </a:lnTo>
                  <a:lnTo>
                    <a:pt x="0" y="4078"/>
                  </a:lnTo>
                  <a:lnTo>
                    <a:pt x="2009" y="1668"/>
                  </a:lnTo>
                  <a:lnTo>
                    <a:pt x="4019" y="0"/>
                  </a:lnTo>
                  <a:lnTo>
                    <a:pt x="6196" y="0"/>
                  </a:lnTo>
                  <a:lnTo>
                    <a:pt x="8206" y="0"/>
                  </a:lnTo>
                  <a:lnTo>
                    <a:pt x="10383" y="1668"/>
                  </a:lnTo>
                  <a:lnTo>
                    <a:pt x="12392" y="4078"/>
                  </a:lnTo>
                  <a:lnTo>
                    <a:pt x="12392" y="6303"/>
                  </a:lnTo>
                  <a:close/>
                </a:path>
                <a:path w="12700" h="358775">
                  <a:moveTo>
                    <a:pt x="12392" y="104748"/>
                  </a:moveTo>
                  <a:lnTo>
                    <a:pt x="12392" y="106973"/>
                  </a:lnTo>
                  <a:lnTo>
                    <a:pt x="10383" y="108827"/>
                  </a:lnTo>
                  <a:lnTo>
                    <a:pt x="8206" y="111052"/>
                  </a:lnTo>
                  <a:lnTo>
                    <a:pt x="6196" y="111052"/>
                  </a:lnTo>
                  <a:lnTo>
                    <a:pt x="4019" y="111052"/>
                  </a:lnTo>
                  <a:lnTo>
                    <a:pt x="2009" y="108827"/>
                  </a:lnTo>
                  <a:lnTo>
                    <a:pt x="0" y="106973"/>
                  </a:lnTo>
                  <a:lnTo>
                    <a:pt x="0" y="104748"/>
                  </a:lnTo>
                  <a:lnTo>
                    <a:pt x="0" y="100114"/>
                  </a:lnTo>
                  <a:lnTo>
                    <a:pt x="2009" y="97889"/>
                  </a:lnTo>
                  <a:lnTo>
                    <a:pt x="4019" y="97889"/>
                  </a:lnTo>
                  <a:lnTo>
                    <a:pt x="6196" y="97889"/>
                  </a:lnTo>
                  <a:lnTo>
                    <a:pt x="8206" y="97889"/>
                  </a:lnTo>
                  <a:lnTo>
                    <a:pt x="10383" y="97889"/>
                  </a:lnTo>
                  <a:lnTo>
                    <a:pt x="12392" y="100114"/>
                  </a:lnTo>
                  <a:lnTo>
                    <a:pt x="12392" y="104748"/>
                  </a:lnTo>
                  <a:close/>
                </a:path>
                <a:path w="12700" h="358775">
                  <a:moveTo>
                    <a:pt x="12392" y="160553"/>
                  </a:moveTo>
                  <a:lnTo>
                    <a:pt x="12392" y="200228"/>
                  </a:lnTo>
                  <a:lnTo>
                    <a:pt x="12392" y="204863"/>
                  </a:lnTo>
                  <a:lnTo>
                    <a:pt x="10383" y="207087"/>
                  </a:lnTo>
                  <a:lnTo>
                    <a:pt x="8206" y="207087"/>
                  </a:lnTo>
                  <a:lnTo>
                    <a:pt x="6196" y="209497"/>
                  </a:lnTo>
                  <a:lnTo>
                    <a:pt x="4019" y="207087"/>
                  </a:lnTo>
                  <a:lnTo>
                    <a:pt x="2009" y="207087"/>
                  </a:lnTo>
                  <a:lnTo>
                    <a:pt x="0" y="204863"/>
                  </a:lnTo>
                  <a:lnTo>
                    <a:pt x="0" y="200228"/>
                  </a:lnTo>
                  <a:lnTo>
                    <a:pt x="0" y="160553"/>
                  </a:lnTo>
                  <a:lnTo>
                    <a:pt x="0" y="155918"/>
                  </a:lnTo>
                  <a:lnTo>
                    <a:pt x="2009" y="153693"/>
                  </a:lnTo>
                  <a:lnTo>
                    <a:pt x="4019" y="153693"/>
                  </a:lnTo>
                  <a:lnTo>
                    <a:pt x="6196" y="153693"/>
                  </a:lnTo>
                  <a:lnTo>
                    <a:pt x="8206" y="153693"/>
                  </a:lnTo>
                  <a:lnTo>
                    <a:pt x="10383" y="153693"/>
                  </a:lnTo>
                  <a:lnTo>
                    <a:pt x="12392" y="155918"/>
                  </a:lnTo>
                  <a:lnTo>
                    <a:pt x="12392" y="160553"/>
                  </a:lnTo>
                  <a:close/>
                </a:path>
                <a:path w="12700" h="358775">
                  <a:moveTo>
                    <a:pt x="12392" y="256032"/>
                  </a:moveTo>
                  <a:lnTo>
                    <a:pt x="12392" y="260667"/>
                  </a:lnTo>
                  <a:lnTo>
                    <a:pt x="10383" y="262892"/>
                  </a:lnTo>
                  <a:lnTo>
                    <a:pt x="8206" y="262892"/>
                  </a:lnTo>
                  <a:lnTo>
                    <a:pt x="6196" y="265302"/>
                  </a:lnTo>
                  <a:lnTo>
                    <a:pt x="4019" y="262892"/>
                  </a:lnTo>
                  <a:lnTo>
                    <a:pt x="2009" y="262892"/>
                  </a:lnTo>
                  <a:lnTo>
                    <a:pt x="0" y="260667"/>
                  </a:lnTo>
                  <a:lnTo>
                    <a:pt x="0" y="256032"/>
                  </a:lnTo>
                  <a:lnTo>
                    <a:pt x="0" y="253807"/>
                  </a:lnTo>
                  <a:lnTo>
                    <a:pt x="2009" y="251582"/>
                  </a:lnTo>
                  <a:lnTo>
                    <a:pt x="4019" y="251582"/>
                  </a:lnTo>
                  <a:lnTo>
                    <a:pt x="6196" y="249729"/>
                  </a:lnTo>
                  <a:lnTo>
                    <a:pt x="8206" y="251582"/>
                  </a:lnTo>
                  <a:lnTo>
                    <a:pt x="10383" y="251582"/>
                  </a:lnTo>
                  <a:lnTo>
                    <a:pt x="12392" y="253807"/>
                  </a:lnTo>
                  <a:lnTo>
                    <a:pt x="12392" y="256032"/>
                  </a:lnTo>
                  <a:close/>
                </a:path>
                <a:path w="12700" h="358775">
                  <a:moveTo>
                    <a:pt x="12392" y="311836"/>
                  </a:moveTo>
                  <a:lnTo>
                    <a:pt x="12392" y="352067"/>
                  </a:lnTo>
                  <a:lnTo>
                    <a:pt x="12392" y="354478"/>
                  </a:lnTo>
                  <a:lnTo>
                    <a:pt x="10383" y="356331"/>
                  </a:lnTo>
                  <a:lnTo>
                    <a:pt x="8206" y="358556"/>
                  </a:lnTo>
                  <a:lnTo>
                    <a:pt x="6196" y="358556"/>
                  </a:lnTo>
                  <a:lnTo>
                    <a:pt x="4019" y="358556"/>
                  </a:lnTo>
                  <a:lnTo>
                    <a:pt x="2009" y="356331"/>
                  </a:lnTo>
                  <a:lnTo>
                    <a:pt x="0" y="354478"/>
                  </a:lnTo>
                  <a:lnTo>
                    <a:pt x="0" y="352067"/>
                  </a:lnTo>
                  <a:lnTo>
                    <a:pt x="0" y="311836"/>
                  </a:lnTo>
                  <a:lnTo>
                    <a:pt x="0" y="309612"/>
                  </a:lnTo>
                  <a:lnTo>
                    <a:pt x="2009" y="307387"/>
                  </a:lnTo>
                  <a:lnTo>
                    <a:pt x="4019" y="307387"/>
                  </a:lnTo>
                  <a:lnTo>
                    <a:pt x="6196" y="304977"/>
                  </a:lnTo>
                  <a:lnTo>
                    <a:pt x="8206" y="307387"/>
                  </a:lnTo>
                  <a:lnTo>
                    <a:pt x="10383" y="307387"/>
                  </a:lnTo>
                  <a:lnTo>
                    <a:pt x="12392" y="309612"/>
                  </a:lnTo>
                  <a:lnTo>
                    <a:pt x="12392" y="311836"/>
                  </a:lnTo>
                  <a:close/>
                </a:path>
              </a:pathLst>
            </a:custGeom>
            <a:ln w="3175">
              <a:solidFill>
                <a:srgbClr val="000000"/>
              </a:solidFill>
            </a:ln>
          </p:spPr>
          <p:txBody>
            <a:bodyPr wrap="square" lIns="0" tIns="0" rIns="0" bIns="0" rtlCol="0"/>
            <a:lstStyle/>
            <a:p/>
          </p:txBody>
        </p:sp>
        <p:sp>
          <p:nvSpPr>
            <p:cNvPr id="59" name="object 59" descr=""/>
            <p:cNvSpPr/>
            <p:nvPr/>
          </p:nvSpPr>
          <p:spPr>
            <a:xfrm>
              <a:off x="4418374" y="2861618"/>
              <a:ext cx="240029" cy="13970"/>
            </a:xfrm>
            <a:custGeom>
              <a:avLst/>
              <a:gdLst/>
              <a:ahLst/>
              <a:cxnLst/>
              <a:rect l="l" t="t" r="r" b="b"/>
              <a:pathLst>
                <a:path w="240029" h="13969">
                  <a:moveTo>
                    <a:pt x="46389" y="0"/>
                  </a:moveTo>
                  <a:lnTo>
                    <a:pt x="4019" y="0"/>
                  </a:lnTo>
                  <a:lnTo>
                    <a:pt x="2009" y="2410"/>
                  </a:lnTo>
                  <a:lnTo>
                    <a:pt x="0" y="4634"/>
                  </a:lnTo>
                  <a:lnTo>
                    <a:pt x="0" y="9269"/>
                  </a:lnTo>
                  <a:lnTo>
                    <a:pt x="2009" y="11123"/>
                  </a:lnTo>
                  <a:lnTo>
                    <a:pt x="4019" y="13348"/>
                  </a:lnTo>
                  <a:lnTo>
                    <a:pt x="46389" y="13348"/>
                  </a:lnTo>
                  <a:lnTo>
                    <a:pt x="48566" y="11123"/>
                  </a:lnTo>
                  <a:lnTo>
                    <a:pt x="50576" y="9269"/>
                  </a:lnTo>
                  <a:lnTo>
                    <a:pt x="50576" y="4634"/>
                  </a:lnTo>
                  <a:lnTo>
                    <a:pt x="46389" y="0"/>
                  </a:lnTo>
                  <a:close/>
                </a:path>
                <a:path w="240029" h="13969">
                  <a:moveTo>
                    <a:pt x="96631" y="0"/>
                  </a:moveTo>
                  <a:lnTo>
                    <a:pt x="92946" y="0"/>
                  </a:lnTo>
                  <a:lnTo>
                    <a:pt x="88760" y="4634"/>
                  </a:lnTo>
                  <a:lnTo>
                    <a:pt x="88760" y="9269"/>
                  </a:lnTo>
                  <a:lnTo>
                    <a:pt x="90769" y="11123"/>
                  </a:lnTo>
                  <a:lnTo>
                    <a:pt x="92946" y="13348"/>
                  </a:lnTo>
                  <a:lnTo>
                    <a:pt x="96631" y="13348"/>
                  </a:lnTo>
                  <a:lnTo>
                    <a:pt x="98640" y="11123"/>
                  </a:lnTo>
                  <a:lnTo>
                    <a:pt x="100818" y="9269"/>
                  </a:lnTo>
                  <a:lnTo>
                    <a:pt x="100818" y="4634"/>
                  </a:lnTo>
                  <a:lnTo>
                    <a:pt x="98640" y="2410"/>
                  </a:lnTo>
                  <a:lnTo>
                    <a:pt x="96631" y="0"/>
                  </a:lnTo>
                  <a:close/>
                </a:path>
                <a:path w="240029" h="13969">
                  <a:moveTo>
                    <a:pt x="185391" y="0"/>
                  </a:moveTo>
                  <a:lnTo>
                    <a:pt x="143021" y="0"/>
                  </a:lnTo>
                  <a:lnTo>
                    <a:pt x="141011" y="2410"/>
                  </a:lnTo>
                  <a:lnTo>
                    <a:pt x="139001" y="4634"/>
                  </a:lnTo>
                  <a:lnTo>
                    <a:pt x="139001" y="9269"/>
                  </a:lnTo>
                  <a:lnTo>
                    <a:pt x="141011" y="11123"/>
                  </a:lnTo>
                  <a:lnTo>
                    <a:pt x="143021" y="13348"/>
                  </a:lnTo>
                  <a:lnTo>
                    <a:pt x="185391" y="13348"/>
                  </a:lnTo>
                  <a:lnTo>
                    <a:pt x="187401" y="11123"/>
                  </a:lnTo>
                  <a:lnTo>
                    <a:pt x="187401" y="9269"/>
                  </a:lnTo>
                  <a:lnTo>
                    <a:pt x="189578" y="6859"/>
                  </a:lnTo>
                  <a:lnTo>
                    <a:pt x="187401" y="4634"/>
                  </a:lnTo>
                  <a:lnTo>
                    <a:pt x="187401" y="2410"/>
                  </a:lnTo>
                  <a:lnTo>
                    <a:pt x="185391" y="0"/>
                  </a:lnTo>
                  <a:close/>
                </a:path>
                <a:path w="240029" h="13969">
                  <a:moveTo>
                    <a:pt x="235633" y="0"/>
                  </a:moveTo>
                  <a:lnTo>
                    <a:pt x="229771" y="0"/>
                  </a:lnTo>
                  <a:lnTo>
                    <a:pt x="227761" y="2410"/>
                  </a:lnTo>
                  <a:lnTo>
                    <a:pt x="227761" y="4634"/>
                  </a:lnTo>
                  <a:lnTo>
                    <a:pt x="225584" y="6859"/>
                  </a:lnTo>
                  <a:lnTo>
                    <a:pt x="227761" y="9269"/>
                  </a:lnTo>
                  <a:lnTo>
                    <a:pt x="227761" y="11123"/>
                  </a:lnTo>
                  <a:lnTo>
                    <a:pt x="229771" y="13348"/>
                  </a:lnTo>
                  <a:lnTo>
                    <a:pt x="235633" y="13348"/>
                  </a:lnTo>
                  <a:lnTo>
                    <a:pt x="237642" y="11123"/>
                  </a:lnTo>
                  <a:lnTo>
                    <a:pt x="237642" y="9269"/>
                  </a:lnTo>
                  <a:lnTo>
                    <a:pt x="239652" y="6859"/>
                  </a:lnTo>
                  <a:lnTo>
                    <a:pt x="237642" y="4634"/>
                  </a:lnTo>
                  <a:lnTo>
                    <a:pt x="237642" y="2410"/>
                  </a:lnTo>
                  <a:lnTo>
                    <a:pt x="235633" y="0"/>
                  </a:lnTo>
                  <a:close/>
                </a:path>
              </a:pathLst>
            </a:custGeom>
            <a:solidFill>
              <a:srgbClr val="000000"/>
            </a:solidFill>
          </p:spPr>
          <p:txBody>
            <a:bodyPr wrap="square" lIns="0" tIns="0" rIns="0" bIns="0" rtlCol="0"/>
            <a:lstStyle/>
            <a:p/>
          </p:txBody>
        </p:sp>
        <p:sp>
          <p:nvSpPr>
            <p:cNvPr id="60" name="object 60" descr=""/>
            <p:cNvSpPr/>
            <p:nvPr/>
          </p:nvSpPr>
          <p:spPr>
            <a:xfrm>
              <a:off x="4418374" y="2861618"/>
              <a:ext cx="240029" cy="13970"/>
            </a:xfrm>
            <a:custGeom>
              <a:avLst/>
              <a:gdLst/>
              <a:ahLst/>
              <a:cxnLst/>
              <a:rect l="l" t="t" r="r" b="b"/>
              <a:pathLst>
                <a:path w="240029" h="13969">
                  <a:moveTo>
                    <a:pt x="6196" y="0"/>
                  </a:moveTo>
                  <a:lnTo>
                    <a:pt x="44380" y="0"/>
                  </a:lnTo>
                  <a:lnTo>
                    <a:pt x="46389" y="0"/>
                  </a:lnTo>
                  <a:lnTo>
                    <a:pt x="48566" y="2410"/>
                  </a:lnTo>
                  <a:lnTo>
                    <a:pt x="50576" y="4634"/>
                  </a:lnTo>
                  <a:lnTo>
                    <a:pt x="50576" y="6859"/>
                  </a:lnTo>
                  <a:lnTo>
                    <a:pt x="50576" y="9269"/>
                  </a:lnTo>
                  <a:lnTo>
                    <a:pt x="48566" y="11123"/>
                  </a:lnTo>
                  <a:lnTo>
                    <a:pt x="46389" y="13348"/>
                  </a:lnTo>
                  <a:lnTo>
                    <a:pt x="44380" y="13348"/>
                  </a:lnTo>
                  <a:lnTo>
                    <a:pt x="6196" y="13348"/>
                  </a:lnTo>
                  <a:lnTo>
                    <a:pt x="4019" y="13348"/>
                  </a:lnTo>
                  <a:lnTo>
                    <a:pt x="2009" y="11123"/>
                  </a:lnTo>
                  <a:lnTo>
                    <a:pt x="0" y="9269"/>
                  </a:lnTo>
                  <a:lnTo>
                    <a:pt x="0" y="6859"/>
                  </a:lnTo>
                  <a:lnTo>
                    <a:pt x="0" y="4634"/>
                  </a:lnTo>
                  <a:lnTo>
                    <a:pt x="2009" y="2410"/>
                  </a:lnTo>
                  <a:lnTo>
                    <a:pt x="4019" y="0"/>
                  </a:lnTo>
                  <a:lnTo>
                    <a:pt x="6196" y="0"/>
                  </a:lnTo>
                  <a:close/>
                </a:path>
                <a:path w="240029" h="13969">
                  <a:moveTo>
                    <a:pt x="94956" y="0"/>
                  </a:moveTo>
                  <a:lnTo>
                    <a:pt x="96631" y="0"/>
                  </a:lnTo>
                  <a:lnTo>
                    <a:pt x="98640" y="2410"/>
                  </a:lnTo>
                  <a:lnTo>
                    <a:pt x="100818" y="4634"/>
                  </a:lnTo>
                  <a:lnTo>
                    <a:pt x="100818" y="6859"/>
                  </a:lnTo>
                  <a:lnTo>
                    <a:pt x="100818" y="9269"/>
                  </a:lnTo>
                  <a:lnTo>
                    <a:pt x="98640" y="11123"/>
                  </a:lnTo>
                  <a:lnTo>
                    <a:pt x="96631" y="13348"/>
                  </a:lnTo>
                  <a:lnTo>
                    <a:pt x="94956" y="13348"/>
                  </a:lnTo>
                  <a:lnTo>
                    <a:pt x="92946" y="13348"/>
                  </a:lnTo>
                  <a:lnTo>
                    <a:pt x="90769" y="11123"/>
                  </a:lnTo>
                  <a:lnTo>
                    <a:pt x="88760" y="9269"/>
                  </a:lnTo>
                  <a:lnTo>
                    <a:pt x="88760" y="6859"/>
                  </a:lnTo>
                  <a:lnTo>
                    <a:pt x="88760" y="4634"/>
                  </a:lnTo>
                  <a:lnTo>
                    <a:pt x="90769" y="2410"/>
                  </a:lnTo>
                  <a:lnTo>
                    <a:pt x="92946" y="0"/>
                  </a:lnTo>
                  <a:lnTo>
                    <a:pt x="94956" y="0"/>
                  </a:lnTo>
                  <a:close/>
                </a:path>
                <a:path w="240029" h="13969">
                  <a:moveTo>
                    <a:pt x="145198" y="0"/>
                  </a:moveTo>
                  <a:lnTo>
                    <a:pt x="183381" y="0"/>
                  </a:lnTo>
                  <a:lnTo>
                    <a:pt x="185391" y="0"/>
                  </a:lnTo>
                  <a:lnTo>
                    <a:pt x="187401" y="2410"/>
                  </a:lnTo>
                  <a:lnTo>
                    <a:pt x="187401" y="4634"/>
                  </a:lnTo>
                  <a:lnTo>
                    <a:pt x="189578" y="6859"/>
                  </a:lnTo>
                  <a:lnTo>
                    <a:pt x="187401" y="9269"/>
                  </a:lnTo>
                  <a:lnTo>
                    <a:pt x="187401" y="11123"/>
                  </a:lnTo>
                  <a:lnTo>
                    <a:pt x="185391" y="13348"/>
                  </a:lnTo>
                  <a:lnTo>
                    <a:pt x="183381" y="13348"/>
                  </a:lnTo>
                  <a:lnTo>
                    <a:pt x="145198" y="13348"/>
                  </a:lnTo>
                  <a:lnTo>
                    <a:pt x="143021" y="13348"/>
                  </a:lnTo>
                  <a:lnTo>
                    <a:pt x="141011" y="11123"/>
                  </a:lnTo>
                  <a:lnTo>
                    <a:pt x="139001" y="9269"/>
                  </a:lnTo>
                  <a:lnTo>
                    <a:pt x="139001" y="6859"/>
                  </a:lnTo>
                  <a:lnTo>
                    <a:pt x="139001" y="4634"/>
                  </a:lnTo>
                  <a:lnTo>
                    <a:pt x="141011" y="2410"/>
                  </a:lnTo>
                  <a:lnTo>
                    <a:pt x="143021" y="0"/>
                  </a:lnTo>
                  <a:lnTo>
                    <a:pt x="145198" y="0"/>
                  </a:lnTo>
                  <a:close/>
                </a:path>
                <a:path w="240029" h="13969">
                  <a:moveTo>
                    <a:pt x="233455" y="0"/>
                  </a:moveTo>
                  <a:lnTo>
                    <a:pt x="235633" y="0"/>
                  </a:lnTo>
                  <a:lnTo>
                    <a:pt x="237642" y="2410"/>
                  </a:lnTo>
                  <a:lnTo>
                    <a:pt x="237642" y="4634"/>
                  </a:lnTo>
                  <a:lnTo>
                    <a:pt x="239652" y="6859"/>
                  </a:lnTo>
                  <a:lnTo>
                    <a:pt x="237642" y="9269"/>
                  </a:lnTo>
                  <a:lnTo>
                    <a:pt x="237642" y="11123"/>
                  </a:lnTo>
                  <a:lnTo>
                    <a:pt x="235633" y="13348"/>
                  </a:lnTo>
                  <a:lnTo>
                    <a:pt x="233455" y="13348"/>
                  </a:lnTo>
                  <a:lnTo>
                    <a:pt x="229771" y="13348"/>
                  </a:lnTo>
                  <a:lnTo>
                    <a:pt x="227761" y="11123"/>
                  </a:lnTo>
                  <a:lnTo>
                    <a:pt x="227761" y="9269"/>
                  </a:lnTo>
                  <a:lnTo>
                    <a:pt x="225584" y="6859"/>
                  </a:lnTo>
                  <a:lnTo>
                    <a:pt x="227761" y="4634"/>
                  </a:lnTo>
                  <a:lnTo>
                    <a:pt x="227761" y="2410"/>
                  </a:lnTo>
                  <a:lnTo>
                    <a:pt x="229771" y="0"/>
                  </a:lnTo>
                  <a:lnTo>
                    <a:pt x="233455" y="0"/>
                  </a:lnTo>
                  <a:close/>
                </a:path>
              </a:pathLst>
            </a:custGeom>
            <a:ln w="3175">
              <a:solidFill>
                <a:srgbClr val="000000"/>
              </a:solidFill>
            </a:ln>
          </p:spPr>
          <p:txBody>
            <a:bodyPr wrap="square" lIns="0" tIns="0" rIns="0" bIns="0" rtlCol="0"/>
            <a:lstStyle/>
            <a:p/>
          </p:txBody>
        </p:sp>
        <p:sp>
          <p:nvSpPr>
            <p:cNvPr id="61" name="object 61" descr=""/>
            <p:cNvSpPr/>
            <p:nvPr/>
          </p:nvSpPr>
          <p:spPr>
            <a:xfrm>
              <a:off x="5726329" y="2691981"/>
              <a:ext cx="245745" cy="0"/>
            </a:xfrm>
            <a:custGeom>
              <a:avLst/>
              <a:gdLst/>
              <a:ahLst/>
              <a:cxnLst/>
              <a:rect l="l" t="t" r="r" b="b"/>
              <a:pathLst>
                <a:path w="245745" h="0">
                  <a:moveTo>
                    <a:pt x="0" y="0"/>
                  </a:moveTo>
                  <a:lnTo>
                    <a:pt x="245513" y="0"/>
                  </a:lnTo>
                </a:path>
              </a:pathLst>
            </a:custGeom>
            <a:ln w="13317">
              <a:solidFill>
                <a:srgbClr val="000000"/>
              </a:solidFill>
            </a:ln>
          </p:spPr>
          <p:txBody>
            <a:bodyPr wrap="square" lIns="0" tIns="0" rIns="0" bIns="0" rtlCol="0"/>
            <a:lstStyle/>
            <a:p/>
          </p:txBody>
        </p:sp>
        <p:pic>
          <p:nvPicPr>
            <p:cNvPr id="62" name="object 62" descr=""/>
            <p:cNvPicPr/>
            <p:nvPr/>
          </p:nvPicPr>
          <p:blipFill>
            <a:blip r:embed="rId4" cstate="print"/>
            <a:stretch>
              <a:fillRect/>
            </a:stretch>
          </p:blipFill>
          <p:spPr>
            <a:xfrm>
              <a:off x="5971843" y="2346161"/>
              <a:ext cx="177135" cy="749242"/>
            </a:xfrm>
            <a:prstGeom prst="rect">
              <a:avLst/>
            </a:prstGeom>
          </p:spPr>
        </p:pic>
        <p:sp>
          <p:nvSpPr>
            <p:cNvPr id="63" name="object 63" descr=""/>
            <p:cNvSpPr/>
            <p:nvPr/>
          </p:nvSpPr>
          <p:spPr>
            <a:xfrm>
              <a:off x="5971843" y="2346161"/>
              <a:ext cx="1516380" cy="749300"/>
            </a:xfrm>
            <a:custGeom>
              <a:avLst/>
              <a:gdLst/>
              <a:ahLst/>
              <a:cxnLst/>
              <a:rect l="l" t="t" r="r" b="b"/>
              <a:pathLst>
                <a:path w="1516379" h="749300">
                  <a:moveTo>
                    <a:pt x="0" y="749242"/>
                  </a:moveTo>
                  <a:lnTo>
                    <a:pt x="177135" y="749242"/>
                  </a:lnTo>
                  <a:lnTo>
                    <a:pt x="177135" y="0"/>
                  </a:lnTo>
                  <a:lnTo>
                    <a:pt x="0" y="0"/>
                  </a:lnTo>
                  <a:lnTo>
                    <a:pt x="0" y="749242"/>
                  </a:lnTo>
                  <a:close/>
                </a:path>
                <a:path w="1516379" h="749300">
                  <a:moveTo>
                    <a:pt x="177185" y="345819"/>
                  </a:moveTo>
                  <a:lnTo>
                    <a:pt x="352695" y="345819"/>
                  </a:lnTo>
                </a:path>
                <a:path w="1516379" h="749300">
                  <a:moveTo>
                    <a:pt x="775395" y="345819"/>
                  </a:moveTo>
                  <a:lnTo>
                    <a:pt x="952412" y="345819"/>
                  </a:lnTo>
                </a:path>
                <a:path w="1516379" h="749300">
                  <a:moveTo>
                    <a:pt x="1127588" y="345819"/>
                  </a:moveTo>
                  <a:lnTo>
                    <a:pt x="1304606" y="345819"/>
                  </a:lnTo>
                </a:path>
                <a:path w="1516379" h="749300">
                  <a:moveTo>
                    <a:pt x="1304606" y="173772"/>
                  </a:moveTo>
                  <a:lnTo>
                    <a:pt x="1515788" y="173772"/>
                  </a:lnTo>
                </a:path>
                <a:path w="1516379" h="749300">
                  <a:moveTo>
                    <a:pt x="1304606" y="173772"/>
                  </a:moveTo>
                  <a:lnTo>
                    <a:pt x="1304606" y="519721"/>
                  </a:lnTo>
                </a:path>
                <a:path w="1516379" h="749300">
                  <a:moveTo>
                    <a:pt x="1304606" y="519721"/>
                  </a:moveTo>
                  <a:lnTo>
                    <a:pt x="1515788" y="519721"/>
                  </a:lnTo>
                </a:path>
              </a:pathLst>
            </a:custGeom>
            <a:ln w="12673">
              <a:solidFill>
                <a:srgbClr val="000000"/>
              </a:solidFill>
            </a:ln>
          </p:spPr>
          <p:txBody>
            <a:bodyPr wrap="square" lIns="0" tIns="0" rIns="0" bIns="0" rtlCol="0"/>
            <a:lstStyle/>
            <a:p/>
          </p:txBody>
        </p:sp>
        <p:sp>
          <p:nvSpPr>
            <p:cNvPr id="64" name="object 64" descr=""/>
            <p:cNvSpPr/>
            <p:nvPr/>
          </p:nvSpPr>
          <p:spPr>
            <a:xfrm>
              <a:off x="7518446" y="2516410"/>
              <a:ext cx="189230" cy="13335"/>
            </a:xfrm>
            <a:custGeom>
              <a:avLst/>
              <a:gdLst/>
              <a:ahLst/>
              <a:cxnLst/>
              <a:rect l="l" t="t" r="r" b="b"/>
              <a:pathLst>
                <a:path w="189229" h="13335">
                  <a:moveTo>
                    <a:pt x="46389" y="0"/>
                  </a:moveTo>
                  <a:lnTo>
                    <a:pt x="4019" y="0"/>
                  </a:lnTo>
                  <a:lnTo>
                    <a:pt x="2009" y="1668"/>
                  </a:lnTo>
                  <a:lnTo>
                    <a:pt x="0" y="4078"/>
                  </a:lnTo>
                  <a:lnTo>
                    <a:pt x="0" y="8528"/>
                  </a:lnTo>
                  <a:lnTo>
                    <a:pt x="2009" y="10938"/>
                  </a:lnTo>
                  <a:lnTo>
                    <a:pt x="4019" y="13163"/>
                  </a:lnTo>
                  <a:lnTo>
                    <a:pt x="46389" y="13163"/>
                  </a:lnTo>
                  <a:lnTo>
                    <a:pt x="50576" y="8528"/>
                  </a:lnTo>
                  <a:lnTo>
                    <a:pt x="50576" y="4078"/>
                  </a:lnTo>
                  <a:lnTo>
                    <a:pt x="48399" y="1668"/>
                  </a:lnTo>
                  <a:lnTo>
                    <a:pt x="46389" y="0"/>
                  </a:lnTo>
                  <a:close/>
                </a:path>
                <a:path w="189229" h="13335">
                  <a:moveTo>
                    <a:pt x="96631" y="0"/>
                  </a:moveTo>
                  <a:lnTo>
                    <a:pt x="92779" y="0"/>
                  </a:lnTo>
                  <a:lnTo>
                    <a:pt x="90769" y="1668"/>
                  </a:lnTo>
                  <a:lnTo>
                    <a:pt x="88760" y="4078"/>
                  </a:lnTo>
                  <a:lnTo>
                    <a:pt x="88760" y="8528"/>
                  </a:lnTo>
                  <a:lnTo>
                    <a:pt x="90769" y="10938"/>
                  </a:lnTo>
                  <a:lnTo>
                    <a:pt x="92779" y="13163"/>
                  </a:lnTo>
                  <a:lnTo>
                    <a:pt x="96631" y="13163"/>
                  </a:lnTo>
                  <a:lnTo>
                    <a:pt x="98640" y="10938"/>
                  </a:lnTo>
                  <a:lnTo>
                    <a:pt x="100650" y="8528"/>
                  </a:lnTo>
                  <a:lnTo>
                    <a:pt x="100650" y="4078"/>
                  </a:lnTo>
                  <a:lnTo>
                    <a:pt x="98640" y="1668"/>
                  </a:lnTo>
                  <a:lnTo>
                    <a:pt x="96631" y="0"/>
                  </a:lnTo>
                  <a:close/>
                </a:path>
                <a:path w="189229" h="13335">
                  <a:moveTo>
                    <a:pt x="185391" y="0"/>
                  </a:moveTo>
                  <a:lnTo>
                    <a:pt x="143021" y="0"/>
                  </a:lnTo>
                  <a:lnTo>
                    <a:pt x="141011" y="1668"/>
                  </a:lnTo>
                  <a:lnTo>
                    <a:pt x="138834" y="4078"/>
                  </a:lnTo>
                  <a:lnTo>
                    <a:pt x="138834" y="8528"/>
                  </a:lnTo>
                  <a:lnTo>
                    <a:pt x="143021" y="13163"/>
                  </a:lnTo>
                  <a:lnTo>
                    <a:pt x="185391" y="13163"/>
                  </a:lnTo>
                  <a:lnTo>
                    <a:pt x="187401" y="10938"/>
                  </a:lnTo>
                  <a:lnTo>
                    <a:pt x="187401" y="8528"/>
                  </a:lnTo>
                  <a:lnTo>
                    <a:pt x="189075" y="6303"/>
                  </a:lnTo>
                  <a:lnTo>
                    <a:pt x="187401" y="4078"/>
                  </a:lnTo>
                  <a:lnTo>
                    <a:pt x="187401" y="1668"/>
                  </a:lnTo>
                  <a:lnTo>
                    <a:pt x="185391" y="0"/>
                  </a:lnTo>
                  <a:close/>
                </a:path>
              </a:pathLst>
            </a:custGeom>
            <a:solidFill>
              <a:srgbClr val="000000"/>
            </a:solidFill>
          </p:spPr>
          <p:txBody>
            <a:bodyPr wrap="square" lIns="0" tIns="0" rIns="0" bIns="0" rtlCol="0"/>
            <a:lstStyle/>
            <a:p/>
          </p:txBody>
        </p:sp>
        <p:sp>
          <p:nvSpPr>
            <p:cNvPr id="65" name="object 65" descr=""/>
            <p:cNvSpPr/>
            <p:nvPr/>
          </p:nvSpPr>
          <p:spPr>
            <a:xfrm>
              <a:off x="7518446" y="2516410"/>
              <a:ext cx="189230" cy="13335"/>
            </a:xfrm>
            <a:custGeom>
              <a:avLst/>
              <a:gdLst/>
              <a:ahLst/>
              <a:cxnLst/>
              <a:rect l="l" t="t" r="r" b="b"/>
              <a:pathLst>
                <a:path w="189229" h="13335">
                  <a:moveTo>
                    <a:pt x="6196" y="0"/>
                  </a:moveTo>
                  <a:lnTo>
                    <a:pt x="44380" y="0"/>
                  </a:lnTo>
                  <a:lnTo>
                    <a:pt x="46389" y="0"/>
                  </a:lnTo>
                  <a:lnTo>
                    <a:pt x="48399" y="1668"/>
                  </a:lnTo>
                  <a:lnTo>
                    <a:pt x="50576" y="4078"/>
                  </a:lnTo>
                  <a:lnTo>
                    <a:pt x="50576" y="6303"/>
                  </a:lnTo>
                  <a:lnTo>
                    <a:pt x="50576" y="8528"/>
                  </a:lnTo>
                  <a:lnTo>
                    <a:pt x="48399" y="10938"/>
                  </a:lnTo>
                  <a:lnTo>
                    <a:pt x="46389" y="13163"/>
                  </a:lnTo>
                  <a:lnTo>
                    <a:pt x="44380" y="13163"/>
                  </a:lnTo>
                  <a:lnTo>
                    <a:pt x="6196" y="13163"/>
                  </a:lnTo>
                  <a:lnTo>
                    <a:pt x="4019" y="13163"/>
                  </a:lnTo>
                  <a:lnTo>
                    <a:pt x="2009" y="10938"/>
                  </a:lnTo>
                  <a:lnTo>
                    <a:pt x="0" y="8528"/>
                  </a:lnTo>
                  <a:lnTo>
                    <a:pt x="0" y="6303"/>
                  </a:lnTo>
                  <a:lnTo>
                    <a:pt x="0" y="4078"/>
                  </a:lnTo>
                  <a:lnTo>
                    <a:pt x="2009" y="1668"/>
                  </a:lnTo>
                  <a:lnTo>
                    <a:pt x="4019" y="0"/>
                  </a:lnTo>
                  <a:lnTo>
                    <a:pt x="6196" y="0"/>
                  </a:lnTo>
                  <a:close/>
                </a:path>
                <a:path w="189229" h="13335">
                  <a:moveTo>
                    <a:pt x="94454" y="0"/>
                  </a:moveTo>
                  <a:lnTo>
                    <a:pt x="96631" y="0"/>
                  </a:lnTo>
                  <a:lnTo>
                    <a:pt x="98640" y="1668"/>
                  </a:lnTo>
                  <a:lnTo>
                    <a:pt x="100650" y="4078"/>
                  </a:lnTo>
                  <a:lnTo>
                    <a:pt x="100650" y="6303"/>
                  </a:lnTo>
                  <a:lnTo>
                    <a:pt x="100650" y="8528"/>
                  </a:lnTo>
                  <a:lnTo>
                    <a:pt x="98640" y="10938"/>
                  </a:lnTo>
                  <a:lnTo>
                    <a:pt x="96631" y="13163"/>
                  </a:lnTo>
                  <a:lnTo>
                    <a:pt x="94454" y="13163"/>
                  </a:lnTo>
                  <a:lnTo>
                    <a:pt x="92779" y="13163"/>
                  </a:lnTo>
                  <a:lnTo>
                    <a:pt x="90769" y="10938"/>
                  </a:lnTo>
                  <a:lnTo>
                    <a:pt x="88760" y="8528"/>
                  </a:lnTo>
                  <a:lnTo>
                    <a:pt x="88760" y="6303"/>
                  </a:lnTo>
                  <a:lnTo>
                    <a:pt x="88760" y="4078"/>
                  </a:lnTo>
                  <a:lnTo>
                    <a:pt x="90769" y="1668"/>
                  </a:lnTo>
                  <a:lnTo>
                    <a:pt x="92779" y="0"/>
                  </a:lnTo>
                  <a:lnTo>
                    <a:pt x="94454" y="0"/>
                  </a:lnTo>
                  <a:close/>
                </a:path>
                <a:path w="189229" h="13335">
                  <a:moveTo>
                    <a:pt x="145198" y="0"/>
                  </a:moveTo>
                  <a:lnTo>
                    <a:pt x="183214" y="0"/>
                  </a:lnTo>
                  <a:lnTo>
                    <a:pt x="185391" y="0"/>
                  </a:lnTo>
                  <a:lnTo>
                    <a:pt x="187401" y="1668"/>
                  </a:lnTo>
                  <a:lnTo>
                    <a:pt x="187401" y="4078"/>
                  </a:lnTo>
                  <a:lnTo>
                    <a:pt x="189075" y="6303"/>
                  </a:lnTo>
                  <a:lnTo>
                    <a:pt x="187401" y="8528"/>
                  </a:lnTo>
                  <a:lnTo>
                    <a:pt x="187401" y="10938"/>
                  </a:lnTo>
                  <a:lnTo>
                    <a:pt x="185391" y="13163"/>
                  </a:lnTo>
                  <a:lnTo>
                    <a:pt x="183214" y="13163"/>
                  </a:lnTo>
                  <a:lnTo>
                    <a:pt x="145198" y="13163"/>
                  </a:lnTo>
                  <a:lnTo>
                    <a:pt x="143021" y="13163"/>
                  </a:lnTo>
                  <a:lnTo>
                    <a:pt x="141011" y="10938"/>
                  </a:lnTo>
                  <a:lnTo>
                    <a:pt x="138834" y="8528"/>
                  </a:lnTo>
                  <a:lnTo>
                    <a:pt x="138834" y="6303"/>
                  </a:lnTo>
                  <a:lnTo>
                    <a:pt x="138834" y="4078"/>
                  </a:lnTo>
                  <a:lnTo>
                    <a:pt x="141011" y="1668"/>
                  </a:lnTo>
                  <a:lnTo>
                    <a:pt x="143021" y="0"/>
                  </a:lnTo>
                  <a:lnTo>
                    <a:pt x="145198" y="0"/>
                  </a:lnTo>
                  <a:close/>
                </a:path>
              </a:pathLst>
            </a:custGeom>
            <a:ln w="3175">
              <a:solidFill>
                <a:srgbClr val="000000"/>
              </a:solidFill>
            </a:ln>
          </p:spPr>
          <p:txBody>
            <a:bodyPr wrap="square" lIns="0" tIns="0" rIns="0" bIns="0" rtlCol="0"/>
            <a:lstStyle/>
            <a:p/>
          </p:txBody>
        </p:sp>
        <p:sp>
          <p:nvSpPr>
            <p:cNvPr id="66" name="object 66" descr=""/>
            <p:cNvSpPr/>
            <p:nvPr/>
          </p:nvSpPr>
          <p:spPr>
            <a:xfrm>
              <a:off x="7693455" y="2516410"/>
              <a:ext cx="14604" cy="358775"/>
            </a:xfrm>
            <a:custGeom>
              <a:avLst/>
              <a:gdLst/>
              <a:ahLst/>
              <a:cxnLst/>
              <a:rect l="l" t="t" r="r" b="b"/>
              <a:pathLst>
                <a:path w="14604" h="358775">
                  <a:moveTo>
                    <a:pt x="10383" y="0"/>
                  </a:moveTo>
                  <a:lnTo>
                    <a:pt x="4186" y="0"/>
                  </a:lnTo>
                  <a:lnTo>
                    <a:pt x="2009" y="1668"/>
                  </a:lnTo>
                  <a:lnTo>
                    <a:pt x="2009" y="4078"/>
                  </a:lnTo>
                  <a:lnTo>
                    <a:pt x="0" y="6303"/>
                  </a:lnTo>
                  <a:lnTo>
                    <a:pt x="0" y="48944"/>
                  </a:lnTo>
                  <a:lnTo>
                    <a:pt x="2009" y="51169"/>
                  </a:lnTo>
                  <a:lnTo>
                    <a:pt x="2009" y="53394"/>
                  </a:lnTo>
                  <a:lnTo>
                    <a:pt x="4186" y="55248"/>
                  </a:lnTo>
                  <a:lnTo>
                    <a:pt x="10383" y="55248"/>
                  </a:lnTo>
                  <a:lnTo>
                    <a:pt x="12392" y="53394"/>
                  </a:lnTo>
                  <a:lnTo>
                    <a:pt x="12392" y="51169"/>
                  </a:lnTo>
                  <a:lnTo>
                    <a:pt x="14067" y="48944"/>
                  </a:lnTo>
                  <a:lnTo>
                    <a:pt x="14067" y="6303"/>
                  </a:lnTo>
                  <a:lnTo>
                    <a:pt x="12392" y="4078"/>
                  </a:lnTo>
                  <a:lnTo>
                    <a:pt x="12392" y="1668"/>
                  </a:lnTo>
                  <a:lnTo>
                    <a:pt x="10383" y="0"/>
                  </a:lnTo>
                  <a:close/>
                </a:path>
                <a:path w="14604" h="358775">
                  <a:moveTo>
                    <a:pt x="12392" y="97889"/>
                  </a:moveTo>
                  <a:lnTo>
                    <a:pt x="2009" y="97889"/>
                  </a:lnTo>
                  <a:lnTo>
                    <a:pt x="2009" y="100114"/>
                  </a:lnTo>
                  <a:lnTo>
                    <a:pt x="0" y="104748"/>
                  </a:lnTo>
                  <a:lnTo>
                    <a:pt x="2009" y="106973"/>
                  </a:lnTo>
                  <a:lnTo>
                    <a:pt x="2009" y="108827"/>
                  </a:lnTo>
                  <a:lnTo>
                    <a:pt x="4186" y="111052"/>
                  </a:lnTo>
                  <a:lnTo>
                    <a:pt x="10383" y="111052"/>
                  </a:lnTo>
                  <a:lnTo>
                    <a:pt x="12392" y="108827"/>
                  </a:lnTo>
                  <a:lnTo>
                    <a:pt x="12392" y="106973"/>
                  </a:lnTo>
                  <a:lnTo>
                    <a:pt x="14067" y="104748"/>
                  </a:lnTo>
                  <a:lnTo>
                    <a:pt x="12392" y="100114"/>
                  </a:lnTo>
                  <a:lnTo>
                    <a:pt x="12392" y="97889"/>
                  </a:lnTo>
                  <a:close/>
                </a:path>
                <a:path w="14604" h="358775">
                  <a:moveTo>
                    <a:pt x="10383" y="207087"/>
                  </a:moveTo>
                  <a:lnTo>
                    <a:pt x="4186" y="207087"/>
                  </a:lnTo>
                  <a:lnTo>
                    <a:pt x="8206" y="209497"/>
                  </a:lnTo>
                  <a:lnTo>
                    <a:pt x="10383" y="207087"/>
                  </a:lnTo>
                  <a:close/>
                </a:path>
                <a:path w="14604" h="358775">
                  <a:moveTo>
                    <a:pt x="12392" y="153693"/>
                  </a:moveTo>
                  <a:lnTo>
                    <a:pt x="2009" y="153693"/>
                  </a:lnTo>
                  <a:lnTo>
                    <a:pt x="2009" y="155918"/>
                  </a:lnTo>
                  <a:lnTo>
                    <a:pt x="0" y="160553"/>
                  </a:lnTo>
                  <a:lnTo>
                    <a:pt x="0" y="200228"/>
                  </a:lnTo>
                  <a:lnTo>
                    <a:pt x="2009" y="204863"/>
                  </a:lnTo>
                  <a:lnTo>
                    <a:pt x="2009" y="207087"/>
                  </a:lnTo>
                  <a:lnTo>
                    <a:pt x="12392" y="207087"/>
                  </a:lnTo>
                  <a:lnTo>
                    <a:pt x="12392" y="204863"/>
                  </a:lnTo>
                  <a:lnTo>
                    <a:pt x="14067" y="200228"/>
                  </a:lnTo>
                  <a:lnTo>
                    <a:pt x="14067" y="160553"/>
                  </a:lnTo>
                  <a:lnTo>
                    <a:pt x="12392" y="155918"/>
                  </a:lnTo>
                  <a:lnTo>
                    <a:pt x="12392" y="153693"/>
                  </a:lnTo>
                  <a:close/>
                </a:path>
                <a:path w="14604" h="358775">
                  <a:moveTo>
                    <a:pt x="10383" y="262892"/>
                  </a:moveTo>
                  <a:lnTo>
                    <a:pt x="4186" y="262892"/>
                  </a:lnTo>
                  <a:lnTo>
                    <a:pt x="8206" y="265302"/>
                  </a:lnTo>
                  <a:lnTo>
                    <a:pt x="10383" y="262892"/>
                  </a:lnTo>
                  <a:close/>
                </a:path>
                <a:path w="14604" h="358775">
                  <a:moveTo>
                    <a:pt x="12392" y="251582"/>
                  </a:moveTo>
                  <a:lnTo>
                    <a:pt x="2009" y="251582"/>
                  </a:lnTo>
                  <a:lnTo>
                    <a:pt x="2009" y="253807"/>
                  </a:lnTo>
                  <a:lnTo>
                    <a:pt x="0" y="256032"/>
                  </a:lnTo>
                  <a:lnTo>
                    <a:pt x="2009" y="260667"/>
                  </a:lnTo>
                  <a:lnTo>
                    <a:pt x="2009" y="262892"/>
                  </a:lnTo>
                  <a:lnTo>
                    <a:pt x="12392" y="262892"/>
                  </a:lnTo>
                  <a:lnTo>
                    <a:pt x="12392" y="260667"/>
                  </a:lnTo>
                  <a:lnTo>
                    <a:pt x="14067" y="256032"/>
                  </a:lnTo>
                  <a:lnTo>
                    <a:pt x="12392" y="253807"/>
                  </a:lnTo>
                  <a:lnTo>
                    <a:pt x="12392" y="251582"/>
                  </a:lnTo>
                  <a:close/>
                </a:path>
                <a:path w="14604" h="358775">
                  <a:moveTo>
                    <a:pt x="8206" y="249729"/>
                  </a:moveTo>
                  <a:lnTo>
                    <a:pt x="4186" y="251582"/>
                  </a:lnTo>
                  <a:lnTo>
                    <a:pt x="10383" y="251582"/>
                  </a:lnTo>
                  <a:lnTo>
                    <a:pt x="8206" y="249729"/>
                  </a:lnTo>
                  <a:close/>
                </a:path>
                <a:path w="14604" h="358775">
                  <a:moveTo>
                    <a:pt x="12392" y="307387"/>
                  </a:moveTo>
                  <a:lnTo>
                    <a:pt x="2009" y="307387"/>
                  </a:lnTo>
                  <a:lnTo>
                    <a:pt x="2009" y="309612"/>
                  </a:lnTo>
                  <a:lnTo>
                    <a:pt x="0" y="311836"/>
                  </a:lnTo>
                  <a:lnTo>
                    <a:pt x="0" y="352067"/>
                  </a:lnTo>
                  <a:lnTo>
                    <a:pt x="2009" y="354478"/>
                  </a:lnTo>
                  <a:lnTo>
                    <a:pt x="2009" y="356331"/>
                  </a:lnTo>
                  <a:lnTo>
                    <a:pt x="4186" y="358556"/>
                  </a:lnTo>
                  <a:lnTo>
                    <a:pt x="10383" y="358556"/>
                  </a:lnTo>
                  <a:lnTo>
                    <a:pt x="12392" y="356331"/>
                  </a:lnTo>
                  <a:lnTo>
                    <a:pt x="12392" y="354478"/>
                  </a:lnTo>
                  <a:lnTo>
                    <a:pt x="14067" y="352067"/>
                  </a:lnTo>
                  <a:lnTo>
                    <a:pt x="14067" y="311836"/>
                  </a:lnTo>
                  <a:lnTo>
                    <a:pt x="12392" y="309612"/>
                  </a:lnTo>
                  <a:lnTo>
                    <a:pt x="12392" y="307387"/>
                  </a:lnTo>
                  <a:close/>
                </a:path>
                <a:path w="14604" h="358775">
                  <a:moveTo>
                    <a:pt x="8206" y="304977"/>
                  </a:moveTo>
                  <a:lnTo>
                    <a:pt x="4186" y="307387"/>
                  </a:lnTo>
                  <a:lnTo>
                    <a:pt x="10383" y="307387"/>
                  </a:lnTo>
                  <a:lnTo>
                    <a:pt x="8206" y="304977"/>
                  </a:lnTo>
                  <a:close/>
                </a:path>
              </a:pathLst>
            </a:custGeom>
            <a:solidFill>
              <a:srgbClr val="000000"/>
            </a:solidFill>
          </p:spPr>
          <p:txBody>
            <a:bodyPr wrap="square" lIns="0" tIns="0" rIns="0" bIns="0" rtlCol="0"/>
            <a:lstStyle/>
            <a:p/>
          </p:txBody>
        </p:sp>
        <p:sp>
          <p:nvSpPr>
            <p:cNvPr id="67" name="object 67" descr=""/>
            <p:cNvSpPr/>
            <p:nvPr/>
          </p:nvSpPr>
          <p:spPr>
            <a:xfrm>
              <a:off x="7693455" y="2516410"/>
              <a:ext cx="14604" cy="358775"/>
            </a:xfrm>
            <a:custGeom>
              <a:avLst/>
              <a:gdLst/>
              <a:ahLst/>
              <a:cxnLst/>
              <a:rect l="l" t="t" r="r" b="b"/>
              <a:pathLst>
                <a:path w="14604" h="358775">
                  <a:moveTo>
                    <a:pt x="14067" y="6303"/>
                  </a:moveTo>
                  <a:lnTo>
                    <a:pt x="14067" y="48944"/>
                  </a:lnTo>
                  <a:lnTo>
                    <a:pt x="12392" y="51169"/>
                  </a:lnTo>
                  <a:lnTo>
                    <a:pt x="12392" y="53394"/>
                  </a:lnTo>
                  <a:lnTo>
                    <a:pt x="10383" y="55248"/>
                  </a:lnTo>
                  <a:lnTo>
                    <a:pt x="8206" y="55248"/>
                  </a:lnTo>
                  <a:lnTo>
                    <a:pt x="4186" y="55248"/>
                  </a:lnTo>
                  <a:lnTo>
                    <a:pt x="2009" y="53394"/>
                  </a:lnTo>
                  <a:lnTo>
                    <a:pt x="2009" y="51169"/>
                  </a:lnTo>
                  <a:lnTo>
                    <a:pt x="0" y="48944"/>
                  </a:lnTo>
                  <a:lnTo>
                    <a:pt x="0" y="6303"/>
                  </a:lnTo>
                  <a:lnTo>
                    <a:pt x="2009" y="4078"/>
                  </a:lnTo>
                  <a:lnTo>
                    <a:pt x="2009" y="1668"/>
                  </a:lnTo>
                  <a:lnTo>
                    <a:pt x="4186" y="0"/>
                  </a:lnTo>
                  <a:lnTo>
                    <a:pt x="8206" y="0"/>
                  </a:lnTo>
                  <a:lnTo>
                    <a:pt x="10383" y="0"/>
                  </a:lnTo>
                  <a:lnTo>
                    <a:pt x="12392" y="1668"/>
                  </a:lnTo>
                  <a:lnTo>
                    <a:pt x="12392" y="4078"/>
                  </a:lnTo>
                  <a:lnTo>
                    <a:pt x="14067" y="6303"/>
                  </a:lnTo>
                  <a:close/>
                </a:path>
                <a:path w="14604" h="358775">
                  <a:moveTo>
                    <a:pt x="14067" y="104748"/>
                  </a:moveTo>
                  <a:lnTo>
                    <a:pt x="12392" y="106973"/>
                  </a:lnTo>
                  <a:lnTo>
                    <a:pt x="12392" y="108827"/>
                  </a:lnTo>
                  <a:lnTo>
                    <a:pt x="10383" y="111052"/>
                  </a:lnTo>
                  <a:lnTo>
                    <a:pt x="8206" y="111052"/>
                  </a:lnTo>
                  <a:lnTo>
                    <a:pt x="4186" y="111052"/>
                  </a:lnTo>
                  <a:lnTo>
                    <a:pt x="2009" y="108827"/>
                  </a:lnTo>
                  <a:lnTo>
                    <a:pt x="2009" y="106973"/>
                  </a:lnTo>
                  <a:lnTo>
                    <a:pt x="0" y="104748"/>
                  </a:lnTo>
                  <a:lnTo>
                    <a:pt x="2009" y="100114"/>
                  </a:lnTo>
                  <a:lnTo>
                    <a:pt x="2009" y="97889"/>
                  </a:lnTo>
                  <a:lnTo>
                    <a:pt x="4186" y="97889"/>
                  </a:lnTo>
                  <a:lnTo>
                    <a:pt x="8206" y="97889"/>
                  </a:lnTo>
                  <a:lnTo>
                    <a:pt x="10383" y="97889"/>
                  </a:lnTo>
                  <a:lnTo>
                    <a:pt x="12392" y="97889"/>
                  </a:lnTo>
                  <a:lnTo>
                    <a:pt x="12392" y="100114"/>
                  </a:lnTo>
                  <a:lnTo>
                    <a:pt x="14067" y="104748"/>
                  </a:lnTo>
                  <a:close/>
                </a:path>
                <a:path w="14604" h="358775">
                  <a:moveTo>
                    <a:pt x="14067" y="160553"/>
                  </a:moveTo>
                  <a:lnTo>
                    <a:pt x="14067" y="200228"/>
                  </a:lnTo>
                  <a:lnTo>
                    <a:pt x="12392" y="204863"/>
                  </a:lnTo>
                  <a:lnTo>
                    <a:pt x="12392" y="207087"/>
                  </a:lnTo>
                  <a:lnTo>
                    <a:pt x="10383" y="207087"/>
                  </a:lnTo>
                  <a:lnTo>
                    <a:pt x="8206" y="209497"/>
                  </a:lnTo>
                  <a:lnTo>
                    <a:pt x="4186" y="207087"/>
                  </a:lnTo>
                  <a:lnTo>
                    <a:pt x="2009" y="207087"/>
                  </a:lnTo>
                  <a:lnTo>
                    <a:pt x="2009" y="204863"/>
                  </a:lnTo>
                  <a:lnTo>
                    <a:pt x="0" y="200228"/>
                  </a:lnTo>
                  <a:lnTo>
                    <a:pt x="0" y="160553"/>
                  </a:lnTo>
                  <a:lnTo>
                    <a:pt x="2009" y="155918"/>
                  </a:lnTo>
                  <a:lnTo>
                    <a:pt x="2009" y="153693"/>
                  </a:lnTo>
                  <a:lnTo>
                    <a:pt x="4186" y="153693"/>
                  </a:lnTo>
                  <a:lnTo>
                    <a:pt x="8206" y="153693"/>
                  </a:lnTo>
                  <a:lnTo>
                    <a:pt x="10383" y="153693"/>
                  </a:lnTo>
                  <a:lnTo>
                    <a:pt x="12392" y="153693"/>
                  </a:lnTo>
                  <a:lnTo>
                    <a:pt x="12392" y="155918"/>
                  </a:lnTo>
                  <a:lnTo>
                    <a:pt x="14067" y="160553"/>
                  </a:lnTo>
                  <a:close/>
                </a:path>
                <a:path w="14604" h="358775">
                  <a:moveTo>
                    <a:pt x="14067" y="256032"/>
                  </a:moveTo>
                  <a:lnTo>
                    <a:pt x="12392" y="260667"/>
                  </a:lnTo>
                  <a:lnTo>
                    <a:pt x="12392" y="262892"/>
                  </a:lnTo>
                  <a:lnTo>
                    <a:pt x="10383" y="262892"/>
                  </a:lnTo>
                  <a:lnTo>
                    <a:pt x="8206" y="265302"/>
                  </a:lnTo>
                  <a:lnTo>
                    <a:pt x="4186" y="262892"/>
                  </a:lnTo>
                  <a:lnTo>
                    <a:pt x="2009" y="262892"/>
                  </a:lnTo>
                  <a:lnTo>
                    <a:pt x="2009" y="260667"/>
                  </a:lnTo>
                  <a:lnTo>
                    <a:pt x="0" y="256032"/>
                  </a:lnTo>
                  <a:lnTo>
                    <a:pt x="2009" y="253807"/>
                  </a:lnTo>
                  <a:lnTo>
                    <a:pt x="2009" y="251582"/>
                  </a:lnTo>
                  <a:lnTo>
                    <a:pt x="4186" y="251582"/>
                  </a:lnTo>
                  <a:lnTo>
                    <a:pt x="8206" y="249729"/>
                  </a:lnTo>
                  <a:lnTo>
                    <a:pt x="10383" y="251582"/>
                  </a:lnTo>
                  <a:lnTo>
                    <a:pt x="12392" y="251582"/>
                  </a:lnTo>
                  <a:lnTo>
                    <a:pt x="12392" y="253807"/>
                  </a:lnTo>
                  <a:lnTo>
                    <a:pt x="14067" y="256032"/>
                  </a:lnTo>
                  <a:close/>
                </a:path>
                <a:path w="14604" h="358775">
                  <a:moveTo>
                    <a:pt x="14067" y="311836"/>
                  </a:moveTo>
                  <a:lnTo>
                    <a:pt x="14067" y="352067"/>
                  </a:lnTo>
                  <a:lnTo>
                    <a:pt x="12392" y="354478"/>
                  </a:lnTo>
                  <a:lnTo>
                    <a:pt x="12392" y="356331"/>
                  </a:lnTo>
                  <a:lnTo>
                    <a:pt x="10383" y="358556"/>
                  </a:lnTo>
                  <a:lnTo>
                    <a:pt x="8206" y="358556"/>
                  </a:lnTo>
                  <a:lnTo>
                    <a:pt x="4186" y="358556"/>
                  </a:lnTo>
                  <a:lnTo>
                    <a:pt x="2009" y="356331"/>
                  </a:lnTo>
                  <a:lnTo>
                    <a:pt x="2009" y="354478"/>
                  </a:lnTo>
                  <a:lnTo>
                    <a:pt x="0" y="352067"/>
                  </a:lnTo>
                  <a:lnTo>
                    <a:pt x="0" y="311836"/>
                  </a:lnTo>
                  <a:lnTo>
                    <a:pt x="2009" y="309612"/>
                  </a:lnTo>
                  <a:lnTo>
                    <a:pt x="2009" y="307387"/>
                  </a:lnTo>
                  <a:lnTo>
                    <a:pt x="4186" y="307387"/>
                  </a:lnTo>
                  <a:lnTo>
                    <a:pt x="8206" y="304977"/>
                  </a:lnTo>
                  <a:lnTo>
                    <a:pt x="10383" y="307387"/>
                  </a:lnTo>
                  <a:lnTo>
                    <a:pt x="12392" y="307387"/>
                  </a:lnTo>
                  <a:lnTo>
                    <a:pt x="12392" y="309612"/>
                  </a:lnTo>
                  <a:lnTo>
                    <a:pt x="14067" y="311836"/>
                  </a:lnTo>
                  <a:close/>
                </a:path>
              </a:pathLst>
            </a:custGeom>
            <a:ln w="3175">
              <a:solidFill>
                <a:srgbClr val="000000"/>
              </a:solidFill>
            </a:ln>
          </p:spPr>
          <p:txBody>
            <a:bodyPr wrap="square" lIns="0" tIns="0" rIns="0" bIns="0" rtlCol="0"/>
            <a:lstStyle/>
            <a:p/>
          </p:txBody>
        </p:sp>
        <p:sp>
          <p:nvSpPr>
            <p:cNvPr id="68" name="object 68" descr=""/>
            <p:cNvSpPr/>
            <p:nvPr/>
          </p:nvSpPr>
          <p:spPr>
            <a:xfrm>
              <a:off x="7518446" y="2861618"/>
              <a:ext cx="189230" cy="13970"/>
            </a:xfrm>
            <a:custGeom>
              <a:avLst/>
              <a:gdLst/>
              <a:ahLst/>
              <a:cxnLst/>
              <a:rect l="l" t="t" r="r" b="b"/>
              <a:pathLst>
                <a:path w="189229" h="13969">
                  <a:moveTo>
                    <a:pt x="46389" y="0"/>
                  </a:moveTo>
                  <a:lnTo>
                    <a:pt x="4019" y="0"/>
                  </a:lnTo>
                  <a:lnTo>
                    <a:pt x="2009" y="2410"/>
                  </a:lnTo>
                  <a:lnTo>
                    <a:pt x="0" y="4634"/>
                  </a:lnTo>
                  <a:lnTo>
                    <a:pt x="0" y="9269"/>
                  </a:lnTo>
                  <a:lnTo>
                    <a:pt x="2009" y="11123"/>
                  </a:lnTo>
                  <a:lnTo>
                    <a:pt x="4019" y="13348"/>
                  </a:lnTo>
                  <a:lnTo>
                    <a:pt x="46389" y="13348"/>
                  </a:lnTo>
                  <a:lnTo>
                    <a:pt x="48399" y="11123"/>
                  </a:lnTo>
                  <a:lnTo>
                    <a:pt x="50576" y="9269"/>
                  </a:lnTo>
                  <a:lnTo>
                    <a:pt x="50576" y="4634"/>
                  </a:lnTo>
                  <a:lnTo>
                    <a:pt x="48399" y="2410"/>
                  </a:lnTo>
                  <a:lnTo>
                    <a:pt x="46389" y="0"/>
                  </a:lnTo>
                  <a:close/>
                </a:path>
                <a:path w="189229" h="13969">
                  <a:moveTo>
                    <a:pt x="96631" y="0"/>
                  </a:moveTo>
                  <a:lnTo>
                    <a:pt x="92779" y="0"/>
                  </a:lnTo>
                  <a:lnTo>
                    <a:pt x="90769" y="2410"/>
                  </a:lnTo>
                  <a:lnTo>
                    <a:pt x="88760" y="4634"/>
                  </a:lnTo>
                  <a:lnTo>
                    <a:pt x="88760" y="9269"/>
                  </a:lnTo>
                  <a:lnTo>
                    <a:pt x="90769" y="11123"/>
                  </a:lnTo>
                  <a:lnTo>
                    <a:pt x="92779" y="13348"/>
                  </a:lnTo>
                  <a:lnTo>
                    <a:pt x="96631" y="13348"/>
                  </a:lnTo>
                  <a:lnTo>
                    <a:pt x="98640" y="11123"/>
                  </a:lnTo>
                  <a:lnTo>
                    <a:pt x="100650" y="9269"/>
                  </a:lnTo>
                  <a:lnTo>
                    <a:pt x="100650" y="4634"/>
                  </a:lnTo>
                  <a:lnTo>
                    <a:pt x="98640" y="2410"/>
                  </a:lnTo>
                  <a:lnTo>
                    <a:pt x="96631" y="0"/>
                  </a:lnTo>
                  <a:close/>
                </a:path>
                <a:path w="189229" h="13969">
                  <a:moveTo>
                    <a:pt x="185391" y="0"/>
                  </a:moveTo>
                  <a:lnTo>
                    <a:pt x="143021" y="0"/>
                  </a:lnTo>
                  <a:lnTo>
                    <a:pt x="141011" y="2410"/>
                  </a:lnTo>
                  <a:lnTo>
                    <a:pt x="138834" y="4634"/>
                  </a:lnTo>
                  <a:lnTo>
                    <a:pt x="138834" y="9269"/>
                  </a:lnTo>
                  <a:lnTo>
                    <a:pt x="141011" y="11123"/>
                  </a:lnTo>
                  <a:lnTo>
                    <a:pt x="143021" y="13348"/>
                  </a:lnTo>
                  <a:lnTo>
                    <a:pt x="185391" y="13348"/>
                  </a:lnTo>
                  <a:lnTo>
                    <a:pt x="187401" y="11123"/>
                  </a:lnTo>
                  <a:lnTo>
                    <a:pt x="187401" y="9269"/>
                  </a:lnTo>
                  <a:lnTo>
                    <a:pt x="189075" y="6859"/>
                  </a:lnTo>
                  <a:lnTo>
                    <a:pt x="187401" y="4634"/>
                  </a:lnTo>
                  <a:lnTo>
                    <a:pt x="187401" y="2410"/>
                  </a:lnTo>
                  <a:lnTo>
                    <a:pt x="185391" y="0"/>
                  </a:lnTo>
                  <a:close/>
                </a:path>
              </a:pathLst>
            </a:custGeom>
            <a:solidFill>
              <a:srgbClr val="000000"/>
            </a:solidFill>
          </p:spPr>
          <p:txBody>
            <a:bodyPr wrap="square" lIns="0" tIns="0" rIns="0" bIns="0" rtlCol="0"/>
            <a:lstStyle/>
            <a:p/>
          </p:txBody>
        </p:sp>
        <p:sp>
          <p:nvSpPr>
            <p:cNvPr id="69" name="object 69" descr=""/>
            <p:cNvSpPr/>
            <p:nvPr/>
          </p:nvSpPr>
          <p:spPr>
            <a:xfrm>
              <a:off x="7518446" y="2861618"/>
              <a:ext cx="189230" cy="13970"/>
            </a:xfrm>
            <a:custGeom>
              <a:avLst/>
              <a:gdLst/>
              <a:ahLst/>
              <a:cxnLst/>
              <a:rect l="l" t="t" r="r" b="b"/>
              <a:pathLst>
                <a:path w="189229" h="13969">
                  <a:moveTo>
                    <a:pt x="6196" y="0"/>
                  </a:moveTo>
                  <a:lnTo>
                    <a:pt x="44380" y="0"/>
                  </a:lnTo>
                  <a:lnTo>
                    <a:pt x="46389" y="0"/>
                  </a:lnTo>
                  <a:lnTo>
                    <a:pt x="48399" y="2410"/>
                  </a:lnTo>
                  <a:lnTo>
                    <a:pt x="50576" y="4634"/>
                  </a:lnTo>
                  <a:lnTo>
                    <a:pt x="50576" y="6859"/>
                  </a:lnTo>
                  <a:lnTo>
                    <a:pt x="50576" y="9269"/>
                  </a:lnTo>
                  <a:lnTo>
                    <a:pt x="48399" y="11123"/>
                  </a:lnTo>
                  <a:lnTo>
                    <a:pt x="46389" y="13348"/>
                  </a:lnTo>
                  <a:lnTo>
                    <a:pt x="44380" y="13348"/>
                  </a:lnTo>
                  <a:lnTo>
                    <a:pt x="6196" y="13348"/>
                  </a:lnTo>
                  <a:lnTo>
                    <a:pt x="4019" y="13348"/>
                  </a:lnTo>
                  <a:lnTo>
                    <a:pt x="2009" y="11123"/>
                  </a:lnTo>
                  <a:lnTo>
                    <a:pt x="0" y="9269"/>
                  </a:lnTo>
                  <a:lnTo>
                    <a:pt x="0" y="6859"/>
                  </a:lnTo>
                  <a:lnTo>
                    <a:pt x="0" y="4634"/>
                  </a:lnTo>
                  <a:lnTo>
                    <a:pt x="2009" y="2410"/>
                  </a:lnTo>
                  <a:lnTo>
                    <a:pt x="4019" y="0"/>
                  </a:lnTo>
                  <a:lnTo>
                    <a:pt x="6196" y="0"/>
                  </a:lnTo>
                  <a:close/>
                </a:path>
                <a:path w="189229" h="13969">
                  <a:moveTo>
                    <a:pt x="94454" y="0"/>
                  </a:moveTo>
                  <a:lnTo>
                    <a:pt x="96631" y="0"/>
                  </a:lnTo>
                  <a:lnTo>
                    <a:pt x="98640" y="2410"/>
                  </a:lnTo>
                  <a:lnTo>
                    <a:pt x="100650" y="4634"/>
                  </a:lnTo>
                  <a:lnTo>
                    <a:pt x="100650" y="6859"/>
                  </a:lnTo>
                  <a:lnTo>
                    <a:pt x="100650" y="9269"/>
                  </a:lnTo>
                  <a:lnTo>
                    <a:pt x="98640" y="11123"/>
                  </a:lnTo>
                  <a:lnTo>
                    <a:pt x="96631" y="13348"/>
                  </a:lnTo>
                  <a:lnTo>
                    <a:pt x="94454" y="13348"/>
                  </a:lnTo>
                  <a:lnTo>
                    <a:pt x="92779" y="13348"/>
                  </a:lnTo>
                  <a:lnTo>
                    <a:pt x="90769" y="11123"/>
                  </a:lnTo>
                  <a:lnTo>
                    <a:pt x="88760" y="9269"/>
                  </a:lnTo>
                  <a:lnTo>
                    <a:pt x="88760" y="6859"/>
                  </a:lnTo>
                  <a:lnTo>
                    <a:pt x="88760" y="4634"/>
                  </a:lnTo>
                  <a:lnTo>
                    <a:pt x="90769" y="2410"/>
                  </a:lnTo>
                  <a:lnTo>
                    <a:pt x="92779" y="0"/>
                  </a:lnTo>
                  <a:lnTo>
                    <a:pt x="94454" y="0"/>
                  </a:lnTo>
                  <a:close/>
                </a:path>
                <a:path w="189229" h="13969">
                  <a:moveTo>
                    <a:pt x="145198" y="0"/>
                  </a:moveTo>
                  <a:lnTo>
                    <a:pt x="183214" y="0"/>
                  </a:lnTo>
                  <a:lnTo>
                    <a:pt x="185391" y="0"/>
                  </a:lnTo>
                  <a:lnTo>
                    <a:pt x="187401" y="2410"/>
                  </a:lnTo>
                  <a:lnTo>
                    <a:pt x="187401" y="4634"/>
                  </a:lnTo>
                  <a:lnTo>
                    <a:pt x="189075" y="6859"/>
                  </a:lnTo>
                  <a:lnTo>
                    <a:pt x="187401" y="9269"/>
                  </a:lnTo>
                  <a:lnTo>
                    <a:pt x="187401" y="11123"/>
                  </a:lnTo>
                  <a:lnTo>
                    <a:pt x="185391" y="13348"/>
                  </a:lnTo>
                  <a:lnTo>
                    <a:pt x="183214" y="13348"/>
                  </a:lnTo>
                  <a:lnTo>
                    <a:pt x="145198" y="13348"/>
                  </a:lnTo>
                  <a:lnTo>
                    <a:pt x="143021" y="13348"/>
                  </a:lnTo>
                  <a:lnTo>
                    <a:pt x="141011" y="11123"/>
                  </a:lnTo>
                  <a:lnTo>
                    <a:pt x="138834" y="9269"/>
                  </a:lnTo>
                  <a:lnTo>
                    <a:pt x="138834" y="6859"/>
                  </a:lnTo>
                  <a:lnTo>
                    <a:pt x="138834" y="4634"/>
                  </a:lnTo>
                  <a:lnTo>
                    <a:pt x="141011" y="2410"/>
                  </a:lnTo>
                  <a:lnTo>
                    <a:pt x="143021" y="0"/>
                  </a:lnTo>
                  <a:lnTo>
                    <a:pt x="145198" y="0"/>
                  </a:lnTo>
                  <a:close/>
                </a:path>
              </a:pathLst>
            </a:custGeom>
            <a:ln w="3175">
              <a:solidFill>
                <a:srgbClr val="000000"/>
              </a:solidFill>
            </a:ln>
          </p:spPr>
          <p:txBody>
            <a:bodyPr wrap="square" lIns="0" tIns="0" rIns="0" bIns="0" rtlCol="0"/>
            <a:lstStyle/>
            <a:p/>
          </p:txBody>
        </p:sp>
        <p:sp>
          <p:nvSpPr>
            <p:cNvPr id="70" name="object 70" descr=""/>
            <p:cNvSpPr/>
            <p:nvPr/>
          </p:nvSpPr>
          <p:spPr>
            <a:xfrm>
              <a:off x="4317555" y="2578147"/>
              <a:ext cx="2607310" cy="345440"/>
            </a:xfrm>
            <a:custGeom>
              <a:avLst/>
              <a:gdLst/>
              <a:ahLst/>
              <a:cxnLst/>
              <a:rect l="l" t="t" r="r" b="b"/>
              <a:pathLst>
                <a:path w="2607309" h="345439">
                  <a:moveTo>
                    <a:pt x="0" y="113833"/>
                  </a:moveTo>
                  <a:lnTo>
                    <a:pt x="0" y="0"/>
                  </a:lnTo>
                </a:path>
                <a:path w="2607309" h="345439">
                  <a:moveTo>
                    <a:pt x="0" y="0"/>
                  </a:moveTo>
                  <a:lnTo>
                    <a:pt x="104502" y="0"/>
                  </a:lnTo>
                </a:path>
                <a:path w="2607309" h="345439">
                  <a:moveTo>
                    <a:pt x="1901978" y="113833"/>
                  </a:moveTo>
                  <a:lnTo>
                    <a:pt x="1901978" y="345208"/>
                  </a:lnTo>
                </a:path>
                <a:path w="2607309" h="345439">
                  <a:moveTo>
                    <a:pt x="1901978" y="345208"/>
                  </a:moveTo>
                  <a:lnTo>
                    <a:pt x="2499685" y="345208"/>
                  </a:lnTo>
                </a:path>
                <a:path w="2607309" h="345439">
                  <a:moveTo>
                    <a:pt x="2499685" y="345208"/>
                  </a:moveTo>
                  <a:lnTo>
                    <a:pt x="2499685" y="171491"/>
                  </a:lnTo>
                </a:path>
                <a:path w="2607309" h="345439">
                  <a:moveTo>
                    <a:pt x="2499685" y="171491"/>
                  </a:moveTo>
                  <a:lnTo>
                    <a:pt x="2606700" y="171491"/>
                  </a:lnTo>
                </a:path>
              </a:pathLst>
            </a:custGeom>
            <a:ln w="12673">
              <a:solidFill>
                <a:srgbClr val="000000"/>
              </a:solidFill>
            </a:ln>
          </p:spPr>
          <p:txBody>
            <a:bodyPr wrap="square" lIns="0" tIns="0" rIns="0" bIns="0" rtlCol="0"/>
            <a:lstStyle/>
            <a:p/>
          </p:txBody>
        </p:sp>
        <p:pic>
          <p:nvPicPr>
            <p:cNvPr id="71" name="object 71" descr=""/>
            <p:cNvPicPr/>
            <p:nvPr/>
          </p:nvPicPr>
          <p:blipFill>
            <a:blip r:embed="rId5" cstate="print"/>
            <a:stretch>
              <a:fillRect/>
            </a:stretch>
          </p:blipFill>
          <p:spPr>
            <a:xfrm>
              <a:off x="5019765" y="2346161"/>
              <a:ext cx="177135" cy="749242"/>
            </a:xfrm>
            <a:prstGeom prst="rect">
              <a:avLst/>
            </a:prstGeom>
          </p:spPr>
        </p:pic>
        <p:sp>
          <p:nvSpPr>
            <p:cNvPr id="72" name="object 72" descr=""/>
            <p:cNvSpPr/>
            <p:nvPr/>
          </p:nvSpPr>
          <p:spPr>
            <a:xfrm>
              <a:off x="5021942" y="2346161"/>
              <a:ext cx="175260" cy="749300"/>
            </a:xfrm>
            <a:custGeom>
              <a:avLst/>
              <a:gdLst/>
              <a:ahLst/>
              <a:cxnLst/>
              <a:rect l="l" t="t" r="r" b="b"/>
              <a:pathLst>
                <a:path w="175260" h="749300">
                  <a:moveTo>
                    <a:pt x="0" y="749242"/>
                  </a:moveTo>
                  <a:lnTo>
                    <a:pt x="175058" y="749242"/>
                  </a:lnTo>
                  <a:lnTo>
                    <a:pt x="175058" y="0"/>
                  </a:lnTo>
                  <a:lnTo>
                    <a:pt x="0" y="0"/>
                  </a:lnTo>
                  <a:lnTo>
                    <a:pt x="0" y="749242"/>
                  </a:lnTo>
                  <a:close/>
                </a:path>
              </a:pathLst>
            </a:custGeom>
            <a:ln w="12096">
              <a:solidFill>
                <a:srgbClr val="000000"/>
              </a:solidFill>
            </a:ln>
          </p:spPr>
          <p:txBody>
            <a:bodyPr wrap="square" lIns="0" tIns="0" rIns="0" bIns="0" rtlCol="0"/>
            <a:lstStyle/>
            <a:p/>
          </p:txBody>
        </p:sp>
        <p:pic>
          <p:nvPicPr>
            <p:cNvPr id="73" name="object 73" descr=""/>
            <p:cNvPicPr/>
            <p:nvPr/>
          </p:nvPicPr>
          <p:blipFill>
            <a:blip r:embed="rId4" cstate="print"/>
            <a:stretch>
              <a:fillRect/>
            </a:stretch>
          </p:blipFill>
          <p:spPr>
            <a:xfrm>
              <a:off x="4069865" y="2346161"/>
              <a:ext cx="177135" cy="749242"/>
            </a:xfrm>
            <a:prstGeom prst="rect">
              <a:avLst/>
            </a:prstGeom>
          </p:spPr>
        </p:pic>
        <p:sp>
          <p:nvSpPr>
            <p:cNvPr id="74" name="object 74" descr=""/>
            <p:cNvSpPr/>
            <p:nvPr/>
          </p:nvSpPr>
          <p:spPr>
            <a:xfrm>
              <a:off x="4069864" y="2346161"/>
              <a:ext cx="177165" cy="749300"/>
            </a:xfrm>
            <a:custGeom>
              <a:avLst/>
              <a:gdLst/>
              <a:ahLst/>
              <a:cxnLst/>
              <a:rect l="l" t="t" r="r" b="b"/>
              <a:pathLst>
                <a:path w="177164" h="749300">
                  <a:moveTo>
                    <a:pt x="0" y="749242"/>
                  </a:moveTo>
                  <a:lnTo>
                    <a:pt x="177135" y="749242"/>
                  </a:lnTo>
                  <a:lnTo>
                    <a:pt x="177135" y="0"/>
                  </a:lnTo>
                  <a:lnTo>
                    <a:pt x="0" y="0"/>
                  </a:lnTo>
                  <a:lnTo>
                    <a:pt x="0" y="749242"/>
                  </a:lnTo>
                  <a:close/>
                </a:path>
              </a:pathLst>
            </a:custGeom>
            <a:ln w="12098">
              <a:solidFill>
                <a:srgbClr val="000000"/>
              </a:solidFill>
            </a:ln>
          </p:spPr>
          <p:txBody>
            <a:bodyPr wrap="square" lIns="0" tIns="0" rIns="0" bIns="0" rtlCol="0"/>
            <a:lstStyle/>
            <a:p/>
          </p:txBody>
        </p:sp>
        <p:pic>
          <p:nvPicPr>
            <p:cNvPr id="75" name="object 75" descr=""/>
            <p:cNvPicPr/>
            <p:nvPr/>
          </p:nvPicPr>
          <p:blipFill>
            <a:blip r:embed="rId5" cstate="print"/>
            <a:stretch>
              <a:fillRect/>
            </a:stretch>
          </p:blipFill>
          <p:spPr>
            <a:xfrm>
              <a:off x="6922247" y="2346161"/>
              <a:ext cx="177135" cy="749242"/>
            </a:xfrm>
            <a:prstGeom prst="rect">
              <a:avLst/>
            </a:prstGeom>
          </p:spPr>
        </p:pic>
        <p:sp>
          <p:nvSpPr>
            <p:cNvPr id="76" name="object 76" descr=""/>
            <p:cNvSpPr/>
            <p:nvPr/>
          </p:nvSpPr>
          <p:spPr>
            <a:xfrm>
              <a:off x="6924256" y="2346161"/>
              <a:ext cx="175260" cy="749300"/>
            </a:xfrm>
            <a:custGeom>
              <a:avLst/>
              <a:gdLst/>
              <a:ahLst/>
              <a:cxnLst/>
              <a:rect l="l" t="t" r="r" b="b"/>
              <a:pathLst>
                <a:path w="175259" h="749300">
                  <a:moveTo>
                    <a:pt x="0" y="749242"/>
                  </a:moveTo>
                  <a:lnTo>
                    <a:pt x="175058" y="749242"/>
                  </a:lnTo>
                  <a:lnTo>
                    <a:pt x="175058" y="0"/>
                  </a:lnTo>
                  <a:lnTo>
                    <a:pt x="0" y="0"/>
                  </a:lnTo>
                  <a:lnTo>
                    <a:pt x="0" y="749242"/>
                  </a:lnTo>
                  <a:close/>
                </a:path>
              </a:pathLst>
            </a:custGeom>
            <a:ln w="12096">
              <a:solidFill>
                <a:srgbClr val="000000"/>
              </a:solidFill>
            </a:ln>
          </p:spPr>
          <p:txBody>
            <a:bodyPr wrap="square" lIns="0" tIns="0" rIns="0" bIns="0" rtlCol="0"/>
            <a:lstStyle/>
            <a:p/>
          </p:txBody>
        </p:sp>
      </p:grpSp>
      <p:sp>
        <p:nvSpPr>
          <p:cNvPr id="77" name="object 77" descr=""/>
          <p:cNvSpPr txBox="1"/>
          <p:nvPr/>
        </p:nvSpPr>
        <p:spPr>
          <a:xfrm>
            <a:off x="4422058" y="3327390"/>
            <a:ext cx="422909" cy="345440"/>
          </a:xfrm>
          <a:prstGeom prst="rect">
            <a:avLst/>
          </a:prstGeom>
          <a:ln w="12863">
            <a:solidFill>
              <a:srgbClr val="000000"/>
            </a:solidFill>
          </a:ln>
        </p:spPr>
        <p:txBody>
          <a:bodyPr wrap="square" lIns="0" tIns="73025" rIns="0" bIns="0" rtlCol="0" vert="horz">
            <a:spAutoFit/>
          </a:bodyPr>
          <a:lstStyle/>
          <a:p>
            <a:pPr marL="156845">
              <a:lnSpc>
                <a:spcPct val="100000"/>
              </a:lnSpc>
              <a:spcBef>
                <a:spcPts val="575"/>
              </a:spcBef>
            </a:pPr>
            <a:r>
              <a:rPr dirty="0" sz="1300" spc="-50">
                <a:latin typeface="Times New Roman"/>
                <a:cs typeface="Times New Roman"/>
              </a:rPr>
              <a:t>M</a:t>
            </a:r>
            <a:endParaRPr sz="1300">
              <a:latin typeface="Times New Roman"/>
              <a:cs typeface="Times New Roman"/>
            </a:endParaRPr>
          </a:p>
        </p:txBody>
      </p:sp>
      <p:sp>
        <p:nvSpPr>
          <p:cNvPr id="78" name="object 78" descr=""/>
          <p:cNvSpPr txBox="1"/>
          <p:nvPr/>
        </p:nvSpPr>
        <p:spPr>
          <a:xfrm>
            <a:off x="5448019" y="3371627"/>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sp>
        <p:nvSpPr>
          <p:cNvPr id="79" name="object 79" descr=""/>
          <p:cNvSpPr/>
          <p:nvPr/>
        </p:nvSpPr>
        <p:spPr>
          <a:xfrm>
            <a:off x="6394543" y="3153433"/>
            <a:ext cx="282575" cy="749300"/>
          </a:xfrm>
          <a:custGeom>
            <a:avLst/>
            <a:gdLst/>
            <a:ahLst/>
            <a:cxnLst/>
            <a:rect l="l" t="t" r="r" b="b"/>
            <a:pathLst>
              <a:path w="282575" h="749300">
                <a:moveTo>
                  <a:pt x="282190" y="160182"/>
                </a:moveTo>
                <a:lnTo>
                  <a:pt x="282190" y="588262"/>
                </a:lnTo>
              </a:path>
              <a:path w="282575" h="749300">
                <a:moveTo>
                  <a:pt x="0" y="0"/>
                </a:moveTo>
                <a:lnTo>
                  <a:pt x="282190" y="160182"/>
                </a:lnTo>
              </a:path>
              <a:path w="282575" h="749300">
                <a:moveTo>
                  <a:pt x="282190" y="588262"/>
                </a:moveTo>
                <a:lnTo>
                  <a:pt x="0" y="748853"/>
                </a:lnTo>
              </a:path>
              <a:path w="282575" h="749300">
                <a:moveTo>
                  <a:pt x="0" y="0"/>
                </a:moveTo>
                <a:lnTo>
                  <a:pt x="0" y="213762"/>
                </a:lnTo>
              </a:path>
              <a:path w="282575" h="749300">
                <a:moveTo>
                  <a:pt x="0" y="534868"/>
                </a:moveTo>
                <a:lnTo>
                  <a:pt x="0" y="748853"/>
                </a:lnTo>
              </a:path>
              <a:path w="282575" h="749300">
                <a:moveTo>
                  <a:pt x="0" y="213762"/>
                </a:moveTo>
                <a:lnTo>
                  <a:pt x="84740" y="374315"/>
                </a:lnTo>
              </a:path>
              <a:path w="282575" h="749300">
                <a:moveTo>
                  <a:pt x="84740" y="374315"/>
                </a:moveTo>
                <a:lnTo>
                  <a:pt x="0" y="534868"/>
                </a:lnTo>
              </a:path>
            </a:pathLst>
          </a:custGeom>
          <a:ln w="12673">
            <a:solidFill>
              <a:srgbClr val="000000"/>
            </a:solidFill>
          </a:ln>
        </p:spPr>
        <p:txBody>
          <a:bodyPr wrap="square" lIns="0" tIns="0" rIns="0" bIns="0" rtlCol="0"/>
          <a:lstStyle/>
          <a:p/>
        </p:txBody>
      </p:sp>
      <p:sp>
        <p:nvSpPr>
          <p:cNvPr id="80" name="object 80" descr=""/>
          <p:cNvSpPr txBox="1"/>
          <p:nvPr/>
        </p:nvSpPr>
        <p:spPr>
          <a:xfrm>
            <a:off x="6454006" y="3323348"/>
            <a:ext cx="193675" cy="370840"/>
          </a:xfrm>
          <a:prstGeom prst="rect">
            <a:avLst/>
          </a:prstGeom>
        </p:spPr>
        <p:txBody>
          <a:bodyPr wrap="square" lIns="0" tIns="0" rIns="0" bIns="0" rtlCol="0" vert="vert">
            <a:spAutoFit/>
          </a:bodyPr>
          <a:lstStyle/>
          <a:p>
            <a:pPr marL="12700">
              <a:lnSpc>
                <a:spcPts val="1405"/>
              </a:lnSpc>
            </a:pPr>
            <a:r>
              <a:rPr dirty="0" sz="1200" spc="50">
                <a:latin typeface="Times New Roman"/>
                <a:cs typeface="Times New Roman"/>
              </a:rPr>
              <a:t>ALU</a:t>
            </a:r>
            <a:endParaRPr sz="1200">
              <a:latin typeface="Times New Roman"/>
              <a:cs typeface="Times New Roman"/>
            </a:endParaRPr>
          </a:p>
        </p:txBody>
      </p:sp>
      <p:sp>
        <p:nvSpPr>
          <p:cNvPr id="81" name="object 81" descr=""/>
          <p:cNvSpPr txBox="1"/>
          <p:nvPr/>
        </p:nvSpPr>
        <p:spPr>
          <a:xfrm>
            <a:off x="7276450" y="3319576"/>
            <a:ext cx="422909" cy="345440"/>
          </a:xfrm>
          <a:prstGeom prst="rect">
            <a:avLst/>
          </a:prstGeom>
          <a:ln w="12863">
            <a:solidFill>
              <a:srgbClr val="000000"/>
            </a:solidFill>
          </a:ln>
        </p:spPr>
        <p:txBody>
          <a:bodyPr wrap="square" lIns="0" tIns="67310" rIns="0" bIns="0" rtlCol="0" vert="horz">
            <a:spAutoFit/>
          </a:bodyPr>
          <a:lstStyle/>
          <a:p>
            <a:pPr marL="120650">
              <a:lnSpc>
                <a:spcPct val="100000"/>
              </a:lnSpc>
              <a:spcBef>
                <a:spcPts val="530"/>
              </a:spcBef>
            </a:pPr>
            <a:r>
              <a:rPr dirty="0" sz="1300" spc="-50">
                <a:latin typeface="Times New Roman"/>
                <a:cs typeface="Times New Roman"/>
              </a:rPr>
              <a:t>M</a:t>
            </a:r>
            <a:endParaRPr sz="1300">
              <a:latin typeface="Times New Roman"/>
              <a:cs typeface="Times New Roman"/>
            </a:endParaRPr>
          </a:p>
        </p:txBody>
      </p:sp>
      <p:grpSp>
        <p:nvGrpSpPr>
          <p:cNvPr id="82" name="object 82" descr=""/>
          <p:cNvGrpSpPr/>
          <p:nvPr/>
        </p:nvGrpSpPr>
        <p:grpSpPr>
          <a:xfrm>
            <a:off x="4838090" y="3147157"/>
            <a:ext cx="3220085" cy="762000"/>
            <a:chOff x="4838090" y="3147157"/>
            <a:chExt cx="3220085" cy="762000"/>
          </a:xfrm>
        </p:grpSpPr>
        <p:sp>
          <p:nvSpPr>
            <p:cNvPr id="83" name="object 83" descr=""/>
            <p:cNvSpPr/>
            <p:nvPr/>
          </p:nvSpPr>
          <p:spPr>
            <a:xfrm>
              <a:off x="4844757" y="3327334"/>
              <a:ext cx="1127125" cy="345440"/>
            </a:xfrm>
            <a:custGeom>
              <a:avLst/>
              <a:gdLst/>
              <a:ahLst/>
              <a:cxnLst/>
              <a:rect l="l" t="t" r="r" b="b"/>
              <a:pathLst>
                <a:path w="1127125" h="345439">
                  <a:moveTo>
                    <a:pt x="0" y="171491"/>
                  </a:moveTo>
                  <a:lnTo>
                    <a:pt x="177185" y="171491"/>
                  </a:lnTo>
                </a:path>
                <a:path w="1127125" h="345439">
                  <a:moveTo>
                    <a:pt x="352193" y="171491"/>
                  </a:moveTo>
                  <a:lnTo>
                    <a:pt x="529378" y="171491"/>
                  </a:lnTo>
                </a:path>
                <a:path w="1127125" h="345439">
                  <a:moveTo>
                    <a:pt x="952077" y="100114"/>
                  </a:moveTo>
                  <a:lnTo>
                    <a:pt x="1127086" y="100114"/>
                  </a:lnTo>
                </a:path>
                <a:path w="1127125" h="345439">
                  <a:moveTo>
                    <a:pt x="952077" y="265302"/>
                  </a:moveTo>
                  <a:lnTo>
                    <a:pt x="1127086" y="265302"/>
                  </a:lnTo>
                </a:path>
                <a:path w="1127125" h="345439">
                  <a:moveTo>
                    <a:pt x="740895" y="0"/>
                  </a:moveTo>
                  <a:lnTo>
                    <a:pt x="952077" y="0"/>
                  </a:lnTo>
                </a:path>
                <a:path w="1127125" h="345439">
                  <a:moveTo>
                    <a:pt x="952077" y="0"/>
                  </a:moveTo>
                  <a:lnTo>
                    <a:pt x="952077" y="345393"/>
                  </a:lnTo>
                </a:path>
                <a:path w="1127125" h="345439">
                  <a:moveTo>
                    <a:pt x="740895" y="345393"/>
                  </a:moveTo>
                  <a:lnTo>
                    <a:pt x="952077" y="345393"/>
                  </a:lnTo>
                </a:path>
              </a:pathLst>
            </a:custGeom>
            <a:ln w="12673">
              <a:solidFill>
                <a:srgbClr val="000000"/>
              </a:solidFill>
            </a:ln>
          </p:spPr>
          <p:txBody>
            <a:bodyPr wrap="square" lIns="0" tIns="0" rIns="0" bIns="0" rtlCol="0"/>
            <a:lstStyle/>
            <a:p/>
          </p:txBody>
        </p:sp>
        <p:sp>
          <p:nvSpPr>
            <p:cNvPr id="84" name="object 84" descr=""/>
            <p:cNvSpPr/>
            <p:nvPr/>
          </p:nvSpPr>
          <p:spPr>
            <a:xfrm>
              <a:off x="5368777" y="3320845"/>
              <a:ext cx="239395" cy="15875"/>
            </a:xfrm>
            <a:custGeom>
              <a:avLst/>
              <a:gdLst/>
              <a:ahLst/>
              <a:cxnLst/>
              <a:rect l="l" t="t" r="r" b="b"/>
              <a:pathLst>
                <a:path w="239395" h="15875">
                  <a:moveTo>
                    <a:pt x="46054" y="13348"/>
                  </a:moveTo>
                  <a:lnTo>
                    <a:pt x="4019" y="13348"/>
                  </a:lnTo>
                  <a:lnTo>
                    <a:pt x="7871" y="15573"/>
                  </a:lnTo>
                  <a:lnTo>
                    <a:pt x="44380" y="15573"/>
                  </a:lnTo>
                  <a:lnTo>
                    <a:pt x="46054" y="13348"/>
                  </a:lnTo>
                  <a:close/>
                </a:path>
                <a:path w="239395" h="15875">
                  <a:moveTo>
                    <a:pt x="48064" y="2410"/>
                  </a:moveTo>
                  <a:lnTo>
                    <a:pt x="2009" y="2410"/>
                  </a:lnTo>
                  <a:lnTo>
                    <a:pt x="2009" y="4634"/>
                  </a:lnTo>
                  <a:lnTo>
                    <a:pt x="0" y="9269"/>
                  </a:lnTo>
                  <a:lnTo>
                    <a:pt x="2009" y="11494"/>
                  </a:lnTo>
                  <a:lnTo>
                    <a:pt x="2009" y="13348"/>
                  </a:lnTo>
                  <a:lnTo>
                    <a:pt x="48064" y="13348"/>
                  </a:lnTo>
                  <a:lnTo>
                    <a:pt x="50074" y="11494"/>
                  </a:lnTo>
                  <a:lnTo>
                    <a:pt x="50074" y="4634"/>
                  </a:lnTo>
                  <a:lnTo>
                    <a:pt x="48064" y="2410"/>
                  </a:lnTo>
                  <a:close/>
                </a:path>
                <a:path w="239395" h="15875">
                  <a:moveTo>
                    <a:pt x="44380" y="0"/>
                  </a:moveTo>
                  <a:lnTo>
                    <a:pt x="7871" y="0"/>
                  </a:lnTo>
                  <a:lnTo>
                    <a:pt x="4019" y="2410"/>
                  </a:lnTo>
                  <a:lnTo>
                    <a:pt x="46054" y="2410"/>
                  </a:lnTo>
                  <a:lnTo>
                    <a:pt x="44380" y="0"/>
                  </a:lnTo>
                  <a:close/>
                </a:path>
                <a:path w="239395" h="15875">
                  <a:moveTo>
                    <a:pt x="98640" y="13348"/>
                  </a:moveTo>
                  <a:lnTo>
                    <a:pt x="92444" y="13348"/>
                  </a:lnTo>
                  <a:lnTo>
                    <a:pt x="94454" y="15573"/>
                  </a:lnTo>
                  <a:lnTo>
                    <a:pt x="98640" y="13348"/>
                  </a:lnTo>
                  <a:close/>
                </a:path>
                <a:path w="239395" h="15875">
                  <a:moveTo>
                    <a:pt x="100315" y="2410"/>
                  </a:moveTo>
                  <a:lnTo>
                    <a:pt x="90434" y="2410"/>
                  </a:lnTo>
                  <a:lnTo>
                    <a:pt x="88257" y="4634"/>
                  </a:lnTo>
                  <a:lnTo>
                    <a:pt x="88257" y="11494"/>
                  </a:lnTo>
                  <a:lnTo>
                    <a:pt x="90434" y="13348"/>
                  </a:lnTo>
                  <a:lnTo>
                    <a:pt x="100315" y="13348"/>
                  </a:lnTo>
                  <a:lnTo>
                    <a:pt x="100315" y="2410"/>
                  </a:lnTo>
                  <a:close/>
                </a:path>
                <a:path w="239395" h="15875">
                  <a:moveTo>
                    <a:pt x="94454" y="0"/>
                  </a:moveTo>
                  <a:lnTo>
                    <a:pt x="92444" y="2410"/>
                  </a:lnTo>
                  <a:lnTo>
                    <a:pt x="98640" y="2410"/>
                  </a:lnTo>
                  <a:lnTo>
                    <a:pt x="94454" y="0"/>
                  </a:lnTo>
                  <a:close/>
                </a:path>
                <a:path w="239395" h="15875">
                  <a:moveTo>
                    <a:pt x="184889" y="13348"/>
                  </a:moveTo>
                  <a:lnTo>
                    <a:pt x="142686" y="13348"/>
                  </a:lnTo>
                  <a:lnTo>
                    <a:pt x="144695" y="15573"/>
                  </a:lnTo>
                  <a:lnTo>
                    <a:pt x="182879" y="15573"/>
                  </a:lnTo>
                  <a:lnTo>
                    <a:pt x="184889" y="13348"/>
                  </a:lnTo>
                  <a:close/>
                </a:path>
                <a:path w="239395" h="15875">
                  <a:moveTo>
                    <a:pt x="187066" y="2410"/>
                  </a:moveTo>
                  <a:lnTo>
                    <a:pt x="141011" y="2410"/>
                  </a:lnTo>
                  <a:lnTo>
                    <a:pt x="138834" y="4634"/>
                  </a:lnTo>
                  <a:lnTo>
                    <a:pt x="138834" y="11494"/>
                  </a:lnTo>
                  <a:lnTo>
                    <a:pt x="141011" y="13348"/>
                  </a:lnTo>
                  <a:lnTo>
                    <a:pt x="187066" y="13348"/>
                  </a:lnTo>
                  <a:lnTo>
                    <a:pt x="189075" y="11494"/>
                  </a:lnTo>
                  <a:lnTo>
                    <a:pt x="189075" y="4634"/>
                  </a:lnTo>
                  <a:lnTo>
                    <a:pt x="187066" y="2410"/>
                  </a:lnTo>
                  <a:close/>
                </a:path>
                <a:path w="239395" h="15875">
                  <a:moveTo>
                    <a:pt x="182879" y="0"/>
                  </a:moveTo>
                  <a:lnTo>
                    <a:pt x="144695" y="0"/>
                  </a:lnTo>
                  <a:lnTo>
                    <a:pt x="142686" y="2410"/>
                  </a:lnTo>
                  <a:lnTo>
                    <a:pt x="184889" y="2410"/>
                  </a:lnTo>
                  <a:lnTo>
                    <a:pt x="182879" y="0"/>
                  </a:lnTo>
                  <a:close/>
                </a:path>
                <a:path w="239395" h="15875">
                  <a:moveTo>
                    <a:pt x="235633" y="13348"/>
                  </a:moveTo>
                  <a:lnTo>
                    <a:pt x="231446" y="13348"/>
                  </a:lnTo>
                  <a:lnTo>
                    <a:pt x="233455" y="15573"/>
                  </a:lnTo>
                  <a:lnTo>
                    <a:pt x="235633" y="13348"/>
                  </a:lnTo>
                  <a:close/>
                </a:path>
                <a:path w="239395" h="15875">
                  <a:moveTo>
                    <a:pt x="237140" y="2410"/>
                  </a:moveTo>
                  <a:lnTo>
                    <a:pt x="229269" y="2410"/>
                  </a:lnTo>
                  <a:lnTo>
                    <a:pt x="227259" y="4634"/>
                  </a:lnTo>
                  <a:lnTo>
                    <a:pt x="227259" y="11494"/>
                  </a:lnTo>
                  <a:lnTo>
                    <a:pt x="229269" y="13348"/>
                  </a:lnTo>
                  <a:lnTo>
                    <a:pt x="237140" y="13348"/>
                  </a:lnTo>
                  <a:lnTo>
                    <a:pt x="239317" y="11494"/>
                  </a:lnTo>
                  <a:lnTo>
                    <a:pt x="239317" y="4634"/>
                  </a:lnTo>
                  <a:lnTo>
                    <a:pt x="237140" y="2410"/>
                  </a:lnTo>
                  <a:close/>
                </a:path>
                <a:path w="239395" h="15875">
                  <a:moveTo>
                    <a:pt x="233455" y="0"/>
                  </a:moveTo>
                  <a:lnTo>
                    <a:pt x="231446" y="2410"/>
                  </a:lnTo>
                  <a:lnTo>
                    <a:pt x="235633" y="2410"/>
                  </a:lnTo>
                  <a:lnTo>
                    <a:pt x="233455" y="0"/>
                  </a:lnTo>
                  <a:close/>
                </a:path>
              </a:pathLst>
            </a:custGeom>
            <a:solidFill>
              <a:srgbClr val="000000"/>
            </a:solidFill>
          </p:spPr>
          <p:txBody>
            <a:bodyPr wrap="square" lIns="0" tIns="0" rIns="0" bIns="0" rtlCol="0"/>
            <a:lstStyle/>
            <a:p/>
          </p:txBody>
        </p:sp>
        <p:sp>
          <p:nvSpPr>
            <p:cNvPr id="85" name="object 85" descr=""/>
            <p:cNvSpPr/>
            <p:nvPr/>
          </p:nvSpPr>
          <p:spPr>
            <a:xfrm>
              <a:off x="5368777" y="3320845"/>
              <a:ext cx="239395" cy="15875"/>
            </a:xfrm>
            <a:custGeom>
              <a:avLst/>
              <a:gdLst/>
              <a:ahLst/>
              <a:cxnLst/>
              <a:rect l="l" t="t" r="r" b="b"/>
              <a:pathLst>
                <a:path w="239395" h="15875">
                  <a:moveTo>
                    <a:pt x="7871" y="0"/>
                  </a:moveTo>
                  <a:lnTo>
                    <a:pt x="44380" y="0"/>
                  </a:lnTo>
                  <a:lnTo>
                    <a:pt x="46054" y="2410"/>
                  </a:lnTo>
                  <a:lnTo>
                    <a:pt x="48064" y="2410"/>
                  </a:lnTo>
                  <a:lnTo>
                    <a:pt x="50074" y="4634"/>
                  </a:lnTo>
                  <a:lnTo>
                    <a:pt x="50074" y="9269"/>
                  </a:lnTo>
                  <a:lnTo>
                    <a:pt x="50074" y="11494"/>
                  </a:lnTo>
                  <a:lnTo>
                    <a:pt x="48064" y="13348"/>
                  </a:lnTo>
                  <a:lnTo>
                    <a:pt x="46054" y="13348"/>
                  </a:lnTo>
                  <a:lnTo>
                    <a:pt x="44380" y="15573"/>
                  </a:lnTo>
                  <a:lnTo>
                    <a:pt x="7871" y="15573"/>
                  </a:lnTo>
                  <a:lnTo>
                    <a:pt x="4019" y="13348"/>
                  </a:lnTo>
                  <a:lnTo>
                    <a:pt x="2009" y="13348"/>
                  </a:lnTo>
                  <a:lnTo>
                    <a:pt x="2009" y="11494"/>
                  </a:lnTo>
                  <a:lnTo>
                    <a:pt x="0" y="9269"/>
                  </a:lnTo>
                  <a:lnTo>
                    <a:pt x="2009" y="4634"/>
                  </a:lnTo>
                  <a:lnTo>
                    <a:pt x="2009" y="2410"/>
                  </a:lnTo>
                  <a:lnTo>
                    <a:pt x="4019" y="2410"/>
                  </a:lnTo>
                  <a:lnTo>
                    <a:pt x="7871" y="0"/>
                  </a:lnTo>
                  <a:close/>
                </a:path>
                <a:path w="239395" h="15875">
                  <a:moveTo>
                    <a:pt x="94454" y="0"/>
                  </a:moveTo>
                  <a:lnTo>
                    <a:pt x="98640" y="2410"/>
                  </a:lnTo>
                  <a:lnTo>
                    <a:pt x="100315" y="2410"/>
                  </a:lnTo>
                  <a:lnTo>
                    <a:pt x="100315" y="4634"/>
                  </a:lnTo>
                  <a:lnTo>
                    <a:pt x="100315" y="9269"/>
                  </a:lnTo>
                  <a:lnTo>
                    <a:pt x="100315" y="11494"/>
                  </a:lnTo>
                  <a:lnTo>
                    <a:pt x="100315" y="13348"/>
                  </a:lnTo>
                  <a:lnTo>
                    <a:pt x="98640" y="13348"/>
                  </a:lnTo>
                  <a:lnTo>
                    <a:pt x="94454" y="15573"/>
                  </a:lnTo>
                  <a:lnTo>
                    <a:pt x="92444" y="13348"/>
                  </a:lnTo>
                  <a:lnTo>
                    <a:pt x="90434" y="13348"/>
                  </a:lnTo>
                  <a:lnTo>
                    <a:pt x="88257" y="11494"/>
                  </a:lnTo>
                  <a:lnTo>
                    <a:pt x="88257" y="9269"/>
                  </a:lnTo>
                  <a:lnTo>
                    <a:pt x="88257" y="4634"/>
                  </a:lnTo>
                  <a:lnTo>
                    <a:pt x="90434" y="2410"/>
                  </a:lnTo>
                  <a:lnTo>
                    <a:pt x="92444" y="2410"/>
                  </a:lnTo>
                  <a:lnTo>
                    <a:pt x="94454" y="0"/>
                  </a:lnTo>
                  <a:close/>
                </a:path>
                <a:path w="239395" h="15875">
                  <a:moveTo>
                    <a:pt x="144695" y="0"/>
                  </a:moveTo>
                  <a:lnTo>
                    <a:pt x="182879" y="0"/>
                  </a:lnTo>
                  <a:lnTo>
                    <a:pt x="184889" y="2410"/>
                  </a:lnTo>
                  <a:lnTo>
                    <a:pt x="187066" y="2410"/>
                  </a:lnTo>
                  <a:lnTo>
                    <a:pt x="189075" y="4634"/>
                  </a:lnTo>
                  <a:lnTo>
                    <a:pt x="189075" y="9269"/>
                  </a:lnTo>
                  <a:lnTo>
                    <a:pt x="189075" y="11494"/>
                  </a:lnTo>
                  <a:lnTo>
                    <a:pt x="187066" y="13348"/>
                  </a:lnTo>
                  <a:lnTo>
                    <a:pt x="184889" y="13348"/>
                  </a:lnTo>
                  <a:lnTo>
                    <a:pt x="182879" y="15573"/>
                  </a:lnTo>
                  <a:lnTo>
                    <a:pt x="144695" y="15573"/>
                  </a:lnTo>
                  <a:lnTo>
                    <a:pt x="142686" y="13348"/>
                  </a:lnTo>
                  <a:lnTo>
                    <a:pt x="141011" y="13348"/>
                  </a:lnTo>
                  <a:lnTo>
                    <a:pt x="138834" y="11494"/>
                  </a:lnTo>
                  <a:lnTo>
                    <a:pt x="138834" y="9269"/>
                  </a:lnTo>
                  <a:lnTo>
                    <a:pt x="138834" y="4634"/>
                  </a:lnTo>
                  <a:lnTo>
                    <a:pt x="141011" y="2410"/>
                  </a:lnTo>
                  <a:lnTo>
                    <a:pt x="142686" y="2410"/>
                  </a:lnTo>
                  <a:lnTo>
                    <a:pt x="144695" y="0"/>
                  </a:lnTo>
                  <a:close/>
                </a:path>
                <a:path w="239395" h="15875">
                  <a:moveTo>
                    <a:pt x="233455" y="0"/>
                  </a:moveTo>
                  <a:lnTo>
                    <a:pt x="235633" y="2410"/>
                  </a:lnTo>
                  <a:lnTo>
                    <a:pt x="237140" y="2410"/>
                  </a:lnTo>
                  <a:lnTo>
                    <a:pt x="239317" y="4634"/>
                  </a:lnTo>
                  <a:lnTo>
                    <a:pt x="239317" y="9269"/>
                  </a:lnTo>
                  <a:lnTo>
                    <a:pt x="239317" y="11494"/>
                  </a:lnTo>
                  <a:lnTo>
                    <a:pt x="237140" y="13348"/>
                  </a:lnTo>
                  <a:lnTo>
                    <a:pt x="235633" y="13348"/>
                  </a:lnTo>
                  <a:lnTo>
                    <a:pt x="233455" y="15573"/>
                  </a:lnTo>
                  <a:lnTo>
                    <a:pt x="231446" y="13348"/>
                  </a:lnTo>
                  <a:lnTo>
                    <a:pt x="229269" y="13348"/>
                  </a:lnTo>
                  <a:lnTo>
                    <a:pt x="227259" y="11494"/>
                  </a:lnTo>
                  <a:lnTo>
                    <a:pt x="227259" y="9269"/>
                  </a:lnTo>
                  <a:lnTo>
                    <a:pt x="227259" y="4634"/>
                  </a:lnTo>
                  <a:lnTo>
                    <a:pt x="229269" y="2410"/>
                  </a:lnTo>
                  <a:lnTo>
                    <a:pt x="231446" y="2410"/>
                  </a:lnTo>
                  <a:lnTo>
                    <a:pt x="233455" y="0"/>
                  </a:lnTo>
                  <a:close/>
                </a:path>
              </a:pathLst>
            </a:custGeom>
            <a:ln w="3175">
              <a:solidFill>
                <a:srgbClr val="000000"/>
              </a:solidFill>
            </a:ln>
          </p:spPr>
          <p:txBody>
            <a:bodyPr wrap="square" lIns="0" tIns="0" rIns="0" bIns="0" rtlCol="0"/>
            <a:lstStyle/>
            <a:p/>
          </p:txBody>
        </p:sp>
        <p:sp>
          <p:nvSpPr>
            <p:cNvPr id="86" name="object 86" descr=""/>
            <p:cNvSpPr/>
            <p:nvPr/>
          </p:nvSpPr>
          <p:spPr>
            <a:xfrm>
              <a:off x="5368777" y="3320845"/>
              <a:ext cx="14604" cy="361950"/>
            </a:xfrm>
            <a:custGeom>
              <a:avLst/>
              <a:gdLst/>
              <a:ahLst/>
              <a:cxnLst/>
              <a:rect l="l" t="t" r="r" b="b"/>
              <a:pathLst>
                <a:path w="14604" h="361950">
                  <a:moveTo>
                    <a:pt x="11890" y="2410"/>
                  </a:moveTo>
                  <a:lnTo>
                    <a:pt x="2009" y="2410"/>
                  </a:lnTo>
                  <a:lnTo>
                    <a:pt x="2009" y="4634"/>
                  </a:lnTo>
                  <a:lnTo>
                    <a:pt x="0" y="9269"/>
                  </a:lnTo>
                  <a:lnTo>
                    <a:pt x="0" y="48944"/>
                  </a:lnTo>
                  <a:lnTo>
                    <a:pt x="2009" y="51354"/>
                  </a:lnTo>
                  <a:lnTo>
                    <a:pt x="2009" y="53579"/>
                  </a:lnTo>
                  <a:lnTo>
                    <a:pt x="4019" y="55804"/>
                  </a:lnTo>
                  <a:lnTo>
                    <a:pt x="9880" y="55804"/>
                  </a:lnTo>
                  <a:lnTo>
                    <a:pt x="11890" y="53579"/>
                  </a:lnTo>
                  <a:lnTo>
                    <a:pt x="11890" y="51354"/>
                  </a:lnTo>
                  <a:lnTo>
                    <a:pt x="14067" y="48944"/>
                  </a:lnTo>
                  <a:lnTo>
                    <a:pt x="14067" y="9269"/>
                  </a:lnTo>
                  <a:lnTo>
                    <a:pt x="11890" y="4634"/>
                  </a:lnTo>
                  <a:lnTo>
                    <a:pt x="11890" y="2410"/>
                  </a:lnTo>
                  <a:close/>
                </a:path>
                <a:path w="14604" h="361950">
                  <a:moveTo>
                    <a:pt x="7871" y="0"/>
                  </a:moveTo>
                  <a:lnTo>
                    <a:pt x="4019" y="2410"/>
                  </a:lnTo>
                  <a:lnTo>
                    <a:pt x="9880" y="2410"/>
                  </a:lnTo>
                  <a:lnTo>
                    <a:pt x="7871" y="0"/>
                  </a:lnTo>
                  <a:close/>
                </a:path>
                <a:path w="14604" h="361950">
                  <a:moveTo>
                    <a:pt x="9880" y="98445"/>
                  </a:moveTo>
                  <a:lnTo>
                    <a:pt x="4019" y="98445"/>
                  </a:lnTo>
                  <a:lnTo>
                    <a:pt x="2009" y="100670"/>
                  </a:lnTo>
                  <a:lnTo>
                    <a:pt x="2009" y="102524"/>
                  </a:lnTo>
                  <a:lnTo>
                    <a:pt x="0" y="104748"/>
                  </a:lnTo>
                  <a:lnTo>
                    <a:pt x="2009" y="109383"/>
                  </a:lnTo>
                  <a:lnTo>
                    <a:pt x="2009" y="111608"/>
                  </a:lnTo>
                  <a:lnTo>
                    <a:pt x="11890" y="111608"/>
                  </a:lnTo>
                  <a:lnTo>
                    <a:pt x="11890" y="109383"/>
                  </a:lnTo>
                  <a:lnTo>
                    <a:pt x="14067" y="104748"/>
                  </a:lnTo>
                  <a:lnTo>
                    <a:pt x="11890" y="102524"/>
                  </a:lnTo>
                  <a:lnTo>
                    <a:pt x="11890" y="100670"/>
                  </a:lnTo>
                  <a:lnTo>
                    <a:pt x="9880" y="98445"/>
                  </a:lnTo>
                  <a:close/>
                </a:path>
                <a:path w="14604" h="361950">
                  <a:moveTo>
                    <a:pt x="9880" y="154249"/>
                  </a:moveTo>
                  <a:lnTo>
                    <a:pt x="4019" y="154249"/>
                  </a:lnTo>
                  <a:lnTo>
                    <a:pt x="2009" y="156103"/>
                  </a:lnTo>
                  <a:lnTo>
                    <a:pt x="2009" y="158328"/>
                  </a:lnTo>
                  <a:lnTo>
                    <a:pt x="0" y="160553"/>
                  </a:lnTo>
                  <a:lnTo>
                    <a:pt x="0" y="203194"/>
                  </a:lnTo>
                  <a:lnTo>
                    <a:pt x="2009" y="205419"/>
                  </a:lnTo>
                  <a:lnTo>
                    <a:pt x="2009" y="207829"/>
                  </a:lnTo>
                  <a:lnTo>
                    <a:pt x="4019" y="209497"/>
                  </a:lnTo>
                  <a:lnTo>
                    <a:pt x="9880" y="209497"/>
                  </a:lnTo>
                  <a:lnTo>
                    <a:pt x="11890" y="207829"/>
                  </a:lnTo>
                  <a:lnTo>
                    <a:pt x="11890" y="205419"/>
                  </a:lnTo>
                  <a:lnTo>
                    <a:pt x="14067" y="203194"/>
                  </a:lnTo>
                  <a:lnTo>
                    <a:pt x="14067" y="160553"/>
                  </a:lnTo>
                  <a:lnTo>
                    <a:pt x="11890" y="158328"/>
                  </a:lnTo>
                  <a:lnTo>
                    <a:pt x="11890" y="156103"/>
                  </a:lnTo>
                  <a:lnTo>
                    <a:pt x="9880" y="154249"/>
                  </a:lnTo>
                  <a:close/>
                </a:path>
                <a:path w="14604" h="361950">
                  <a:moveTo>
                    <a:pt x="9880" y="252139"/>
                  </a:moveTo>
                  <a:lnTo>
                    <a:pt x="4019" y="252139"/>
                  </a:lnTo>
                  <a:lnTo>
                    <a:pt x="2009" y="254363"/>
                  </a:lnTo>
                  <a:lnTo>
                    <a:pt x="2009" y="256774"/>
                  </a:lnTo>
                  <a:lnTo>
                    <a:pt x="0" y="258998"/>
                  </a:lnTo>
                  <a:lnTo>
                    <a:pt x="2009" y="261223"/>
                  </a:lnTo>
                  <a:lnTo>
                    <a:pt x="2009" y="263077"/>
                  </a:lnTo>
                  <a:lnTo>
                    <a:pt x="4019" y="265302"/>
                  </a:lnTo>
                  <a:lnTo>
                    <a:pt x="9880" y="265302"/>
                  </a:lnTo>
                  <a:lnTo>
                    <a:pt x="11890" y="263077"/>
                  </a:lnTo>
                  <a:lnTo>
                    <a:pt x="11890" y="261223"/>
                  </a:lnTo>
                  <a:lnTo>
                    <a:pt x="14067" y="258998"/>
                  </a:lnTo>
                  <a:lnTo>
                    <a:pt x="11890" y="256774"/>
                  </a:lnTo>
                  <a:lnTo>
                    <a:pt x="11890" y="254363"/>
                  </a:lnTo>
                  <a:lnTo>
                    <a:pt x="9880" y="252139"/>
                  </a:lnTo>
                  <a:close/>
                </a:path>
                <a:path w="14604" h="361950">
                  <a:moveTo>
                    <a:pt x="9880" y="359112"/>
                  </a:moveTo>
                  <a:lnTo>
                    <a:pt x="4019" y="359112"/>
                  </a:lnTo>
                  <a:lnTo>
                    <a:pt x="7871" y="361337"/>
                  </a:lnTo>
                  <a:lnTo>
                    <a:pt x="9880" y="359112"/>
                  </a:lnTo>
                  <a:close/>
                </a:path>
                <a:path w="14604" h="361950">
                  <a:moveTo>
                    <a:pt x="9880" y="307943"/>
                  </a:moveTo>
                  <a:lnTo>
                    <a:pt x="4019" y="307943"/>
                  </a:lnTo>
                  <a:lnTo>
                    <a:pt x="2009" y="310168"/>
                  </a:lnTo>
                  <a:lnTo>
                    <a:pt x="2009" y="312578"/>
                  </a:lnTo>
                  <a:lnTo>
                    <a:pt x="0" y="314803"/>
                  </a:lnTo>
                  <a:lnTo>
                    <a:pt x="0" y="354478"/>
                  </a:lnTo>
                  <a:lnTo>
                    <a:pt x="2009" y="356888"/>
                  </a:lnTo>
                  <a:lnTo>
                    <a:pt x="2009" y="359112"/>
                  </a:lnTo>
                  <a:lnTo>
                    <a:pt x="11890" y="359112"/>
                  </a:lnTo>
                  <a:lnTo>
                    <a:pt x="11890" y="356888"/>
                  </a:lnTo>
                  <a:lnTo>
                    <a:pt x="14067" y="354478"/>
                  </a:lnTo>
                  <a:lnTo>
                    <a:pt x="14067" y="314803"/>
                  </a:lnTo>
                  <a:lnTo>
                    <a:pt x="11890" y="312578"/>
                  </a:lnTo>
                  <a:lnTo>
                    <a:pt x="11890" y="310168"/>
                  </a:lnTo>
                  <a:lnTo>
                    <a:pt x="9880" y="307943"/>
                  </a:lnTo>
                  <a:close/>
                </a:path>
              </a:pathLst>
            </a:custGeom>
            <a:solidFill>
              <a:srgbClr val="000000"/>
            </a:solidFill>
          </p:spPr>
          <p:txBody>
            <a:bodyPr wrap="square" lIns="0" tIns="0" rIns="0" bIns="0" rtlCol="0"/>
            <a:lstStyle/>
            <a:p/>
          </p:txBody>
        </p:sp>
        <p:sp>
          <p:nvSpPr>
            <p:cNvPr id="87" name="object 87" descr=""/>
            <p:cNvSpPr/>
            <p:nvPr/>
          </p:nvSpPr>
          <p:spPr>
            <a:xfrm>
              <a:off x="5368777" y="3320845"/>
              <a:ext cx="14604" cy="361950"/>
            </a:xfrm>
            <a:custGeom>
              <a:avLst/>
              <a:gdLst/>
              <a:ahLst/>
              <a:cxnLst/>
              <a:rect l="l" t="t" r="r" b="b"/>
              <a:pathLst>
                <a:path w="14604" h="361950">
                  <a:moveTo>
                    <a:pt x="14067" y="9269"/>
                  </a:moveTo>
                  <a:lnTo>
                    <a:pt x="14067" y="48944"/>
                  </a:lnTo>
                  <a:lnTo>
                    <a:pt x="11890" y="51354"/>
                  </a:lnTo>
                  <a:lnTo>
                    <a:pt x="11890" y="53579"/>
                  </a:lnTo>
                  <a:lnTo>
                    <a:pt x="9880" y="55804"/>
                  </a:lnTo>
                  <a:lnTo>
                    <a:pt x="7871" y="55804"/>
                  </a:lnTo>
                  <a:lnTo>
                    <a:pt x="4019" y="55804"/>
                  </a:lnTo>
                  <a:lnTo>
                    <a:pt x="2009" y="53579"/>
                  </a:lnTo>
                  <a:lnTo>
                    <a:pt x="2009" y="51354"/>
                  </a:lnTo>
                  <a:lnTo>
                    <a:pt x="0" y="48944"/>
                  </a:lnTo>
                  <a:lnTo>
                    <a:pt x="0" y="9269"/>
                  </a:lnTo>
                  <a:lnTo>
                    <a:pt x="2009" y="4634"/>
                  </a:lnTo>
                  <a:lnTo>
                    <a:pt x="2009" y="2410"/>
                  </a:lnTo>
                  <a:lnTo>
                    <a:pt x="4019" y="2410"/>
                  </a:lnTo>
                  <a:lnTo>
                    <a:pt x="7871" y="0"/>
                  </a:lnTo>
                  <a:lnTo>
                    <a:pt x="9880" y="2410"/>
                  </a:lnTo>
                  <a:lnTo>
                    <a:pt x="11890" y="2410"/>
                  </a:lnTo>
                  <a:lnTo>
                    <a:pt x="11890" y="4634"/>
                  </a:lnTo>
                  <a:lnTo>
                    <a:pt x="14067" y="9269"/>
                  </a:lnTo>
                  <a:close/>
                </a:path>
                <a:path w="14604" h="361950">
                  <a:moveTo>
                    <a:pt x="14067" y="104748"/>
                  </a:moveTo>
                  <a:lnTo>
                    <a:pt x="11890" y="109383"/>
                  </a:lnTo>
                  <a:lnTo>
                    <a:pt x="11890" y="111608"/>
                  </a:lnTo>
                  <a:lnTo>
                    <a:pt x="9880" y="111608"/>
                  </a:lnTo>
                  <a:lnTo>
                    <a:pt x="7871" y="111608"/>
                  </a:lnTo>
                  <a:lnTo>
                    <a:pt x="4019" y="111608"/>
                  </a:lnTo>
                  <a:lnTo>
                    <a:pt x="2009" y="111608"/>
                  </a:lnTo>
                  <a:lnTo>
                    <a:pt x="2009" y="109383"/>
                  </a:lnTo>
                  <a:lnTo>
                    <a:pt x="0" y="104748"/>
                  </a:lnTo>
                  <a:lnTo>
                    <a:pt x="2009" y="102524"/>
                  </a:lnTo>
                  <a:lnTo>
                    <a:pt x="2009" y="100670"/>
                  </a:lnTo>
                  <a:lnTo>
                    <a:pt x="4019" y="98445"/>
                  </a:lnTo>
                  <a:lnTo>
                    <a:pt x="7871" y="98445"/>
                  </a:lnTo>
                  <a:lnTo>
                    <a:pt x="9880" y="98445"/>
                  </a:lnTo>
                  <a:lnTo>
                    <a:pt x="11890" y="100670"/>
                  </a:lnTo>
                  <a:lnTo>
                    <a:pt x="11890" y="102524"/>
                  </a:lnTo>
                  <a:lnTo>
                    <a:pt x="14067" y="104748"/>
                  </a:lnTo>
                  <a:close/>
                </a:path>
                <a:path w="14604" h="361950">
                  <a:moveTo>
                    <a:pt x="14067" y="160553"/>
                  </a:moveTo>
                  <a:lnTo>
                    <a:pt x="14067" y="203194"/>
                  </a:lnTo>
                  <a:lnTo>
                    <a:pt x="11890" y="205419"/>
                  </a:lnTo>
                  <a:lnTo>
                    <a:pt x="11890" y="207829"/>
                  </a:lnTo>
                  <a:lnTo>
                    <a:pt x="9880" y="209497"/>
                  </a:lnTo>
                  <a:lnTo>
                    <a:pt x="7871" y="209497"/>
                  </a:lnTo>
                  <a:lnTo>
                    <a:pt x="4019" y="209497"/>
                  </a:lnTo>
                  <a:lnTo>
                    <a:pt x="2009" y="207829"/>
                  </a:lnTo>
                  <a:lnTo>
                    <a:pt x="2009" y="205419"/>
                  </a:lnTo>
                  <a:lnTo>
                    <a:pt x="0" y="203194"/>
                  </a:lnTo>
                  <a:lnTo>
                    <a:pt x="0" y="160553"/>
                  </a:lnTo>
                  <a:lnTo>
                    <a:pt x="2009" y="158328"/>
                  </a:lnTo>
                  <a:lnTo>
                    <a:pt x="2009" y="156103"/>
                  </a:lnTo>
                  <a:lnTo>
                    <a:pt x="4019" y="154249"/>
                  </a:lnTo>
                  <a:lnTo>
                    <a:pt x="7871" y="154249"/>
                  </a:lnTo>
                  <a:lnTo>
                    <a:pt x="9880" y="154249"/>
                  </a:lnTo>
                  <a:lnTo>
                    <a:pt x="11890" y="156103"/>
                  </a:lnTo>
                  <a:lnTo>
                    <a:pt x="11890" y="158328"/>
                  </a:lnTo>
                  <a:lnTo>
                    <a:pt x="14067" y="160553"/>
                  </a:lnTo>
                  <a:close/>
                </a:path>
                <a:path w="14604" h="361950">
                  <a:moveTo>
                    <a:pt x="14067" y="258998"/>
                  </a:moveTo>
                  <a:lnTo>
                    <a:pt x="11890" y="261223"/>
                  </a:lnTo>
                  <a:lnTo>
                    <a:pt x="11890" y="263077"/>
                  </a:lnTo>
                  <a:lnTo>
                    <a:pt x="9880" y="265302"/>
                  </a:lnTo>
                  <a:lnTo>
                    <a:pt x="7871" y="265302"/>
                  </a:lnTo>
                  <a:lnTo>
                    <a:pt x="4019" y="265302"/>
                  </a:lnTo>
                  <a:lnTo>
                    <a:pt x="2009" y="263077"/>
                  </a:lnTo>
                  <a:lnTo>
                    <a:pt x="2009" y="261223"/>
                  </a:lnTo>
                  <a:lnTo>
                    <a:pt x="0" y="258998"/>
                  </a:lnTo>
                  <a:lnTo>
                    <a:pt x="2009" y="256774"/>
                  </a:lnTo>
                  <a:lnTo>
                    <a:pt x="2009" y="254363"/>
                  </a:lnTo>
                  <a:lnTo>
                    <a:pt x="4019" y="252139"/>
                  </a:lnTo>
                  <a:lnTo>
                    <a:pt x="7871" y="252139"/>
                  </a:lnTo>
                  <a:lnTo>
                    <a:pt x="9880" y="252139"/>
                  </a:lnTo>
                  <a:lnTo>
                    <a:pt x="11890" y="254363"/>
                  </a:lnTo>
                  <a:lnTo>
                    <a:pt x="11890" y="256774"/>
                  </a:lnTo>
                  <a:lnTo>
                    <a:pt x="14067" y="258998"/>
                  </a:lnTo>
                  <a:close/>
                </a:path>
                <a:path w="14604" h="361950">
                  <a:moveTo>
                    <a:pt x="14067" y="314803"/>
                  </a:moveTo>
                  <a:lnTo>
                    <a:pt x="14067" y="354478"/>
                  </a:lnTo>
                  <a:lnTo>
                    <a:pt x="11890" y="356888"/>
                  </a:lnTo>
                  <a:lnTo>
                    <a:pt x="11890" y="359112"/>
                  </a:lnTo>
                  <a:lnTo>
                    <a:pt x="9880" y="359112"/>
                  </a:lnTo>
                  <a:lnTo>
                    <a:pt x="7871" y="361337"/>
                  </a:lnTo>
                  <a:lnTo>
                    <a:pt x="4019" y="359112"/>
                  </a:lnTo>
                  <a:lnTo>
                    <a:pt x="2009" y="359112"/>
                  </a:lnTo>
                  <a:lnTo>
                    <a:pt x="2009" y="356888"/>
                  </a:lnTo>
                  <a:lnTo>
                    <a:pt x="0" y="354478"/>
                  </a:lnTo>
                  <a:lnTo>
                    <a:pt x="0" y="314803"/>
                  </a:lnTo>
                  <a:lnTo>
                    <a:pt x="2009" y="312578"/>
                  </a:lnTo>
                  <a:lnTo>
                    <a:pt x="2009" y="310168"/>
                  </a:lnTo>
                  <a:lnTo>
                    <a:pt x="4019" y="307943"/>
                  </a:lnTo>
                  <a:lnTo>
                    <a:pt x="7871" y="307943"/>
                  </a:lnTo>
                  <a:lnTo>
                    <a:pt x="9880" y="307943"/>
                  </a:lnTo>
                  <a:lnTo>
                    <a:pt x="11890" y="310168"/>
                  </a:lnTo>
                  <a:lnTo>
                    <a:pt x="11890" y="312578"/>
                  </a:lnTo>
                  <a:lnTo>
                    <a:pt x="14067" y="314803"/>
                  </a:lnTo>
                  <a:close/>
                </a:path>
              </a:pathLst>
            </a:custGeom>
            <a:ln w="3175">
              <a:solidFill>
                <a:srgbClr val="000000"/>
              </a:solidFill>
            </a:ln>
          </p:spPr>
          <p:txBody>
            <a:bodyPr wrap="square" lIns="0" tIns="0" rIns="0" bIns="0" rtlCol="0"/>
            <a:lstStyle/>
            <a:p/>
          </p:txBody>
        </p:sp>
        <p:sp>
          <p:nvSpPr>
            <p:cNvPr id="88" name="object 88" descr=""/>
            <p:cNvSpPr/>
            <p:nvPr/>
          </p:nvSpPr>
          <p:spPr>
            <a:xfrm>
              <a:off x="5368777" y="3666795"/>
              <a:ext cx="239395" cy="15875"/>
            </a:xfrm>
            <a:custGeom>
              <a:avLst/>
              <a:gdLst/>
              <a:ahLst/>
              <a:cxnLst/>
              <a:rect l="l" t="t" r="r" b="b"/>
              <a:pathLst>
                <a:path w="239395" h="15875">
                  <a:moveTo>
                    <a:pt x="46054" y="13163"/>
                  </a:moveTo>
                  <a:lnTo>
                    <a:pt x="4019" y="13163"/>
                  </a:lnTo>
                  <a:lnTo>
                    <a:pt x="7871" y="15387"/>
                  </a:lnTo>
                  <a:lnTo>
                    <a:pt x="44380" y="15387"/>
                  </a:lnTo>
                  <a:lnTo>
                    <a:pt x="46054" y="13163"/>
                  </a:lnTo>
                  <a:close/>
                </a:path>
                <a:path w="239395" h="15875">
                  <a:moveTo>
                    <a:pt x="48064" y="2224"/>
                  </a:moveTo>
                  <a:lnTo>
                    <a:pt x="2009" y="2224"/>
                  </a:lnTo>
                  <a:lnTo>
                    <a:pt x="2009" y="4449"/>
                  </a:lnTo>
                  <a:lnTo>
                    <a:pt x="0" y="8528"/>
                  </a:lnTo>
                  <a:lnTo>
                    <a:pt x="2009" y="10938"/>
                  </a:lnTo>
                  <a:lnTo>
                    <a:pt x="2009" y="13163"/>
                  </a:lnTo>
                  <a:lnTo>
                    <a:pt x="48064" y="13163"/>
                  </a:lnTo>
                  <a:lnTo>
                    <a:pt x="50074" y="10938"/>
                  </a:lnTo>
                  <a:lnTo>
                    <a:pt x="50074" y="4449"/>
                  </a:lnTo>
                  <a:lnTo>
                    <a:pt x="48064" y="2224"/>
                  </a:lnTo>
                  <a:close/>
                </a:path>
                <a:path w="239395" h="15875">
                  <a:moveTo>
                    <a:pt x="44380" y="0"/>
                  </a:moveTo>
                  <a:lnTo>
                    <a:pt x="7871" y="0"/>
                  </a:lnTo>
                  <a:lnTo>
                    <a:pt x="4019" y="2224"/>
                  </a:lnTo>
                  <a:lnTo>
                    <a:pt x="46054" y="2224"/>
                  </a:lnTo>
                  <a:lnTo>
                    <a:pt x="44380" y="0"/>
                  </a:lnTo>
                  <a:close/>
                </a:path>
                <a:path w="239395" h="15875">
                  <a:moveTo>
                    <a:pt x="98640" y="13163"/>
                  </a:moveTo>
                  <a:lnTo>
                    <a:pt x="92444" y="13163"/>
                  </a:lnTo>
                  <a:lnTo>
                    <a:pt x="94454" y="15387"/>
                  </a:lnTo>
                  <a:lnTo>
                    <a:pt x="98640" y="13163"/>
                  </a:lnTo>
                  <a:close/>
                </a:path>
                <a:path w="239395" h="15875">
                  <a:moveTo>
                    <a:pt x="100315" y="2224"/>
                  </a:moveTo>
                  <a:lnTo>
                    <a:pt x="90434" y="2224"/>
                  </a:lnTo>
                  <a:lnTo>
                    <a:pt x="88257" y="4449"/>
                  </a:lnTo>
                  <a:lnTo>
                    <a:pt x="88257" y="10938"/>
                  </a:lnTo>
                  <a:lnTo>
                    <a:pt x="90434" y="13163"/>
                  </a:lnTo>
                  <a:lnTo>
                    <a:pt x="100315" y="13163"/>
                  </a:lnTo>
                  <a:lnTo>
                    <a:pt x="100315" y="2224"/>
                  </a:lnTo>
                  <a:close/>
                </a:path>
                <a:path w="239395" h="15875">
                  <a:moveTo>
                    <a:pt x="94454" y="0"/>
                  </a:moveTo>
                  <a:lnTo>
                    <a:pt x="92444" y="2224"/>
                  </a:lnTo>
                  <a:lnTo>
                    <a:pt x="98640" y="2224"/>
                  </a:lnTo>
                  <a:lnTo>
                    <a:pt x="94454" y="0"/>
                  </a:lnTo>
                  <a:close/>
                </a:path>
                <a:path w="239395" h="15875">
                  <a:moveTo>
                    <a:pt x="184889" y="13163"/>
                  </a:moveTo>
                  <a:lnTo>
                    <a:pt x="142686" y="13163"/>
                  </a:lnTo>
                  <a:lnTo>
                    <a:pt x="144695" y="15387"/>
                  </a:lnTo>
                  <a:lnTo>
                    <a:pt x="182879" y="15387"/>
                  </a:lnTo>
                  <a:lnTo>
                    <a:pt x="184889" y="13163"/>
                  </a:lnTo>
                  <a:close/>
                </a:path>
                <a:path w="239395" h="15875">
                  <a:moveTo>
                    <a:pt x="187066" y="2224"/>
                  </a:moveTo>
                  <a:lnTo>
                    <a:pt x="141011" y="2224"/>
                  </a:lnTo>
                  <a:lnTo>
                    <a:pt x="138834" y="4449"/>
                  </a:lnTo>
                  <a:lnTo>
                    <a:pt x="138834" y="10938"/>
                  </a:lnTo>
                  <a:lnTo>
                    <a:pt x="141011" y="13163"/>
                  </a:lnTo>
                  <a:lnTo>
                    <a:pt x="187066" y="13163"/>
                  </a:lnTo>
                  <a:lnTo>
                    <a:pt x="189075" y="10938"/>
                  </a:lnTo>
                  <a:lnTo>
                    <a:pt x="189075" y="4449"/>
                  </a:lnTo>
                  <a:lnTo>
                    <a:pt x="187066" y="2224"/>
                  </a:lnTo>
                  <a:close/>
                </a:path>
                <a:path w="239395" h="15875">
                  <a:moveTo>
                    <a:pt x="182879" y="0"/>
                  </a:moveTo>
                  <a:lnTo>
                    <a:pt x="144695" y="0"/>
                  </a:lnTo>
                  <a:lnTo>
                    <a:pt x="142686" y="2224"/>
                  </a:lnTo>
                  <a:lnTo>
                    <a:pt x="184889" y="2224"/>
                  </a:lnTo>
                  <a:lnTo>
                    <a:pt x="182879" y="0"/>
                  </a:lnTo>
                  <a:close/>
                </a:path>
                <a:path w="239395" h="15875">
                  <a:moveTo>
                    <a:pt x="235633" y="13163"/>
                  </a:moveTo>
                  <a:lnTo>
                    <a:pt x="231446" y="13163"/>
                  </a:lnTo>
                  <a:lnTo>
                    <a:pt x="233455" y="15387"/>
                  </a:lnTo>
                  <a:lnTo>
                    <a:pt x="235633" y="13163"/>
                  </a:lnTo>
                  <a:close/>
                </a:path>
                <a:path w="239395" h="15875">
                  <a:moveTo>
                    <a:pt x="237140" y="2224"/>
                  </a:moveTo>
                  <a:lnTo>
                    <a:pt x="229269" y="2224"/>
                  </a:lnTo>
                  <a:lnTo>
                    <a:pt x="227259" y="4449"/>
                  </a:lnTo>
                  <a:lnTo>
                    <a:pt x="227259" y="10938"/>
                  </a:lnTo>
                  <a:lnTo>
                    <a:pt x="229269" y="13163"/>
                  </a:lnTo>
                  <a:lnTo>
                    <a:pt x="237140" y="13163"/>
                  </a:lnTo>
                  <a:lnTo>
                    <a:pt x="239317" y="10938"/>
                  </a:lnTo>
                  <a:lnTo>
                    <a:pt x="239317" y="4449"/>
                  </a:lnTo>
                  <a:lnTo>
                    <a:pt x="237140" y="2224"/>
                  </a:lnTo>
                  <a:close/>
                </a:path>
                <a:path w="239395" h="15875">
                  <a:moveTo>
                    <a:pt x="233455" y="0"/>
                  </a:moveTo>
                  <a:lnTo>
                    <a:pt x="231446" y="2224"/>
                  </a:lnTo>
                  <a:lnTo>
                    <a:pt x="235633" y="2224"/>
                  </a:lnTo>
                  <a:lnTo>
                    <a:pt x="233455" y="0"/>
                  </a:lnTo>
                  <a:close/>
                </a:path>
              </a:pathLst>
            </a:custGeom>
            <a:solidFill>
              <a:srgbClr val="000000"/>
            </a:solidFill>
          </p:spPr>
          <p:txBody>
            <a:bodyPr wrap="square" lIns="0" tIns="0" rIns="0" bIns="0" rtlCol="0"/>
            <a:lstStyle/>
            <a:p/>
          </p:txBody>
        </p:sp>
        <p:sp>
          <p:nvSpPr>
            <p:cNvPr id="89" name="object 89" descr=""/>
            <p:cNvSpPr/>
            <p:nvPr/>
          </p:nvSpPr>
          <p:spPr>
            <a:xfrm>
              <a:off x="5368777" y="3666795"/>
              <a:ext cx="239395" cy="15875"/>
            </a:xfrm>
            <a:custGeom>
              <a:avLst/>
              <a:gdLst/>
              <a:ahLst/>
              <a:cxnLst/>
              <a:rect l="l" t="t" r="r" b="b"/>
              <a:pathLst>
                <a:path w="239395" h="15875">
                  <a:moveTo>
                    <a:pt x="7871" y="0"/>
                  </a:moveTo>
                  <a:lnTo>
                    <a:pt x="44380" y="0"/>
                  </a:lnTo>
                  <a:lnTo>
                    <a:pt x="46054" y="2224"/>
                  </a:lnTo>
                  <a:lnTo>
                    <a:pt x="48064" y="2224"/>
                  </a:lnTo>
                  <a:lnTo>
                    <a:pt x="50074" y="4449"/>
                  </a:lnTo>
                  <a:lnTo>
                    <a:pt x="50074" y="8528"/>
                  </a:lnTo>
                  <a:lnTo>
                    <a:pt x="50074" y="10938"/>
                  </a:lnTo>
                  <a:lnTo>
                    <a:pt x="48064" y="13163"/>
                  </a:lnTo>
                  <a:lnTo>
                    <a:pt x="46054" y="13163"/>
                  </a:lnTo>
                  <a:lnTo>
                    <a:pt x="44380" y="15387"/>
                  </a:lnTo>
                  <a:lnTo>
                    <a:pt x="7871" y="15387"/>
                  </a:lnTo>
                  <a:lnTo>
                    <a:pt x="4019" y="13163"/>
                  </a:lnTo>
                  <a:lnTo>
                    <a:pt x="2009" y="13163"/>
                  </a:lnTo>
                  <a:lnTo>
                    <a:pt x="2009" y="10938"/>
                  </a:lnTo>
                  <a:lnTo>
                    <a:pt x="0" y="8528"/>
                  </a:lnTo>
                  <a:lnTo>
                    <a:pt x="2009" y="4449"/>
                  </a:lnTo>
                  <a:lnTo>
                    <a:pt x="2009" y="2224"/>
                  </a:lnTo>
                  <a:lnTo>
                    <a:pt x="4019" y="2224"/>
                  </a:lnTo>
                  <a:lnTo>
                    <a:pt x="7871" y="0"/>
                  </a:lnTo>
                  <a:close/>
                </a:path>
                <a:path w="239395" h="15875">
                  <a:moveTo>
                    <a:pt x="94454" y="0"/>
                  </a:moveTo>
                  <a:lnTo>
                    <a:pt x="98640" y="2224"/>
                  </a:lnTo>
                  <a:lnTo>
                    <a:pt x="100315" y="2224"/>
                  </a:lnTo>
                  <a:lnTo>
                    <a:pt x="100315" y="4449"/>
                  </a:lnTo>
                  <a:lnTo>
                    <a:pt x="100315" y="8528"/>
                  </a:lnTo>
                  <a:lnTo>
                    <a:pt x="100315" y="10938"/>
                  </a:lnTo>
                  <a:lnTo>
                    <a:pt x="100315" y="13163"/>
                  </a:lnTo>
                  <a:lnTo>
                    <a:pt x="98640" y="13163"/>
                  </a:lnTo>
                  <a:lnTo>
                    <a:pt x="94454" y="15387"/>
                  </a:lnTo>
                  <a:lnTo>
                    <a:pt x="92444" y="13163"/>
                  </a:lnTo>
                  <a:lnTo>
                    <a:pt x="90434" y="13163"/>
                  </a:lnTo>
                  <a:lnTo>
                    <a:pt x="88257" y="10938"/>
                  </a:lnTo>
                  <a:lnTo>
                    <a:pt x="88257" y="8528"/>
                  </a:lnTo>
                  <a:lnTo>
                    <a:pt x="88257" y="4449"/>
                  </a:lnTo>
                  <a:lnTo>
                    <a:pt x="90434" y="2224"/>
                  </a:lnTo>
                  <a:lnTo>
                    <a:pt x="92444" y="2224"/>
                  </a:lnTo>
                  <a:lnTo>
                    <a:pt x="94454" y="0"/>
                  </a:lnTo>
                  <a:close/>
                </a:path>
                <a:path w="239395" h="15875">
                  <a:moveTo>
                    <a:pt x="144695" y="0"/>
                  </a:moveTo>
                  <a:lnTo>
                    <a:pt x="182879" y="0"/>
                  </a:lnTo>
                  <a:lnTo>
                    <a:pt x="184889" y="2224"/>
                  </a:lnTo>
                  <a:lnTo>
                    <a:pt x="187066" y="2224"/>
                  </a:lnTo>
                  <a:lnTo>
                    <a:pt x="189075" y="4449"/>
                  </a:lnTo>
                  <a:lnTo>
                    <a:pt x="189075" y="8528"/>
                  </a:lnTo>
                  <a:lnTo>
                    <a:pt x="189075" y="10938"/>
                  </a:lnTo>
                  <a:lnTo>
                    <a:pt x="187066" y="13163"/>
                  </a:lnTo>
                  <a:lnTo>
                    <a:pt x="184889" y="13163"/>
                  </a:lnTo>
                  <a:lnTo>
                    <a:pt x="182879" y="15387"/>
                  </a:lnTo>
                  <a:lnTo>
                    <a:pt x="144695" y="15387"/>
                  </a:lnTo>
                  <a:lnTo>
                    <a:pt x="142686" y="13163"/>
                  </a:lnTo>
                  <a:lnTo>
                    <a:pt x="141011" y="13163"/>
                  </a:lnTo>
                  <a:lnTo>
                    <a:pt x="138834" y="10938"/>
                  </a:lnTo>
                  <a:lnTo>
                    <a:pt x="138834" y="8528"/>
                  </a:lnTo>
                  <a:lnTo>
                    <a:pt x="138834" y="4449"/>
                  </a:lnTo>
                  <a:lnTo>
                    <a:pt x="141011" y="2224"/>
                  </a:lnTo>
                  <a:lnTo>
                    <a:pt x="142686" y="2224"/>
                  </a:lnTo>
                  <a:lnTo>
                    <a:pt x="144695" y="0"/>
                  </a:lnTo>
                  <a:close/>
                </a:path>
                <a:path w="239395" h="15875">
                  <a:moveTo>
                    <a:pt x="233455" y="0"/>
                  </a:moveTo>
                  <a:lnTo>
                    <a:pt x="235633" y="2224"/>
                  </a:lnTo>
                  <a:lnTo>
                    <a:pt x="237140" y="2224"/>
                  </a:lnTo>
                  <a:lnTo>
                    <a:pt x="239317" y="4449"/>
                  </a:lnTo>
                  <a:lnTo>
                    <a:pt x="239317" y="8528"/>
                  </a:lnTo>
                  <a:lnTo>
                    <a:pt x="239317" y="10938"/>
                  </a:lnTo>
                  <a:lnTo>
                    <a:pt x="237140" y="13163"/>
                  </a:lnTo>
                  <a:lnTo>
                    <a:pt x="235633" y="13163"/>
                  </a:lnTo>
                  <a:lnTo>
                    <a:pt x="233455" y="15387"/>
                  </a:lnTo>
                  <a:lnTo>
                    <a:pt x="231446" y="13163"/>
                  </a:lnTo>
                  <a:lnTo>
                    <a:pt x="229269" y="13163"/>
                  </a:lnTo>
                  <a:lnTo>
                    <a:pt x="227259" y="10938"/>
                  </a:lnTo>
                  <a:lnTo>
                    <a:pt x="227259" y="8528"/>
                  </a:lnTo>
                  <a:lnTo>
                    <a:pt x="227259" y="4449"/>
                  </a:lnTo>
                  <a:lnTo>
                    <a:pt x="229269" y="2224"/>
                  </a:lnTo>
                  <a:lnTo>
                    <a:pt x="231446" y="2224"/>
                  </a:lnTo>
                  <a:lnTo>
                    <a:pt x="233455" y="0"/>
                  </a:lnTo>
                  <a:close/>
                </a:path>
              </a:pathLst>
            </a:custGeom>
            <a:ln w="3175">
              <a:solidFill>
                <a:srgbClr val="000000"/>
              </a:solidFill>
            </a:ln>
          </p:spPr>
          <p:txBody>
            <a:bodyPr wrap="square" lIns="0" tIns="0" rIns="0" bIns="0" rtlCol="0"/>
            <a:lstStyle/>
            <a:p/>
          </p:txBody>
        </p:sp>
        <p:sp>
          <p:nvSpPr>
            <p:cNvPr id="90" name="object 90" descr=""/>
            <p:cNvSpPr/>
            <p:nvPr/>
          </p:nvSpPr>
          <p:spPr>
            <a:xfrm>
              <a:off x="6676733" y="3498826"/>
              <a:ext cx="247650" cy="0"/>
            </a:xfrm>
            <a:custGeom>
              <a:avLst/>
              <a:gdLst/>
              <a:ahLst/>
              <a:cxnLst/>
              <a:rect l="l" t="t" r="r" b="b"/>
              <a:pathLst>
                <a:path w="247650" h="0">
                  <a:moveTo>
                    <a:pt x="0" y="0"/>
                  </a:moveTo>
                  <a:lnTo>
                    <a:pt x="247523" y="0"/>
                  </a:lnTo>
                </a:path>
              </a:pathLst>
            </a:custGeom>
            <a:ln w="13317">
              <a:solidFill>
                <a:srgbClr val="000000"/>
              </a:solidFill>
            </a:ln>
          </p:spPr>
          <p:txBody>
            <a:bodyPr wrap="square" lIns="0" tIns="0" rIns="0" bIns="0" rtlCol="0"/>
            <a:lstStyle/>
            <a:p/>
          </p:txBody>
        </p:sp>
        <p:pic>
          <p:nvPicPr>
            <p:cNvPr id="91" name="object 91" descr=""/>
            <p:cNvPicPr/>
            <p:nvPr/>
          </p:nvPicPr>
          <p:blipFill>
            <a:blip r:embed="rId6" cstate="print"/>
            <a:stretch>
              <a:fillRect/>
            </a:stretch>
          </p:blipFill>
          <p:spPr>
            <a:xfrm>
              <a:off x="6922247" y="3153507"/>
              <a:ext cx="177135" cy="748779"/>
            </a:xfrm>
            <a:prstGeom prst="rect">
              <a:avLst/>
            </a:prstGeom>
          </p:spPr>
        </p:pic>
        <p:sp>
          <p:nvSpPr>
            <p:cNvPr id="92" name="object 92" descr=""/>
            <p:cNvSpPr/>
            <p:nvPr/>
          </p:nvSpPr>
          <p:spPr>
            <a:xfrm>
              <a:off x="5267456" y="3153507"/>
              <a:ext cx="2607310" cy="749300"/>
            </a:xfrm>
            <a:custGeom>
              <a:avLst/>
              <a:gdLst/>
              <a:ahLst/>
              <a:cxnLst/>
              <a:rect l="l" t="t" r="r" b="b"/>
              <a:pathLst>
                <a:path w="2607309" h="749300">
                  <a:moveTo>
                    <a:pt x="1656799" y="748779"/>
                  </a:moveTo>
                  <a:lnTo>
                    <a:pt x="1831858" y="748779"/>
                  </a:lnTo>
                  <a:lnTo>
                    <a:pt x="1831858" y="0"/>
                  </a:lnTo>
                  <a:lnTo>
                    <a:pt x="1656799" y="0"/>
                  </a:lnTo>
                  <a:lnTo>
                    <a:pt x="1656799" y="748779"/>
                  </a:lnTo>
                  <a:close/>
                </a:path>
                <a:path w="2607309" h="749300">
                  <a:moveTo>
                    <a:pt x="1831975" y="345319"/>
                  </a:moveTo>
                  <a:lnTo>
                    <a:pt x="2008993" y="345319"/>
                  </a:lnTo>
                </a:path>
                <a:path w="2607309" h="749300">
                  <a:moveTo>
                    <a:pt x="2431859" y="345319"/>
                  </a:moveTo>
                  <a:lnTo>
                    <a:pt x="2606868" y="345319"/>
                  </a:lnTo>
                </a:path>
                <a:path w="2607309" h="749300">
                  <a:moveTo>
                    <a:pt x="0" y="345319"/>
                  </a:moveTo>
                  <a:lnTo>
                    <a:pt x="0" y="229632"/>
                  </a:lnTo>
                </a:path>
                <a:path w="2607309" h="749300">
                  <a:moveTo>
                    <a:pt x="0" y="229632"/>
                  </a:moveTo>
                  <a:lnTo>
                    <a:pt x="106679" y="229632"/>
                  </a:lnTo>
                </a:path>
                <a:path w="2607309" h="749300">
                  <a:moveTo>
                    <a:pt x="1902481" y="345319"/>
                  </a:moveTo>
                  <a:lnTo>
                    <a:pt x="1902481" y="575025"/>
                  </a:lnTo>
                </a:path>
                <a:path w="2607309" h="749300">
                  <a:moveTo>
                    <a:pt x="1902481" y="575025"/>
                  </a:moveTo>
                  <a:lnTo>
                    <a:pt x="2502365" y="575025"/>
                  </a:lnTo>
                </a:path>
                <a:path w="2607309" h="749300">
                  <a:moveTo>
                    <a:pt x="2502365" y="575025"/>
                  </a:moveTo>
                  <a:lnTo>
                    <a:pt x="2502365" y="403348"/>
                  </a:lnTo>
                </a:path>
                <a:path w="2607309" h="749300">
                  <a:moveTo>
                    <a:pt x="2502365" y="403348"/>
                  </a:moveTo>
                  <a:lnTo>
                    <a:pt x="2606868" y="403348"/>
                  </a:lnTo>
                </a:path>
              </a:pathLst>
            </a:custGeom>
            <a:ln w="12673">
              <a:solidFill>
                <a:srgbClr val="000000"/>
              </a:solidFill>
            </a:ln>
          </p:spPr>
          <p:txBody>
            <a:bodyPr wrap="square" lIns="0" tIns="0" rIns="0" bIns="0" rtlCol="0"/>
            <a:lstStyle/>
            <a:p/>
          </p:txBody>
        </p:sp>
        <p:pic>
          <p:nvPicPr>
            <p:cNvPr id="93" name="object 93" descr=""/>
            <p:cNvPicPr/>
            <p:nvPr/>
          </p:nvPicPr>
          <p:blipFill>
            <a:blip r:embed="rId7" cstate="print"/>
            <a:stretch>
              <a:fillRect/>
            </a:stretch>
          </p:blipFill>
          <p:spPr>
            <a:xfrm>
              <a:off x="5971844" y="3153507"/>
              <a:ext cx="177135" cy="748779"/>
            </a:xfrm>
            <a:prstGeom prst="rect">
              <a:avLst/>
            </a:prstGeom>
          </p:spPr>
        </p:pic>
        <p:sp>
          <p:nvSpPr>
            <p:cNvPr id="94" name="object 94" descr=""/>
            <p:cNvSpPr/>
            <p:nvPr/>
          </p:nvSpPr>
          <p:spPr>
            <a:xfrm>
              <a:off x="5971843" y="3153507"/>
              <a:ext cx="177165" cy="749300"/>
            </a:xfrm>
            <a:custGeom>
              <a:avLst/>
              <a:gdLst/>
              <a:ahLst/>
              <a:cxnLst/>
              <a:rect l="l" t="t" r="r" b="b"/>
              <a:pathLst>
                <a:path w="177164" h="749300">
                  <a:moveTo>
                    <a:pt x="0" y="748779"/>
                  </a:moveTo>
                  <a:lnTo>
                    <a:pt x="177135" y="748779"/>
                  </a:lnTo>
                  <a:lnTo>
                    <a:pt x="177135" y="0"/>
                  </a:lnTo>
                  <a:lnTo>
                    <a:pt x="0" y="0"/>
                  </a:lnTo>
                  <a:lnTo>
                    <a:pt x="0" y="748779"/>
                  </a:lnTo>
                  <a:close/>
                </a:path>
              </a:pathLst>
            </a:custGeom>
            <a:ln w="12098">
              <a:solidFill>
                <a:srgbClr val="000000"/>
              </a:solidFill>
            </a:ln>
          </p:spPr>
          <p:txBody>
            <a:bodyPr wrap="square" lIns="0" tIns="0" rIns="0" bIns="0" rtlCol="0"/>
            <a:lstStyle/>
            <a:p/>
          </p:txBody>
        </p:sp>
        <p:pic>
          <p:nvPicPr>
            <p:cNvPr id="95" name="object 95" descr=""/>
            <p:cNvPicPr/>
            <p:nvPr/>
          </p:nvPicPr>
          <p:blipFill>
            <a:blip r:embed="rId6" cstate="print"/>
            <a:stretch>
              <a:fillRect/>
            </a:stretch>
          </p:blipFill>
          <p:spPr>
            <a:xfrm>
              <a:off x="5019766" y="3153507"/>
              <a:ext cx="177135" cy="748779"/>
            </a:xfrm>
            <a:prstGeom prst="rect">
              <a:avLst/>
            </a:prstGeom>
          </p:spPr>
        </p:pic>
        <p:sp>
          <p:nvSpPr>
            <p:cNvPr id="96" name="object 96" descr=""/>
            <p:cNvSpPr/>
            <p:nvPr/>
          </p:nvSpPr>
          <p:spPr>
            <a:xfrm>
              <a:off x="5021943" y="3153507"/>
              <a:ext cx="175260" cy="749300"/>
            </a:xfrm>
            <a:custGeom>
              <a:avLst/>
              <a:gdLst/>
              <a:ahLst/>
              <a:cxnLst/>
              <a:rect l="l" t="t" r="r" b="b"/>
              <a:pathLst>
                <a:path w="175260" h="749300">
                  <a:moveTo>
                    <a:pt x="0" y="748779"/>
                  </a:moveTo>
                  <a:lnTo>
                    <a:pt x="175058" y="748779"/>
                  </a:lnTo>
                  <a:lnTo>
                    <a:pt x="175058" y="0"/>
                  </a:lnTo>
                  <a:lnTo>
                    <a:pt x="0" y="0"/>
                  </a:lnTo>
                  <a:lnTo>
                    <a:pt x="0" y="748779"/>
                  </a:lnTo>
                  <a:close/>
                </a:path>
              </a:pathLst>
            </a:custGeom>
            <a:ln w="12096">
              <a:solidFill>
                <a:srgbClr val="000000"/>
              </a:solidFill>
            </a:ln>
          </p:spPr>
          <p:txBody>
            <a:bodyPr wrap="square" lIns="0" tIns="0" rIns="0" bIns="0" rtlCol="0"/>
            <a:lstStyle/>
            <a:p/>
          </p:txBody>
        </p:sp>
        <p:pic>
          <p:nvPicPr>
            <p:cNvPr id="97" name="object 97" descr=""/>
            <p:cNvPicPr/>
            <p:nvPr/>
          </p:nvPicPr>
          <p:blipFill>
            <a:blip r:embed="rId7" cstate="print"/>
            <a:stretch>
              <a:fillRect/>
            </a:stretch>
          </p:blipFill>
          <p:spPr>
            <a:xfrm>
              <a:off x="7874325" y="3153507"/>
              <a:ext cx="177135" cy="748779"/>
            </a:xfrm>
            <a:prstGeom prst="rect">
              <a:avLst/>
            </a:prstGeom>
          </p:spPr>
        </p:pic>
        <p:sp>
          <p:nvSpPr>
            <p:cNvPr id="98" name="object 98" descr=""/>
            <p:cNvSpPr/>
            <p:nvPr/>
          </p:nvSpPr>
          <p:spPr>
            <a:xfrm>
              <a:off x="7874324" y="3153507"/>
              <a:ext cx="177165" cy="749300"/>
            </a:xfrm>
            <a:custGeom>
              <a:avLst/>
              <a:gdLst/>
              <a:ahLst/>
              <a:cxnLst/>
              <a:rect l="l" t="t" r="r" b="b"/>
              <a:pathLst>
                <a:path w="177165" h="749300">
                  <a:moveTo>
                    <a:pt x="0" y="748779"/>
                  </a:moveTo>
                  <a:lnTo>
                    <a:pt x="177135" y="748779"/>
                  </a:lnTo>
                  <a:lnTo>
                    <a:pt x="177135" y="0"/>
                  </a:lnTo>
                  <a:lnTo>
                    <a:pt x="0" y="0"/>
                  </a:lnTo>
                  <a:lnTo>
                    <a:pt x="0" y="748779"/>
                  </a:lnTo>
                  <a:close/>
                </a:path>
              </a:pathLst>
            </a:custGeom>
            <a:ln w="12098">
              <a:solidFill>
                <a:srgbClr val="000000"/>
              </a:solidFill>
            </a:ln>
          </p:spPr>
          <p:txBody>
            <a:bodyPr wrap="square" lIns="0" tIns="0" rIns="0" bIns="0" rtlCol="0"/>
            <a:lstStyle/>
            <a:p/>
          </p:txBody>
        </p:sp>
      </p:grpSp>
      <p:sp>
        <p:nvSpPr>
          <p:cNvPr id="99" name="object 99" descr=""/>
          <p:cNvSpPr txBox="1"/>
          <p:nvPr/>
        </p:nvSpPr>
        <p:spPr>
          <a:xfrm>
            <a:off x="8300569" y="3356054"/>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grpSp>
        <p:nvGrpSpPr>
          <p:cNvPr id="100" name="object 100" descr=""/>
          <p:cNvGrpSpPr/>
          <p:nvPr/>
        </p:nvGrpSpPr>
        <p:grpSpPr>
          <a:xfrm>
            <a:off x="8051510" y="3305102"/>
            <a:ext cx="608330" cy="363220"/>
            <a:chOff x="8051510" y="3305102"/>
            <a:chExt cx="608330" cy="363220"/>
          </a:xfrm>
        </p:grpSpPr>
        <p:sp>
          <p:nvSpPr>
            <p:cNvPr id="101" name="object 101" descr=""/>
            <p:cNvSpPr/>
            <p:nvPr/>
          </p:nvSpPr>
          <p:spPr>
            <a:xfrm>
              <a:off x="8051510" y="3311761"/>
              <a:ext cx="386715" cy="345440"/>
            </a:xfrm>
            <a:custGeom>
              <a:avLst/>
              <a:gdLst/>
              <a:ahLst/>
              <a:cxnLst/>
              <a:rect l="l" t="t" r="r" b="b"/>
              <a:pathLst>
                <a:path w="386715" h="345439">
                  <a:moveTo>
                    <a:pt x="0" y="171491"/>
                  </a:moveTo>
                  <a:lnTo>
                    <a:pt x="175008" y="171491"/>
                  </a:lnTo>
                </a:path>
                <a:path w="386715" h="345439">
                  <a:moveTo>
                    <a:pt x="175008" y="0"/>
                  </a:moveTo>
                  <a:lnTo>
                    <a:pt x="386525" y="0"/>
                  </a:lnTo>
                </a:path>
                <a:path w="386715" h="345439">
                  <a:moveTo>
                    <a:pt x="175008" y="0"/>
                  </a:moveTo>
                  <a:lnTo>
                    <a:pt x="175008" y="345393"/>
                  </a:lnTo>
                </a:path>
                <a:path w="386715" h="345439">
                  <a:moveTo>
                    <a:pt x="175008" y="345393"/>
                  </a:moveTo>
                  <a:lnTo>
                    <a:pt x="386525" y="345393"/>
                  </a:lnTo>
                </a:path>
              </a:pathLst>
            </a:custGeom>
            <a:ln w="12673">
              <a:solidFill>
                <a:srgbClr val="000000"/>
              </a:solidFill>
            </a:ln>
          </p:spPr>
          <p:txBody>
            <a:bodyPr wrap="square" lIns="0" tIns="0" rIns="0" bIns="0" rtlCol="0"/>
            <a:lstStyle/>
            <a:p/>
          </p:txBody>
        </p:sp>
        <p:sp>
          <p:nvSpPr>
            <p:cNvPr id="102" name="object 102" descr=""/>
            <p:cNvSpPr/>
            <p:nvPr/>
          </p:nvSpPr>
          <p:spPr>
            <a:xfrm>
              <a:off x="8468682" y="3307682"/>
              <a:ext cx="189865" cy="13335"/>
            </a:xfrm>
            <a:custGeom>
              <a:avLst/>
              <a:gdLst/>
              <a:ahLst/>
              <a:cxnLst/>
              <a:rect l="l" t="t" r="r" b="b"/>
              <a:pathLst>
                <a:path w="189865" h="13335">
                  <a:moveTo>
                    <a:pt x="46054" y="0"/>
                  </a:moveTo>
                  <a:lnTo>
                    <a:pt x="3851" y="0"/>
                  </a:lnTo>
                  <a:lnTo>
                    <a:pt x="2177" y="2224"/>
                  </a:lnTo>
                  <a:lnTo>
                    <a:pt x="2177" y="4634"/>
                  </a:lnTo>
                  <a:lnTo>
                    <a:pt x="0" y="6859"/>
                  </a:lnTo>
                  <a:lnTo>
                    <a:pt x="2177" y="8713"/>
                  </a:lnTo>
                  <a:lnTo>
                    <a:pt x="2177" y="10938"/>
                  </a:lnTo>
                  <a:lnTo>
                    <a:pt x="3851" y="13163"/>
                  </a:lnTo>
                  <a:lnTo>
                    <a:pt x="46054" y="13163"/>
                  </a:lnTo>
                  <a:lnTo>
                    <a:pt x="48231" y="10938"/>
                  </a:lnTo>
                  <a:lnTo>
                    <a:pt x="50241" y="8713"/>
                  </a:lnTo>
                  <a:lnTo>
                    <a:pt x="50241" y="4634"/>
                  </a:lnTo>
                  <a:lnTo>
                    <a:pt x="48231" y="2224"/>
                  </a:lnTo>
                  <a:lnTo>
                    <a:pt x="46054" y="0"/>
                  </a:lnTo>
                  <a:close/>
                </a:path>
                <a:path w="189865" h="13335">
                  <a:moveTo>
                    <a:pt x="98473" y="0"/>
                  </a:moveTo>
                  <a:lnTo>
                    <a:pt x="92611" y="0"/>
                  </a:lnTo>
                  <a:lnTo>
                    <a:pt x="90434" y="2224"/>
                  </a:lnTo>
                  <a:lnTo>
                    <a:pt x="88425" y="4634"/>
                  </a:lnTo>
                  <a:lnTo>
                    <a:pt x="88425" y="8713"/>
                  </a:lnTo>
                  <a:lnTo>
                    <a:pt x="90434" y="10938"/>
                  </a:lnTo>
                  <a:lnTo>
                    <a:pt x="92611" y="13163"/>
                  </a:lnTo>
                  <a:lnTo>
                    <a:pt x="98473" y="13163"/>
                  </a:lnTo>
                  <a:lnTo>
                    <a:pt x="100483" y="10938"/>
                  </a:lnTo>
                  <a:lnTo>
                    <a:pt x="100483" y="8713"/>
                  </a:lnTo>
                  <a:lnTo>
                    <a:pt x="102492" y="6859"/>
                  </a:lnTo>
                  <a:lnTo>
                    <a:pt x="100483" y="4634"/>
                  </a:lnTo>
                  <a:lnTo>
                    <a:pt x="100483" y="2224"/>
                  </a:lnTo>
                  <a:lnTo>
                    <a:pt x="98473" y="0"/>
                  </a:lnTo>
                  <a:close/>
                </a:path>
                <a:path w="189865" h="13335">
                  <a:moveTo>
                    <a:pt x="185056" y="0"/>
                  </a:moveTo>
                  <a:lnTo>
                    <a:pt x="142853" y="0"/>
                  </a:lnTo>
                  <a:lnTo>
                    <a:pt x="140676" y="2224"/>
                  </a:lnTo>
                  <a:lnTo>
                    <a:pt x="140676" y="4634"/>
                  </a:lnTo>
                  <a:lnTo>
                    <a:pt x="139001" y="6859"/>
                  </a:lnTo>
                  <a:lnTo>
                    <a:pt x="140676" y="8713"/>
                  </a:lnTo>
                  <a:lnTo>
                    <a:pt x="140676" y="10938"/>
                  </a:lnTo>
                  <a:lnTo>
                    <a:pt x="142853" y="13163"/>
                  </a:lnTo>
                  <a:lnTo>
                    <a:pt x="185056" y="13163"/>
                  </a:lnTo>
                  <a:lnTo>
                    <a:pt x="187233" y="10938"/>
                  </a:lnTo>
                  <a:lnTo>
                    <a:pt x="189243" y="8713"/>
                  </a:lnTo>
                  <a:lnTo>
                    <a:pt x="189243" y="4634"/>
                  </a:lnTo>
                  <a:lnTo>
                    <a:pt x="187233" y="2224"/>
                  </a:lnTo>
                  <a:lnTo>
                    <a:pt x="185056" y="0"/>
                  </a:lnTo>
                  <a:close/>
                </a:path>
              </a:pathLst>
            </a:custGeom>
            <a:solidFill>
              <a:srgbClr val="000000"/>
            </a:solidFill>
          </p:spPr>
          <p:txBody>
            <a:bodyPr wrap="square" lIns="0" tIns="0" rIns="0" bIns="0" rtlCol="0"/>
            <a:lstStyle/>
            <a:p/>
          </p:txBody>
        </p:sp>
        <p:sp>
          <p:nvSpPr>
            <p:cNvPr id="103" name="object 103" descr=""/>
            <p:cNvSpPr/>
            <p:nvPr/>
          </p:nvSpPr>
          <p:spPr>
            <a:xfrm>
              <a:off x="8468682" y="3307682"/>
              <a:ext cx="189865" cy="13335"/>
            </a:xfrm>
            <a:custGeom>
              <a:avLst/>
              <a:gdLst/>
              <a:ahLst/>
              <a:cxnLst/>
              <a:rect l="l" t="t" r="r" b="b"/>
              <a:pathLst>
                <a:path w="189865" h="13335">
                  <a:moveTo>
                    <a:pt x="8038" y="0"/>
                  </a:moveTo>
                  <a:lnTo>
                    <a:pt x="44045" y="0"/>
                  </a:lnTo>
                  <a:lnTo>
                    <a:pt x="46054" y="0"/>
                  </a:lnTo>
                  <a:lnTo>
                    <a:pt x="48231" y="2224"/>
                  </a:lnTo>
                  <a:lnTo>
                    <a:pt x="50241" y="4634"/>
                  </a:lnTo>
                  <a:lnTo>
                    <a:pt x="50241" y="6859"/>
                  </a:lnTo>
                  <a:lnTo>
                    <a:pt x="50241" y="8713"/>
                  </a:lnTo>
                  <a:lnTo>
                    <a:pt x="48231" y="10938"/>
                  </a:lnTo>
                  <a:lnTo>
                    <a:pt x="46054" y="13163"/>
                  </a:lnTo>
                  <a:lnTo>
                    <a:pt x="44045" y="13163"/>
                  </a:lnTo>
                  <a:lnTo>
                    <a:pt x="8038" y="13163"/>
                  </a:lnTo>
                  <a:lnTo>
                    <a:pt x="3851" y="13163"/>
                  </a:lnTo>
                  <a:lnTo>
                    <a:pt x="2177" y="10938"/>
                  </a:lnTo>
                  <a:lnTo>
                    <a:pt x="2177" y="8713"/>
                  </a:lnTo>
                  <a:lnTo>
                    <a:pt x="0" y="6859"/>
                  </a:lnTo>
                  <a:lnTo>
                    <a:pt x="2177" y="4634"/>
                  </a:lnTo>
                  <a:lnTo>
                    <a:pt x="2177" y="2224"/>
                  </a:lnTo>
                  <a:lnTo>
                    <a:pt x="3851" y="0"/>
                  </a:lnTo>
                  <a:lnTo>
                    <a:pt x="8038" y="0"/>
                  </a:lnTo>
                  <a:close/>
                </a:path>
                <a:path w="189865" h="13335">
                  <a:moveTo>
                    <a:pt x="94621" y="0"/>
                  </a:moveTo>
                  <a:lnTo>
                    <a:pt x="98473" y="0"/>
                  </a:lnTo>
                  <a:lnTo>
                    <a:pt x="100483" y="2224"/>
                  </a:lnTo>
                  <a:lnTo>
                    <a:pt x="100483" y="4634"/>
                  </a:lnTo>
                  <a:lnTo>
                    <a:pt x="102492" y="6859"/>
                  </a:lnTo>
                  <a:lnTo>
                    <a:pt x="100483" y="8713"/>
                  </a:lnTo>
                  <a:lnTo>
                    <a:pt x="100483" y="10938"/>
                  </a:lnTo>
                  <a:lnTo>
                    <a:pt x="98473" y="13163"/>
                  </a:lnTo>
                  <a:lnTo>
                    <a:pt x="94621" y="13163"/>
                  </a:lnTo>
                  <a:lnTo>
                    <a:pt x="92611" y="13163"/>
                  </a:lnTo>
                  <a:lnTo>
                    <a:pt x="90434" y="10938"/>
                  </a:lnTo>
                  <a:lnTo>
                    <a:pt x="88425" y="8713"/>
                  </a:lnTo>
                  <a:lnTo>
                    <a:pt x="88425" y="6859"/>
                  </a:lnTo>
                  <a:lnTo>
                    <a:pt x="88425" y="4634"/>
                  </a:lnTo>
                  <a:lnTo>
                    <a:pt x="90434" y="2224"/>
                  </a:lnTo>
                  <a:lnTo>
                    <a:pt x="92611" y="0"/>
                  </a:lnTo>
                  <a:lnTo>
                    <a:pt x="94621" y="0"/>
                  </a:lnTo>
                  <a:close/>
                </a:path>
                <a:path w="189865" h="13335">
                  <a:moveTo>
                    <a:pt x="144863" y="0"/>
                  </a:moveTo>
                  <a:lnTo>
                    <a:pt x="183046" y="0"/>
                  </a:lnTo>
                  <a:lnTo>
                    <a:pt x="185056" y="0"/>
                  </a:lnTo>
                  <a:lnTo>
                    <a:pt x="187233" y="2224"/>
                  </a:lnTo>
                  <a:lnTo>
                    <a:pt x="189243" y="4634"/>
                  </a:lnTo>
                  <a:lnTo>
                    <a:pt x="189243" y="6859"/>
                  </a:lnTo>
                  <a:lnTo>
                    <a:pt x="189243" y="8713"/>
                  </a:lnTo>
                  <a:lnTo>
                    <a:pt x="187233" y="10938"/>
                  </a:lnTo>
                  <a:lnTo>
                    <a:pt x="185056" y="13163"/>
                  </a:lnTo>
                  <a:lnTo>
                    <a:pt x="183046" y="13163"/>
                  </a:lnTo>
                  <a:lnTo>
                    <a:pt x="144863" y="13163"/>
                  </a:lnTo>
                  <a:lnTo>
                    <a:pt x="142853" y="13163"/>
                  </a:lnTo>
                  <a:lnTo>
                    <a:pt x="140676" y="10938"/>
                  </a:lnTo>
                  <a:lnTo>
                    <a:pt x="140676" y="8713"/>
                  </a:lnTo>
                  <a:lnTo>
                    <a:pt x="139001" y="6859"/>
                  </a:lnTo>
                  <a:lnTo>
                    <a:pt x="140676" y="4634"/>
                  </a:lnTo>
                  <a:lnTo>
                    <a:pt x="140676" y="2224"/>
                  </a:lnTo>
                  <a:lnTo>
                    <a:pt x="142853" y="0"/>
                  </a:lnTo>
                  <a:lnTo>
                    <a:pt x="144863" y="0"/>
                  </a:lnTo>
                  <a:close/>
                </a:path>
              </a:pathLst>
            </a:custGeom>
            <a:ln w="3175">
              <a:solidFill>
                <a:srgbClr val="000000"/>
              </a:solidFill>
            </a:ln>
          </p:spPr>
          <p:txBody>
            <a:bodyPr wrap="square" lIns="0" tIns="0" rIns="0" bIns="0" rtlCol="0"/>
            <a:lstStyle/>
            <a:p/>
          </p:txBody>
        </p:sp>
        <p:sp>
          <p:nvSpPr>
            <p:cNvPr id="104" name="object 104" descr=""/>
            <p:cNvSpPr/>
            <p:nvPr/>
          </p:nvSpPr>
          <p:spPr>
            <a:xfrm>
              <a:off x="8645868" y="3307682"/>
              <a:ext cx="12065" cy="359410"/>
            </a:xfrm>
            <a:custGeom>
              <a:avLst/>
              <a:gdLst/>
              <a:ahLst/>
              <a:cxnLst/>
              <a:rect l="l" t="t" r="r" b="b"/>
              <a:pathLst>
                <a:path w="12065" h="359410">
                  <a:moveTo>
                    <a:pt x="7871" y="0"/>
                  </a:moveTo>
                  <a:lnTo>
                    <a:pt x="3684" y="0"/>
                  </a:lnTo>
                  <a:lnTo>
                    <a:pt x="2177" y="2224"/>
                  </a:lnTo>
                  <a:lnTo>
                    <a:pt x="0" y="4634"/>
                  </a:lnTo>
                  <a:lnTo>
                    <a:pt x="0" y="51169"/>
                  </a:lnTo>
                  <a:lnTo>
                    <a:pt x="2177" y="53579"/>
                  </a:lnTo>
                  <a:lnTo>
                    <a:pt x="3684" y="55804"/>
                  </a:lnTo>
                  <a:lnTo>
                    <a:pt x="7871" y="55804"/>
                  </a:lnTo>
                  <a:lnTo>
                    <a:pt x="10048" y="53579"/>
                  </a:lnTo>
                  <a:lnTo>
                    <a:pt x="12057" y="51169"/>
                  </a:lnTo>
                  <a:lnTo>
                    <a:pt x="12057" y="4634"/>
                  </a:lnTo>
                  <a:lnTo>
                    <a:pt x="10048" y="2224"/>
                  </a:lnTo>
                  <a:lnTo>
                    <a:pt x="7871" y="0"/>
                  </a:lnTo>
                  <a:close/>
                </a:path>
                <a:path w="12065" h="359410">
                  <a:moveTo>
                    <a:pt x="10048" y="97889"/>
                  </a:moveTo>
                  <a:lnTo>
                    <a:pt x="2177" y="97889"/>
                  </a:lnTo>
                  <a:lnTo>
                    <a:pt x="0" y="100114"/>
                  </a:lnTo>
                  <a:lnTo>
                    <a:pt x="0" y="106973"/>
                  </a:lnTo>
                  <a:lnTo>
                    <a:pt x="2177" y="109383"/>
                  </a:lnTo>
                  <a:lnTo>
                    <a:pt x="3684" y="111608"/>
                  </a:lnTo>
                  <a:lnTo>
                    <a:pt x="7871" y="111608"/>
                  </a:lnTo>
                  <a:lnTo>
                    <a:pt x="10048" y="109383"/>
                  </a:lnTo>
                  <a:lnTo>
                    <a:pt x="12057" y="106973"/>
                  </a:lnTo>
                  <a:lnTo>
                    <a:pt x="12057" y="100114"/>
                  </a:lnTo>
                  <a:lnTo>
                    <a:pt x="10048" y="97889"/>
                  </a:lnTo>
                  <a:close/>
                </a:path>
                <a:path w="12065" h="359410">
                  <a:moveTo>
                    <a:pt x="7871" y="207087"/>
                  </a:moveTo>
                  <a:lnTo>
                    <a:pt x="3684" y="207087"/>
                  </a:lnTo>
                  <a:lnTo>
                    <a:pt x="5861" y="209497"/>
                  </a:lnTo>
                  <a:lnTo>
                    <a:pt x="7871" y="207087"/>
                  </a:lnTo>
                  <a:close/>
                </a:path>
                <a:path w="12065" h="359410">
                  <a:moveTo>
                    <a:pt x="10048" y="153693"/>
                  </a:moveTo>
                  <a:lnTo>
                    <a:pt x="2177" y="153693"/>
                  </a:lnTo>
                  <a:lnTo>
                    <a:pt x="0" y="155918"/>
                  </a:lnTo>
                  <a:lnTo>
                    <a:pt x="0" y="204863"/>
                  </a:lnTo>
                  <a:lnTo>
                    <a:pt x="2177" y="207087"/>
                  </a:lnTo>
                  <a:lnTo>
                    <a:pt x="10048" y="207087"/>
                  </a:lnTo>
                  <a:lnTo>
                    <a:pt x="12057" y="204863"/>
                  </a:lnTo>
                  <a:lnTo>
                    <a:pt x="12057" y="155918"/>
                  </a:lnTo>
                  <a:lnTo>
                    <a:pt x="10048" y="153693"/>
                  </a:lnTo>
                  <a:close/>
                </a:path>
                <a:path w="12065" h="359410">
                  <a:moveTo>
                    <a:pt x="7871" y="262892"/>
                  </a:moveTo>
                  <a:lnTo>
                    <a:pt x="3684" y="262892"/>
                  </a:lnTo>
                  <a:lnTo>
                    <a:pt x="5861" y="265302"/>
                  </a:lnTo>
                  <a:lnTo>
                    <a:pt x="7871" y="262892"/>
                  </a:lnTo>
                  <a:close/>
                </a:path>
                <a:path w="12065" h="359410">
                  <a:moveTo>
                    <a:pt x="10048" y="251953"/>
                  </a:moveTo>
                  <a:lnTo>
                    <a:pt x="2177" y="251953"/>
                  </a:lnTo>
                  <a:lnTo>
                    <a:pt x="0" y="254363"/>
                  </a:lnTo>
                  <a:lnTo>
                    <a:pt x="0" y="260667"/>
                  </a:lnTo>
                  <a:lnTo>
                    <a:pt x="2177" y="262892"/>
                  </a:lnTo>
                  <a:lnTo>
                    <a:pt x="10048" y="262892"/>
                  </a:lnTo>
                  <a:lnTo>
                    <a:pt x="12057" y="260667"/>
                  </a:lnTo>
                  <a:lnTo>
                    <a:pt x="12057" y="254363"/>
                  </a:lnTo>
                  <a:lnTo>
                    <a:pt x="10048" y="251953"/>
                  </a:lnTo>
                  <a:close/>
                </a:path>
                <a:path w="12065" h="359410">
                  <a:moveTo>
                    <a:pt x="5861" y="249729"/>
                  </a:moveTo>
                  <a:lnTo>
                    <a:pt x="3684" y="251953"/>
                  </a:lnTo>
                  <a:lnTo>
                    <a:pt x="7871" y="251953"/>
                  </a:lnTo>
                  <a:lnTo>
                    <a:pt x="5861" y="249729"/>
                  </a:lnTo>
                  <a:close/>
                </a:path>
                <a:path w="12065" h="359410">
                  <a:moveTo>
                    <a:pt x="10048" y="307758"/>
                  </a:moveTo>
                  <a:lnTo>
                    <a:pt x="2177" y="307758"/>
                  </a:lnTo>
                  <a:lnTo>
                    <a:pt x="0" y="310168"/>
                  </a:lnTo>
                  <a:lnTo>
                    <a:pt x="0" y="354478"/>
                  </a:lnTo>
                  <a:lnTo>
                    <a:pt x="2177" y="356702"/>
                  </a:lnTo>
                  <a:lnTo>
                    <a:pt x="3684" y="359112"/>
                  </a:lnTo>
                  <a:lnTo>
                    <a:pt x="7871" y="359112"/>
                  </a:lnTo>
                  <a:lnTo>
                    <a:pt x="12057" y="354478"/>
                  </a:lnTo>
                  <a:lnTo>
                    <a:pt x="12057" y="310168"/>
                  </a:lnTo>
                  <a:lnTo>
                    <a:pt x="10048" y="307758"/>
                  </a:lnTo>
                  <a:close/>
                </a:path>
                <a:path w="12065" h="359410">
                  <a:moveTo>
                    <a:pt x="5861" y="305533"/>
                  </a:moveTo>
                  <a:lnTo>
                    <a:pt x="3684" y="307758"/>
                  </a:lnTo>
                  <a:lnTo>
                    <a:pt x="7871" y="307758"/>
                  </a:lnTo>
                  <a:lnTo>
                    <a:pt x="5861" y="305533"/>
                  </a:lnTo>
                  <a:close/>
                </a:path>
              </a:pathLst>
            </a:custGeom>
            <a:solidFill>
              <a:srgbClr val="000000"/>
            </a:solidFill>
          </p:spPr>
          <p:txBody>
            <a:bodyPr wrap="square" lIns="0" tIns="0" rIns="0" bIns="0" rtlCol="0"/>
            <a:lstStyle/>
            <a:p/>
          </p:txBody>
        </p:sp>
        <p:sp>
          <p:nvSpPr>
            <p:cNvPr id="105" name="object 105" descr=""/>
            <p:cNvSpPr/>
            <p:nvPr/>
          </p:nvSpPr>
          <p:spPr>
            <a:xfrm>
              <a:off x="8645867" y="3307682"/>
              <a:ext cx="12065" cy="359410"/>
            </a:xfrm>
            <a:custGeom>
              <a:avLst/>
              <a:gdLst/>
              <a:ahLst/>
              <a:cxnLst/>
              <a:rect l="l" t="t" r="r" b="b"/>
              <a:pathLst>
                <a:path w="12065" h="359410">
                  <a:moveTo>
                    <a:pt x="12057" y="6859"/>
                  </a:moveTo>
                  <a:lnTo>
                    <a:pt x="12057" y="48944"/>
                  </a:lnTo>
                  <a:lnTo>
                    <a:pt x="12057" y="51169"/>
                  </a:lnTo>
                  <a:lnTo>
                    <a:pt x="10048" y="53579"/>
                  </a:lnTo>
                  <a:lnTo>
                    <a:pt x="7871" y="55804"/>
                  </a:lnTo>
                  <a:lnTo>
                    <a:pt x="5861" y="55804"/>
                  </a:lnTo>
                  <a:lnTo>
                    <a:pt x="3684" y="55804"/>
                  </a:lnTo>
                  <a:lnTo>
                    <a:pt x="2177" y="53579"/>
                  </a:lnTo>
                  <a:lnTo>
                    <a:pt x="0" y="51169"/>
                  </a:lnTo>
                  <a:lnTo>
                    <a:pt x="0" y="48944"/>
                  </a:lnTo>
                  <a:lnTo>
                    <a:pt x="0" y="6859"/>
                  </a:lnTo>
                  <a:lnTo>
                    <a:pt x="0" y="4634"/>
                  </a:lnTo>
                  <a:lnTo>
                    <a:pt x="2177" y="2224"/>
                  </a:lnTo>
                  <a:lnTo>
                    <a:pt x="3684" y="0"/>
                  </a:lnTo>
                  <a:lnTo>
                    <a:pt x="5861" y="0"/>
                  </a:lnTo>
                  <a:lnTo>
                    <a:pt x="7871" y="0"/>
                  </a:lnTo>
                  <a:lnTo>
                    <a:pt x="10048" y="2224"/>
                  </a:lnTo>
                  <a:lnTo>
                    <a:pt x="12057" y="4634"/>
                  </a:lnTo>
                  <a:lnTo>
                    <a:pt x="12057" y="6859"/>
                  </a:lnTo>
                  <a:close/>
                </a:path>
                <a:path w="12065" h="359410">
                  <a:moveTo>
                    <a:pt x="12057" y="104748"/>
                  </a:moveTo>
                  <a:lnTo>
                    <a:pt x="12057" y="106973"/>
                  </a:lnTo>
                  <a:lnTo>
                    <a:pt x="10048" y="109383"/>
                  </a:lnTo>
                  <a:lnTo>
                    <a:pt x="7871" y="111608"/>
                  </a:lnTo>
                  <a:lnTo>
                    <a:pt x="5861" y="111608"/>
                  </a:lnTo>
                  <a:lnTo>
                    <a:pt x="3684" y="111608"/>
                  </a:lnTo>
                  <a:lnTo>
                    <a:pt x="2177" y="109383"/>
                  </a:lnTo>
                  <a:lnTo>
                    <a:pt x="0" y="106973"/>
                  </a:lnTo>
                  <a:lnTo>
                    <a:pt x="0" y="104748"/>
                  </a:lnTo>
                  <a:lnTo>
                    <a:pt x="0" y="100114"/>
                  </a:lnTo>
                  <a:lnTo>
                    <a:pt x="2177" y="97889"/>
                  </a:lnTo>
                  <a:lnTo>
                    <a:pt x="3684" y="97889"/>
                  </a:lnTo>
                  <a:lnTo>
                    <a:pt x="5861" y="97889"/>
                  </a:lnTo>
                  <a:lnTo>
                    <a:pt x="7871" y="97889"/>
                  </a:lnTo>
                  <a:lnTo>
                    <a:pt x="10048" y="97889"/>
                  </a:lnTo>
                  <a:lnTo>
                    <a:pt x="12057" y="100114"/>
                  </a:lnTo>
                  <a:lnTo>
                    <a:pt x="12057" y="104748"/>
                  </a:lnTo>
                  <a:close/>
                </a:path>
                <a:path w="12065" h="359410">
                  <a:moveTo>
                    <a:pt x="12057" y="160553"/>
                  </a:moveTo>
                  <a:lnTo>
                    <a:pt x="12057" y="200784"/>
                  </a:lnTo>
                  <a:lnTo>
                    <a:pt x="12057" y="204863"/>
                  </a:lnTo>
                  <a:lnTo>
                    <a:pt x="10048" y="207087"/>
                  </a:lnTo>
                  <a:lnTo>
                    <a:pt x="7871" y="207087"/>
                  </a:lnTo>
                  <a:lnTo>
                    <a:pt x="5861" y="209497"/>
                  </a:lnTo>
                  <a:lnTo>
                    <a:pt x="3684" y="207087"/>
                  </a:lnTo>
                  <a:lnTo>
                    <a:pt x="2177" y="207087"/>
                  </a:lnTo>
                  <a:lnTo>
                    <a:pt x="0" y="204863"/>
                  </a:lnTo>
                  <a:lnTo>
                    <a:pt x="0" y="200784"/>
                  </a:lnTo>
                  <a:lnTo>
                    <a:pt x="0" y="160553"/>
                  </a:lnTo>
                  <a:lnTo>
                    <a:pt x="0" y="155918"/>
                  </a:lnTo>
                  <a:lnTo>
                    <a:pt x="2177" y="153693"/>
                  </a:lnTo>
                  <a:lnTo>
                    <a:pt x="3684" y="153693"/>
                  </a:lnTo>
                  <a:lnTo>
                    <a:pt x="5861" y="153693"/>
                  </a:lnTo>
                  <a:lnTo>
                    <a:pt x="7871" y="153693"/>
                  </a:lnTo>
                  <a:lnTo>
                    <a:pt x="10048" y="153693"/>
                  </a:lnTo>
                  <a:lnTo>
                    <a:pt x="12057" y="155918"/>
                  </a:lnTo>
                  <a:lnTo>
                    <a:pt x="12057" y="160553"/>
                  </a:lnTo>
                  <a:close/>
                </a:path>
                <a:path w="12065" h="359410">
                  <a:moveTo>
                    <a:pt x="12057" y="256588"/>
                  </a:moveTo>
                  <a:lnTo>
                    <a:pt x="12057" y="260667"/>
                  </a:lnTo>
                  <a:lnTo>
                    <a:pt x="10048" y="262892"/>
                  </a:lnTo>
                  <a:lnTo>
                    <a:pt x="7871" y="262892"/>
                  </a:lnTo>
                  <a:lnTo>
                    <a:pt x="5861" y="265302"/>
                  </a:lnTo>
                  <a:lnTo>
                    <a:pt x="3684" y="262892"/>
                  </a:lnTo>
                  <a:lnTo>
                    <a:pt x="2177" y="262892"/>
                  </a:lnTo>
                  <a:lnTo>
                    <a:pt x="0" y="260667"/>
                  </a:lnTo>
                  <a:lnTo>
                    <a:pt x="0" y="256588"/>
                  </a:lnTo>
                  <a:lnTo>
                    <a:pt x="0" y="254363"/>
                  </a:lnTo>
                  <a:lnTo>
                    <a:pt x="2177" y="251953"/>
                  </a:lnTo>
                  <a:lnTo>
                    <a:pt x="3684" y="251953"/>
                  </a:lnTo>
                  <a:lnTo>
                    <a:pt x="5861" y="249729"/>
                  </a:lnTo>
                  <a:lnTo>
                    <a:pt x="7871" y="251953"/>
                  </a:lnTo>
                  <a:lnTo>
                    <a:pt x="10048" y="251953"/>
                  </a:lnTo>
                  <a:lnTo>
                    <a:pt x="12057" y="254363"/>
                  </a:lnTo>
                  <a:lnTo>
                    <a:pt x="12057" y="256588"/>
                  </a:lnTo>
                  <a:close/>
                </a:path>
                <a:path w="12065" h="359410">
                  <a:moveTo>
                    <a:pt x="12057" y="311836"/>
                  </a:moveTo>
                  <a:lnTo>
                    <a:pt x="12057" y="352253"/>
                  </a:lnTo>
                  <a:lnTo>
                    <a:pt x="12057" y="354478"/>
                  </a:lnTo>
                  <a:lnTo>
                    <a:pt x="10048" y="356702"/>
                  </a:lnTo>
                  <a:lnTo>
                    <a:pt x="7871" y="359112"/>
                  </a:lnTo>
                  <a:lnTo>
                    <a:pt x="5861" y="359112"/>
                  </a:lnTo>
                  <a:lnTo>
                    <a:pt x="3684" y="359112"/>
                  </a:lnTo>
                  <a:lnTo>
                    <a:pt x="2177" y="356702"/>
                  </a:lnTo>
                  <a:lnTo>
                    <a:pt x="0" y="354478"/>
                  </a:lnTo>
                  <a:lnTo>
                    <a:pt x="0" y="352253"/>
                  </a:lnTo>
                  <a:lnTo>
                    <a:pt x="0" y="311836"/>
                  </a:lnTo>
                  <a:lnTo>
                    <a:pt x="0" y="310168"/>
                  </a:lnTo>
                  <a:lnTo>
                    <a:pt x="2177" y="307758"/>
                  </a:lnTo>
                  <a:lnTo>
                    <a:pt x="3684" y="307758"/>
                  </a:lnTo>
                  <a:lnTo>
                    <a:pt x="5861" y="305533"/>
                  </a:lnTo>
                  <a:lnTo>
                    <a:pt x="7871" y="307758"/>
                  </a:lnTo>
                  <a:lnTo>
                    <a:pt x="10048" y="307758"/>
                  </a:lnTo>
                  <a:lnTo>
                    <a:pt x="12057" y="310168"/>
                  </a:lnTo>
                  <a:lnTo>
                    <a:pt x="12057" y="311836"/>
                  </a:lnTo>
                  <a:close/>
                </a:path>
              </a:pathLst>
            </a:custGeom>
            <a:ln w="3175">
              <a:solidFill>
                <a:srgbClr val="000000"/>
              </a:solidFill>
            </a:ln>
          </p:spPr>
          <p:txBody>
            <a:bodyPr wrap="square" lIns="0" tIns="0" rIns="0" bIns="0" rtlCol="0"/>
            <a:lstStyle/>
            <a:p/>
          </p:txBody>
        </p:sp>
        <p:sp>
          <p:nvSpPr>
            <p:cNvPr id="106" name="object 106" descr=""/>
            <p:cNvSpPr/>
            <p:nvPr/>
          </p:nvSpPr>
          <p:spPr>
            <a:xfrm>
              <a:off x="8468682" y="3653447"/>
              <a:ext cx="189865" cy="13970"/>
            </a:xfrm>
            <a:custGeom>
              <a:avLst/>
              <a:gdLst/>
              <a:ahLst/>
              <a:cxnLst/>
              <a:rect l="l" t="t" r="r" b="b"/>
              <a:pathLst>
                <a:path w="189865" h="13970">
                  <a:moveTo>
                    <a:pt x="46054" y="0"/>
                  </a:moveTo>
                  <a:lnTo>
                    <a:pt x="3851" y="0"/>
                  </a:lnTo>
                  <a:lnTo>
                    <a:pt x="2177" y="1853"/>
                  </a:lnTo>
                  <a:lnTo>
                    <a:pt x="2177" y="4078"/>
                  </a:lnTo>
                  <a:lnTo>
                    <a:pt x="0" y="6488"/>
                  </a:lnTo>
                  <a:lnTo>
                    <a:pt x="2177" y="8713"/>
                  </a:lnTo>
                  <a:lnTo>
                    <a:pt x="2177" y="10938"/>
                  </a:lnTo>
                  <a:lnTo>
                    <a:pt x="3851" y="13348"/>
                  </a:lnTo>
                  <a:lnTo>
                    <a:pt x="46054" y="13348"/>
                  </a:lnTo>
                  <a:lnTo>
                    <a:pt x="50241" y="8713"/>
                  </a:lnTo>
                  <a:lnTo>
                    <a:pt x="50241" y="4078"/>
                  </a:lnTo>
                  <a:lnTo>
                    <a:pt x="48231" y="1853"/>
                  </a:lnTo>
                  <a:lnTo>
                    <a:pt x="46054" y="0"/>
                  </a:lnTo>
                  <a:close/>
                </a:path>
                <a:path w="189865" h="13970">
                  <a:moveTo>
                    <a:pt x="98473" y="0"/>
                  </a:moveTo>
                  <a:lnTo>
                    <a:pt x="92611" y="0"/>
                  </a:lnTo>
                  <a:lnTo>
                    <a:pt x="90434" y="1853"/>
                  </a:lnTo>
                  <a:lnTo>
                    <a:pt x="88425" y="4078"/>
                  </a:lnTo>
                  <a:lnTo>
                    <a:pt x="88425" y="8713"/>
                  </a:lnTo>
                  <a:lnTo>
                    <a:pt x="92611" y="13348"/>
                  </a:lnTo>
                  <a:lnTo>
                    <a:pt x="98473" y="13348"/>
                  </a:lnTo>
                  <a:lnTo>
                    <a:pt x="100483" y="10938"/>
                  </a:lnTo>
                  <a:lnTo>
                    <a:pt x="100483" y="8713"/>
                  </a:lnTo>
                  <a:lnTo>
                    <a:pt x="102492" y="6488"/>
                  </a:lnTo>
                  <a:lnTo>
                    <a:pt x="100483" y="4078"/>
                  </a:lnTo>
                  <a:lnTo>
                    <a:pt x="100483" y="1853"/>
                  </a:lnTo>
                  <a:lnTo>
                    <a:pt x="98473" y="0"/>
                  </a:lnTo>
                  <a:close/>
                </a:path>
                <a:path w="189865" h="13970">
                  <a:moveTo>
                    <a:pt x="185056" y="0"/>
                  </a:moveTo>
                  <a:lnTo>
                    <a:pt x="142853" y="0"/>
                  </a:lnTo>
                  <a:lnTo>
                    <a:pt x="140676" y="1853"/>
                  </a:lnTo>
                  <a:lnTo>
                    <a:pt x="140676" y="4078"/>
                  </a:lnTo>
                  <a:lnTo>
                    <a:pt x="139001" y="6488"/>
                  </a:lnTo>
                  <a:lnTo>
                    <a:pt x="140676" y="8713"/>
                  </a:lnTo>
                  <a:lnTo>
                    <a:pt x="140676" y="10938"/>
                  </a:lnTo>
                  <a:lnTo>
                    <a:pt x="142853" y="13348"/>
                  </a:lnTo>
                  <a:lnTo>
                    <a:pt x="185056" y="13348"/>
                  </a:lnTo>
                  <a:lnTo>
                    <a:pt x="189243" y="8713"/>
                  </a:lnTo>
                  <a:lnTo>
                    <a:pt x="189243" y="4078"/>
                  </a:lnTo>
                  <a:lnTo>
                    <a:pt x="187233" y="1853"/>
                  </a:lnTo>
                  <a:lnTo>
                    <a:pt x="185056" y="0"/>
                  </a:lnTo>
                  <a:close/>
                </a:path>
              </a:pathLst>
            </a:custGeom>
            <a:solidFill>
              <a:srgbClr val="000000"/>
            </a:solidFill>
          </p:spPr>
          <p:txBody>
            <a:bodyPr wrap="square" lIns="0" tIns="0" rIns="0" bIns="0" rtlCol="0"/>
            <a:lstStyle/>
            <a:p/>
          </p:txBody>
        </p:sp>
        <p:sp>
          <p:nvSpPr>
            <p:cNvPr id="107" name="object 107" descr=""/>
            <p:cNvSpPr/>
            <p:nvPr/>
          </p:nvSpPr>
          <p:spPr>
            <a:xfrm>
              <a:off x="8468682" y="3653447"/>
              <a:ext cx="189865" cy="13970"/>
            </a:xfrm>
            <a:custGeom>
              <a:avLst/>
              <a:gdLst/>
              <a:ahLst/>
              <a:cxnLst/>
              <a:rect l="l" t="t" r="r" b="b"/>
              <a:pathLst>
                <a:path w="189865" h="13970">
                  <a:moveTo>
                    <a:pt x="8038" y="0"/>
                  </a:moveTo>
                  <a:lnTo>
                    <a:pt x="44045" y="0"/>
                  </a:lnTo>
                  <a:lnTo>
                    <a:pt x="46054" y="0"/>
                  </a:lnTo>
                  <a:lnTo>
                    <a:pt x="48231" y="1853"/>
                  </a:lnTo>
                  <a:lnTo>
                    <a:pt x="50241" y="4078"/>
                  </a:lnTo>
                  <a:lnTo>
                    <a:pt x="50241" y="6488"/>
                  </a:lnTo>
                  <a:lnTo>
                    <a:pt x="50241" y="8713"/>
                  </a:lnTo>
                  <a:lnTo>
                    <a:pt x="48231" y="10938"/>
                  </a:lnTo>
                  <a:lnTo>
                    <a:pt x="46054" y="13348"/>
                  </a:lnTo>
                  <a:lnTo>
                    <a:pt x="44045" y="13348"/>
                  </a:lnTo>
                  <a:lnTo>
                    <a:pt x="8038" y="13348"/>
                  </a:lnTo>
                  <a:lnTo>
                    <a:pt x="3851" y="13348"/>
                  </a:lnTo>
                  <a:lnTo>
                    <a:pt x="2177" y="10938"/>
                  </a:lnTo>
                  <a:lnTo>
                    <a:pt x="2177" y="8713"/>
                  </a:lnTo>
                  <a:lnTo>
                    <a:pt x="0" y="6488"/>
                  </a:lnTo>
                  <a:lnTo>
                    <a:pt x="2177" y="4078"/>
                  </a:lnTo>
                  <a:lnTo>
                    <a:pt x="2177" y="1853"/>
                  </a:lnTo>
                  <a:lnTo>
                    <a:pt x="3851" y="0"/>
                  </a:lnTo>
                  <a:lnTo>
                    <a:pt x="8038" y="0"/>
                  </a:lnTo>
                  <a:close/>
                </a:path>
                <a:path w="189865" h="13970">
                  <a:moveTo>
                    <a:pt x="94621" y="0"/>
                  </a:moveTo>
                  <a:lnTo>
                    <a:pt x="98473" y="0"/>
                  </a:lnTo>
                  <a:lnTo>
                    <a:pt x="100483" y="1853"/>
                  </a:lnTo>
                  <a:lnTo>
                    <a:pt x="100483" y="4078"/>
                  </a:lnTo>
                  <a:lnTo>
                    <a:pt x="102492" y="6488"/>
                  </a:lnTo>
                  <a:lnTo>
                    <a:pt x="100483" y="8713"/>
                  </a:lnTo>
                  <a:lnTo>
                    <a:pt x="100483" y="10938"/>
                  </a:lnTo>
                  <a:lnTo>
                    <a:pt x="98473" y="13348"/>
                  </a:lnTo>
                  <a:lnTo>
                    <a:pt x="94621" y="13348"/>
                  </a:lnTo>
                  <a:lnTo>
                    <a:pt x="92611" y="13348"/>
                  </a:lnTo>
                  <a:lnTo>
                    <a:pt x="90434" y="10938"/>
                  </a:lnTo>
                  <a:lnTo>
                    <a:pt x="88425" y="8713"/>
                  </a:lnTo>
                  <a:lnTo>
                    <a:pt x="88425" y="6488"/>
                  </a:lnTo>
                  <a:lnTo>
                    <a:pt x="88425" y="4078"/>
                  </a:lnTo>
                  <a:lnTo>
                    <a:pt x="90434" y="1853"/>
                  </a:lnTo>
                  <a:lnTo>
                    <a:pt x="92611" y="0"/>
                  </a:lnTo>
                  <a:lnTo>
                    <a:pt x="94621" y="0"/>
                  </a:lnTo>
                  <a:close/>
                </a:path>
                <a:path w="189865" h="13970">
                  <a:moveTo>
                    <a:pt x="144863" y="0"/>
                  </a:moveTo>
                  <a:lnTo>
                    <a:pt x="183046" y="0"/>
                  </a:lnTo>
                  <a:lnTo>
                    <a:pt x="185056" y="0"/>
                  </a:lnTo>
                  <a:lnTo>
                    <a:pt x="187233" y="1853"/>
                  </a:lnTo>
                  <a:lnTo>
                    <a:pt x="189243" y="4078"/>
                  </a:lnTo>
                  <a:lnTo>
                    <a:pt x="189243" y="6488"/>
                  </a:lnTo>
                  <a:lnTo>
                    <a:pt x="189243" y="8713"/>
                  </a:lnTo>
                  <a:lnTo>
                    <a:pt x="187233" y="10938"/>
                  </a:lnTo>
                  <a:lnTo>
                    <a:pt x="185056" y="13348"/>
                  </a:lnTo>
                  <a:lnTo>
                    <a:pt x="183046" y="13348"/>
                  </a:lnTo>
                  <a:lnTo>
                    <a:pt x="144863" y="13348"/>
                  </a:lnTo>
                  <a:lnTo>
                    <a:pt x="142853" y="13348"/>
                  </a:lnTo>
                  <a:lnTo>
                    <a:pt x="140676" y="10938"/>
                  </a:lnTo>
                  <a:lnTo>
                    <a:pt x="140676" y="8713"/>
                  </a:lnTo>
                  <a:lnTo>
                    <a:pt x="139001" y="6488"/>
                  </a:lnTo>
                  <a:lnTo>
                    <a:pt x="140676" y="4078"/>
                  </a:lnTo>
                  <a:lnTo>
                    <a:pt x="140676" y="1853"/>
                  </a:lnTo>
                  <a:lnTo>
                    <a:pt x="142853" y="0"/>
                  </a:lnTo>
                  <a:lnTo>
                    <a:pt x="144863" y="0"/>
                  </a:lnTo>
                  <a:close/>
                </a:path>
              </a:pathLst>
            </a:custGeom>
            <a:ln w="3175">
              <a:solidFill>
                <a:srgbClr val="000000"/>
              </a:solidFill>
            </a:ln>
          </p:spPr>
          <p:txBody>
            <a:bodyPr wrap="square" lIns="0" tIns="0" rIns="0" bIns="0" rtlCol="0"/>
            <a:lstStyle/>
            <a:p/>
          </p:txBody>
        </p:sp>
      </p:grpSp>
      <p:sp>
        <p:nvSpPr>
          <p:cNvPr id="108" name="object 108" descr=""/>
          <p:cNvSpPr txBox="1"/>
          <p:nvPr/>
        </p:nvSpPr>
        <p:spPr>
          <a:xfrm>
            <a:off x="2029870" y="1750521"/>
            <a:ext cx="302895" cy="227329"/>
          </a:xfrm>
          <a:prstGeom prst="rect">
            <a:avLst/>
          </a:prstGeom>
        </p:spPr>
        <p:txBody>
          <a:bodyPr wrap="square" lIns="0" tIns="15240" rIns="0" bIns="0" rtlCol="0" vert="horz">
            <a:spAutoFit/>
          </a:bodyPr>
          <a:lstStyle/>
          <a:p>
            <a:pPr marL="12700">
              <a:lnSpc>
                <a:spcPct val="100000"/>
              </a:lnSpc>
              <a:spcBef>
                <a:spcPts val="120"/>
              </a:spcBef>
            </a:pPr>
            <a:r>
              <a:rPr dirty="0" sz="1300" spc="-45" b="1">
                <a:solidFill>
                  <a:srgbClr val="993300"/>
                </a:solidFill>
                <a:latin typeface="Times New Roman"/>
                <a:cs typeface="Times New Roman"/>
              </a:rPr>
              <a:t>load</a:t>
            </a:r>
            <a:endParaRPr sz="1300">
              <a:latin typeface="Times New Roman"/>
              <a:cs typeface="Times New Roman"/>
            </a:endParaRPr>
          </a:p>
        </p:txBody>
      </p:sp>
      <p:sp>
        <p:nvSpPr>
          <p:cNvPr id="109" name="object 109" descr=""/>
          <p:cNvSpPr txBox="1"/>
          <p:nvPr/>
        </p:nvSpPr>
        <p:spPr>
          <a:xfrm>
            <a:off x="2029870" y="2551062"/>
            <a:ext cx="572770" cy="227329"/>
          </a:xfrm>
          <a:prstGeom prst="rect">
            <a:avLst/>
          </a:prstGeom>
        </p:spPr>
        <p:txBody>
          <a:bodyPr wrap="square" lIns="0" tIns="15240" rIns="0" bIns="0" rtlCol="0" vert="horz">
            <a:spAutoFit/>
          </a:bodyPr>
          <a:lstStyle/>
          <a:p>
            <a:pPr marL="12700">
              <a:lnSpc>
                <a:spcPct val="100000"/>
              </a:lnSpc>
              <a:spcBef>
                <a:spcPts val="120"/>
              </a:spcBef>
            </a:pPr>
            <a:r>
              <a:rPr dirty="0" sz="1300" spc="-200" b="1">
                <a:solidFill>
                  <a:srgbClr val="993300"/>
                </a:solidFill>
                <a:latin typeface="宋体"/>
                <a:cs typeface="宋体"/>
              </a:rPr>
              <a:t>指令 </a:t>
            </a:r>
            <a:r>
              <a:rPr dirty="0" sz="1300" spc="-25" b="1">
                <a:solidFill>
                  <a:srgbClr val="993300"/>
                </a:solidFill>
                <a:latin typeface="Times New Roman"/>
                <a:cs typeface="Times New Roman"/>
              </a:rPr>
              <a:t>i+1</a:t>
            </a:r>
            <a:endParaRPr sz="1300">
              <a:latin typeface="Times New Roman"/>
              <a:cs typeface="Times New Roman"/>
            </a:endParaRPr>
          </a:p>
        </p:txBody>
      </p:sp>
      <p:sp>
        <p:nvSpPr>
          <p:cNvPr id="110" name="object 110" descr=""/>
          <p:cNvSpPr txBox="1"/>
          <p:nvPr/>
        </p:nvSpPr>
        <p:spPr>
          <a:xfrm>
            <a:off x="2029870" y="3358279"/>
            <a:ext cx="572770" cy="227329"/>
          </a:xfrm>
          <a:prstGeom prst="rect">
            <a:avLst/>
          </a:prstGeom>
        </p:spPr>
        <p:txBody>
          <a:bodyPr wrap="square" lIns="0" tIns="15240" rIns="0" bIns="0" rtlCol="0" vert="horz">
            <a:spAutoFit/>
          </a:bodyPr>
          <a:lstStyle/>
          <a:p>
            <a:pPr marL="12700">
              <a:lnSpc>
                <a:spcPct val="100000"/>
              </a:lnSpc>
              <a:spcBef>
                <a:spcPts val="120"/>
              </a:spcBef>
            </a:pPr>
            <a:r>
              <a:rPr dirty="0" sz="1300" spc="-200" b="1">
                <a:solidFill>
                  <a:srgbClr val="993300"/>
                </a:solidFill>
                <a:latin typeface="宋体"/>
                <a:cs typeface="宋体"/>
              </a:rPr>
              <a:t>指令 </a:t>
            </a:r>
            <a:r>
              <a:rPr dirty="0" sz="1300" spc="-25" b="1">
                <a:solidFill>
                  <a:srgbClr val="993300"/>
                </a:solidFill>
                <a:latin typeface="Times New Roman"/>
                <a:cs typeface="Times New Roman"/>
              </a:rPr>
              <a:t>i+2</a:t>
            </a:r>
            <a:endParaRPr sz="1300">
              <a:latin typeface="Times New Roman"/>
              <a:cs typeface="Times New Roman"/>
            </a:endParaRPr>
          </a:p>
        </p:txBody>
      </p:sp>
      <p:sp>
        <p:nvSpPr>
          <p:cNvPr id="111" name="object 111" descr=""/>
          <p:cNvSpPr txBox="1"/>
          <p:nvPr/>
        </p:nvSpPr>
        <p:spPr>
          <a:xfrm>
            <a:off x="1416050" y="3860736"/>
            <a:ext cx="1656080" cy="792480"/>
          </a:xfrm>
          <a:prstGeom prst="rect">
            <a:avLst/>
          </a:prstGeom>
          <a:ln w="22225">
            <a:solidFill>
              <a:srgbClr val="C00000"/>
            </a:solidFill>
          </a:ln>
        </p:spPr>
        <p:txBody>
          <a:bodyPr wrap="square" lIns="0" tIns="127635" rIns="0" bIns="0" rtlCol="0" vert="horz">
            <a:spAutoFit/>
          </a:bodyPr>
          <a:lstStyle/>
          <a:p>
            <a:pPr>
              <a:lnSpc>
                <a:spcPct val="100000"/>
              </a:lnSpc>
              <a:spcBef>
                <a:spcPts val="1005"/>
              </a:spcBef>
            </a:pPr>
            <a:endParaRPr sz="1300">
              <a:latin typeface="Times New Roman"/>
              <a:cs typeface="Times New Roman"/>
            </a:endParaRPr>
          </a:p>
          <a:p>
            <a:pPr algn="ctr" marL="52705">
              <a:lnSpc>
                <a:spcPct val="100000"/>
              </a:lnSpc>
              <a:tabLst>
                <a:tab pos="356870" algn="l"/>
              </a:tabLst>
            </a:pPr>
            <a:r>
              <a:rPr dirty="0" sz="1300" spc="-50" b="1">
                <a:solidFill>
                  <a:srgbClr val="993300"/>
                </a:solidFill>
                <a:latin typeface="宋体"/>
                <a:cs typeface="宋体"/>
              </a:rPr>
              <a:t>暂</a:t>
            </a:r>
            <a:r>
              <a:rPr dirty="0" sz="1300" b="1">
                <a:solidFill>
                  <a:srgbClr val="993300"/>
                </a:solidFill>
                <a:latin typeface="宋体"/>
                <a:cs typeface="宋体"/>
              </a:rPr>
              <a:t>	</a:t>
            </a:r>
            <a:r>
              <a:rPr dirty="0" sz="1300" spc="-50" b="1">
                <a:solidFill>
                  <a:srgbClr val="993300"/>
                </a:solidFill>
                <a:latin typeface="宋体"/>
                <a:cs typeface="宋体"/>
              </a:rPr>
              <a:t>停</a:t>
            </a:r>
            <a:endParaRPr sz="1300">
              <a:latin typeface="宋体"/>
              <a:cs typeface="宋体"/>
            </a:endParaRPr>
          </a:p>
        </p:txBody>
      </p:sp>
      <p:sp>
        <p:nvSpPr>
          <p:cNvPr id="112" name="object 112" descr=""/>
          <p:cNvSpPr/>
          <p:nvPr/>
        </p:nvSpPr>
        <p:spPr>
          <a:xfrm>
            <a:off x="7910331" y="4995031"/>
            <a:ext cx="389255" cy="296545"/>
          </a:xfrm>
          <a:custGeom>
            <a:avLst/>
            <a:gdLst/>
            <a:ahLst/>
            <a:cxnLst/>
            <a:rect l="l" t="t" r="r" b="b"/>
            <a:pathLst>
              <a:path w="389254" h="296545">
                <a:moveTo>
                  <a:pt x="0" y="296411"/>
                </a:moveTo>
                <a:lnTo>
                  <a:pt x="386692" y="296411"/>
                </a:lnTo>
              </a:path>
              <a:path w="389254" h="296545">
                <a:moveTo>
                  <a:pt x="34499" y="4579"/>
                </a:moveTo>
                <a:lnTo>
                  <a:pt x="388702" y="0"/>
                </a:lnTo>
              </a:path>
            </a:pathLst>
          </a:custGeom>
          <a:ln w="12673">
            <a:solidFill>
              <a:srgbClr val="000000"/>
            </a:solidFill>
          </a:ln>
        </p:spPr>
        <p:txBody>
          <a:bodyPr wrap="square" lIns="0" tIns="0" rIns="0" bIns="0" rtlCol="0"/>
          <a:lstStyle/>
          <a:p/>
        </p:txBody>
      </p:sp>
      <p:sp>
        <p:nvSpPr>
          <p:cNvPr id="113" name="object 113" descr=""/>
          <p:cNvSpPr txBox="1"/>
          <p:nvPr/>
        </p:nvSpPr>
        <p:spPr>
          <a:xfrm>
            <a:off x="6324539" y="4939245"/>
            <a:ext cx="422909" cy="345440"/>
          </a:xfrm>
          <a:prstGeom prst="rect">
            <a:avLst/>
          </a:prstGeom>
          <a:ln w="12863">
            <a:solidFill>
              <a:srgbClr val="000000"/>
            </a:solidFill>
          </a:ln>
        </p:spPr>
        <p:txBody>
          <a:bodyPr wrap="square" lIns="0" tIns="73025" rIns="0" bIns="0" rtlCol="0" vert="horz">
            <a:spAutoFit/>
          </a:bodyPr>
          <a:lstStyle/>
          <a:p>
            <a:pPr marL="156210">
              <a:lnSpc>
                <a:spcPct val="100000"/>
              </a:lnSpc>
              <a:spcBef>
                <a:spcPts val="575"/>
              </a:spcBef>
            </a:pPr>
            <a:r>
              <a:rPr dirty="0" sz="1300" spc="-50">
                <a:latin typeface="Times New Roman"/>
                <a:cs typeface="Times New Roman"/>
              </a:rPr>
              <a:t>M</a:t>
            </a:r>
            <a:endParaRPr sz="1300">
              <a:latin typeface="Times New Roman"/>
              <a:cs typeface="Times New Roman"/>
            </a:endParaRPr>
          </a:p>
        </p:txBody>
      </p:sp>
      <p:sp>
        <p:nvSpPr>
          <p:cNvPr id="114" name="object 114" descr=""/>
          <p:cNvSpPr txBox="1"/>
          <p:nvPr/>
        </p:nvSpPr>
        <p:spPr>
          <a:xfrm>
            <a:off x="7350500" y="4983501"/>
            <a:ext cx="268605" cy="227329"/>
          </a:xfrm>
          <a:prstGeom prst="rect">
            <a:avLst/>
          </a:prstGeom>
        </p:spPr>
        <p:txBody>
          <a:bodyPr wrap="square" lIns="0" tIns="15240" rIns="0" bIns="0" rtlCol="0" vert="horz">
            <a:spAutoFit/>
          </a:bodyPr>
          <a:lstStyle/>
          <a:p>
            <a:pPr marL="12700">
              <a:lnSpc>
                <a:spcPct val="100000"/>
              </a:lnSpc>
              <a:spcBef>
                <a:spcPts val="120"/>
              </a:spcBef>
            </a:pPr>
            <a:r>
              <a:rPr dirty="0" sz="1300" spc="-50">
                <a:latin typeface="Times New Roman"/>
                <a:cs typeface="Times New Roman"/>
              </a:rPr>
              <a:t>Reg</a:t>
            </a:r>
            <a:endParaRPr sz="1300">
              <a:latin typeface="Times New Roman"/>
              <a:cs typeface="Times New Roman"/>
            </a:endParaRPr>
          </a:p>
        </p:txBody>
      </p:sp>
      <p:sp>
        <p:nvSpPr>
          <p:cNvPr id="115" name="object 115" descr=""/>
          <p:cNvSpPr/>
          <p:nvPr/>
        </p:nvSpPr>
        <p:spPr>
          <a:xfrm>
            <a:off x="8297023" y="4765418"/>
            <a:ext cx="0" cy="214629"/>
          </a:xfrm>
          <a:custGeom>
            <a:avLst/>
            <a:gdLst/>
            <a:ahLst/>
            <a:cxnLst/>
            <a:rect l="l" t="t" r="r" b="b"/>
            <a:pathLst>
              <a:path w="0" h="214629">
                <a:moveTo>
                  <a:pt x="0" y="0"/>
                </a:moveTo>
                <a:lnTo>
                  <a:pt x="0" y="214058"/>
                </a:lnTo>
              </a:path>
            </a:pathLst>
          </a:custGeom>
          <a:ln w="12030">
            <a:solidFill>
              <a:srgbClr val="000000"/>
            </a:solidFill>
          </a:ln>
        </p:spPr>
        <p:txBody>
          <a:bodyPr wrap="square" lIns="0" tIns="0" rIns="0" bIns="0" rtlCol="0"/>
          <a:lstStyle/>
          <a:p/>
        </p:txBody>
      </p:sp>
      <p:sp>
        <p:nvSpPr>
          <p:cNvPr id="116" name="object 116" descr=""/>
          <p:cNvSpPr/>
          <p:nvPr/>
        </p:nvSpPr>
        <p:spPr>
          <a:xfrm>
            <a:off x="8297023" y="4765418"/>
            <a:ext cx="281940" cy="749300"/>
          </a:xfrm>
          <a:custGeom>
            <a:avLst/>
            <a:gdLst/>
            <a:ahLst/>
            <a:cxnLst/>
            <a:rect l="l" t="t" r="r" b="b"/>
            <a:pathLst>
              <a:path w="281940" h="749300">
                <a:moveTo>
                  <a:pt x="281687" y="162833"/>
                </a:moveTo>
                <a:lnTo>
                  <a:pt x="281687" y="588689"/>
                </a:lnTo>
              </a:path>
              <a:path w="281940" h="749300">
                <a:moveTo>
                  <a:pt x="0" y="0"/>
                </a:moveTo>
                <a:lnTo>
                  <a:pt x="281687" y="162833"/>
                </a:lnTo>
              </a:path>
              <a:path w="281940" h="749300">
                <a:moveTo>
                  <a:pt x="281687" y="588689"/>
                </a:moveTo>
                <a:lnTo>
                  <a:pt x="0" y="748777"/>
                </a:lnTo>
              </a:path>
              <a:path w="281940" h="749300">
                <a:moveTo>
                  <a:pt x="0" y="535165"/>
                </a:moveTo>
                <a:lnTo>
                  <a:pt x="0" y="748777"/>
                </a:lnTo>
              </a:path>
              <a:path w="281940" h="749300">
                <a:moveTo>
                  <a:pt x="0" y="214058"/>
                </a:moveTo>
                <a:lnTo>
                  <a:pt x="84573" y="374612"/>
                </a:lnTo>
              </a:path>
              <a:path w="281940" h="749300">
                <a:moveTo>
                  <a:pt x="84573" y="374612"/>
                </a:moveTo>
                <a:lnTo>
                  <a:pt x="0" y="535165"/>
                </a:lnTo>
              </a:path>
            </a:pathLst>
          </a:custGeom>
          <a:ln w="12673">
            <a:solidFill>
              <a:srgbClr val="000000"/>
            </a:solidFill>
          </a:ln>
        </p:spPr>
        <p:txBody>
          <a:bodyPr wrap="square" lIns="0" tIns="0" rIns="0" bIns="0" rtlCol="0"/>
          <a:lstStyle/>
          <a:p/>
        </p:txBody>
      </p:sp>
      <p:sp>
        <p:nvSpPr>
          <p:cNvPr id="117" name="object 117" descr=""/>
          <p:cNvSpPr txBox="1"/>
          <p:nvPr/>
        </p:nvSpPr>
        <p:spPr>
          <a:xfrm>
            <a:off x="8355985" y="4937502"/>
            <a:ext cx="193675" cy="370840"/>
          </a:xfrm>
          <a:prstGeom prst="rect">
            <a:avLst/>
          </a:prstGeom>
        </p:spPr>
        <p:txBody>
          <a:bodyPr wrap="square" lIns="0" tIns="0" rIns="0" bIns="0" rtlCol="0" vert="vert">
            <a:spAutoFit/>
          </a:bodyPr>
          <a:lstStyle/>
          <a:p>
            <a:pPr marL="12700">
              <a:lnSpc>
                <a:spcPts val="1405"/>
              </a:lnSpc>
            </a:pPr>
            <a:r>
              <a:rPr dirty="0" sz="1200" spc="50">
                <a:latin typeface="Times New Roman"/>
                <a:cs typeface="Times New Roman"/>
              </a:rPr>
              <a:t>ALU</a:t>
            </a:r>
            <a:endParaRPr sz="1200">
              <a:latin typeface="Times New Roman"/>
              <a:cs typeface="Times New Roman"/>
            </a:endParaRPr>
          </a:p>
        </p:txBody>
      </p:sp>
      <p:grpSp>
        <p:nvGrpSpPr>
          <p:cNvPr id="118" name="object 118" descr=""/>
          <p:cNvGrpSpPr/>
          <p:nvPr/>
        </p:nvGrpSpPr>
        <p:grpSpPr>
          <a:xfrm>
            <a:off x="6740571" y="4759066"/>
            <a:ext cx="2267585" cy="762000"/>
            <a:chOff x="6740571" y="4759066"/>
            <a:chExt cx="2267585" cy="762000"/>
          </a:xfrm>
        </p:grpSpPr>
        <p:sp>
          <p:nvSpPr>
            <p:cNvPr id="119" name="object 119" descr=""/>
            <p:cNvSpPr/>
            <p:nvPr/>
          </p:nvSpPr>
          <p:spPr>
            <a:xfrm>
              <a:off x="6747239" y="4939227"/>
              <a:ext cx="1127125" cy="345440"/>
            </a:xfrm>
            <a:custGeom>
              <a:avLst/>
              <a:gdLst/>
              <a:ahLst/>
              <a:cxnLst/>
              <a:rect l="l" t="t" r="r" b="b"/>
              <a:pathLst>
                <a:path w="1127125" h="345439">
                  <a:moveTo>
                    <a:pt x="0" y="171528"/>
                  </a:moveTo>
                  <a:lnTo>
                    <a:pt x="177017" y="171528"/>
                  </a:lnTo>
                </a:path>
                <a:path w="1127125" h="345439">
                  <a:moveTo>
                    <a:pt x="352193" y="171528"/>
                  </a:moveTo>
                  <a:lnTo>
                    <a:pt x="529211" y="171528"/>
                  </a:lnTo>
                </a:path>
                <a:path w="1127125" h="345439">
                  <a:moveTo>
                    <a:pt x="952077" y="102468"/>
                  </a:moveTo>
                  <a:lnTo>
                    <a:pt x="1127086" y="102468"/>
                  </a:lnTo>
                </a:path>
                <a:path w="1127125" h="345439">
                  <a:moveTo>
                    <a:pt x="952077" y="265302"/>
                  </a:moveTo>
                  <a:lnTo>
                    <a:pt x="1127086" y="265302"/>
                  </a:lnTo>
                </a:path>
                <a:path w="1127125" h="345439">
                  <a:moveTo>
                    <a:pt x="740393" y="0"/>
                  </a:moveTo>
                  <a:lnTo>
                    <a:pt x="952077" y="0"/>
                  </a:lnTo>
                </a:path>
                <a:path w="1127125" h="345439">
                  <a:moveTo>
                    <a:pt x="952077" y="0"/>
                  </a:moveTo>
                  <a:lnTo>
                    <a:pt x="952077" y="345356"/>
                  </a:lnTo>
                </a:path>
                <a:path w="1127125" h="345439">
                  <a:moveTo>
                    <a:pt x="740393" y="345356"/>
                  </a:moveTo>
                  <a:lnTo>
                    <a:pt x="952077" y="345356"/>
                  </a:lnTo>
                </a:path>
              </a:pathLst>
            </a:custGeom>
            <a:ln w="12673">
              <a:solidFill>
                <a:srgbClr val="000000"/>
              </a:solidFill>
            </a:ln>
          </p:spPr>
          <p:txBody>
            <a:bodyPr wrap="square" lIns="0" tIns="0" rIns="0" bIns="0" rtlCol="0"/>
            <a:lstStyle/>
            <a:p/>
          </p:txBody>
        </p:sp>
        <p:sp>
          <p:nvSpPr>
            <p:cNvPr id="120" name="object 120" descr=""/>
            <p:cNvSpPr/>
            <p:nvPr/>
          </p:nvSpPr>
          <p:spPr>
            <a:xfrm>
              <a:off x="7270756" y="4935111"/>
              <a:ext cx="240029" cy="13970"/>
            </a:xfrm>
            <a:custGeom>
              <a:avLst/>
              <a:gdLst/>
              <a:ahLst/>
              <a:cxnLst/>
              <a:rect l="l" t="t" r="r" b="b"/>
              <a:pathLst>
                <a:path w="240029" h="13970">
                  <a:moveTo>
                    <a:pt x="46389" y="0"/>
                  </a:moveTo>
                  <a:lnTo>
                    <a:pt x="4186" y="0"/>
                  </a:lnTo>
                  <a:lnTo>
                    <a:pt x="2009" y="2298"/>
                  </a:lnTo>
                  <a:lnTo>
                    <a:pt x="2009" y="4579"/>
                  </a:lnTo>
                  <a:lnTo>
                    <a:pt x="0" y="6859"/>
                  </a:lnTo>
                  <a:lnTo>
                    <a:pt x="2009" y="9158"/>
                  </a:lnTo>
                  <a:lnTo>
                    <a:pt x="2009" y="11438"/>
                  </a:lnTo>
                  <a:lnTo>
                    <a:pt x="4186" y="13719"/>
                  </a:lnTo>
                  <a:lnTo>
                    <a:pt x="46389" y="13719"/>
                  </a:lnTo>
                  <a:lnTo>
                    <a:pt x="48566" y="11438"/>
                  </a:lnTo>
                  <a:lnTo>
                    <a:pt x="50576" y="9158"/>
                  </a:lnTo>
                  <a:lnTo>
                    <a:pt x="50576" y="4579"/>
                  </a:lnTo>
                  <a:lnTo>
                    <a:pt x="48566" y="2298"/>
                  </a:lnTo>
                  <a:lnTo>
                    <a:pt x="46389" y="0"/>
                  </a:lnTo>
                  <a:close/>
                </a:path>
                <a:path w="240029" h="13970">
                  <a:moveTo>
                    <a:pt x="98640" y="0"/>
                  </a:moveTo>
                  <a:lnTo>
                    <a:pt x="92946" y="0"/>
                  </a:lnTo>
                  <a:lnTo>
                    <a:pt x="90769" y="2298"/>
                  </a:lnTo>
                  <a:lnTo>
                    <a:pt x="88760" y="4579"/>
                  </a:lnTo>
                  <a:lnTo>
                    <a:pt x="88760" y="9158"/>
                  </a:lnTo>
                  <a:lnTo>
                    <a:pt x="90769" y="11438"/>
                  </a:lnTo>
                  <a:lnTo>
                    <a:pt x="92946" y="13719"/>
                  </a:lnTo>
                  <a:lnTo>
                    <a:pt x="98640" y="13719"/>
                  </a:lnTo>
                  <a:lnTo>
                    <a:pt x="100818" y="11438"/>
                  </a:lnTo>
                  <a:lnTo>
                    <a:pt x="100818" y="9158"/>
                  </a:lnTo>
                  <a:lnTo>
                    <a:pt x="102827" y="6859"/>
                  </a:lnTo>
                  <a:lnTo>
                    <a:pt x="100818" y="4579"/>
                  </a:lnTo>
                  <a:lnTo>
                    <a:pt x="100818" y="2298"/>
                  </a:lnTo>
                  <a:lnTo>
                    <a:pt x="98640" y="0"/>
                  </a:lnTo>
                  <a:close/>
                </a:path>
                <a:path w="240029" h="13970">
                  <a:moveTo>
                    <a:pt x="185391" y="0"/>
                  </a:moveTo>
                  <a:lnTo>
                    <a:pt x="143021" y="0"/>
                  </a:lnTo>
                  <a:lnTo>
                    <a:pt x="141011" y="2298"/>
                  </a:lnTo>
                  <a:lnTo>
                    <a:pt x="141011" y="4579"/>
                  </a:lnTo>
                  <a:lnTo>
                    <a:pt x="139001" y="6859"/>
                  </a:lnTo>
                  <a:lnTo>
                    <a:pt x="141011" y="9158"/>
                  </a:lnTo>
                  <a:lnTo>
                    <a:pt x="141011" y="11438"/>
                  </a:lnTo>
                  <a:lnTo>
                    <a:pt x="143021" y="13719"/>
                  </a:lnTo>
                  <a:lnTo>
                    <a:pt x="185391" y="13719"/>
                  </a:lnTo>
                  <a:lnTo>
                    <a:pt x="187401" y="11438"/>
                  </a:lnTo>
                  <a:lnTo>
                    <a:pt x="189578" y="9158"/>
                  </a:lnTo>
                  <a:lnTo>
                    <a:pt x="189578" y="4579"/>
                  </a:lnTo>
                  <a:lnTo>
                    <a:pt x="187401" y="2298"/>
                  </a:lnTo>
                  <a:lnTo>
                    <a:pt x="185391" y="0"/>
                  </a:lnTo>
                  <a:close/>
                </a:path>
                <a:path w="240029" h="13970">
                  <a:moveTo>
                    <a:pt x="235633" y="0"/>
                  </a:moveTo>
                  <a:lnTo>
                    <a:pt x="231446" y="0"/>
                  </a:lnTo>
                  <a:lnTo>
                    <a:pt x="229771" y="2298"/>
                  </a:lnTo>
                  <a:lnTo>
                    <a:pt x="227761" y="4579"/>
                  </a:lnTo>
                  <a:lnTo>
                    <a:pt x="227761" y="9158"/>
                  </a:lnTo>
                  <a:lnTo>
                    <a:pt x="229771" y="11438"/>
                  </a:lnTo>
                  <a:lnTo>
                    <a:pt x="231446" y="13719"/>
                  </a:lnTo>
                  <a:lnTo>
                    <a:pt x="235633" y="13719"/>
                  </a:lnTo>
                  <a:lnTo>
                    <a:pt x="237642" y="11438"/>
                  </a:lnTo>
                  <a:lnTo>
                    <a:pt x="239819" y="9158"/>
                  </a:lnTo>
                  <a:lnTo>
                    <a:pt x="239819" y="4579"/>
                  </a:lnTo>
                  <a:lnTo>
                    <a:pt x="237642" y="2298"/>
                  </a:lnTo>
                  <a:lnTo>
                    <a:pt x="235633" y="0"/>
                  </a:lnTo>
                  <a:close/>
                </a:path>
              </a:pathLst>
            </a:custGeom>
            <a:solidFill>
              <a:srgbClr val="000000"/>
            </a:solidFill>
          </p:spPr>
          <p:txBody>
            <a:bodyPr wrap="square" lIns="0" tIns="0" rIns="0" bIns="0" rtlCol="0"/>
            <a:lstStyle/>
            <a:p/>
          </p:txBody>
        </p:sp>
        <p:sp>
          <p:nvSpPr>
            <p:cNvPr id="121" name="object 121" descr=""/>
            <p:cNvSpPr/>
            <p:nvPr/>
          </p:nvSpPr>
          <p:spPr>
            <a:xfrm>
              <a:off x="7270756" y="4935111"/>
              <a:ext cx="240029" cy="13970"/>
            </a:xfrm>
            <a:custGeom>
              <a:avLst/>
              <a:gdLst/>
              <a:ahLst/>
              <a:cxnLst/>
              <a:rect l="l" t="t" r="r" b="b"/>
              <a:pathLst>
                <a:path w="240029" h="13970">
                  <a:moveTo>
                    <a:pt x="8206" y="0"/>
                  </a:moveTo>
                  <a:lnTo>
                    <a:pt x="44380" y="0"/>
                  </a:lnTo>
                  <a:lnTo>
                    <a:pt x="46389" y="0"/>
                  </a:lnTo>
                  <a:lnTo>
                    <a:pt x="48566" y="2298"/>
                  </a:lnTo>
                  <a:lnTo>
                    <a:pt x="50576" y="4579"/>
                  </a:lnTo>
                  <a:lnTo>
                    <a:pt x="50576" y="6859"/>
                  </a:lnTo>
                  <a:lnTo>
                    <a:pt x="50576" y="9158"/>
                  </a:lnTo>
                  <a:lnTo>
                    <a:pt x="48566" y="11438"/>
                  </a:lnTo>
                  <a:lnTo>
                    <a:pt x="46389" y="13719"/>
                  </a:lnTo>
                  <a:lnTo>
                    <a:pt x="44380" y="13719"/>
                  </a:lnTo>
                  <a:lnTo>
                    <a:pt x="8206" y="13719"/>
                  </a:lnTo>
                  <a:lnTo>
                    <a:pt x="4186" y="13719"/>
                  </a:lnTo>
                  <a:lnTo>
                    <a:pt x="2009" y="11438"/>
                  </a:lnTo>
                  <a:lnTo>
                    <a:pt x="2009" y="9158"/>
                  </a:lnTo>
                  <a:lnTo>
                    <a:pt x="0" y="6859"/>
                  </a:lnTo>
                  <a:lnTo>
                    <a:pt x="2009" y="4579"/>
                  </a:lnTo>
                  <a:lnTo>
                    <a:pt x="2009" y="2298"/>
                  </a:lnTo>
                  <a:lnTo>
                    <a:pt x="4186" y="0"/>
                  </a:lnTo>
                  <a:lnTo>
                    <a:pt x="8206" y="0"/>
                  </a:lnTo>
                  <a:close/>
                </a:path>
                <a:path w="240029" h="13970">
                  <a:moveTo>
                    <a:pt x="94956" y="0"/>
                  </a:moveTo>
                  <a:lnTo>
                    <a:pt x="98640" y="0"/>
                  </a:lnTo>
                  <a:lnTo>
                    <a:pt x="100818" y="2298"/>
                  </a:lnTo>
                  <a:lnTo>
                    <a:pt x="100818" y="4579"/>
                  </a:lnTo>
                  <a:lnTo>
                    <a:pt x="102827" y="6859"/>
                  </a:lnTo>
                  <a:lnTo>
                    <a:pt x="100818" y="9158"/>
                  </a:lnTo>
                  <a:lnTo>
                    <a:pt x="100818" y="11438"/>
                  </a:lnTo>
                  <a:lnTo>
                    <a:pt x="98640" y="13719"/>
                  </a:lnTo>
                  <a:lnTo>
                    <a:pt x="94956" y="13719"/>
                  </a:lnTo>
                  <a:lnTo>
                    <a:pt x="92946" y="13719"/>
                  </a:lnTo>
                  <a:lnTo>
                    <a:pt x="90769" y="11438"/>
                  </a:lnTo>
                  <a:lnTo>
                    <a:pt x="88760" y="9158"/>
                  </a:lnTo>
                  <a:lnTo>
                    <a:pt x="88760" y="6859"/>
                  </a:lnTo>
                  <a:lnTo>
                    <a:pt x="88760" y="4579"/>
                  </a:lnTo>
                  <a:lnTo>
                    <a:pt x="90769" y="2298"/>
                  </a:lnTo>
                  <a:lnTo>
                    <a:pt x="92946" y="0"/>
                  </a:lnTo>
                  <a:lnTo>
                    <a:pt x="94956" y="0"/>
                  </a:lnTo>
                  <a:close/>
                </a:path>
                <a:path w="240029" h="13970">
                  <a:moveTo>
                    <a:pt x="145198" y="0"/>
                  </a:moveTo>
                  <a:lnTo>
                    <a:pt x="183381" y="0"/>
                  </a:lnTo>
                  <a:lnTo>
                    <a:pt x="185391" y="0"/>
                  </a:lnTo>
                  <a:lnTo>
                    <a:pt x="187401" y="2298"/>
                  </a:lnTo>
                  <a:lnTo>
                    <a:pt x="189578" y="4579"/>
                  </a:lnTo>
                  <a:lnTo>
                    <a:pt x="189578" y="6859"/>
                  </a:lnTo>
                  <a:lnTo>
                    <a:pt x="189578" y="9158"/>
                  </a:lnTo>
                  <a:lnTo>
                    <a:pt x="187401" y="11438"/>
                  </a:lnTo>
                  <a:lnTo>
                    <a:pt x="185391" y="13719"/>
                  </a:lnTo>
                  <a:lnTo>
                    <a:pt x="183381" y="13719"/>
                  </a:lnTo>
                  <a:lnTo>
                    <a:pt x="145198" y="13719"/>
                  </a:lnTo>
                  <a:lnTo>
                    <a:pt x="143021" y="13719"/>
                  </a:lnTo>
                  <a:lnTo>
                    <a:pt x="141011" y="11438"/>
                  </a:lnTo>
                  <a:lnTo>
                    <a:pt x="141011" y="9158"/>
                  </a:lnTo>
                  <a:lnTo>
                    <a:pt x="139001" y="6859"/>
                  </a:lnTo>
                  <a:lnTo>
                    <a:pt x="141011" y="4579"/>
                  </a:lnTo>
                  <a:lnTo>
                    <a:pt x="141011" y="2298"/>
                  </a:lnTo>
                  <a:lnTo>
                    <a:pt x="143021" y="0"/>
                  </a:lnTo>
                  <a:lnTo>
                    <a:pt x="145198" y="0"/>
                  </a:lnTo>
                  <a:close/>
                </a:path>
                <a:path w="240029" h="13970">
                  <a:moveTo>
                    <a:pt x="233455" y="0"/>
                  </a:moveTo>
                  <a:lnTo>
                    <a:pt x="235633" y="0"/>
                  </a:lnTo>
                  <a:lnTo>
                    <a:pt x="237642" y="2298"/>
                  </a:lnTo>
                  <a:lnTo>
                    <a:pt x="239819" y="4579"/>
                  </a:lnTo>
                  <a:lnTo>
                    <a:pt x="239819" y="6859"/>
                  </a:lnTo>
                  <a:lnTo>
                    <a:pt x="239819" y="9158"/>
                  </a:lnTo>
                  <a:lnTo>
                    <a:pt x="237642" y="11438"/>
                  </a:lnTo>
                  <a:lnTo>
                    <a:pt x="235633" y="13719"/>
                  </a:lnTo>
                  <a:lnTo>
                    <a:pt x="233455" y="13719"/>
                  </a:lnTo>
                  <a:lnTo>
                    <a:pt x="231446" y="13719"/>
                  </a:lnTo>
                  <a:lnTo>
                    <a:pt x="229771" y="11438"/>
                  </a:lnTo>
                  <a:lnTo>
                    <a:pt x="227761" y="9158"/>
                  </a:lnTo>
                  <a:lnTo>
                    <a:pt x="227761" y="6859"/>
                  </a:lnTo>
                  <a:lnTo>
                    <a:pt x="227761" y="4579"/>
                  </a:lnTo>
                  <a:lnTo>
                    <a:pt x="229771" y="2298"/>
                  </a:lnTo>
                  <a:lnTo>
                    <a:pt x="231446" y="0"/>
                  </a:lnTo>
                  <a:lnTo>
                    <a:pt x="233455" y="0"/>
                  </a:lnTo>
                  <a:close/>
                </a:path>
              </a:pathLst>
            </a:custGeom>
            <a:ln w="3175">
              <a:solidFill>
                <a:srgbClr val="000000"/>
              </a:solidFill>
            </a:ln>
          </p:spPr>
          <p:txBody>
            <a:bodyPr wrap="square" lIns="0" tIns="0" rIns="0" bIns="0" rtlCol="0"/>
            <a:lstStyle/>
            <a:p/>
          </p:txBody>
        </p:sp>
        <p:sp>
          <p:nvSpPr>
            <p:cNvPr id="122" name="object 122" descr=""/>
            <p:cNvSpPr/>
            <p:nvPr/>
          </p:nvSpPr>
          <p:spPr>
            <a:xfrm>
              <a:off x="7270756" y="4935111"/>
              <a:ext cx="14604" cy="359410"/>
            </a:xfrm>
            <a:custGeom>
              <a:avLst/>
              <a:gdLst/>
              <a:ahLst/>
              <a:cxnLst/>
              <a:rect l="l" t="t" r="r" b="b"/>
              <a:pathLst>
                <a:path w="14604" h="359410">
                  <a:moveTo>
                    <a:pt x="10383" y="0"/>
                  </a:moveTo>
                  <a:lnTo>
                    <a:pt x="4186" y="0"/>
                  </a:lnTo>
                  <a:lnTo>
                    <a:pt x="2009" y="2298"/>
                  </a:lnTo>
                  <a:lnTo>
                    <a:pt x="2009" y="4579"/>
                  </a:lnTo>
                  <a:lnTo>
                    <a:pt x="0" y="6859"/>
                  </a:lnTo>
                  <a:lnTo>
                    <a:pt x="0" y="49408"/>
                  </a:lnTo>
                  <a:lnTo>
                    <a:pt x="2009" y="51243"/>
                  </a:lnTo>
                  <a:lnTo>
                    <a:pt x="2009" y="53523"/>
                  </a:lnTo>
                  <a:lnTo>
                    <a:pt x="4186" y="55804"/>
                  </a:lnTo>
                  <a:lnTo>
                    <a:pt x="10383" y="55804"/>
                  </a:lnTo>
                  <a:lnTo>
                    <a:pt x="12392" y="53523"/>
                  </a:lnTo>
                  <a:lnTo>
                    <a:pt x="12392" y="51243"/>
                  </a:lnTo>
                  <a:lnTo>
                    <a:pt x="14067" y="49408"/>
                  </a:lnTo>
                  <a:lnTo>
                    <a:pt x="14067" y="6859"/>
                  </a:lnTo>
                  <a:lnTo>
                    <a:pt x="12392" y="4579"/>
                  </a:lnTo>
                  <a:lnTo>
                    <a:pt x="12392" y="2298"/>
                  </a:lnTo>
                  <a:lnTo>
                    <a:pt x="10383" y="0"/>
                  </a:lnTo>
                  <a:close/>
                </a:path>
                <a:path w="14604" h="359410">
                  <a:moveTo>
                    <a:pt x="12392" y="98352"/>
                  </a:moveTo>
                  <a:lnTo>
                    <a:pt x="2009" y="98352"/>
                  </a:lnTo>
                  <a:lnTo>
                    <a:pt x="2009" y="100633"/>
                  </a:lnTo>
                  <a:lnTo>
                    <a:pt x="0" y="104748"/>
                  </a:lnTo>
                  <a:lnTo>
                    <a:pt x="2009" y="107047"/>
                  </a:lnTo>
                  <a:lnTo>
                    <a:pt x="2009" y="109328"/>
                  </a:lnTo>
                  <a:lnTo>
                    <a:pt x="4186" y="111608"/>
                  </a:lnTo>
                  <a:lnTo>
                    <a:pt x="10383" y="111608"/>
                  </a:lnTo>
                  <a:lnTo>
                    <a:pt x="12392" y="109328"/>
                  </a:lnTo>
                  <a:lnTo>
                    <a:pt x="12392" y="107047"/>
                  </a:lnTo>
                  <a:lnTo>
                    <a:pt x="14067" y="104748"/>
                  </a:lnTo>
                  <a:lnTo>
                    <a:pt x="12392" y="100633"/>
                  </a:lnTo>
                  <a:lnTo>
                    <a:pt x="12392" y="98352"/>
                  </a:lnTo>
                  <a:close/>
                </a:path>
                <a:path w="14604" h="359410">
                  <a:moveTo>
                    <a:pt x="10383" y="207662"/>
                  </a:moveTo>
                  <a:lnTo>
                    <a:pt x="4186" y="207662"/>
                  </a:lnTo>
                  <a:lnTo>
                    <a:pt x="8206" y="209497"/>
                  </a:lnTo>
                  <a:lnTo>
                    <a:pt x="10383" y="207662"/>
                  </a:lnTo>
                  <a:close/>
                </a:path>
                <a:path w="14604" h="359410">
                  <a:moveTo>
                    <a:pt x="12392" y="154157"/>
                  </a:moveTo>
                  <a:lnTo>
                    <a:pt x="2009" y="154157"/>
                  </a:lnTo>
                  <a:lnTo>
                    <a:pt x="2009" y="155974"/>
                  </a:lnTo>
                  <a:lnTo>
                    <a:pt x="0" y="160553"/>
                  </a:lnTo>
                  <a:lnTo>
                    <a:pt x="0" y="200802"/>
                  </a:lnTo>
                  <a:lnTo>
                    <a:pt x="2009" y="205382"/>
                  </a:lnTo>
                  <a:lnTo>
                    <a:pt x="2009" y="207662"/>
                  </a:lnTo>
                  <a:lnTo>
                    <a:pt x="12392" y="207662"/>
                  </a:lnTo>
                  <a:lnTo>
                    <a:pt x="12392" y="205382"/>
                  </a:lnTo>
                  <a:lnTo>
                    <a:pt x="14067" y="200802"/>
                  </a:lnTo>
                  <a:lnTo>
                    <a:pt x="14067" y="160553"/>
                  </a:lnTo>
                  <a:lnTo>
                    <a:pt x="12392" y="155974"/>
                  </a:lnTo>
                  <a:lnTo>
                    <a:pt x="12392" y="154157"/>
                  </a:lnTo>
                  <a:close/>
                </a:path>
                <a:path w="14604" h="359410">
                  <a:moveTo>
                    <a:pt x="10383" y="263021"/>
                  </a:moveTo>
                  <a:lnTo>
                    <a:pt x="4186" y="263021"/>
                  </a:lnTo>
                  <a:lnTo>
                    <a:pt x="8206" y="265302"/>
                  </a:lnTo>
                  <a:lnTo>
                    <a:pt x="10383" y="263021"/>
                  </a:lnTo>
                  <a:close/>
                </a:path>
                <a:path w="14604" h="359410">
                  <a:moveTo>
                    <a:pt x="12392" y="252046"/>
                  </a:moveTo>
                  <a:lnTo>
                    <a:pt x="2009" y="252046"/>
                  </a:lnTo>
                  <a:lnTo>
                    <a:pt x="2009" y="254326"/>
                  </a:lnTo>
                  <a:lnTo>
                    <a:pt x="0" y="256607"/>
                  </a:lnTo>
                  <a:lnTo>
                    <a:pt x="2009" y="261186"/>
                  </a:lnTo>
                  <a:lnTo>
                    <a:pt x="2009" y="263021"/>
                  </a:lnTo>
                  <a:lnTo>
                    <a:pt x="12392" y="263021"/>
                  </a:lnTo>
                  <a:lnTo>
                    <a:pt x="12392" y="261186"/>
                  </a:lnTo>
                  <a:lnTo>
                    <a:pt x="14067" y="256607"/>
                  </a:lnTo>
                  <a:lnTo>
                    <a:pt x="12392" y="254326"/>
                  </a:lnTo>
                  <a:lnTo>
                    <a:pt x="12392" y="252046"/>
                  </a:lnTo>
                  <a:close/>
                </a:path>
                <a:path w="14604" h="359410">
                  <a:moveTo>
                    <a:pt x="8206" y="249747"/>
                  </a:moveTo>
                  <a:lnTo>
                    <a:pt x="4186" y="252046"/>
                  </a:lnTo>
                  <a:lnTo>
                    <a:pt x="10383" y="252046"/>
                  </a:lnTo>
                  <a:lnTo>
                    <a:pt x="8206" y="249747"/>
                  </a:lnTo>
                  <a:close/>
                </a:path>
                <a:path w="14604" h="359410">
                  <a:moveTo>
                    <a:pt x="12392" y="307850"/>
                  </a:moveTo>
                  <a:lnTo>
                    <a:pt x="2009" y="307850"/>
                  </a:lnTo>
                  <a:lnTo>
                    <a:pt x="2009" y="310131"/>
                  </a:lnTo>
                  <a:lnTo>
                    <a:pt x="0" y="312411"/>
                  </a:lnTo>
                  <a:lnTo>
                    <a:pt x="0" y="352216"/>
                  </a:lnTo>
                  <a:lnTo>
                    <a:pt x="2009" y="354496"/>
                  </a:lnTo>
                  <a:lnTo>
                    <a:pt x="2009" y="356776"/>
                  </a:lnTo>
                  <a:lnTo>
                    <a:pt x="4186" y="359075"/>
                  </a:lnTo>
                  <a:lnTo>
                    <a:pt x="10383" y="359075"/>
                  </a:lnTo>
                  <a:lnTo>
                    <a:pt x="12392" y="356776"/>
                  </a:lnTo>
                  <a:lnTo>
                    <a:pt x="12392" y="354496"/>
                  </a:lnTo>
                  <a:lnTo>
                    <a:pt x="14067" y="352216"/>
                  </a:lnTo>
                  <a:lnTo>
                    <a:pt x="14067" y="312411"/>
                  </a:lnTo>
                  <a:lnTo>
                    <a:pt x="12392" y="310131"/>
                  </a:lnTo>
                  <a:lnTo>
                    <a:pt x="12392" y="307850"/>
                  </a:lnTo>
                  <a:close/>
                </a:path>
                <a:path w="14604" h="359410">
                  <a:moveTo>
                    <a:pt x="8206" y="305551"/>
                  </a:moveTo>
                  <a:lnTo>
                    <a:pt x="4186" y="307850"/>
                  </a:lnTo>
                  <a:lnTo>
                    <a:pt x="10383" y="307850"/>
                  </a:lnTo>
                  <a:lnTo>
                    <a:pt x="8206" y="305551"/>
                  </a:lnTo>
                  <a:close/>
                </a:path>
              </a:pathLst>
            </a:custGeom>
            <a:solidFill>
              <a:srgbClr val="000000"/>
            </a:solidFill>
          </p:spPr>
          <p:txBody>
            <a:bodyPr wrap="square" lIns="0" tIns="0" rIns="0" bIns="0" rtlCol="0"/>
            <a:lstStyle/>
            <a:p/>
          </p:txBody>
        </p:sp>
        <p:sp>
          <p:nvSpPr>
            <p:cNvPr id="123" name="object 123" descr=""/>
            <p:cNvSpPr/>
            <p:nvPr/>
          </p:nvSpPr>
          <p:spPr>
            <a:xfrm>
              <a:off x="7270756" y="4935111"/>
              <a:ext cx="14604" cy="359410"/>
            </a:xfrm>
            <a:custGeom>
              <a:avLst/>
              <a:gdLst/>
              <a:ahLst/>
              <a:cxnLst/>
              <a:rect l="l" t="t" r="r" b="b"/>
              <a:pathLst>
                <a:path w="14604" h="359410">
                  <a:moveTo>
                    <a:pt x="14067" y="6859"/>
                  </a:moveTo>
                  <a:lnTo>
                    <a:pt x="14067" y="49408"/>
                  </a:lnTo>
                  <a:lnTo>
                    <a:pt x="12392" y="51243"/>
                  </a:lnTo>
                  <a:lnTo>
                    <a:pt x="12392" y="53523"/>
                  </a:lnTo>
                  <a:lnTo>
                    <a:pt x="10383" y="55804"/>
                  </a:lnTo>
                  <a:lnTo>
                    <a:pt x="8206" y="55804"/>
                  </a:lnTo>
                  <a:lnTo>
                    <a:pt x="4186" y="55804"/>
                  </a:lnTo>
                  <a:lnTo>
                    <a:pt x="2009" y="53523"/>
                  </a:lnTo>
                  <a:lnTo>
                    <a:pt x="2009" y="51243"/>
                  </a:lnTo>
                  <a:lnTo>
                    <a:pt x="0" y="49408"/>
                  </a:lnTo>
                  <a:lnTo>
                    <a:pt x="0" y="6859"/>
                  </a:lnTo>
                  <a:lnTo>
                    <a:pt x="2009" y="4579"/>
                  </a:lnTo>
                  <a:lnTo>
                    <a:pt x="2009" y="2298"/>
                  </a:lnTo>
                  <a:lnTo>
                    <a:pt x="4186" y="0"/>
                  </a:lnTo>
                  <a:lnTo>
                    <a:pt x="8206" y="0"/>
                  </a:lnTo>
                  <a:lnTo>
                    <a:pt x="10383" y="0"/>
                  </a:lnTo>
                  <a:lnTo>
                    <a:pt x="12392" y="2298"/>
                  </a:lnTo>
                  <a:lnTo>
                    <a:pt x="12392" y="4579"/>
                  </a:lnTo>
                  <a:lnTo>
                    <a:pt x="14067" y="6859"/>
                  </a:lnTo>
                  <a:close/>
                </a:path>
                <a:path w="14604" h="359410">
                  <a:moveTo>
                    <a:pt x="14067" y="104748"/>
                  </a:moveTo>
                  <a:lnTo>
                    <a:pt x="12392" y="107047"/>
                  </a:lnTo>
                  <a:lnTo>
                    <a:pt x="12392" y="109328"/>
                  </a:lnTo>
                  <a:lnTo>
                    <a:pt x="10383" y="111608"/>
                  </a:lnTo>
                  <a:lnTo>
                    <a:pt x="8206" y="111608"/>
                  </a:lnTo>
                  <a:lnTo>
                    <a:pt x="4186" y="111608"/>
                  </a:lnTo>
                  <a:lnTo>
                    <a:pt x="2009" y="109328"/>
                  </a:lnTo>
                  <a:lnTo>
                    <a:pt x="2009" y="107047"/>
                  </a:lnTo>
                  <a:lnTo>
                    <a:pt x="0" y="104748"/>
                  </a:lnTo>
                  <a:lnTo>
                    <a:pt x="2009" y="100633"/>
                  </a:lnTo>
                  <a:lnTo>
                    <a:pt x="2009" y="98352"/>
                  </a:lnTo>
                  <a:lnTo>
                    <a:pt x="4186" y="98352"/>
                  </a:lnTo>
                  <a:lnTo>
                    <a:pt x="8206" y="98352"/>
                  </a:lnTo>
                  <a:lnTo>
                    <a:pt x="10383" y="98352"/>
                  </a:lnTo>
                  <a:lnTo>
                    <a:pt x="12392" y="98352"/>
                  </a:lnTo>
                  <a:lnTo>
                    <a:pt x="12392" y="100633"/>
                  </a:lnTo>
                  <a:lnTo>
                    <a:pt x="14067" y="104748"/>
                  </a:lnTo>
                  <a:close/>
                </a:path>
                <a:path w="14604" h="359410">
                  <a:moveTo>
                    <a:pt x="14067" y="160553"/>
                  </a:moveTo>
                  <a:lnTo>
                    <a:pt x="14067" y="200802"/>
                  </a:lnTo>
                  <a:lnTo>
                    <a:pt x="12392" y="205382"/>
                  </a:lnTo>
                  <a:lnTo>
                    <a:pt x="12392" y="207662"/>
                  </a:lnTo>
                  <a:lnTo>
                    <a:pt x="10383" y="207662"/>
                  </a:lnTo>
                  <a:lnTo>
                    <a:pt x="8206" y="209497"/>
                  </a:lnTo>
                  <a:lnTo>
                    <a:pt x="4186" y="207662"/>
                  </a:lnTo>
                  <a:lnTo>
                    <a:pt x="2009" y="207662"/>
                  </a:lnTo>
                  <a:lnTo>
                    <a:pt x="2009" y="205382"/>
                  </a:lnTo>
                  <a:lnTo>
                    <a:pt x="0" y="200802"/>
                  </a:lnTo>
                  <a:lnTo>
                    <a:pt x="0" y="160553"/>
                  </a:lnTo>
                  <a:lnTo>
                    <a:pt x="2009" y="155974"/>
                  </a:lnTo>
                  <a:lnTo>
                    <a:pt x="2009" y="154157"/>
                  </a:lnTo>
                  <a:lnTo>
                    <a:pt x="4186" y="154157"/>
                  </a:lnTo>
                  <a:lnTo>
                    <a:pt x="8206" y="154157"/>
                  </a:lnTo>
                  <a:lnTo>
                    <a:pt x="10383" y="154157"/>
                  </a:lnTo>
                  <a:lnTo>
                    <a:pt x="12392" y="154157"/>
                  </a:lnTo>
                  <a:lnTo>
                    <a:pt x="12392" y="155974"/>
                  </a:lnTo>
                  <a:lnTo>
                    <a:pt x="14067" y="160553"/>
                  </a:lnTo>
                  <a:close/>
                </a:path>
                <a:path w="14604" h="359410">
                  <a:moveTo>
                    <a:pt x="14067" y="256607"/>
                  </a:moveTo>
                  <a:lnTo>
                    <a:pt x="12392" y="261186"/>
                  </a:lnTo>
                  <a:lnTo>
                    <a:pt x="12392" y="263021"/>
                  </a:lnTo>
                  <a:lnTo>
                    <a:pt x="10383" y="263021"/>
                  </a:lnTo>
                  <a:lnTo>
                    <a:pt x="8206" y="265302"/>
                  </a:lnTo>
                  <a:lnTo>
                    <a:pt x="4186" y="263021"/>
                  </a:lnTo>
                  <a:lnTo>
                    <a:pt x="2009" y="263021"/>
                  </a:lnTo>
                  <a:lnTo>
                    <a:pt x="2009" y="261186"/>
                  </a:lnTo>
                  <a:lnTo>
                    <a:pt x="0" y="256607"/>
                  </a:lnTo>
                  <a:lnTo>
                    <a:pt x="2009" y="254326"/>
                  </a:lnTo>
                  <a:lnTo>
                    <a:pt x="2009" y="252046"/>
                  </a:lnTo>
                  <a:lnTo>
                    <a:pt x="4186" y="252046"/>
                  </a:lnTo>
                  <a:lnTo>
                    <a:pt x="8206" y="249747"/>
                  </a:lnTo>
                  <a:lnTo>
                    <a:pt x="10383" y="252046"/>
                  </a:lnTo>
                  <a:lnTo>
                    <a:pt x="12392" y="252046"/>
                  </a:lnTo>
                  <a:lnTo>
                    <a:pt x="12392" y="254326"/>
                  </a:lnTo>
                  <a:lnTo>
                    <a:pt x="14067" y="256607"/>
                  </a:lnTo>
                  <a:close/>
                </a:path>
                <a:path w="14604" h="359410">
                  <a:moveTo>
                    <a:pt x="14067" y="312411"/>
                  </a:moveTo>
                  <a:lnTo>
                    <a:pt x="14067" y="352216"/>
                  </a:lnTo>
                  <a:lnTo>
                    <a:pt x="12392" y="354496"/>
                  </a:lnTo>
                  <a:lnTo>
                    <a:pt x="12392" y="356776"/>
                  </a:lnTo>
                  <a:lnTo>
                    <a:pt x="10383" y="359075"/>
                  </a:lnTo>
                  <a:lnTo>
                    <a:pt x="8206" y="359075"/>
                  </a:lnTo>
                  <a:lnTo>
                    <a:pt x="4186" y="359075"/>
                  </a:lnTo>
                  <a:lnTo>
                    <a:pt x="2009" y="356776"/>
                  </a:lnTo>
                  <a:lnTo>
                    <a:pt x="2009" y="354496"/>
                  </a:lnTo>
                  <a:lnTo>
                    <a:pt x="0" y="352216"/>
                  </a:lnTo>
                  <a:lnTo>
                    <a:pt x="0" y="312411"/>
                  </a:lnTo>
                  <a:lnTo>
                    <a:pt x="2009" y="310131"/>
                  </a:lnTo>
                  <a:lnTo>
                    <a:pt x="2009" y="307850"/>
                  </a:lnTo>
                  <a:lnTo>
                    <a:pt x="4186" y="307850"/>
                  </a:lnTo>
                  <a:lnTo>
                    <a:pt x="8206" y="305551"/>
                  </a:lnTo>
                  <a:lnTo>
                    <a:pt x="10383" y="307850"/>
                  </a:lnTo>
                  <a:lnTo>
                    <a:pt x="12392" y="307850"/>
                  </a:lnTo>
                  <a:lnTo>
                    <a:pt x="12392" y="310131"/>
                  </a:lnTo>
                  <a:lnTo>
                    <a:pt x="14067" y="312411"/>
                  </a:lnTo>
                  <a:close/>
                </a:path>
              </a:pathLst>
            </a:custGeom>
            <a:ln w="3175">
              <a:solidFill>
                <a:srgbClr val="000000"/>
              </a:solidFill>
            </a:ln>
          </p:spPr>
          <p:txBody>
            <a:bodyPr wrap="square" lIns="0" tIns="0" rIns="0" bIns="0" rtlCol="0"/>
            <a:lstStyle/>
            <a:p/>
          </p:txBody>
        </p:sp>
        <p:sp>
          <p:nvSpPr>
            <p:cNvPr id="124" name="object 124" descr=""/>
            <p:cNvSpPr/>
            <p:nvPr/>
          </p:nvSpPr>
          <p:spPr>
            <a:xfrm>
              <a:off x="7270756" y="5280912"/>
              <a:ext cx="240029" cy="13335"/>
            </a:xfrm>
            <a:custGeom>
              <a:avLst/>
              <a:gdLst/>
              <a:ahLst/>
              <a:cxnLst/>
              <a:rect l="l" t="t" r="r" b="b"/>
              <a:pathLst>
                <a:path w="240029" h="13335">
                  <a:moveTo>
                    <a:pt x="46389" y="0"/>
                  </a:moveTo>
                  <a:lnTo>
                    <a:pt x="4186" y="0"/>
                  </a:lnTo>
                  <a:lnTo>
                    <a:pt x="2009" y="2298"/>
                  </a:lnTo>
                  <a:lnTo>
                    <a:pt x="2009" y="4579"/>
                  </a:lnTo>
                  <a:lnTo>
                    <a:pt x="0" y="6414"/>
                  </a:lnTo>
                  <a:lnTo>
                    <a:pt x="2009" y="8695"/>
                  </a:lnTo>
                  <a:lnTo>
                    <a:pt x="2009" y="10975"/>
                  </a:lnTo>
                  <a:lnTo>
                    <a:pt x="4186" y="13274"/>
                  </a:lnTo>
                  <a:lnTo>
                    <a:pt x="46389" y="13274"/>
                  </a:lnTo>
                  <a:lnTo>
                    <a:pt x="48566" y="10975"/>
                  </a:lnTo>
                  <a:lnTo>
                    <a:pt x="50576" y="8695"/>
                  </a:lnTo>
                  <a:lnTo>
                    <a:pt x="50576" y="4579"/>
                  </a:lnTo>
                  <a:lnTo>
                    <a:pt x="48566" y="2298"/>
                  </a:lnTo>
                  <a:lnTo>
                    <a:pt x="46389" y="0"/>
                  </a:lnTo>
                  <a:close/>
                </a:path>
                <a:path w="240029" h="13335">
                  <a:moveTo>
                    <a:pt x="98640" y="0"/>
                  </a:moveTo>
                  <a:lnTo>
                    <a:pt x="92946" y="0"/>
                  </a:lnTo>
                  <a:lnTo>
                    <a:pt x="90769" y="2298"/>
                  </a:lnTo>
                  <a:lnTo>
                    <a:pt x="88760" y="4579"/>
                  </a:lnTo>
                  <a:lnTo>
                    <a:pt x="88760" y="8695"/>
                  </a:lnTo>
                  <a:lnTo>
                    <a:pt x="90769" y="10975"/>
                  </a:lnTo>
                  <a:lnTo>
                    <a:pt x="92946" y="13274"/>
                  </a:lnTo>
                  <a:lnTo>
                    <a:pt x="98640" y="13274"/>
                  </a:lnTo>
                  <a:lnTo>
                    <a:pt x="100818" y="10975"/>
                  </a:lnTo>
                  <a:lnTo>
                    <a:pt x="100818" y="8695"/>
                  </a:lnTo>
                  <a:lnTo>
                    <a:pt x="102827" y="6414"/>
                  </a:lnTo>
                  <a:lnTo>
                    <a:pt x="100818" y="4579"/>
                  </a:lnTo>
                  <a:lnTo>
                    <a:pt x="100818" y="2298"/>
                  </a:lnTo>
                  <a:lnTo>
                    <a:pt x="98640" y="0"/>
                  </a:lnTo>
                  <a:close/>
                </a:path>
                <a:path w="240029" h="13335">
                  <a:moveTo>
                    <a:pt x="185391" y="0"/>
                  </a:moveTo>
                  <a:lnTo>
                    <a:pt x="143021" y="0"/>
                  </a:lnTo>
                  <a:lnTo>
                    <a:pt x="141011" y="2298"/>
                  </a:lnTo>
                  <a:lnTo>
                    <a:pt x="141011" y="4579"/>
                  </a:lnTo>
                  <a:lnTo>
                    <a:pt x="139001" y="6414"/>
                  </a:lnTo>
                  <a:lnTo>
                    <a:pt x="141011" y="8695"/>
                  </a:lnTo>
                  <a:lnTo>
                    <a:pt x="141011" y="10975"/>
                  </a:lnTo>
                  <a:lnTo>
                    <a:pt x="143021" y="13274"/>
                  </a:lnTo>
                  <a:lnTo>
                    <a:pt x="185391" y="13274"/>
                  </a:lnTo>
                  <a:lnTo>
                    <a:pt x="187401" y="10975"/>
                  </a:lnTo>
                  <a:lnTo>
                    <a:pt x="189578" y="8695"/>
                  </a:lnTo>
                  <a:lnTo>
                    <a:pt x="189578" y="4579"/>
                  </a:lnTo>
                  <a:lnTo>
                    <a:pt x="187401" y="2298"/>
                  </a:lnTo>
                  <a:lnTo>
                    <a:pt x="185391" y="0"/>
                  </a:lnTo>
                  <a:close/>
                </a:path>
                <a:path w="240029" h="13335">
                  <a:moveTo>
                    <a:pt x="235633" y="0"/>
                  </a:moveTo>
                  <a:lnTo>
                    <a:pt x="231446" y="0"/>
                  </a:lnTo>
                  <a:lnTo>
                    <a:pt x="229771" y="2298"/>
                  </a:lnTo>
                  <a:lnTo>
                    <a:pt x="227761" y="4579"/>
                  </a:lnTo>
                  <a:lnTo>
                    <a:pt x="227761" y="8695"/>
                  </a:lnTo>
                  <a:lnTo>
                    <a:pt x="229771" y="10975"/>
                  </a:lnTo>
                  <a:lnTo>
                    <a:pt x="231446" y="13274"/>
                  </a:lnTo>
                  <a:lnTo>
                    <a:pt x="235633" y="13274"/>
                  </a:lnTo>
                  <a:lnTo>
                    <a:pt x="237642" y="10975"/>
                  </a:lnTo>
                  <a:lnTo>
                    <a:pt x="239819" y="8695"/>
                  </a:lnTo>
                  <a:lnTo>
                    <a:pt x="239819" y="4579"/>
                  </a:lnTo>
                  <a:lnTo>
                    <a:pt x="237642" y="2298"/>
                  </a:lnTo>
                  <a:lnTo>
                    <a:pt x="235633" y="0"/>
                  </a:lnTo>
                  <a:close/>
                </a:path>
              </a:pathLst>
            </a:custGeom>
            <a:solidFill>
              <a:srgbClr val="000000"/>
            </a:solidFill>
          </p:spPr>
          <p:txBody>
            <a:bodyPr wrap="square" lIns="0" tIns="0" rIns="0" bIns="0" rtlCol="0"/>
            <a:lstStyle/>
            <a:p/>
          </p:txBody>
        </p:sp>
        <p:sp>
          <p:nvSpPr>
            <p:cNvPr id="125" name="object 125" descr=""/>
            <p:cNvSpPr/>
            <p:nvPr/>
          </p:nvSpPr>
          <p:spPr>
            <a:xfrm>
              <a:off x="7270756" y="5280912"/>
              <a:ext cx="240029" cy="13335"/>
            </a:xfrm>
            <a:custGeom>
              <a:avLst/>
              <a:gdLst/>
              <a:ahLst/>
              <a:cxnLst/>
              <a:rect l="l" t="t" r="r" b="b"/>
              <a:pathLst>
                <a:path w="240029" h="13335">
                  <a:moveTo>
                    <a:pt x="8206" y="0"/>
                  </a:moveTo>
                  <a:lnTo>
                    <a:pt x="44380" y="0"/>
                  </a:lnTo>
                  <a:lnTo>
                    <a:pt x="46389" y="0"/>
                  </a:lnTo>
                  <a:lnTo>
                    <a:pt x="48566" y="2298"/>
                  </a:lnTo>
                  <a:lnTo>
                    <a:pt x="50576" y="4579"/>
                  </a:lnTo>
                  <a:lnTo>
                    <a:pt x="50576" y="6414"/>
                  </a:lnTo>
                  <a:lnTo>
                    <a:pt x="50576" y="8695"/>
                  </a:lnTo>
                  <a:lnTo>
                    <a:pt x="48566" y="10975"/>
                  </a:lnTo>
                  <a:lnTo>
                    <a:pt x="46389" y="13274"/>
                  </a:lnTo>
                  <a:lnTo>
                    <a:pt x="44380" y="13274"/>
                  </a:lnTo>
                  <a:lnTo>
                    <a:pt x="8206" y="13274"/>
                  </a:lnTo>
                  <a:lnTo>
                    <a:pt x="4186" y="13274"/>
                  </a:lnTo>
                  <a:lnTo>
                    <a:pt x="2009" y="10975"/>
                  </a:lnTo>
                  <a:lnTo>
                    <a:pt x="2009" y="8695"/>
                  </a:lnTo>
                  <a:lnTo>
                    <a:pt x="0" y="6414"/>
                  </a:lnTo>
                  <a:lnTo>
                    <a:pt x="2009" y="4579"/>
                  </a:lnTo>
                  <a:lnTo>
                    <a:pt x="2009" y="2298"/>
                  </a:lnTo>
                  <a:lnTo>
                    <a:pt x="4186" y="0"/>
                  </a:lnTo>
                  <a:lnTo>
                    <a:pt x="8206" y="0"/>
                  </a:lnTo>
                  <a:close/>
                </a:path>
                <a:path w="240029" h="13335">
                  <a:moveTo>
                    <a:pt x="94956" y="0"/>
                  </a:moveTo>
                  <a:lnTo>
                    <a:pt x="98640" y="0"/>
                  </a:lnTo>
                  <a:lnTo>
                    <a:pt x="100818" y="2298"/>
                  </a:lnTo>
                  <a:lnTo>
                    <a:pt x="100818" y="4579"/>
                  </a:lnTo>
                  <a:lnTo>
                    <a:pt x="102827" y="6414"/>
                  </a:lnTo>
                  <a:lnTo>
                    <a:pt x="100818" y="8695"/>
                  </a:lnTo>
                  <a:lnTo>
                    <a:pt x="100818" y="10975"/>
                  </a:lnTo>
                  <a:lnTo>
                    <a:pt x="98640" y="13274"/>
                  </a:lnTo>
                  <a:lnTo>
                    <a:pt x="94956" y="13274"/>
                  </a:lnTo>
                  <a:lnTo>
                    <a:pt x="92946" y="13274"/>
                  </a:lnTo>
                  <a:lnTo>
                    <a:pt x="90769" y="10975"/>
                  </a:lnTo>
                  <a:lnTo>
                    <a:pt x="88760" y="8695"/>
                  </a:lnTo>
                  <a:lnTo>
                    <a:pt x="88760" y="6414"/>
                  </a:lnTo>
                  <a:lnTo>
                    <a:pt x="88760" y="4579"/>
                  </a:lnTo>
                  <a:lnTo>
                    <a:pt x="90769" y="2298"/>
                  </a:lnTo>
                  <a:lnTo>
                    <a:pt x="92946" y="0"/>
                  </a:lnTo>
                  <a:lnTo>
                    <a:pt x="94956" y="0"/>
                  </a:lnTo>
                  <a:close/>
                </a:path>
                <a:path w="240029" h="13335">
                  <a:moveTo>
                    <a:pt x="145198" y="0"/>
                  </a:moveTo>
                  <a:lnTo>
                    <a:pt x="183381" y="0"/>
                  </a:lnTo>
                  <a:lnTo>
                    <a:pt x="185391" y="0"/>
                  </a:lnTo>
                  <a:lnTo>
                    <a:pt x="187401" y="2298"/>
                  </a:lnTo>
                  <a:lnTo>
                    <a:pt x="189578" y="4579"/>
                  </a:lnTo>
                  <a:lnTo>
                    <a:pt x="189578" y="6414"/>
                  </a:lnTo>
                  <a:lnTo>
                    <a:pt x="189578" y="8695"/>
                  </a:lnTo>
                  <a:lnTo>
                    <a:pt x="187401" y="10975"/>
                  </a:lnTo>
                  <a:lnTo>
                    <a:pt x="185391" y="13274"/>
                  </a:lnTo>
                  <a:lnTo>
                    <a:pt x="183381" y="13274"/>
                  </a:lnTo>
                  <a:lnTo>
                    <a:pt x="145198" y="13274"/>
                  </a:lnTo>
                  <a:lnTo>
                    <a:pt x="143021" y="13274"/>
                  </a:lnTo>
                  <a:lnTo>
                    <a:pt x="141011" y="10975"/>
                  </a:lnTo>
                  <a:lnTo>
                    <a:pt x="141011" y="8695"/>
                  </a:lnTo>
                  <a:lnTo>
                    <a:pt x="139001" y="6414"/>
                  </a:lnTo>
                  <a:lnTo>
                    <a:pt x="141011" y="4579"/>
                  </a:lnTo>
                  <a:lnTo>
                    <a:pt x="141011" y="2298"/>
                  </a:lnTo>
                  <a:lnTo>
                    <a:pt x="143021" y="0"/>
                  </a:lnTo>
                  <a:lnTo>
                    <a:pt x="145198" y="0"/>
                  </a:lnTo>
                  <a:close/>
                </a:path>
                <a:path w="240029" h="13335">
                  <a:moveTo>
                    <a:pt x="233455" y="0"/>
                  </a:moveTo>
                  <a:lnTo>
                    <a:pt x="235633" y="0"/>
                  </a:lnTo>
                  <a:lnTo>
                    <a:pt x="237642" y="2298"/>
                  </a:lnTo>
                  <a:lnTo>
                    <a:pt x="239819" y="4579"/>
                  </a:lnTo>
                  <a:lnTo>
                    <a:pt x="239819" y="6414"/>
                  </a:lnTo>
                  <a:lnTo>
                    <a:pt x="239819" y="8695"/>
                  </a:lnTo>
                  <a:lnTo>
                    <a:pt x="237642" y="10975"/>
                  </a:lnTo>
                  <a:lnTo>
                    <a:pt x="235633" y="13274"/>
                  </a:lnTo>
                  <a:lnTo>
                    <a:pt x="233455" y="13274"/>
                  </a:lnTo>
                  <a:lnTo>
                    <a:pt x="231446" y="13274"/>
                  </a:lnTo>
                  <a:lnTo>
                    <a:pt x="229771" y="10975"/>
                  </a:lnTo>
                  <a:lnTo>
                    <a:pt x="227761" y="8695"/>
                  </a:lnTo>
                  <a:lnTo>
                    <a:pt x="227761" y="6414"/>
                  </a:lnTo>
                  <a:lnTo>
                    <a:pt x="227761" y="4579"/>
                  </a:lnTo>
                  <a:lnTo>
                    <a:pt x="229771" y="2298"/>
                  </a:lnTo>
                  <a:lnTo>
                    <a:pt x="231446" y="0"/>
                  </a:lnTo>
                  <a:lnTo>
                    <a:pt x="233455" y="0"/>
                  </a:lnTo>
                  <a:close/>
                </a:path>
              </a:pathLst>
            </a:custGeom>
            <a:ln w="3175">
              <a:solidFill>
                <a:srgbClr val="000000"/>
              </a:solidFill>
            </a:ln>
          </p:spPr>
          <p:txBody>
            <a:bodyPr wrap="square" lIns="0" tIns="0" rIns="0" bIns="0" rtlCol="0"/>
            <a:lstStyle/>
            <a:p/>
          </p:txBody>
        </p:sp>
        <p:sp>
          <p:nvSpPr>
            <p:cNvPr id="126" name="object 126" descr=""/>
            <p:cNvSpPr/>
            <p:nvPr/>
          </p:nvSpPr>
          <p:spPr>
            <a:xfrm>
              <a:off x="8578712" y="5110755"/>
              <a:ext cx="248285" cy="0"/>
            </a:xfrm>
            <a:custGeom>
              <a:avLst/>
              <a:gdLst/>
              <a:ahLst/>
              <a:cxnLst/>
              <a:rect l="l" t="t" r="r" b="b"/>
              <a:pathLst>
                <a:path w="248284" h="0">
                  <a:moveTo>
                    <a:pt x="0" y="0"/>
                  </a:moveTo>
                  <a:lnTo>
                    <a:pt x="247690" y="0"/>
                  </a:lnTo>
                </a:path>
              </a:pathLst>
            </a:custGeom>
            <a:ln w="13317">
              <a:solidFill>
                <a:srgbClr val="000000"/>
              </a:solidFill>
            </a:ln>
          </p:spPr>
          <p:txBody>
            <a:bodyPr wrap="square" lIns="0" tIns="0" rIns="0" bIns="0" rtlCol="0"/>
            <a:lstStyle/>
            <a:p/>
          </p:txBody>
        </p:sp>
        <p:pic>
          <p:nvPicPr>
            <p:cNvPr id="127" name="object 127" descr=""/>
            <p:cNvPicPr/>
            <p:nvPr/>
          </p:nvPicPr>
          <p:blipFill>
            <a:blip r:embed="rId5" cstate="print"/>
            <a:stretch>
              <a:fillRect/>
            </a:stretch>
          </p:blipFill>
          <p:spPr>
            <a:xfrm>
              <a:off x="8824226" y="4765416"/>
              <a:ext cx="177135" cy="748779"/>
            </a:xfrm>
            <a:prstGeom prst="rect">
              <a:avLst/>
            </a:prstGeom>
          </p:spPr>
        </p:pic>
        <p:sp>
          <p:nvSpPr>
            <p:cNvPr id="128" name="object 128" descr=""/>
            <p:cNvSpPr/>
            <p:nvPr/>
          </p:nvSpPr>
          <p:spPr>
            <a:xfrm>
              <a:off x="7169938" y="4765416"/>
              <a:ext cx="1831975" cy="749300"/>
            </a:xfrm>
            <a:custGeom>
              <a:avLst/>
              <a:gdLst/>
              <a:ahLst/>
              <a:cxnLst/>
              <a:rect l="l" t="t" r="r" b="b"/>
              <a:pathLst>
                <a:path w="1831975" h="749300">
                  <a:moveTo>
                    <a:pt x="1656464" y="748779"/>
                  </a:moveTo>
                  <a:lnTo>
                    <a:pt x="1831523" y="748779"/>
                  </a:lnTo>
                  <a:lnTo>
                    <a:pt x="1831523" y="0"/>
                  </a:lnTo>
                  <a:lnTo>
                    <a:pt x="1656464" y="0"/>
                  </a:lnTo>
                  <a:lnTo>
                    <a:pt x="1656464" y="748779"/>
                  </a:lnTo>
                  <a:close/>
                </a:path>
                <a:path w="1831975" h="749300">
                  <a:moveTo>
                    <a:pt x="0" y="345339"/>
                  </a:moveTo>
                  <a:lnTo>
                    <a:pt x="0" y="231914"/>
                  </a:lnTo>
                </a:path>
                <a:path w="1831975" h="749300">
                  <a:moveTo>
                    <a:pt x="0" y="231914"/>
                  </a:moveTo>
                  <a:lnTo>
                    <a:pt x="106512" y="231914"/>
                  </a:lnTo>
                </a:path>
              </a:pathLst>
            </a:custGeom>
            <a:ln w="12673">
              <a:solidFill>
                <a:srgbClr val="000000"/>
              </a:solidFill>
            </a:ln>
          </p:spPr>
          <p:txBody>
            <a:bodyPr wrap="square" lIns="0" tIns="0" rIns="0" bIns="0" rtlCol="0"/>
            <a:lstStyle/>
            <a:p/>
          </p:txBody>
        </p:sp>
        <p:pic>
          <p:nvPicPr>
            <p:cNvPr id="129" name="object 129" descr=""/>
            <p:cNvPicPr/>
            <p:nvPr/>
          </p:nvPicPr>
          <p:blipFill>
            <a:blip r:embed="rId4" cstate="print"/>
            <a:stretch>
              <a:fillRect/>
            </a:stretch>
          </p:blipFill>
          <p:spPr>
            <a:xfrm>
              <a:off x="7874325" y="4765416"/>
              <a:ext cx="177135" cy="748779"/>
            </a:xfrm>
            <a:prstGeom prst="rect">
              <a:avLst/>
            </a:prstGeom>
          </p:spPr>
        </p:pic>
        <p:sp>
          <p:nvSpPr>
            <p:cNvPr id="130" name="object 130" descr=""/>
            <p:cNvSpPr/>
            <p:nvPr/>
          </p:nvSpPr>
          <p:spPr>
            <a:xfrm>
              <a:off x="7874325" y="4765416"/>
              <a:ext cx="177165" cy="749300"/>
            </a:xfrm>
            <a:custGeom>
              <a:avLst/>
              <a:gdLst/>
              <a:ahLst/>
              <a:cxnLst/>
              <a:rect l="l" t="t" r="r" b="b"/>
              <a:pathLst>
                <a:path w="177165" h="749300">
                  <a:moveTo>
                    <a:pt x="0" y="748779"/>
                  </a:moveTo>
                  <a:lnTo>
                    <a:pt x="177135" y="748779"/>
                  </a:lnTo>
                  <a:lnTo>
                    <a:pt x="177135" y="0"/>
                  </a:lnTo>
                  <a:lnTo>
                    <a:pt x="0" y="0"/>
                  </a:lnTo>
                  <a:lnTo>
                    <a:pt x="0" y="748779"/>
                  </a:lnTo>
                  <a:close/>
                </a:path>
              </a:pathLst>
            </a:custGeom>
            <a:ln w="12098">
              <a:solidFill>
                <a:srgbClr val="000000"/>
              </a:solidFill>
            </a:ln>
          </p:spPr>
          <p:txBody>
            <a:bodyPr wrap="square" lIns="0" tIns="0" rIns="0" bIns="0" rtlCol="0"/>
            <a:lstStyle/>
            <a:p/>
          </p:txBody>
        </p:sp>
        <p:pic>
          <p:nvPicPr>
            <p:cNvPr id="131" name="object 131" descr=""/>
            <p:cNvPicPr/>
            <p:nvPr/>
          </p:nvPicPr>
          <p:blipFill>
            <a:blip r:embed="rId5" cstate="print"/>
            <a:stretch>
              <a:fillRect/>
            </a:stretch>
          </p:blipFill>
          <p:spPr>
            <a:xfrm>
              <a:off x="6922247" y="4765416"/>
              <a:ext cx="177135" cy="748779"/>
            </a:xfrm>
            <a:prstGeom prst="rect">
              <a:avLst/>
            </a:prstGeom>
          </p:spPr>
        </p:pic>
        <p:sp>
          <p:nvSpPr>
            <p:cNvPr id="132" name="object 132" descr=""/>
            <p:cNvSpPr/>
            <p:nvPr/>
          </p:nvSpPr>
          <p:spPr>
            <a:xfrm>
              <a:off x="6924256" y="4765416"/>
              <a:ext cx="175260" cy="749300"/>
            </a:xfrm>
            <a:custGeom>
              <a:avLst/>
              <a:gdLst/>
              <a:ahLst/>
              <a:cxnLst/>
              <a:rect l="l" t="t" r="r" b="b"/>
              <a:pathLst>
                <a:path w="175259" h="749300">
                  <a:moveTo>
                    <a:pt x="0" y="748779"/>
                  </a:moveTo>
                  <a:lnTo>
                    <a:pt x="175058" y="748779"/>
                  </a:lnTo>
                  <a:lnTo>
                    <a:pt x="175058" y="0"/>
                  </a:lnTo>
                  <a:lnTo>
                    <a:pt x="0" y="0"/>
                  </a:lnTo>
                  <a:lnTo>
                    <a:pt x="0" y="748779"/>
                  </a:lnTo>
                  <a:close/>
                </a:path>
              </a:pathLst>
            </a:custGeom>
            <a:ln w="12096">
              <a:solidFill>
                <a:srgbClr val="000000"/>
              </a:solidFill>
            </a:ln>
          </p:spPr>
          <p:txBody>
            <a:bodyPr wrap="square" lIns="0" tIns="0" rIns="0" bIns="0" rtlCol="0"/>
            <a:lstStyle/>
            <a:p/>
          </p:txBody>
        </p:sp>
      </p:grpSp>
      <p:sp>
        <p:nvSpPr>
          <p:cNvPr id="133" name="object 133" descr=""/>
          <p:cNvSpPr txBox="1"/>
          <p:nvPr/>
        </p:nvSpPr>
        <p:spPr>
          <a:xfrm>
            <a:off x="9178596" y="4939245"/>
            <a:ext cx="423545" cy="345440"/>
          </a:xfrm>
          <a:prstGeom prst="rect">
            <a:avLst/>
          </a:prstGeom>
          <a:ln w="12864">
            <a:solidFill>
              <a:srgbClr val="000000"/>
            </a:solidFill>
          </a:ln>
        </p:spPr>
        <p:txBody>
          <a:bodyPr wrap="square" lIns="0" tIns="59690" rIns="0" bIns="0" rtlCol="0" vert="horz">
            <a:spAutoFit/>
          </a:bodyPr>
          <a:lstStyle/>
          <a:p>
            <a:pPr marL="120650">
              <a:lnSpc>
                <a:spcPct val="100000"/>
              </a:lnSpc>
              <a:spcBef>
                <a:spcPts val="470"/>
              </a:spcBef>
            </a:pPr>
            <a:r>
              <a:rPr dirty="0" sz="1300" spc="-50">
                <a:latin typeface="Times New Roman"/>
                <a:cs typeface="Times New Roman"/>
              </a:rPr>
              <a:t>M</a:t>
            </a:r>
            <a:endParaRPr sz="1300">
              <a:latin typeface="Times New Roman"/>
              <a:cs typeface="Times New Roman"/>
            </a:endParaRPr>
          </a:p>
        </p:txBody>
      </p:sp>
      <p:grpSp>
        <p:nvGrpSpPr>
          <p:cNvPr id="134" name="object 134" descr=""/>
          <p:cNvGrpSpPr/>
          <p:nvPr/>
        </p:nvGrpSpPr>
        <p:grpSpPr>
          <a:xfrm>
            <a:off x="9001411" y="4759359"/>
            <a:ext cx="958850" cy="761365"/>
            <a:chOff x="9001411" y="4759359"/>
            <a:chExt cx="958850" cy="761365"/>
          </a:xfrm>
        </p:grpSpPr>
        <p:sp>
          <p:nvSpPr>
            <p:cNvPr id="135" name="object 135" descr=""/>
            <p:cNvSpPr/>
            <p:nvPr/>
          </p:nvSpPr>
          <p:spPr>
            <a:xfrm>
              <a:off x="9001411" y="5110756"/>
              <a:ext cx="775970" cy="232410"/>
            </a:xfrm>
            <a:custGeom>
              <a:avLst/>
              <a:gdLst/>
              <a:ahLst/>
              <a:cxnLst/>
              <a:rect l="l" t="t" r="r" b="b"/>
              <a:pathLst>
                <a:path w="775970" h="232410">
                  <a:moveTo>
                    <a:pt x="0" y="0"/>
                  </a:moveTo>
                  <a:lnTo>
                    <a:pt x="177185" y="0"/>
                  </a:lnTo>
                </a:path>
                <a:path w="775970" h="232410">
                  <a:moveTo>
                    <a:pt x="600219" y="0"/>
                  </a:moveTo>
                  <a:lnTo>
                    <a:pt x="775395" y="0"/>
                  </a:lnTo>
                </a:path>
                <a:path w="775970" h="232410">
                  <a:moveTo>
                    <a:pt x="70505" y="0"/>
                  </a:moveTo>
                  <a:lnTo>
                    <a:pt x="70505" y="231912"/>
                  </a:lnTo>
                </a:path>
                <a:path w="775970" h="232410">
                  <a:moveTo>
                    <a:pt x="70505" y="231912"/>
                  </a:moveTo>
                  <a:lnTo>
                    <a:pt x="670390" y="231912"/>
                  </a:lnTo>
                </a:path>
                <a:path w="775970" h="232410">
                  <a:moveTo>
                    <a:pt x="670390" y="231912"/>
                  </a:moveTo>
                  <a:lnTo>
                    <a:pt x="670390" y="58103"/>
                  </a:lnTo>
                </a:path>
                <a:path w="775970" h="232410">
                  <a:moveTo>
                    <a:pt x="670390" y="58103"/>
                  </a:moveTo>
                  <a:lnTo>
                    <a:pt x="775395" y="58103"/>
                  </a:lnTo>
                </a:path>
              </a:pathLst>
            </a:custGeom>
            <a:ln w="12673">
              <a:solidFill>
                <a:srgbClr val="000000"/>
              </a:solidFill>
            </a:ln>
          </p:spPr>
          <p:txBody>
            <a:bodyPr wrap="square" lIns="0" tIns="0" rIns="0" bIns="0" rtlCol="0"/>
            <a:lstStyle/>
            <a:p/>
          </p:txBody>
        </p:sp>
        <p:pic>
          <p:nvPicPr>
            <p:cNvPr id="136" name="object 136" descr=""/>
            <p:cNvPicPr/>
            <p:nvPr/>
          </p:nvPicPr>
          <p:blipFill>
            <a:blip r:embed="rId4" cstate="print"/>
            <a:stretch>
              <a:fillRect/>
            </a:stretch>
          </p:blipFill>
          <p:spPr>
            <a:xfrm>
              <a:off x="9776806" y="4765416"/>
              <a:ext cx="177135" cy="748779"/>
            </a:xfrm>
            <a:prstGeom prst="rect">
              <a:avLst/>
            </a:prstGeom>
          </p:spPr>
        </p:pic>
        <p:sp>
          <p:nvSpPr>
            <p:cNvPr id="137" name="object 137" descr=""/>
            <p:cNvSpPr/>
            <p:nvPr/>
          </p:nvSpPr>
          <p:spPr>
            <a:xfrm>
              <a:off x="9776806" y="4765416"/>
              <a:ext cx="177165" cy="749300"/>
            </a:xfrm>
            <a:custGeom>
              <a:avLst/>
              <a:gdLst/>
              <a:ahLst/>
              <a:cxnLst/>
              <a:rect l="l" t="t" r="r" b="b"/>
              <a:pathLst>
                <a:path w="177165" h="749300">
                  <a:moveTo>
                    <a:pt x="0" y="748779"/>
                  </a:moveTo>
                  <a:lnTo>
                    <a:pt x="177135" y="748779"/>
                  </a:lnTo>
                  <a:lnTo>
                    <a:pt x="177135" y="0"/>
                  </a:lnTo>
                  <a:lnTo>
                    <a:pt x="0" y="0"/>
                  </a:lnTo>
                  <a:lnTo>
                    <a:pt x="0" y="748779"/>
                  </a:lnTo>
                  <a:close/>
                </a:path>
              </a:pathLst>
            </a:custGeom>
            <a:ln w="12098">
              <a:solidFill>
                <a:srgbClr val="000000"/>
              </a:solidFill>
            </a:ln>
          </p:spPr>
          <p:txBody>
            <a:bodyPr wrap="square" lIns="0" tIns="0" rIns="0" bIns="0" rtlCol="0"/>
            <a:lstStyle/>
            <a:p/>
          </p:txBody>
        </p:sp>
      </p:grpSp>
      <p:sp>
        <p:nvSpPr>
          <p:cNvPr id="138" name="object 138" descr=""/>
          <p:cNvSpPr txBox="1"/>
          <p:nvPr/>
        </p:nvSpPr>
        <p:spPr>
          <a:xfrm>
            <a:off x="2029870" y="4970226"/>
            <a:ext cx="572770" cy="227329"/>
          </a:xfrm>
          <a:prstGeom prst="rect">
            <a:avLst/>
          </a:prstGeom>
        </p:spPr>
        <p:txBody>
          <a:bodyPr wrap="square" lIns="0" tIns="15240" rIns="0" bIns="0" rtlCol="0" vert="horz">
            <a:spAutoFit/>
          </a:bodyPr>
          <a:lstStyle/>
          <a:p>
            <a:pPr marL="12700">
              <a:lnSpc>
                <a:spcPct val="100000"/>
              </a:lnSpc>
              <a:spcBef>
                <a:spcPts val="120"/>
              </a:spcBef>
            </a:pPr>
            <a:r>
              <a:rPr dirty="0" sz="1300" spc="-200" b="1">
                <a:solidFill>
                  <a:srgbClr val="993300"/>
                </a:solidFill>
                <a:latin typeface="宋体"/>
                <a:cs typeface="宋体"/>
              </a:rPr>
              <a:t>指令 </a:t>
            </a:r>
            <a:r>
              <a:rPr dirty="0" sz="1300" spc="-25" b="1">
                <a:solidFill>
                  <a:srgbClr val="993300"/>
                </a:solidFill>
                <a:latin typeface="Times New Roman"/>
                <a:cs typeface="Times New Roman"/>
              </a:rPr>
              <a:t>i+3</a:t>
            </a:r>
            <a:endParaRPr sz="1300">
              <a:latin typeface="Times New Roman"/>
              <a:cs typeface="Times New Roman"/>
            </a:endParaRPr>
          </a:p>
        </p:txBody>
      </p:sp>
      <p:grpSp>
        <p:nvGrpSpPr>
          <p:cNvPr id="139" name="object 139" descr=""/>
          <p:cNvGrpSpPr/>
          <p:nvPr/>
        </p:nvGrpSpPr>
        <p:grpSpPr>
          <a:xfrm>
            <a:off x="5331295" y="4067611"/>
            <a:ext cx="542925" cy="579755"/>
            <a:chOff x="5331295" y="4067611"/>
            <a:chExt cx="542925" cy="579755"/>
          </a:xfrm>
        </p:grpSpPr>
        <p:sp>
          <p:nvSpPr>
            <p:cNvPr id="140" name="object 140" descr=""/>
            <p:cNvSpPr/>
            <p:nvPr/>
          </p:nvSpPr>
          <p:spPr>
            <a:xfrm>
              <a:off x="5337962" y="4074278"/>
              <a:ext cx="529590" cy="461645"/>
            </a:xfrm>
            <a:custGeom>
              <a:avLst/>
              <a:gdLst/>
              <a:ahLst/>
              <a:cxnLst/>
              <a:rect l="l" t="t" r="r" b="b"/>
              <a:pathLst>
                <a:path w="529589" h="461645">
                  <a:moveTo>
                    <a:pt x="48231" y="153693"/>
                  </a:moveTo>
                  <a:lnTo>
                    <a:pt x="14235" y="173809"/>
                  </a:lnTo>
                  <a:lnTo>
                    <a:pt x="4186" y="193943"/>
                  </a:lnTo>
                  <a:lnTo>
                    <a:pt x="0" y="204918"/>
                  </a:lnTo>
                  <a:lnTo>
                    <a:pt x="7871" y="249747"/>
                  </a:lnTo>
                  <a:lnTo>
                    <a:pt x="10048" y="256143"/>
                  </a:lnTo>
                  <a:lnTo>
                    <a:pt x="16244" y="260723"/>
                  </a:lnTo>
                  <a:lnTo>
                    <a:pt x="19929" y="267582"/>
                  </a:lnTo>
                  <a:lnTo>
                    <a:pt x="26125" y="271698"/>
                  </a:lnTo>
                  <a:lnTo>
                    <a:pt x="19929" y="280838"/>
                  </a:lnTo>
                  <a:lnTo>
                    <a:pt x="16244" y="291814"/>
                  </a:lnTo>
                  <a:lnTo>
                    <a:pt x="12057" y="303252"/>
                  </a:lnTo>
                  <a:lnTo>
                    <a:pt x="12057" y="314228"/>
                  </a:lnTo>
                  <a:lnTo>
                    <a:pt x="12057" y="321088"/>
                  </a:lnTo>
                  <a:lnTo>
                    <a:pt x="12057" y="327502"/>
                  </a:lnTo>
                  <a:lnTo>
                    <a:pt x="14235" y="332082"/>
                  </a:lnTo>
                  <a:lnTo>
                    <a:pt x="16244" y="338941"/>
                  </a:lnTo>
                  <a:lnTo>
                    <a:pt x="44380" y="372331"/>
                  </a:lnTo>
                  <a:lnTo>
                    <a:pt x="54428" y="376447"/>
                  </a:lnTo>
                  <a:lnTo>
                    <a:pt x="60122" y="376447"/>
                  </a:lnTo>
                  <a:lnTo>
                    <a:pt x="64309" y="376447"/>
                  </a:lnTo>
                  <a:lnTo>
                    <a:pt x="70505" y="376447"/>
                  </a:lnTo>
                  <a:lnTo>
                    <a:pt x="78376" y="390166"/>
                  </a:lnTo>
                  <a:lnTo>
                    <a:pt x="86750" y="401142"/>
                  </a:lnTo>
                  <a:lnTo>
                    <a:pt x="116560" y="425837"/>
                  </a:lnTo>
                  <a:lnTo>
                    <a:pt x="141011" y="432251"/>
                  </a:lnTo>
                  <a:lnTo>
                    <a:pt x="153069" y="434532"/>
                  </a:lnTo>
                  <a:lnTo>
                    <a:pt x="165127" y="432251"/>
                  </a:lnTo>
                  <a:lnTo>
                    <a:pt x="179194" y="429952"/>
                  </a:lnTo>
                  <a:lnTo>
                    <a:pt x="189243" y="425837"/>
                  </a:lnTo>
                  <a:lnTo>
                    <a:pt x="201301" y="416697"/>
                  </a:lnTo>
                  <a:lnTo>
                    <a:pt x="207497" y="428136"/>
                  </a:lnTo>
                  <a:lnTo>
                    <a:pt x="215368" y="436812"/>
                  </a:lnTo>
                  <a:lnTo>
                    <a:pt x="249700" y="459227"/>
                  </a:lnTo>
                  <a:lnTo>
                    <a:pt x="259748" y="461525"/>
                  </a:lnTo>
                  <a:lnTo>
                    <a:pt x="269629" y="461525"/>
                  </a:lnTo>
                  <a:lnTo>
                    <a:pt x="278003" y="461525"/>
                  </a:lnTo>
                  <a:lnTo>
                    <a:pt x="283864" y="459227"/>
                  </a:lnTo>
                  <a:lnTo>
                    <a:pt x="290061" y="459227"/>
                  </a:lnTo>
                  <a:lnTo>
                    <a:pt x="295755" y="456946"/>
                  </a:lnTo>
                  <a:lnTo>
                    <a:pt x="302119" y="452367"/>
                  </a:lnTo>
                  <a:lnTo>
                    <a:pt x="307813" y="450086"/>
                  </a:lnTo>
                  <a:lnTo>
                    <a:pt x="319871" y="441391"/>
                  </a:lnTo>
                  <a:lnTo>
                    <a:pt x="344322" y="405721"/>
                  </a:lnTo>
                  <a:lnTo>
                    <a:pt x="348174" y="392447"/>
                  </a:lnTo>
                  <a:lnTo>
                    <a:pt x="358389" y="396563"/>
                  </a:lnTo>
                  <a:lnTo>
                    <a:pt x="366428" y="401142"/>
                  </a:lnTo>
                  <a:lnTo>
                    <a:pt x="376309" y="403422"/>
                  </a:lnTo>
                  <a:lnTo>
                    <a:pt x="386692" y="405721"/>
                  </a:lnTo>
                  <a:lnTo>
                    <a:pt x="394563" y="403422"/>
                  </a:lnTo>
                  <a:lnTo>
                    <a:pt x="400760" y="403422"/>
                  </a:lnTo>
                  <a:lnTo>
                    <a:pt x="406621" y="401142"/>
                  </a:lnTo>
                  <a:lnTo>
                    <a:pt x="414827" y="398861"/>
                  </a:lnTo>
                  <a:lnTo>
                    <a:pt x="420689" y="394282"/>
                  </a:lnTo>
                  <a:lnTo>
                    <a:pt x="426885" y="390166"/>
                  </a:lnTo>
                  <a:lnTo>
                    <a:pt x="430570" y="385587"/>
                  </a:lnTo>
                  <a:lnTo>
                    <a:pt x="436934" y="381008"/>
                  </a:lnTo>
                  <a:lnTo>
                    <a:pt x="440953" y="374612"/>
                  </a:lnTo>
                  <a:lnTo>
                    <a:pt x="444805" y="367752"/>
                  </a:lnTo>
                  <a:lnTo>
                    <a:pt x="448824" y="360892"/>
                  </a:lnTo>
                  <a:lnTo>
                    <a:pt x="451001" y="354478"/>
                  </a:lnTo>
                  <a:lnTo>
                    <a:pt x="455188" y="345337"/>
                  </a:lnTo>
                  <a:lnTo>
                    <a:pt x="455188" y="338941"/>
                  </a:lnTo>
                  <a:lnTo>
                    <a:pt x="456695" y="329783"/>
                  </a:lnTo>
                  <a:lnTo>
                    <a:pt x="456695" y="321088"/>
                  </a:lnTo>
                  <a:lnTo>
                    <a:pt x="465069" y="318807"/>
                  </a:lnTo>
                  <a:lnTo>
                    <a:pt x="472940" y="316527"/>
                  </a:lnTo>
                  <a:lnTo>
                    <a:pt x="479137" y="314228"/>
                  </a:lnTo>
                  <a:lnTo>
                    <a:pt x="484998" y="309667"/>
                  </a:lnTo>
                  <a:lnTo>
                    <a:pt x="491195" y="305088"/>
                  </a:lnTo>
                  <a:lnTo>
                    <a:pt x="497056" y="300972"/>
                  </a:lnTo>
                  <a:lnTo>
                    <a:pt x="503253" y="294112"/>
                  </a:lnTo>
                  <a:lnTo>
                    <a:pt x="507439" y="287253"/>
                  </a:lnTo>
                  <a:lnTo>
                    <a:pt x="513133" y="280838"/>
                  </a:lnTo>
                  <a:lnTo>
                    <a:pt x="517320" y="273978"/>
                  </a:lnTo>
                  <a:lnTo>
                    <a:pt x="519497" y="267582"/>
                  </a:lnTo>
                  <a:lnTo>
                    <a:pt x="523517" y="258424"/>
                  </a:lnTo>
                  <a:lnTo>
                    <a:pt x="525191" y="251564"/>
                  </a:lnTo>
                  <a:lnTo>
                    <a:pt x="527369" y="242887"/>
                  </a:lnTo>
                  <a:lnTo>
                    <a:pt x="527369" y="233729"/>
                  </a:lnTo>
                  <a:lnTo>
                    <a:pt x="529378" y="225034"/>
                  </a:lnTo>
                  <a:lnTo>
                    <a:pt x="527369" y="215894"/>
                  </a:lnTo>
                  <a:lnTo>
                    <a:pt x="527369" y="207199"/>
                  </a:lnTo>
                  <a:lnTo>
                    <a:pt x="525191" y="200339"/>
                  </a:lnTo>
                  <a:lnTo>
                    <a:pt x="523517" y="191644"/>
                  </a:lnTo>
                  <a:lnTo>
                    <a:pt x="521507" y="184784"/>
                  </a:lnTo>
                  <a:lnTo>
                    <a:pt x="519497" y="178388"/>
                  </a:lnTo>
                  <a:lnTo>
                    <a:pt x="511124" y="164669"/>
                  </a:lnTo>
                  <a:lnTo>
                    <a:pt x="513133" y="155974"/>
                  </a:lnTo>
                  <a:lnTo>
                    <a:pt x="515311" y="149114"/>
                  </a:lnTo>
                  <a:lnTo>
                    <a:pt x="515311" y="142699"/>
                  </a:lnTo>
                  <a:lnTo>
                    <a:pt x="509449" y="97889"/>
                  </a:lnTo>
                  <a:lnTo>
                    <a:pt x="479137" y="62200"/>
                  </a:lnTo>
                  <a:lnTo>
                    <a:pt x="469256" y="57621"/>
                  </a:lnTo>
                  <a:lnTo>
                    <a:pt x="448824" y="17835"/>
                  </a:lnTo>
                  <a:lnTo>
                    <a:pt x="420689" y="2280"/>
                  </a:lnTo>
                  <a:lnTo>
                    <a:pt x="414827" y="2280"/>
                  </a:lnTo>
                  <a:lnTo>
                    <a:pt x="410808" y="0"/>
                  </a:lnTo>
                  <a:lnTo>
                    <a:pt x="402435" y="2280"/>
                  </a:lnTo>
                  <a:lnTo>
                    <a:pt x="396573" y="2280"/>
                  </a:lnTo>
                  <a:lnTo>
                    <a:pt x="390377" y="4115"/>
                  </a:lnTo>
                  <a:lnTo>
                    <a:pt x="384515" y="6396"/>
                  </a:lnTo>
                  <a:lnTo>
                    <a:pt x="378319" y="10975"/>
                  </a:lnTo>
                  <a:lnTo>
                    <a:pt x="374299" y="15554"/>
                  </a:lnTo>
                  <a:lnTo>
                    <a:pt x="368438" y="20115"/>
                  </a:lnTo>
                  <a:lnTo>
                    <a:pt x="364251" y="26530"/>
                  </a:lnTo>
                  <a:lnTo>
                    <a:pt x="360064" y="20115"/>
                  </a:lnTo>
                  <a:lnTo>
                    <a:pt x="356380" y="15554"/>
                  </a:lnTo>
                  <a:lnTo>
                    <a:pt x="352193" y="10975"/>
                  </a:lnTo>
                  <a:lnTo>
                    <a:pt x="346499" y="6396"/>
                  </a:lnTo>
                  <a:lnTo>
                    <a:pt x="340135" y="4115"/>
                  </a:lnTo>
                  <a:lnTo>
                    <a:pt x="333939" y="2280"/>
                  </a:lnTo>
                  <a:lnTo>
                    <a:pt x="328244" y="2280"/>
                  </a:lnTo>
                  <a:lnTo>
                    <a:pt x="321881" y="0"/>
                  </a:lnTo>
                  <a:lnTo>
                    <a:pt x="314009" y="2280"/>
                  </a:lnTo>
                  <a:lnTo>
                    <a:pt x="307813" y="2280"/>
                  </a:lnTo>
                  <a:lnTo>
                    <a:pt x="299942" y="6396"/>
                  </a:lnTo>
                  <a:lnTo>
                    <a:pt x="293745" y="10975"/>
                  </a:lnTo>
                  <a:lnTo>
                    <a:pt x="287884" y="15554"/>
                  </a:lnTo>
                  <a:lnTo>
                    <a:pt x="283864" y="21950"/>
                  </a:lnTo>
                  <a:lnTo>
                    <a:pt x="278003" y="28810"/>
                  </a:lnTo>
                  <a:lnTo>
                    <a:pt x="273816" y="35670"/>
                  </a:lnTo>
                  <a:lnTo>
                    <a:pt x="275993" y="37969"/>
                  </a:lnTo>
                  <a:lnTo>
                    <a:pt x="269629" y="31090"/>
                  </a:lnTo>
                  <a:lnTo>
                    <a:pt x="265610" y="26530"/>
                  </a:lnTo>
                  <a:lnTo>
                    <a:pt x="259748" y="24231"/>
                  </a:lnTo>
                  <a:lnTo>
                    <a:pt x="253552" y="20115"/>
                  </a:lnTo>
                  <a:lnTo>
                    <a:pt x="247690" y="17835"/>
                  </a:lnTo>
                  <a:lnTo>
                    <a:pt x="241494" y="15554"/>
                  </a:lnTo>
                  <a:lnTo>
                    <a:pt x="235632" y="15554"/>
                  </a:lnTo>
                  <a:lnTo>
                    <a:pt x="229436" y="15554"/>
                  </a:lnTo>
                  <a:lnTo>
                    <a:pt x="219555" y="15554"/>
                  </a:lnTo>
                  <a:lnTo>
                    <a:pt x="211182" y="17835"/>
                  </a:lnTo>
                  <a:lnTo>
                    <a:pt x="203310" y="20115"/>
                  </a:lnTo>
                  <a:lnTo>
                    <a:pt x="195439" y="26530"/>
                  </a:lnTo>
                  <a:lnTo>
                    <a:pt x="189243" y="31090"/>
                  </a:lnTo>
                  <a:lnTo>
                    <a:pt x="181372" y="37969"/>
                  </a:lnTo>
                  <a:lnTo>
                    <a:pt x="175175" y="46645"/>
                  </a:lnTo>
                  <a:lnTo>
                    <a:pt x="170988" y="55804"/>
                  </a:lnTo>
                  <a:lnTo>
                    <a:pt x="160940" y="51225"/>
                  </a:lnTo>
                  <a:lnTo>
                    <a:pt x="151059" y="46645"/>
                  </a:lnTo>
                  <a:lnTo>
                    <a:pt x="141011" y="44365"/>
                  </a:lnTo>
                  <a:lnTo>
                    <a:pt x="128618" y="42084"/>
                  </a:lnTo>
                  <a:lnTo>
                    <a:pt x="120747" y="42084"/>
                  </a:lnTo>
                  <a:lnTo>
                    <a:pt x="112876" y="44365"/>
                  </a:lnTo>
                  <a:lnTo>
                    <a:pt x="104502" y="46645"/>
                  </a:lnTo>
                  <a:lnTo>
                    <a:pt x="96631" y="51225"/>
                  </a:lnTo>
                  <a:lnTo>
                    <a:pt x="90434" y="55804"/>
                  </a:lnTo>
                  <a:lnTo>
                    <a:pt x="82563" y="59920"/>
                  </a:lnTo>
                  <a:lnTo>
                    <a:pt x="76367" y="64480"/>
                  </a:lnTo>
                  <a:lnTo>
                    <a:pt x="70505" y="71359"/>
                  </a:lnTo>
                  <a:lnTo>
                    <a:pt x="66486" y="77755"/>
                  </a:lnTo>
                  <a:lnTo>
                    <a:pt x="60122" y="86895"/>
                  </a:lnTo>
                  <a:lnTo>
                    <a:pt x="46557" y="131279"/>
                  </a:lnTo>
                  <a:lnTo>
                    <a:pt x="46557" y="140419"/>
                  </a:lnTo>
                  <a:lnTo>
                    <a:pt x="48231" y="153693"/>
                  </a:lnTo>
                </a:path>
                <a:path w="529589" h="461645">
                  <a:moveTo>
                    <a:pt x="26125" y="271698"/>
                  </a:moveTo>
                  <a:lnTo>
                    <a:pt x="32322" y="276277"/>
                  </a:lnTo>
                  <a:lnTo>
                    <a:pt x="40360" y="278558"/>
                  </a:lnTo>
                  <a:lnTo>
                    <a:pt x="46557" y="280838"/>
                  </a:lnTo>
                  <a:lnTo>
                    <a:pt x="52251" y="280838"/>
                  </a:lnTo>
                  <a:lnTo>
                    <a:pt x="58615" y="280838"/>
                  </a:lnTo>
                </a:path>
                <a:path w="529589" h="461645">
                  <a:moveTo>
                    <a:pt x="70505" y="376447"/>
                  </a:moveTo>
                  <a:lnTo>
                    <a:pt x="78376" y="374612"/>
                  </a:lnTo>
                  <a:lnTo>
                    <a:pt x="84740" y="372331"/>
                  </a:lnTo>
                </a:path>
                <a:path w="529589" h="461645">
                  <a:moveTo>
                    <a:pt x="193430" y="398861"/>
                  </a:moveTo>
                  <a:lnTo>
                    <a:pt x="197114" y="408001"/>
                  </a:lnTo>
                  <a:lnTo>
                    <a:pt x="201301" y="416697"/>
                  </a:lnTo>
                </a:path>
                <a:path w="529589" h="461645">
                  <a:moveTo>
                    <a:pt x="348174" y="392447"/>
                  </a:moveTo>
                  <a:lnTo>
                    <a:pt x="350183" y="381008"/>
                  </a:lnTo>
                  <a:lnTo>
                    <a:pt x="352193" y="372331"/>
                  </a:lnTo>
                </a:path>
                <a:path w="529589" h="461645">
                  <a:moveTo>
                    <a:pt x="456695" y="321088"/>
                  </a:moveTo>
                  <a:lnTo>
                    <a:pt x="456695" y="309667"/>
                  </a:lnTo>
                  <a:lnTo>
                    <a:pt x="455188" y="298692"/>
                  </a:lnTo>
                  <a:lnTo>
                    <a:pt x="434757" y="258424"/>
                  </a:lnTo>
                  <a:lnTo>
                    <a:pt x="426885" y="251564"/>
                  </a:lnTo>
                  <a:lnTo>
                    <a:pt x="416502" y="245168"/>
                  </a:lnTo>
                </a:path>
                <a:path w="529589" h="461645">
                  <a:moveTo>
                    <a:pt x="493204" y="191644"/>
                  </a:moveTo>
                  <a:lnTo>
                    <a:pt x="499066" y="187083"/>
                  </a:lnTo>
                  <a:lnTo>
                    <a:pt x="503253" y="180205"/>
                  </a:lnTo>
                  <a:lnTo>
                    <a:pt x="507439" y="171528"/>
                  </a:lnTo>
                  <a:lnTo>
                    <a:pt x="511124" y="164669"/>
                  </a:lnTo>
                </a:path>
                <a:path w="529589" h="461645">
                  <a:moveTo>
                    <a:pt x="469256" y="71359"/>
                  </a:moveTo>
                  <a:lnTo>
                    <a:pt x="469256" y="64480"/>
                  </a:lnTo>
                  <a:lnTo>
                    <a:pt x="469256" y="57621"/>
                  </a:lnTo>
                </a:path>
                <a:path w="529589" h="461645">
                  <a:moveTo>
                    <a:pt x="364251" y="26530"/>
                  </a:moveTo>
                  <a:lnTo>
                    <a:pt x="360064" y="33389"/>
                  </a:lnTo>
                  <a:lnTo>
                    <a:pt x="356380" y="42084"/>
                  </a:lnTo>
                </a:path>
                <a:path w="529589" h="461645">
                  <a:moveTo>
                    <a:pt x="273816" y="35670"/>
                  </a:moveTo>
                  <a:lnTo>
                    <a:pt x="271806" y="42084"/>
                  </a:lnTo>
                  <a:lnTo>
                    <a:pt x="269629" y="51225"/>
                  </a:lnTo>
                </a:path>
                <a:path w="529589" h="461645">
                  <a:moveTo>
                    <a:pt x="187066" y="71359"/>
                  </a:moveTo>
                  <a:lnTo>
                    <a:pt x="179194" y="62200"/>
                  </a:lnTo>
                  <a:lnTo>
                    <a:pt x="170988" y="55804"/>
                  </a:lnTo>
                </a:path>
                <a:path w="529589" h="461645">
                  <a:moveTo>
                    <a:pt x="48231" y="153693"/>
                  </a:moveTo>
                  <a:lnTo>
                    <a:pt x="48231" y="162370"/>
                  </a:lnTo>
                  <a:lnTo>
                    <a:pt x="50241" y="169229"/>
                  </a:lnTo>
                </a:path>
              </a:pathLst>
            </a:custGeom>
            <a:ln w="12673">
              <a:solidFill>
                <a:srgbClr val="000000"/>
              </a:solidFill>
            </a:ln>
          </p:spPr>
          <p:txBody>
            <a:bodyPr wrap="square" lIns="0" tIns="0" rIns="0" bIns="0" rtlCol="0"/>
            <a:lstStyle/>
            <a:p/>
          </p:txBody>
        </p:sp>
        <p:sp>
          <p:nvSpPr>
            <p:cNvPr id="141" name="object 141" descr=""/>
            <p:cNvSpPr/>
            <p:nvPr/>
          </p:nvSpPr>
          <p:spPr>
            <a:xfrm>
              <a:off x="5396577" y="4497835"/>
              <a:ext cx="88265" cy="78105"/>
            </a:xfrm>
            <a:custGeom>
              <a:avLst/>
              <a:gdLst/>
              <a:ahLst/>
              <a:cxnLst/>
              <a:rect l="l" t="t" r="r" b="b"/>
              <a:pathLst>
                <a:path w="88264" h="78104">
                  <a:moveTo>
                    <a:pt x="52251" y="0"/>
                  </a:moveTo>
                  <a:lnTo>
                    <a:pt x="43877" y="0"/>
                  </a:lnTo>
                  <a:lnTo>
                    <a:pt x="33996" y="0"/>
                  </a:lnTo>
                  <a:lnTo>
                    <a:pt x="26125" y="4579"/>
                  </a:lnTo>
                  <a:lnTo>
                    <a:pt x="0" y="31109"/>
                  </a:lnTo>
                  <a:lnTo>
                    <a:pt x="0" y="46645"/>
                  </a:lnTo>
                  <a:lnTo>
                    <a:pt x="33996" y="75919"/>
                  </a:lnTo>
                  <a:lnTo>
                    <a:pt x="43877" y="77755"/>
                  </a:lnTo>
                  <a:lnTo>
                    <a:pt x="52251" y="75919"/>
                  </a:lnTo>
                  <a:lnTo>
                    <a:pt x="84070" y="53523"/>
                  </a:lnTo>
                  <a:lnTo>
                    <a:pt x="88257" y="37969"/>
                  </a:lnTo>
                  <a:lnTo>
                    <a:pt x="84070" y="24249"/>
                  </a:lnTo>
                  <a:lnTo>
                    <a:pt x="80386" y="17835"/>
                  </a:lnTo>
                  <a:lnTo>
                    <a:pt x="74190" y="10975"/>
                  </a:lnTo>
                  <a:lnTo>
                    <a:pt x="68328" y="6396"/>
                  </a:lnTo>
                  <a:lnTo>
                    <a:pt x="60122" y="4579"/>
                  </a:lnTo>
                  <a:lnTo>
                    <a:pt x="52251" y="0"/>
                  </a:lnTo>
                  <a:close/>
                </a:path>
              </a:pathLst>
            </a:custGeom>
            <a:solidFill>
              <a:srgbClr val="FFFFFF"/>
            </a:solidFill>
          </p:spPr>
          <p:txBody>
            <a:bodyPr wrap="square" lIns="0" tIns="0" rIns="0" bIns="0" rtlCol="0"/>
            <a:lstStyle/>
            <a:p/>
          </p:txBody>
        </p:sp>
        <p:sp>
          <p:nvSpPr>
            <p:cNvPr id="142" name="object 142" descr=""/>
            <p:cNvSpPr/>
            <p:nvPr/>
          </p:nvSpPr>
          <p:spPr>
            <a:xfrm>
              <a:off x="5396577" y="4497835"/>
              <a:ext cx="88265" cy="78105"/>
            </a:xfrm>
            <a:custGeom>
              <a:avLst/>
              <a:gdLst/>
              <a:ahLst/>
              <a:cxnLst/>
              <a:rect l="l" t="t" r="r" b="b"/>
              <a:pathLst>
                <a:path w="88264" h="78104">
                  <a:moveTo>
                    <a:pt x="43877" y="0"/>
                  </a:moveTo>
                  <a:lnTo>
                    <a:pt x="33996" y="0"/>
                  </a:lnTo>
                  <a:lnTo>
                    <a:pt x="26125" y="4579"/>
                  </a:lnTo>
                  <a:lnTo>
                    <a:pt x="17752" y="6396"/>
                  </a:lnTo>
                  <a:lnTo>
                    <a:pt x="11890" y="10975"/>
                  </a:lnTo>
                  <a:lnTo>
                    <a:pt x="5694" y="17835"/>
                  </a:lnTo>
                  <a:lnTo>
                    <a:pt x="1507" y="24249"/>
                  </a:lnTo>
                  <a:lnTo>
                    <a:pt x="0" y="31109"/>
                  </a:lnTo>
                  <a:lnTo>
                    <a:pt x="0" y="37969"/>
                  </a:lnTo>
                  <a:lnTo>
                    <a:pt x="26125" y="73639"/>
                  </a:lnTo>
                  <a:lnTo>
                    <a:pt x="33996" y="75919"/>
                  </a:lnTo>
                  <a:lnTo>
                    <a:pt x="43877" y="77755"/>
                  </a:lnTo>
                  <a:lnTo>
                    <a:pt x="52251" y="75919"/>
                  </a:lnTo>
                  <a:lnTo>
                    <a:pt x="60122" y="73639"/>
                  </a:lnTo>
                  <a:lnTo>
                    <a:pt x="68328" y="71359"/>
                  </a:lnTo>
                  <a:lnTo>
                    <a:pt x="88257" y="37969"/>
                  </a:lnTo>
                  <a:lnTo>
                    <a:pt x="86248" y="31109"/>
                  </a:lnTo>
                  <a:lnTo>
                    <a:pt x="60122" y="4579"/>
                  </a:lnTo>
                  <a:lnTo>
                    <a:pt x="52251" y="0"/>
                  </a:lnTo>
                  <a:lnTo>
                    <a:pt x="43877" y="0"/>
                  </a:lnTo>
                </a:path>
              </a:pathLst>
            </a:custGeom>
            <a:ln w="12755">
              <a:solidFill>
                <a:srgbClr val="000000"/>
              </a:solidFill>
            </a:ln>
          </p:spPr>
          <p:txBody>
            <a:bodyPr wrap="square" lIns="0" tIns="0" rIns="0" bIns="0" rtlCol="0"/>
            <a:lstStyle/>
            <a:p/>
          </p:txBody>
        </p:sp>
        <p:sp>
          <p:nvSpPr>
            <p:cNvPr id="143" name="object 143" descr=""/>
            <p:cNvSpPr/>
            <p:nvPr/>
          </p:nvSpPr>
          <p:spPr>
            <a:xfrm>
              <a:off x="5370284" y="4566895"/>
              <a:ext cx="58419" cy="51435"/>
            </a:xfrm>
            <a:custGeom>
              <a:avLst/>
              <a:gdLst/>
              <a:ahLst/>
              <a:cxnLst/>
              <a:rect l="l" t="t" r="r" b="b"/>
              <a:pathLst>
                <a:path w="58420" h="51435">
                  <a:moveTo>
                    <a:pt x="29977" y="0"/>
                  </a:moveTo>
                  <a:lnTo>
                    <a:pt x="24115" y="2298"/>
                  </a:lnTo>
                  <a:lnTo>
                    <a:pt x="17919" y="2298"/>
                  </a:lnTo>
                  <a:lnTo>
                    <a:pt x="14235" y="4579"/>
                  </a:lnTo>
                  <a:lnTo>
                    <a:pt x="10048" y="8695"/>
                  </a:lnTo>
                  <a:lnTo>
                    <a:pt x="5861" y="10994"/>
                  </a:lnTo>
                  <a:lnTo>
                    <a:pt x="1674" y="15554"/>
                  </a:lnTo>
                  <a:lnTo>
                    <a:pt x="1674" y="20134"/>
                  </a:lnTo>
                  <a:lnTo>
                    <a:pt x="0" y="26530"/>
                  </a:lnTo>
                  <a:lnTo>
                    <a:pt x="1674" y="31109"/>
                  </a:lnTo>
                  <a:lnTo>
                    <a:pt x="1674" y="35688"/>
                  </a:lnTo>
                  <a:lnTo>
                    <a:pt x="5861" y="40268"/>
                  </a:lnTo>
                  <a:lnTo>
                    <a:pt x="10048" y="44383"/>
                  </a:lnTo>
                  <a:lnTo>
                    <a:pt x="14235" y="46664"/>
                  </a:lnTo>
                  <a:lnTo>
                    <a:pt x="17919" y="48944"/>
                  </a:lnTo>
                  <a:lnTo>
                    <a:pt x="24115" y="51243"/>
                  </a:lnTo>
                  <a:lnTo>
                    <a:pt x="36173" y="51243"/>
                  </a:lnTo>
                  <a:lnTo>
                    <a:pt x="42035" y="48944"/>
                  </a:lnTo>
                  <a:lnTo>
                    <a:pt x="50241" y="44383"/>
                  </a:lnTo>
                  <a:lnTo>
                    <a:pt x="54428" y="40268"/>
                  </a:lnTo>
                  <a:lnTo>
                    <a:pt x="56103" y="35688"/>
                  </a:lnTo>
                  <a:lnTo>
                    <a:pt x="58112" y="31109"/>
                  </a:lnTo>
                  <a:lnTo>
                    <a:pt x="58112" y="20134"/>
                  </a:lnTo>
                  <a:lnTo>
                    <a:pt x="56103" y="15554"/>
                  </a:lnTo>
                  <a:lnTo>
                    <a:pt x="54428" y="10994"/>
                  </a:lnTo>
                  <a:lnTo>
                    <a:pt x="50241" y="8695"/>
                  </a:lnTo>
                  <a:lnTo>
                    <a:pt x="46054" y="4579"/>
                  </a:lnTo>
                  <a:lnTo>
                    <a:pt x="42035" y="2298"/>
                  </a:lnTo>
                  <a:lnTo>
                    <a:pt x="36173" y="2298"/>
                  </a:lnTo>
                  <a:lnTo>
                    <a:pt x="29977" y="0"/>
                  </a:lnTo>
                  <a:close/>
                </a:path>
              </a:pathLst>
            </a:custGeom>
            <a:solidFill>
              <a:srgbClr val="FFFFFF"/>
            </a:solidFill>
          </p:spPr>
          <p:txBody>
            <a:bodyPr wrap="square" lIns="0" tIns="0" rIns="0" bIns="0" rtlCol="0"/>
            <a:lstStyle/>
            <a:p/>
          </p:txBody>
        </p:sp>
        <p:sp>
          <p:nvSpPr>
            <p:cNvPr id="144" name="object 144" descr=""/>
            <p:cNvSpPr/>
            <p:nvPr/>
          </p:nvSpPr>
          <p:spPr>
            <a:xfrm>
              <a:off x="5362078" y="4566895"/>
              <a:ext cx="66675" cy="73660"/>
            </a:xfrm>
            <a:custGeom>
              <a:avLst/>
              <a:gdLst/>
              <a:ahLst/>
              <a:cxnLst/>
              <a:rect l="l" t="t" r="r" b="b"/>
              <a:pathLst>
                <a:path w="66675" h="73660">
                  <a:moveTo>
                    <a:pt x="38183" y="0"/>
                  </a:moveTo>
                  <a:lnTo>
                    <a:pt x="32322" y="2298"/>
                  </a:lnTo>
                  <a:lnTo>
                    <a:pt x="26125" y="2298"/>
                  </a:lnTo>
                  <a:lnTo>
                    <a:pt x="22441" y="4579"/>
                  </a:lnTo>
                  <a:lnTo>
                    <a:pt x="18254" y="8695"/>
                  </a:lnTo>
                  <a:lnTo>
                    <a:pt x="14067" y="10994"/>
                  </a:lnTo>
                  <a:lnTo>
                    <a:pt x="9880" y="15554"/>
                  </a:lnTo>
                  <a:lnTo>
                    <a:pt x="9880" y="20134"/>
                  </a:lnTo>
                  <a:lnTo>
                    <a:pt x="8206" y="26530"/>
                  </a:lnTo>
                  <a:lnTo>
                    <a:pt x="9880" y="31109"/>
                  </a:lnTo>
                  <a:lnTo>
                    <a:pt x="9880" y="35688"/>
                  </a:lnTo>
                  <a:lnTo>
                    <a:pt x="14067" y="40268"/>
                  </a:lnTo>
                  <a:lnTo>
                    <a:pt x="18254" y="44383"/>
                  </a:lnTo>
                  <a:lnTo>
                    <a:pt x="22441" y="46664"/>
                  </a:lnTo>
                  <a:lnTo>
                    <a:pt x="26125" y="48944"/>
                  </a:lnTo>
                  <a:lnTo>
                    <a:pt x="32322" y="51243"/>
                  </a:lnTo>
                  <a:lnTo>
                    <a:pt x="38183" y="51243"/>
                  </a:lnTo>
                  <a:lnTo>
                    <a:pt x="44380" y="51243"/>
                  </a:lnTo>
                  <a:lnTo>
                    <a:pt x="50241" y="48944"/>
                  </a:lnTo>
                  <a:lnTo>
                    <a:pt x="54260" y="46664"/>
                  </a:lnTo>
                  <a:lnTo>
                    <a:pt x="58447" y="44383"/>
                  </a:lnTo>
                  <a:lnTo>
                    <a:pt x="62634" y="40268"/>
                  </a:lnTo>
                  <a:lnTo>
                    <a:pt x="64309" y="35688"/>
                  </a:lnTo>
                  <a:lnTo>
                    <a:pt x="66318" y="31109"/>
                  </a:lnTo>
                  <a:lnTo>
                    <a:pt x="66318" y="26530"/>
                  </a:lnTo>
                  <a:lnTo>
                    <a:pt x="66318" y="20134"/>
                  </a:lnTo>
                  <a:lnTo>
                    <a:pt x="64309" y="15554"/>
                  </a:lnTo>
                  <a:lnTo>
                    <a:pt x="62634" y="10994"/>
                  </a:lnTo>
                  <a:lnTo>
                    <a:pt x="58447" y="8695"/>
                  </a:lnTo>
                  <a:lnTo>
                    <a:pt x="54260" y="4579"/>
                  </a:lnTo>
                  <a:lnTo>
                    <a:pt x="50241" y="2298"/>
                  </a:lnTo>
                  <a:lnTo>
                    <a:pt x="44380" y="2298"/>
                  </a:lnTo>
                  <a:lnTo>
                    <a:pt x="38183" y="0"/>
                  </a:lnTo>
                </a:path>
                <a:path w="66675" h="73660">
                  <a:moveTo>
                    <a:pt x="14067" y="48944"/>
                  </a:moveTo>
                  <a:lnTo>
                    <a:pt x="8206" y="48944"/>
                  </a:lnTo>
                  <a:lnTo>
                    <a:pt x="4186" y="51243"/>
                  </a:lnTo>
                  <a:lnTo>
                    <a:pt x="0" y="55804"/>
                  </a:lnTo>
                  <a:lnTo>
                    <a:pt x="0" y="58103"/>
                  </a:lnTo>
                  <a:lnTo>
                    <a:pt x="0" y="59920"/>
                  </a:lnTo>
                  <a:lnTo>
                    <a:pt x="0" y="62219"/>
                  </a:lnTo>
                  <a:lnTo>
                    <a:pt x="0" y="66798"/>
                  </a:lnTo>
                  <a:lnTo>
                    <a:pt x="4186" y="69078"/>
                  </a:lnTo>
                  <a:lnTo>
                    <a:pt x="8206" y="73658"/>
                  </a:lnTo>
                  <a:lnTo>
                    <a:pt x="14067" y="73658"/>
                  </a:lnTo>
                  <a:lnTo>
                    <a:pt x="20264" y="73658"/>
                  </a:lnTo>
                  <a:lnTo>
                    <a:pt x="24115" y="69078"/>
                  </a:lnTo>
                  <a:lnTo>
                    <a:pt x="28135" y="66798"/>
                  </a:lnTo>
                  <a:lnTo>
                    <a:pt x="28135" y="62219"/>
                  </a:lnTo>
                  <a:lnTo>
                    <a:pt x="28135" y="59920"/>
                  </a:lnTo>
                  <a:lnTo>
                    <a:pt x="28135" y="58103"/>
                  </a:lnTo>
                  <a:lnTo>
                    <a:pt x="28135" y="55804"/>
                  </a:lnTo>
                  <a:lnTo>
                    <a:pt x="24115" y="51243"/>
                  </a:lnTo>
                  <a:lnTo>
                    <a:pt x="20264" y="48944"/>
                  </a:lnTo>
                  <a:lnTo>
                    <a:pt x="14067" y="48944"/>
                  </a:lnTo>
                </a:path>
              </a:pathLst>
            </a:custGeom>
            <a:ln w="12673">
              <a:solidFill>
                <a:srgbClr val="000000"/>
              </a:solidFill>
            </a:ln>
          </p:spPr>
          <p:txBody>
            <a:bodyPr wrap="square" lIns="0" tIns="0" rIns="0" bIns="0" rtlCol="0"/>
            <a:lstStyle/>
            <a:p/>
          </p:txBody>
        </p:sp>
      </p:grpSp>
      <p:sp>
        <p:nvSpPr>
          <p:cNvPr id="145" name="object 145" descr=""/>
          <p:cNvSpPr txBox="1"/>
          <p:nvPr/>
        </p:nvSpPr>
        <p:spPr>
          <a:xfrm>
            <a:off x="5412013" y="4165198"/>
            <a:ext cx="332105" cy="227329"/>
          </a:xfrm>
          <a:prstGeom prst="rect">
            <a:avLst/>
          </a:prstGeom>
        </p:spPr>
        <p:txBody>
          <a:bodyPr wrap="square" lIns="0" tIns="15240" rIns="0" bIns="0" rtlCol="0" vert="horz">
            <a:spAutoFit/>
          </a:bodyPr>
          <a:lstStyle/>
          <a:p>
            <a:pPr marL="12700">
              <a:lnSpc>
                <a:spcPct val="100000"/>
              </a:lnSpc>
              <a:spcBef>
                <a:spcPts val="120"/>
              </a:spcBef>
            </a:pPr>
            <a:r>
              <a:rPr dirty="0" sz="1300" spc="-85" b="1">
                <a:solidFill>
                  <a:srgbClr val="0000FF"/>
                </a:solidFill>
                <a:latin typeface="宋体"/>
                <a:cs typeface="宋体"/>
              </a:rPr>
              <a:t>气泡</a:t>
            </a:r>
            <a:endParaRPr sz="1300">
              <a:latin typeface="宋体"/>
              <a:cs typeface="宋体"/>
            </a:endParaRPr>
          </a:p>
        </p:txBody>
      </p:sp>
      <p:sp>
        <p:nvSpPr>
          <p:cNvPr id="146" name="object 146" descr=""/>
          <p:cNvSpPr/>
          <p:nvPr/>
        </p:nvSpPr>
        <p:spPr>
          <a:xfrm>
            <a:off x="5299779" y="4477701"/>
            <a:ext cx="209550" cy="198755"/>
          </a:xfrm>
          <a:custGeom>
            <a:avLst/>
            <a:gdLst/>
            <a:ahLst/>
            <a:cxnLst/>
            <a:rect l="l" t="t" r="r" b="b"/>
            <a:pathLst>
              <a:path w="209550" h="198754">
                <a:moveTo>
                  <a:pt x="187233" y="42548"/>
                </a:moveTo>
                <a:lnTo>
                  <a:pt x="40360" y="42548"/>
                </a:lnTo>
                <a:lnTo>
                  <a:pt x="34164" y="44383"/>
                </a:lnTo>
                <a:lnTo>
                  <a:pt x="28302" y="46664"/>
                </a:lnTo>
                <a:lnTo>
                  <a:pt x="22106" y="46664"/>
                </a:lnTo>
                <a:lnTo>
                  <a:pt x="16244" y="48944"/>
                </a:lnTo>
                <a:lnTo>
                  <a:pt x="12057" y="48944"/>
                </a:lnTo>
                <a:lnTo>
                  <a:pt x="10048" y="51243"/>
                </a:lnTo>
                <a:lnTo>
                  <a:pt x="7871" y="53523"/>
                </a:lnTo>
                <a:lnTo>
                  <a:pt x="3851" y="71359"/>
                </a:lnTo>
                <a:lnTo>
                  <a:pt x="2177" y="89194"/>
                </a:lnTo>
                <a:lnTo>
                  <a:pt x="0" y="109328"/>
                </a:lnTo>
                <a:lnTo>
                  <a:pt x="0" y="127163"/>
                </a:lnTo>
                <a:lnTo>
                  <a:pt x="2177" y="135858"/>
                </a:lnTo>
                <a:lnTo>
                  <a:pt x="3851" y="144998"/>
                </a:lnTo>
                <a:lnTo>
                  <a:pt x="5861" y="153693"/>
                </a:lnTo>
                <a:lnTo>
                  <a:pt x="10048" y="162852"/>
                </a:lnTo>
                <a:lnTo>
                  <a:pt x="12057" y="169248"/>
                </a:lnTo>
                <a:lnTo>
                  <a:pt x="17919" y="178388"/>
                </a:lnTo>
                <a:lnTo>
                  <a:pt x="22106" y="184803"/>
                </a:lnTo>
                <a:lnTo>
                  <a:pt x="28302" y="191662"/>
                </a:lnTo>
                <a:lnTo>
                  <a:pt x="40360" y="193943"/>
                </a:lnTo>
                <a:lnTo>
                  <a:pt x="50241" y="193943"/>
                </a:lnTo>
                <a:lnTo>
                  <a:pt x="60289" y="196242"/>
                </a:lnTo>
                <a:lnTo>
                  <a:pt x="68496" y="196242"/>
                </a:lnTo>
                <a:lnTo>
                  <a:pt x="76367" y="198522"/>
                </a:lnTo>
                <a:lnTo>
                  <a:pt x="108689" y="198522"/>
                </a:lnTo>
                <a:lnTo>
                  <a:pt x="112541" y="196242"/>
                </a:lnTo>
                <a:lnTo>
                  <a:pt x="124934" y="191662"/>
                </a:lnTo>
                <a:lnTo>
                  <a:pt x="132805" y="187083"/>
                </a:lnTo>
                <a:lnTo>
                  <a:pt x="139001" y="182967"/>
                </a:lnTo>
                <a:lnTo>
                  <a:pt x="146872" y="178388"/>
                </a:lnTo>
                <a:lnTo>
                  <a:pt x="154744" y="176108"/>
                </a:lnTo>
                <a:lnTo>
                  <a:pt x="163117" y="173827"/>
                </a:lnTo>
                <a:lnTo>
                  <a:pt x="170988" y="169248"/>
                </a:lnTo>
                <a:lnTo>
                  <a:pt x="179194" y="166968"/>
                </a:lnTo>
                <a:lnTo>
                  <a:pt x="187233" y="162852"/>
                </a:lnTo>
                <a:lnTo>
                  <a:pt x="193430" y="155992"/>
                </a:lnTo>
                <a:lnTo>
                  <a:pt x="199124" y="151413"/>
                </a:lnTo>
                <a:lnTo>
                  <a:pt x="205488" y="142718"/>
                </a:lnTo>
                <a:lnTo>
                  <a:pt x="207497" y="138138"/>
                </a:lnTo>
                <a:lnTo>
                  <a:pt x="209172" y="131279"/>
                </a:lnTo>
                <a:lnTo>
                  <a:pt x="209172" y="86913"/>
                </a:lnTo>
                <a:lnTo>
                  <a:pt x="203310" y="78218"/>
                </a:lnTo>
                <a:lnTo>
                  <a:pt x="201301" y="71359"/>
                </a:lnTo>
                <a:lnTo>
                  <a:pt x="197114" y="66779"/>
                </a:lnTo>
                <a:lnTo>
                  <a:pt x="197114" y="60383"/>
                </a:lnTo>
                <a:lnTo>
                  <a:pt x="195104" y="55804"/>
                </a:lnTo>
                <a:lnTo>
                  <a:pt x="193430" y="51243"/>
                </a:lnTo>
                <a:lnTo>
                  <a:pt x="191252" y="46664"/>
                </a:lnTo>
                <a:lnTo>
                  <a:pt x="189243" y="44383"/>
                </a:lnTo>
                <a:lnTo>
                  <a:pt x="187233" y="42548"/>
                </a:lnTo>
                <a:close/>
              </a:path>
              <a:path w="209550" h="198754">
                <a:moveTo>
                  <a:pt x="70505" y="0"/>
                </a:moveTo>
                <a:lnTo>
                  <a:pt x="38183" y="0"/>
                </a:lnTo>
                <a:lnTo>
                  <a:pt x="40360" y="4579"/>
                </a:lnTo>
                <a:lnTo>
                  <a:pt x="40360" y="10994"/>
                </a:lnTo>
                <a:lnTo>
                  <a:pt x="44045" y="20134"/>
                </a:lnTo>
                <a:lnTo>
                  <a:pt x="46054" y="24713"/>
                </a:lnTo>
                <a:lnTo>
                  <a:pt x="46054" y="40268"/>
                </a:lnTo>
                <a:lnTo>
                  <a:pt x="44045" y="40268"/>
                </a:lnTo>
                <a:lnTo>
                  <a:pt x="42370" y="42548"/>
                </a:lnTo>
                <a:lnTo>
                  <a:pt x="183046" y="42548"/>
                </a:lnTo>
                <a:lnTo>
                  <a:pt x="177185" y="40268"/>
                </a:lnTo>
                <a:lnTo>
                  <a:pt x="172998" y="37969"/>
                </a:lnTo>
                <a:lnTo>
                  <a:pt x="166802" y="35688"/>
                </a:lnTo>
                <a:lnTo>
                  <a:pt x="163117" y="31109"/>
                </a:lnTo>
                <a:lnTo>
                  <a:pt x="154744" y="24713"/>
                </a:lnTo>
                <a:lnTo>
                  <a:pt x="139001" y="20134"/>
                </a:lnTo>
                <a:lnTo>
                  <a:pt x="110866" y="10994"/>
                </a:lnTo>
                <a:lnTo>
                  <a:pt x="96798" y="6859"/>
                </a:lnTo>
                <a:lnTo>
                  <a:pt x="84740" y="2298"/>
                </a:lnTo>
                <a:lnTo>
                  <a:pt x="70505" y="0"/>
                </a:lnTo>
                <a:close/>
              </a:path>
            </a:pathLst>
          </a:custGeom>
          <a:solidFill>
            <a:srgbClr val="FFFFFF"/>
          </a:solidFill>
        </p:spPr>
        <p:txBody>
          <a:bodyPr wrap="square" lIns="0" tIns="0" rIns="0" bIns="0" rtlCol="0"/>
          <a:lstStyle/>
          <a:p/>
        </p:txBody>
      </p:sp>
      <p:grpSp>
        <p:nvGrpSpPr>
          <p:cNvPr id="147" name="object 147" descr=""/>
          <p:cNvGrpSpPr/>
          <p:nvPr/>
        </p:nvGrpSpPr>
        <p:grpSpPr>
          <a:xfrm>
            <a:off x="6291746" y="4067611"/>
            <a:ext cx="541020" cy="579755"/>
            <a:chOff x="6291746" y="4067611"/>
            <a:chExt cx="541020" cy="579755"/>
          </a:xfrm>
        </p:grpSpPr>
        <p:sp>
          <p:nvSpPr>
            <p:cNvPr id="148" name="object 148" descr=""/>
            <p:cNvSpPr/>
            <p:nvPr/>
          </p:nvSpPr>
          <p:spPr>
            <a:xfrm>
              <a:off x="6298414" y="4074278"/>
              <a:ext cx="527685" cy="461645"/>
            </a:xfrm>
            <a:custGeom>
              <a:avLst/>
              <a:gdLst/>
              <a:ahLst/>
              <a:cxnLst/>
              <a:rect l="l" t="t" r="r" b="b"/>
              <a:pathLst>
                <a:path w="527684" h="461645">
                  <a:moveTo>
                    <a:pt x="46054" y="153693"/>
                  </a:moveTo>
                  <a:lnTo>
                    <a:pt x="7871" y="182504"/>
                  </a:lnTo>
                  <a:lnTo>
                    <a:pt x="0" y="204918"/>
                  </a:lnTo>
                  <a:lnTo>
                    <a:pt x="0" y="215894"/>
                  </a:lnTo>
                  <a:lnTo>
                    <a:pt x="0" y="225034"/>
                  </a:lnTo>
                  <a:lnTo>
                    <a:pt x="1674" y="233729"/>
                  </a:lnTo>
                  <a:lnTo>
                    <a:pt x="3684" y="240588"/>
                  </a:lnTo>
                  <a:lnTo>
                    <a:pt x="5694" y="249747"/>
                  </a:lnTo>
                  <a:lnTo>
                    <a:pt x="9880" y="256143"/>
                  </a:lnTo>
                  <a:lnTo>
                    <a:pt x="14067" y="260723"/>
                  </a:lnTo>
                  <a:lnTo>
                    <a:pt x="19929" y="267582"/>
                  </a:lnTo>
                  <a:lnTo>
                    <a:pt x="26125" y="271698"/>
                  </a:lnTo>
                  <a:lnTo>
                    <a:pt x="19929" y="280838"/>
                  </a:lnTo>
                  <a:lnTo>
                    <a:pt x="14067" y="291814"/>
                  </a:lnTo>
                  <a:lnTo>
                    <a:pt x="11890" y="303252"/>
                  </a:lnTo>
                  <a:lnTo>
                    <a:pt x="11890" y="314228"/>
                  </a:lnTo>
                  <a:lnTo>
                    <a:pt x="11890" y="321088"/>
                  </a:lnTo>
                  <a:lnTo>
                    <a:pt x="11890" y="327502"/>
                  </a:lnTo>
                  <a:lnTo>
                    <a:pt x="14067" y="332082"/>
                  </a:lnTo>
                  <a:lnTo>
                    <a:pt x="15742" y="338941"/>
                  </a:lnTo>
                  <a:lnTo>
                    <a:pt x="43877" y="372331"/>
                  </a:lnTo>
                  <a:lnTo>
                    <a:pt x="54260" y="376447"/>
                  </a:lnTo>
                  <a:lnTo>
                    <a:pt x="57945" y="376447"/>
                  </a:lnTo>
                  <a:lnTo>
                    <a:pt x="64309" y="376447"/>
                  </a:lnTo>
                  <a:lnTo>
                    <a:pt x="70003" y="376447"/>
                  </a:lnTo>
                  <a:lnTo>
                    <a:pt x="76199" y="390166"/>
                  </a:lnTo>
                  <a:lnTo>
                    <a:pt x="84070" y="401142"/>
                  </a:lnTo>
                  <a:lnTo>
                    <a:pt x="116560" y="425837"/>
                  </a:lnTo>
                  <a:lnTo>
                    <a:pt x="152566" y="434532"/>
                  </a:lnTo>
                  <a:lnTo>
                    <a:pt x="164624" y="432251"/>
                  </a:lnTo>
                  <a:lnTo>
                    <a:pt x="177017" y="429952"/>
                  </a:lnTo>
                  <a:lnTo>
                    <a:pt x="189075" y="425837"/>
                  </a:lnTo>
                  <a:lnTo>
                    <a:pt x="201133" y="416697"/>
                  </a:lnTo>
                  <a:lnTo>
                    <a:pt x="201133" y="418977"/>
                  </a:lnTo>
                  <a:lnTo>
                    <a:pt x="231446" y="450086"/>
                  </a:lnTo>
                  <a:lnTo>
                    <a:pt x="259581" y="461525"/>
                  </a:lnTo>
                  <a:lnTo>
                    <a:pt x="269629" y="461525"/>
                  </a:lnTo>
                  <a:lnTo>
                    <a:pt x="275323" y="461525"/>
                  </a:lnTo>
                  <a:lnTo>
                    <a:pt x="283697" y="459227"/>
                  </a:lnTo>
                  <a:lnTo>
                    <a:pt x="289558" y="459227"/>
                  </a:lnTo>
                  <a:lnTo>
                    <a:pt x="295755" y="456946"/>
                  </a:lnTo>
                  <a:lnTo>
                    <a:pt x="301449" y="452367"/>
                  </a:lnTo>
                  <a:lnTo>
                    <a:pt x="307813" y="450086"/>
                  </a:lnTo>
                  <a:lnTo>
                    <a:pt x="317694" y="441391"/>
                  </a:lnTo>
                  <a:lnTo>
                    <a:pt x="328077" y="432251"/>
                  </a:lnTo>
                  <a:lnTo>
                    <a:pt x="335948" y="418977"/>
                  </a:lnTo>
                  <a:lnTo>
                    <a:pt x="343819" y="405721"/>
                  </a:lnTo>
                  <a:lnTo>
                    <a:pt x="345829" y="398861"/>
                  </a:lnTo>
                  <a:lnTo>
                    <a:pt x="348006" y="392447"/>
                  </a:lnTo>
                  <a:lnTo>
                    <a:pt x="355877" y="396563"/>
                  </a:lnTo>
                  <a:lnTo>
                    <a:pt x="366261" y="401142"/>
                  </a:lnTo>
                  <a:lnTo>
                    <a:pt x="376141" y="403422"/>
                  </a:lnTo>
                  <a:lnTo>
                    <a:pt x="386190" y="405721"/>
                  </a:lnTo>
                  <a:lnTo>
                    <a:pt x="392386" y="403422"/>
                  </a:lnTo>
                  <a:lnTo>
                    <a:pt x="400257" y="403422"/>
                  </a:lnTo>
                  <a:lnTo>
                    <a:pt x="406454" y="401142"/>
                  </a:lnTo>
                  <a:lnTo>
                    <a:pt x="412315" y="398861"/>
                  </a:lnTo>
                  <a:lnTo>
                    <a:pt x="418512" y="394282"/>
                  </a:lnTo>
                  <a:lnTo>
                    <a:pt x="424373" y="390166"/>
                  </a:lnTo>
                  <a:lnTo>
                    <a:pt x="430570" y="385587"/>
                  </a:lnTo>
                  <a:lnTo>
                    <a:pt x="436766" y="381008"/>
                  </a:lnTo>
                  <a:lnTo>
                    <a:pt x="440451" y="374612"/>
                  </a:lnTo>
                  <a:lnTo>
                    <a:pt x="444637" y="367752"/>
                  </a:lnTo>
                  <a:lnTo>
                    <a:pt x="448824" y="360892"/>
                  </a:lnTo>
                  <a:lnTo>
                    <a:pt x="450834" y="354478"/>
                  </a:lnTo>
                  <a:lnTo>
                    <a:pt x="452509" y="345337"/>
                  </a:lnTo>
                  <a:lnTo>
                    <a:pt x="454518" y="338941"/>
                  </a:lnTo>
                  <a:lnTo>
                    <a:pt x="456695" y="329783"/>
                  </a:lnTo>
                  <a:lnTo>
                    <a:pt x="456695" y="321088"/>
                  </a:lnTo>
                  <a:lnTo>
                    <a:pt x="464567" y="321088"/>
                  </a:lnTo>
                  <a:lnTo>
                    <a:pt x="470763" y="316527"/>
                  </a:lnTo>
                  <a:lnTo>
                    <a:pt x="478634" y="314228"/>
                  </a:lnTo>
                  <a:lnTo>
                    <a:pt x="484831" y="309667"/>
                  </a:lnTo>
                  <a:lnTo>
                    <a:pt x="491027" y="305088"/>
                  </a:lnTo>
                  <a:lnTo>
                    <a:pt x="496889" y="300972"/>
                  </a:lnTo>
                  <a:lnTo>
                    <a:pt x="503085" y="294112"/>
                  </a:lnTo>
                  <a:lnTo>
                    <a:pt x="506937" y="287253"/>
                  </a:lnTo>
                  <a:lnTo>
                    <a:pt x="510956" y="280838"/>
                  </a:lnTo>
                  <a:lnTo>
                    <a:pt x="527201" y="242887"/>
                  </a:lnTo>
                  <a:lnTo>
                    <a:pt x="527201" y="233729"/>
                  </a:lnTo>
                  <a:lnTo>
                    <a:pt x="527201" y="225034"/>
                  </a:lnTo>
                  <a:lnTo>
                    <a:pt x="527201" y="215894"/>
                  </a:lnTo>
                  <a:lnTo>
                    <a:pt x="527201" y="207199"/>
                  </a:lnTo>
                  <a:lnTo>
                    <a:pt x="525191" y="200339"/>
                  </a:lnTo>
                  <a:lnTo>
                    <a:pt x="523014" y="191644"/>
                  </a:lnTo>
                  <a:lnTo>
                    <a:pt x="521005" y="184784"/>
                  </a:lnTo>
                  <a:lnTo>
                    <a:pt x="517153" y="178388"/>
                  </a:lnTo>
                  <a:lnTo>
                    <a:pt x="510956" y="164669"/>
                  </a:lnTo>
                  <a:lnTo>
                    <a:pt x="513133" y="155974"/>
                  </a:lnTo>
                  <a:lnTo>
                    <a:pt x="515143" y="149114"/>
                  </a:lnTo>
                  <a:lnTo>
                    <a:pt x="515143" y="142699"/>
                  </a:lnTo>
                  <a:lnTo>
                    <a:pt x="515143" y="133559"/>
                  </a:lnTo>
                  <a:lnTo>
                    <a:pt x="515143" y="120285"/>
                  </a:lnTo>
                  <a:lnTo>
                    <a:pt x="513133" y="108864"/>
                  </a:lnTo>
                  <a:lnTo>
                    <a:pt x="506937" y="97889"/>
                  </a:lnTo>
                  <a:lnTo>
                    <a:pt x="503085" y="86895"/>
                  </a:lnTo>
                  <a:lnTo>
                    <a:pt x="494879" y="77755"/>
                  </a:lnTo>
                  <a:lnTo>
                    <a:pt x="487008" y="69060"/>
                  </a:lnTo>
                  <a:lnTo>
                    <a:pt x="476960" y="62200"/>
                  </a:lnTo>
                  <a:lnTo>
                    <a:pt x="466576" y="57621"/>
                  </a:lnTo>
                  <a:lnTo>
                    <a:pt x="446647" y="17835"/>
                  </a:lnTo>
                  <a:lnTo>
                    <a:pt x="438441" y="10975"/>
                  </a:lnTo>
                  <a:lnTo>
                    <a:pt x="430570" y="4115"/>
                  </a:lnTo>
                  <a:lnTo>
                    <a:pt x="420522" y="2280"/>
                  </a:lnTo>
                  <a:lnTo>
                    <a:pt x="414325" y="2280"/>
                  </a:lnTo>
                  <a:lnTo>
                    <a:pt x="408464" y="0"/>
                  </a:lnTo>
                  <a:lnTo>
                    <a:pt x="402267" y="2280"/>
                  </a:lnTo>
                  <a:lnTo>
                    <a:pt x="396071" y="2280"/>
                  </a:lnTo>
                  <a:lnTo>
                    <a:pt x="390377" y="4115"/>
                  </a:lnTo>
                  <a:lnTo>
                    <a:pt x="384013" y="6396"/>
                  </a:lnTo>
                  <a:lnTo>
                    <a:pt x="378319" y="10975"/>
                  </a:lnTo>
                  <a:lnTo>
                    <a:pt x="374132" y="15554"/>
                  </a:lnTo>
                  <a:lnTo>
                    <a:pt x="368270" y="20115"/>
                  </a:lnTo>
                  <a:lnTo>
                    <a:pt x="364083" y="26530"/>
                  </a:lnTo>
                  <a:lnTo>
                    <a:pt x="360064" y="20115"/>
                  </a:lnTo>
                  <a:lnTo>
                    <a:pt x="355877" y="15554"/>
                  </a:lnTo>
                  <a:lnTo>
                    <a:pt x="350016" y="10975"/>
                  </a:lnTo>
                  <a:lnTo>
                    <a:pt x="345829" y="6396"/>
                  </a:lnTo>
                  <a:lnTo>
                    <a:pt x="340135" y="4115"/>
                  </a:lnTo>
                  <a:lnTo>
                    <a:pt x="333939" y="2280"/>
                  </a:lnTo>
                  <a:lnTo>
                    <a:pt x="328077" y="2280"/>
                  </a:lnTo>
                  <a:lnTo>
                    <a:pt x="321881" y="0"/>
                  </a:lnTo>
                  <a:lnTo>
                    <a:pt x="314009" y="2280"/>
                  </a:lnTo>
                  <a:lnTo>
                    <a:pt x="307813" y="4115"/>
                  </a:lnTo>
                  <a:lnTo>
                    <a:pt x="299942" y="6396"/>
                  </a:lnTo>
                  <a:lnTo>
                    <a:pt x="293578" y="10975"/>
                  </a:lnTo>
                  <a:lnTo>
                    <a:pt x="287381" y="15554"/>
                  </a:lnTo>
                  <a:lnTo>
                    <a:pt x="281687" y="21950"/>
                  </a:lnTo>
                  <a:lnTo>
                    <a:pt x="277500" y="28810"/>
                  </a:lnTo>
                  <a:lnTo>
                    <a:pt x="273314" y="35670"/>
                  </a:lnTo>
                  <a:lnTo>
                    <a:pt x="273314" y="37969"/>
                  </a:lnTo>
                  <a:lnTo>
                    <a:pt x="269629" y="31090"/>
                  </a:lnTo>
                  <a:lnTo>
                    <a:pt x="263433" y="26530"/>
                  </a:lnTo>
                  <a:lnTo>
                    <a:pt x="259581" y="24231"/>
                  </a:lnTo>
                  <a:lnTo>
                    <a:pt x="253385" y="20115"/>
                  </a:lnTo>
                  <a:lnTo>
                    <a:pt x="247188" y="17835"/>
                  </a:lnTo>
                  <a:lnTo>
                    <a:pt x="241327" y="15554"/>
                  </a:lnTo>
                  <a:lnTo>
                    <a:pt x="235130" y="15554"/>
                  </a:lnTo>
                  <a:lnTo>
                    <a:pt x="229269" y="15554"/>
                  </a:lnTo>
                  <a:lnTo>
                    <a:pt x="218885" y="15554"/>
                  </a:lnTo>
                  <a:lnTo>
                    <a:pt x="211014" y="17835"/>
                  </a:lnTo>
                  <a:lnTo>
                    <a:pt x="203143" y="20115"/>
                  </a:lnTo>
                  <a:lnTo>
                    <a:pt x="194937" y="26530"/>
                  </a:lnTo>
                  <a:lnTo>
                    <a:pt x="187066" y="31090"/>
                  </a:lnTo>
                  <a:lnTo>
                    <a:pt x="180869" y="37969"/>
                  </a:lnTo>
                  <a:lnTo>
                    <a:pt x="175008" y="46645"/>
                  </a:lnTo>
                  <a:lnTo>
                    <a:pt x="170821" y="55804"/>
                  </a:lnTo>
                  <a:lnTo>
                    <a:pt x="160940" y="51225"/>
                  </a:lnTo>
                  <a:lnTo>
                    <a:pt x="150557" y="46645"/>
                  </a:lnTo>
                  <a:lnTo>
                    <a:pt x="138499" y="44365"/>
                  </a:lnTo>
                  <a:lnTo>
                    <a:pt x="128450" y="42084"/>
                  </a:lnTo>
                  <a:lnTo>
                    <a:pt x="120579" y="42084"/>
                  </a:lnTo>
                  <a:lnTo>
                    <a:pt x="112373" y="44365"/>
                  </a:lnTo>
                  <a:lnTo>
                    <a:pt x="76199" y="64480"/>
                  </a:lnTo>
                  <a:lnTo>
                    <a:pt x="60122" y="86895"/>
                  </a:lnTo>
                  <a:lnTo>
                    <a:pt x="55935" y="93310"/>
                  </a:lnTo>
                  <a:lnTo>
                    <a:pt x="52251" y="102450"/>
                  </a:lnTo>
                  <a:lnTo>
                    <a:pt x="50074" y="111145"/>
                  </a:lnTo>
                  <a:lnTo>
                    <a:pt x="48064" y="120285"/>
                  </a:lnTo>
                  <a:lnTo>
                    <a:pt x="46054" y="131279"/>
                  </a:lnTo>
                  <a:lnTo>
                    <a:pt x="46054" y="140419"/>
                  </a:lnTo>
                  <a:lnTo>
                    <a:pt x="46054" y="153693"/>
                  </a:lnTo>
                </a:path>
                <a:path w="527684" h="461645">
                  <a:moveTo>
                    <a:pt x="26125" y="271698"/>
                  </a:moveTo>
                  <a:lnTo>
                    <a:pt x="31819" y="276277"/>
                  </a:lnTo>
                  <a:lnTo>
                    <a:pt x="38183" y="278558"/>
                  </a:lnTo>
                  <a:lnTo>
                    <a:pt x="46054" y="280838"/>
                  </a:lnTo>
                  <a:lnTo>
                    <a:pt x="52251" y="280838"/>
                  </a:lnTo>
                  <a:lnTo>
                    <a:pt x="55935" y="280838"/>
                  </a:lnTo>
                </a:path>
                <a:path w="527684" h="461645">
                  <a:moveTo>
                    <a:pt x="70003" y="376447"/>
                  </a:moveTo>
                  <a:lnTo>
                    <a:pt x="78376" y="374612"/>
                  </a:lnTo>
                  <a:lnTo>
                    <a:pt x="84070" y="372331"/>
                  </a:lnTo>
                </a:path>
                <a:path w="527684" h="461645">
                  <a:moveTo>
                    <a:pt x="192760" y="398861"/>
                  </a:moveTo>
                  <a:lnTo>
                    <a:pt x="196946" y="408001"/>
                  </a:lnTo>
                  <a:lnTo>
                    <a:pt x="201133" y="418977"/>
                  </a:lnTo>
                </a:path>
                <a:path w="527684" h="461645">
                  <a:moveTo>
                    <a:pt x="348006" y="392447"/>
                  </a:moveTo>
                  <a:lnTo>
                    <a:pt x="350016" y="381008"/>
                  </a:lnTo>
                  <a:lnTo>
                    <a:pt x="352193" y="372331"/>
                  </a:lnTo>
                </a:path>
                <a:path w="527684" h="461645">
                  <a:moveTo>
                    <a:pt x="456695" y="321088"/>
                  </a:moveTo>
                  <a:lnTo>
                    <a:pt x="456695" y="309667"/>
                  </a:lnTo>
                  <a:lnTo>
                    <a:pt x="454518" y="298692"/>
                  </a:lnTo>
                  <a:lnTo>
                    <a:pt x="432579" y="258424"/>
                  </a:lnTo>
                  <a:lnTo>
                    <a:pt x="424373" y="251564"/>
                  </a:lnTo>
                  <a:lnTo>
                    <a:pt x="416502" y="245168"/>
                  </a:lnTo>
                </a:path>
                <a:path w="527684" h="461645">
                  <a:moveTo>
                    <a:pt x="492702" y="193943"/>
                  </a:moveTo>
                  <a:lnTo>
                    <a:pt x="498898" y="187083"/>
                  </a:lnTo>
                  <a:lnTo>
                    <a:pt x="503085" y="180205"/>
                  </a:lnTo>
                  <a:lnTo>
                    <a:pt x="506937" y="171528"/>
                  </a:lnTo>
                  <a:lnTo>
                    <a:pt x="510956" y="164669"/>
                  </a:lnTo>
                </a:path>
                <a:path w="527684" h="461645">
                  <a:moveTo>
                    <a:pt x="468753" y="71359"/>
                  </a:moveTo>
                  <a:lnTo>
                    <a:pt x="468753" y="64480"/>
                  </a:lnTo>
                  <a:lnTo>
                    <a:pt x="466576" y="57621"/>
                  </a:lnTo>
                </a:path>
                <a:path w="527684" h="461645">
                  <a:moveTo>
                    <a:pt x="364083" y="26530"/>
                  </a:moveTo>
                  <a:lnTo>
                    <a:pt x="357887" y="33389"/>
                  </a:lnTo>
                  <a:lnTo>
                    <a:pt x="354203" y="42084"/>
                  </a:lnTo>
                </a:path>
                <a:path w="527684" h="461645">
                  <a:moveTo>
                    <a:pt x="273314" y="35670"/>
                  </a:moveTo>
                  <a:lnTo>
                    <a:pt x="271639" y="42084"/>
                  </a:lnTo>
                  <a:lnTo>
                    <a:pt x="269629" y="51225"/>
                  </a:lnTo>
                </a:path>
                <a:path w="527684" h="461645">
                  <a:moveTo>
                    <a:pt x="187066" y="71359"/>
                  </a:moveTo>
                  <a:lnTo>
                    <a:pt x="178692" y="62200"/>
                  </a:lnTo>
                  <a:lnTo>
                    <a:pt x="170821" y="55804"/>
                  </a:lnTo>
                </a:path>
                <a:path w="527684" h="461645">
                  <a:moveTo>
                    <a:pt x="46054" y="153693"/>
                  </a:moveTo>
                  <a:lnTo>
                    <a:pt x="48064" y="162370"/>
                  </a:lnTo>
                  <a:lnTo>
                    <a:pt x="50074" y="169229"/>
                  </a:lnTo>
                </a:path>
              </a:pathLst>
            </a:custGeom>
            <a:ln w="12673">
              <a:solidFill>
                <a:srgbClr val="000000"/>
              </a:solidFill>
            </a:ln>
          </p:spPr>
          <p:txBody>
            <a:bodyPr wrap="square" lIns="0" tIns="0" rIns="0" bIns="0" rtlCol="0"/>
            <a:lstStyle/>
            <a:p/>
          </p:txBody>
        </p:sp>
        <p:sp>
          <p:nvSpPr>
            <p:cNvPr id="149" name="object 149" descr=""/>
            <p:cNvSpPr/>
            <p:nvPr/>
          </p:nvSpPr>
          <p:spPr>
            <a:xfrm>
              <a:off x="6354349" y="4497835"/>
              <a:ext cx="88900" cy="78105"/>
            </a:xfrm>
            <a:custGeom>
              <a:avLst/>
              <a:gdLst/>
              <a:ahLst/>
              <a:cxnLst/>
              <a:rect l="l" t="t" r="r" b="b"/>
              <a:pathLst>
                <a:path w="88900" h="78104">
                  <a:moveTo>
                    <a:pt x="54428" y="0"/>
                  </a:moveTo>
                  <a:lnTo>
                    <a:pt x="44380" y="0"/>
                  </a:lnTo>
                  <a:lnTo>
                    <a:pt x="36508" y="0"/>
                  </a:lnTo>
                  <a:lnTo>
                    <a:pt x="28135" y="4579"/>
                  </a:lnTo>
                  <a:lnTo>
                    <a:pt x="0" y="37969"/>
                  </a:lnTo>
                  <a:lnTo>
                    <a:pt x="2009" y="46645"/>
                  </a:lnTo>
                  <a:lnTo>
                    <a:pt x="36508" y="75919"/>
                  </a:lnTo>
                  <a:lnTo>
                    <a:pt x="44380" y="77755"/>
                  </a:lnTo>
                  <a:lnTo>
                    <a:pt x="54428" y="75919"/>
                  </a:lnTo>
                  <a:lnTo>
                    <a:pt x="70505" y="71359"/>
                  </a:lnTo>
                  <a:lnTo>
                    <a:pt x="76702" y="66779"/>
                  </a:lnTo>
                  <a:lnTo>
                    <a:pt x="80888" y="59920"/>
                  </a:lnTo>
                  <a:lnTo>
                    <a:pt x="84573" y="53523"/>
                  </a:lnTo>
                  <a:lnTo>
                    <a:pt x="88760" y="46645"/>
                  </a:lnTo>
                  <a:lnTo>
                    <a:pt x="88760" y="31109"/>
                  </a:lnTo>
                  <a:lnTo>
                    <a:pt x="84573" y="24249"/>
                  </a:lnTo>
                  <a:lnTo>
                    <a:pt x="80888" y="17835"/>
                  </a:lnTo>
                  <a:lnTo>
                    <a:pt x="76702" y="10975"/>
                  </a:lnTo>
                  <a:lnTo>
                    <a:pt x="70505" y="6396"/>
                  </a:lnTo>
                  <a:lnTo>
                    <a:pt x="62634" y="4579"/>
                  </a:lnTo>
                  <a:lnTo>
                    <a:pt x="54428" y="0"/>
                  </a:lnTo>
                  <a:close/>
                </a:path>
              </a:pathLst>
            </a:custGeom>
            <a:solidFill>
              <a:srgbClr val="FFFFFF"/>
            </a:solidFill>
          </p:spPr>
          <p:txBody>
            <a:bodyPr wrap="square" lIns="0" tIns="0" rIns="0" bIns="0" rtlCol="0"/>
            <a:lstStyle/>
            <a:p/>
          </p:txBody>
        </p:sp>
        <p:sp>
          <p:nvSpPr>
            <p:cNvPr id="150" name="object 150" descr=""/>
            <p:cNvSpPr/>
            <p:nvPr/>
          </p:nvSpPr>
          <p:spPr>
            <a:xfrm>
              <a:off x="6354349" y="4497835"/>
              <a:ext cx="88900" cy="78105"/>
            </a:xfrm>
            <a:custGeom>
              <a:avLst/>
              <a:gdLst/>
              <a:ahLst/>
              <a:cxnLst/>
              <a:rect l="l" t="t" r="r" b="b"/>
              <a:pathLst>
                <a:path w="88900" h="78104">
                  <a:moveTo>
                    <a:pt x="44380" y="0"/>
                  </a:moveTo>
                  <a:lnTo>
                    <a:pt x="36508" y="0"/>
                  </a:lnTo>
                  <a:lnTo>
                    <a:pt x="28135" y="4579"/>
                  </a:lnTo>
                  <a:lnTo>
                    <a:pt x="20264" y="6396"/>
                  </a:lnTo>
                  <a:lnTo>
                    <a:pt x="0" y="37969"/>
                  </a:lnTo>
                  <a:lnTo>
                    <a:pt x="2009" y="46645"/>
                  </a:lnTo>
                  <a:lnTo>
                    <a:pt x="36508" y="75919"/>
                  </a:lnTo>
                  <a:lnTo>
                    <a:pt x="44380" y="77755"/>
                  </a:lnTo>
                  <a:lnTo>
                    <a:pt x="54428" y="75919"/>
                  </a:lnTo>
                  <a:lnTo>
                    <a:pt x="84573" y="53523"/>
                  </a:lnTo>
                  <a:lnTo>
                    <a:pt x="88760" y="46645"/>
                  </a:lnTo>
                  <a:lnTo>
                    <a:pt x="88760" y="37969"/>
                  </a:lnTo>
                  <a:lnTo>
                    <a:pt x="88760" y="31109"/>
                  </a:lnTo>
                  <a:lnTo>
                    <a:pt x="84573" y="24249"/>
                  </a:lnTo>
                  <a:lnTo>
                    <a:pt x="80888" y="17835"/>
                  </a:lnTo>
                  <a:lnTo>
                    <a:pt x="76702" y="10975"/>
                  </a:lnTo>
                  <a:lnTo>
                    <a:pt x="70505" y="6396"/>
                  </a:lnTo>
                  <a:lnTo>
                    <a:pt x="62634" y="4579"/>
                  </a:lnTo>
                  <a:lnTo>
                    <a:pt x="54428" y="0"/>
                  </a:lnTo>
                  <a:lnTo>
                    <a:pt x="44380" y="0"/>
                  </a:lnTo>
                </a:path>
              </a:pathLst>
            </a:custGeom>
            <a:ln w="12758">
              <a:solidFill>
                <a:srgbClr val="000000"/>
              </a:solidFill>
            </a:ln>
          </p:spPr>
          <p:txBody>
            <a:bodyPr wrap="square" lIns="0" tIns="0" rIns="0" bIns="0" rtlCol="0"/>
            <a:lstStyle/>
            <a:p/>
          </p:txBody>
        </p:sp>
        <p:sp>
          <p:nvSpPr>
            <p:cNvPr id="151" name="object 151" descr=""/>
            <p:cNvSpPr/>
            <p:nvPr/>
          </p:nvSpPr>
          <p:spPr>
            <a:xfrm>
              <a:off x="6330233" y="4566895"/>
              <a:ext cx="59055" cy="51435"/>
            </a:xfrm>
            <a:custGeom>
              <a:avLst/>
              <a:gdLst/>
              <a:ahLst/>
              <a:cxnLst/>
              <a:rect l="l" t="t" r="r" b="b"/>
              <a:pathLst>
                <a:path w="59054" h="51435">
                  <a:moveTo>
                    <a:pt x="30312" y="0"/>
                  </a:moveTo>
                  <a:lnTo>
                    <a:pt x="24115" y="2298"/>
                  </a:lnTo>
                  <a:lnTo>
                    <a:pt x="18254" y="2298"/>
                  </a:lnTo>
                  <a:lnTo>
                    <a:pt x="12057" y="4579"/>
                  </a:lnTo>
                  <a:lnTo>
                    <a:pt x="2177" y="15554"/>
                  </a:lnTo>
                  <a:lnTo>
                    <a:pt x="0" y="20134"/>
                  </a:lnTo>
                  <a:lnTo>
                    <a:pt x="0" y="31109"/>
                  </a:lnTo>
                  <a:lnTo>
                    <a:pt x="2177" y="35688"/>
                  </a:lnTo>
                  <a:lnTo>
                    <a:pt x="6363" y="40268"/>
                  </a:lnTo>
                  <a:lnTo>
                    <a:pt x="8373" y="44383"/>
                  </a:lnTo>
                  <a:lnTo>
                    <a:pt x="12057" y="46664"/>
                  </a:lnTo>
                  <a:lnTo>
                    <a:pt x="18254" y="48944"/>
                  </a:lnTo>
                  <a:lnTo>
                    <a:pt x="24115" y="51243"/>
                  </a:lnTo>
                  <a:lnTo>
                    <a:pt x="36508" y="51243"/>
                  </a:lnTo>
                  <a:lnTo>
                    <a:pt x="40360" y="48944"/>
                  </a:lnTo>
                  <a:lnTo>
                    <a:pt x="46557" y="46664"/>
                  </a:lnTo>
                  <a:lnTo>
                    <a:pt x="50241" y="44383"/>
                  </a:lnTo>
                  <a:lnTo>
                    <a:pt x="54428" y="40268"/>
                  </a:lnTo>
                  <a:lnTo>
                    <a:pt x="56438" y="35688"/>
                  </a:lnTo>
                  <a:lnTo>
                    <a:pt x="58615" y="31109"/>
                  </a:lnTo>
                  <a:lnTo>
                    <a:pt x="58615" y="20134"/>
                  </a:lnTo>
                  <a:lnTo>
                    <a:pt x="56438" y="15554"/>
                  </a:lnTo>
                  <a:lnTo>
                    <a:pt x="54428" y="10994"/>
                  </a:lnTo>
                  <a:lnTo>
                    <a:pt x="50241" y="8695"/>
                  </a:lnTo>
                  <a:lnTo>
                    <a:pt x="46557" y="4579"/>
                  </a:lnTo>
                  <a:lnTo>
                    <a:pt x="40360" y="2298"/>
                  </a:lnTo>
                  <a:lnTo>
                    <a:pt x="36508" y="2298"/>
                  </a:lnTo>
                  <a:lnTo>
                    <a:pt x="30312" y="0"/>
                  </a:lnTo>
                  <a:close/>
                </a:path>
              </a:pathLst>
            </a:custGeom>
            <a:solidFill>
              <a:srgbClr val="FFFFFF"/>
            </a:solidFill>
          </p:spPr>
          <p:txBody>
            <a:bodyPr wrap="square" lIns="0" tIns="0" rIns="0" bIns="0" rtlCol="0"/>
            <a:lstStyle/>
            <a:p/>
          </p:txBody>
        </p:sp>
        <p:sp>
          <p:nvSpPr>
            <p:cNvPr id="152" name="object 152" descr=""/>
            <p:cNvSpPr/>
            <p:nvPr/>
          </p:nvSpPr>
          <p:spPr>
            <a:xfrm>
              <a:off x="6320352" y="4566895"/>
              <a:ext cx="68580" cy="73660"/>
            </a:xfrm>
            <a:custGeom>
              <a:avLst/>
              <a:gdLst/>
              <a:ahLst/>
              <a:cxnLst/>
              <a:rect l="l" t="t" r="r" b="b"/>
              <a:pathLst>
                <a:path w="68579" h="73660">
                  <a:moveTo>
                    <a:pt x="40193" y="0"/>
                  </a:moveTo>
                  <a:lnTo>
                    <a:pt x="33996" y="2298"/>
                  </a:lnTo>
                  <a:lnTo>
                    <a:pt x="28135" y="2298"/>
                  </a:lnTo>
                  <a:lnTo>
                    <a:pt x="21938" y="4579"/>
                  </a:lnTo>
                  <a:lnTo>
                    <a:pt x="18254" y="8695"/>
                  </a:lnTo>
                  <a:lnTo>
                    <a:pt x="16244" y="10994"/>
                  </a:lnTo>
                  <a:lnTo>
                    <a:pt x="12057" y="15554"/>
                  </a:lnTo>
                  <a:lnTo>
                    <a:pt x="9880" y="20134"/>
                  </a:lnTo>
                  <a:lnTo>
                    <a:pt x="9880" y="26530"/>
                  </a:lnTo>
                  <a:lnTo>
                    <a:pt x="9880" y="31109"/>
                  </a:lnTo>
                  <a:lnTo>
                    <a:pt x="12057" y="35688"/>
                  </a:lnTo>
                  <a:lnTo>
                    <a:pt x="16244" y="40268"/>
                  </a:lnTo>
                  <a:lnTo>
                    <a:pt x="18254" y="44383"/>
                  </a:lnTo>
                  <a:lnTo>
                    <a:pt x="21938" y="46664"/>
                  </a:lnTo>
                  <a:lnTo>
                    <a:pt x="28135" y="48944"/>
                  </a:lnTo>
                  <a:lnTo>
                    <a:pt x="33996" y="51243"/>
                  </a:lnTo>
                  <a:lnTo>
                    <a:pt x="40193" y="51243"/>
                  </a:lnTo>
                  <a:lnTo>
                    <a:pt x="46389" y="51243"/>
                  </a:lnTo>
                  <a:lnTo>
                    <a:pt x="50241" y="48944"/>
                  </a:lnTo>
                  <a:lnTo>
                    <a:pt x="56438" y="46664"/>
                  </a:lnTo>
                  <a:lnTo>
                    <a:pt x="60122" y="44383"/>
                  </a:lnTo>
                  <a:lnTo>
                    <a:pt x="64309" y="40268"/>
                  </a:lnTo>
                  <a:lnTo>
                    <a:pt x="66318" y="35688"/>
                  </a:lnTo>
                  <a:lnTo>
                    <a:pt x="68496" y="31109"/>
                  </a:lnTo>
                  <a:lnTo>
                    <a:pt x="68496" y="26530"/>
                  </a:lnTo>
                  <a:lnTo>
                    <a:pt x="68496" y="20134"/>
                  </a:lnTo>
                  <a:lnTo>
                    <a:pt x="66318" y="15554"/>
                  </a:lnTo>
                  <a:lnTo>
                    <a:pt x="64309" y="10994"/>
                  </a:lnTo>
                  <a:lnTo>
                    <a:pt x="60122" y="8695"/>
                  </a:lnTo>
                  <a:lnTo>
                    <a:pt x="56438" y="4579"/>
                  </a:lnTo>
                  <a:lnTo>
                    <a:pt x="50241" y="2298"/>
                  </a:lnTo>
                  <a:lnTo>
                    <a:pt x="46389" y="2298"/>
                  </a:lnTo>
                  <a:lnTo>
                    <a:pt x="40193" y="0"/>
                  </a:lnTo>
                </a:path>
                <a:path w="68579" h="73660">
                  <a:moveTo>
                    <a:pt x="16244" y="48944"/>
                  </a:moveTo>
                  <a:lnTo>
                    <a:pt x="9880" y="48944"/>
                  </a:lnTo>
                  <a:lnTo>
                    <a:pt x="4186" y="51243"/>
                  </a:lnTo>
                  <a:lnTo>
                    <a:pt x="2009" y="53523"/>
                  </a:lnTo>
                  <a:lnTo>
                    <a:pt x="2009" y="55804"/>
                  </a:lnTo>
                  <a:lnTo>
                    <a:pt x="0" y="58103"/>
                  </a:lnTo>
                  <a:lnTo>
                    <a:pt x="0" y="59920"/>
                  </a:lnTo>
                  <a:lnTo>
                    <a:pt x="0" y="62219"/>
                  </a:lnTo>
                  <a:lnTo>
                    <a:pt x="2009" y="66798"/>
                  </a:lnTo>
                  <a:lnTo>
                    <a:pt x="2009" y="69078"/>
                  </a:lnTo>
                  <a:lnTo>
                    <a:pt x="4186" y="69078"/>
                  </a:lnTo>
                  <a:lnTo>
                    <a:pt x="9880" y="73658"/>
                  </a:lnTo>
                  <a:lnTo>
                    <a:pt x="16244" y="73658"/>
                  </a:lnTo>
                  <a:lnTo>
                    <a:pt x="19929" y="73658"/>
                  </a:lnTo>
                  <a:lnTo>
                    <a:pt x="26125" y="69078"/>
                  </a:lnTo>
                  <a:lnTo>
                    <a:pt x="28135" y="66798"/>
                  </a:lnTo>
                  <a:lnTo>
                    <a:pt x="30312" y="62219"/>
                  </a:lnTo>
                  <a:lnTo>
                    <a:pt x="30312" y="59920"/>
                  </a:lnTo>
                  <a:lnTo>
                    <a:pt x="30312" y="58103"/>
                  </a:lnTo>
                  <a:lnTo>
                    <a:pt x="28135" y="55804"/>
                  </a:lnTo>
                  <a:lnTo>
                    <a:pt x="26125" y="51243"/>
                  </a:lnTo>
                  <a:lnTo>
                    <a:pt x="19929" y="48944"/>
                  </a:lnTo>
                  <a:lnTo>
                    <a:pt x="16244" y="48944"/>
                  </a:lnTo>
                </a:path>
              </a:pathLst>
            </a:custGeom>
            <a:ln w="12673">
              <a:solidFill>
                <a:srgbClr val="000000"/>
              </a:solidFill>
            </a:ln>
          </p:spPr>
          <p:txBody>
            <a:bodyPr wrap="square" lIns="0" tIns="0" rIns="0" bIns="0" rtlCol="0"/>
            <a:lstStyle/>
            <a:p/>
          </p:txBody>
        </p:sp>
      </p:grpSp>
      <p:sp>
        <p:nvSpPr>
          <p:cNvPr id="153" name="object 153" descr=""/>
          <p:cNvSpPr txBox="1"/>
          <p:nvPr/>
        </p:nvSpPr>
        <p:spPr>
          <a:xfrm>
            <a:off x="6371962" y="4165198"/>
            <a:ext cx="332105" cy="227329"/>
          </a:xfrm>
          <a:prstGeom prst="rect">
            <a:avLst/>
          </a:prstGeom>
        </p:spPr>
        <p:txBody>
          <a:bodyPr wrap="square" lIns="0" tIns="15240" rIns="0" bIns="0" rtlCol="0" vert="horz">
            <a:spAutoFit/>
          </a:bodyPr>
          <a:lstStyle/>
          <a:p>
            <a:pPr marL="12700">
              <a:lnSpc>
                <a:spcPct val="100000"/>
              </a:lnSpc>
              <a:spcBef>
                <a:spcPts val="120"/>
              </a:spcBef>
            </a:pPr>
            <a:r>
              <a:rPr dirty="0" sz="1300" spc="-85" b="1">
                <a:solidFill>
                  <a:srgbClr val="0000FF"/>
                </a:solidFill>
                <a:latin typeface="宋体"/>
                <a:cs typeface="宋体"/>
              </a:rPr>
              <a:t>气泡</a:t>
            </a:r>
            <a:endParaRPr sz="1300">
              <a:latin typeface="宋体"/>
              <a:cs typeface="宋体"/>
            </a:endParaRPr>
          </a:p>
        </p:txBody>
      </p:sp>
      <p:sp>
        <p:nvSpPr>
          <p:cNvPr id="154" name="object 154" descr=""/>
          <p:cNvSpPr/>
          <p:nvPr/>
        </p:nvSpPr>
        <p:spPr>
          <a:xfrm>
            <a:off x="6259727" y="4477701"/>
            <a:ext cx="209550" cy="198755"/>
          </a:xfrm>
          <a:custGeom>
            <a:avLst/>
            <a:gdLst/>
            <a:ahLst/>
            <a:cxnLst/>
            <a:rect l="l" t="t" r="r" b="b"/>
            <a:pathLst>
              <a:path w="209550" h="198754">
                <a:moveTo>
                  <a:pt x="68496" y="0"/>
                </a:moveTo>
                <a:lnTo>
                  <a:pt x="38686" y="0"/>
                </a:lnTo>
                <a:lnTo>
                  <a:pt x="38686" y="4579"/>
                </a:lnTo>
                <a:lnTo>
                  <a:pt x="40360" y="10994"/>
                </a:lnTo>
                <a:lnTo>
                  <a:pt x="44380" y="20134"/>
                </a:lnTo>
                <a:lnTo>
                  <a:pt x="44380" y="24713"/>
                </a:lnTo>
                <a:lnTo>
                  <a:pt x="46557" y="28829"/>
                </a:lnTo>
                <a:lnTo>
                  <a:pt x="46557" y="40268"/>
                </a:lnTo>
                <a:lnTo>
                  <a:pt x="44380" y="40268"/>
                </a:lnTo>
                <a:lnTo>
                  <a:pt x="42370" y="42548"/>
                </a:lnTo>
                <a:lnTo>
                  <a:pt x="40360" y="42548"/>
                </a:lnTo>
                <a:lnTo>
                  <a:pt x="28302" y="46664"/>
                </a:lnTo>
                <a:lnTo>
                  <a:pt x="20431" y="46664"/>
                </a:lnTo>
                <a:lnTo>
                  <a:pt x="14067" y="48944"/>
                </a:lnTo>
                <a:lnTo>
                  <a:pt x="12057" y="48944"/>
                </a:lnTo>
                <a:lnTo>
                  <a:pt x="10383" y="51243"/>
                </a:lnTo>
                <a:lnTo>
                  <a:pt x="8373" y="51243"/>
                </a:lnTo>
                <a:lnTo>
                  <a:pt x="8373" y="53523"/>
                </a:lnTo>
                <a:lnTo>
                  <a:pt x="0" y="89194"/>
                </a:lnTo>
                <a:lnTo>
                  <a:pt x="0" y="127163"/>
                </a:lnTo>
                <a:lnTo>
                  <a:pt x="8373" y="162852"/>
                </a:lnTo>
                <a:lnTo>
                  <a:pt x="12057" y="169248"/>
                </a:lnTo>
                <a:lnTo>
                  <a:pt x="16244" y="178388"/>
                </a:lnTo>
                <a:lnTo>
                  <a:pt x="22441" y="184803"/>
                </a:lnTo>
                <a:lnTo>
                  <a:pt x="28302" y="191662"/>
                </a:lnTo>
                <a:lnTo>
                  <a:pt x="40360" y="193943"/>
                </a:lnTo>
                <a:lnTo>
                  <a:pt x="50576" y="193943"/>
                </a:lnTo>
                <a:lnTo>
                  <a:pt x="58615" y="196242"/>
                </a:lnTo>
                <a:lnTo>
                  <a:pt x="68496" y="196242"/>
                </a:lnTo>
                <a:lnTo>
                  <a:pt x="76869" y="198522"/>
                </a:lnTo>
                <a:lnTo>
                  <a:pt x="107014" y="198522"/>
                </a:lnTo>
                <a:lnTo>
                  <a:pt x="124934" y="191662"/>
                </a:lnTo>
                <a:lnTo>
                  <a:pt x="131130" y="187083"/>
                </a:lnTo>
                <a:lnTo>
                  <a:pt x="147375" y="178388"/>
                </a:lnTo>
                <a:lnTo>
                  <a:pt x="163117" y="173827"/>
                </a:lnTo>
                <a:lnTo>
                  <a:pt x="171323" y="169248"/>
                </a:lnTo>
                <a:lnTo>
                  <a:pt x="179194" y="166968"/>
                </a:lnTo>
                <a:lnTo>
                  <a:pt x="185391" y="162852"/>
                </a:lnTo>
                <a:lnTo>
                  <a:pt x="193430" y="155992"/>
                </a:lnTo>
                <a:lnTo>
                  <a:pt x="199626" y="151413"/>
                </a:lnTo>
                <a:lnTo>
                  <a:pt x="203310" y="142718"/>
                </a:lnTo>
                <a:lnTo>
                  <a:pt x="207497" y="138138"/>
                </a:lnTo>
                <a:lnTo>
                  <a:pt x="207497" y="131279"/>
                </a:lnTo>
                <a:lnTo>
                  <a:pt x="209507" y="124883"/>
                </a:lnTo>
                <a:lnTo>
                  <a:pt x="209507" y="86913"/>
                </a:lnTo>
                <a:lnTo>
                  <a:pt x="203310" y="78218"/>
                </a:lnTo>
                <a:lnTo>
                  <a:pt x="197449" y="66779"/>
                </a:lnTo>
                <a:lnTo>
                  <a:pt x="195439" y="60383"/>
                </a:lnTo>
                <a:lnTo>
                  <a:pt x="195439" y="55804"/>
                </a:lnTo>
                <a:lnTo>
                  <a:pt x="191252" y="46664"/>
                </a:lnTo>
                <a:lnTo>
                  <a:pt x="187568" y="42548"/>
                </a:lnTo>
                <a:lnTo>
                  <a:pt x="181372" y="42548"/>
                </a:lnTo>
                <a:lnTo>
                  <a:pt x="177185" y="40268"/>
                </a:lnTo>
                <a:lnTo>
                  <a:pt x="171323" y="37969"/>
                </a:lnTo>
                <a:lnTo>
                  <a:pt x="167136" y="35688"/>
                </a:lnTo>
                <a:lnTo>
                  <a:pt x="163117" y="31109"/>
                </a:lnTo>
                <a:lnTo>
                  <a:pt x="153069" y="24713"/>
                </a:lnTo>
                <a:lnTo>
                  <a:pt x="110866" y="10994"/>
                </a:lnTo>
                <a:lnTo>
                  <a:pt x="96631" y="6859"/>
                </a:lnTo>
                <a:lnTo>
                  <a:pt x="82563" y="2298"/>
                </a:lnTo>
                <a:lnTo>
                  <a:pt x="68496" y="0"/>
                </a:lnTo>
                <a:close/>
              </a:path>
            </a:pathLst>
          </a:custGeom>
          <a:solidFill>
            <a:srgbClr val="FFFFFF"/>
          </a:solidFill>
        </p:spPr>
        <p:txBody>
          <a:bodyPr wrap="square" lIns="0" tIns="0" rIns="0" bIns="0" rtlCol="0"/>
          <a:lstStyle/>
          <a:p/>
        </p:txBody>
      </p:sp>
      <p:grpSp>
        <p:nvGrpSpPr>
          <p:cNvPr id="155" name="object 155" descr=""/>
          <p:cNvGrpSpPr/>
          <p:nvPr/>
        </p:nvGrpSpPr>
        <p:grpSpPr>
          <a:xfrm>
            <a:off x="7233776" y="4067611"/>
            <a:ext cx="542925" cy="579755"/>
            <a:chOff x="7233776" y="4067611"/>
            <a:chExt cx="542925" cy="579755"/>
          </a:xfrm>
        </p:grpSpPr>
        <p:sp>
          <p:nvSpPr>
            <p:cNvPr id="156" name="object 156" descr=""/>
            <p:cNvSpPr/>
            <p:nvPr/>
          </p:nvSpPr>
          <p:spPr>
            <a:xfrm>
              <a:off x="7240443" y="4074278"/>
              <a:ext cx="529590" cy="461645"/>
            </a:xfrm>
            <a:custGeom>
              <a:avLst/>
              <a:gdLst/>
              <a:ahLst/>
              <a:cxnLst/>
              <a:rect l="l" t="t" r="r" b="b"/>
              <a:pathLst>
                <a:path w="529590" h="461645">
                  <a:moveTo>
                    <a:pt x="48064" y="153693"/>
                  </a:moveTo>
                  <a:lnTo>
                    <a:pt x="13732" y="173809"/>
                  </a:lnTo>
                  <a:lnTo>
                    <a:pt x="0" y="204918"/>
                  </a:lnTo>
                  <a:lnTo>
                    <a:pt x="0" y="215894"/>
                  </a:lnTo>
                  <a:lnTo>
                    <a:pt x="0" y="225034"/>
                  </a:lnTo>
                  <a:lnTo>
                    <a:pt x="1674" y="233729"/>
                  </a:lnTo>
                  <a:lnTo>
                    <a:pt x="3684" y="240588"/>
                  </a:lnTo>
                  <a:lnTo>
                    <a:pt x="7871" y="249747"/>
                  </a:lnTo>
                  <a:lnTo>
                    <a:pt x="9880" y="256143"/>
                  </a:lnTo>
                  <a:lnTo>
                    <a:pt x="15742" y="260723"/>
                  </a:lnTo>
                  <a:lnTo>
                    <a:pt x="19929" y="267582"/>
                  </a:lnTo>
                  <a:lnTo>
                    <a:pt x="26125" y="271698"/>
                  </a:lnTo>
                  <a:lnTo>
                    <a:pt x="19929" y="280838"/>
                  </a:lnTo>
                  <a:lnTo>
                    <a:pt x="15742" y="291814"/>
                  </a:lnTo>
                  <a:lnTo>
                    <a:pt x="12057" y="303252"/>
                  </a:lnTo>
                  <a:lnTo>
                    <a:pt x="12057" y="314228"/>
                  </a:lnTo>
                  <a:lnTo>
                    <a:pt x="12057" y="321088"/>
                  </a:lnTo>
                  <a:lnTo>
                    <a:pt x="12057" y="327502"/>
                  </a:lnTo>
                  <a:lnTo>
                    <a:pt x="13732" y="332082"/>
                  </a:lnTo>
                  <a:lnTo>
                    <a:pt x="15742" y="338941"/>
                  </a:lnTo>
                  <a:lnTo>
                    <a:pt x="19929" y="349917"/>
                  </a:lnTo>
                  <a:lnTo>
                    <a:pt x="27800" y="358612"/>
                  </a:lnTo>
                  <a:lnTo>
                    <a:pt x="36006" y="365472"/>
                  </a:lnTo>
                  <a:lnTo>
                    <a:pt x="44045" y="372331"/>
                  </a:lnTo>
                  <a:lnTo>
                    <a:pt x="50241" y="374612"/>
                  </a:lnTo>
                  <a:lnTo>
                    <a:pt x="54260" y="376447"/>
                  </a:lnTo>
                  <a:lnTo>
                    <a:pt x="60122" y="376447"/>
                  </a:lnTo>
                  <a:lnTo>
                    <a:pt x="64309" y="376447"/>
                  </a:lnTo>
                  <a:lnTo>
                    <a:pt x="70170" y="376447"/>
                  </a:lnTo>
                  <a:lnTo>
                    <a:pt x="78376" y="390166"/>
                  </a:lnTo>
                  <a:lnTo>
                    <a:pt x="86248" y="401142"/>
                  </a:lnTo>
                  <a:lnTo>
                    <a:pt x="116560" y="425837"/>
                  </a:lnTo>
                  <a:lnTo>
                    <a:pt x="152734" y="434532"/>
                  </a:lnTo>
                  <a:lnTo>
                    <a:pt x="164624" y="432251"/>
                  </a:lnTo>
                  <a:lnTo>
                    <a:pt x="178860" y="429952"/>
                  </a:lnTo>
                  <a:lnTo>
                    <a:pt x="191252" y="425837"/>
                  </a:lnTo>
                  <a:lnTo>
                    <a:pt x="201133" y="416697"/>
                  </a:lnTo>
                  <a:lnTo>
                    <a:pt x="201133" y="418977"/>
                  </a:lnTo>
                  <a:lnTo>
                    <a:pt x="231446" y="450086"/>
                  </a:lnTo>
                  <a:lnTo>
                    <a:pt x="259246" y="461525"/>
                  </a:lnTo>
                  <a:lnTo>
                    <a:pt x="269629" y="461525"/>
                  </a:lnTo>
                  <a:lnTo>
                    <a:pt x="277500" y="461525"/>
                  </a:lnTo>
                  <a:lnTo>
                    <a:pt x="283697" y="459227"/>
                  </a:lnTo>
                  <a:lnTo>
                    <a:pt x="289558" y="459227"/>
                  </a:lnTo>
                  <a:lnTo>
                    <a:pt x="295755" y="456946"/>
                  </a:lnTo>
                  <a:lnTo>
                    <a:pt x="301616" y="452367"/>
                  </a:lnTo>
                  <a:lnTo>
                    <a:pt x="307813" y="450086"/>
                  </a:lnTo>
                  <a:lnTo>
                    <a:pt x="319871" y="441391"/>
                  </a:lnTo>
                  <a:lnTo>
                    <a:pt x="329752" y="432251"/>
                  </a:lnTo>
                  <a:lnTo>
                    <a:pt x="338125" y="418977"/>
                  </a:lnTo>
                  <a:lnTo>
                    <a:pt x="343819" y="405721"/>
                  </a:lnTo>
                  <a:lnTo>
                    <a:pt x="345997" y="398861"/>
                  </a:lnTo>
                  <a:lnTo>
                    <a:pt x="350183" y="392447"/>
                  </a:lnTo>
                  <a:lnTo>
                    <a:pt x="358054" y="396563"/>
                  </a:lnTo>
                  <a:lnTo>
                    <a:pt x="366261" y="401142"/>
                  </a:lnTo>
                  <a:lnTo>
                    <a:pt x="376309" y="403422"/>
                  </a:lnTo>
                  <a:lnTo>
                    <a:pt x="386190" y="405721"/>
                  </a:lnTo>
                  <a:lnTo>
                    <a:pt x="394563" y="403422"/>
                  </a:lnTo>
                  <a:lnTo>
                    <a:pt x="400257" y="403422"/>
                  </a:lnTo>
                  <a:lnTo>
                    <a:pt x="408631" y="401142"/>
                  </a:lnTo>
                  <a:lnTo>
                    <a:pt x="414493" y="398861"/>
                  </a:lnTo>
                  <a:lnTo>
                    <a:pt x="420689" y="394282"/>
                  </a:lnTo>
                  <a:lnTo>
                    <a:pt x="426383" y="390166"/>
                  </a:lnTo>
                  <a:lnTo>
                    <a:pt x="430570" y="385587"/>
                  </a:lnTo>
                  <a:lnTo>
                    <a:pt x="436766" y="381008"/>
                  </a:lnTo>
                  <a:lnTo>
                    <a:pt x="440618" y="374612"/>
                  </a:lnTo>
                  <a:lnTo>
                    <a:pt x="444637" y="367752"/>
                  </a:lnTo>
                  <a:lnTo>
                    <a:pt x="448824" y="360892"/>
                  </a:lnTo>
                  <a:lnTo>
                    <a:pt x="450499" y="354478"/>
                  </a:lnTo>
                  <a:lnTo>
                    <a:pt x="454686" y="345337"/>
                  </a:lnTo>
                  <a:lnTo>
                    <a:pt x="456695" y="338941"/>
                  </a:lnTo>
                  <a:lnTo>
                    <a:pt x="456695" y="329783"/>
                  </a:lnTo>
                  <a:lnTo>
                    <a:pt x="456695" y="321088"/>
                  </a:lnTo>
                  <a:lnTo>
                    <a:pt x="464567" y="321088"/>
                  </a:lnTo>
                  <a:lnTo>
                    <a:pt x="472940" y="316527"/>
                  </a:lnTo>
                  <a:lnTo>
                    <a:pt x="478634" y="314228"/>
                  </a:lnTo>
                  <a:lnTo>
                    <a:pt x="484998" y="309667"/>
                  </a:lnTo>
                  <a:lnTo>
                    <a:pt x="491195" y="305088"/>
                  </a:lnTo>
                  <a:lnTo>
                    <a:pt x="496889" y="300972"/>
                  </a:lnTo>
                  <a:lnTo>
                    <a:pt x="503253" y="294112"/>
                  </a:lnTo>
                  <a:lnTo>
                    <a:pt x="506937" y="287253"/>
                  </a:lnTo>
                  <a:lnTo>
                    <a:pt x="513133" y="280838"/>
                  </a:lnTo>
                  <a:lnTo>
                    <a:pt x="517320" y="273978"/>
                  </a:lnTo>
                  <a:lnTo>
                    <a:pt x="518995" y="267582"/>
                  </a:lnTo>
                  <a:lnTo>
                    <a:pt x="523182" y="258424"/>
                  </a:lnTo>
                  <a:lnTo>
                    <a:pt x="525191" y="251564"/>
                  </a:lnTo>
                  <a:lnTo>
                    <a:pt x="527201" y="242887"/>
                  </a:lnTo>
                  <a:lnTo>
                    <a:pt x="527201" y="233729"/>
                  </a:lnTo>
                  <a:lnTo>
                    <a:pt x="529378" y="225034"/>
                  </a:lnTo>
                  <a:lnTo>
                    <a:pt x="527201" y="215894"/>
                  </a:lnTo>
                  <a:lnTo>
                    <a:pt x="527201" y="207199"/>
                  </a:lnTo>
                  <a:lnTo>
                    <a:pt x="525191" y="200339"/>
                  </a:lnTo>
                  <a:lnTo>
                    <a:pt x="523182" y="191644"/>
                  </a:lnTo>
                  <a:lnTo>
                    <a:pt x="521005" y="184784"/>
                  </a:lnTo>
                  <a:lnTo>
                    <a:pt x="518995" y="178388"/>
                  </a:lnTo>
                  <a:lnTo>
                    <a:pt x="511124" y="164669"/>
                  </a:lnTo>
                  <a:lnTo>
                    <a:pt x="513133" y="155974"/>
                  </a:lnTo>
                  <a:lnTo>
                    <a:pt x="515143" y="149114"/>
                  </a:lnTo>
                  <a:lnTo>
                    <a:pt x="515143" y="142699"/>
                  </a:lnTo>
                  <a:lnTo>
                    <a:pt x="517320" y="133559"/>
                  </a:lnTo>
                  <a:lnTo>
                    <a:pt x="515143" y="120285"/>
                  </a:lnTo>
                  <a:lnTo>
                    <a:pt x="513133" y="108864"/>
                  </a:lnTo>
                  <a:lnTo>
                    <a:pt x="508947" y="97889"/>
                  </a:lnTo>
                  <a:lnTo>
                    <a:pt x="503253" y="86895"/>
                  </a:lnTo>
                  <a:lnTo>
                    <a:pt x="494879" y="77755"/>
                  </a:lnTo>
                  <a:lnTo>
                    <a:pt x="487008" y="69060"/>
                  </a:lnTo>
                  <a:lnTo>
                    <a:pt x="478634" y="62200"/>
                  </a:lnTo>
                  <a:lnTo>
                    <a:pt x="468753" y="57621"/>
                  </a:lnTo>
                  <a:lnTo>
                    <a:pt x="464567" y="46645"/>
                  </a:lnTo>
                  <a:lnTo>
                    <a:pt x="460882" y="35670"/>
                  </a:lnTo>
                  <a:lnTo>
                    <a:pt x="454686" y="26530"/>
                  </a:lnTo>
                  <a:lnTo>
                    <a:pt x="448824" y="17835"/>
                  </a:lnTo>
                  <a:lnTo>
                    <a:pt x="440618" y="10975"/>
                  </a:lnTo>
                  <a:lnTo>
                    <a:pt x="430570" y="4115"/>
                  </a:lnTo>
                  <a:lnTo>
                    <a:pt x="420689" y="2280"/>
                  </a:lnTo>
                  <a:lnTo>
                    <a:pt x="414493" y="2280"/>
                  </a:lnTo>
                  <a:lnTo>
                    <a:pt x="410306" y="0"/>
                  </a:lnTo>
                  <a:lnTo>
                    <a:pt x="404444" y="2280"/>
                  </a:lnTo>
                  <a:lnTo>
                    <a:pt x="396238" y="2280"/>
                  </a:lnTo>
                  <a:lnTo>
                    <a:pt x="390377" y="4115"/>
                  </a:lnTo>
                  <a:lnTo>
                    <a:pt x="384180" y="6396"/>
                  </a:lnTo>
                  <a:lnTo>
                    <a:pt x="378319" y="10975"/>
                  </a:lnTo>
                  <a:lnTo>
                    <a:pt x="374132" y="15554"/>
                  </a:lnTo>
                  <a:lnTo>
                    <a:pt x="368438" y="20115"/>
                  </a:lnTo>
                  <a:lnTo>
                    <a:pt x="364251" y="26530"/>
                  </a:lnTo>
                  <a:lnTo>
                    <a:pt x="360064" y="20115"/>
                  </a:lnTo>
                  <a:lnTo>
                    <a:pt x="355877" y="15554"/>
                  </a:lnTo>
                  <a:lnTo>
                    <a:pt x="352193" y="10975"/>
                  </a:lnTo>
                  <a:lnTo>
                    <a:pt x="345996" y="6396"/>
                  </a:lnTo>
                  <a:lnTo>
                    <a:pt x="340135" y="4115"/>
                  </a:lnTo>
                  <a:lnTo>
                    <a:pt x="333939" y="2280"/>
                  </a:lnTo>
                  <a:lnTo>
                    <a:pt x="327742" y="2280"/>
                  </a:lnTo>
                  <a:lnTo>
                    <a:pt x="321881" y="0"/>
                  </a:lnTo>
                  <a:lnTo>
                    <a:pt x="314009" y="2280"/>
                  </a:lnTo>
                  <a:lnTo>
                    <a:pt x="307813" y="4115"/>
                  </a:lnTo>
                  <a:lnTo>
                    <a:pt x="299942" y="6396"/>
                  </a:lnTo>
                  <a:lnTo>
                    <a:pt x="293745" y="10975"/>
                  </a:lnTo>
                  <a:lnTo>
                    <a:pt x="287549" y="15554"/>
                  </a:lnTo>
                  <a:lnTo>
                    <a:pt x="283697" y="21950"/>
                  </a:lnTo>
                  <a:lnTo>
                    <a:pt x="277500" y="28810"/>
                  </a:lnTo>
                  <a:lnTo>
                    <a:pt x="273314" y="35670"/>
                  </a:lnTo>
                  <a:lnTo>
                    <a:pt x="275491" y="37969"/>
                  </a:lnTo>
                  <a:lnTo>
                    <a:pt x="269629" y="31090"/>
                  </a:lnTo>
                  <a:lnTo>
                    <a:pt x="265442" y="26530"/>
                  </a:lnTo>
                  <a:lnTo>
                    <a:pt x="259246" y="24231"/>
                  </a:lnTo>
                  <a:lnTo>
                    <a:pt x="253385" y="20115"/>
                  </a:lnTo>
                  <a:lnTo>
                    <a:pt x="247188" y="17835"/>
                  </a:lnTo>
                  <a:lnTo>
                    <a:pt x="241494" y="15554"/>
                  </a:lnTo>
                  <a:lnTo>
                    <a:pt x="235130" y="15554"/>
                  </a:lnTo>
                  <a:lnTo>
                    <a:pt x="229436" y="15554"/>
                  </a:lnTo>
                  <a:lnTo>
                    <a:pt x="219053" y="15554"/>
                  </a:lnTo>
                  <a:lnTo>
                    <a:pt x="211182" y="17835"/>
                  </a:lnTo>
                  <a:lnTo>
                    <a:pt x="175008" y="46645"/>
                  </a:lnTo>
                  <a:lnTo>
                    <a:pt x="170988" y="55804"/>
                  </a:lnTo>
                  <a:lnTo>
                    <a:pt x="160940" y="51225"/>
                  </a:lnTo>
                  <a:lnTo>
                    <a:pt x="150557" y="46645"/>
                  </a:lnTo>
                  <a:lnTo>
                    <a:pt x="140676" y="44365"/>
                  </a:lnTo>
                  <a:lnTo>
                    <a:pt x="128618" y="42084"/>
                  </a:lnTo>
                  <a:lnTo>
                    <a:pt x="120747" y="42084"/>
                  </a:lnTo>
                  <a:lnTo>
                    <a:pt x="112373" y="44365"/>
                  </a:lnTo>
                  <a:lnTo>
                    <a:pt x="104502" y="46645"/>
                  </a:lnTo>
                  <a:lnTo>
                    <a:pt x="96296" y="51225"/>
                  </a:lnTo>
                  <a:lnTo>
                    <a:pt x="90434" y="55804"/>
                  </a:lnTo>
                  <a:lnTo>
                    <a:pt x="82061" y="59920"/>
                  </a:lnTo>
                  <a:lnTo>
                    <a:pt x="76367" y="64480"/>
                  </a:lnTo>
                  <a:lnTo>
                    <a:pt x="70170" y="71359"/>
                  </a:lnTo>
                  <a:lnTo>
                    <a:pt x="66318" y="77755"/>
                  </a:lnTo>
                  <a:lnTo>
                    <a:pt x="60122" y="86895"/>
                  </a:lnTo>
                  <a:lnTo>
                    <a:pt x="55935" y="93310"/>
                  </a:lnTo>
                  <a:lnTo>
                    <a:pt x="52251" y="102450"/>
                  </a:lnTo>
                  <a:lnTo>
                    <a:pt x="50241" y="111145"/>
                  </a:lnTo>
                  <a:lnTo>
                    <a:pt x="48064" y="120285"/>
                  </a:lnTo>
                  <a:lnTo>
                    <a:pt x="46054" y="131279"/>
                  </a:lnTo>
                  <a:lnTo>
                    <a:pt x="46054" y="140419"/>
                  </a:lnTo>
                  <a:lnTo>
                    <a:pt x="48064" y="153693"/>
                  </a:lnTo>
                </a:path>
                <a:path w="529590" h="461645">
                  <a:moveTo>
                    <a:pt x="26125" y="271698"/>
                  </a:moveTo>
                  <a:lnTo>
                    <a:pt x="31987" y="276277"/>
                  </a:lnTo>
                  <a:lnTo>
                    <a:pt x="40193" y="278558"/>
                  </a:lnTo>
                  <a:lnTo>
                    <a:pt x="46054" y="280838"/>
                  </a:lnTo>
                  <a:lnTo>
                    <a:pt x="54260" y="280838"/>
                  </a:lnTo>
                  <a:lnTo>
                    <a:pt x="58112" y="280838"/>
                  </a:lnTo>
                </a:path>
                <a:path w="529590" h="461645">
                  <a:moveTo>
                    <a:pt x="70170" y="376447"/>
                  </a:moveTo>
                  <a:lnTo>
                    <a:pt x="78376" y="374612"/>
                  </a:lnTo>
                  <a:lnTo>
                    <a:pt x="84238" y="372331"/>
                  </a:lnTo>
                </a:path>
                <a:path w="529590" h="461645">
                  <a:moveTo>
                    <a:pt x="192927" y="398861"/>
                  </a:moveTo>
                  <a:lnTo>
                    <a:pt x="197114" y="408001"/>
                  </a:lnTo>
                  <a:lnTo>
                    <a:pt x="201133" y="418977"/>
                  </a:lnTo>
                </a:path>
                <a:path w="529590" h="461645">
                  <a:moveTo>
                    <a:pt x="350183" y="392447"/>
                  </a:moveTo>
                  <a:lnTo>
                    <a:pt x="352193" y="381008"/>
                  </a:lnTo>
                  <a:lnTo>
                    <a:pt x="352193" y="372331"/>
                  </a:lnTo>
                </a:path>
                <a:path w="529590" h="461645">
                  <a:moveTo>
                    <a:pt x="456695" y="321088"/>
                  </a:moveTo>
                  <a:lnTo>
                    <a:pt x="456695" y="309667"/>
                  </a:lnTo>
                  <a:lnTo>
                    <a:pt x="454686" y="298692"/>
                  </a:lnTo>
                  <a:lnTo>
                    <a:pt x="450499" y="287253"/>
                  </a:lnTo>
                  <a:lnTo>
                    <a:pt x="446815" y="276277"/>
                  </a:lnTo>
                  <a:lnTo>
                    <a:pt x="440618" y="267582"/>
                  </a:lnTo>
                  <a:lnTo>
                    <a:pt x="434757" y="258424"/>
                  </a:lnTo>
                  <a:lnTo>
                    <a:pt x="426383" y="251564"/>
                  </a:lnTo>
                  <a:lnTo>
                    <a:pt x="418512" y="245168"/>
                  </a:lnTo>
                </a:path>
                <a:path w="529590" h="461645">
                  <a:moveTo>
                    <a:pt x="492869" y="193943"/>
                  </a:moveTo>
                  <a:lnTo>
                    <a:pt x="499066" y="187083"/>
                  </a:lnTo>
                  <a:lnTo>
                    <a:pt x="503253" y="180205"/>
                  </a:lnTo>
                  <a:lnTo>
                    <a:pt x="506937" y="171528"/>
                  </a:lnTo>
                  <a:lnTo>
                    <a:pt x="511124" y="164669"/>
                  </a:lnTo>
                </a:path>
                <a:path w="529590" h="461645">
                  <a:moveTo>
                    <a:pt x="468753" y="71359"/>
                  </a:moveTo>
                  <a:lnTo>
                    <a:pt x="468753" y="64480"/>
                  </a:lnTo>
                  <a:lnTo>
                    <a:pt x="468753" y="57621"/>
                  </a:lnTo>
                </a:path>
                <a:path w="529590" h="461645">
                  <a:moveTo>
                    <a:pt x="364251" y="26530"/>
                  </a:moveTo>
                  <a:lnTo>
                    <a:pt x="360064" y="33389"/>
                  </a:lnTo>
                  <a:lnTo>
                    <a:pt x="355877" y="42084"/>
                  </a:lnTo>
                </a:path>
                <a:path w="529590" h="461645">
                  <a:moveTo>
                    <a:pt x="273314" y="35670"/>
                  </a:moveTo>
                  <a:lnTo>
                    <a:pt x="271639" y="42084"/>
                  </a:lnTo>
                  <a:lnTo>
                    <a:pt x="269629" y="51225"/>
                  </a:lnTo>
                </a:path>
                <a:path w="529590" h="461645">
                  <a:moveTo>
                    <a:pt x="187066" y="71359"/>
                  </a:moveTo>
                  <a:lnTo>
                    <a:pt x="178860" y="62200"/>
                  </a:lnTo>
                  <a:lnTo>
                    <a:pt x="170988" y="55804"/>
                  </a:lnTo>
                </a:path>
                <a:path w="529590" h="461645">
                  <a:moveTo>
                    <a:pt x="48064" y="153693"/>
                  </a:moveTo>
                  <a:lnTo>
                    <a:pt x="48064" y="162370"/>
                  </a:lnTo>
                  <a:lnTo>
                    <a:pt x="50241" y="169229"/>
                  </a:lnTo>
                </a:path>
              </a:pathLst>
            </a:custGeom>
            <a:ln w="12673">
              <a:solidFill>
                <a:srgbClr val="000000"/>
              </a:solidFill>
            </a:ln>
          </p:spPr>
          <p:txBody>
            <a:bodyPr wrap="square" lIns="0" tIns="0" rIns="0" bIns="0" rtlCol="0"/>
            <a:lstStyle/>
            <a:p/>
          </p:txBody>
        </p:sp>
        <p:sp>
          <p:nvSpPr>
            <p:cNvPr id="157" name="object 157" descr=""/>
            <p:cNvSpPr/>
            <p:nvPr/>
          </p:nvSpPr>
          <p:spPr>
            <a:xfrm>
              <a:off x="7298556" y="4497835"/>
              <a:ext cx="88900" cy="78105"/>
            </a:xfrm>
            <a:custGeom>
              <a:avLst/>
              <a:gdLst/>
              <a:ahLst/>
              <a:cxnLst/>
              <a:rect l="l" t="t" r="r" b="b"/>
              <a:pathLst>
                <a:path w="88900" h="78104">
                  <a:moveTo>
                    <a:pt x="52251" y="0"/>
                  </a:moveTo>
                  <a:lnTo>
                    <a:pt x="44380" y="0"/>
                  </a:lnTo>
                  <a:lnTo>
                    <a:pt x="34331" y="0"/>
                  </a:lnTo>
                  <a:lnTo>
                    <a:pt x="26125" y="4579"/>
                  </a:lnTo>
                  <a:lnTo>
                    <a:pt x="0" y="31109"/>
                  </a:lnTo>
                  <a:lnTo>
                    <a:pt x="0" y="46645"/>
                  </a:lnTo>
                  <a:lnTo>
                    <a:pt x="34331" y="75919"/>
                  </a:lnTo>
                  <a:lnTo>
                    <a:pt x="44380" y="77755"/>
                  </a:lnTo>
                  <a:lnTo>
                    <a:pt x="52251" y="75919"/>
                  </a:lnTo>
                  <a:lnTo>
                    <a:pt x="84573" y="53523"/>
                  </a:lnTo>
                  <a:lnTo>
                    <a:pt x="88760" y="37969"/>
                  </a:lnTo>
                  <a:lnTo>
                    <a:pt x="84573" y="24249"/>
                  </a:lnTo>
                  <a:lnTo>
                    <a:pt x="80386" y="17835"/>
                  </a:lnTo>
                  <a:lnTo>
                    <a:pt x="74692" y="10975"/>
                  </a:lnTo>
                  <a:lnTo>
                    <a:pt x="68328" y="6396"/>
                  </a:lnTo>
                  <a:lnTo>
                    <a:pt x="60457" y="4579"/>
                  </a:lnTo>
                  <a:lnTo>
                    <a:pt x="52251" y="0"/>
                  </a:lnTo>
                  <a:close/>
                </a:path>
              </a:pathLst>
            </a:custGeom>
            <a:solidFill>
              <a:srgbClr val="FFFFFF"/>
            </a:solidFill>
          </p:spPr>
          <p:txBody>
            <a:bodyPr wrap="square" lIns="0" tIns="0" rIns="0" bIns="0" rtlCol="0"/>
            <a:lstStyle/>
            <a:p/>
          </p:txBody>
        </p:sp>
        <p:sp>
          <p:nvSpPr>
            <p:cNvPr id="158" name="object 158" descr=""/>
            <p:cNvSpPr/>
            <p:nvPr/>
          </p:nvSpPr>
          <p:spPr>
            <a:xfrm>
              <a:off x="7298556" y="4497835"/>
              <a:ext cx="88900" cy="78105"/>
            </a:xfrm>
            <a:custGeom>
              <a:avLst/>
              <a:gdLst/>
              <a:ahLst/>
              <a:cxnLst/>
              <a:rect l="l" t="t" r="r" b="b"/>
              <a:pathLst>
                <a:path w="88900" h="78104">
                  <a:moveTo>
                    <a:pt x="44380" y="0"/>
                  </a:moveTo>
                  <a:lnTo>
                    <a:pt x="34331" y="0"/>
                  </a:lnTo>
                  <a:lnTo>
                    <a:pt x="26125" y="4579"/>
                  </a:lnTo>
                  <a:lnTo>
                    <a:pt x="18254" y="6396"/>
                  </a:lnTo>
                  <a:lnTo>
                    <a:pt x="12057" y="10975"/>
                  </a:lnTo>
                  <a:lnTo>
                    <a:pt x="6196" y="17835"/>
                  </a:lnTo>
                  <a:lnTo>
                    <a:pt x="2009" y="24249"/>
                  </a:lnTo>
                  <a:lnTo>
                    <a:pt x="0" y="31109"/>
                  </a:lnTo>
                  <a:lnTo>
                    <a:pt x="0" y="37969"/>
                  </a:lnTo>
                  <a:lnTo>
                    <a:pt x="26125" y="73639"/>
                  </a:lnTo>
                  <a:lnTo>
                    <a:pt x="44380" y="77755"/>
                  </a:lnTo>
                  <a:lnTo>
                    <a:pt x="52251" y="75919"/>
                  </a:lnTo>
                  <a:lnTo>
                    <a:pt x="84573" y="53523"/>
                  </a:lnTo>
                  <a:lnTo>
                    <a:pt x="88760" y="37969"/>
                  </a:lnTo>
                  <a:lnTo>
                    <a:pt x="86582" y="31109"/>
                  </a:lnTo>
                  <a:lnTo>
                    <a:pt x="84573" y="24249"/>
                  </a:lnTo>
                  <a:lnTo>
                    <a:pt x="80386" y="17835"/>
                  </a:lnTo>
                  <a:lnTo>
                    <a:pt x="74692" y="10975"/>
                  </a:lnTo>
                  <a:lnTo>
                    <a:pt x="68328" y="6396"/>
                  </a:lnTo>
                  <a:lnTo>
                    <a:pt x="60457" y="4579"/>
                  </a:lnTo>
                  <a:lnTo>
                    <a:pt x="52251" y="0"/>
                  </a:lnTo>
                  <a:lnTo>
                    <a:pt x="44380" y="0"/>
                  </a:lnTo>
                </a:path>
              </a:pathLst>
            </a:custGeom>
            <a:ln w="12758">
              <a:solidFill>
                <a:srgbClr val="000000"/>
              </a:solidFill>
            </a:ln>
          </p:spPr>
          <p:txBody>
            <a:bodyPr wrap="square" lIns="0" tIns="0" rIns="0" bIns="0" rtlCol="0"/>
            <a:lstStyle/>
            <a:p/>
          </p:txBody>
        </p:sp>
        <p:sp>
          <p:nvSpPr>
            <p:cNvPr id="159" name="object 159" descr=""/>
            <p:cNvSpPr/>
            <p:nvPr/>
          </p:nvSpPr>
          <p:spPr>
            <a:xfrm>
              <a:off x="7272430" y="4566895"/>
              <a:ext cx="60960" cy="51435"/>
            </a:xfrm>
            <a:custGeom>
              <a:avLst/>
              <a:gdLst/>
              <a:ahLst/>
              <a:cxnLst/>
              <a:rect l="l" t="t" r="r" b="b"/>
              <a:pathLst>
                <a:path w="60959" h="51435">
                  <a:moveTo>
                    <a:pt x="30312" y="0"/>
                  </a:moveTo>
                  <a:lnTo>
                    <a:pt x="23948" y="2298"/>
                  </a:lnTo>
                  <a:lnTo>
                    <a:pt x="18254" y="2298"/>
                  </a:lnTo>
                  <a:lnTo>
                    <a:pt x="14067" y="4579"/>
                  </a:lnTo>
                  <a:lnTo>
                    <a:pt x="9880" y="8695"/>
                  </a:lnTo>
                  <a:lnTo>
                    <a:pt x="6196" y="10994"/>
                  </a:lnTo>
                  <a:lnTo>
                    <a:pt x="4019" y="15554"/>
                  </a:lnTo>
                  <a:lnTo>
                    <a:pt x="2009" y="20134"/>
                  </a:lnTo>
                  <a:lnTo>
                    <a:pt x="0" y="26530"/>
                  </a:lnTo>
                  <a:lnTo>
                    <a:pt x="4019" y="35688"/>
                  </a:lnTo>
                  <a:lnTo>
                    <a:pt x="6196" y="40268"/>
                  </a:lnTo>
                  <a:lnTo>
                    <a:pt x="9880" y="44383"/>
                  </a:lnTo>
                  <a:lnTo>
                    <a:pt x="18254" y="48944"/>
                  </a:lnTo>
                  <a:lnTo>
                    <a:pt x="23948" y="51243"/>
                  </a:lnTo>
                  <a:lnTo>
                    <a:pt x="36508" y="51243"/>
                  </a:lnTo>
                  <a:lnTo>
                    <a:pt x="60457" y="26530"/>
                  </a:lnTo>
                  <a:lnTo>
                    <a:pt x="58447" y="20134"/>
                  </a:lnTo>
                  <a:lnTo>
                    <a:pt x="56438" y="15554"/>
                  </a:lnTo>
                  <a:lnTo>
                    <a:pt x="54260" y="10994"/>
                  </a:lnTo>
                  <a:lnTo>
                    <a:pt x="50074" y="8695"/>
                  </a:lnTo>
                  <a:lnTo>
                    <a:pt x="46389" y="4579"/>
                  </a:lnTo>
                  <a:lnTo>
                    <a:pt x="42202" y="2298"/>
                  </a:lnTo>
                  <a:lnTo>
                    <a:pt x="36508" y="2298"/>
                  </a:lnTo>
                  <a:lnTo>
                    <a:pt x="30312" y="0"/>
                  </a:lnTo>
                  <a:close/>
                </a:path>
              </a:pathLst>
            </a:custGeom>
            <a:solidFill>
              <a:srgbClr val="FFFFFF"/>
            </a:solidFill>
          </p:spPr>
          <p:txBody>
            <a:bodyPr wrap="square" lIns="0" tIns="0" rIns="0" bIns="0" rtlCol="0"/>
            <a:lstStyle/>
            <a:p/>
          </p:txBody>
        </p:sp>
        <p:sp>
          <p:nvSpPr>
            <p:cNvPr id="160" name="object 160" descr=""/>
            <p:cNvSpPr/>
            <p:nvPr/>
          </p:nvSpPr>
          <p:spPr>
            <a:xfrm>
              <a:off x="7264559" y="4566895"/>
              <a:ext cx="68580" cy="73660"/>
            </a:xfrm>
            <a:custGeom>
              <a:avLst/>
              <a:gdLst/>
              <a:ahLst/>
              <a:cxnLst/>
              <a:rect l="l" t="t" r="r" b="b"/>
              <a:pathLst>
                <a:path w="68579" h="73660">
                  <a:moveTo>
                    <a:pt x="38183" y="0"/>
                  </a:moveTo>
                  <a:lnTo>
                    <a:pt x="31819" y="2298"/>
                  </a:lnTo>
                  <a:lnTo>
                    <a:pt x="26125" y="2298"/>
                  </a:lnTo>
                  <a:lnTo>
                    <a:pt x="21938" y="4579"/>
                  </a:lnTo>
                  <a:lnTo>
                    <a:pt x="17752" y="8695"/>
                  </a:lnTo>
                  <a:lnTo>
                    <a:pt x="14067" y="10994"/>
                  </a:lnTo>
                  <a:lnTo>
                    <a:pt x="11890" y="15554"/>
                  </a:lnTo>
                  <a:lnTo>
                    <a:pt x="9880" y="20134"/>
                  </a:lnTo>
                  <a:lnTo>
                    <a:pt x="7871" y="26530"/>
                  </a:lnTo>
                  <a:lnTo>
                    <a:pt x="9880" y="31109"/>
                  </a:lnTo>
                  <a:lnTo>
                    <a:pt x="11890" y="35688"/>
                  </a:lnTo>
                  <a:lnTo>
                    <a:pt x="14067" y="40268"/>
                  </a:lnTo>
                  <a:lnTo>
                    <a:pt x="17752" y="44383"/>
                  </a:lnTo>
                  <a:lnTo>
                    <a:pt x="21938" y="46664"/>
                  </a:lnTo>
                  <a:lnTo>
                    <a:pt x="26125" y="48944"/>
                  </a:lnTo>
                  <a:lnTo>
                    <a:pt x="31819" y="51243"/>
                  </a:lnTo>
                  <a:lnTo>
                    <a:pt x="38183" y="51243"/>
                  </a:lnTo>
                  <a:lnTo>
                    <a:pt x="44380" y="51243"/>
                  </a:lnTo>
                  <a:lnTo>
                    <a:pt x="66318" y="31109"/>
                  </a:lnTo>
                  <a:lnTo>
                    <a:pt x="68328" y="26530"/>
                  </a:lnTo>
                  <a:lnTo>
                    <a:pt x="66318" y="20134"/>
                  </a:lnTo>
                  <a:lnTo>
                    <a:pt x="64309" y="15554"/>
                  </a:lnTo>
                  <a:lnTo>
                    <a:pt x="62132" y="10994"/>
                  </a:lnTo>
                  <a:lnTo>
                    <a:pt x="57945" y="8695"/>
                  </a:lnTo>
                  <a:lnTo>
                    <a:pt x="54260" y="4579"/>
                  </a:lnTo>
                  <a:lnTo>
                    <a:pt x="50074" y="2298"/>
                  </a:lnTo>
                  <a:lnTo>
                    <a:pt x="44380" y="2298"/>
                  </a:lnTo>
                  <a:lnTo>
                    <a:pt x="38183" y="0"/>
                  </a:lnTo>
                </a:path>
                <a:path w="68579" h="73660">
                  <a:moveTo>
                    <a:pt x="14067" y="48944"/>
                  </a:moveTo>
                  <a:lnTo>
                    <a:pt x="7871" y="48944"/>
                  </a:lnTo>
                  <a:lnTo>
                    <a:pt x="3684" y="51243"/>
                  </a:lnTo>
                  <a:lnTo>
                    <a:pt x="0" y="55804"/>
                  </a:lnTo>
                  <a:lnTo>
                    <a:pt x="0" y="58103"/>
                  </a:lnTo>
                  <a:lnTo>
                    <a:pt x="0" y="59920"/>
                  </a:lnTo>
                  <a:lnTo>
                    <a:pt x="0" y="62219"/>
                  </a:lnTo>
                  <a:lnTo>
                    <a:pt x="0" y="66798"/>
                  </a:lnTo>
                  <a:lnTo>
                    <a:pt x="3684" y="69078"/>
                  </a:lnTo>
                  <a:lnTo>
                    <a:pt x="7871" y="73658"/>
                  </a:lnTo>
                  <a:lnTo>
                    <a:pt x="14067" y="73658"/>
                  </a:lnTo>
                  <a:lnTo>
                    <a:pt x="19929" y="73658"/>
                  </a:lnTo>
                  <a:lnTo>
                    <a:pt x="23948" y="69078"/>
                  </a:lnTo>
                  <a:lnTo>
                    <a:pt x="28135" y="66798"/>
                  </a:lnTo>
                  <a:lnTo>
                    <a:pt x="28135" y="62219"/>
                  </a:lnTo>
                  <a:lnTo>
                    <a:pt x="28135" y="59920"/>
                  </a:lnTo>
                  <a:lnTo>
                    <a:pt x="28135" y="58103"/>
                  </a:lnTo>
                  <a:lnTo>
                    <a:pt x="28135" y="55804"/>
                  </a:lnTo>
                  <a:lnTo>
                    <a:pt x="23948" y="51243"/>
                  </a:lnTo>
                  <a:lnTo>
                    <a:pt x="19929" y="48944"/>
                  </a:lnTo>
                  <a:lnTo>
                    <a:pt x="14067" y="48944"/>
                  </a:lnTo>
                </a:path>
              </a:pathLst>
            </a:custGeom>
            <a:ln w="12673">
              <a:solidFill>
                <a:srgbClr val="000000"/>
              </a:solidFill>
            </a:ln>
          </p:spPr>
          <p:txBody>
            <a:bodyPr wrap="square" lIns="0" tIns="0" rIns="0" bIns="0" rtlCol="0"/>
            <a:lstStyle/>
            <a:p/>
          </p:txBody>
        </p:sp>
      </p:grpSp>
      <p:sp>
        <p:nvSpPr>
          <p:cNvPr id="161" name="object 161" descr=""/>
          <p:cNvSpPr txBox="1"/>
          <p:nvPr/>
        </p:nvSpPr>
        <p:spPr>
          <a:xfrm>
            <a:off x="7313992" y="4165198"/>
            <a:ext cx="332105" cy="227329"/>
          </a:xfrm>
          <a:prstGeom prst="rect">
            <a:avLst/>
          </a:prstGeom>
        </p:spPr>
        <p:txBody>
          <a:bodyPr wrap="square" lIns="0" tIns="15240" rIns="0" bIns="0" rtlCol="0" vert="horz">
            <a:spAutoFit/>
          </a:bodyPr>
          <a:lstStyle/>
          <a:p>
            <a:pPr marL="12700">
              <a:lnSpc>
                <a:spcPct val="100000"/>
              </a:lnSpc>
              <a:spcBef>
                <a:spcPts val="120"/>
              </a:spcBef>
            </a:pPr>
            <a:r>
              <a:rPr dirty="0" sz="1300" spc="-85" b="1">
                <a:solidFill>
                  <a:srgbClr val="0000FF"/>
                </a:solidFill>
                <a:latin typeface="宋体"/>
                <a:cs typeface="宋体"/>
              </a:rPr>
              <a:t>气泡</a:t>
            </a:r>
            <a:endParaRPr sz="1300">
              <a:latin typeface="宋体"/>
              <a:cs typeface="宋体"/>
            </a:endParaRPr>
          </a:p>
        </p:txBody>
      </p:sp>
      <p:sp>
        <p:nvSpPr>
          <p:cNvPr id="162" name="object 162" descr=""/>
          <p:cNvSpPr/>
          <p:nvPr/>
        </p:nvSpPr>
        <p:spPr>
          <a:xfrm>
            <a:off x="7201925" y="4477701"/>
            <a:ext cx="212090" cy="198755"/>
          </a:xfrm>
          <a:custGeom>
            <a:avLst/>
            <a:gdLst/>
            <a:ahLst/>
            <a:cxnLst/>
            <a:rect l="l" t="t" r="r" b="b"/>
            <a:pathLst>
              <a:path w="212090" h="198754">
                <a:moveTo>
                  <a:pt x="70505" y="0"/>
                </a:moveTo>
                <a:lnTo>
                  <a:pt x="38518" y="0"/>
                </a:lnTo>
                <a:lnTo>
                  <a:pt x="40193" y="4579"/>
                </a:lnTo>
                <a:lnTo>
                  <a:pt x="40193" y="10994"/>
                </a:lnTo>
                <a:lnTo>
                  <a:pt x="46389" y="24713"/>
                </a:lnTo>
                <a:lnTo>
                  <a:pt x="46389" y="40268"/>
                </a:lnTo>
                <a:lnTo>
                  <a:pt x="44380" y="40268"/>
                </a:lnTo>
                <a:lnTo>
                  <a:pt x="42202" y="42548"/>
                </a:lnTo>
                <a:lnTo>
                  <a:pt x="40193" y="42548"/>
                </a:lnTo>
                <a:lnTo>
                  <a:pt x="28135" y="46664"/>
                </a:lnTo>
                <a:lnTo>
                  <a:pt x="22273" y="46664"/>
                </a:lnTo>
                <a:lnTo>
                  <a:pt x="16077" y="48944"/>
                </a:lnTo>
                <a:lnTo>
                  <a:pt x="11890" y="48944"/>
                </a:lnTo>
                <a:lnTo>
                  <a:pt x="11890" y="51243"/>
                </a:lnTo>
                <a:lnTo>
                  <a:pt x="10383" y="51243"/>
                </a:lnTo>
                <a:lnTo>
                  <a:pt x="10383" y="53523"/>
                </a:lnTo>
                <a:lnTo>
                  <a:pt x="4019" y="71359"/>
                </a:lnTo>
                <a:lnTo>
                  <a:pt x="0" y="109328"/>
                </a:lnTo>
                <a:lnTo>
                  <a:pt x="0" y="118023"/>
                </a:lnTo>
                <a:lnTo>
                  <a:pt x="2009" y="127163"/>
                </a:lnTo>
                <a:lnTo>
                  <a:pt x="2009" y="135858"/>
                </a:lnTo>
                <a:lnTo>
                  <a:pt x="6196" y="153693"/>
                </a:lnTo>
                <a:lnTo>
                  <a:pt x="10383" y="162852"/>
                </a:lnTo>
                <a:lnTo>
                  <a:pt x="11890" y="169248"/>
                </a:lnTo>
                <a:lnTo>
                  <a:pt x="18254" y="178388"/>
                </a:lnTo>
                <a:lnTo>
                  <a:pt x="22273" y="184803"/>
                </a:lnTo>
                <a:lnTo>
                  <a:pt x="28135" y="191662"/>
                </a:lnTo>
                <a:lnTo>
                  <a:pt x="40193" y="193943"/>
                </a:lnTo>
                <a:lnTo>
                  <a:pt x="50576" y="193943"/>
                </a:lnTo>
                <a:lnTo>
                  <a:pt x="60457" y="196242"/>
                </a:lnTo>
                <a:lnTo>
                  <a:pt x="68328" y="196242"/>
                </a:lnTo>
                <a:lnTo>
                  <a:pt x="76702" y="198522"/>
                </a:lnTo>
                <a:lnTo>
                  <a:pt x="108689" y="198522"/>
                </a:lnTo>
                <a:lnTo>
                  <a:pt x="112708" y="196242"/>
                </a:lnTo>
                <a:lnTo>
                  <a:pt x="119072" y="193943"/>
                </a:lnTo>
                <a:lnTo>
                  <a:pt x="126943" y="191662"/>
                </a:lnTo>
                <a:lnTo>
                  <a:pt x="138834" y="182967"/>
                </a:lnTo>
                <a:lnTo>
                  <a:pt x="147207" y="178388"/>
                </a:lnTo>
                <a:lnTo>
                  <a:pt x="162950" y="173827"/>
                </a:lnTo>
                <a:lnTo>
                  <a:pt x="171323" y="169248"/>
                </a:lnTo>
                <a:lnTo>
                  <a:pt x="179194" y="166968"/>
                </a:lnTo>
                <a:lnTo>
                  <a:pt x="187401" y="162852"/>
                </a:lnTo>
                <a:lnTo>
                  <a:pt x="193262" y="155992"/>
                </a:lnTo>
                <a:lnTo>
                  <a:pt x="199459" y="151413"/>
                </a:lnTo>
                <a:lnTo>
                  <a:pt x="205320" y="142718"/>
                </a:lnTo>
                <a:lnTo>
                  <a:pt x="207330" y="138138"/>
                </a:lnTo>
                <a:lnTo>
                  <a:pt x="209507" y="131279"/>
                </a:lnTo>
                <a:lnTo>
                  <a:pt x="209507" y="96053"/>
                </a:lnTo>
                <a:lnTo>
                  <a:pt x="211517" y="86913"/>
                </a:lnTo>
                <a:lnTo>
                  <a:pt x="203143" y="78218"/>
                </a:lnTo>
                <a:lnTo>
                  <a:pt x="201468" y="71359"/>
                </a:lnTo>
                <a:lnTo>
                  <a:pt x="197449" y="66779"/>
                </a:lnTo>
                <a:lnTo>
                  <a:pt x="197449" y="60383"/>
                </a:lnTo>
                <a:lnTo>
                  <a:pt x="191252" y="46664"/>
                </a:lnTo>
                <a:lnTo>
                  <a:pt x="187401" y="42548"/>
                </a:lnTo>
                <a:lnTo>
                  <a:pt x="183214" y="42548"/>
                </a:lnTo>
                <a:lnTo>
                  <a:pt x="177017" y="40268"/>
                </a:lnTo>
                <a:lnTo>
                  <a:pt x="173333" y="37969"/>
                </a:lnTo>
                <a:lnTo>
                  <a:pt x="167136" y="35688"/>
                </a:lnTo>
                <a:lnTo>
                  <a:pt x="162950" y="31109"/>
                </a:lnTo>
                <a:lnTo>
                  <a:pt x="155079" y="24713"/>
                </a:lnTo>
                <a:lnTo>
                  <a:pt x="138834" y="20134"/>
                </a:lnTo>
                <a:lnTo>
                  <a:pt x="110698" y="10994"/>
                </a:lnTo>
                <a:lnTo>
                  <a:pt x="96631" y="6859"/>
                </a:lnTo>
                <a:lnTo>
                  <a:pt x="84573" y="2298"/>
                </a:lnTo>
                <a:lnTo>
                  <a:pt x="70505" y="0"/>
                </a:lnTo>
                <a:close/>
              </a:path>
            </a:pathLst>
          </a:custGeom>
          <a:solidFill>
            <a:srgbClr val="FFFFFF"/>
          </a:solidFill>
        </p:spPr>
        <p:txBody>
          <a:bodyPr wrap="square" lIns="0" tIns="0" rIns="0" bIns="0" rtlCol="0"/>
          <a:lstStyle/>
          <a:p/>
        </p:txBody>
      </p:sp>
      <p:grpSp>
        <p:nvGrpSpPr>
          <p:cNvPr id="163" name="object 163" descr=""/>
          <p:cNvGrpSpPr/>
          <p:nvPr/>
        </p:nvGrpSpPr>
        <p:grpSpPr>
          <a:xfrm>
            <a:off x="8256359" y="4067611"/>
            <a:ext cx="541020" cy="579755"/>
            <a:chOff x="8256359" y="4067611"/>
            <a:chExt cx="541020" cy="579755"/>
          </a:xfrm>
        </p:grpSpPr>
        <p:sp>
          <p:nvSpPr>
            <p:cNvPr id="164" name="object 164" descr=""/>
            <p:cNvSpPr/>
            <p:nvPr/>
          </p:nvSpPr>
          <p:spPr>
            <a:xfrm>
              <a:off x="8263027" y="4074278"/>
              <a:ext cx="527685" cy="461645"/>
            </a:xfrm>
            <a:custGeom>
              <a:avLst/>
              <a:gdLst/>
              <a:ahLst/>
              <a:cxnLst/>
              <a:rect l="l" t="t" r="r" b="b"/>
              <a:pathLst>
                <a:path w="527684" h="461645">
                  <a:moveTo>
                    <a:pt x="46054" y="153693"/>
                  </a:moveTo>
                  <a:lnTo>
                    <a:pt x="12057" y="173809"/>
                  </a:lnTo>
                  <a:lnTo>
                    <a:pt x="0" y="204918"/>
                  </a:lnTo>
                  <a:lnTo>
                    <a:pt x="0" y="215894"/>
                  </a:lnTo>
                  <a:lnTo>
                    <a:pt x="0" y="225034"/>
                  </a:lnTo>
                  <a:lnTo>
                    <a:pt x="0" y="233729"/>
                  </a:lnTo>
                  <a:lnTo>
                    <a:pt x="3684" y="240588"/>
                  </a:lnTo>
                  <a:lnTo>
                    <a:pt x="5861" y="249747"/>
                  </a:lnTo>
                  <a:lnTo>
                    <a:pt x="9880" y="256143"/>
                  </a:lnTo>
                  <a:lnTo>
                    <a:pt x="14067" y="260723"/>
                  </a:lnTo>
                  <a:lnTo>
                    <a:pt x="19929" y="267582"/>
                  </a:lnTo>
                  <a:lnTo>
                    <a:pt x="26125" y="271698"/>
                  </a:lnTo>
                  <a:lnTo>
                    <a:pt x="17752" y="280838"/>
                  </a:lnTo>
                  <a:lnTo>
                    <a:pt x="14067" y="291814"/>
                  </a:lnTo>
                  <a:lnTo>
                    <a:pt x="12057" y="303252"/>
                  </a:lnTo>
                  <a:lnTo>
                    <a:pt x="9880" y="314228"/>
                  </a:lnTo>
                  <a:lnTo>
                    <a:pt x="12057" y="321088"/>
                  </a:lnTo>
                  <a:lnTo>
                    <a:pt x="12057" y="327502"/>
                  </a:lnTo>
                  <a:lnTo>
                    <a:pt x="14067" y="332082"/>
                  </a:lnTo>
                  <a:lnTo>
                    <a:pt x="14067" y="338941"/>
                  </a:lnTo>
                  <a:lnTo>
                    <a:pt x="43877" y="372331"/>
                  </a:lnTo>
                  <a:lnTo>
                    <a:pt x="54260" y="376447"/>
                  </a:lnTo>
                  <a:lnTo>
                    <a:pt x="58112" y="376447"/>
                  </a:lnTo>
                  <a:lnTo>
                    <a:pt x="64309" y="376447"/>
                  </a:lnTo>
                  <a:lnTo>
                    <a:pt x="70003" y="376447"/>
                  </a:lnTo>
                  <a:lnTo>
                    <a:pt x="76367" y="390166"/>
                  </a:lnTo>
                  <a:lnTo>
                    <a:pt x="84238" y="401142"/>
                  </a:lnTo>
                  <a:lnTo>
                    <a:pt x="114550" y="425837"/>
                  </a:lnTo>
                  <a:lnTo>
                    <a:pt x="152566" y="434532"/>
                  </a:lnTo>
                  <a:lnTo>
                    <a:pt x="164624" y="432251"/>
                  </a:lnTo>
                  <a:lnTo>
                    <a:pt x="177185" y="429952"/>
                  </a:lnTo>
                  <a:lnTo>
                    <a:pt x="189075" y="425837"/>
                  </a:lnTo>
                  <a:lnTo>
                    <a:pt x="201133" y="416697"/>
                  </a:lnTo>
                  <a:lnTo>
                    <a:pt x="201133" y="418977"/>
                  </a:lnTo>
                  <a:lnTo>
                    <a:pt x="229436" y="450086"/>
                  </a:lnTo>
                  <a:lnTo>
                    <a:pt x="259581" y="461525"/>
                  </a:lnTo>
                  <a:lnTo>
                    <a:pt x="269629" y="461525"/>
                  </a:lnTo>
                  <a:lnTo>
                    <a:pt x="275491" y="461525"/>
                  </a:lnTo>
                  <a:lnTo>
                    <a:pt x="281687" y="459227"/>
                  </a:lnTo>
                  <a:lnTo>
                    <a:pt x="289558" y="459227"/>
                  </a:lnTo>
                  <a:lnTo>
                    <a:pt x="295755" y="456946"/>
                  </a:lnTo>
                  <a:lnTo>
                    <a:pt x="301616" y="452367"/>
                  </a:lnTo>
                  <a:lnTo>
                    <a:pt x="307813" y="450086"/>
                  </a:lnTo>
                  <a:lnTo>
                    <a:pt x="317694" y="441391"/>
                  </a:lnTo>
                  <a:lnTo>
                    <a:pt x="328077" y="432251"/>
                  </a:lnTo>
                  <a:lnTo>
                    <a:pt x="335948" y="418977"/>
                  </a:lnTo>
                  <a:lnTo>
                    <a:pt x="343819" y="405721"/>
                  </a:lnTo>
                  <a:lnTo>
                    <a:pt x="345997" y="398861"/>
                  </a:lnTo>
                  <a:lnTo>
                    <a:pt x="348006" y="392447"/>
                  </a:lnTo>
                  <a:lnTo>
                    <a:pt x="355877" y="396563"/>
                  </a:lnTo>
                  <a:lnTo>
                    <a:pt x="366261" y="401142"/>
                  </a:lnTo>
                  <a:lnTo>
                    <a:pt x="376309" y="403422"/>
                  </a:lnTo>
                  <a:lnTo>
                    <a:pt x="386190" y="405721"/>
                  </a:lnTo>
                  <a:lnTo>
                    <a:pt x="392386" y="403422"/>
                  </a:lnTo>
                  <a:lnTo>
                    <a:pt x="400257" y="403422"/>
                  </a:lnTo>
                  <a:lnTo>
                    <a:pt x="406454" y="401142"/>
                  </a:lnTo>
                  <a:lnTo>
                    <a:pt x="412315" y="398861"/>
                  </a:lnTo>
                  <a:lnTo>
                    <a:pt x="418512" y="394282"/>
                  </a:lnTo>
                  <a:lnTo>
                    <a:pt x="424373" y="390166"/>
                  </a:lnTo>
                  <a:lnTo>
                    <a:pt x="446815" y="360892"/>
                  </a:lnTo>
                  <a:lnTo>
                    <a:pt x="450834" y="354478"/>
                  </a:lnTo>
                  <a:lnTo>
                    <a:pt x="452509" y="345337"/>
                  </a:lnTo>
                  <a:lnTo>
                    <a:pt x="454686" y="338941"/>
                  </a:lnTo>
                  <a:lnTo>
                    <a:pt x="456695" y="329783"/>
                  </a:lnTo>
                  <a:lnTo>
                    <a:pt x="456695" y="321088"/>
                  </a:lnTo>
                  <a:lnTo>
                    <a:pt x="462892" y="321088"/>
                  </a:lnTo>
                  <a:lnTo>
                    <a:pt x="470763" y="316527"/>
                  </a:lnTo>
                  <a:lnTo>
                    <a:pt x="476960" y="314228"/>
                  </a:lnTo>
                  <a:lnTo>
                    <a:pt x="484998" y="309667"/>
                  </a:lnTo>
                  <a:lnTo>
                    <a:pt x="491195" y="305088"/>
                  </a:lnTo>
                  <a:lnTo>
                    <a:pt x="496889" y="300972"/>
                  </a:lnTo>
                  <a:lnTo>
                    <a:pt x="501076" y="294112"/>
                  </a:lnTo>
                  <a:lnTo>
                    <a:pt x="506937" y="287253"/>
                  </a:lnTo>
                  <a:lnTo>
                    <a:pt x="511124" y="280838"/>
                  </a:lnTo>
                  <a:lnTo>
                    <a:pt x="515143" y="273978"/>
                  </a:lnTo>
                  <a:lnTo>
                    <a:pt x="519330" y="267582"/>
                  </a:lnTo>
                  <a:lnTo>
                    <a:pt x="521005" y="258424"/>
                  </a:lnTo>
                  <a:lnTo>
                    <a:pt x="525191" y="251564"/>
                  </a:lnTo>
                  <a:lnTo>
                    <a:pt x="525191" y="242887"/>
                  </a:lnTo>
                  <a:lnTo>
                    <a:pt x="527201" y="233729"/>
                  </a:lnTo>
                  <a:lnTo>
                    <a:pt x="527201" y="225034"/>
                  </a:lnTo>
                  <a:lnTo>
                    <a:pt x="527201" y="215894"/>
                  </a:lnTo>
                  <a:lnTo>
                    <a:pt x="525191" y="207199"/>
                  </a:lnTo>
                  <a:lnTo>
                    <a:pt x="525191" y="200339"/>
                  </a:lnTo>
                  <a:lnTo>
                    <a:pt x="523014" y="191644"/>
                  </a:lnTo>
                  <a:lnTo>
                    <a:pt x="521005" y="184784"/>
                  </a:lnTo>
                  <a:lnTo>
                    <a:pt x="517320" y="178388"/>
                  </a:lnTo>
                  <a:lnTo>
                    <a:pt x="511124" y="164669"/>
                  </a:lnTo>
                  <a:lnTo>
                    <a:pt x="508947" y="164669"/>
                  </a:lnTo>
                  <a:lnTo>
                    <a:pt x="513133" y="155974"/>
                  </a:lnTo>
                  <a:lnTo>
                    <a:pt x="513133" y="149114"/>
                  </a:lnTo>
                  <a:lnTo>
                    <a:pt x="515143" y="142699"/>
                  </a:lnTo>
                  <a:lnTo>
                    <a:pt x="515143" y="133559"/>
                  </a:lnTo>
                  <a:lnTo>
                    <a:pt x="515143" y="120285"/>
                  </a:lnTo>
                  <a:lnTo>
                    <a:pt x="494879" y="77755"/>
                  </a:lnTo>
                  <a:lnTo>
                    <a:pt x="466744" y="57621"/>
                  </a:lnTo>
                  <a:lnTo>
                    <a:pt x="446815" y="17835"/>
                  </a:lnTo>
                  <a:lnTo>
                    <a:pt x="420689" y="2280"/>
                  </a:lnTo>
                  <a:lnTo>
                    <a:pt x="414325" y="2280"/>
                  </a:lnTo>
                  <a:lnTo>
                    <a:pt x="408631" y="0"/>
                  </a:lnTo>
                  <a:lnTo>
                    <a:pt x="402435" y="2280"/>
                  </a:lnTo>
                  <a:lnTo>
                    <a:pt x="396573" y="2280"/>
                  </a:lnTo>
                  <a:lnTo>
                    <a:pt x="390377" y="4115"/>
                  </a:lnTo>
                  <a:lnTo>
                    <a:pt x="384180" y="6396"/>
                  </a:lnTo>
                  <a:lnTo>
                    <a:pt x="378319" y="10975"/>
                  </a:lnTo>
                  <a:lnTo>
                    <a:pt x="372122" y="15554"/>
                  </a:lnTo>
                  <a:lnTo>
                    <a:pt x="368270" y="20115"/>
                  </a:lnTo>
                  <a:lnTo>
                    <a:pt x="364251" y="26530"/>
                  </a:lnTo>
                  <a:lnTo>
                    <a:pt x="333939" y="2280"/>
                  </a:lnTo>
                  <a:lnTo>
                    <a:pt x="328077" y="2280"/>
                  </a:lnTo>
                  <a:lnTo>
                    <a:pt x="321881" y="0"/>
                  </a:lnTo>
                  <a:lnTo>
                    <a:pt x="314009" y="2280"/>
                  </a:lnTo>
                  <a:lnTo>
                    <a:pt x="305636" y="4115"/>
                  </a:lnTo>
                  <a:lnTo>
                    <a:pt x="299942" y="6396"/>
                  </a:lnTo>
                  <a:lnTo>
                    <a:pt x="293745" y="10975"/>
                  </a:lnTo>
                  <a:lnTo>
                    <a:pt x="287381" y="15554"/>
                  </a:lnTo>
                  <a:lnTo>
                    <a:pt x="281687" y="21950"/>
                  </a:lnTo>
                  <a:lnTo>
                    <a:pt x="277500" y="28810"/>
                  </a:lnTo>
                  <a:lnTo>
                    <a:pt x="273816" y="35670"/>
                  </a:lnTo>
                  <a:lnTo>
                    <a:pt x="273816" y="37969"/>
                  </a:lnTo>
                  <a:lnTo>
                    <a:pt x="269629" y="31090"/>
                  </a:lnTo>
                  <a:lnTo>
                    <a:pt x="263433" y="26530"/>
                  </a:lnTo>
                  <a:lnTo>
                    <a:pt x="257571" y="24231"/>
                  </a:lnTo>
                  <a:lnTo>
                    <a:pt x="253385" y="20115"/>
                  </a:lnTo>
                  <a:lnTo>
                    <a:pt x="247188" y="17835"/>
                  </a:lnTo>
                  <a:lnTo>
                    <a:pt x="241327" y="15554"/>
                  </a:lnTo>
                  <a:lnTo>
                    <a:pt x="233120" y="15554"/>
                  </a:lnTo>
                  <a:lnTo>
                    <a:pt x="227259" y="15554"/>
                  </a:lnTo>
                  <a:lnTo>
                    <a:pt x="219388" y="15554"/>
                  </a:lnTo>
                  <a:lnTo>
                    <a:pt x="211182" y="17835"/>
                  </a:lnTo>
                  <a:lnTo>
                    <a:pt x="201133" y="20115"/>
                  </a:lnTo>
                  <a:lnTo>
                    <a:pt x="194937" y="26530"/>
                  </a:lnTo>
                  <a:lnTo>
                    <a:pt x="187066" y="31090"/>
                  </a:lnTo>
                  <a:lnTo>
                    <a:pt x="180869" y="37969"/>
                  </a:lnTo>
                  <a:lnTo>
                    <a:pt x="175008" y="46645"/>
                  </a:lnTo>
                  <a:lnTo>
                    <a:pt x="170821" y="55804"/>
                  </a:lnTo>
                  <a:lnTo>
                    <a:pt x="160940" y="51225"/>
                  </a:lnTo>
                  <a:lnTo>
                    <a:pt x="150892" y="46645"/>
                  </a:lnTo>
                  <a:lnTo>
                    <a:pt x="138499" y="44365"/>
                  </a:lnTo>
                  <a:lnTo>
                    <a:pt x="128618" y="42084"/>
                  </a:lnTo>
                  <a:lnTo>
                    <a:pt x="120747" y="42084"/>
                  </a:lnTo>
                  <a:lnTo>
                    <a:pt x="112373" y="44365"/>
                  </a:lnTo>
                  <a:lnTo>
                    <a:pt x="104502" y="46645"/>
                  </a:lnTo>
                  <a:lnTo>
                    <a:pt x="96631" y="51225"/>
                  </a:lnTo>
                  <a:lnTo>
                    <a:pt x="88257" y="55804"/>
                  </a:lnTo>
                  <a:lnTo>
                    <a:pt x="60122" y="86895"/>
                  </a:lnTo>
                  <a:lnTo>
                    <a:pt x="55935" y="93310"/>
                  </a:lnTo>
                  <a:lnTo>
                    <a:pt x="52251" y="102450"/>
                  </a:lnTo>
                  <a:lnTo>
                    <a:pt x="50241" y="111145"/>
                  </a:lnTo>
                  <a:lnTo>
                    <a:pt x="48064" y="120285"/>
                  </a:lnTo>
                  <a:lnTo>
                    <a:pt x="46054" y="131279"/>
                  </a:lnTo>
                  <a:lnTo>
                    <a:pt x="46054" y="140419"/>
                  </a:lnTo>
                  <a:lnTo>
                    <a:pt x="46054" y="153693"/>
                  </a:lnTo>
                </a:path>
                <a:path w="527684" h="461645">
                  <a:moveTo>
                    <a:pt x="26125" y="271698"/>
                  </a:moveTo>
                  <a:lnTo>
                    <a:pt x="31987" y="276277"/>
                  </a:lnTo>
                  <a:lnTo>
                    <a:pt x="38183" y="278558"/>
                  </a:lnTo>
                  <a:lnTo>
                    <a:pt x="43877" y="280838"/>
                  </a:lnTo>
                  <a:lnTo>
                    <a:pt x="52251" y="280838"/>
                  </a:lnTo>
                  <a:lnTo>
                    <a:pt x="55935" y="280838"/>
                  </a:lnTo>
                </a:path>
                <a:path w="527684" h="461645">
                  <a:moveTo>
                    <a:pt x="70003" y="376447"/>
                  </a:moveTo>
                  <a:lnTo>
                    <a:pt x="76367" y="374612"/>
                  </a:lnTo>
                  <a:lnTo>
                    <a:pt x="84238" y="372331"/>
                  </a:lnTo>
                </a:path>
                <a:path w="527684" h="461645">
                  <a:moveTo>
                    <a:pt x="192927" y="398861"/>
                  </a:moveTo>
                  <a:lnTo>
                    <a:pt x="194937" y="408001"/>
                  </a:lnTo>
                  <a:lnTo>
                    <a:pt x="201133" y="418977"/>
                  </a:lnTo>
                </a:path>
                <a:path w="527684" h="461645">
                  <a:moveTo>
                    <a:pt x="348006" y="392447"/>
                  </a:moveTo>
                  <a:lnTo>
                    <a:pt x="350016" y="381008"/>
                  </a:lnTo>
                  <a:lnTo>
                    <a:pt x="352193" y="372331"/>
                  </a:lnTo>
                </a:path>
                <a:path w="527684" h="461645">
                  <a:moveTo>
                    <a:pt x="456695" y="321088"/>
                  </a:moveTo>
                  <a:lnTo>
                    <a:pt x="454686" y="309667"/>
                  </a:lnTo>
                  <a:lnTo>
                    <a:pt x="452509" y="298692"/>
                  </a:lnTo>
                  <a:lnTo>
                    <a:pt x="450834" y="287253"/>
                  </a:lnTo>
                  <a:lnTo>
                    <a:pt x="444637" y="276277"/>
                  </a:lnTo>
                  <a:lnTo>
                    <a:pt x="440451" y="267582"/>
                  </a:lnTo>
                  <a:lnTo>
                    <a:pt x="432579" y="258424"/>
                  </a:lnTo>
                  <a:lnTo>
                    <a:pt x="424373" y="251564"/>
                  </a:lnTo>
                  <a:lnTo>
                    <a:pt x="416502" y="245168"/>
                  </a:lnTo>
                </a:path>
                <a:path w="527684" h="461645">
                  <a:moveTo>
                    <a:pt x="492869" y="193943"/>
                  </a:moveTo>
                  <a:lnTo>
                    <a:pt x="496889" y="187083"/>
                  </a:lnTo>
                  <a:lnTo>
                    <a:pt x="503085" y="180205"/>
                  </a:lnTo>
                  <a:lnTo>
                    <a:pt x="506937" y="171528"/>
                  </a:lnTo>
                  <a:lnTo>
                    <a:pt x="508947" y="164669"/>
                  </a:lnTo>
                </a:path>
                <a:path w="527684" h="461645">
                  <a:moveTo>
                    <a:pt x="468753" y="71359"/>
                  </a:moveTo>
                  <a:lnTo>
                    <a:pt x="468753" y="64480"/>
                  </a:lnTo>
                  <a:lnTo>
                    <a:pt x="466744" y="57621"/>
                  </a:lnTo>
                </a:path>
                <a:path w="527684" h="461645">
                  <a:moveTo>
                    <a:pt x="364251" y="26530"/>
                  </a:moveTo>
                  <a:lnTo>
                    <a:pt x="358054" y="33389"/>
                  </a:lnTo>
                  <a:lnTo>
                    <a:pt x="354203" y="42084"/>
                  </a:lnTo>
                </a:path>
                <a:path w="527684" h="461645">
                  <a:moveTo>
                    <a:pt x="273816" y="35670"/>
                  </a:moveTo>
                  <a:lnTo>
                    <a:pt x="271639" y="42084"/>
                  </a:lnTo>
                  <a:lnTo>
                    <a:pt x="269629" y="51225"/>
                  </a:lnTo>
                </a:path>
                <a:path w="527684" h="461645">
                  <a:moveTo>
                    <a:pt x="187066" y="71359"/>
                  </a:moveTo>
                  <a:lnTo>
                    <a:pt x="178692" y="62200"/>
                  </a:lnTo>
                  <a:lnTo>
                    <a:pt x="170821" y="55804"/>
                  </a:lnTo>
                </a:path>
                <a:path w="527684" h="461645">
                  <a:moveTo>
                    <a:pt x="46054" y="153693"/>
                  </a:moveTo>
                  <a:lnTo>
                    <a:pt x="48064" y="162370"/>
                  </a:lnTo>
                  <a:lnTo>
                    <a:pt x="50241" y="169229"/>
                  </a:lnTo>
                </a:path>
              </a:pathLst>
            </a:custGeom>
            <a:ln w="12673">
              <a:solidFill>
                <a:srgbClr val="000000"/>
              </a:solidFill>
            </a:ln>
          </p:spPr>
          <p:txBody>
            <a:bodyPr wrap="square" lIns="0" tIns="0" rIns="0" bIns="0" rtlCol="0"/>
            <a:lstStyle/>
            <a:p/>
          </p:txBody>
        </p:sp>
        <p:sp>
          <p:nvSpPr>
            <p:cNvPr id="165" name="object 165" descr=""/>
            <p:cNvSpPr/>
            <p:nvPr/>
          </p:nvSpPr>
          <p:spPr>
            <a:xfrm>
              <a:off x="8318962" y="4497835"/>
              <a:ext cx="88900" cy="78105"/>
            </a:xfrm>
            <a:custGeom>
              <a:avLst/>
              <a:gdLst/>
              <a:ahLst/>
              <a:cxnLst/>
              <a:rect l="l" t="t" r="r" b="b"/>
              <a:pathLst>
                <a:path w="88900" h="78104">
                  <a:moveTo>
                    <a:pt x="54428" y="0"/>
                  </a:moveTo>
                  <a:lnTo>
                    <a:pt x="44380" y="0"/>
                  </a:lnTo>
                  <a:lnTo>
                    <a:pt x="36508" y="0"/>
                  </a:lnTo>
                  <a:lnTo>
                    <a:pt x="28302" y="4579"/>
                  </a:lnTo>
                  <a:lnTo>
                    <a:pt x="0" y="37969"/>
                  </a:lnTo>
                  <a:lnTo>
                    <a:pt x="2177" y="46645"/>
                  </a:lnTo>
                  <a:lnTo>
                    <a:pt x="36508" y="75919"/>
                  </a:lnTo>
                  <a:lnTo>
                    <a:pt x="44380" y="77755"/>
                  </a:lnTo>
                  <a:lnTo>
                    <a:pt x="54428" y="75919"/>
                  </a:lnTo>
                  <a:lnTo>
                    <a:pt x="62634" y="73639"/>
                  </a:lnTo>
                  <a:lnTo>
                    <a:pt x="68496" y="71359"/>
                  </a:lnTo>
                  <a:lnTo>
                    <a:pt x="76869" y="66779"/>
                  </a:lnTo>
                  <a:lnTo>
                    <a:pt x="88760" y="46645"/>
                  </a:lnTo>
                  <a:lnTo>
                    <a:pt x="88760" y="31109"/>
                  </a:lnTo>
                  <a:lnTo>
                    <a:pt x="76869" y="10975"/>
                  </a:lnTo>
                  <a:lnTo>
                    <a:pt x="68496" y="6396"/>
                  </a:lnTo>
                  <a:lnTo>
                    <a:pt x="62634" y="4579"/>
                  </a:lnTo>
                  <a:lnTo>
                    <a:pt x="54428" y="0"/>
                  </a:lnTo>
                  <a:close/>
                </a:path>
              </a:pathLst>
            </a:custGeom>
            <a:solidFill>
              <a:srgbClr val="FFFFFF"/>
            </a:solidFill>
          </p:spPr>
          <p:txBody>
            <a:bodyPr wrap="square" lIns="0" tIns="0" rIns="0" bIns="0" rtlCol="0"/>
            <a:lstStyle/>
            <a:p/>
          </p:txBody>
        </p:sp>
        <p:sp>
          <p:nvSpPr>
            <p:cNvPr id="166" name="object 166" descr=""/>
            <p:cNvSpPr/>
            <p:nvPr/>
          </p:nvSpPr>
          <p:spPr>
            <a:xfrm>
              <a:off x="8318962" y="4497835"/>
              <a:ext cx="88900" cy="78105"/>
            </a:xfrm>
            <a:custGeom>
              <a:avLst/>
              <a:gdLst/>
              <a:ahLst/>
              <a:cxnLst/>
              <a:rect l="l" t="t" r="r" b="b"/>
              <a:pathLst>
                <a:path w="88900" h="78104">
                  <a:moveTo>
                    <a:pt x="44380" y="0"/>
                  </a:moveTo>
                  <a:lnTo>
                    <a:pt x="36508" y="0"/>
                  </a:lnTo>
                  <a:lnTo>
                    <a:pt x="28302" y="4579"/>
                  </a:lnTo>
                  <a:lnTo>
                    <a:pt x="20431" y="6396"/>
                  </a:lnTo>
                  <a:lnTo>
                    <a:pt x="14067" y="10975"/>
                  </a:lnTo>
                  <a:lnTo>
                    <a:pt x="8373" y="17835"/>
                  </a:lnTo>
                  <a:lnTo>
                    <a:pt x="4186" y="24249"/>
                  </a:lnTo>
                  <a:lnTo>
                    <a:pt x="2177" y="31109"/>
                  </a:lnTo>
                  <a:lnTo>
                    <a:pt x="0" y="37969"/>
                  </a:lnTo>
                  <a:lnTo>
                    <a:pt x="20431" y="71359"/>
                  </a:lnTo>
                  <a:lnTo>
                    <a:pt x="44380" y="77755"/>
                  </a:lnTo>
                  <a:lnTo>
                    <a:pt x="54428" y="75919"/>
                  </a:lnTo>
                  <a:lnTo>
                    <a:pt x="62634" y="73639"/>
                  </a:lnTo>
                  <a:lnTo>
                    <a:pt x="68496" y="71359"/>
                  </a:lnTo>
                  <a:lnTo>
                    <a:pt x="76869" y="66779"/>
                  </a:lnTo>
                  <a:lnTo>
                    <a:pt x="80888" y="59920"/>
                  </a:lnTo>
                  <a:lnTo>
                    <a:pt x="84740" y="53523"/>
                  </a:lnTo>
                  <a:lnTo>
                    <a:pt x="88760" y="46645"/>
                  </a:lnTo>
                  <a:lnTo>
                    <a:pt x="88760" y="37969"/>
                  </a:lnTo>
                  <a:lnTo>
                    <a:pt x="88760" y="31109"/>
                  </a:lnTo>
                  <a:lnTo>
                    <a:pt x="84740" y="24249"/>
                  </a:lnTo>
                  <a:lnTo>
                    <a:pt x="80888" y="17835"/>
                  </a:lnTo>
                  <a:lnTo>
                    <a:pt x="76869" y="10975"/>
                  </a:lnTo>
                  <a:lnTo>
                    <a:pt x="68496" y="6396"/>
                  </a:lnTo>
                  <a:lnTo>
                    <a:pt x="62634" y="4579"/>
                  </a:lnTo>
                  <a:lnTo>
                    <a:pt x="54428" y="0"/>
                  </a:lnTo>
                  <a:lnTo>
                    <a:pt x="44380" y="0"/>
                  </a:lnTo>
                </a:path>
              </a:pathLst>
            </a:custGeom>
            <a:ln w="12758">
              <a:solidFill>
                <a:srgbClr val="000000"/>
              </a:solidFill>
            </a:ln>
          </p:spPr>
          <p:txBody>
            <a:bodyPr wrap="square" lIns="0" tIns="0" rIns="0" bIns="0" rtlCol="0"/>
            <a:lstStyle/>
            <a:p/>
          </p:txBody>
        </p:sp>
        <p:sp>
          <p:nvSpPr>
            <p:cNvPr id="167" name="object 167" descr=""/>
            <p:cNvSpPr/>
            <p:nvPr/>
          </p:nvSpPr>
          <p:spPr>
            <a:xfrm>
              <a:off x="8295014" y="4566895"/>
              <a:ext cx="59055" cy="51435"/>
            </a:xfrm>
            <a:custGeom>
              <a:avLst/>
              <a:gdLst/>
              <a:ahLst/>
              <a:cxnLst/>
              <a:rect l="l" t="t" r="r" b="b"/>
              <a:pathLst>
                <a:path w="59054" h="51435">
                  <a:moveTo>
                    <a:pt x="28135" y="0"/>
                  </a:moveTo>
                  <a:lnTo>
                    <a:pt x="22273" y="2298"/>
                  </a:lnTo>
                  <a:lnTo>
                    <a:pt x="18254" y="2298"/>
                  </a:lnTo>
                  <a:lnTo>
                    <a:pt x="11890" y="4579"/>
                  </a:lnTo>
                  <a:lnTo>
                    <a:pt x="8206" y="8695"/>
                  </a:lnTo>
                  <a:lnTo>
                    <a:pt x="4019" y="10994"/>
                  </a:lnTo>
                  <a:lnTo>
                    <a:pt x="0" y="20134"/>
                  </a:lnTo>
                  <a:lnTo>
                    <a:pt x="18254" y="48944"/>
                  </a:lnTo>
                  <a:lnTo>
                    <a:pt x="22273" y="51243"/>
                  </a:lnTo>
                  <a:lnTo>
                    <a:pt x="34331" y="51243"/>
                  </a:lnTo>
                  <a:lnTo>
                    <a:pt x="40193" y="48944"/>
                  </a:lnTo>
                  <a:lnTo>
                    <a:pt x="46389" y="46664"/>
                  </a:lnTo>
                  <a:lnTo>
                    <a:pt x="50576" y="44383"/>
                  </a:lnTo>
                  <a:lnTo>
                    <a:pt x="54260" y="40268"/>
                  </a:lnTo>
                  <a:lnTo>
                    <a:pt x="56270" y="35688"/>
                  </a:lnTo>
                  <a:lnTo>
                    <a:pt x="58447" y="31109"/>
                  </a:lnTo>
                  <a:lnTo>
                    <a:pt x="58447" y="20134"/>
                  </a:lnTo>
                  <a:lnTo>
                    <a:pt x="56270" y="15554"/>
                  </a:lnTo>
                  <a:lnTo>
                    <a:pt x="54260" y="10994"/>
                  </a:lnTo>
                  <a:lnTo>
                    <a:pt x="50576" y="8695"/>
                  </a:lnTo>
                  <a:lnTo>
                    <a:pt x="46389" y="4579"/>
                  </a:lnTo>
                  <a:lnTo>
                    <a:pt x="40193" y="2298"/>
                  </a:lnTo>
                  <a:lnTo>
                    <a:pt x="34331" y="2298"/>
                  </a:lnTo>
                  <a:lnTo>
                    <a:pt x="28135" y="0"/>
                  </a:lnTo>
                  <a:close/>
                </a:path>
              </a:pathLst>
            </a:custGeom>
            <a:solidFill>
              <a:srgbClr val="FFFFFF"/>
            </a:solidFill>
          </p:spPr>
          <p:txBody>
            <a:bodyPr wrap="square" lIns="0" tIns="0" rIns="0" bIns="0" rtlCol="0"/>
            <a:lstStyle/>
            <a:p/>
          </p:txBody>
        </p:sp>
        <p:sp>
          <p:nvSpPr>
            <p:cNvPr id="168" name="object 168" descr=""/>
            <p:cNvSpPr/>
            <p:nvPr/>
          </p:nvSpPr>
          <p:spPr>
            <a:xfrm>
              <a:off x="8284965" y="4566895"/>
              <a:ext cx="68580" cy="73660"/>
            </a:xfrm>
            <a:custGeom>
              <a:avLst/>
              <a:gdLst/>
              <a:ahLst/>
              <a:cxnLst/>
              <a:rect l="l" t="t" r="r" b="b"/>
              <a:pathLst>
                <a:path w="68579" h="73660">
                  <a:moveTo>
                    <a:pt x="38183" y="0"/>
                  </a:moveTo>
                  <a:lnTo>
                    <a:pt x="32322" y="2298"/>
                  </a:lnTo>
                  <a:lnTo>
                    <a:pt x="28302" y="2298"/>
                  </a:lnTo>
                  <a:lnTo>
                    <a:pt x="21938" y="4579"/>
                  </a:lnTo>
                  <a:lnTo>
                    <a:pt x="18254" y="8695"/>
                  </a:lnTo>
                  <a:lnTo>
                    <a:pt x="14067" y="10994"/>
                  </a:lnTo>
                  <a:lnTo>
                    <a:pt x="12057" y="15554"/>
                  </a:lnTo>
                  <a:lnTo>
                    <a:pt x="10048" y="20134"/>
                  </a:lnTo>
                  <a:lnTo>
                    <a:pt x="10048" y="26530"/>
                  </a:lnTo>
                  <a:lnTo>
                    <a:pt x="10048" y="31109"/>
                  </a:lnTo>
                  <a:lnTo>
                    <a:pt x="12057" y="35688"/>
                  </a:lnTo>
                  <a:lnTo>
                    <a:pt x="14067" y="40268"/>
                  </a:lnTo>
                  <a:lnTo>
                    <a:pt x="18254" y="44383"/>
                  </a:lnTo>
                  <a:lnTo>
                    <a:pt x="21938" y="46664"/>
                  </a:lnTo>
                  <a:lnTo>
                    <a:pt x="28302" y="48944"/>
                  </a:lnTo>
                  <a:lnTo>
                    <a:pt x="32322" y="51243"/>
                  </a:lnTo>
                  <a:lnTo>
                    <a:pt x="38183" y="51243"/>
                  </a:lnTo>
                  <a:lnTo>
                    <a:pt x="44380" y="51243"/>
                  </a:lnTo>
                  <a:lnTo>
                    <a:pt x="50241" y="48944"/>
                  </a:lnTo>
                  <a:lnTo>
                    <a:pt x="56438" y="46664"/>
                  </a:lnTo>
                  <a:lnTo>
                    <a:pt x="60624" y="44383"/>
                  </a:lnTo>
                  <a:lnTo>
                    <a:pt x="64309" y="40268"/>
                  </a:lnTo>
                  <a:lnTo>
                    <a:pt x="66318" y="35688"/>
                  </a:lnTo>
                  <a:lnTo>
                    <a:pt x="68496" y="31109"/>
                  </a:lnTo>
                  <a:lnTo>
                    <a:pt x="68496" y="26530"/>
                  </a:lnTo>
                  <a:lnTo>
                    <a:pt x="68496" y="20134"/>
                  </a:lnTo>
                  <a:lnTo>
                    <a:pt x="66318" y="15554"/>
                  </a:lnTo>
                  <a:lnTo>
                    <a:pt x="64309" y="10994"/>
                  </a:lnTo>
                  <a:lnTo>
                    <a:pt x="60624" y="8695"/>
                  </a:lnTo>
                  <a:lnTo>
                    <a:pt x="56438" y="4579"/>
                  </a:lnTo>
                  <a:lnTo>
                    <a:pt x="50241" y="2298"/>
                  </a:lnTo>
                  <a:lnTo>
                    <a:pt x="44380" y="2298"/>
                  </a:lnTo>
                  <a:lnTo>
                    <a:pt x="38183" y="0"/>
                  </a:lnTo>
                </a:path>
                <a:path w="68579" h="73660">
                  <a:moveTo>
                    <a:pt x="14067" y="48944"/>
                  </a:moveTo>
                  <a:lnTo>
                    <a:pt x="7871" y="48944"/>
                  </a:lnTo>
                  <a:lnTo>
                    <a:pt x="4186" y="51243"/>
                  </a:lnTo>
                  <a:lnTo>
                    <a:pt x="2177" y="55804"/>
                  </a:lnTo>
                  <a:lnTo>
                    <a:pt x="0" y="58103"/>
                  </a:lnTo>
                  <a:lnTo>
                    <a:pt x="0" y="59920"/>
                  </a:lnTo>
                  <a:lnTo>
                    <a:pt x="0" y="62219"/>
                  </a:lnTo>
                  <a:lnTo>
                    <a:pt x="2177" y="66798"/>
                  </a:lnTo>
                  <a:lnTo>
                    <a:pt x="4186" y="69078"/>
                  </a:lnTo>
                  <a:lnTo>
                    <a:pt x="7871" y="73658"/>
                  </a:lnTo>
                  <a:lnTo>
                    <a:pt x="14067" y="73658"/>
                  </a:lnTo>
                  <a:lnTo>
                    <a:pt x="19929" y="73658"/>
                  </a:lnTo>
                  <a:lnTo>
                    <a:pt x="26125" y="69078"/>
                  </a:lnTo>
                  <a:lnTo>
                    <a:pt x="28302" y="66798"/>
                  </a:lnTo>
                  <a:lnTo>
                    <a:pt x="28302" y="62219"/>
                  </a:lnTo>
                  <a:lnTo>
                    <a:pt x="30312" y="59920"/>
                  </a:lnTo>
                  <a:lnTo>
                    <a:pt x="28302" y="58103"/>
                  </a:lnTo>
                  <a:lnTo>
                    <a:pt x="28302" y="55804"/>
                  </a:lnTo>
                  <a:lnTo>
                    <a:pt x="26125" y="51243"/>
                  </a:lnTo>
                  <a:lnTo>
                    <a:pt x="19929" y="48944"/>
                  </a:lnTo>
                  <a:lnTo>
                    <a:pt x="14067" y="48944"/>
                  </a:lnTo>
                </a:path>
              </a:pathLst>
            </a:custGeom>
            <a:ln w="12673">
              <a:solidFill>
                <a:srgbClr val="000000"/>
              </a:solidFill>
            </a:ln>
          </p:spPr>
          <p:txBody>
            <a:bodyPr wrap="square" lIns="0" tIns="0" rIns="0" bIns="0" rtlCol="0"/>
            <a:lstStyle/>
            <a:p/>
          </p:txBody>
        </p:sp>
      </p:grpSp>
      <p:sp>
        <p:nvSpPr>
          <p:cNvPr id="169" name="object 169" descr=""/>
          <p:cNvSpPr txBox="1"/>
          <p:nvPr/>
        </p:nvSpPr>
        <p:spPr>
          <a:xfrm>
            <a:off x="8336575" y="4165198"/>
            <a:ext cx="332105" cy="227329"/>
          </a:xfrm>
          <a:prstGeom prst="rect">
            <a:avLst/>
          </a:prstGeom>
        </p:spPr>
        <p:txBody>
          <a:bodyPr wrap="square" lIns="0" tIns="15240" rIns="0" bIns="0" rtlCol="0" vert="horz">
            <a:spAutoFit/>
          </a:bodyPr>
          <a:lstStyle/>
          <a:p>
            <a:pPr marL="12700">
              <a:lnSpc>
                <a:spcPct val="100000"/>
              </a:lnSpc>
              <a:spcBef>
                <a:spcPts val="120"/>
              </a:spcBef>
            </a:pPr>
            <a:r>
              <a:rPr dirty="0" sz="1300" spc="-85" b="1">
                <a:solidFill>
                  <a:srgbClr val="0000FF"/>
                </a:solidFill>
                <a:latin typeface="宋体"/>
                <a:cs typeface="宋体"/>
              </a:rPr>
              <a:t>气泡</a:t>
            </a:r>
            <a:endParaRPr sz="1300">
              <a:latin typeface="宋体"/>
              <a:cs typeface="宋体"/>
            </a:endParaRPr>
          </a:p>
        </p:txBody>
      </p:sp>
      <p:sp>
        <p:nvSpPr>
          <p:cNvPr id="170" name="object 170" descr=""/>
          <p:cNvSpPr/>
          <p:nvPr/>
        </p:nvSpPr>
        <p:spPr>
          <a:xfrm>
            <a:off x="8224341" y="4477701"/>
            <a:ext cx="209550" cy="198755"/>
          </a:xfrm>
          <a:custGeom>
            <a:avLst/>
            <a:gdLst/>
            <a:ahLst/>
            <a:cxnLst/>
            <a:rect l="l" t="t" r="r" b="b"/>
            <a:pathLst>
              <a:path w="209550" h="198754">
                <a:moveTo>
                  <a:pt x="187568" y="42548"/>
                </a:moveTo>
                <a:lnTo>
                  <a:pt x="40360" y="42548"/>
                </a:lnTo>
                <a:lnTo>
                  <a:pt x="34499" y="44383"/>
                </a:lnTo>
                <a:lnTo>
                  <a:pt x="26293" y="46664"/>
                </a:lnTo>
                <a:lnTo>
                  <a:pt x="20431" y="46664"/>
                </a:lnTo>
                <a:lnTo>
                  <a:pt x="14235" y="48944"/>
                </a:lnTo>
                <a:lnTo>
                  <a:pt x="12560" y="48944"/>
                </a:lnTo>
                <a:lnTo>
                  <a:pt x="10383" y="51243"/>
                </a:lnTo>
                <a:lnTo>
                  <a:pt x="8373" y="51243"/>
                </a:lnTo>
                <a:lnTo>
                  <a:pt x="8373" y="53523"/>
                </a:lnTo>
                <a:lnTo>
                  <a:pt x="0" y="89194"/>
                </a:lnTo>
                <a:lnTo>
                  <a:pt x="0" y="127163"/>
                </a:lnTo>
                <a:lnTo>
                  <a:pt x="2177" y="135858"/>
                </a:lnTo>
                <a:lnTo>
                  <a:pt x="2177" y="144998"/>
                </a:lnTo>
                <a:lnTo>
                  <a:pt x="6363" y="153693"/>
                </a:lnTo>
                <a:lnTo>
                  <a:pt x="8373" y="162852"/>
                </a:lnTo>
                <a:lnTo>
                  <a:pt x="12560" y="169248"/>
                </a:lnTo>
                <a:lnTo>
                  <a:pt x="16244" y="178388"/>
                </a:lnTo>
                <a:lnTo>
                  <a:pt x="22441" y="184803"/>
                </a:lnTo>
                <a:lnTo>
                  <a:pt x="28302" y="191662"/>
                </a:lnTo>
                <a:lnTo>
                  <a:pt x="38686" y="193943"/>
                </a:lnTo>
                <a:lnTo>
                  <a:pt x="50743" y="193943"/>
                </a:lnTo>
                <a:lnTo>
                  <a:pt x="58615" y="196242"/>
                </a:lnTo>
                <a:lnTo>
                  <a:pt x="66821" y="196242"/>
                </a:lnTo>
                <a:lnTo>
                  <a:pt x="74692" y="198522"/>
                </a:lnTo>
                <a:lnTo>
                  <a:pt x="107182" y="198522"/>
                </a:lnTo>
                <a:lnTo>
                  <a:pt x="112876" y="196242"/>
                </a:lnTo>
                <a:lnTo>
                  <a:pt x="119072" y="193943"/>
                </a:lnTo>
                <a:lnTo>
                  <a:pt x="124934" y="191662"/>
                </a:lnTo>
                <a:lnTo>
                  <a:pt x="131130" y="187083"/>
                </a:lnTo>
                <a:lnTo>
                  <a:pt x="139001" y="182967"/>
                </a:lnTo>
                <a:lnTo>
                  <a:pt x="147375" y="178388"/>
                </a:lnTo>
                <a:lnTo>
                  <a:pt x="153236" y="176108"/>
                </a:lnTo>
                <a:lnTo>
                  <a:pt x="161442" y="173827"/>
                </a:lnTo>
                <a:lnTo>
                  <a:pt x="169314" y="169248"/>
                </a:lnTo>
                <a:lnTo>
                  <a:pt x="177185" y="166968"/>
                </a:lnTo>
                <a:lnTo>
                  <a:pt x="185558" y="162852"/>
                </a:lnTo>
                <a:lnTo>
                  <a:pt x="193430" y="155992"/>
                </a:lnTo>
                <a:lnTo>
                  <a:pt x="199626" y="151413"/>
                </a:lnTo>
                <a:lnTo>
                  <a:pt x="203310" y="142718"/>
                </a:lnTo>
                <a:lnTo>
                  <a:pt x="205488" y="138138"/>
                </a:lnTo>
                <a:lnTo>
                  <a:pt x="207497" y="131279"/>
                </a:lnTo>
                <a:lnTo>
                  <a:pt x="209507" y="124883"/>
                </a:lnTo>
                <a:lnTo>
                  <a:pt x="209507" y="86913"/>
                </a:lnTo>
                <a:lnTo>
                  <a:pt x="203310" y="78218"/>
                </a:lnTo>
                <a:lnTo>
                  <a:pt x="199626" y="71359"/>
                </a:lnTo>
                <a:lnTo>
                  <a:pt x="197616" y="66779"/>
                </a:lnTo>
                <a:lnTo>
                  <a:pt x="195439" y="60383"/>
                </a:lnTo>
                <a:lnTo>
                  <a:pt x="195439" y="55804"/>
                </a:lnTo>
                <a:lnTo>
                  <a:pt x="193430" y="51243"/>
                </a:lnTo>
                <a:lnTo>
                  <a:pt x="191252" y="46664"/>
                </a:lnTo>
                <a:lnTo>
                  <a:pt x="189578" y="44383"/>
                </a:lnTo>
                <a:lnTo>
                  <a:pt x="187568" y="42548"/>
                </a:lnTo>
                <a:close/>
              </a:path>
              <a:path w="209550" h="198754">
                <a:moveTo>
                  <a:pt x="68496" y="0"/>
                </a:moveTo>
                <a:lnTo>
                  <a:pt x="38686" y="0"/>
                </a:lnTo>
                <a:lnTo>
                  <a:pt x="38686" y="4579"/>
                </a:lnTo>
                <a:lnTo>
                  <a:pt x="40360" y="10994"/>
                </a:lnTo>
                <a:lnTo>
                  <a:pt x="44547" y="20134"/>
                </a:lnTo>
                <a:lnTo>
                  <a:pt x="44547" y="24713"/>
                </a:lnTo>
                <a:lnTo>
                  <a:pt x="46557" y="28829"/>
                </a:lnTo>
                <a:lnTo>
                  <a:pt x="46557" y="37969"/>
                </a:lnTo>
                <a:lnTo>
                  <a:pt x="44547" y="40268"/>
                </a:lnTo>
                <a:lnTo>
                  <a:pt x="42370" y="42548"/>
                </a:lnTo>
                <a:lnTo>
                  <a:pt x="181372" y="42548"/>
                </a:lnTo>
                <a:lnTo>
                  <a:pt x="177185" y="40268"/>
                </a:lnTo>
                <a:lnTo>
                  <a:pt x="171491" y="37969"/>
                </a:lnTo>
                <a:lnTo>
                  <a:pt x="167304" y="35688"/>
                </a:lnTo>
                <a:lnTo>
                  <a:pt x="163117" y="31109"/>
                </a:lnTo>
                <a:lnTo>
                  <a:pt x="153236" y="24713"/>
                </a:lnTo>
                <a:lnTo>
                  <a:pt x="136992" y="20134"/>
                </a:lnTo>
                <a:lnTo>
                  <a:pt x="122924" y="15554"/>
                </a:lnTo>
                <a:lnTo>
                  <a:pt x="110866" y="10994"/>
                </a:lnTo>
                <a:lnTo>
                  <a:pt x="96798" y="6859"/>
                </a:lnTo>
                <a:lnTo>
                  <a:pt x="82563" y="2298"/>
                </a:lnTo>
                <a:lnTo>
                  <a:pt x="68496" y="0"/>
                </a:lnTo>
                <a:close/>
              </a:path>
            </a:pathLst>
          </a:custGeom>
          <a:solidFill>
            <a:srgbClr val="FFFFFF"/>
          </a:solidFill>
        </p:spPr>
        <p:txBody>
          <a:bodyPr wrap="square" lIns="0" tIns="0" rIns="0" bIns="0" rtlCol="0"/>
          <a:lstStyle/>
          <a:p/>
        </p:txBody>
      </p:sp>
      <p:grpSp>
        <p:nvGrpSpPr>
          <p:cNvPr id="171" name="object 171" descr=""/>
          <p:cNvGrpSpPr/>
          <p:nvPr/>
        </p:nvGrpSpPr>
        <p:grpSpPr>
          <a:xfrm>
            <a:off x="9206260" y="4067611"/>
            <a:ext cx="542925" cy="579755"/>
            <a:chOff x="9206260" y="4067611"/>
            <a:chExt cx="542925" cy="579755"/>
          </a:xfrm>
        </p:grpSpPr>
        <p:sp>
          <p:nvSpPr>
            <p:cNvPr id="172" name="object 172" descr=""/>
            <p:cNvSpPr/>
            <p:nvPr/>
          </p:nvSpPr>
          <p:spPr>
            <a:xfrm>
              <a:off x="9212928" y="4074278"/>
              <a:ext cx="529590" cy="461645"/>
            </a:xfrm>
            <a:custGeom>
              <a:avLst/>
              <a:gdLst/>
              <a:ahLst/>
              <a:cxnLst/>
              <a:rect l="l" t="t" r="r" b="b"/>
              <a:pathLst>
                <a:path w="529590" h="461645">
                  <a:moveTo>
                    <a:pt x="48231" y="153693"/>
                  </a:moveTo>
                  <a:lnTo>
                    <a:pt x="14067" y="173809"/>
                  </a:lnTo>
                  <a:lnTo>
                    <a:pt x="4186" y="193943"/>
                  </a:lnTo>
                  <a:lnTo>
                    <a:pt x="0" y="204918"/>
                  </a:lnTo>
                  <a:lnTo>
                    <a:pt x="0" y="215894"/>
                  </a:lnTo>
                  <a:lnTo>
                    <a:pt x="0" y="225034"/>
                  </a:lnTo>
                  <a:lnTo>
                    <a:pt x="2177" y="233729"/>
                  </a:lnTo>
                  <a:lnTo>
                    <a:pt x="4186" y="240588"/>
                  </a:lnTo>
                  <a:lnTo>
                    <a:pt x="7871" y="249747"/>
                  </a:lnTo>
                  <a:lnTo>
                    <a:pt x="10048" y="256143"/>
                  </a:lnTo>
                  <a:lnTo>
                    <a:pt x="16244" y="260723"/>
                  </a:lnTo>
                  <a:lnTo>
                    <a:pt x="20431" y="267582"/>
                  </a:lnTo>
                  <a:lnTo>
                    <a:pt x="26125" y="271698"/>
                  </a:lnTo>
                  <a:lnTo>
                    <a:pt x="20431" y="280838"/>
                  </a:lnTo>
                  <a:lnTo>
                    <a:pt x="16244" y="291814"/>
                  </a:lnTo>
                  <a:lnTo>
                    <a:pt x="12057" y="303252"/>
                  </a:lnTo>
                  <a:lnTo>
                    <a:pt x="12057" y="314228"/>
                  </a:lnTo>
                  <a:lnTo>
                    <a:pt x="12057" y="321088"/>
                  </a:lnTo>
                  <a:lnTo>
                    <a:pt x="12057" y="327502"/>
                  </a:lnTo>
                  <a:lnTo>
                    <a:pt x="14067" y="332082"/>
                  </a:lnTo>
                  <a:lnTo>
                    <a:pt x="16244" y="338941"/>
                  </a:lnTo>
                  <a:lnTo>
                    <a:pt x="20431" y="349917"/>
                  </a:lnTo>
                  <a:lnTo>
                    <a:pt x="28302" y="358612"/>
                  </a:lnTo>
                  <a:lnTo>
                    <a:pt x="36173" y="365472"/>
                  </a:lnTo>
                  <a:lnTo>
                    <a:pt x="44380" y="372331"/>
                  </a:lnTo>
                  <a:lnTo>
                    <a:pt x="50241" y="374612"/>
                  </a:lnTo>
                  <a:lnTo>
                    <a:pt x="54428" y="376447"/>
                  </a:lnTo>
                  <a:lnTo>
                    <a:pt x="60624" y="376447"/>
                  </a:lnTo>
                  <a:lnTo>
                    <a:pt x="64309" y="376447"/>
                  </a:lnTo>
                  <a:lnTo>
                    <a:pt x="70505" y="376447"/>
                  </a:lnTo>
                  <a:lnTo>
                    <a:pt x="78376" y="390166"/>
                  </a:lnTo>
                  <a:lnTo>
                    <a:pt x="86750" y="401142"/>
                  </a:lnTo>
                  <a:lnTo>
                    <a:pt x="116560" y="425837"/>
                  </a:lnTo>
                  <a:lnTo>
                    <a:pt x="153069" y="434532"/>
                  </a:lnTo>
                  <a:lnTo>
                    <a:pt x="165127" y="432251"/>
                  </a:lnTo>
                  <a:lnTo>
                    <a:pt x="179194" y="429952"/>
                  </a:lnTo>
                  <a:lnTo>
                    <a:pt x="191252" y="425837"/>
                  </a:lnTo>
                  <a:lnTo>
                    <a:pt x="201301" y="416697"/>
                  </a:lnTo>
                  <a:lnTo>
                    <a:pt x="201301" y="418977"/>
                  </a:lnTo>
                  <a:lnTo>
                    <a:pt x="231446" y="450086"/>
                  </a:lnTo>
                  <a:lnTo>
                    <a:pt x="259748" y="461525"/>
                  </a:lnTo>
                  <a:lnTo>
                    <a:pt x="269629" y="461525"/>
                  </a:lnTo>
                  <a:lnTo>
                    <a:pt x="278003" y="461525"/>
                  </a:lnTo>
                  <a:lnTo>
                    <a:pt x="283864" y="459227"/>
                  </a:lnTo>
                  <a:lnTo>
                    <a:pt x="290061" y="459227"/>
                  </a:lnTo>
                  <a:lnTo>
                    <a:pt x="295755" y="456946"/>
                  </a:lnTo>
                  <a:lnTo>
                    <a:pt x="302119" y="452367"/>
                  </a:lnTo>
                  <a:lnTo>
                    <a:pt x="307813" y="450086"/>
                  </a:lnTo>
                  <a:lnTo>
                    <a:pt x="320373" y="441391"/>
                  </a:lnTo>
                  <a:lnTo>
                    <a:pt x="330254" y="432251"/>
                  </a:lnTo>
                  <a:lnTo>
                    <a:pt x="338125" y="418977"/>
                  </a:lnTo>
                  <a:lnTo>
                    <a:pt x="344322" y="405721"/>
                  </a:lnTo>
                  <a:lnTo>
                    <a:pt x="346499" y="398861"/>
                  </a:lnTo>
                  <a:lnTo>
                    <a:pt x="350183" y="392447"/>
                  </a:lnTo>
                  <a:lnTo>
                    <a:pt x="358389" y="396563"/>
                  </a:lnTo>
                  <a:lnTo>
                    <a:pt x="366261" y="401142"/>
                  </a:lnTo>
                  <a:lnTo>
                    <a:pt x="376309" y="403422"/>
                  </a:lnTo>
                  <a:lnTo>
                    <a:pt x="386692" y="405721"/>
                  </a:lnTo>
                  <a:lnTo>
                    <a:pt x="394563" y="403422"/>
                  </a:lnTo>
                  <a:lnTo>
                    <a:pt x="400760" y="403422"/>
                  </a:lnTo>
                  <a:lnTo>
                    <a:pt x="408631" y="401142"/>
                  </a:lnTo>
                  <a:lnTo>
                    <a:pt x="414827" y="398861"/>
                  </a:lnTo>
                  <a:lnTo>
                    <a:pt x="420689" y="394282"/>
                  </a:lnTo>
                  <a:lnTo>
                    <a:pt x="426885" y="390166"/>
                  </a:lnTo>
                  <a:lnTo>
                    <a:pt x="430570" y="385587"/>
                  </a:lnTo>
                  <a:lnTo>
                    <a:pt x="436934" y="381008"/>
                  </a:lnTo>
                  <a:lnTo>
                    <a:pt x="440953" y="374612"/>
                  </a:lnTo>
                  <a:lnTo>
                    <a:pt x="444805" y="367752"/>
                  </a:lnTo>
                  <a:lnTo>
                    <a:pt x="448824" y="360892"/>
                  </a:lnTo>
                  <a:lnTo>
                    <a:pt x="451001" y="354478"/>
                  </a:lnTo>
                  <a:lnTo>
                    <a:pt x="455188" y="345337"/>
                  </a:lnTo>
                  <a:lnTo>
                    <a:pt x="456695" y="338941"/>
                  </a:lnTo>
                  <a:lnTo>
                    <a:pt x="456695" y="329783"/>
                  </a:lnTo>
                  <a:lnTo>
                    <a:pt x="456695" y="321088"/>
                  </a:lnTo>
                  <a:lnTo>
                    <a:pt x="465069" y="321088"/>
                  </a:lnTo>
                  <a:lnTo>
                    <a:pt x="472940" y="316527"/>
                  </a:lnTo>
                  <a:lnTo>
                    <a:pt x="479137" y="314228"/>
                  </a:lnTo>
                  <a:lnTo>
                    <a:pt x="484998" y="309667"/>
                  </a:lnTo>
                  <a:lnTo>
                    <a:pt x="491195" y="305088"/>
                  </a:lnTo>
                  <a:lnTo>
                    <a:pt x="497391" y="300972"/>
                  </a:lnTo>
                  <a:lnTo>
                    <a:pt x="503253" y="294112"/>
                  </a:lnTo>
                  <a:lnTo>
                    <a:pt x="507439" y="287253"/>
                  </a:lnTo>
                  <a:lnTo>
                    <a:pt x="513133" y="280838"/>
                  </a:lnTo>
                  <a:lnTo>
                    <a:pt x="517320" y="273978"/>
                  </a:lnTo>
                  <a:lnTo>
                    <a:pt x="519497" y="267582"/>
                  </a:lnTo>
                  <a:lnTo>
                    <a:pt x="523517" y="258424"/>
                  </a:lnTo>
                  <a:lnTo>
                    <a:pt x="525191" y="251564"/>
                  </a:lnTo>
                  <a:lnTo>
                    <a:pt x="527369" y="242887"/>
                  </a:lnTo>
                  <a:lnTo>
                    <a:pt x="527369" y="233729"/>
                  </a:lnTo>
                  <a:lnTo>
                    <a:pt x="529378" y="225034"/>
                  </a:lnTo>
                  <a:lnTo>
                    <a:pt x="527369" y="215894"/>
                  </a:lnTo>
                  <a:lnTo>
                    <a:pt x="527369" y="207199"/>
                  </a:lnTo>
                  <a:lnTo>
                    <a:pt x="525191" y="200339"/>
                  </a:lnTo>
                  <a:lnTo>
                    <a:pt x="523517" y="191644"/>
                  </a:lnTo>
                  <a:lnTo>
                    <a:pt x="521507" y="184784"/>
                  </a:lnTo>
                  <a:lnTo>
                    <a:pt x="519497" y="178388"/>
                  </a:lnTo>
                  <a:lnTo>
                    <a:pt x="511459" y="164669"/>
                  </a:lnTo>
                  <a:lnTo>
                    <a:pt x="513133" y="155974"/>
                  </a:lnTo>
                  <a:lnTo>
                    <a:pt x="515311" y="149114"/>
                  </a:lnTo>
                  <a:lnTo>
                    <a:pt x="515311" y="142699"/>
                  </a:lnTo>
                  <a:lnTo>
                    <a:pt x="509449" y="97889"/>
                  </a:lnTo>
                  <a:lnTo>
                    <a:pt x="479137" y="62200"/>
                  </a:lnTo>
                  <a:lnTo>
                    <a:pt x="469256" y="57621"/>
                  </a:lnTo>
                  <a:lnTo>
                    <a:pt x="448824" y="17835"/>
                  </a:lnTo>
                  <a:lnTo>
                    <a:pt x="420689" y="2280"/>
                  </a:lnTo>
                  <a:lnTo>
                    <a:pt x="414827" y="2280"/>
                  </a:lnTo>
                  <a:lnTo>
                    <a:pt x="410808" y="0"/>
                  </a:lnTo>
                  <a:lnTo>
                    <a:pt x="404444" y="2280"/>
                  </a:lnTo>
                  <a:lnTo>
                    <a:pt x="396573" y="2280"/>
                  </a:lnTo>
                  <a:lnTo>
                    <a:pt x="390377" y="4115"/>
                  </a:lnTo>
                  <a:lnTo>
                    <a:pt x="384515" y="6396"/>
                  </a:lnTo>
                  <a:lnTo>
                    <a:pt x="378319" y="10975"/>
                  </a:lnTo>
                  <a:lnTo>
                    <a:pt x="374634" y="15554"/>
                  </a:lnTo>
                  <a:lnTo>
                    <a:pt x="368438" y="20115"/>
                  </a:lnTo>
                  <a:lnTo>
                    <a:pt x="364251" y="26530"/>
                  </a:lnTo>
                  <a:lnTo>
                    <a:pt x="360567" y="20115"/>
                  </a:lnTo>
                  <a:lnTo>
                    <a:pt x="356380" y="15554"/>
                  </a:lnTo>
                  <a:lnTo>
                    <a:pt x="352193" y="10975"/>
                  </a:lnTo>
                  <a:lnTo>
                    <a:pt x="346499" y="6396"/>
                  </a:lnTo>
                  <a:lnTo>
                    <a:pt x="340135" y="4115"/>
                  </a:lnTo>
                  <a:lnTo>
                    <a:pt x="333939" y="2280"/>
                  </a:lnTo>
                  <a:lnTo>
                    <a:pt x="328244" y="2280"/>
                  </a:lnTo>
                  <a:lnTo>
                    <a:pt x="321881" y="0"/>
                  </a:lnTo>
                  <a:lnTo>
                    <a:pt x="314009" y="2280"/>
                  </a:lnTo>
                  <a:lnTo>
                    <a:pt x="307813" y="4115"/>
                  </a:lnTo>
                  <a:lnTo>
                    <a:pt x="299942" y="6396"/>
                  </a:lnTo>
                  <a:lnTo>
                    <a:pt x="293745" y="10975"/>
                  </a:lnTo>
                  <a:lnTo>
                    <a:pt x="287884" y="15554"/>
                  </a:lnTo>
                  <a:lnTo>
                    <a:pt x="283864" y="21950"/>
                  </a:lnTo>
                  <a:lnTo>
                    <a:pt x="278003" y="28810"/>
                  </a:lnTo>
                  <a:lnTo>
                    <a:pt x="273816" y="35670"/>
                  </a:lnTo>
                  <a:lnTo>
                    <a:pt x="275826" y="37969"/>
                  </a:lnTo>
                  <a:lnTo>
                    <a:pt x="269629" y="31090"/>
                  </a:lnTo>
                  <a:lnTo>
                    <a:pt x="265945" y="26530"/>
                  </a:lnTo>
                  <a:lnTo>
                    <a:pt x="259748" y="24231"/>
                  </a:lnTo>
                  <a:lnTo>
                    <a:pt x="253552" y="20115"/>
                  </a:lnTo>
                  <a:lnTo>
                    <a:pt x="247690" y="17835"/>
                  </a:lnTo>
                  <a:lnTo>
                    <a:pt x="241494" y="15554"/>
                  </a:lnTo>
                  <a:lnTo>
                    <a:pt x="235632" y="15554"/>
                  </a:lnTo>
                  <a:lnTo>
                    <a:pt x="229436" y="15554"/>
                  </a:lnTo>
                  <a:lnTo>
                    <a:pt x="219555" y="15554"/>
                  </a:lnTo>
                  <a:lnTo>
                    <a:pt x="211182" y="17835"/>
                  </a:lnTo>
                  <a:lnTo>
                    <a:pt x="203310" y="20115"/>
                  </a:lnTo>
                  <a:lnTo>
                    <a:pt x="195439" y="26530"/>
                  </a:lnTo>
                  <a:lnTo>
                    <a:pt x="189243" y="31090"/>
                  </a:lnTo>
                  <a:lnTo>
                    <a:pt x="181372" y="37969"/>
                  </a:lnTo>
                  <a:lnTo>
                    <a:pt x="175175" y="46645"/>
                  </a:lnTo>
                  <a:lnTo>
                    <a:pt x="170988" y="55804"/>
                  </a:lnTo>
                  <a:lnTo>
                    <a:pt x="160940" y="51225"/>
                  </a:lnTo>
                  <a:lnTo>
                    <a:pt x="151059" y="46645"/>
                  </a:lnTo>
                  <a:lnTo>
                    <a:pt x="141011" y="44365"/>
                  </a:lnTo>
                  <a:lnTo>
                    <a:pt x="129120" y="42084"/>
                  </a:lnTo>
                  <a:lnTo>
                    <a:pt x="120747" y="42084"/>
                  </a:lnTo>
                  <a:lnTo>
                    <a:pt x="112876" y="44365"/>
                  </a:lnTo>
                  <a:lnTo>
                    <a:pt x="104502" y="46645"/>
                  </a:lnTo>
                  <a:lnTo>
                    <a:pt x="96631" y="51225"/>
                  </a:lnTo>
                  <a:lnTo>
                    <a:pt x="90434" y="55804"/>
                  </a:lnTo>
                  <a:lnTo>
                    <a:pt x="82563" y="59920"/>
                  </a:lnTo>
                  <a:lnTo>
                    <a:pt x="76367" y="64480"/>
                  </a:lnTo>
                  <a:lnTo>
                    <a:pt x="70505" y="71359"/>
                  </a:lnTo>
                  <a:lnTo>
                    <a:pt x="66486" y="77755"/>
                  </a:lnTo>
                  <a:lnTo>
                    <a:pt x="60624" y="86895"/>
                  </a:lnTo>
                  <a:lnTo>
                    <a:pt x="46557" y="131279"/>
                  </a:lnTo>
                  <a:lnTo>
                    <a:pt x="46557" y="140419"/>
                  </a:lnTo>
                  <a:lnTo>
                    <a:pt x="48231" y="153693"/>
                  </a:lnTo>
                </a:path>
                <a:path w="529590" h="461645">
                  <a:moveTo>
                    <a:pt x="26125" y="271698"/>
                  </a:moveTo>
                  <a:lnTo>
                    <a:pt x="32322" y="276277"/>
                  </a:lnTo>
                  <a:lnTo>
                    <a:pt x="40360" y="278558"/>
                  </a:lnTo>
                  <a:lnTo>
                    <a:pt x="46557" y="280838"/>
                  </a:lnTo>
                  <a:lnTo>
                    <a:pt x="54428" y="280838"/>
                  </a:lnTo>
                  <a:lnTo>
                    <a:pt x="58615" y="280838"/>
                  </a:lnTo>
                </a:path>
                <a:path w="529590" h="461645">
                  <a:moveTo>
                    <a:pt x="70505" y="376447"/>
                  </a:moveTo>
                  <a:lnTo>
                    <a:pt x="78376" y="374612"/>
                  </a:lnTo>
                  <a:lnTo>
                    <a:pt x="84740" y="372331"/>
                  </a:lnTo>
                </a:path>
                <a:path w="529590" h="461645">
                  <a:moveTo>
                    <a:pt x="193430" y="398861"/>
                  </a:moveTo>
                  <a:lnTo>
                    <a:pt x="197449" y="408001"/>
                  </a:lnTo>
                  <a:lnTo>
                    <a:pt x="201301" y="418977"/>
                  </a:lnTo>
                </a:path>
                <a:path w="529590" h="461645">
                  <a:moveTo>
                    <a:pt x="350183" y="392447"/>
                  </a:moveTo>
                  <a:lnTo>
                    <a:pt x="352193" y="381008"/>
                  </a:lnTo>
                  <a:lnTo>
                    <a:pt x="352193" y="372331"/>
                  </a:lnTo>
                </a:path>
                <a:path w="529590" h="461645">
                  <a:moveTo>
                    <a:pt x="456695" y="321088"/>
                  </a:moveTo>
                  <a:lnTo>
                    <a:pt x="456695" y="309667"/>
                  </a:lnTo>
                  <a:lnTo>
                    <a:pt x="455188" y="298692"/>
                  </a:lnTo>
                  <a:lnTo>
                    <a:pt x="434757" y="258424"/>
                  </a:lnTo>
                  <a:lnTo>
                    <a:pt x="426885" y="251564"/>
                  </a:lnTo>
                  <a:lnTo>
                    <a:pt x="418679" y="245168"/>
                  </a:lnTo>
                </a:path>
                <a:path w="529590" h="461645">
                  <a:moveTo>
                    <a:pt x="493204" y="193943"/>
                  </a:moveTo>
                  <a:lnTo>
                    <a:pt x="499066" y="187083"/>
                  </a:lnTo>
                  <a:lnTo>
                    <a:pt x="503253" y="180205"/>
                  </a:lnTo>
                  <a:lnTo>
                    <a:pt x="507439" y="171528"/>
                  </a:lnTo>
                  <a:lnTo>
                    <a:pt x="511459" y="164669"/>
                  </a:lnTo>
                </a:path>
                <a:path w="529590" h="461645">
                  <a:moveTo>
                    <a:pt x="469256" y="71359"/>
                  </a:moveTo>
                  <a:lnTo>
                    <a:pt x="469256" y="64480"/>
                  </a:lnTo>
                  <a:lnTo>
                    <a:pt x="469256" y="57621"/>
                  </a:lnTo>
                </a:path>
                <a:path w="529590" h="461645">
                  <a:moveTo>
                    <a:pt x="364251" y="26530"/>
                  </a:moveTo>
                  <a:lnTo>
                    <a:pt x="360567" y="33389"/>
                  </a:lnTo>
                  <a:lnTo>
                    <a:pt x="356380" y="42084"/>
                  </a:lnTo>
                </a:path>
                <a:path w="529590" h="461645">
                  <a:moveTo>
                    <a:pt x="273816" y="35670"/>
                  </a:moveTo>
                  <a:lnTo>
                    <a:pt x="271806" y="42084"/>
                  </a:lnTo>
                  <a:lnTo>
                    <a:pt x="269629" y="51225"/>
                  </a:lnTo>
                </a:path>
                <a:path w="529590" h="461645">
                  <a:moveTo>
                    <a:pt x="187066" y="71359"/>
                  </a:moveTo>
                  <a:lnTo>
                    <a:pt x="179194" y="62200"/>
                  </a:lnTo>
                  <a:lnTo>
                    <a:pt x="170988" y="55804"/>
                  </a:lnTo>
                </a:path>
                <a:path w="529590" h="461645">
                  <a:moveTo>
                    <a:pt x="48231" y="153693"/>
                  </a:moveTo>
                  <a:lnTo>
                    <a:pt x="48231" y="162370"/>
                  </a:lnTo>
                  <a:lnTo>
                    <a:pt x="50241" y="169229"/>
                  </a:lnTo>
                </a:path>
              </a:pathLst>
            </a:custGeom>
            <a:ln w="12673">
              <a:solidFill>
                <a:srgbClr val="000000"/>
              </a:solidFill>
            </a:ln>
          </p:spPr>
          <p:txBody>
            <a:bodyPr wrap="square" lIns="0" tIns="0" rIns="0" bIns="0" rtlCol="0"/>
            <a:lstStyle/>
            <a:p/>
          </p:txBody>
        </p:sp>
        <p:sp>
          <p:nvSpPr>
            <p:cNvPr id="173" name="object 173" descr=""/>
            <p:cNvSpPr/>
            <p:nvPr/>
          </p:nvSpPr>
          <p:spPr>
            <a:xfrm>
              <a:off x="9271543" y="4497835"/>
              <a:ext cx="88265" cy="78105"/>
            </a:xfrm>
            <a:custGeom>
              <a:avLst/>
              <a:gdLst/>
              <a:ahLst/>
              <a:cxnLst/>
              <a:rect l="l" t="t" r="r" b="b"/>
              <a:pathLst>
                <a:path w="88265" h="78104">
                  <a:moveTo>
                    <a:pt x="52251" y="0"/>
                  </a:moveTo>
                  <a:lnTo>
                    <a:pt x="43877" y="0"/>
                  </a:lnTo>
                  <a:lnTo>
                    <a:pt x="33996" y="0"/>
                  </a:lnTo>
                  <a:lnTo>
                    <a:pt x="26125" y="4579"/>
                  </a:lnTo>
                  <a:lnTo>
                    <a:pt x="0" y="31109"/>
                  </a:lnTo>
                  <a:lnTo>
                    <a:pt x="0" y="46645"/>
                  </a:lnTo>
                  <a:lnTo>
                    <a:pt x="33996" y="75919"/>
                  </a:lnTo>
                  <a:lnTo>
                    <a:pt x="43877" y="77755"/>
                  </a:lnTo>
                  <a:lnTo>
                    <a:pt x="52251" y="75919"/>
                  </a:lnTo>
                  <a:lnTo>
                    <a:pt x="84573" y="53523"/>
                  </a:lnTo>
                  <a:lnTo>
                    <a:pt x="88257" y="37969"/>
                  </a:lnTo>
                  <a:lnTo>
                    <a:pt x="86248" y="31109"/>
                  </a:lnTo>
                  <a:lnTo>
                    <a:pt x="84573" y="24249"/>
                  </a:lnTo>
                  <a:lnTo>
                    <a:pt x="80386" y="17835"/>
                  </a:lnTo>
                  <a:lnTo>
                    <a:pt x="74190" y="10975"/>
                  </a:lnTo>
                  <a:lnTo>
                    <a:pt x="68328" y="6396"/>
                  </a:lnTo>
                  <a:lnTo>
                    <a:pt x="60122" y="4579"/>
                  </a:lnTo>
                  <a:lnTo>
                    <a:pt x="52251" y="0"/>
                  </a:lnTo>
                  <a:close/>
                </a:path>
              </a:pathLst>
            </a:custGeom>
            <a:solidFill>
              <a:srgbClr val="FFFFFF"/>
            </a:solidFill>
          </p:spPr>
          <p:txBody>
            <a:bodyPr wrap="square" lIns="0" tIns="0" rIns="0" bIns="0" rtlCol="0"/>
            <a:lstStyle/>
            <a:p/>
          </p:txBody>
        </p:sp>
        <p:sp>
          <p:nvSpPr>
            <p:cNvPr id="174" name="object 174" descr=""/>
            <p:cNvSpPr/>
            <p:nvPr/>
          </p:nvSpPr>
          <p:spPr>
            <a:xfrm>
              <a:off x="9271543" y="4497835"/>
              <a:ext cx="88265" cy="78105"/>
            </a:xfrm>
            <a:custGeom>
              <a:avLst/>
              <a:gdLst/>
              <a:ahLst/>
              <a:cxnLst/>
              <a:rect l="l" t="t" r="r" b="b"/>
              <a:pathLst>
                <a:path w="88265" h="78104">
                  <a:moveTo>
                    <a:pt x="43877" y="0"/>
                  </a:moveTo>
                  <a:lnTo>
                    <a:pt x="33996" y="0"/>
                  </a:lnTo>
                  <a:lnTo>
                    <a:pt x="26125" y="4579"/>
                  </a:lnTo>
                  <a:lnTo>
                    <a:pt x="17752" y="6396"/>
                  </a:lnTo>
                  <a:lnTo>
                    <a:pt x="11890" y="10975"/>
                  </a:lnTo>
                  <a:lnTo>
                    <a:pt x="5694" y="17835"/>
                  </a:lnTo>
                  <a:lnTo>
                    <a:pt x="2009" y="24249"/>
                  </a:lnTo>
                  <a:lnTo>
                    <a:pt x="0" y="31109"/>
                  </a:lnTo>
                  <a:lnTo>
                    <a:pt x="0" y="37969"/>
                  </a:lnTo>
                  <a:lnTo>
                    <a:pt x="0" y="46645"/>
                  </a:lnTo>
                  <a:lnTo>
                    <a:pt x="26125" y="73639"/>
                  </a:lnTo>
                  <a:lnTo>
                    <a:pt x="33996" y="75919"/>
                  </a:lnTo>
                  <a:lnTo>
                    <a:pt x="43877" y="77755"/>
                  </a:lnTo>
                  <a:lnTo>
                    <a:pt x="52251" y="75919"/>
                  </a:lnTo>
                  <a:lnTo>
                    <a:pt x="60122" y="73639"/>
                  </a:lnTo>
                  <a:lnTo>
                    <a:pt x="68328" y="71359"/>
                  </a:lnTo>
                  <a:lnTo>
                    <a:pt x="88257" y="37969"/>
                  </a:lnTo>
                  <a:lnTo>
                    <a:pt x="86248" y="31109"/>
                  </a:lnTo>
                  <a:lnTo>
                    <a:pt x="84573" y="24249"/>
                  </a:lnTo>
                  <a:lnTo>
                    <a:pt x="80386" y="17835"/>
                  </a:lnTo>
                  <a:lnTo>
                    <a:pt x="74190" y="10975"/>
                  </a:lnTo>
                  <a:lnTo>
                    <a:pt x="68328" y="6396"/>
                  </a:lnTo>
                  <a:lnTo>
                    <a:pt x="60122" y="4579"/>
                  </a:lnTo>
                  <a:lnTo>
                    <a:pt x="52251" y="0"/>
                  </a:lnTo>
                  <a:lnTo>
                    <a:pt x="43877" y="0"/>
                  </a:lnTo>
                </a:path>
              </a:pathLst>
            </a:custGeom>
            <a:ln w="12755">
              <a:solidFill>
                <a:srgbClr val="000000"/>
              </a:solidFill>
            </a:ln>
          </p:spPr>
          <p:txBody>
            <a:bodyPr wrap="square" lIns="0" tIns="0" rIns="0" bIns="0" rtlCol="0"/>
            <a:lstStyle/>
            <a:p/>
          </p:txBody>
        </p:sp>
        <p:sp>
          <p:nvSpPr>
            <p:cNvPr id="175" name="object 175" descr=""/>
            <p:cNvSpPr/>
            <p:nvPr/>
          </p:nvSpPr>
          <p:spPr>
            <a:xfrm>
              <a:off x="9245250" y="4566895"/>
              <a:ext cx="60325" cy="51435"/>
            </a:xfrm>
            <a:custGeom>
              <a:avLst/>
              <a:gdLst/>
              <a:ahLst/>
              <a:cxnLst/>
              <a:rect l="l" t="t" r="r" b="b"/>
              <a:pathLst>
                <a:path w="60325" h="51435">
                  <a:moveTo>
                    <a:pt x="29977" y="0"/>
                  </a:moveTo>
                  <a:lnTo>
                    <a:pt x="24115" y="2298"/>
                  </a:lnTo>
                  <a:lnTo>
                    <a:pt x="17919" y="2298"/>
                  </a:lnTo>
                  <a:lnTo>
                    <a:pt x="14235" y="4579"/>
                  </a:lnTo>
                  <a:lnTo>
                    <a:pt x="10048" y="8695"/>
                  </a:lnTo>
                  <a:lnTo>
                    <a:pt x="5861" y="10994"/>
                  </a:lnTo>
                  <a:lnTo>
                    <a:pt x="3851" y="15554"/>
                  </a:lnTo>
                  <a:lnTo>
                    <a:pt x="1674" y="20134"/>
                  </a:lnTo>
                  <a:lnTo>
                    <a:pt x="0" y="26530"/>
                  </a:lnTo>
                  <a:lnTo>
                    <a:pt x="1674" y="31109"/>
                  </a:lnTo>
                  <a:lnTo>
                    <a:pt x="3851" y="35688"/>
                  </a:lnTo>
                  <a:lnTo>
                    <a:pt x="5861" y="40268"/>
                  </a:lnTo>
                  <a:lnTo>
                    <a:pt x="10048" y="44383"/>
                  </a:lnTo>
                  <a:lnTo>
                    <a:pt x="14235" y="46664"/>
                  </a:lnTo>
                  <a:lnTo>
                    <a:pt x="17919" y="48944"/>
                  </a:lnTo>
                  <a:lnTo>
                    <a:pt x="24115" y="51243"/>
                  </a:lnTo>
                  <a:lnTo>
                    <a:pt x="36173" y="51243"/>
                  </a:lnTo>
                  <a:lnTo>
                    <a:pt x="42370" y="48944"/>
                  </a:lnTo>
                  <a:lnTo>
                    <a:pt x="46054" y="46664"/>
                  </a:lnTo>
                  <a:lnTo>
                    <a:pt x="50241" y="44383"/>
                  </a:lnTo>
                  <a:lnTo>
                    <a:pt x="54428" y="40268"/>
                  </a:lnTo>
                  <a:lnTo>
                    <a:pt x="56103" y="35688"/>
                  </a:lnTo>
                  <a:lnTo>
                    <a:pt x="58112" y="31109"/>
                  </a:lnTo>
                  <a:lnTo>
                    <a:pt x="60289" y="26530"/>
                  </a:lnTo>
                  <a:lnTo>
                    <a:pt x="58112" y="20134"/>
                  </a:lnTo>
                  <a:lnTo>
                    <a:pt x="56103" y="15554"/>
                  </a:lnTo>
                  <a:lnTo>
                    <a:pt x="54428" y="10994"/>
                  </a:lnTo>
                  <a:lnTo>
                    <a:pt x="50241" y="8695"/>
                  </a:lnTo>
                  <a:lnTo>
                    <a:pt x="46054" y="4579"/>
                  </a:lnTo>
                  <a:lnTo>
                    <a:pt x="42370" y="2298"/>
                  </a:lnTo>
                  <a:lnTo>
                    <a:pt x="36173" y="2298"/>
                  </a:lnTo>
                  <a:lnTo>
                    <a:pt x="29977" y="0"/>
                  </a:lnTo>
                  <a:close/>
                </a:path>
              </a:pathLst>
            </a:custGeom>
            <a:solidFill>
              <a:srgbClr val="FFFFFF"/>
            </a:solidFill>
          </p:spPr>
          <p:txBody>
            <a:bodyPr wrap="square" lIns="0" tIns="0" rIns="0" bIns="0" rtlCol="0"/>
            <a:lstStyle/>
            <a:p/>
          </p:txBody>
        </p:sp>
        <p:sp>
          <p:nvSpPr>
            <p:cNvPr id="176" name="object 176" descr=""/>
            <p:cNvSpPr/>
            <p:nvPr/>
          </p:nvSpPr>
          <p:spPr>
            <a:xfrm>
              <a:off x="9237044" y="4566895"/>
              <a:ext cx="68580" cy="73660"/>
            </a:xfrm>
            <a:custGeom>
              <a:avLst/>
              <a:gdLst/>
              <a:ahLst/>
              <a:cxnLst/>
              <a:rect l="l" t="t" r="r" b="b"/>
              <a:pathLst>
                <a:path w="68579" h="73660">
                  <a:moveTo>
                    <a:pt x="38183" y="0"/>
                  </a:moveTo>
                  <a:lnTo>
                    <a:pt x="32322" y="2298"/>
                  </a:lnTo>
                  <a:lnTo>
                    <a:pt x="26125" y="2298"/>
                  </a:lnTo>
                  <a:lnTo>
                    <a:pt x="22441" y="4579"/>
                  </a:lnTo>
                  <a:lnTo>
                    <a:pt x="18254" y="8695"/>
                  </a:lnTo>
                  <a:lnTo>
                    <a:pt x="14067" y="10994"/>
                  </a:lnTo>
                  <a:lnTo>
                    <a:pt x="12057" y="15554"/>
                  </a:lnTo>
                  <a:lnTo>
                    <a:pt x="9880" y="20134"/>
                  </a:lnTo>
                  <a:lnTo>
                    <a:pt x="8206" y="26530"/>
                  </a:lnTo>
                  <a:lnTo>
                    <a:pt x="9880" y="31109"/>
                  </a:lnTo>
                  <a:lnTo>
                    <a:pt x="12057" y="35688"/>
                  </a:lnTo>
                  <a:lnTo>
                    <a:pt x="14067" y="40268"/>
                  </a:lnTo>
                  <a:lnTo>
                    <a:pt x="18254" y="44383"/>
                  </a:lnTo>
                  <a:lnTo>
                    <a:pt x="22441" y="46664"/>
                  </a:lnTo>
                  <a:lnTo>
                    <a:pt x="26125" y="48944"/>
                  </a:lnTo>
                  <a:lnTo>
                    <a:pt x="32322" y="51243"/>
                  </a:lnTo>
                  <a:lnTo>
                    <a:pt x="38183" y="51243"/>
                  </a:lnTo>
                  <a:lnTo>
                    <a:pt x="44380" y="51243"/>
                  </a:lnTo>
                  <a:lnTo>
                    <a:pt x="50576" y="48944"/>
                  </a:lnTo>
                  <a:lnTo>
                    <a:pt x="54260" y="46664"/>
                  </a:lnTo>
                  <a:lnTo>
                    <a:pt x="58447" y="44383"/>
                  </a:lnTo>
                  <a:lnTo>
                    <a:pt x="62634" y="40268"/>
                  </a:lnTo>
                  <a:lnTo>
                    <a:pt x="64309" y="35688"/>
                  </a:lnTo>
                  <a:lnTo>
                    <a:pt x="66318" y="31109"/>
                  </a:lnTo>
                  <a:lnTo>
                    <a:pt x="68496" y="26530"/>
                  </a:lnTo>
                  <a:lnTo>
                    <a:pt x="66318" y="20134"/>
                  </a:lnTo>
                  <a:lnTo>
                    <a:pt x="64309" y="15554"/>
                  </a:lnTo>
                  <a:lnTo>
                    <a:pt x="62634" y="10994"/>
                  </a:lnTo>
                  <a:lnTo>
                    <a:pt x="58447" y="8695"/>
                  </a:lnTo>
                  <a:lnTo>
                    <a:pt x="54260" y="4579"/>
                  </a:lnTo>
                  <a:lnTo>
                    <a:pt x="50576" y="2298"/>
                  </a:lnTo>
                  <a:lnTo>
                    <a:pt x="44380" y="2298"/>
                  </a:lnTo>
                  <a:lnTo>
                    <a:pt x="38183" y="0"/>
                  </a:lnTo>
                </a:path>
                <a:path w="68579" h="73660">
                  <a:moveTo>
                    <a:pt x="14067" y="48944"/>
                  </a:moveTo>
                  <a:lnTo>
                    <a:pt x="8206" y="48944"/>
                  </a:lnTo>
                  <a:lnTo>
                    <a:pt x="4186" y="51243"/>
                  </a:lnTo>
                  <a:lnTo>
                    <a:pt x="0" y="55804"/>
                  </a:lnTo>
                  <a:lnTo>
                    <a:pt x="0" y="58103"/>
                  </a:lnTo>
                  <a:lnTo>
                    <a:pt x="0" y="59920"/>
                  </a:lnTo>
                  <a:lnTo>
                    <a:pt x="0" y="62219"/>
                  </a:lnTo>
                  <a:lnTo>
                    <a:pt x="0" y="66798"/>
                  </a:lnTo>
                  <a:lnTo>
                    <a:pt x="4186" y="69078"/>
                  </a:lnTo>
                  <a:lnTo>
                    <a:pt x="8206" y="73658"/>
                  </a:lnTo>
                  <a:lnTo>
                    <a:pt x="14067" y="73658"/>
                  </a:lnTo>
                  <a:lnTo>
                    <a:pt x="20264" y="73658"/>
                  </a:lnTo>
                  <a:lnTo>
                    <a:pt x="24115" y="69078"/>
                  </a:lnTo>
                  <a:lnTo>
                    <a:pt x="28135" y="66798"/>
                  </a:lnTo>
                  <a:lnTo>
                    <a:pt x="28135" y="62219"/>
                  </a:lnTo>
                  <a:lnTo>
                    <a:pt x="28135" y="59920"/>
                  </a:lnTo>
                  <a:lnTo>
                    <a:pt x="28135" y="58103"/>
                  </a:lnTo>
                  <a:lnTo>
                    <a:pt x="28135" y="55804"/>
                  </a:lnTo>
                  <a:lnTo>
                    <a:pt x="24115" y="51243"/>
                  </a:lnTo>
                  <a:lnTo>
                    <a:pt x="20264" y="48944"/>
                  </a:lnTo>
                  <a:lnTo>
                    <a:pt x="14067" y="48944"/>
                  </a:lnTo>
                </a:path>
              </a:pathLst>
            </a:custGeom>
            <a:ln w="12673">
              <a:solidFill>
                <a:srgbClr val="000000"/>
              </a:solidFill>
            </a:ln>
          </p:spPr>
          <p:txBody>
            <a:bodyPr wrap="square" lIns="0" tIns="0" rIns="0" bIns="0" rtlCol="0"/>
            <a:lstStyle/>
            <a:p/>
          </p:txBody>
        </p:sp>
      </p:grpSp>
      <p:sp>
        <p:nvSpPr>
          <p:cNvPr id="177" name="object 177" descr=""/>
          <p:cNvSpPr txBox="1"/>
          <p:nvPr/>
        </p:nvSpPr>
        <p:spPr>
          <a:xfrm>
            <a:off x="9286978" y="4165198"/>
            <a:ext cx="332105" cy="227329"/>
          </a:xfrm>
          <a:prstGeom prst="rect">
            <a:avLst/>
          </a:prstGeom>
        </p:spPr>
        <p:txBody>
          <a:bodyPr wrap="square" lIns="0" tIns="15240" rIns="0" bIns="0" rtlCol="0" vert="horz">
            <a:spAutoFit/>
          </a:bodyPr>
          <a:lstStyle/>
          <a:p>
            <a:pPr marL="12700">
              <a:lnSpc>
                <a:spcPct val="100000"/>
              </a:lnSpc>
              <a:spcBef>
                <a:spcPts val="120"/>
              </a:spcBef>
            </a:pPr>
            <a:r>
              <a:rPr dirty="0" sz="1300" spc="-85" b="1">
                <a:solidFill>
                  <a:srgbClr val="0000FF"/>
                </a:solidFill>
                <a:latin typeface="宋体"/>
                <a:cs typeface="宋体"/>
              </a:rPr>
              <a:t>气泡</a:t>
            </a:r>
            <a:endParaRPr sz="1300">
              <a:latin typeface="宋体"/>
              <a:cs typeface="宋体"/>
            </a:endParaRPr>
          </a:p>
        </p:txBody>
      </p:sp>
      <p:sp>
        <p:nvSpPr>
          <p:cNvPr id="178" name="object 178" descr=""/>
          <p:cNvSpPr/>
          <p:nvPr/>
        </p:nvSpPr>
        <p:spPr>
          <a:xfrm>
            <a:off x="9174744" y="4477701"/>
            <a:ext cx="211454" cy="198755"/>
          </a:xfrm>
          <a:custGeom>
            <a:avLst/>
            <a:gdLst/>
            <a:ahLst/>
            <a:cxnLst/>
            <a:rect l="l" t="t" r="r" b="b"/>
            <a:pathLst>
              <a:path w="211454" h="198754">
                <a:moveTo>
                  <a:pt x="70505" y="0"/>
                </a:moveTo>
                <a:lnTo>
                  <a:pt x="38183" y="0"/>
                </a:lnTo>
                <a:lnTo>
                  <a:pt x="40360" y="4579"/>
                </a:lnTo>
                <a:lnTo>
                  <a:pt x="40360" y="10994"/>
                </a:lnTo>
                <a:lnTo>
                  <a:pt x="44380" y="20134"/>
                </a:lnTo>
                <a:lnTo>
                  <a:pt x="46054" y="24713"/>
                </a:lnTo>
                <a:lnTo>
                  <a:pt x="46054" y="40268"/>
                </a:lnTo>
                <a:lnTo>
                  <a:pt x="44380" y="40268"/>
                </a:lnTo>
                <a:lnTo>
                  <a:pt x="42370" y="42548"/>
                </a:lnTo>
                <a:lnTo>
                  <a:pt x="40360" y="42548"/>
                </a:lnTo>
                <a:lnTo>
                  <a:pt x="33996" y="44383"/>
                </a:lnTo>
                <a:lnTo>
                  <a:pt x="28302" y="46664"/>
                </a:lnTo>
                <a:lnTo>
                  <a:pt x="22106" y="46664"/>
                </a:lnTo>
                <a:lnTo>
                  <a:pt x="16244" y="48944"/>
                </a:lnTo>
                <a:lnTo>
                  <a:pt x="12057" y="48944"/>
                </a:lnTo>
                <a:lnTo>
                  <a:pt x="12057" y="51243"/>
                </a:lnTo>
                <a:lnTo>
                  <a:pt x="10048" y="51243"/>
                </a:lnTo>
                <a:lnTo>
                  <a:pt x="10048" y="53523"/>
                </a:lnTo>
                <a:lnTo>
                  <a:pt x="3851" y="71359"/>
                </a:lnTo>
                <a:lnTo>
                  <a:pt x="0" y="109328"/>
                </a:lnTo>
                <a:lnTo>
                  <a:pt x="0" y="118023"/>
                </a:lnTo>
                <a:lnTo>
                  <a:pt x="2177" y="127163"/>
                </a:lnTo>
                <a:lnTo>
                  <a:pt x="2177" y="135858"/>
                </a:lnTo>
                <a:lnTo>
                  <a:pt x="3851" y="144998"/>
                </a:lnTo>
                <a:lnTo>
                  <a:pt x="5861" y="153693"/>
                </a:lnTo>
                <a:lnTo>
                  <a:pt x="10048" y="162852"/>
                </a:lnTo>
                <a:lnTo>
                  <a:pt x="12057" y="169248"/>
                </a:lnTo>
                <a:lnTo>
                  <a:pt x="22106" y="184803"/>
                </a:lnTo>
                <a:lnTo>
                  <a:pt x="28302" y="191662"/>
                </a:lnTo>
                <a:lnTo>
                  <a:pt x="40360" y="193943"/>
                </a:lnTo>
                <a:lnTo>
                  <a:pt x="50241" y="193943"/>
                </a:lnTo>
                <a:lnTo>
                  <a:pt x="60289" y="196242"/>
                </a:lnTo>
                <a:lnTo>
                  <a:pt x="68496" y="196242"/>
                </a:lnTo>
                <a:lnTo>
                  <a:pt x="76367" y="198522"/>
                </a:lnTo>
                <a:lnTo>
                  <a:pt x="108689" y="198522"/>
                </a:lnTo>
                <a:lnTo>
                  <a:pt x="112876" y="196242"/>
                </a:lnTo>
                <a:lnTo>
                  <a:pt x="118737" y="193943"/>
                </a:lnTo>
                <a:lnTo>
                  <a:pt x="126608" y="191662"/>
                </a:lnTo>
                <a:lnTo>
                  <a:pt x="132805" y="187083"/>
                </a:lnTo>
                <a:lnTo>
                  <a:pt x="139001" y="182967"/>
                </a:lnTo>
                <a:lnTo>
                  <a:pt x="146872" y="178388"/>
                </a:lnTo>
                <a:lnTo>
                  <a:pt x="163117" y="173827"/>
                </a:lnTo>
                <a:lnTo>
                  <a:pt x="170988" y="169248"/>
                </a:lnTo>
                <a:lnTo>
                  <a:pt x="179194" y="166968"/>
                </a:lnTo>
                <a:lnTo>
                  <a:pt x="187233" y="162852"/>
                </a:lnTo>
                <a:lnTo>
                  <a:pt x="193430" y="155992"/>
                </a:lnTo>
                <a:lnTo>
                  <a:pt x="199124" y="151413"/>
                </a:lnTo>
                <a:lnTo>
                  <a:pt x="205488" y="142718"/>
                </a:lnTo>
                <a:lnTo>
                  <a:pt x="207497" y="138138"/>
                </a:lnTo>
                <a:lnTo>
                  <a:pt x="209172" y="131279"/>
                </a:lnTo>
                <a:lnTo>
                  <a:pt x="209172" y="96053"/>
                </a:lnTo>
                <a:lnTo>
                  <a:pt x="211182" y="86913"/>
                </a:lnTo>
                <a:lnTo>
                  <a:pt x="203310" y="78218"/>
                </a:lnTo>
                <a:lnTo>
                  <a:pt x="201301" y="71359"/>
                </a:lnTo>
                <a:lnTo>
                  <a:pt x="197114" y="66779"/>
                </a:lnTo>
                <a:lnTo>
                  <a:pt x="197114" y="60383"/>
                </a:lnTo>
                <a:lnTo>
                  <a:pt x="193430" y="51243"/>
                </a:lnTo>
                <a:lnTo>
                  <a:pt x="191252" y="46664"/>
                </a:lnTo>
                <a:lnTo>
                  <a:pt x="187233" y="42548"/>
                </a:lnTo>
                <a:lnTo>
                  <a:pt x="183046" y="42548"/>
                </a:lnTo>
                <a:lnTo>
                  <a:pt x="177185" y="40268"/>
                </a:lnTo>
                <a:lnTo>
                  <a:pt x="172998" y="37969"/>
                </a:lnTo>
                <a:lnTo>
                  <a:pt x="167304" y="35688"/>
                </a:lnTo>
                <a:lnTo>
                  <a:pt x="163117" y="31109"/>
                </a:lnTo>
                <a:lnTo>
                  <a:pt x="154744" y="24713"/>
                </a:lnTo>
                <a:lnTo>
                  <a:pt x="139001" y="20134"/>
                </a:lnTo>
                <a:lnTo>
                  <a:pt x="110866" y="10994"/>
                </a:lnTo>
                <a:lnTo>
                  <a:pt x="96798" y="6859"/>
                </a:lnTo>
                <a:lnTo>
                  <a:pt x="84740" y="2298"/>
                </a:lnTo>
                <a:lnTo>
                  <a:pt x="70505" y="0"/>
                </a:lnTo>
                <a:close/>
              </a:path>
            </a:pathLst>
          </a:custGeom>
          <a:solidFill>
            <a:srgbClr val="FFFFFF"/>
          </a:solidFill>
        </p:spPr>
        <p:txBody>
          <a:bodyPr wrap="square" lIns="0" tIns="0" rIns="0" bIns="0" rtlCol="0"/>
          <a:lstStyle/>
          <a:p/>
        </p:txBody>
      </p:sp>
      <p:sp>
        <p:nvSpPr>
          <p:cNvPr id="179" name="object 179" descr=""/>
          <p:cNvSpPr txBox="1"/>
          <p:nvPr/>
        </p:nvSpPr>
        <p:spPr>
          <a:xfrm>
            <a:off x="2861817" y="5523260"/>
            <a:ext cx="6270625" cy="942975"/>
          </a:xfrm>
          <a:prstGeom prst="rect">
            <a:avLst/>
          </a:prstGeom>
        </p:spPr>
        <p:txBody>
          <a:bodyPr wrap="square" lIns="0" tIns="165735" rIns="0" bIns="0" rtlCol="0" vert="horz">
            <a:spAutoFit/>
          </a:bodyPr>
          <a:lstStyle/>
          <a:p>
            <a:pPr marL="12700">
              <a:lnSpc>
                <a:spcPct val="100000"/>
              </a:lnSpc>
              <a:spcBef>
                <a:spcPts val="1305"/>
              </a:spcBef>
            </a:pPr>
            <a:r>
              <a:rPr dirty="0" sz="2000" spc="-25" b="1">
                <a:solidFill>
                  <a:srgbClr val="FF0000"/>
                </a:solidFill>
                <a:latin typeface="宋体"/>
                <a:cs typeface="宋体"/>
              </a:rPr>
              <a:t>解决方法一：为消除结构冲突而插入的流水线气泡</a:t>
            </a:r>
            <a:endParaRPr sz="2000">
              <a:latin typeface="宋体"/>
              <a:cs typeface="宋体"/>
            </a:endParaRPr>
          </a:p>
          <a:p>
            <a:pPr marL="373380">
              <a:lnSpc>
                <a:spcPct val="100000"/>
              </a:lnSpc>
              <a:spcBef>
                <a:spcPts val="1215"/>
              </a:spcBef>
            </a:pPr>
            <a:r>
              <a:rPr dirty="0" sz="2000" spc="-30" b="1">
                <a:solidFill>
                  <a:srgbClr val="006FC0"/>
                </a:solidFill>
                <a:latin typeface="宋体"/>
                <a:cs typeface="宋体"/>
              </a:rPr>
              <a:t>通过拉开两条指令在流水线之间的距离解决结构冲突</a:t>
            </a:r>
            <a:endParaRPr sz="2000">
              <a:latin typeface="宋体"/>
              <a:cs typeface="宋体"/>
            </a:endParaRPr>
          </a:p>
        </p:txBody>
      </p:sp>
      <p:sp>
        <p:nvSpPr>
          <p:cNvPr id="180" name="object 180" descr=""/>
          <p:cNvSpPr txBox="1"/>
          <p:nvPr/>
        </p:nvSpPr>
        <p:spPr>
          <a:xfrm>
            <a:off x="413715" y="1060450"/>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E14B04"/>
                </a:solidFill>
                <a:latin typeface="黑体"/>
                <a:cs typeface="黑体"/>
              </a:rPr>
              <a:t>结构冲突</a:t>
            </a:r>
            <a:endParaRPr sz="2400">
              <a:latin typeface="黑体"/>
              <a:cs typeface="黑体"/>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088385" y="161289"/>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10" name="object 10" descr=""/>
          <p:cNvSpPr txBox="1"/>
          <p:nvPr/>
        </p:nvSpPr>
        <p:spPr>
          <a:xfrm>
            <a:off x="3727196" y="1206500"/>
            <a:ext cx="4620260" cy="391160"/>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FF0000"/>
                </a:solidFill>
                <a:latin typeface="宋体"/>
                <a:cs typeface="宋体"/>
              </a:rPr>
              <a:t>解决方法一：引入暂停后的时空图</a:t>
            </a:r>
            <a:endParaRPr sz="2400">
              <a:latin typeface="宋体"/>
              <a:cs typeface="宋体"/>
            </a:endParaRPr>
          </a:p>
        </p:txBody>
      </p:sp>
      <p:graphicFrame>
        <p:nvGraphicFramePr>
          <p:cNvPr id="11" name="object 11" descr=""/>
          <p:cNvGraphicFramePr>
            <a:graphicFrameLocks noGrp="1"/>
          </p:cNvGraphicFramePr>
          <p:nvPr/>
        </p:nvGraphicFramePr>
        <p:xfrm>
          <a:off x="1760537" y="1830387"/>
          <a:ext cx="8747125" cy="3644900"/>
        </p:xfrm>
        <a:graphic>
          <a:graphicData uri="http://schemas.openxmlformats.org/drawingml/2006/table">
            <a:tbl>
              <a:tblPr firstRow="1" bandRow="1">
                <a:tableStyleId>{2D5ABB26-0587-4C30-8999-92F81FD0307C}</a:tableStyleId>
              </a:tblPr>
              <a:tblGrid>
                <a:gridCol w="1313180"/>
                <a:gridCol w="704850"/>
                <a:gridCol w="647700"/>
                <a:gridCol w="791844"/>
                <a:gridCol w="863600"/>
                <a:gridCol w="720725"/>
                <a:gridCol w="719454"/>
                <a:gridCol w="720725"/>
                <a:gridCol w="791845"/>
                <a:gridCol w="718820"/>
                <a:gridCol w="648970"/>
              </a:tblGrid>
              <a:tr h="655320">
                <a:tc rowSpan="2">
                  <a:txBody>
                    <a:bodyPr/>
                    <a:lstStyle/>
                    <a:p>
                      <a:pPr>
                        <a:lnSpc>
                          <a:spcPct val="100000"/>
                        </a:lnSpc>
                        <a:spcBef>
                          <a:spcPts val="385"/>
                        </a:spcBef>
                      </a:pPr>
                      <a:endParaRPr sz="2000">
                        <a:latin typeface="Times New Roman"/>
                        <a:cs typeface="Times New Roman"/>
                      </a:endParaRPr>
                    </a:p>
                    <a:p>
                      <a:pPr marL="91440">
                        <a:lnSpc>
                          <a:spcPct val="100000"/>
                        </a:lnSpc>
                      </a:pPr>
                      <a:r>
                        <a:rPr dirty="0" sz="2000" spc="-20" b="1">
                          <a:solidFill>
                            <a:srgbClr val="E14B04"/>
                          </a:solidFill>
                          <a:latin typeface="宋体"/>
                          <a:cs typeface="宋体"/>
                        </a:rPr>
                        <a:t>指令编号</a:t>
                      </a:r>
                      <a:endParaRPr sz="2000">
                        <a:latin typeface="宋体"/>
                        <a:cs typeface="宋体"/>
                      </a:endParaRPr>
                    </a:p>
                  </a:txBody>
                  <a:tcPr marL="0" marR="0" marB="0" marT="4889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10">
                  <a:txBody>
                    <a:bodyPr/>
                    <a:lstStyle/>
                    <a:p>
                      <a:pPr algn="ctr" marL="635">
                        <a:lnSpc>
                          <a:spcPct val="100000"/>
                        </a:lnSpc>
                        <a:spcBef>
                          <a:spcPts val="885"/>
                        </a:spcBef>
                      </a:pPr>
                      <a:r>
                        <a:rPr dirty="0" sz="2000" spc="-20" b="1">
                          <a:solidFill>
                            <a:srgbClr val="E14B04"/>
                          </a:solidFill>
                          <a:latin typeface="宋体"/>
                          <a:cs typeface="宋体"/>
                        </a:rPr>
                        <a:t>时钟周期</a:t>
                      </a:r>
                      <a:endParaRPr sz="2000">
                        <a:latin typeface="宋体"/>
                        <a:cs typeface="宋体"/>
                      </a:endParaRPr>
                    </a:p>
                  </a:txBody>
                  <a:tcPr marL="0" marR="0" marB="0" marT="11239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26720">
                <a:tc vMerge="1">
                  <a:txBody>
                    <a:bodyPr/>
                    <a:lstStyle/>
                    <a:p>
                      <a:pPr/>
                    </a:p>
                  </a:txBody>
                  <a:tcPr marL="0" marR="0" marB="0" marT="4889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1</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2</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3</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4</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5</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6</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7</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8</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50" b="1">
                          <a:solidFill>
                            <a:srgbClr val="E14B04"/>
                          </a:solidFill>
                          <a:latin typeface="宋体"/>
                          <a:cs typeface="宋体"/>
                        </a:rPr>
                        <a:t>9</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E14B04"/>
                          </a:solidFill>
                          <a:latin typeface="宋体"/>
                          <a:cs typeface="宋体"/>
                        </a:rPr>
                        <a:t>10</a:t>
                      </a:r>
                      <a:endParaRPr sz="2000">
                        <a:latin typeface="宋体"/>
                        <a:cs typeface="宋体"/>
                      </a:endParaRPr>
                    </a:p>
                  </a:txBody>
                  <a:tcPr marL="0" marR="0" marB="0" marT="438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31800">
                <a:tc>
                  <a:txBody>
                    <a:bodyPr/>
                    <a:lstStyle/>
                    <a:p>
                      <a:pPr marL="91440">
                        <a:lnSpc>
                          <a:spcPct val="100000"/>
                        </a:lnSpc>
                        <a:spcBef>
                          <a:spcPts val="345"/>
                        </a:spcBef>
                      </a:pPr>
                      <a:r>
                        <a:rPr dirty="0" sz="2000" spc="-10" b="1">
                          <a:solidFill>
                            <a:srgbClr val="008000"/>
                          </a:solidFill>
                          <a:latin typeface="宋体"/>
                          <a:cs typeface="宋体"/>
                        </a:rPr>
                        <a:t>指令</a:t>
                      </a:r>
                      <a:r>
                        <a:rPr dirty="0" sz="2000" spc="-50" b="1">
                          <a:solidFill>
                            <a:srgbClr val="008000"/>
                          </a:solidFill>
                          <a:latin typeface="宋体"/>
                          <a:cs typeface="宋体"/>
                        </a:rPr>
                        <a:t>i</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a:txBody>
                    <a:bodyPr/>
                    <a:lstStyle/>
                    <a:p>
                      <a:pPr marL="91440">
                        <a:lnSpc>
                          <a:spcPct val="100000"/>
                        </a:lnSpc>
                        <a:spcBef>
                          <a:spcPts val="345"/>
                        </a:spcBef>
                      </a:pPr>
                      <a:r>
                        <a:rPr dirty="0" sz="2000" spc="-10" b="1">
                          <a:solidFill>
                            <a:srgbClr val="008000"/>
                          </a:solidFill>
                          <a:latin typeface="宋体"/>
                          <a:cs typeface="宋体"/>
                        </a:rPr>
                        <a:t>指令</a:t>
                      </a:r>
                      <a:r>
                        <a:rPr dirty="0" sz="2000" spc="-25" b="1">
                          <a:solidFill>
                            <a:srgbClr val="008000"/>
                          </a:solidFill>
                          <a:latin typeface="宋体"/>
                          <a:cs typeface="宋体"/>
                        </a:rPr>
                        <a:t>i+1</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a:txBody>
                    <a:bodyPr/>
                    <a:lstStyle/>
                    <a:p>
                      <a:pPr marL="91440">
                        <a:lnSpc>
                          <a:spcPct val="100000"/>
                        </a:lnSpc>
                        <a:spcBef>
                          <a:spcPts val="345"/>
                        </a:spcBef>
                      </a:pPr>
                      <a:r>
                        <a:rPr dirty="0" sz="2000" spc="-15" b="1">
                          <a:solidFill>
                            <a:srgbClr val="008000"/>
                          </a:solidFill>
                          <a:latin typeface="宋体"/>
                          <a:cs typeface="宋体"/>
                        </a:rPr>
                        <a:t>指令</a:t>
                      </a:r>
                      <a:r>
                        <a:rPr dirty="0" sz="2000" spc="-25" b="1">
                          <a:solidFill>
                            <a:srgbClr val="008000"/>
                          </a:solidFill>
                          <a:latin typeface="宋体"/>
                          <a:cs typeface="宋体"/>
                        </a:rPr>
                        <a:t>i+2</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a:txBody>
                    <a:bodyPr/>
                    <a:lstStyle/>
                    <a:p>
                      <a:pPr marL="91440">
                        <a:lnSpc>
                          <a:spcPct val="100000"/>
                        </a:lnSpc>
                        <a:spcBef>
                          <a:spcPts val="345"/>
                        </a:spcBef>
                      </a:pPr>
                      <a:r>
                        <a:rPr dirty="0" sz="2000" spc="-10" b="1">
                          <a:solidFill>
                            <a:srgbClr val="008000"/>
                          </a:solidFill>
                          <a:latin typeface="宋体"/>
                          <a:cs typeface="宋体"/>
                        </a:rPr>
                        <a:t>指令</a:t>
                      </a:r>
                      <a:r>
                        <a:rPr dirty="0" sz="2000" spc="-25" b="1">
                          <a:solidFill>
                            <a:srgbClr val="008000"/>
                          </a:solidFill>
                          <a:latin typeface="宋体"/>
                          <a:cs typeface="宋体"/>
                        </a:rPr>
                        <a:t>i+3</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10" b="1">
                          <a:solidFill>
                            <a:srgbClr val="D50092"/>
                          </a:solidFill>
                          <a:latin typeface="宋体"/>
                          <a:cs typeface="宋体"/>
                        </a:rPr>
                        <a:t>stall</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720">
                <a:tc>
                  <a:txBody>
                    <a:bodyPr/>
                    <a:lstStyle/>
                    <a:p>
                      <a:pPr marL="91440">
                        <a:lnSpc>
                          <a:spcPct val="100000"/>
                        </a:lnSpc>
                        <a:spcBef>
                          <a:spcPts val="345"/>
                        </a:spcBef>
                      </a:pPr>
                      <a:r>
                        <a:rPr dirty="0" sz="2000" spc="-10" b="1">
                          <a:solidFill>
                            <a:srgbClr val="008000"/>
                          </a:solidFill>
                          <a:latin typeface="宋体"/>
                          <a:cs typeface="宋体"/>
                        </a:rPr>
                        <a:t>指令</a:t>
                      </a:r>
                      <a:r>
                        <a:rPr dirty="0" sz="2000" spc="-25" b="1">
                          <a:solidFill>
                            <a:srgbClr val="008000"/>
                          </a:solidFill>
                          <a:latin typeface="宋体"/>
                          <a:cs typeface="宋体"/>
                        </a:rPr>
                        <a:t>i+4</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a:txBody>
                    <a:bodyPr/>
                    <a:lstStyle/>
                    <a:p>
                      <a:pPr marL="91440">
                        <a:lnSpc>
                          <a:spcPct val="100000"/>
                        </a:lnSpc>
                        <a:spcBef>
                          <a:spcPts val="350"/>
                        </a:spcBef>
                      </a:pPr>
                      <a:r>
                        <a:rPr dirty="0" sz="2000" spc="-10" b="1">
                          <a:solidFill>
                            <a:srgbClr val="008000"/>
                          </a:solidFill>
                          <a:latin typeface="宋体"/>
                          <a:cs typeface="宋体"/>
                        </a:rPr>
                        <a:t>指令</a:t>
                      </a:r>
                      <a:r>
                        <a:rPr dirty="0" sz="2000" spc="-25" b="1">
                          <a:solidFill>
                            <a:srgbClr val="008000"/>
                          </a:solidFill>
                          <a:latin typeface="宋体"/>
                          <a:cs typeface="宋体"/>
                        </a:rPr>
                        <a:t>i+5</a:t>
                      </a:r>
                      <a:endParaRPr sz="2000">
                        <a:latin typeface="宋体"/>
                        <a:cs typeface="宋体"/>
                      </a:endParaRPr>
                    </a:p>
                  </a:txBody>
                  <a:tcPr marL="0" marR="0" marB="0" marT="4445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2" name="object 12" descr=""/>
          <p:cNvSpPr txBox="1"/>
          <p:nvPr/>
        </p:nvSpPr>
        <p:spPr>
          <a:xfrm>
            <a:off x="629818" y="5984544"/>
            <a:ext cx="103886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为消除结构冲突引入的停顿将推迟流水线的完成时间，从而影响流水线的性能</a:t>
            </a:r>
            <a:endParaRPr sz="2400">
              <a:latin typeface="黑体"/>
              <a:cs typeface="黑体"/>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67055" y="2686253"/>
            <a:ext cx="10746740" cy="293497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5">
                <a:solidFill>
                  <a:srgbClr val="40458B"/>
                </a:solidFill>
                <a:latin typeface="黑体"/>
                <a:cs typeface="黑体"/>
              </a:rPr>
              <a:t>有时流水线设计者允许结构冲突的存在</a:t>
            </a:r>
            <a:endParaRPr sz="2400">
              <a:latin typeface="黑体"/>
              <a:cs typeface="黑体"/>
            </a:endParaRPr>
          </a:p>
          <a:p>
            <a:pPr marL="606425">
              <a:lnSpc>
                <a:spcPct val="100000"/>
              </a:lnSpc>
              <a:spcBef>
                <a:spcPts val="1785"/>
              </a:spcBef>
            </a:pPr>
            <a:r>
              <a:rPr dirty="0" sz="2000" spc="-15" b="1">
                <a:solidFill>
                  <a:srgbClr val="D50092"/>
                </a:solidFill>
                <a:latin typeface="黑体"/>
                <a:cs typeface="黑体"/>
              </a:rPr>
              <a:t>主要原因：</a:t>
            </a:r>
            <a:r>
              <a:rPr dirty="0" sz="2000" spc="-25" b="1">
                <a:solidFill>
                  <a:srgbClr val="00AFEF"/>
                </a:solidFill>
                <a:latin typeface="黑体"/>
                <a:cs typeface="黑体"/>
              </a:rPr>
              <a:t>减少硬件成本</a:t>
            </a:r>
            <a:endParaRPr sz="2000">
              <a:latin typeface="黑体"/>
              <a:cs typeface="黑体"/>
            </a:endParaRPr>
          </a:p>
          <a:p>
            <a:pPr lvl="1" marL="894715" marR="5080" indent="-288290">
              <a:lnSpc>
                <a:spcPct val="150100"/>
              </a:lnSpc>
              <a:spcBef>
                <a:spcPts val="475"/>
              </a:spcBef>
              <a:buClr>
                <a:srgbClr val="4668F5"/>
              </a:buClr>
              <a:buSzPct val="60000"/>
              <a:buFont typeface="Wingdings"/>
              <a:buChar char=""/>
              <a:tabLst>
                <a:tab pos="894715" algn="l"/>
              </a:tabLst>
            </a:pPr>
            <a:r>
              <a:rPr dirty="0" sz="2000" spc="-20" b="1">
                <a:solidFill>
                  <a:srgbClr val="00AFEF"/>
                </a:solidFill>
                <a:latin typeface="黑体"/>
                <a:cs typeface="黑体"/>
              </a:rPr>
              <a:t>如果把流水线中的所有功能单元完全流水化</a:t>
            </a:r>
            <a:r>
              <a:rPr dirty="0" sz="2000" spc="-10" b="1">
                <a:solidFill>
                  <a:srgbClr val="00AFEF"/>
                </a:solidFill>
                <a:latin typeface="黑体"/>
                <a:cs typeface="黑体"/>
              </a:rPr>
              <a:t>（</a:t>
            </a:r>
            <a:r>
              <a:rPr dirty="0" sz="2000" spc="-20" b="1">
                <a:solidFill>
                  <a:srgbClr val="00AFEF"/>
                </a:solidFill>
                <a:latin typeface="黑体"/>
                <a:cs typeface="黑体"/>
              </a:rPr>
              <a:t>达不到需要的速度 </a:t>
            </a:r>
            <a:r>
              <a:rPr dirty="0" sz="2000" spc="-15" b="1">
                <a:solidFill>
                  <a:srgbClr val="00AFEF"/>
                </a:solidFill>
                <a:latin typeface="黑体"/>
                <a:cs typeface="黑体"/>
              </a:rPr>
              <a:t>）</a:t>
            </a:r>
            <a:r>
              <a:rPr dirty="0" sz="2000" spc="-25" b="1">
                <a:solidFill>
                  <a:srgbClr val="00AFEF"/>
                </a:solidFill>
                <a:latin typeface="黑体"/>
                <a:cs typeface="黑体"/>
              </a:rPr>
              <a:t>，或者重复设置足够份数，那么所花费的成本将相当高。</a:t>
            </a:r>
            <a:endParaRPr sz="2000">
              <a:latin typeface="黑体"/>
              <a:cs typeface="黑体"/>
            </a:endParaRPr>
          </a:p>
          <a:p>
            <a:pPr marL="606425">
              <a:lnSpc>
                <a:spcPct val="100000"/>
              </a:lnSpc>
              <a:spcBef>
                <a:spcPts val="1680"/>
              </a:spcBef>
            </a:pPr>
            <a:r>
              <a:rPr dirty="0" sz="2000" spc="-20" b="1">
                <a:solidFill>
                  <a:srgbClr val="FF09FF"/>
                </a:solidFill>
                <a:latin typeface="黑体"/>
                <a:cs typeface="黑体"/>
              </a:rPr>
              <a:t>例如浮点数的乘法指令执行时间</a:t>
            </a:r>
            <a:r>
              <a:rPr dirty="0" sz="2000" spc="-15" b="1">
                <a:solidFill>
                  <a:srgbClr val="FF09FF"/>
                </a:solidFill>
                <a:latin typeface="黑体"/>
                <a:cs typeface="黑体"/>
              </a:rPr>
              <a:t>40</a:t>
            </a:r>
            <a:r>
              <a:rPr dirty="0" sz="2000" spc="-20" b="1">
                <a:solidFill>
                  <a:srgbClr val="FF09FF"/>
                </a:solidFill>
                <a:latin typeface="黑体"/>
                <a:cs typeface="黑体"/>
              </a:rPr>
              <a:t>个时钟周期，其他流水段均是</a:t>
            </a:r>
            <a:r>
              <a:rPr dirty="0" sz="2000" spc="-15" b="1">
                <a:solidFill>
                  <a:srgbClr val="FF09FF"/>
                </a:solidFill>
                <a:latin typeface="黑体"/>
                <a:cs typeface="黑体"/>
              </a:rPr>
              <a:t>1</a:t>
            </a:r>
            <a:r>
              <a:rPr dirty="0" sz="2000" spc="-25" b="1">
                <a:solidFill>
                  <a:srgbClr val="FF09FF"/>
                </a:solidFill>
                <a:latin typeface="黑体"/>
                <a:cs typeface="黑体"/>
              </a:rPr>
              <a:t>个时钟周期，</a:t>
            </a:r>
            <a:endParaRPr sz="2000">
              <a:latin typeface="黑体"/>
              <a:cs typeface="黑体"/>
            </a:endParaRPr>
          </a:p>
          <a:p>
            <a:pPr lvl="1" marL="1207135" indent="-600710">
              <a:lnSpc>
                <a:spcPct val="100000"/>
              </a:lnSpc>
              <a:spcBef>
                <a:spcPts val="1680"/>
              </a:spcBef>
              <a:buClr>
                <a:srgbClr val="4668F5"/>
              </a:buClr>
              <a:buSzPct val="60000"/>
              <a:buFont typeface="Wingdings"/>
              <a:buChar char=""/>
              <a:tabLst>
                <a:tab pos="1207135" algn="l"/>
              </a:tabLst>
            </a:pPr>
            <a:r>
              <a:rPr dirty="0" sz="2000" spc="-15" b="1">
                <a:solidFill>
                  <a:srgbClr val="FF09FF"/>
                </a:solidFill>
                <a:latin typeface="黑体"/>
                <a:cs typeface="黑体"/>
              </a:rPr>
              <a:t>需要设置</a:t>
            </a:r>
            <a:r>
              <a:rPr dirty="0" sz="2000" spc="-20" b="1">
                <a:solidFill>
                  <a:srgbClr val="FF09FF"/>
                </a:solidFill>
                <a:latin typeface="黑体"/>
                <a:cs typeface="黑体"/>
              </a:rPr>
              <a:t>40</a:t>
            </a:r>
            <a:r>
              <a:rPr dirty="0" sz="2000" spc="-25" b="1">
                <a:solidFill>
                  <a:srgbClr val="FF09FF"/>
                </a:solidFill>
                <a:latin typeface="黑体"/>
                <a:cs typeface="黑体"/>
              </a:rPr>
              <a:t>个浮点乘法部件，但其执行的概率又很低。----因此硬件资源消耗太大</a:t>
            </a:r>
            <a:endParaRPr sz="2000">
              <a:latin typeface="黑体"/>
              <a:cs typeface="黑体"/>
            </a:endParaRPr>
          </a:p>
        </p:txBody>
      </p:sp>
      <p:sp>
        <p:nvSpPr>
          <p:cNvPr id="10" name="object 10" descr=""/>
          <p:cNvSpPr txBox="1"/>
          <p:nvPr/>
        </p:nvSpPr>
        <p:spPr>
          <a:xfrm>
            <a:off x="2695701" y="1388440"/>
            <a:ext cx="5054600" cy="574675"/>
          </a:xfrm>
          <a:prstGeom prst="rect">
            <a:avLst/>
          </a:prstGeom>
        </p:spPr>
        <p:txBody>
          <a:bodyPr wrap="square" lIns="0" tIns="12700" rIns="0" bIns="0" rtlCol="0" vert="horz">
            <a:spAutoFit/>
          </a:bodyPr>
          <a:lstStyle/>
          <a:p>
            <a:pPr marL="12700">
              <a:lnSpc>
                <a:spcPct val="100000"/>
              </a:lnSpc>
              <a:spcBef>
                <a:spcPts val="100"/>
              </a:spcBef>
            </a:pPr>
            <a:r>
              <a:rPr dirty="0" sz="3600" spc="-15">
                <a:solidFill>
                  <a:srgbClr val="FF0000"/>
                </a:solidFill>
                <a:latin typeface="黑体"/>
                <a:cs typeface="黑体"/>
              </a:rPr>
              <a:t>是否一定要消除结构冲突</a:t>
            </a:r>
            <a:endParaRPr sz="3600">
              <a:latin typeface="黑体"/>
              <a:cs typeface="黑体"/>
            </a:endParaRPr>
          </a:p>
        </p:txBody>
      </p:sp>
      <p:grpSp>
        <p:nvGrpSpPr>
          <p:cNvPr id="11" name="object 11" descr=""/>
          <p:cNvGrpSpPr/>
          <p:nvPr/>
        </p:nvGrpSpPr>
        <p:grpSpPr>
          <a:xfrm>
            <a:off x="8830754" y="1369758"/>
            <a:ext cx="796290" cy="716915"/>
            <a:chOff x="8830754" y="1369758"/>
            <a:chExt cx="796290" cy="716915"/>
          </a:xfrm>
        </p:grpSpPr>
        <p:sp>
          <p:nvSpPr>
            <p:cNvPr id="12" name="object 12" descr=""/>
            <p:cNvSpPr/>
            <p:nvPr/>
          </p:nvSpPr>
          <p:spPr>
            <a:xfrm>
              <a:off x="8835517" y="1374521"/>
              <a:ext cx="786765" cy="707390"/>
            </a:xfrm>
            <a:custGeom>
              <a:avLst/>
              <a:gdLst/>
              <a:ahLst/>
              <a:cxnLst/>
              <a:rect l="l" t="t" r="r" b="b"/>
              <a:pathLst>
                <a:path w="786765" h="707389">
                  <a:moveTo>
                    <a:pt x="636015" y="0"/>
                  </a:moveTo>
                  <a:lnTo>
                    <a:pt x="393446" y="199898"/>
                  </a:lnTo>
                  <a:lnTo>
                    <a:pt x="150749" y="0"/>
                  </a:lnTo>
                  <a:lnTo>
                    <a:pt x="0" y="183006"/>
                  </a:lnTo>
                  <a:lnTo>
                    <a:pt x="206882" y="353440"/>
                  </a:lnTo>
                  <a:lnTo>
                    <a:pt x="0" y="523875"/>
                  </a:lnTo>
                  <a:lnTo>
                    <a:pt x="150749" y="706881"/>
                  </a:lnTo>
                  <a:lnTo>
                    <a:pt x="393446" y="507111"/>
                  </a:lnTo>
                  <a:lnTo>
                    <a:pt x="636015" y="706881"/>
                  </a:lnTo>
                  <a:lnTo>
                    <a:pt x="786764" y="523875"/>
                  </a:lnTo>
                  <a:lnTo>
                    <a:pt x="579881" y="353440"/>
                  </a:lnTo>
                  <a:lnTo>
                    <a:pt x="786764" y="183006"/>
                  </a:lnTo>
                  <a:lnTo>
                    <a:pt x="636015" y="0"/>
                  </a:lnTo>
                  <a:close/>
                </a:path>
              </a:pathLst>
            </a:custGeom>
            <a:solidFill>
              <a:srgbClr val="FF0000"/>
            </a:solidFill>
          </p:spPr>
          <p:txBody>
            <a:bodyPr wrap="square" lIns="0" tIns="0" rIns="0" bIns="0" rtlCol="0"/>
            <a:lstStyle/>
            <a:p/>
          </p:txBody>
        </p:sp>
        <p:sp>
          <p:nvSpPr>
            <p:cNvPr id="13" name="object 13" descr=""/>
            <p:cNvSpPr/>
            <p:nvPr/>
          </p:nvSpPr>
          <p:spPr>
            <a:xfrm>
              <a:off x="8835517" y="1374521"/>
              <a:ext cx="786765" cy="707390"/>
            </a:xfrm>
            <a:custGeom>
              <a:avLst/>
              <a:gdLst/>
              <a:ahLst/>
              <a:cxnLst/>
              <a:rect l="l" t="t" r="r" b="b"/>
              <a:pathLst>
                <a:path w="786765" h="707389">
                  <a:moveTo>
                    <a:pt x="0" y="183006"/>
                  </a:moveTo>
                  <a:lnTo>
                    <a:pt x="150749" y="0"/>
                  </a:lnTo>
                  <a:lnTo>
                    <a:pt x="393446" y="199898"/>
                  </a:lnTo>
                  <a:lnTo>
                    <a:pt x="636015" y="0"/>
                  </a:lnTo>
                  <a:lnTo>
                    <a:pt x="786764" y="183006"/>
                  </a:lnTo>
                  <a:lnTo>
                    <a:pt x="579881" y="353440"/>
                  </a:lnTo>
                  <a:lnTo>
                    <a:pt x="786764" y="523875"/>
                  </a:lnTo>
                  <a:lnTo>
                    <a:pt x="636015" y="706881"/>
                  </a:lnTo>
                  <a:lnTo>
                    <a:pt x="393446" y="507111"/>
                  </a:lnTo>
                  <a:lnTo>
                    <a:pt x="150749" y="706881"/>
                  </a:lnTo>
                  <a:lnTo>
                    <a:pt x="0" y="523875"/>
                  </a:lnTo>
                  <a:lnTo>
                    <a:pt x="206882" y="353440"/>
                  </a:lnTo>
                  <a:lnTo>
                    <a:pt x="0" y="183006"/>
                  </a:lnTo>
                  <a:close/>
                </a:path>
              </a:pathLst>
            </a:custGeom>
            <a:ln w="9525">
              <a:solidFill>
                <a:srgbClr val="40458B"/>
              </a:solidFill>
            </a:ln>
          </p:spPr>
          <p:txBody>
            <a:bodyPr wrap="square" lIns="0" tIns="0" rIns="0" bIns="0" rtlCol="0"/>
            <a:lstStyle/>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42391" y="1279397"/>
            <a:ext cx="11431270" cy="30073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700" spc="-25">
                <a:solidFill>
                  <a:srgbClr val="40458B"/>
                </a:solidFill>
                <a:latin typeface="Tahoma"/>
                <a:cs typeface="Tahoma"/>
              </a:rPr>
              <a:t>2.</a:t>
            </a:r>
            <a:r>
              <a:rPr dirty="0" sz="2700">
                <a:solidFill>
                  <a:srgbClr val="40458B"/>
                </a:solidFill>
                <a:latin typeface="Tahoma"/>
                <a:cs typeface="Tahoma"/>
              </a:rPr>
              <a:t>	</a:t>
            </a:r>
            <a:r>
              <a:rPr dirty="0" sz="2700" spc="-15">
                <a:solidFill>
                  <a:srgbClr val="E14B04"/>
                </a:solidFill>
                <a:latin typeface="黑体"/>
                <a:cs typeface="黑体"/>
              </a:rPr>
              <a:t>数据冲突</a:t>
            </a:r>
            <a:endParaRPr sz="2700">
              <a:latin typeface="黑体"/>
              <a:cs typeface="黑体"/>
            </a:endParaRPr>
          </a:p>
          <a:p>
            <a:pPr marL="443865">
              <a:lnSpc>
                <a:spcPct val="100000"/>
              </a:lnSpc>
              <a:spcBef>
                <a:spcPts val="2565"/>
              </a:spcBef>
            </a:pPr>
            <a:r>
              <a:rPr dirty="0" sz="2400" spc="-10">
                <a:solidFill>
                  <a:srgbClr val="FF09FF"/>
                </a:solidFill>
                <a:latin typeface="黑体"/>
                <a:cs typeface="黑体"/>
              </a:rPr>
              <a:t>当相关的指令靠得足够近时</a:t>
            </a:r>
            <a:r>
              <a:rPr dirty="0" sz="2400" spc="-5">
                <a:solidFill>
                  <a:srgbClr val="40458B"/>
                </a:solidFill>
                <a:latin typeface="黑体"/>
                <a:cs typeface="黑体"/>
              </a:rPr>
              <a:t>，它们在流水线中的</a:t>
            </a:r>
            <a:r>
              <a:rPr dirty="0" sz="2400" spc="-5">
                <a:solidFill>
                  <a:srgbClr val="FF09FF"/>
                </a:solidFill>
                <a:latin typeface="黑体"/>
                <a:cs typeface="黑体"/>
              </a:rPr>
              <a:t>重叠执行</a:t>
            </a:r>
            <a:r>
              <a:rPr dirty="0" sz="2400" spc="-10">
                <a:solidFill>
                  <a:srgbClr val="40458B"/>
                </a:solidFill>
                <a:latin typeface="黑体"/>
                <a:cs typeface="黑体"/>
              </a:rPr>
              <a:t>或者</a:t>
            </a:r>
            <a:r>
              <a:rPr dirty="0" sz="2400" spc="-10">
                <a:solidFill>
                  <a:srgbClr val="FF09FF"/>
                </a:solidFill>
                <a:latin typeface="黑体"/>
                <a:cs typeface="黑体"/>
              </a:rPr>
              <a:t>重新排序</a:t>
            </a:r>
            <a:r>
              <a:rPr dirty="0" sz="2400" spc="-20">
                <a:solidFill>
                  <a:srgbClr val="40458B"/>
                </a:solidFill>
                <a:latin typeface="黑体"/>
                <a:cs typeface="黑体"/>
              </a:rPr>
              <a:t>会改变指令</a:t>
            </a:r>
            <a:endParaRPr sz="2400">
              <a:latin typeface="黑体"/>
              <a:cs typeface="黑体"/>
            </a:endParaRPr>
          </a:p>
          <a:p>
            <a:pPr marL="12700">
              <a:lnSpc>
                <a:spcPct val="100000"/>
              </a:lnSpc>
              <a:spcBef>
                <a:spcPts val="1575"/>
              </a:spcBef>
            </a:pPr>
            <a:r>
              <a:rPr dirty="0" sz="2400">
                <a:solidFill>
                  <a:srgbClr val="40458B"/>
                </a:solidFill>
                <a:latin typeface="黑体"/>
                <a:cs typeface="黑体"/>
              </a:rPr>
              <a:t>读</a:t>
            </a:r>
            <a:r>
              <a:rPr dirty="0" sz="2400" spc="-10">
                <a:solidFill>
                  <a:srgbClr val="40458B"/>
                </a:solidFill>
                <a:latin typeface="Tahoma"/>
                <a:cs typeface="Tahoma"/>
              </a:rPr>
              <a:t>/</a:t>
            </a:r>
            <a:r>
              <a:rPr dirty="0" sz="2400">
                <a:solidFill>
                  <a:srgbClr val="40458B"/>
                </a:solidFill>
                <a:latin typeface="黑体"/>
                <a:cs typeface="黑体"/>
              </a:rPr>
              <a:t>写操作数的顺序，使之不同于它们串行执行时的顺序，则发生了</a:t>
            </a:r>
            <a:r>
              <a:rPr dirty="0" sz="2400">
                <a:solidFill>
                  <a:srgbClr val="E14B04"/>
                </a:solidFill>
                <a:latin typeface="黑体"/>
                <a:cs typeface="黑体"/>
              </a:rPr>
              <a:t>数据冲突</a:t>
            </a:r>
            <a:r>
              <a:rPr dirty="0" sz="2400" spc="-50">
                <a:solidFill>
                  <a:srgbClr val="40458B"/>
                </a:solidFill>
                <a:latin typeface="黑体"/>
                <a:cs typeface="黑体"/>
              </a:rPr>
              <a:t>。</a:t>
            </a:r>
            <a:endParaRPr sz="2400">
              <a:latin typeface="黑体"/>
              <a:cs typeface="黑体"/>
            </a:endParaRPr>
          </a:p>
          <a:p>
            <a:pPr>
              <a:lnSpc>
                <a:spcPct val="100000"/>
              </a:lnSpc>
            </a:pPr>
            <a:endParaRPr sz="2400">
              <a:latin typeface="黑体"/>
              <a:cs typeface="黑体"/>
            </a:endParaRPr>
          </a:p>
          <a:p>
            <a:pPr>
              <a:lnSpc>
                <a:spcPct val="100000"/>
              </a:lnSpc>
              <a:spcBef>
                <a:spcPts val="855"/>
              </a:spcBef>
            </a:pPr>
            <a:endParaRPr sz="2400">
              <a:latin typeface="黑体"/>
              <a:cs typeface="黑体"/>
            </a:endParaRPr>
          </a:p>
          <a:p>
            <a:pPr marL="12700">
              <a:lnSpc>
                <a:spcPct val="100000"/>
              </a:lnSpc>
            </a:pPr>
            <a:r>
              <a:rPr dirty="0" sz="2700">
                <a:solidFill>
                  <a:srgbClr val="E14B04"/>
                </a:solidFill>
                <a:latin typeface="黑体"/>
                <a:cs typeface="黑体"/>
              </a:rPr>
              <a:t>常见的数据冲突：</a:t>
            </a:r>
            <a:r>
              <a:rPr dirty="0" sz="2400" spc="-5">
                <a:solidFill>
                  <a:srgbClr val="40458B"/>
                </a:solidFill>
                <a:latin typeface="黑体"/>
                <a:cs typeface="黑体"/>
              </a:rPr>
              <a:t>写后写冲突，写后读冲突，读后写冲突</a:t>
            </a:r>
            <a:endParaRPr sz="2400">
              <a:latin typeface="黑体"/>
              <a:cs typeface="黑体"/>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grpSp>
        <p:nvGrpSpPr>
          <p:cNvPr id="9" name="object 9" descr=""/>
          <p:cNvGrpSpPr/>
          <p:nvPr/>
        </p:nvGrpSpPr>
        <p:grpSpPr>
          <a:xfrm>
            <a:off x="4934786" y="935217"/>
            <a:ext cx="4864100" cy="81280"/>
            <a:chOff x="4934786" y="935217"/>
            <a:chExt cx="4864100" cy="81280"/>
          </a:xfrm>
        </p:grpSpPr>
        <p:sp>
          <p:nvSpPr>
            <p:cNvPr id="10" name="object 10" descr=""/>
            <p:cNvSpPr/>
            <p:nvPr/>
          </p:nvSpPr>
          <p:spPr>
            <a:xfrm>
              <a:off x="4936125" y="936558"/>
              <a:ext cx="4861560" cy="78740"/>
            </a:xfrm>
            <a:custGeom>
              <a:avLst/>
              <a:gdLst/>
              <a:ahLst/>
              <a:cxnLst/>
              <a:rect l="l" t="t" r="r" b="b"/>
              <a:pathLst>
                <a:path w="4861559" h="78740">
                  <a:moveTo>
                    <a:pt x="4745513" y="0"/>
                  </a:moveTo>
                  <a:lnTo>
                    <a:pt x="4785057" y="39214"/>
                  </a:lnTo>
                  <a:lnTo>
                    <a:pt x="4745513" y="78238"/>
                  </a:lnTo>
                  <a:lnTo>
                    <a:pt x="4835016" y="48014"/>
                  </a:lnTo>
                  <a:lnTo>
                    <a:pt x="4787361" y="48014"/>
                  </a:lnTo>
                  <a:lnTo>
                    <a:pt x="4791584" y="45718"/>
                  </a:lnTo>
                  <a:lnTo>
                    <a:pt x="4794079" y="43805"/>
                  </a:lnTo>
                  <a:lnTo>
                    <a:pt x="4794079" y="34432"/>
                  </a:lnTo>
                  <a:lnTo>
                    <a:pt x="4791584" y="31945"/>
                  </a:lnTo>
                  <a:lnTo>
                    <a:pt x="4787361" y="29650"/>
                  </a:lnTo>
                  <a:lnTo>
                    <a:pt x="4832889" y="29650"/>
                  </a:lnTo>
                  <a:lnTo>
                    <a:pt x="4745513" y="0"/>
                  </a:lnTo>
                  <a:close/>
                </a:path>
                <a:path w="4861559" h="78740">
                  <a:moveTo>
                    <a:pt x="4775412" y="29650"/>
                  </a:moveTo>
                  <a:lnTo>
                    <a:pt x="4799" y="29650"/>
                  </a:lnTo>
                  <a:lnTo>
                    <a:pt x="0" y="34432"/>
                  </a:lnTo>
                  <a:lnTo>
                    <a:pt x="0" y="43805"/>
                  </a:lnTo>
                  <a:lnTo>
                    <a:pt x="2495" y="45718"/>
                  </a:lnTo>
                  <a:lnTo>
                    <a:pt x="4799" y="48014"/>
                  </a:lnTo>
                  <a:lnTo>
                    <a:pt x="4776140" y="48014"/>
                  </a:lnTo>
                  <a:lnTo>
                    <a:pt x="4785057" y="39214"/>
                  </a:lnTo>
                  <a:lnTo>
                    <a:pt x="4775412" y="29650"/>
                  </a:lnTo>
                  <a:close/>
                </a:path>
                <a:path w="4861559" h="78740">
                  <a:moveTo>
                    <a:pt x="4832889" y="29650"/>
                  </a:moveTo>
                  <a:lnTo>
                    <a:pt x="4787361" y="29650"/>
                  </a:lnTo>
                  <a:lnTo>
                    <a:pt x="4791584" y="31945"/>
                  </a:lnTo>
                  <a:lnTo>
                    <a:pt x="4794079" y="34432"/>
                  </a:lnTo>
                  <a:lnTo>
                    <a:pt x="4794079" y="43805"/>
                  </a:lnTo>
                  <a:lnTo>
                    <a:pt x="4791584" y="45718"/>
                  </a:lnTo>
                  <a:lnTo>
                    <a:pt x="4787361" y="48014"/>
                  </a:lnTo>
                  <a:lnTo>
                    <a:pt x="4835016" y="48014"/>
                  </a:lnTo>
                  <a:lnTo>
                    <a:pt x="4861074" y="39214"/>
                  </a:lnTo>
                  <a:lnTo>
                    <a:pt x="4832889" y="29650"/>
                  </a:lnTo>
                  <a:close/>
                </a:path>
              </a:pathLst>
            </a:custGeom>
            <a:solidFill>
              <a:srgbClr val="000000"/>
            </a:solidFill>
          </p:spPr>
          <p:txBody>
            <a:bodyPr wrap="square" lIns="0" tIns="0" rIns="0" bIns="0" rtlCol="0"/>
            <a:lstStyle/>
            <a:p/>
          </p:txBody>
        </p:sp>
        <p:sp>
          <p:nvSpPr>
            <p:cNvPr id="11" name="object 11" descr=""/>
            <p:cNvSpPr/>
            <p:nvPr/>
          </p:nvSpPr>
          <p:spPr>
            <a:xfrm>
              <a:off x="4936125" y="936558"/>
              <a:ext cx="4861560" cy="78740"/>
            </a:xfrm>
            <a:custGeom>
              <a:avLst/>
              <a:gdLst/>
              <a:ahLst/>
              <a:cxnLst/>
              <a:rect l="l" t="t" r="r" b="b"/>
              <a:pathLst>
                <a:path w="4861559" h="78740">
                  <a:moveTo>
                    <a:pt x="9598" y="29650"/>
                  </a:moveTo>
                  <a:lnTo>
                    <a:pt x="4785057" y="29650"/>
                  </a:lnTo>
                  <a:lnTo>
                    <a:pt x="4794079" y="43805"/>
                  </a:lnTo>
                  <a:lnTo>
                    <a:pt x="4791584" y="45718"/>
                  </a:lnTo>
                  <a:lnTo>
                    <a:pt x="4787361" y="48014"/>
                  </a:lnTo>
                  <a:lnTo>
                    <a:pt x="4785057" y="48014"/>
                  </a:lnTo>
                  <a:lnTo>
                    <a:pt x="9598" y="48014"/>
                  </a:lnTo>
                  <a:lnTo>
                    <a:pt x="4799" y="48014"/>
                  </a:lnTo>
                  <a:lnTo>
                    <a:pt x="2495" y="45718"/>
                  </a:lnTo>
                  <a:lnTo>
                    <a:pt x="0" y="43805"/>
                  </a:lnTo>
                  <a:lnTo>
                    <a:pt x="0" y="39214"/>
                  </a:lnTo>
                  <a:lnTo>
                    <a:pt x="0" y="34432"/>
                  </a:lnTo>
                  <a:lnTo>
                    <a:pt x="2495" y="31945"/>
                  </a:lnTo>
                  <a:lnTo>
                    <a:pt x="4799" y="29650"/>
                  </a:lnTo>
                  <a:lnTo>
                    <a:pt x="9598" y="29650"/>
                  </a:lnTo>
                  <a:close/>
                </a:path>
                <a:path w="4861559" h="78740">
                  <a:moveTo>
                    <a:pt x="4785057" y="39214"/>
                  </a:moveTo>
                  <a:lnTo>
                    <a:pt x="4745513" y="0"/>
                  </a:lnTo>
                  <a:lnTo>
                    <a:pt x="4861074" y="39214"/>
                  </a:lnTo>
                  <a:lnTo>
                    <a:pt x="4745513" y="78238"/>
                  </a:lnTo>
                  <a:lnTo>
                    <a:pt x="4785057" y="39214"/>
                  </a:lnTo>
                  <a:close/>
                </a:path>
              </a:pathLst>
            </a:custGeom>
            <a:ln w="3175">
              <a:solidFill>
                <a:srgbClr val="000000"/>
              </a:solidFill>
            </a:ln>
          </p:spPr>
          <p:txBody>
            <a:bodyPr wrap="square" lIns="0" tIns="0" rIns="0" bIns="0" rtlCol="0"/>
            <a:lstStyle/>
            <a:p/>
          </p:txBody>
        </p:sp>
      </p:grpSp>
      <p:sp>
        <p:nvSpPr>
          <p:cNvPr id="12" name="object 12" descr=""/>
          <p:cNvSpPr txBox="1"/>
          <p:nvPr/>
        </p:nvSpPr>
        <p:spPr>
          <a:xfrm>
            <a:off x="3534555" y="734540"/>
            <a:ext cx="1410335" cy="624205"/>
          </a:xfrm>
          <a:prstGeom prst="rect">
            <a:avLst/>
          </a:prstGeom>
        </p:spPr>
        <p:txBody>
          <a:bodyPr wrap="square" lIns="0" tIns="106045" rIns="0" bIns="0" rtlCol="0" vert="horz">
            <a:spAutoFit/>
          </a:bodyPr>
          <a:lstStyle/>
          <a:p>
            <a:pPr marL="12700">
              <a:lnSpc>
                <a:spcPct val="100000"/>
              </a:lnSpc>
              <a:spcBef>
                <a:spcPts val="835"/>
              </a:spcBef>
            </a:pPr>
            <a:r>
              <a:rPr dirty="0" sz="1350">
                <a:latin typeface="宋体"/>
                <a:cs typeface="宋体"/>
              </a:rPr>
              <a:t>时间（时钟周期</a:t>
            </a:r>
            <a:r>
              <a:rPr dirty="0" sz="1350" spc="-50">
                <a:latin typeface="宋体"/>
                <a:cs typeface="宋体"/>
              </a:rPr>
              <a:t>）</a:t>
            </a:r>
            <a:endParaRPr sz="1350">
              <a:latin typeface="宋体"/>
              <a:cs typeface="宋体"/>
            </a:endParaRPr>
          </a:p>
          <a:p>
            <a:pPr marL="132715">
              <a:lnSpc>
                <a:spcPct val="100000"/>
              </a:lnSpc>
              <a:spcBef>
                <a:spcPts val="735"/>
              </a:spcBef>
              <a:tabLst>
                <a:tab pos="1225550" algn="l"/>
              </a:tabLst>
            </a:pPr>
            <a:r>
              <a:rPr dirty="0" sz="1350" spc="-50">
                <a:latin typeface="Times New Roman"/>
                <a:cs typeface="Times New Roman"/>
              </a:rPr>
              <a:t>1</a:t>
            </a:r>
            <a:r>
              <a:rPr dirty="0" sz="1350">
                <a:latin typeface="Times New Roman"/>
                <a:cs typeface="Times New Roman"/>
              </a:rPr>
              <a:t>	</a:t>
            </a:r>
            <a:r>
              <a:rPr dirty="0" sz="1350" spc="-50">
                <a:latin typeface="Times New Roman"/>
                <a:cs typeface="Times New Roman"/>
              </a:rPr>
              <a:t>2</a:t>
            </a:r>
            <a:endParaRPr sz="1350">
              <a:latin typeface="Times New Roman"/>
              <a:cs typeface="Times New Roman"/>
            </a:endParaRPr>
          </a:p>
        </p:txBody>
      </p:sp>
      <p:sp>
        <p:nvSpPr>
          <p:cNvPr id="13" name="object 13" descr=""/>
          <p:cNvSpPr txBox="1"/>
          <p:nvPr/>
        </p:nvSpPr>
        <p:spPr>
          <a:xfrm>
            <a:off x="5837936" y="1125175"/>
            <a:ext cx="113030" cy="233679"/>
          </a:xfrm>
          <a:prstGeom prst="rect">
            <a:avLst/>
          </a:prstGeom>
        </p:spPr>
        <p:txBody>
          <a:bodyPr wrap="square" lIns="0" tIns="14604" rIns="0" bIns="0" rtlCol="0" vert="horz">
            <a:spAutoFit/>
          </a:bodyPr>
          <a:lstStyle/>
          <a:p>
            <a:pPr marL="12700">
              <a:lnSpc>
                <a:spcPct val="100000"/>
              </a:lnSpc>
              <a:spcBef>
                <a:spcPts val="114"/>
              </a:spcBef>
            </a:pPr>
            <a:r>
              <a:rPr dirty="0" sz="1350" spc="-50">
                <a:latin typeface="Times New Roman"/>
                <a:cs typeface="Times New Roman"/>
              </a:rPr>
              <a:t>3</a:t>
            </a:r>
            <a:endParaRPr sz="1350">
              <a:latin typeface="Times New Roman"/>
              <a:cs typeface="Times New Roman"/>
            </a:endParaRPr>
          </a:p>
        </p:txBody>
      </p:sp>
      <p:sp>
        <p:nvSpPr>
          <p:cNvPr id="14" name="object 14" descr=""/>
          <p:cNvSpPr txBox="1"/>
          <p:nvPr/>
        </p:nvSpPr>
        <p:spPr>
          <a:xfrm>
            <a:off x="6889125" y="1125175"/>
            <a:ext cx="113030" cy="233679"/>
          </a:xfrm>
          <a:prstGeom prst="rect">
            <a:avLst/>
          </a:prstGeom>
        </p:spPr>
        <p:txBody>
          <a:bodyPr wrap="square" lIns="0" tIns="14604" rIns="0" bIns="0" rtlCol="0" vert="horz">
            <a:spAutoFit/>
          </a:bodyPr>
          <a:lstStyle/>
          <a:p>
            <a:pPr marL="12700">
              <a:lnSpc>
                <a:spcPct val="100000"/>
              </a:lnSpc>
              <a:spcBef>
                <a:spcPts val="114"/>
              </a:spcBef>
            </a:pPr>
            <a:r>
              <a:rPr dirty="0" sz="1350" spc="-50">
                <a:latin typeface="Times New Roman"/>
                <a:cs typeface="Times New Roman"/>
              </a:rPr>
              <a:t>4</a:t>
            </a:r>
            <a:endParaRPr sz="1350">
              <a:latin typeface="Times New Roman"/>
              <a:cs typeface="Times New Roman"/>
            </a:endParaRPr>
          </a:p>
        </p:txBody>
      </p:sp>
      <p:sp>
        <p:nvSpPr>
          <p:cNvPr id="15" name="object 15" descr=""/>
          <p:cNvSpPr txBox="1"/>
          <p:nvPr/>
        </p:nvSpPr>
        <p:spPr>
          <a:xfrm>
            <a:off x="7981969" y="1125175"/>
            <a:ext cx="113030" cy="233679"/>
          </a:xfrm>
          <a:prstGeom prst="rect">
            <a:avLst/>
          </a:prstGeom>
        </p:spPr>
        <p:txBody>
          <a:bodyPr wrap="square" lIns="0" tIns="14604" rIns="0" bIns="0" rtlCol="0" vert="horz">
            <a:spAutoFit/>
          </a:bodyPr>
          <a:lstStyle/>
          <a:p>
            <a:pPr marL="12700">
              <a:lnSpc>
                <a:spcPct val="100000"/>
              </a:lnSpc>
              <a:spcBef>
                <a:spcPts val="114"/>
              </a:spcBef>
            </a:pPr>
            <a:r>
              <a:rPr dirty="0" sz="1350" spc="-50">
                <a:latin typeface="Times New Roman"/>
                <a:cs typeface="Times New Roman"/>
              </a:rPr>
              <a:t>5</a:t>
            </a:r>
            <a:endParaRPr sz="1350">
              <a:latin typeface="Times New Roman"/>
              <a:cs typeface="Times New Roman"/>
            </a:endParaRPr>
          </a:p>
        </p:txBody>
      </p:sp>
      <p:sp>
        <p:nvSpPr>
          <p:cNvPr id="16" name="object 16" descr=""/>
          <p:cNvSpPr/>
          <p:nvPr/>
        </p:nvSpPr>
        <p:spPr>
          <a:xfrm>
            <a:off x="5307574" y="1686996"/>
            <a:ext cx="443865" cy="306705"/>
          </a:xfrm>
          <a:custGeom>
            <a:avLst/>
            <a:gdLst/>
            <a:ahLst/>
            <a:cxnLst/>
            <a:rect l="l" t="t" r="r" b="b"/>
            <a:pathLst>
              <a:path w="443864" h="306705">
                <a:moveTo>
                  <a:pt x="0" y="306258"/>
                </a:moveTo>
                <a:lnTo>
                  <a:pt x="443626" y="306258"/>
                </a:lnTo>
              </a:path>
              <a:path w="443864" h="306705">
                <a:moveTo>
                  <a:pt x="39352" y="8799"/>
                </a:moveTo>
                <a:lnTo>
                  <a:pt x="443626" y="0"/>
                </a:lnTo>
              </a:path>
            </a:pathLst>
          </a:custGeom>
          <a:ln w="13765">
            <a:solidFill>
              <a:srgbClr val="000000"/>
            </a:solidFill>
          </a:ln>
        </p:spPr>
        <p:txBody>
          <a:bodyPr wrap="square" lIns="0" tIns="0" rIns="0" bIns="0" rtlCol="0"/>
          <a:lstStyle/>
          <a:p/>
        </p:txBody>
      </p:sp>
      <p:sp>
        <p:nvSpPr>
          <p:cNvPr id="17" name="object 17" descr=""/>
          <p:cNvSpPr txBox="1"/>
          <p:nvPr/>
        </p:nvSpPr>
        <p:spPr>
          <a:xfrm>
            <a:off x="3487344" y="1626892"/>
            <a:ext cx="485140" cy="356870"/>
          </a:xfrm>
          <a:prstGeom prst="rect">
            <a:avLst/>
          </a:prstGeom>
          <a:ln w="13758">
            <a:solidFill>
              <a:srgbClr val="000000"/>
            </a:solidFill>
          </a:ln>
        </p:spPr>
        <p:txBody>
          <a:bodyPr wrap="square" lIns="0" tIns="74930" rIns="0" bIns="0" rtlCol="0" vert="horz">
            <a:spAutoFit/>
          </a:bodyPr>
          <a:lstStyle/>
          <a:p>
            <a:pPr marL="140335">
              <a:lnSpc>
                <a:spcPct val="100000"/>
              </a:lnSpc>
              <a:spcBef>
                <a:spcPts val="590"/>
              </a:spcBef>
            </a:pPr>
            <a:r>
              <a:rPr dirty="0" sz="1350" spc="-25">
                <a:latin typeface="Times New Roman"/>
                <a:cs typeface="Times New Roman"/>
              </a:rPr>
              <a:t>IM</a:t>
            </a:r>
            <a:endParaRPr sz="1350">
              <a:latin typeface="Times New Roman"/>
              <a:cs typeface="Times New Roman"/>
            </a:endParaRPr>
          </a:p>
        </p:txBody>
      </p:sp>
      <p:sp>
        <p:nvSpPr>
          <p:cNvPr id="18" name="object 18" descr=""/>
          <p:cNvSpPr txBox="1"/>
          <p:nvPr/>
        </p:nvSpPr>
        <p:spPr>
          <a:xfrm>
            <a:off x="4666771" y="1673609"/>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sp>
        <p:nvSpPr>
          <p:cNvPr id="19" name="object 19" descr=""/>
          <p:cNvSpPr/>
          <p:nvPr/>
        </p:nvSpPr>
        <p:spPr>
          <a:xfrm>
            <a:off x="5751200" y="1449603"/>
            <a:ext cx="323850" cy="774065"/>
          </a:xfrm>
          <a:custGeom>
            <a:avLst/>
            <a:gdLst/>
            <a:ahLst/>
            <a:cxnLst/>
            <a:rect l="l" t="t" r="r" b="b"/>
            <a:pathLst>
              <a:path w="323850" h="774064">
                <a:moveTo>
                  <a:pt x="323841" y="166041"/>
                </a:moveTo>
                <a:lnTo>
                  <a:pt x="323841" y="605821"/>
                </a:lnTo>
              </a:path>
              <a:path w="323850" h="774064">
                <a:moveTo>
                  <a:pt x="0" y="0"/>
                </a:moveTo>
                <a:lnTo>
                  <a:pt x="323841" y="166041"/>
                </a:lnTo>
              </a:path>
              <a:path w="323850" h="774064">
                <a:moveTo>
                  <a:pt x="323841" y="605821"/>
                </a:moveTo>
                <a:lnTo>
                  <a:pt x="0" y="773967"/>
                </a:lnTo>
              </a:path>
              <a:path w="323850" h="774064">
                <a:moveTo>
                  <a:pt x="0" y="0"/>
                </a:moveTo>
                <a:lnTo>
                  <a:pt x="0" y="221324"/>
                </a:lnTo>
              </a:path>
              <a:path w="323850" h="774064">
                <a:moveTo>
                  <a:pt x="0" y="552642"/>
                </a:moveTo>
                <a:lnTo>
                  <a:pt x="0" y="773967"/>
                </a:lnTo>
              </a:path>
              <a:path w="323850" h="774064">
                <a:moveTo>
                  <a:pt x="0" y="221324"/>
                </a:moveTo>
                <a:lnTo>
                  <a:pt x="96941" y="386983"/>
                </a:lnTo>
              </a:path>
              <a:path w="323850" h="774064">
                <a:moveTo>
                  <a:pt x="96941" y="386983"/>
                </a:moveTo>
                <a:lnTo>
                  <a:pt x="0" y="552642"/>
                </a:lnTo>
              </a:path>
            </a:pathLst>
          </a:custGeom>
          <a:ln w="13765">
            <a:solidFill>
              <a:srgbClr val="000000"/>
            </a:solidFill>
          </a:ln>
        </p:spPr>
        <p:txBody>
          <a:bodyPr wrap="square" lIns="0" tIns="0" rIns="0" bIns="0" rtlCol="0"/>
          <a:lstStyle/>
          <a:p/>
        </p:txBody>
      </p:sp>
      <p:sp>
        <p:nvSpPr>
          <p:cNvPr id="20" name="object 20" descr=""/>
          <p:cNvSpPr txBox="1"/>
          <p:nvPr/>
        </p:nvSpPr>
        <p:spPr>
          <a:xfrm>
            <a:off x="5821216" y="1625517"/>
            <a:ext cx="218440" cy="382270"/>
          </a:xfrm>
          <a:prstGeom prst="rect">
            <a:avLst/>
          </a:prstGeom>
        </p:spPr>
        <p:txBody>
          <a:bodyPr wrap="square" lIns="0" tIns="0" rIns="0" bIns="0" rtlCol="0" vert="vert">
            <a:spAutoFit/>
          </a:bodyPr>
          <a:lstStyle/>
          <a:p>
            <a:pPr marL="12700">
              <a:lnSpc>
                <a:spcPts val="1590"/>
              </a:lnSpc>
            </a:pPr>
            <a:r>
              <a:rPr dirty="0" sz="1350" spc="-25">
                <a:latin typeface="Times New Roman"/>
                <a:cs typeface="Times New Roman"/>
              </a:rPr>
              <a:t>ALU</a:t>
            </a:r>
            <a:endParaRPr sz="1350">
              <a:latin typeface="Times New Roman"/>
              <a:cs typeface="Times New Roman"/>
            </a:endParaRPr>
          </a:p>
        </p:txBody>
      </p:sp>
      <p:sp>
        <p:nvSpPr>
          <p:cNvPr id="21" name="object 21" descr=""/>
          <p:cNvSpPr txBox="1"/>
          <p:nvPr/>
        </p:nvSpPr>
        <p:spPr>
          <a:xfrm>
            <a:off x="6769915" y="1673610"/>
            <a:ext cx="471805" cy="233679"/>
          </a:xfrm>
          <a:prstGeom prst="rect">
            <a:avLst/>
          </a:prstGeom>
        </p:spPr>
        <p:txBody>
          <a:bodyPr wrap="square" lIns="0" tIns="14604" rIns="0" bIns="0" rtlCol="0" vert="horz">
            <a:spAutoFit/>
          </a:bodyPr>
          <a:lstStyle/>
          <a:p>
            <a:pPr marL="131445">
              <a:lnSpc>
                <a:spcPct val="100000"/>
              </a:lnSpc>
              <a:spcBef>
                <a:spcPts val="114"/>
              </a:spcBef>
            </a:pPr>
            <a:r>
              <a:rPr dirty="0" sz="1350" spc="-25">
                <a:latin typeface="Times New Roman"/>
                <a:cs typeface="Times New Roman"/>
              </a:rPr>
              <a:t>DM</a:t>
            </a:r>
            <a:endParaRPr sz="1350">
              <a:latin typeface="Times New Roman"/>
              <a:cs typeface="Times New Roman"/>
            </a:endParaRPr>
          </a:p>
        </p:txBody>
      </p:sp>
      <p:sp>
        <p:nvSpPr>
          <p:cNvPr id="22" name="object 22" descr=""/>
          <p:cNvSpPr txBox="1"/>
          <p:nvPr/>
        </p:nvSpPr>
        <p:spPr>
          <a:xfrm>
            <a:off x="7940506" y="1673610"/>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grpSp>
        <p:nvGrpSpPr>
          <p:cNvPr id="23" name="object 23" descr=""/>
          <p:cNvGrpSpPr/>
          <p:nvPr/>
        </p:nvGrpSpPr>
        <p:grpSpPr>
          <a:xfrm>
            <a:off x="3965295" y="1442580"/>
            <a:ext cx="4385310" cy="1389380"/>
            <a:chOff x="3965295" y="1442580"/>
            <a:chExt cx="4385310" cy="1389380"/>
          </a:xfrm>
        </p:grpSpPr>
        <p:sp>
          <p:nvSpPr>
            <p:cNvPr id="24" name="object 24" descr=""/>
            <p:cNvSpPr/>
            <p:nvPr/>
          </p:nvSpPr>
          <p:spPr>
            <a:xfrm>
              <a:off x="3972280" y="1626892"/>
              <a:ext cx="3276600" cy="356870"/>
            </a:xfrm>
            <a:custGeom>
              <a:avLst/>
              <a:gdLst/>
              <a:ahLst/>
              <a:cxnLst/>
              <a:rect l="l" t="t" r="r" b="b"/>
              <a:pathLst>
                <a:path w="3276600" h="356869">
                  <a:moveTo>
                    <a:pt x="0" y="179852"/>
                  </a:moveTo>
                  <a:lnTo>
                    <a:pt x="203672" y="179852"/>
                  </a:lnTo>
                </a:path>
                <a:path w="3276600" h="356869">
                  <a:moveTo>
                    <a:pt x="2790755" y="356797"/>
                  </a:moveTo>
                  <a:lnTo>
                    <a:pt x="3276248" y="356797"/>
                  </a:lnTo>
                  <a:lnTo>
                    <a:pt x="3276248" y="0"/>
                  </a:lnTo>
                  <a:lnTo>
                    <a:pt x="2790755" y="0"/>
                  </a:lnTo>
                  <a:lnTo>
                    <a:pt x="2790755" y="356797"/>
                  </a:lnTo>
                  <a:close/>
                </a:path>
                <a:path w="3276600" h="356869">
                  <a:moveTo>
                    <a:pt x="404273" y="179852"/>
                  </a:moveTo>
                  <a:lnTo>
                    <a:pt x="607754" y="179852"/>
                  </a:lnTo>
                </a:path>
                <a:path w="3276600" h="356869">
                  <a:moveTo>
                    <a:pt x="1092844" y="105822"/>
                  </a:moveTo>
                  <a:lnTo>
                    <a:pt x="1293829" y="105822"/>
                  </a:lnTo>
                </a:path>
                <a:path w="3276600" h="356869">
                  <a:moveTo>
                    <a:pt x="1092844" y="274351"/>
                  </a:moveTo>
                  <a:lnTo>
                    <a:pt x="1293829" y="274351"/>
                  </a:lnTo>
                </a:path>
                <a:path w="3276600" h="356869">
                  <a:moveTo>
                    <a:pt x="850203" y="38"/>
                  </a:moveTo>
                  <a:lnTo>
                    <a:pt x="1092844" y="38"/>
                  </a:lnTo>
                </a:path>
                <a:path w="3276600" h="356869">
                  <a:moveTo>
                    <a:pt x="1092844" y="38"/>
                  </a:moveTo>
                  <a:lnTo>
                    <a:pt x="1092844" y="356797"/>
                  </a:lnTo>
                </a:path>
                <a:path w="3276600" h="356869">
                  <a:moveTo>
                    <a:pt x="850203" y="356797"/>
                  </a:moveTo>
                  <a:lnTo>
                    <a:pt x="1092844" y="356797"/>
                  </a:lnTo>
                </a:path>
              </a:pathLst>
            </a:custGeom>
            <a:ln w="13765">
              <a:solidFill>
                <a:srgbClr val="000000"/>
              </a:solidFill>
            </a:ln>
          </p:spPr>
          <p:txBody>
            <a:bodyPr wrap="square" lIns="0" tIns="0" rIns="0" bIns="0" rtlCol="0"/>
            <a:lstStyle/>
            <a:p/>
          </p:txBody>
        </p:sp>
        <p:sp>
          <p:nvSpPr>
            <p:cNvPr id="25" name="object 25" descr=""/>
            <p:cNvSpPr/>
            <p:nvPr/>
          </p:nvSpPr>
          <p:spPr>
            <a:xfrm>
              <a:off x="4573316" y="1622722"/>
              <a:ext cx="275590" cy="14604"/>
            </a:xfrm>
            <a:custGeom>
              <a:avLst/>
              <a:gdLst/>
              <a:ahLst/>
              <a:cxnLst/>
              <a:rect l="l" t="t" r="r" b="b"/>
              <a:pathLst>
                <a:path w="275589" h="14605">
                  <a:moveTo>
                    <a:pt x="53365" y="0"/>
                  </a:moveTo>
                  <a:lnTo>
                    <a:pt x="4799" y="0"/>
                  </a:lnTo>
                  <a:lnTo>
                    <a:pt x="2495" y="2295"/>
                  </a:lnTo>
                  <a:lnTo>
                    <a:pt x="2495" y="4782"/>
                  </a:lnTo>
                  <a:lnTo>
                    <a:pt x="0" y="7077"/>
                  </a:lnTo>
                  <a:lnTo>
                    <a:pt x="2495" y="9373"/>
                  </a:lnTo>
                  <a:lnTo>
                    <a:pt x="2495" y="11860"/>
                  </a:lnTo>
                  <a:lnTo>
                    <a:pt x="4799" y="14155"/>
                  </a:lnTo>
                  <a:lnTo>
                    <a:pt x="53365" y="14155"/>
                  </a:lnTo>
                  <a:lnTo>
                    <a:pt x="58164" y="9373"/>
                  </a:lnTo>
                  <a:lnTo>
                    <a:pt x="58164" y="4782"/>
                  </a:lnTo>
                  <a:lnTo>
                    <a:pt x="53365" y="0"/>
                  </a:lnTo>
                  <a:close/>
                </a:path>
                <a:path w="275589" h="14605">
                  <a:moveTo>
                    <a:pt x="113641" y="0"/>
                  </a:moveTo>
                  <a:lnTo>
                    <a:pt x="106539" y="0"/>
                  </a:lnTo>
                  <a:lnTo>
                    <a:pt x="101740" y="4782"/>
                  </a:lnTo>
                  <a:lnTo>
                    <a:pt x="101740" y="9373"/>
                  </a:lnTo>
                  <a:lnTo>
                    <a:pt x="106539" y="14155"/>
                  </a:lnTo>
                  <a:lnTo>
                    <a:pt x="113641" y="14155"/>
                  </a:lnTo>
                  <a:lnTo>
                    <a:pt x="115561" y="11860"/>
                  </a:lnTo>
                  <a:lnTo>
                    <a:pt x="115561" y="2295"/>
                  </a:lnTo>
                  <a:lnTo>
                    <a:pt x="113641" y="0"/>
                  </a:lnTo>
                  <a:close/>
                </a:path>
                <a:path w="275589" h="14605">
                  <a:moveTo>
                    <a:pt x="212694" y="0"/>
                  </a:moveTo>
                  <a:lnTo>
                    <a:pt x="164128" y="0"/>
                  </a:lnTo>
                  <a:lnTo>
                    <a:pt x="162208" y="2295"/>
                  </a:lnTo>
                  <a:lnTo>
                    <a:pt x="159905" y="4782"/>
                  </a:lnTo>
                  <a:lnTo>
                    <a:pt x="159905" y="9373"/>
                  </a:lnTo>
                  <a:lnTo>
                    <a:pt x="162208" y="11860"/>
                  </a:lnTo>
                  <a:lnTo>
                    <a:pt x="164128" y="14155"/>
                  </a:lnTo>
                  <a:lnTo>
                    <a:pt x="212694" y="14155"/>
                  </a:lnTo>
                  <a:lnTo>
                    <a:pt x="214998" y="11860"/>
                  </a:lnTo>
                  <a:lnTo>
                    <a:pt x="217301" y="9373"/>
                  </a:lnTo>
                  <a:lnTo>
                    <a:pt x="217301" y="4782"/>
                  </a:lnTo>
                  <a:lnTo>
                    <a:pt x="214998" y="2295"/>
                  </a:lnTo>
                  <a:lnTo>
                    <a:pt x="212694" y="0"/>
                  </a:lnTo>
                  <a:close/>
                </a:path>
                <a:path w="275589" h="14605">
                  <a:moveTo>
                    <a:pt x="270667" y="0"/>
                  </a:moveTo>
                  <a:lnTo>
                    <a:pt x="265868" y="0"/>
                  </a:lnTo>
                  <a:lnTo>
                    <a:pt x="263564" y="2295"/>
                  </a:lnTo>
                  <a:lnTo>
                    <a:pt x="261645" y="4782"/>
                  </a:lnTo>
                  <a:lnTo>
                    <a:pt x="261645" y="9373"/>
                  </a:lnTo>
                  <a:lnTo>
                    <a:pt x="263564" y="11860"/>
                  </a:lnTo>
                  <a:lnTo>
                    <a:pt x="265868" y="14155"/>
                  </a:lnTo>
                  <a:lnTo>
                    <a:pt x="270667" y="14155"/>
                  </a:lnTo>
                  <a:lnTo>
                    <a:pt x="275466" y="9373"/>
                  </a:lnTo>
                  <a:lnTo>
                    <a:pt x="275466" y="4782"/>
                  </a:lnTo>
                  <a:lnTo>
                    <a:pt x="270667" y="0"/>
                  </a:lnTo>
                  <a:close/>
                </a:path>
              </a:pathLst>
            </a:custGeom>
            <a:solidFill>
              <a:srgbClr val="000000"/>
            </a:solidFill>
          </p:spPr>
          <p:txBody>
            <a:bodyPr wrap="square" lIns="0" tIns="0" rIns="0" bIns="0" rtlCol="0"/>
            <a:lstStyle/>
            <a:p/>
          </p:txBody>
        </p:sp>
        <p:sp>
          <p:nvSpPr>
            <p:cNvPr id="26" name="object 26" descr=""/>
            <p:cNvSpPr/>
            <p:nvPr/>
          </p:nvSpPr>
          <p:spPr>
            <a:xfrm>
              <a:off x="4573316" y="1622722"/>
              <a:ext cx="275590" cy="14604"/>
            </a:xfrm>
            <a:custGeom>
              <a:avLst/>
              <a:gdLst/>
              <a:ahLst/>
              <a:cxnLst/>
              <a:rect l="l" t="t" r="r" b="b"/>
              <a:pathLst>
                <a:path w="275589" h="14605">
                  <a:moveTo>
                    <a:pt x="9598" y="0"/>
                  </a:moveTo>
                  <a:lnTo>
                    <a:pt x="50870" y="0"/>
                  </a:lnTo>
                  <a:lnTo>
                    <a:pt x="53365" y="0"/>
                  </a:lnTo>
                  <a:lnTo>
                    <a:pt x="55669" y="2295"/>
                  </a:lnTo>
                  <a:lnTo>
                    <a:pt x="58164" y="4782"/>
                  </a:lnTo>
                  <a:lnTo>
                    <a:pt x="58164" y="7077"/>
                  </a:lnTo>
                  <a:lnTo>
                    <a:pt x="58164" y="9373"/>
                  </a:lnTo>
                  <a:lnTo>
                    <a:pt x="55669" y="11860"/>
                  </a:lnTo>
                  <a:lnTo>
                    <a:pt x="53365" y="14155"/>
                  </a:lnTo>
                  <a:lnTo>
                    <a:pt x="50870" y="14155"/>
                  </a:lnTo>
                  <a:lnTo>
                    <a:pt x="9598" y="14155"/>
                  </a:lnTo>
                  <a:lnTo>
                    <a:pt x="4799" y="14155"/>
                  </a:lnTo>
                  <a:lnTo>
                    <a:pt x="2495" y="11860"/>
                  </a:lnTo>
                  <a:lnTo>
                    <a:pt x="2495" y="9373"/>
                  </a:lnTo>
                  <a:lnTo>
                    <a:pt x="0" y="7077"/>
                  </a:lnTo>
                  <a:lnTo>
                    <a:pt x="2495" y="4782"/>
                  </a:lnTo>
                  <a:lnTo>
                    <a:pt x="2495" y="2295"/>
                  </a:lnTo>
                  <a:lnTo>
                    <a:pt x="4799" y="0"/>
                  </a:lnTo>
                  <a:lnTo>
                    <a:pt x="9598" y="0"/>
                  </a:lnTo>
                  <a:close/>
                </a:path>
                <a:path w="275589" h="14605">
                  <a:moveTo>
                    <a:pt x="109034" y="0"/>
                  </a:moveTo>
                  <a:lnTo>
                    <a:pt x="113641" y="0"/>
                  </a:lnTo>
                  <a:lnTo>
                    <a:pt x="115561" y="2295"/>
                  </a:lnTo>
                  <a:lnTo>
                    <a:pt x="115561" y="4782"/>
                  </a:lnTo>
                  <a:lnTo>
                    <a:pt x="115561" y="7077"/>
                  </a:lnTo>
                  <a:lnTo>
                    <a:pt x="115561" y="9373"/>
                  </a:lnTo>
                  <a:lnTo>
                    <a:pt x="115561" y="11860"/>
                  </a:lnTo>
                  <a:lnTo>
                    <a:pt x="113641" y="14155"/>
                  </a:lnTo>
                  <a:lnTo>
                    <a:pt x="109034" y="14155"/>
                  </a:lnTo>
                  <a:lnTo>
                    <a:pt x="106539" y="14155"/>
                  </a:lnTo>
                  <a:lnTo>
                    <a:pt x="104235" y="11860"/>
                  </a:lnTo>
                  <a:lnTo>
                    <a:pt x="101740" y="9373"/>
                  </a:lnTo>
                  <a:lnTo>
                    <a:pt x="101740" y="7077"/>
                  </a:lnTo>
                  <a:lnTo>
                    <a:pt x="101740" y="4782"/>
                  </a:lnTo>
                  <a:lnTo>
                    <a:pt x="104235" y="2295"/>
                  </a:lnTo>
                  <a:lnTo>
                    <a:pt x="106539" y="0"/>
                  </a:lnTo>
                  <a:lnTo>
                    <a:pt x="109034" y="0"/>
                  </a:lnTo>
                  <a:close/>
                </a:path>
                <a:path w="275589" h="14605">
                  <a:moveTo>
                    <a:pt x="166431" y="0"/>
                  </a:moveTo>
                  <a:lnTo>
                    <a:pt x="210775" y="0"/>
                  </a:lnTo>
                  <a:lnTo>
                    <a:pt x="212694" y="0"/>
                  </a:lnTo>
                  <a:lnTo>
                    <a:pt x="214998" y="2295"/>
                  </a:lnTo>
                  <a:lnTo>
                    <a:pt x="217301" y="4782"/>
                  </a:lnTo>
                  <a:lnTo>
                    <a:pt x="217301" y="7077"/>
                  </a:lnTo>
                  <a:lnTo>
                    <a:pt x="217301" y="9373"/>
                  </a:lnTo>
                  <a:lnTo>
                    <a:pt x="214998" y="11860"/>
                  </a:lnTo>
                  <a:lnTo>
                    <a:pt x="212694" y="14155"/>
                  </a:lnTo>
                  <a:lnTo>
                    <a:pt x="210775" y="14155"/>
                  </a:lnTo>
                  <a:lnTo>
                    <a:pt x="166431" y="14155"/>
                  </a:lnTo>
                  <a:lnTo>
                    <a:pt x="164128" y="14155"/>
                  </a:lnTo>
                  <a:lnTo>
                    <a:pt x="162208" y="11860"/>
                  </a:lnTo>
                  <a:lnTo>
                    <a:pt x="159905" y="9373"/>
                  </a:lnTo>
                  <a:lnTo>
                    <a:pt x="159905" y="7077"/>
                  </a:lnTo>
                  <a:lnTo>
                    <a:pt x="159905" y="4782"/>
                  </a:lnTo>
                  <a:lnTo>
                    <a:pt x="162208" y="2295"/>
                  </a:lnTo>
                  <a:lnTo>
                    <a:pt x="164128" y="0"/>
                  </a:lnTo>
                  <a:lnTo>
                    <a:pt x="166431" y="0"/>
                  </a:lnTo>
                  <a:close/>
                </a:path>
                <a:path w="275589" h="14605">
                  <a:moveTo>
                    <a:pt x="268172" y="0"/>
                  </a:moveTo>
                  <a:lnTo>
                    <a:pt x="270667" y="0"/>
                  </a:lnTo>
                  <a:lnTo>
                    <a:pt x="272971" y="2295"/>
                  </a:lnTo>
                  <a:lnTo>
                    <a:pt x="275466" y="4782"/>
                  </a:lnTo>
                  <a:lnTo>
                    <a:pt x="275466" y="7077"/>
                  </a:lnTo>
                  <a:lnTo>
                    <a:pt x="275466" y="9373"/>
                  </a:lnTo>
                  <a:lnTo>
                    <a:pt x="272971" y="11860"/>
                  </a:lnTo>
                  <a:lnTo>
                    <a:pt x="270667" y="14155"/>
                  </a:lnTo>
                  <a:lnTo>
                    <a:pt x="268172" y="14155"/>
                  </a:lnTo>
                  <a:lnTo>
                    <a:pt x="265868" y="14155"/>
                  </a:lnTo>
                  <a:lnTo>
                    <a:pt x="263564" y="11860"/>
                  </a:lnTo>
                  <a:lnTo>
                    <a:pt x="261645" y="9373"/>
                  </a:lnTo>
                  <a:lnTo>
                    <a:pt x="261645" y="7077"/>
                  </a:lnTo>
                  <a:lnTo>
                    <a:pt x="261645" y="4782"/>
                  </a:lnTo>
                  <a:lnTo>
                    <a:pt x="263564" y="2295"/>
                  </a:lnTo>
                  <a:lnTo>
                    <a:pt x="265868" y="0"/>
                  </a:lnTo>
                  <a:lnTo>
                    <a:pt x="268172" y="0"/>
                  </a:lnTo>
                  <a:close/>
                </a:path>
              </a:pathLst>
            </a:custGeom>
            <a:ln w="3175">
              <a:solidFill>
                <a:srgbClr val="000000"/>
              </a:solidFill>
            </a:ln>
          </p:spPr>
          <p:txBody>
            <a:bodyPr wrap="square" lIns="0" tIns="0" rIns="0" bIns="0" rtlCol="0"/>
            <a:lstStyle/>
            <a:p/>
          </p:txBody>
        </p:sp>
        <p:sp>
          <p:nvSpPr>
            <p:cNvPr id="27" name="object 27" descr=""/>
            <p:cNvSpPr/>
            <p:nvPr/>
          </p:nvSpPr>
          <p:spPr>
            <a:xfrm>
              <a:off x="4573316" y="1622722"/>
              <a:ext cx="16510" cy="371475"/>
            </a:xfrm>
            <a:custGeom>
              <a:avLst/>
              <a:gdLst/>
              <a:ahLst/>
              <a:cxnLst/>
              <a:rect l="l" t="t" r="r" b="b"/>
              <a:pathLst>
                <a:path w="16510" h="371475">
                  <a:moveTo>
                    <a:pt x="11901" y="0"/>
                  </a:moveTo>
                  <a:lnTo>
                    <a:pt x="4799" y="0"/>
                  </a:lnTo>
                  <a:lnTo>
                    <a:pt x="2495" y="2295"/>
                  </a:lnTo>
                  <a:lnTo>
                    <a:pt x="2495" y="4782"/>
                  </a:lnTo>
                  <a:lnTo>
                    <a:pt x="0" y="7077"/>
                  </a:lnTo>
                  <a:lnTo>
                    <a:pt x="0" y="50883"/>
                  </a:lnTo>
                  <a:lnTo>
                    <a:pt x="2495" y="53370"/>
                  </a:lnTo>
                  <a:lnTo>
                    <a:pt x="2495" y="55283"/>
                  </a:lnTo>
                  <a:lnTo>
                    <a:pt x="4799" y="57578"/>
                  </a:lnTo>
                  <a:lnTo>
                    <a:pt x="11901" y="57578"/>
                  </a:lnTo>
                  <a:lnTo>
                    <a:pt x="14397" y="55283"/>
                  </a:lnTo>
                  <a:lnTo>
                    <a:pt x="14397" y="53370"/>
                  </a:lnTo>
                  <a:lnTo>
                    <a:pt x="16316" y="50883"/>
                  </a:lnTo>
                  <a:lnTo>
                    <a:pt x="16316" y="7077"/>
                  </a:lnTo>
                  <a:lnTo>
                    <a:pt x="14397" y="4782"/>
                  </a:lnTo>
                  <a:lnTo>
                    <a:pt x="14397" y="2295"/>
                  </a:lnTo>
                  <a:lnTo>
                    <a:pt x="11901" y="0"/>
                  </a:lnTo>
                  <a:close/>
                </a:path>
                <a:path w="16510" h="371475">
                  <a:moveTo>
                    <a:pt x="11901" y="101384"/>
                  </a:moveTo>
                  <a:lnTo>
                    <a:pt x="4799" y="101384"/>
                  </a:lnTo>
                  <a:lnTo>
                    <a:pt x="2495" y="103871"/>
                  </a:lnTo>
                  <a:lnTo>
                    <a:pt x="2495" y="106167"/>
                  </a:lnTo>
                  <a:lnTo>
                    <a:pt x="0" y="108462"/>
                  </a:lnTo>
                  <a:lnTo>
                    <a:pt x="2495" y="110949"/>
                  </a:lnTo>
                  <a:lnTo>
                    <a:pt x="2495" y="112862"/>
                  </a:lnTo>
                  <a:lnTo>
                    <a:pt x="4799" y="115157"/>
                  </a:lnTo>
                  <a:lnTo>
                    <a:pt x="11901" y="115157"/>
                  </a:lnTo>
                  <a:lnTo>
                    <a:pt x="14397" y="112862"/>
                  </a:lnTo>
                  <a:lnTo>
                    <a:pt x="14397" y="110949"/>
                  </a:lnTo>
                  <a:lnTo>
                    <a:pt x="16316" y="108462"/>
                  </a:lnTo>
                  <a:lnTo>
                    <a:pt x="14397" y="106167"/>
                  </a:lnTo>
                  <a:lnTo>
                    <a:pt x="14397" y="103871"/>
                  </a:lnTo>
                  <a:lnTo>
                    <a:pt x="11901" y="101384"/>
                  </a:lnTo>
                  <a:close/>
                </a:path>
                <a:path w="16510" h="371475">
                  <a:moveTo>
                    <a:pt x="11901" y="158963"/>
                  </a:moveTo>
                  <a:lnTo>
                    <a:pt x="4799" y="158963"/>
                  </a:lnTo>
                  <a:lnTo>
                    <a:pt x="2495" y="161450"/>
                  </a:lnTo>
                  <a:lnTo>
                    <a:pt x="2495" y="163745"/>
                  </a:lnTo>
                  <a:lnTo>
                    <a:pt x="0" y="166041"/>
                  </a:lnTo>
                  <a:lnTo>
                    <a:pt x="0" y="209464"/>
                  </a:lnTo>
                  <a:lnTo>
                    <a:pt x="2495" y="211951"/>
                  </a:lnTo>
                  <a:lnTo>
                    <a:pt x="2495" y="214247"/>
                  </a:lnTo>
                  <a:lnTo>
                    <a:pt x="4799" y="216542"/>
                  </a:lnTo>
                  <a:lnTo>
                    <a:pt x="11901" y="216542"/>
                  </a:lnTo>
                  <a:lnTo>
                    <a:pt x="14397" y="214247"/>
                  </a:lnTo>
                  <a:lnTo>
                    <a:pt x="14397" y="211951"/>
                  </a:lnTo>
                  <a:lnTo>
                    <a:pt x="16316" y="209464"/>
                  </a:lnTo>
                  <a:lnTo>
                    <a:pt x="16316" y="166041"/>
                  </a:lnTo>
                  <a:lnTo>
                    <a:pt x="14397" y="163745"/>
                  </a:lnTo>
                  <a:lnTo>
                    <a:pt x="14397" y="161450"/>
                  </a:lnTo>
                  <a:lnTo>
                    <a:pt x="11901" y="158963"/>
                  </a:lnTo>
                  <a:close/>
                </a:path>
                <a:path w="16510" h="371475">
                  <a:moveTo>
                    <a:pt x="11901" y="260539"/>
                  </a:moveTo>
                  <a:lnTo>
                    <a:pt x="4799" y="260539"/>
                  </a:lnTo>
                  <a:lnTo>
                    <a:pt x="2495" y="262835"/>
                  </a:lnTo>
                  <a:lnTo>
                    <a:pt x="2495" y="265322"/>
                  </a:lnTo>
                  <a:lnTo>
                    <a:pt x="0" y="267043"/>
                  </a:lnTo>
                  <a:lnTo>
                    <a:pt x="2495" y="269530"/>
                  </a:lnTo>
                  <a:lnTo>
                    <a:pt x="2495" y="271825"/>
                  </a:lnTo>
                  <a:lnTo>
                    <a:pt x="4799" y="274121"/>
                  </a:lnTo>
                  <a:lnTo>
                    <a:pt x="11901" y="274121"/>
                  </a:lnTo>
                  <a:lnTo>
                    <a:pt x="14397" y="271825"/>
                  </a:lnTo>
                  <a:lnTo>
                    <a:pt x="14397" y="269530"/>
                  </a:lnTo>
                  <a:lnTo>
                    <a:pt x="16316" y="267043"/>
                  </a:lnTo>
                  <a:lnTo>
                    <a:pt x="14397" y="265322"/>
                  </a:lnTo>
                  <a:lnTo>
                    <a:pt x="14397" y="262835"/>
                  </a:lnTo>
                  <a:lnTo>
                    <a:pt x="11901" y="260539"/>
                  </a:lnTo>
                  <a:close/>
                </a:path>
                <a:path w="16510" h="371475">
                  <a:moveTo>
                    <a:pt x="11901" y="318118"/>
                  </a:moveTo>
                  <a:lnTo>
                    <a:pt x="4799" y="318118"/>
                  </a:lnTo>
                  <a:lnTo>
                    <a:pt x="2495" y="320414"/>
                  </a:lnTo>
                  <a:lnTo>
                    <a:pt x="2495" y="322900"/>
                  </a:lnTo>
                  <a:lnTo>
                    <a:pt x="0" y="324622"/>
                  </a:lnTo>
                  <a:lnTo>
                    <a:pt x="0" y="363837"/>
                  </a:lnTo>
                  <a:lnTo>
                    <a:pt x="2495" y="366324"/>
                  </a:lnTo>
                  <a:lnTo>
                    <a:pt x="2495" y="368619"/>
                  </a:lnTo>
                  <a:lnTo>
                    <a:pt x="4799" y="370915"/>
                  </a:lnTo>
                  <a:lnTo>
                    <a:pt x="11901" y="370915"/>
                  </a:lnTo>
                  <a:lnTo>
                    <a:pt x="14397" y="368619"/>
                  </a:lnTo>
                  <a:lnTo>
                    <a:pt x="14397" y="366324"/>
                  </a:lnTo>
                  <a:lnTo>
                    <a:pt x="16316" y="363837"/>
                  </a:lnTo>
                  <a:lnTo>
                    <a:pt x="16316" y="324622"/>
                  </a:lnTo>
                  <a:lnTo>
                    <a:pt x="14397" y="322900"/>
                  </a:lnTo>
                  <a:lnTo>
                    <a:pt x="14397" y="320414"/>
                  </a:lnTo>
                  <a:lnTo>
                    <a:pt x="11901" y="318118"/>
                  </a:lnTo>
                  <a:close/>
                </a:path>
              </a:pathLst>
            </a:custGeom>
            <a:solidFill>
              <a:srgbClr val="000000"/>
            </a:solidFill>
          </p:spPr>
          <p:txBody>
            <a:bodyPr wrap="square" lIns="0" tIns="0" rIns="0" bIns="0" rtlCol="0"/>
            <a:lstStyle/>
            <a:p/>
          </p:txBody>
        </p:sp>
        <p:sp>
          <p:nvSpPr>
            <p:cNvPr id="28" name="object 28" descr=""/>
            <p:cNvSpPr/>
            <p:nvPr/>
          </p:nvSpPr>
          <p:spPr>
            <a:xfrm>
              <a:off x="4573316" y="1622722"/>
              <a:ext cx="16510" cy="371475"/>
            </a:xfrm>
            <a:custGeom>
              <a:avLst/>
              <a:gdLst/>
              <a:ahLst/>
              <a:cxnLst/>
              <a:rect l="l" t="t" r="r" b="b"/>
              <a:pathLst>
                <a:path w="16510" h="371475">
                  <a:moveTo>
                    <a:pt x="16316" y="7077"/>
                  </a:moveTo>
                  <a:lnTo>
                    <a:pt x="16316" y="50883"/>
                  </a:lnTo>
                  <a:lnTo>
                    <a:pt x="14397" y="53370"/>
                  </a:lnTo>
                  <a:lnTo>
                    <a:pt x="14397" y="55283"/>
                  </a:lnTo>
                  <a:lnTo>
                    <a:pt x="11901" y="57578"/>
                  </a:lnTo>
                  <a:lnTo>
                    <a:pt x="9598" y="57578"/>
                  </a:lnTo>
                  <a:lnTo>
                    <a:pt x="4799" y="57578"/>
                  </a:lnTo>
                  <a:lnTo>
                    <a:pt x="2495" y="55283"/>
                  </a:lnTo>
                  <a:lnTo>
                    <a:pt x="2495" y="53370"/>
                  </a:lnTo>
                  <a:lnTo>
                    <a:pt x="0" y="50883"/>
                  </a:lnTo>
                  <a:lnTo>
                    <a:pt x="0" y="7077"/>
                  </a:lnTo>
                  <a:lnTo>
                    <a:pt x="2495" y="4782"/>
                  </a:lnTo>
                  <a:lnTo>
                    <a:pt x="2495" y="2295"/>
                  </a:lnTo>
                  <a:lnTo>
                    <a:pt x="4799" y="0"/>
                  </a:lnTo>
                  <a:lnTo>
                    <a:pt x="9598" y="0"/>
                  </a:lnTo>
                  <a:lnTo>
                    <a:pt x="11901" y="0"/>
                  </a:lnTo>
                  <a:lnTo>
                    <a:pt x="14397" y="2295"/>
                  </a:lnTo>
                  <a:lnTo>
                    <a:pt x="14397" y="4782"/>
                  </a:lnTo>
                  <a:lnTo>
                    <a:pt x="16316" y="7077"/>
                  </a:lnTo>
                  <a:close/>
                </a:path>
                <a:path w="16510" h="371475">
                  <a:moveTo>
                    <a:pt x="16316" y="108462"/>
                  </a:moveTo>
                  <a:lnTo>
                    <a:pt x="14397" y="110949"/>
                  </a:lnTo>
                  <a:lnTo>
                    <a:pt x="14397" y="112862"/>
                  </a:lnTo>
                  <a:lnTo>
                    <a:pt x="11901" y="115157"/>
                  </a:lnTo>
                  <a:lnTo>
                    <a:pt x="9598" y="115157"/>
                  </a:lnTo>
                  <a:lnTo>
                    <a:pt x="4799" y="115157"/>
                  </a:lnTo>
                  <a:lnTo>
                    <a:pt x="2495" y="112862"/>
                  </a:lnTo>
                  <a:lnTo>
                    <a:pt x="2495" y="110949"/>
                  </a:lnTo>
                  <a:lnTo>
                    <a:pt x="0" y="108462"/>
                  </a:lnTo>
                  <a:lnTo>
                    <a:pt x="2495" y="106167"/>
                  </a:lnTo>
                  <a:lnTo>
                    <a:pt x="2495" y="103871"/>
                  </a:lnTo>
                  <a:lnTo>
                    <a:pt x="4799" y="101384"/>
                  </a:lnTo>
                  <a:lnTo>
                    <a:pt x="9598" y="101384"/>
                  </a:lnTo>
                  <a:lnTo>
                    <a:pt x="11901" y="101384"/>
                  </a:lnTo>
                  <a:lnTo>
                    <a:pt x="14397" y="103871"/>
                  </a:lnTo>
                  <a:lnTo>
                    <a:pt x="14397" y="106167"/>
                  </a:lnTo>
                  <a:lnTo>
                    <a:pt x="16316" y="108462"/>
                  </a:lnTo>
                  <a:close/>
                </a:path>
                <a:path w="16510" h="371475">
                  <a:moveTo>
                    <a:pt x="16316" y="166041"/>
                  </a:moveTo>
                  <a:lnTo>
                    <a:pt x="16316" y="209464"/>
                  </a:lnTo>
                  <a:lnTo>
                    <a:pt x="14397" y="211951"/>
                  </a:lnTo>
                  <a:lnTo>
                    <a:pt x="14397" y="214247"/>
                  </a:lnTo>
                  <a:lnTo>
                    <a:pt x="11901" y="216542"/>
                  </a:lnTo>
                  <a:lnTo>
                    <a:pt x="9598" y="216542"/>
                  </a:lnTo>
                  <a:lnTo>
                    <a:pt x="4799" y="216542"/>
                  </a:lnTo>
                  <a:lnTo>
                    <a:pt x="2495" y="214247"/>
                  </a:lnTo>
                  <a:lnTo>
                    <a:pt x="2495" y="211951"/>
                  </a:lnTo>
                  <a:lnTo>
                    <a:pt x="0" y="209464"/>
                  </a:lnTo>
                  <a:lnTo>
                    <a:pt x="0" y="166041"/>
                  </a:lnTo>
                  <a:lnTo>
                    <a:pt x="2495" y="163745"/>
                  </a:lnTo>
                  <a:lnTo>
                    <a:pt x="2495" y="161450"/>
                  </a:lnTo>
                  <a:lnTo>
                    <a:pt x="4799" y="158963"/>
                  </a:lnTo>
                  <a:lnTo>
                    <a:pt x="9598" y="158963"/>
                  </a:lnTo>
                  <a:lnTo>
                    <a:pt x="11901" y="158963"/>
                  </a:lnTo>
                  <a:lnTo>
                    <a:pt x="14397" y="161450"/>
                  </a:lnTo>
                  <a:lnTo>
                    <a:pt x="14397" y="163745"/>
                  </a:lnTo>
                  <a:lnTo>
                    <a:pt x="16316" y="166041"/>
                  </a:lnTo>
                  <a:close/>
                </a:path>
                <a:path w="16510" h="371475">
                  <a:moveTo>
                    <a:pt x="16316" y="267043"/>
                  </a:moveTo>
                  <a:lnTo>
                    <a:pt x="14397" y="269530"/>
                  </a:lnTo>
                  <a:lnTo>
                    <a:pt x="14397" y="271825"/>
                  </a:lnTo>
                  <a:lnTo>
                    <a:pt x="11901" y="274121"/>
                  </a:lnTo>
                  <a:lnTo>
                    <a:pt x="9598" y="274121"/>
                  </a:lnTo>
                  <a:lnTo>
                    <a:pt x="4799" y="274121"/>
                  </a:lnTo>
                  <a:lnTo>
                    <a:pt x="2495" y="271825"/>
                  </a:lnTo>
                  <a:lnTo>
                    <a:pt x="2495" y="269530"/>
                  </a:lnTo>
                  <a:lnTo>
                    <a:pt x="0" y="267043"/>
                  </a:lnTo>
                  <a:lnTo>
                    <a:pt x="2495" y="265322"/>
                  </a:lnTo>
                  <a:lnTo>
                    <a:pt x="2495" y="262835"/>
                  </a:lnTo>
                  <a:lnTo>
                    <a:pt x="4799" y="260539"/>
                  </a:lnTo>
                  <a:lnTo>
                    <a:pt x="9598" y="260539"/>
                  </a:lnTo>
                  <a:lnTo>
                    <a:pt x="11901" y="260539"/>
                  </a:lnTo>
                  <a:lnTo>
                    <a:pt x="14397" y="262835"/>
                  </a:lnTo>
                  <a:lnTo>
                    <a:pt x="14397" y="265322"/>
                  </a:lnTo>
                  <a:lnTo>
                    <a:pt x="16316" y="267043"/>
                  </a:lnTo>
                  <a:close/>
                </a:path>
                <a:path w="16510" h="371475">
                  <a:moveTo>
                    <a:pt x="16316" y="324622"/>
                  </a:moveTo>
                  <a:lnTo>
                    <a:pt x="16316" y="363837"/>
                  </a:lnTo>
                  <a:lnTo>
                    <a:pt x="14397" y="366324"/>
                  </a:lnTo>
                  <a:lnTo>
                    <a:pt x="14397" y="368619"/>
                  </a:lnTo>
                  <a:lnTo>
                    <a:pt x="11901" y="370915"/>
                  </a:lnTo>
                  <a:lnTo>
                    <a:pt x="9598" y="370915"/>
                  </a:lnTo>
                  <a:lnTo>
                    <a:pt x="4799" y="370915"/>
                  </a:lnTo>
                  <a:lnTo>
                    <a:pt x="2495" y="368619"/>
                  </a:lnTo>
                  <a:lnTo>
                    <a:pt x="2495" y="366324"/>
                  </a:lnTo>
                  <a:lnTo>
                    <a:pt x="0" y="363837"/>
                  </a:lnTo>
                  <a:lnTo>
                    <a:pt x="0" y="324622"/>
                  </a:lnTo>
                  <a:lnTo>
                    <a:pt x="2495" y="322900"/>
                  </a:lnTo>
                  <a:lnTo>
                    <a:pt x="2495" y="320414"/>
                  </a:lnTo>
                  <a:lnTo>
                    <a:pt x="4799" y="318118"/>
                  </a:lnTo>
                  <a:lnTo>
                    <a:pt x="9598" y="318118"/>
                  </a:lnTo>
                  <a:lnTo>
                    <a:pt x="11901" y="318118"/>
                  </a:lnTo>
                  <a:lnTo>
                    <a:pt x="14397" y="320414"/>
                  </a:lnTo>
                  <a:lnTo>
                    <a:pt x="14397" y="322900"/>
                  </a:lnTo>
                  <a:lnTo>
                    <a:pt x="16316" y="324622"/>
                  </a:lnTo>
                  <a:close/>
                </a:path>
              </a:pathLst>
            </a:custGeom>
            <a:ln w="3175">
              <a:solidFill>
                <a:srgbClr val="000000"/>
              </a:solidFill>
            </a:ln>
          </p:spPr>
          <p:txBody>
            <a:bodyPr wrap="square" lIns="0" tIns="0" rIns="0" bIns="0" rtlCol="0"/>
            <a:lstStyle/>
            <a:p/>
          </p:txBody>
        </p:sp>
        <p:sp>
          <p:nvSpPr>
            <p:cNvPr id="29" name="object 29" descr=""/>
            <p:cNvSpPr/>
            <p:nvPr/>
          </p:nvSpPr>
          <p:spPr>
            <a:xfrm>
              <a:off x="4573316" y="1980056"/>
              <a:ext cx="275590" cy="13970"/>
            </a:xfrm>
            <a:custGeom>
              <a:avLst/>
              <a:gdLst/>
              <a:ahLst/>
              <a:cxnLst/>
              <a:rect l="l" t="t" r="r" b="b"/>
              <a:pathLst>
                <a:path w="275589" h="13969">
                  <a:moveTo>
                    <a:pt x="53365" y="0"/>
                  </a:moveTo>
                  <a:lnTo>
                    <a:pt x="4799" y="0"/>
                  </a:lnTo>
                  <a:lnTo>
                    <a:pt x="2495" y="2295"/>
                  </a:lnTo>
                  <a:lnTo>
                    <a:pt x="2495" y="4591"/>
                  </a:lnTo>
                  <a:lnTo>
                    <a:pt x="0" y="6503"/>
                  </a:lnTo>
                  <a:lnTo>
                    <a:pt x="2495" y="8990"/>
                  </a:lnTo>
                  <a:lnTo>
                    <a:pt x="2495" y="11286"/>
                  </a:lnTo>
                  <a:lnTo>
                    <a:pt x="4799" y="13581"/>
                  </a:lnTo>
                  <a:lnTo>
                    <a:pt x="53365" y="13581"/>
                  </a:lnTo>
                  <a:lnTo>
                    <a:pt x="55669" y="11286"/>
                  </a:lnTo>
                  <a:lnTo>
                    <a:pt x="58164" y="8990"/>
                  </a:lnTo>
                  <a:lnTo>
                    <a:pt x="58164" y="4591"/>
                  </a:lnTo>
                  <a:lnTo>
                    <a:pt x="55669" y="2295"/>
                  </a:lnTo>
                  <a:lnTo>
                    <a:pt x="53365" y="0"/>
                  </a:lnTo>
                  <a:close/>
                </a:path>
                <a:path w="275589" h="13969">
                  <a:moveTo>
                    <a:pt x="113641" y="0"/>
                  </a:moveTo>
                  <a:lnTo>
                    <a:pt x="106539" y="0"/>
                  </a:lnTo>
                  <a:lnTo>
                    <a:pt x="104235" y="2295"/>
                  </a:lnTo>
                  <a:lnTo>
                    <a:pt x="101740" y="4591"/>
                  </a:lnTo>
                  <a:lnTo>
                    <a:pt x="101740" y="8990"/>
                  </a:lnTo>
                  <a:lnTo>
                    <a:pt x="104235" y="11286"/>
                  </a:lnTo>
                  <a:lnTo>
                    <a:pt x="106539" y="13581"/>
                  </a:lnTo>
                  <a:lnTo>
                    <a:pt x="113641" y="13581"/>
                  </a:lnTo>
                  <a:lnTo>
                    <a:pt x="115561" y="11286"/>
                  </a:lnTo>
                  <a:lnTo>
                    <a:pt x="115561" y="2295"/>
                  </a:lnTo>
                  <a:lnTo>
                    <a:pt x="113641" y="0"/>
                  </a:lnTo>
                  <a:close/>
                </a:path>
                <a:path w="275589" h="13969">
                  <a:moveTo>
                    <a:pt x="212694" y="0"/>
                  </a:moveTo>
                  <a:lnTo>
                    <a:pt x="164128" y="0"/>
                  </a:lnTo>
                  <a:lnTo>
                    <a:pt x="162208" y="2295"/>
                  </a:lnTo>
                  <a:lnTo>
                    <a:pt x="159905" y="4591"/>
                  </a:lnTo>
                  <a:lnTo>
                    <a:pt x="159905" y="8990"/>
                  </a:lnTo>
                  <a:lnTo>
                    <a:pt x="162208" y="11286"/>
                  </a:lnTo>
                  <a:lnTo>
                    <a:pt x="164128" y="13581"/>
                  </a:lnTo>
                  <a:lnTo>
                    <a:pt x="212694" y="13581"/>
                  </a:lnTo>
                  <a:lnTo>
                    <a:pt x="217301" y="8990"/>
                  </a:lnTo>
                  <a:lnTo>
                    <a:pt x="217301" y="4591"/>
                  </a:lnTo>
                  <a:lnTo>
                    <a:pt x="212694" y="0"/>
                  </a:lnTo>
                  <a:close/>
                </a:path>
                <a:path w="275589" h="13969">
                  <a:moveTo>
                    <a:pt x="270667" y="0"/>
                  </a:moveTo>
                  <a:lnTo>
                    <a:pt x="265868" y="0"/>
                  </a:lnTo>
                  <a:lnTo>
                    <a:pt x="263564" y="2295"/>
                  </a:lnTo>
                  <a:lnTo>
                    <a:pt x="261645" y="4591"/>
                  </a:lnTo>
                  <a:lnTo>
                    <a:pt x="261645" y="8990"/>
                  </a:lnTo>
                  <a:lnTo>
                    <a:pt x="263564" y="11286"/>
                  </a:lnTo>
                  <a:lnTo>
                    <a:pt x="265868" y="13581"/>
                  </a:lnTo>
                  <a:lnTo>
                    <a:pt x="270667" y="13581"/>
                  </a:lnTo>
                  <a:lnTo>
                    <a:pt x="272971" y="11286"/>
                  </a:lnTo>
                  <a:lnTo>
                    <a:pt x="275466" y="8990"/>
                  </a:lnTo>
                  <a:lnTo>
                    <a:pt x="275466" y="4591"/>
                  </a:lnTo>
                  <a:lnTo>
                    <a:pt x="272971" y="2295"/>
                  </a:lnTo>
                  <a:lnTo>
                    <a:pt x="270667" y="0"/>
                  </a:lnTo>
                  <a:close/>
                </a:path>
              </a:pathLst>
            </a:custGeom>
            <a:solidFill>
              <a:srgbClr val="000000"/>
            </a:solidFill>
          </p:spPr>
          <p:txBody>
            <a:bodyPr wrap="square" lIns="0" tIns="0" rIns="0" bIns="0" rtlCol="0"/>
            <a:lstStyle/>
            <a:p/>
          </p:txBody>
        </p:sp>
        <p:sp>
          <p:nvSpPr>
            <p:cNvPr id="30" name="object 30" descr=""/>
            <p:cNvSpPr/>
            <p:nvPr/>
          </p:nvSpPr>
          <p:spPr>
            <a:xfrm>
              <a:off x="4573316" y="1980056"/>
              <a:ext cx="275590" cy="13970"/>
            </a:xfrm>
            <a:custGeom>
              <a:avLst/>
              <a:gdLst/>
              <a:ahLst/>
              <a:cxnLst/>
              <a:rect l="l" t="t" r="r" b="b"/>
              <a:pathLst>
                <a:path w="275589" h="13969">
                  <a:moveTo>
                    <a:pt x="9598" y="0"/>
                  </a:moveTo>
                  <a:lnTo>
                    <a:pt x="50870" y="0"/>
                  </a:lnTo>
                  <a:lnTo>
                    <a:pt x="53365" y="0"/>
                  </a:lnTo>
                  <a:lnTo>
                    <a:pt x="55669" y="2295"/>
                  </a:lnTo>
                  <a:lnTo>
                    <a:pt x="58164" y="4591"/>
                  </a:lnTo>
                  <a:lnTo>
                    <a:pt x="58164" y="6503"/>
                  </a:lnTo>
                  <a:lnTo>
                    <a:pt x="58164" y="8990"/>
                  </a:lnTo>
                  <a:lnTo>
                    <a:pt x="55669" y="11286"/>
                  </a:lnTo>
                  <a:lnTo>
                    <a:pt x="53365" y="13581"/>
                  </a:lnTo>
                  <a:lnTo>
                    <a:pt x="50870" y="13581"/>
                  </a:lnTo>
                  <a:lnTo>
                    <a:pt x="9598" y="13581"/>
                  </a:lnTo>
                  <a:lnTo>
                    <a:pt x="4799" y="13581"/>
                  </a:lnTo>
                  <a:lnTo>
                    <a:pt x="2495" y="11286"/>
                  </a:lnTo>
                  <a:lnTo>
                    <a:pt x="2495" y="8990"/>
                  </a:lnTo>
                  <a:lnTo>
                    <a:pt x="0" y="6503"/>
                  </a:lnTo>
                  <a:lnTo>
                    <a:pt x="2495" y="4591"/>
                  </a:lnTo>
                  <a:lnTo>
                    <a:pt x="2495" y="2295"/>
                  </a:lnTo>
                  <a:lnTo>
                    <a:pt x="4799" y="0"/>
                  </a:lnTo>
                  <a:lnTo>
                    <a:pt x="9598" y="0"/>
                  </a:lnTo>
                  <a:close/>
                </a:path>
                <a:path w="275589" h="13969">
                  <a:moveTo>
                    <a:pt x="109034" y="0"/>
                  </a:moveTo>
                  <a:lnTo>
                    <a:pt x="113641" y="0"/>
                  </a:lnTo>
                  <a:lnTo>
                    <a:pt x="115561" y="2295"/>
                  </a:lnTo>
                  <a:lnTo>
                    <a:pt x="115561" y="4591"/>
                  </a:lnTo>
                  <a:lnTo>
                    <a:pt x="115561" y="6503"/>
                  </a:lnTo>
                  <a:lnTo>
                    <a:pt x="115561" y="8990"/>
                  </a:lnTo>
                  <a:lnTo>
                    <a:pt x="115561" y="11286"/>
                  </a:lnTo>
                  <a:lnTo>
                    <a:pt x="113641" y="13581"/>
                  </a:lnTo>
                  <a:lnTo>
                    <a:pt x="109034" y="13581"/>
                  </a:lnTo>
                  <a:lnTo>
                    <a:pt x="106539" y="13581"/>
                  </a:lnTo>
                  <a:lnTo>
                    <a:pt x="104235" y="11286"/>
                  </a:lnTo>
                  <a:lnTo>
                    <a:pt x="101740" y="8990"/>
                  </a:lnTo>
                  <a:lnTo>
                    <a:pt x="101740" y="6503"/>
                  </a:lnTo>
                  <a:lnTo>
                    <a:pt x="101740" y="4591"/>
                  </a:lnTo>
                  <a:lnTo>
                    <a:pt x="104235" y="2295"/>
                  </a:lnTo>
                  <a:lnTo>
                    <a:pt x="106539" y="0"/>
                  </a:lnTo>
                  <a:lnTo>
                    <a:pt x="109034" y="0"/>
                  </a:lnTo>
                  <a:close/>
                </a:path>
                <a:path w="275589" h="13969">
                  <a:moveTo>
                    <a:pt x="166431" y="0"/>
                  </a:moveTo>
                  <a:lnTo>
                    <a:pt x="210775" y="0"/>
                  </a:lnTo>
                  <a:lnTo>
                    <a:pt x="212694" y="0"/>
                  </a:lnTo>
                  <a:lnTo>
                    <a:pt x="214998" y="2295"/>
                  </a:lnTo>
                  <a:lnTo>
                    <a:pt x="217301" y="4591"/>
                  </a:lnTo>
                  <a:lnTo>
                    <a:pt x="217301" y="6503"/>
                  </a:lnTo>
                  <a:lnTo>
                    <a:pt x="217301" y="8990"/>
                  </a:lnTo>
                  <a:lnTo>
                    <a:pt x="214998" y="11286"/>
                  </a:lnTo>
                  <a:lnTo>
                    <a:pt x="212694" y="13581"/>
                  </a:lnTo>
                  <a:lnTo>
                    <a:pt x="210775" y="13581"/>
                  </a:lnTo>
                  <a:lnTo>
                    <a:pt x="166431" y="13581"/>
                  </a:lnTo>
                  <a:lnTo>
                    <a:pt x="164128" y="13581"/>
                  </a:lnTo>
                  <a:lnTo>
                    <a:pt x="162208" y="11286"/>
                  </a:lnTo>
                  <a:lnTo>
                    <a:pt x="159905" y="8990"/>
                  </a:lnTo>
                  <a:lnTo>
                    <a:pt x="159905" y="6503"/>
                  </a:lnTo>
                  <a:lnTo>
                    <a:pt x="159905" y="4591"/>
                  </a:lnTo>
                  <a:lnTo>
                    <a:pt x="162208" y="2295"/>
                  </a:lnTo>
                  <a:lnTo>
                    <a:pt x="164128" y="0"/>
                  </a:lnTo>
                  <a:lnTo>
                    <a:pt x="166431" y="0"/>
                  </a:lnTo>
                  <a:close/>
                </a:path>
                <a:path w="275589" h="13969">
                  <a:moveTo>
                    <a:pt x="268172" y="0"/>
                  </a:moveTo>
                  <a:lnTo>
                    <a:pt x="270667" y="0"/>
                  </a:lnTo>
                  <a:lnTo>
                    <a:pt x="272971" y="2295"/>
                  </a:lnTo>
                  <a:lnTo>
                    <a:pt x="275466" y="4591"/>
                  </a:lnTo>
                  <a:lnTo>
                    <a:pt x="275466" y="6503"/>
                  </a:lnTo>
                  <a:lnTo>
                    <a:pt x="275466" y="8990"/>
                  </a:lnTo>
                  <a:lnTo>
                    <a:pt x="272971" y="11286"/>
                  </a:lnTo>
                  <a:lnTo>
                    <a:pt x="270667" y="13581"/>
                  </a:lnTo>
                  <a:lnTo>
                    <a:pt x="268172" y="13581"/>
                  </a:lnTo>
                  <a:lnTo>
                    <a:pt x="265868" y="13581"/>
                  </a:lnTo>
                  <a:lnTo>
                    <a:pt x="263564" y="11286"/>
                  </a:lnTo>
                  <a:lnTo>
                    <a:pt x="261645" y="8990"/>
                  </a:lnTo>
                  <a:lnTo>
                    <a:pt x="261645" y="6503"/>
                  </a:lnTo>
                  <a:lnTo>
                    <a:pt x="261645" y="4591"/>
                  </a:lnTo>
                  <a:lnTo>
                    <a:pt x="263564" y="2295"/>
                  </a:lnTo>
                  <a:lnTo>
                    <a:pt x="265868" y="0"/>
                  </a:lnTo>
                  <a:lnTo>
                    <a:pt x="268172" y="0"/>
                  </a:lnTo>
                  <a:close/>
                </a:path>
              </a:pathLst>
            </a:custGeom>
            <a:ln w="3175">
              <a:solidFill>
                <a:srgbClr val="000000"/>
              </a:solidFill>
            </a:ln>
          </p:spPr>
          <p:txBody>
            <a:bodyPr wrap="square" lIns="0" tIns="0" rIns="0" bIns="0" rtlCol="0"/>
            <a:lstStyle/>
            <a:p/>
          </p:txBody>
        </p:sp>
        <p:sp>
          <p:nvSpPr>
            <p:cNvPr id="31" name="object 31" descr=""/>
            <p:cNvSpPr/>
            <p:nvPr/>
          </p:nvSpPr>
          <p:spPr>
            <a:xfrm>
              <a:off x="6075041" y="1806745"/>
              <a:ext cx="284480" cy="0"/>
            </a:xfrm>
            <a:custGeom>
              <a:avLst/>
              <a:gdLst/>
              <a:ahLst/>
              <a:cxnLst/>
              <a:rect l="l" t="t" r="r" b="b"/>
              <a:pathLst>
                <a:path w="284479" h="0">
                  <a:moveTo>
                    <a:pt x="0" y="0"/>
                  </a:moveTo>
                  <a:lnTo>
                    <a:pt x="283913" y="0"/>
                  </a:lnTo>
                </a:path>
              </a:pathLst>
            </a:custGeom>
            <a:ln w="13741">
              <a:solidFill>
                <a:srgbClr val="000000"/>
              </a:solidFill>
            </a:ln>
          </p:spPr>
          <p:txBody>
            <a:bodyPr wrap="square" lIns="0" tIns="0" rIns="0" bIns="0" rtlCol="0"/>
            <a:lstStyle/>
            <a:p/>
          </p:txBody>
        </p:sp>
        <p:pic>
          <p:nvPicPr>
            <p:cNvPr id="32" name="object 32" descr=""/>
            <p:cNvPicPr/>
            <p:nvPr/>
          </p:nvPicPr>
          <p:blipFill>
            <a:blip r:embed="rId2" cstate="print"/>
            <a:stretch>
              <a:fillRect/>
            </a:stretch>
          </p:blipFill>
          <p:spPr>
            <a:xfrm>
              <a:off x="6356458" y="1447078"/>
              <a:ext cx="203519" cy="774005"/>
            </a:xfrm>
            <a:prstGeom prst="rect">
              <a:avLst/>
            </a:prstGeom>
          </p:spPr>
        </p:pic>
        <p:sp>
          <p:nvSpPr>
            <p:cNvPr id="33" name="object 33" descr=""/>
            <p:cNvSpPr/>
            <p:nvPr/>
          </p:nvSpPr>
          <p:spPr>
            <a:xfrm>
              <a:off x="6358954" y="1449565"/>
              <a:ext cx="1737995" cy="774065"/>
            </a:xfrm>
            <a:custGeom>
              <a:avLst/>
              <a:gdLst/>
              <a:ahLst/>
              <a:cxnLst/>
              <a:rect l="l" t="t" r="r" b="b"/>
              <a:pathLst>
                <a:path w="1737995" h="774064">
                  <a:moveTo>
                    <a:pt x="0" y="774005"/>
                  </a:moveTo>
                  <a:lnTo>
                    <a:pt x="201138" y="774005"/>
                  </a:lnTo>
                  <a:lnTo>
                    <a:pt x="201138" y="0"/>
                  </a:lnTo>
                  <a:lnTo>
                    <a:pt x="0" y="0"/>
                  </a:lnTo>
                  <a:lnTo>
                    <a:pt x="0" y="774005"/>
                  </a:lnTo>
                  <a:close/>
                </a:path>
                <a:path w="1737995" h="774064">
                  <a:moveTo>
                    <a:pt x="200985" y="357180"/>
                  </a:moveTo>
                  <a:lnTo>
                    <a:pt x="404081" y="357180"/>
                  </a:lnTo>
                </a:path>
                <a:path w="1737995" h="774064">
                  <a:moveTo>
                    <a:pt x="889555" y="357180"/>
                  </a:moveTo>
                  <a:lnTo>
                    <a:pt x="1090732" y="357180"/>
                  </a:lnTo>
                </a:path>
                <a:path w="1737995" h="774064">
                  <a:moveTo>
                    <a:pt x="1293829" y="357180"/>
                  </a:moveTo>
                  <a:lnTo>
                    <a:pt x="1494814" y="357180"/>
                  </a:lnTo>
                </a:path>
                <a:path w="1737995" h="774064">
                  <a:moveTo>
                    <a:pt x="1494814" y="177365"/>
                  </a:moveTo>
                  <a:lnTo>
                    <a:pt x="1737455" y="177366"/>
                  </a:lnTo>
                </a:path>
                <a:path w="1737995" h="774064">
                  <a:moveTo>
                    <a:pt x="1494814" y="177365"/>
                  </a:moveTo>
                  <a:lnTo>
                    <a:pt x="1494814" y="534125"/>
                  </a:lnTo>
                </a:path>
                <a:path w="1737995" h="774064">
                  <a:moveTo>
                    <a:pt x="1494814" y="534125"/>
                  </a:moveTo>
                  <a:lnTo>
                    <a:pt x="1737455" y="534125"/>
                  </a:lnTo>
                </a:path>
              </a:pathLst>
            </a:custGeom>
            <a:ln w="13765">
              <a:solidFill>
                <a:srgbClr val="000000"/>
              </a:solidFill>
            </a:ln>
          </p:spPr>
          <p:txBody>
            <a:bodyPr wrap="square" lIns="0" tIns="0" rIns="0" bIns="0" rtlCol="0"/>
            <a:lstStyle/>
            <a:p/>
          </p:txBody>
        </p:sp>
        <p:sp>
          <p:nvSpPr>
            <p:cNvPr id="34" name="object 34" descr=""/>
            <p:cNvSpPr/>
            <p:nvPr/>
          </p:nvSpPr>
          <p:spPr>
            <a:xfrm>
              <a:off x="8131539" y="1622722"/>
              <a:ext cx="217804" cy="14604"/>
            </a:xfrm>
            <a:custGeom>
              <a:avLst/>
              <a:gdLst/>
              <a:ahLst/>
              <a:cxnLst/>
              <a:rect l="l" t="t" r="r" b="b"/>
              <a:pathLst>
                <a:path w="217804" h="14605">
                  <a:moveTo>
                    <a:pt x="53173" y="0"/>
                  </a:moveTo>
                  <a:lnTo>
                    <a:pt x="4799" y="0"/>
                  </a:lnTo>
                  <a:lnTo>
                    <a:pt x="2303" y="2295"/>
                  </a:lnTo>
                  <a:lnTo>
                    <a:pt x="2303" y="4782"/>
                  </a:lnTo>
                  <a:lnTo>
                    <a:pt x="0" y="7077"/>
                  </a:lnTo>
                  <a:lnTo>
                    <a:pt x="2303" y="9373"/>
                  </a:lnTo>
                  <a:lnTo>
                    <a:pt x="2303" y="11860"/>
                  </a:lnTo>
                  <a:lnTo>
                    <a:pt x="4799" y="14155"/>
                  </a:lnTo>
                  <a:lnTo>
                    <a:pt x="53173" y="14155"/>
                  </a:lnTo>
                  <a:lnTo>
                    <a:pt x="55669" y="11860"/>
                  </a:lnTo>
                  <a:lnTo>
                    <a:pt x="57588" y="9373"/>
                  </a:lnTo>
                  <a:lnTo>
                    <a:pt x="57588" y="4782"/>
                  </a:lnTo>
                  <a:lnTo>
                    <a:pt x="55669" y="2295"/>
                  </a:lnTo>
                  <a:lnTo>
                    <a:pt x="53173" y="0"/>
                  </a:lnTo>
                  <a:close/>
                </a:path>
                <a:path w="217804" h="14605">
                  <a:moveTo>
                    <a:pt x="113258" y="0"/>
                  </a:moveTo>
                  <a:lnTo>
                    <a:pt x="106539" y="0"/>
                  </a:lnTo>
                  <a:lnTo>
                    <a:pt x="104043" y="2295"/>
                  </a:lnTo>
                  <a:lnTo>
                    <a:pt x="101740" y="4782"/>
                  </a:lnTo>
                  <a:lnTo>
                    <a:pt x="101740" y="9373"/>
                  </a:lnTo>
                  <a:lnTo>
                    <a:pt x="104043" y="11860"/>
                  </a:lnTo>
                  <a:lnTo>
                    <a:pt x="106539" y="14155"/>
                  </a:lnTo>
                  <a:lnTo>
                    <a:pt x="113258" y="14155"/>
                  </a:lnTo>
                  <a:lnTo>
                    <a:pt x="115561" y="11860"/>
                  </a:lnTo>
                  <a:lnTo>
                    <a:pt x="115561" y="9373"/>
                  </a:lnTo>
                  <a:lnTo>
                    <a:pt x="117865" y="7077"/>
                  </a:lnTo>
                  <a:lnTo>
                    <a:pt x="115561" y="4782"/>
                  </a:lnTo>
                  <a:lnTo>
                    <a:pt x="115561" y="2295"/>
                  </a:lnTo>
                  <a:lnTo>
                    <a:pt x="113258" y="0"/>
                  </a:lnTo>
                  <a:close/>
                </a:path>
                <a:path w="217804" h="14605">
                  <a:moveTo>
                    <a:pt x="212502" y="0"/>
                  </a:moveTo>
                  <a:lnTo>
                    <a:pt x="164128" y="0"/>
                  </a:lnTo>
                  <a:lnTo>
                    <a:pt x="161632" y="2295"/>
                  </a:lnTo>
                  <a:lnTo>
                    <a:pt x="161632" y="4782"/>
                  </a:lnTo>
                  <a:lnTo>
                    <a:pt x="159329" y="7077"/>
                  </a:lnTo>
                  <a:lnTo>
                    <a:pt x="161632" y="9373"/>
                  </a:lnTo>
                  <a:lnTo>
                    <a:pt x="161632" y="11860"/>
                  </a:lnTo>
                  <a:lnTo>
                    <a:pt x="164128" y="14155"/>
                  </a:lnTo>
                  <a:lnTo>
                    <a:pt x="212502" y="14155"/>
                  </a:lnTo>
                  <a:lnTo>
                    <a:pt x="214998" y="11860"/>
                  </a:lnTo>
                  <a:lnTo>
                    <a:pt x="217301" y="9373"/>
                  </a:lnTo>
                  <a:lnTo>
                    <a:pt x="217301" y="4782"/>
                  </a:lnTo>
                  <a:lnTo>
                    <a:pt x="214998" y="2295"/>
                  </a:lnTo>
                  <a:lnTo>
                    <a:pt x="212502" y="0"/>
                  </a:lnTo>
                  <a:close/>
                </a:path>
              </a:pathLst>
            </a:custGeom>
            <a:solidFill>
              <a:srgbClr val="000000"/>
            </a:solidFill>
          </p:spPr>
          <p:txBody>
            <a:bodyPr wrap="square" lIns="0" tIns="0" rIns="0" bIns="0" rtlCol="0"/>
            <a:lstStyle/>
            <a:p/>
          </p:txBody>
        </p:sp>
        <p:sp>
          <p:nvSpPr>
            <p:cNvPr id="35" name="object 35" descr=""/>
            <p:cNvSpPr/>
            <p:nvPr/>
          </p:nvSpPr>
          <p:spPr>
            <a:xfrm>
              <a:off x="8131539" y="1622722"/>
              <a:ext cx="217804" cy="14604"/>
            </a:xfrm>
            <a:custGeom>
              <a:avLst/>
              <a:gdLst/>
              <a:ahLst/>
              <a:cxnLst/>
              <a:rect l="l" t="t" r="r" b="b"/>
              <a:pathLst>
                <a:path w="217804" h="14605">
                  <a:moveTo>
                    <a:pt x="9022" y="0"/>
                  </a:moveTo>
                  <a:lnTo>
                    <a:pt x="50870" y="0"/>
                  </a:lnTo>
                  <a:lnTo>
                    <a:pt x="53173" y="0"/>
                  </a:lnTo>
                  <a:lnTo>
                    <a:pt x="55669" y="2295"/>
                  </a:lnTo>
                  <a:lnTo>
                    <a:pt x="57588" y="4782"/>
                  </a:lnTo>
                  <a:lnTo>
                    <a:pt x="57588" y="7077"/>
                  </a:lnTo>
                  <a:lnTo>
                    <a:pt x="57588" y="9373"/>
                  </a:lnTo>
                  <a:lnTo>
                    <a:pt x="55669" y="11860"/>
                  </a:lnTo>
                  <a:lnTo>
                    <a:pt x="53173" y="14155"/>
                  </a:lnTo>
                  <a:lnTo>
                    <a:pt x="50870" y="14155"/>
                  </a:lnTo>
                  <a:lnTo>
                    <a:pt x="9022" y="14155"/>
                  </a:lnTo>
                  <a:lnTo>
                    <a:pt x="4799" y="14155"/>
                  </a:lnTo>
                  <a:lnTo>
                    <a:pt x="2303" y="11860"/>
                  </a:lnTo>
                  <a:lnTo>
                    <a:pt x="2303" y="9373"/>
                  </a:lnTo>
                  <a:lnTo>
                    <a:pt x="0" y="7077"/>
                  </a:lnTo>
                  <a:lnTo>
                    <a:pt x="2303" y="4782"/>
                  </a:lnTo>
                  <a:lnTo>
                    <a:pt x="2303" y="2295"/>
                  </a:lnTo>
                  <a:lnTo>
                    <a:pt x="4799" y="0"/>
                  </a:lnTo>
                  <a:lnTo>
                    <a:pt x="9022" y="0"/>
                  </a:lnTo>
                  <a:close/>
                </a:path>
                <a:path w="217804" h="14605">
                  <a:moveTo>
                    <a:pt x="108458" y="0"/>
                  </a:moveTo>
                  <a:lnTo>
                    <a:pt x="113258" y="0"/>
                  </a:lnTo>
                  <a:lnTo>
                    <a:pt x="115561" y="2295"/>
                  </a:lnTo>
                  <a:lnTo>
                    <a:pt x="115561" y="4782"/>
                  </a:lnTo>
                  <a:lnTo>
                    <a:pt x="117865" y="7077"/>
                  </a:lnTo>
                  <a:lnTo>
                    <a:pt x="115561" y="9373"/>
                  </a:lnTo>
                  <a:lnTo>
                    <a:pt x="115561" y="11860"/>
                  </a:lnTo>
                  <a:lnTo>
                    <a:pt x="113258" y="14155"/>
                  </a:lnTo>
                  <a:lnTo>
                    <a:pt x="108459" y="14155"/>
                  </a:lnTo>
                  <a:lnTo>
                    <a:pt x="106539" y="14155"/>
                  </a:lnTo>
                  <a:lnTo>
                    <a:pt x="104043" y="11860"/>
                  </a:lnTo>
                  <a:lnTo>
                    <a:pt x="101740" y="9373"/>
                  </a:lnTo>
                  <a:lnTo>
                    <a:pt x="101740" y="7077"/>
                  </a:lnTo>
                  <a:lnTo>
                    <a:pt x="101740" y="4782"/>
                  </a:lnTo>
                  <a:lnTo>
                    <a:pt x="104043" y="2295"/>
                  </a:lnTo>
                  <a:lnTo>
                    <a:pt x="106539" y="0"/>
                  </a:lnTo>
                  <a:lnTo>
                    <a:pt x="108458" y="0"/>
                  </a:lnTo>
                  <a:close/>
                </a:path>
                <a:path w="217804" h="14605">
                  <a:moveTo>
                    <a:pt x="166431" y="0"/>
                  </a:moveTo>
                  <a:lnTo>
                    <a:pt x="210199" y="0"/>
                  </a:lnTo>
                  <a:lnTo>
                    <a:pt x="217301" y="9373"/>
                  </a:lnTo>
                  <a:lnTo>
                    <a:pt x="214998" y="11860"/>
                  </a:lnTo>
                  <a:lnTo>
                    <a:pt x="212502" y="14155"/>
                  </a:lnTo>
                  <a:lnTo>
                    <a:pt x="210199" y="14155"/>
                  </a:lnTo>
                  <a:lnTo>
                    <a:pt x="166431" y="14155"/>
                  </a:lnTo>
                  <a:lnTo>
                    <a:pt x="164128" y="14155"/>
                  </a:lnTo>
                  <a:lnTo>
                    <a:pt x="161632" y="11860"/>
                  </a:lnTo>
                  <a:lnTo>
                    <a:pt x="161632" y="9373"/>
                  </a:lnTo>
                  <a:lnTo>
                    <a:pt x="159329" y="7077"/>
                  </a:lnTo>
                  <a:lnTo>
                    <a:pt x="161632" y="4782"/>
                  </a:lnTo>
                  <a:lnTo>
                    <a:pt x="161632" y="2295"/>
                  </a:lnTo>
                  <a:lnTo>
                    <a:pt x="164128" y="0"/>
                  </a:lnTo>
                  <a:lnTo>
                    <a:pt x="166431" y="0"/>
                  </a:lnTo>
                  <a:close/>
                </a:path>
              </a:pathLst>
            </a:custGeom>
            <a:ln w="3175">
              <a:solidFill>
                <a:srgbClr val="000000"/>
              </a:solidFill>
            </a:ln>
          </p:spPr>
          <p:txBody>
            <a:bodyPr wrap="square" lIns="0" tIns="0" rIns="0" bIns="0" rtlCol="0"/>
            <a:lstStyle/>
            <a:p/>
          </p:txBody>
        </p:sp>
        <p:sp>
          <p:nvSpPr>
            <p:cNvPr id="36" name="object 36" descr=""/>
            <p:cNvSpPr/>
            <p:nvPr/>
          </p:nvSpPr>
          <p:spPr>
            <a:xfrm>
              <a:off x="8335019" y="1622722"/>
              <a:ext cx="13970" cy="371475"/>
            </a:xfrm>
            <a:custGeom>
              <a:avLst/>
              <a:gdLst/>
              <a:ahLst/>
              <a:cxnLst/>
              <a:rect l="l" t="t" r="r" b="b"/>
              <a:pathLst>
                <a:path w="13970" h="371475">
                  <a:moveTo>
                    <a:pt x="9022" y="0"/>
                  </a:moveTo>
                  <a:lnTo>
                    <a:pt x="4223" y="0"/>
                  </a:lnTo>
                  <a:lnTo>
                    <a:pt x="1919" y="2295"/>
                  </a:lnTo>
                  <a:lnTo>
                    <a:pt x="0" y="4782"/>
                  </a:lnTo>
                  <a:lnTo>
                    <a:pt x="0" y="53370"/>
                  </a:lnTo>
                  <a:lnTo>
                    <a:pt x="4223" y="57578"/>
                  </a:lnTo>
                  <a:lnTo>
                    <a:pt x="9022" y="57578"/>
                  </a:lnTo>
                  <a:lnTo>
                    <a:pt x="11517" y="55283"/>
                  </a:lnTo>
                  <a:lnTo>
                    <a:pt x="13821" y="53370"/>
                  </a:lnTo>
                  <a:lnTo>
                    <a:pt x="13821" y="4782"/>
                  </a:lnTo>
                  <a:lnTo>
                    <a:pt x="11517" y="2295"/>
                  </a:lnTo>
                  <a:lnTo>
                    <a:pt x="9022" y="0"/>
                  </a:lnTo>
                  <a:close/>
                </a:path>
                <a:path w="13970" h="371475">
                  <a:moveTo>
                    <a:pt x="9022" y="101384"/>
                  </a:moveTo>
                  <a:lnTo>
                    <a:pt x="4223" y="101384"/>
                  </a:lnTo>
                  <a:lnTo>
                    <a:pt x="1919" y="103871"/>
                  </a:lnTo>
                  <a:lnTo>
                    <a:pt x="0" y="106167"/>
                  </a:lnTo>
                  <a:lnTo>
                    <a:pt x="0" y="110949"/>
                  </a:lnTo>
                  <a:lnTo>
                    <a:pt x="4223" y="115157"/>
                  </a:lnTo>
                  <a:lnTo>
                    <a:pt x="9022" y="115157"/>
                  </a:lnTo>
                  <a:lnTo>
                    <a:pt x="11517" y="112862"/>
                  </a:lnTo>
                  <a:lnTo>
                    <a:pt x="13821" y="110949"/>
                  </a:lnTo>
                  <a:lnTo>
                    <a:pt x="13821" y="106167"/>
                  </a:lnTo>
                  <a:lnTo>
                    <a:pt x="9022" y="101384"/>
                  </a:lnTo>
                  <a:close/>
                </a:path>
                <a:path w="13970" h="371475">
                  <a:moveTo>
                    <a:pt x="9022" y="158963"/>
                  </a:moveTo>
                  <a:lnTo>
                    <a:pt x="4223" y="158963"/>
                  </a:lnTo>
                  <a:lnTo>
                    <a:pt x="1919" y="161450"/>
                  </a:lnTo>
                  <a:lnTo>
                    <a:pt x="0" y="163745"/>
                  </a:lnTo>
                  <a:lnTo>
                    <a:pt x="0" y="211951"/>
                  </a:lnTo>
                  <a:lnTo>
                    <a:pt x="1919" y="214247"/>
                  </a:lnTo>
                  <a:lnTo>
                    <a:pt x="4223" y="216542"/>
                  </a:lnTo>
                  <a:lnTo>
                    <a:pt x="9022" y="216542"/>
                  </a:lnTo>
                  <a:lnTo>
                    <a:pt x="11517" y="214247"/>
                  </a:lnTo>
                  <a:lnTo>
                    <a:pt x="13821" y="211951"/>
                  </a:lnTo>
                  <a:lnTo>
                    <a:pt x="13821" y="163745"/>
                  </a:lnTo>
                  <a:lnTo>
                    <a:pt x="9022" y="158963"/>
                  </a:lnTo>
                  <a:close/>
                </a:path>
                <a:path w="13970" h="371475">
                  <a:moveTo>
                    <a:pt x="9022" y="260539"/>
                  </a:moveTo>
                  <a:lnTo>
                    <a:pt x="4223" y="260539"/>
                  </a:lnTo>
                  <a:lnTo>
                    <a:pt x="1919" y="262835"/>
                  </a:lnTo>
                  <a:lnTo>
                    <a:pt x="0" y="265322"/>
                  </a:lnTo>
                  <a:lnTo>
                    <a:pt x="0" y="269530"/>
                  </a:lnTo>
                  <a:lnTo>
                    <a:pt x="1919" y="271825"/>
                  </a:lnTo>
                  <a:lnTo>
                    <a:pt x="4223" y="274121"/>
                  </a:lnTo>
                  <a:lnTo>
                    <a:pt x="9022" y="274121"/>
                  </a:lnTo>
                  <a:lnTo>
                    <a:pt x="11517" y="271825"/>
                  </a:lnTo>
                  <a:lnTo>
                    <a:pt x="13821" y="269530"/>
                  </a:lnTo>
                  <a:lnTo>
                    <a:pt x="13821" y="265322"/>
                  </a:lnTo>
                  <a:lnTo>
                    <a:pt x="11517" y="262835"/>
                  </a:lnTo>
                  <a:lnTo>
                    <a:pt x="9022" y="260539"/>
                  </a:lnTo>
                  <a:close/>
                </a:path>
                <a:path w="13970" h="371475">
                  <a:moveTo>
                    <a:pt x="9022" y="318118"/>
                  </a:moveTo>
                  <a:lnTo>
                    <a:pt x="4223" y="318118"/>
                  </a:lnTo>
                  <a:lnTo>
                    <a:pt x="1919" y="320414"/>
                  </a:lnTo>
                  <a:lnTo>
                    <a:pt x="0" y="322900"/>
                  </a:lnTo>
                  <a:lnTo>
                    <a:pt x="0" y="366324"/>
                  </a:lnTo>
                  <a:lnTo>
                    <a:pt x="1919" y="368619"/>
                  </a:lnTo>
                  <a:lnTo>
                    <a:pt x="4223" y="370915"/>
                  </a:lnTo>
                  <a:lnTo>
                    <a:pt x="9022" y="370915"/>
                  </a:lnTo>
                  <a:lnTo>
                    <a:pt x="11517" y="368619"/>
                  </a:lnTo>
                  <a:lnTo>
                    <a:pt x="13821" y="366324"/>
                  </a:lnTo>
                  <a:lnTo>
                    <a:pt x="13821" y="322900"/>
                  </a:lnTo>
                  <a:lnTo>
                    <a:pt x="11517" y="320414"/>
                  </a:lnTo>
                  <a:lnTo>
                    <a:pt x="9022" y="318118"/>
                  </a:lnTo>
                  <a:close/>
                </a:path>
              </a:pathLst>
            </a:custGeom>
            <a:solidFill>
              <a:srgbClr val="000000"/>
            </a:solidFill>
          </p:spPr>
          <p:txBody>
            <a:bodyPr wrap="square" lIns="0" tIns="0" rIns="0" bIns="0" rtlCol="0"/>
            <a:lstStyle/>
            <a:p/>
          </p:txBody>
        </p:sp>
        <p:sp>
          <p:nvSpPr>
            <p:cNvPr id="37" name="object 37" descr=""/>
            <p:cNvSpPr/>
            <p:nvPr/>
          </p:nvSpPr>
          <p:spPr>
            <a:xfrm>
              <a:off x="8335019" y="1622722"/>
              <a:ext cx="13970" cy="371475"/>
            </a:xfrm>
            <a:custGeom>
              <a:avLst/>
              <a:gdLst/>
              <a:ahLst/>
              <a:cxnLst/>
              <a:rect l="l" t="t" r="r" b="b"/>
              <a:pathLst>
                <a:path w="13970" h="371475">
                  <a:moveTo>
                    <a:pt x="13821" y="7077"/>
                  </a:moveTo>
                  <a:lnTo>
                    <a:pt x="13821" y="50883"/>
                  </a:lnTo>
                  <a:lnTo>
                    <a:pt x="13821" y="53370"/>
                  </a:lnTo>
                  <a:lnTo>
                    <a:pt x="11517" y="55283"/>
                  </a:lnTo>
                  <a:lnTo>
                    <a:pt x="9022" y="57578"/>
                  </a:lnTo>
                  <a:lnTo>
                    <a:pt x="6718" y="57578"/>
                  </a:lnTo>
                  <a:lnTo>
                    <a:pt x="4223" y="57578"/>
                  </a:lnTo>
                  <a:lnTo>
                    <a:pt x="1919" y="55283"/>
                  </a:lnTo>
                  <a:lnTo>
                    <a:pt x="0" y="53370"/>
                  </a:lnTo>
                  <a:lnTo>
                    <a:pt x="0" y="50883"/>
                  </a:lnTo>
                  <a:lnTo>
                    <a:pt x="0" y="7077"/>
                  </a:lnTo>
                  <a:lnTo>
                    <a:pt x="0" y="4782"/>
                  </a:lnTo>
                  <a:lnTo>
                    <a:pt x="1919" y="2295"/>
                  </a:lnTo>
                  <a:lnTo>
                    <a:pt x="4223" y="0"/>
                  </a:lnTo>
                  <a:lnTo>
                    <a:pt x="6718" y="0"/>
                  </a:lnTo>
                  <a:lnTo>
                    <a:pt x="9022" y="0"/>
                  </a:lnTo>
                  <a:lnTo>
                    <a:pt x="11517" y="2295"/>
                  </a:lnTo>
                  <a:lnTo>
                    <a:pt x="13821" y="4782"/>
                  </a:lnTo>
                  <a:lnTo>
                    <a:pt x="13821" y="7077"/>
                  </a:lnTo>
                  <a:close/>
                </a:path>
                <a:path w="13970" h="371475">
                  <a:moveTo>
                    <a:pt x="13821" y="108462"/>
                  </a:moveTo>
                  <a:lnTo>
                    <a:pt x="13821" y="110949"/>
                  </a:lnTo>
                  <a:lnTo>
                    <a:pt x="11517" y="112862"/>
                  </a:lnTo>
                  <a:lnTo>
                    <a:pt x="9022" y="115157"/>
                  </a:lnTo>
                  <a:lnTo>
                    <a:pt x="6718" y="115157"/>
                  </a:lnTo>
                  <a:lnTo>
                    <a:pt x="4223" y="115157"/>
                  </a:lnTo>
                  <a:lnTo>
                    <a:pt x="1919" y="112862"/>
                  </a:lnTo>
                  <a:lnTo>
                    <a:pt x="0" y="110949"/>
                  </a:lnTo>
                  <a:lnTo>
                    <a:pt x="0" y="108462"/>
                  </a:lnTo>
                  <a:lnTo>
                    <a:pt x="0" y="106167"/>
                  </a:lnTo>
                  <a:lnTo>
                    <a:pt x="1919" y="103871"/>
                  </a:lnTo>
                  <a:lnTo>
                    <a:pt x="4223" y="101384"/>
                  </a:lnTo>
                  <a:lnTo>
                    <a:pt x="6718" y="101384"/>
                  </a:lnTo>
                  <a:lnTo>
                    <a:pt x="9022" y="101384"/>
                  </a:lnTo>
                  <a:lnTo>
                    <a:pt x="11517" y="103871"/>
                  </a:lnTo>
                  <a:lnTo>
                    <a:pt x="13821" y="106167"/>
                  </a:lnTo>
                  <a:lnTo>
                    <a:pt x="13821" y="108462"/>
                  </a:lnTo>
                  <a:close/>
                </a:path>
                <a:path w="13970" h="371475">
                  <a:moveTo>
                    <a:pt x="13821" y="166041"/>
                  </a:moveTo>
                  <a:lnTo>
                    <a:pt x="13821" y="209464"/>
                  </a:lnTo>
                  <a:lnTo>
                    <a:pt x="13821" y="211951"/>
                  </a:lnTo>
                  <a:lnTo>
                    <a:pt x="11517" y="214247"/>
                  </a:lnTo>
                  <a:lnTo>
                    <a:pt x="9022" y="216542"/>
                  </a:lnTo>
                  <a:lnTo>
                    <a:pt x="6718" y="216542"/>
                  </a:lnTo>
                  <a:lnTo>
                    <a:pt x="4223" y="216542"/>
                  </a:lnTo>
                  <a:lnTo>
                    <a:pt x="0" y="166041"/>
                  </a:lnTo>
                  <a:lnTo>
                    <a:pt x="0" y="163745"/>
                  </a:lnTo>
                  <a:lnTo>
                    <a:pt x="1919" y="161450"/>
                  </a:lnTo>
                  <a:lnTo>
                    <a:pt x="4223" y="158963"/>
                  </a:lnTo>
                  <a:lnTo>
                    <a:pt x="6718" y="158963"/>
                  </a:lnTo>
                  <a:lnTo>
                    <a:pt x="9022" y="158963"/>
                  </a:lnTo>
                  <a:lnTo>
                    <a:pt x="11517" y="161450"/>
                  </a:lnTo>
                  <a:lnTo>
                    <a:pt x="13821" y="163745"/>
                  </a:lnTo>
                  <a:lnTo>
                    <a:pt x="13821" y="166041"/>
                  </a:lnTo>
                  <a:close/>
                </a:path>
                <a:path w="13970" h="371475">
                  <a:moveTo>
                    <a:pt x="13821" y="267043"/>
                  </a:moveTo>
                  <a:lnTo>
                    <a:pt x="13821" y="269530"/>
                  </a:lnTo>
                  <a:lnTo>
                    <a:pt x="11517" y="271825"/>
                  </a:lnTo>
                  <a:lnTo>
                    <a:pt x="9022" y="274121"/>
                  </a:lnTo>
                  <a:lnTo>
                    <a:pt x="6718" y="274121"/>
                  </a:lnTo>
                  <a:lnTo>
                    <a:pt x="4223" y="274121"/>
                  </a:lnTo>
                  <a:lnTo>
                    <a:pt x="1919" y="271825"/>
                  </a:lnTo>
                  <a:lnTo>
                    <a:pt x="0" y="269530"/>
                  </a:lnTo>
                  <a:lnTo>
                    <a:pt x="0" y="267043"/>
                  </a:lnTo>
                  <a:lnTo>
                    <a:pt x="0" y="265322"/>
                  </a:lnTo>
                  <a:lnTo>
                    <a:pt x="1919" y="262835"/>
                  </a:lnTo>
                  <a:lnTo>
                    <a:pt x="4223" y="260539"/>
                  </a:lnTo>
                  <a:lnTo>
                    <a:pt x="6718" y="260539"/>
                  </a:lnTo>
                  <a:lnTo>
                    <a:pt x="9022" y="260539"/>
                  </a:lnTo>
                  <a:lnTo>
                    <a:pt x="11517" y="262835"/>
                  </a:lnTo>
                  <a:lnTo>
                    <a:pt x="13821" y="265322"/>
                  </a:lnTo>
                  <a:lnTo>
                    <a:pt x="13821" y="267043"/>
                  </a:lnTo>
                  <a:close/>
                </a:path>
                <a:path w="13970" h="371475">
                  <a:moveTo>
                    <a:pt x="13821" y="324622"/>
                  </a:moveTo>
                  <a:lnTo>
                    <a:pt x="13821" y="363837"/>
                  </a:lnTo>
                  <a:lnTo>
                    <a:pt x="13821" y="366324"/>
                  </a:lnTo>
                  <a:lnTo>
                    <a:pt x="11517" y="368619"/>
                  </a:lnTo>
                  <a:lnTo>
                    <a:pt x="9022" y="370915"/>
                  </a:lnTo>
                  <a:lnTo>
                    <a:pt x="6718" y="370915"/>
                  </a:lnTo>
                  <a:lnTo>
                    <a:pt x="4223" y="370915"/>
                  </a:lnTo>
                  <a:lnTo>
                    <a:pt x="1919" y="368619"/>
                  </a:lnTo>
                  <a:lnTo>
                    <a:pt x="0" y="366324"/>
                  </a:lnTo>
                  <a:lnTo>
                    <a:pt x="0" y="363837"/>
                  </a:lnTo>
                  <a:lnTo>
                    <a:pt x="0" y="324622"/>
                  </a:lnTo>
                  <a:lnTo>
                    <a:pt x="0" y="322900"/>
                  </a:lnTo>
                  <a:lnTo>
                    <a:pt x="1919" y="320414"/>
                  </a:lnTo>
                  <a:lnTo>
                    <a:pt x="4223" y="318118"/>
                  </a:lnTo>
                  <a:lnTo>
                    <a:pt x="6718" y="318118"/>
                  </a:lnTo>
                  <a:lnTo>
                    <a:pt x="9022" y="318118"/>
                  </a:lnTo>
                  <a:lnTo>
                    <a:pt x="11517" y="320414"/>
                  </a:lnTo>
                  <a:lnTo>
                    <a:pt x="13821" y="322900"/>
                  </a:lnTo>
                  <a:lnTo>
                    <a:pt x="13821" y="324622"/>
                  </a:lnTo>
                  <a:close/>
                </a:path>
              </a:pathLst>
            </a:custGeom>
            <a:ln w="3175">
              <a:solidFill>
                <a:srgbClr val="000000"/>
              </a:solidFill>
            </a:ln>
          </p:spPr>
          <p:txBody>
            <a:bodyPr wrap="square" lIns="0" tIns="0" rIns="0" bIns="0" rtlCol="0"/>
            <a:lstStyle/>
            <a:p/>
          </p:txBody>
        </p:sp>
        <p:sp>
          <p:nvSpPr>
            <p:cNvPr id="38" name="object 38" descr=""/>
            <p:cNvSpPr/>
            <p:nvPr/>
          </p:nvSpPr>
          <p:spPr>
            <a:xfrm>
              <a:off x="8131539" y="1980056"/>
              <a:ext cx="217804" cy="13970"/>
            </a:xfrm>
            <a:custGeom>
              <a:avLst/>
              <a:gdLst/>
              <a:ahLst/>
              <a:cxnLst/>
              <a:rect l="l" t="t" r="r" b="b"/>
              <a:pathLst>
                <a:path w="217804" h="13969">
                  <a:moveTo>
                    <a:pt x="53173" y="0"/>
                  </a:moveTo>
                  <a:lnTo>
                    <a:pt x="4799" y="0"/>
                  </a:lnTo>
                  <a:lnTo>
                    <a:pt x="2303" y="2295"/>
                  </a:lnTo>
                  <a:lnTo>
                    <a:pt x="2303" y="4591"/>
                  </a:lnTo>
                  <a:lnTo>
                    <a:pt x="0" y="6503"/>
                  </a:lnTo>
                  <a:lnTo>
                    <a:pt x="2303" y="8990"/>
                  </a:lnTo>
                  <a:lnTo>
                    <a:pt x="2303" y="11286"/>
                  </a:lnTo>
                  <a:lnTo>
                    <a:pt x="4799" y="13581"/>
                  </a:lnTo>
                  <a:lnTo>
                    <a:pt x="53173" y="13581"/>
                  </a:lnTo>
                  <a:lnTo>
                    <a:pt x="55669" y="11286"/>
                  </a:lnTo>
                  <a:lnTo>
                    <a:pt x="57588" y="8990"/>
                  </a:lnTo>
                  <a:lnTo>
                    <a:pt x="57588" y="4591"/>
                  </a:lnTo>
                  <a:lnTo>
                    <a:pt x="55669" y="2295"/>
                  </a:lnTo>
                  <a:lnTo>
                    <a:pt x="53173" y="0"/>
                  </a:lnTo>
                  <a:close/>
                </a:path>
                <a:path w="217804" h="13969">
                  <a:moveTo>
                    <a:pt x="113258" y="0"/>
                  </a:moveTo>
                  <a:lnTo>
                    <a:pt x="106539" y="0"/>
                  </a:lnTo>
                  <a:lnTo>
                    <a:pt x="104043" y="2295"/>
                  </a:lnTo>
                  <a:lnTo>
                    <a:pt x="101740" y="4591"/>
                  </a:lnTo>
                  <a:lnTo>
                    <a:pt x="101740" y="8990"/>
                  </a:lnTo>
                  <a:lnTo>
                    <a:pt x="104043" y="11286"/>
                  </a:lnTo>
                  <a:lnTo>
                    <a:pt x="106539" y="13581"/>
                  </a:lnTo>
                  <a:lnTo>
                    <a:pt x="113258" y="13581"/>
                  </a:lnTo>
                  <a:lnTo>
                    <a:pt x="115561" y="11286"/>
                  </a:lnTo>
                  <a:lnTo>
                    <a:pt x="115561" y="8990"/>
                  </a:lnTo>
                  <a:lnTo>
                    <a:pt x="117865" y="6503"/>
                  </a:lnTo>
                  <a:lnTo>
                    <a:pt x="115561" y="4591"/>
                  </a:lnTo>
                  <a:lnTo>
                    <a:pt x="115561" y="2295"/>
                  </a:lnTo>
                  <a:lnTo>
                    <a:pt x="113258" y="0"/>
                  </a:lnTo>
                  <a:close/>
                </a:path>
                <a:path w="217804" h="13969">
                  <a:moveTo>
                    <a:pt x="212502" y="0"/>
                  </a:moveTo>
                  <a:lnTo>
                    <a:pt x="164128" y="0"/>
                  </a:lnTo>
                  <a:lnTo>
                    <a:pt x="161632" y="2295"/>
                  </a:lnTo>
                  <a:lnTo>
                    <a:pt x="161632" y="4591"/>
                  </a:lnTo>
                  <a:lnTo>
                    <a:pt x="159329" y="6503"/>
                  </a:lnTo>
                  <a:lnTo>
                    <a:pt x="161632" y="8990"/>
                  </a:lnTo>
                  <a:lnTo>
                    <a:pt x="161632" y="11286"/>
                  </a:lnTo>
                  <a:lnTo>
                    <a:pt x="164128" y="13581"/>
                  </a:lnTo>
                  <a:lnTo>
                    <a:pt x="212502" y="13581"/>
                  </a:lnTo>
                  <a:lnTo>
                    <a:pt x="214998" y="11286"/>
                  </a:lnTo>
                  <a:lnTo>
                    <a:pt x="217301" y="8990"/>
                  </a:lnTo>
                  <a:lnTo>
                    <a:pt x="217301" y="4591"/>
                  </a:lnTo>
                  <a:lnTo>
                    <a:pt x="214998" y="2295"/>
                  </a:lnTo>
                  <a:lnTo>
                    <a:pt x="212502" y="0"/>
                  </a:lnTo>
                  <a:close/>
                </a:path>
              </a:pathLst>
            </a:custGeom>
            <a:solidFill>
              <a:srgbClr val="000000"/>
            </a:solidFill>
          </p:spPr>
          <p:txBody>
            <a:bodyPr wrap="square" lIns="0" tIns="0" rIns="0" bIns="0" rtlCol="0"/>
            <a:lstStyle/>
            <a:p/>
          </p:txBody>
        </p:sp>
        <p:sp>
          <p:nvSpPr>
            <p:cNvPr id="39" name="object 39" descr=""/>
            <p:cNvSpPr/>
            <p:nvPr/>
          </p:nvSpPr>
          <p:spPr>
            <a:xfrm>
              <a:off x="8131539" y="1980056"/>
              <a:ext cx="217804" cy="13970"/>
            </a:xfrm>
            <a:custGeom>
              <a:avLst/>
              <a:gdLst/>
              <a:ahLst/>
              <a:cxnLst/>
              <a:rect l="l" t="t" r="r" b="b"/>
              <a:pathLst>
                <a:path w="217804" h="13969">
                  <a:moveTo>
                    <a:pt x="9022" y="0"/>
                  </a:moveTo>
                  <a:lnTo>
                    <a:pt x="50870" y="0"/>
                  </a:lnTo>
                  <a:lnTo>
                    <a:pt x="53173" y="0"/>
                  </a:lnTo>
                  <a:lnTo>
                    <a:pt x="55669" y="2295"/>
                  </a:lnTo>
                  <a:lnTo>
                    <a:pt x="57588" y="4591"/>
                  </a:lnTo>
                  <a:lnTo>
                    <a:pt x="57588" y="6503"/>
                  </a:lnTo>
                  <a:lnTo>
                    <a:pt x="57588" y="8990"/>
                  </a:lnTo>
                  <a:lnTo>
                    <a:pt x="55669" y="11286"/>
                  </a:lnTo>
                  <a:lnTo>
                    <a:pt x="53173" y="13581"/>
                  </a:lnTo>
                  <a:lnTo>
                    <a:pt x="50870" y="13581"/>
                  </a:lnTo>
                  <a:lnTo>
                    <a:pt x="9022" y="13581"/>
                  </a:lnTo>
                  <a:lnTo>
                    <a:pt x="4799" y="13581"/>
                  </a:lnTo>
                  <a:lnTo>
                    <a:pt x="2303" y="11286"/>
                  </a:lnTo>
                  <a:lnTo>
                    <a:pt x="2303" y="8990"/>
                  </a:lnTo>
                  <a:lnTo>
                    <a:pt x="0" y="6503"/>
                  </a:lnTo>
                  <a:lnTo>
                    <a:pt x="2303" y="4591"/>
                  </a:lnTo>
                  <a:lnTo>
                    <a:pt x="2303" y="2295"/>
                  </a:lnTo>
                  <a:lnTo>
                    <a:pt x="4799" y="0"/>
                  </a:lnTo>
                  <a:lnTo>
                    <a:pt x="9022" y="0"/>
                  </a:lnTo>
                  <a:close/>
                </a:path>
                <a:path w="217804" h="13969">
                  <a:moveTo>
                    <a:pt x="108458" y="0"/>
                  </a:moveTo>
                  <a:lnTo>
                    <a:pt x="113258" y="0"/>
                  </a:lnTo>
                  <a:lnTo>
                    <a:pt x="115561" y="2295"/>
                  </a:lnTo>
                  <a:lnTo>
                    <a:pt x="115561" y="4591"/>
                  </a:lnTo>
                  <a:lnTo>
                    <a:pt x="117865" y="6503"/>
                  </a:lnTo>
                  <a:lnTo>
                    <a:pt x="115561" y="8990"/>
                  </a:lnTo>
                  <a:lnTo>
                    <a:pt x="115561" y="11286"/>
                  </a:lnTo>
                  <a:lnTo>
                    <a:pt x="113258" y="13581"/>
                  </a:lnTo>
                  <a:lnTo>
                    <a:pt x="108459" y="13581"/>
                  </a:lnTo>
                  <a:lnTo>
                    <a:pt x="106539" y="13581"/>
                  </a:lnTo>
                  <a:lnTo>
                    <a:pt x="104043" y="11286"/>
                  </a:lnTo>
                  <a:lnTo>
                    <a:pt x="101740" y="8990"/>
                  </a:lnTo>
                  <a:lnTo>
                    <a:pt x="101740" y="6503"/>
                  </a:lnTo>
                  <a:lnTo>
                    <a:pt x="101740" y="4591"/>
                  </a:lnTo>
                  <a:lnTo>
                    <a:pt x="104043" y="2295"/>
                  </a:lnTo>
                  <a:lnTo>
                    <a:pt x="106539" y="0"/>
                  </a:lnTo>
                  <a:lnTo>
                    <a:pt x="108458" y="0"/>
                  </a:lnTo>
                  <a:close/>
                </a:path>
                <a:path w="217804" h="13969">
                  <a:moveTo>
                    <a:pt x="166431" y="0"/>
                  </a:moveTo>
                  <a:lnTo>
                    <a:pt x="210199" y="0"/>
                  </a:lnTo>
                  <a:lnTo>
                    <a:pt x="217301" y="8990"/>
                  </a:lnTo>
                  <a:lnTo>
                    <a:pt x="214998" y="11286"/>
                  </a:lnTo>
                  <a:lnTo>
                    <a:pt x="212502" y="13581"/>
                  </a:lnTo>
                  <a:lnTo>
                    <a:pt x="210199" y="13581"/>
                  </a:lnTo>
                  <a:lnTo>
                    <a:pt x="166431" y="13581"/>
                  </a:lnTo>
                  <a:lnTo>
                    <a:pt x="164128" y="13581"/>
                  </a:lnTo>
                  <a:lnTo>
                    <a:pt x="161632" y="11286"/>
                  </a:lnTo>
                  <a:lnTo>
                    <a:pt x="161632" y="8990"/>
                  </a:lnTo>
                  <a:lnTo>
                    <a:pt x="159329" y="6503"/>
                  </a:lnTo>
                  <a:lnTo>
                    <a:pt x="161632" y="4591"/>
                  </a:lnTo>
                  <a:lnTo>
                    <a:pt x="161632" y="2295"/>
                  </a:lnTo>
                  <a:lnTo>
                    <a:pt x="164128" y="0"/>
                  </a:lnTo>
                  <a:lnTo>
                    <a:pt x="166431" y="0"/>
                  </a:lnTo>
                  <a:close/>
                </a:path>
              </a:pathLst>
            </a:custGeom>
            <a:ln w="3175">
              <a:solidFill>
                <a:srgbClr val="000000"/>
              </a:solidFill>
            </a:ln>
          </p:spPr>
          <p:txBody>
            <a:bodyPr wrap="square" lIns="0" tIns="0" rIns="0" bIns="0" rtlCol="0"/>
            <a:lstStyle/>
            <a:p/>
          </p:txBody>
        </p:sp>
        <p:sp>
          <p:nvSpPr>
            <p:cNvPr id="40" name="object 40" descr=""/>
            <p:cNvSpPr/>
            <p:nvPr/>
          </p:nvSpPr>
          <p:spPr>
            <a:xfrm>
              <a:off x="4457370" y="1686996"/>
              <a:ext cx="2992755" cy="356870"/>
            </a:xfrm>
            <a:custGeom>
              <a:avLst/>
              <a:gdLst/>
              <a:ahLst/>
              <a:cxnLst/>
              <a:rect l="l" t="t" r="r" b="b"/>
              <a:pathLst>
                <a:path w="2992754" h="356869">
                  <a:moveTo>
                    <a:pt x="0" y="119748"/>
                  </a:moveTo>
                  <a:lnTo>
                    <a:pt x="0" y="0"/>
                  </a:lnTo>
                </a:path>
                <a:path w="2992754" h="356869">
                  <a:moveTo>
                    <a:pt x="0" y="0"/>
                  </a:moveTo>
                  <a:lnTo>
                    <a:pt x="122664" y="0"/>
                  </a:lnTo>
                </a:path>
                <a:path w="2992754" h="356869">
                  <a:moveTo>
                    <a:pt x="2183385" y="119748"/>
                  </a:moveTo>
                  <a:lnTo>
                    <a:pt x="2183385" y="356759"/>
                  </a:lnTo>
                </a:path>
                <a:path w="2992754" h="356869">
                  <a:moveTo>
                    <a:pt x="2183385" y="356759"/>
                  </a:moveTo>
                  <a:lnTo>
                    <a:pt x="2871955" y="356759"/>
                  </a:lnTo>
                </a:path>
                <a:path w="2992754" h="356869">
                  <a:moveTo>
                    <a:pt x="2871955" y="356759"/>
                  </a:moveTo>
                  <a:lnTo>
                    <a:pt x="2871955" y="179814"/>
                  </a:lnTo>
                </a:path>
                <a:path w="2992754" h="356869">
                  <a:moveTo>
                    <a:pt x="2871955" y="179814"/>
                  </a:moveTo>
                  <a:lnTo>
                    <a:pt x="2992316" y="179814"/>
                  </a:lnTo>
                </a:path>
              </a:pathLst>
            </a:custGeom>
            <a:ln w="13765">
              <a:solidFill>
                <a:srgbClr val="000000"/>
              </a:solidFill>
            </a:ln>
          </p:spPr>
          <p:txBody>
            <a:bodyPr wrap="square" lIns="0" tIns="0" rIns="0" bIns="0" rtlCol="0"/>
            <a:lstStyle/>
            <a:p/>
          </p:txBody>
        </p:sp>
        <p:pic>
          <p:nvPicPr>
            <p:cNvPr id="41" name="object 41" descr=""/>
            <p:cNvPicPr/>
            <p:nvPr/>
          </p:nvPicPr>
          <p:blipFill>
            <a:blip r:embed="rId3" cstate="print"/>
            <a:stretch>
              <a:fillRect/>
            </a:stretch>
          </p:blipFill>
          <p:spPr>
            <a:xfrm>
              <a:off x="5266110" y="1447078"/>
              <a:ext cx="203519" cy="774005"/>
            </a:xfrm>
            <a:prstGeom prst="rect">
              <a:avLst/>
            </a:prstGeom>
          </p:spPr>
        </p:pic>
        <p:sp>
          <p:nvSpPr>
            <p:cNvPr id="42" name="object 42" descr=""/>
            <p:cNvSpPr/>
            <p:nvPr/>
          </p:nvSpPr>
          <p:spPr>
            <a:xfrm>
              <a:off x="5266110" y="1449565"/>
              <a:ext cx="203835" cy="774065"/>
            </a:xfrm>
            <a:custGeom>
              <a:avLst/>
              <a:gdLst/>
              <a:ahLst/>
              <a:cxnLst/>
              <a:rect l="l" t="t" r="r" b="b"/>
              <a:pathLst>
                <a:path w="203835" h="774064">
                  <a:moveTo>
                    <a:pt x="0" y="774005"/>
                  </a:moveTo>
                  <a:lnTo>
                    <a:pt x="203519" y="774005"/>
                  </a:lnTo>
                  <a:lnTo>
                    <a:pt x="203518" y="0"/>
                  </a:lnTo>
                  <a:lnTo>
                    <a:pt x="0" y="0"/>
                  </a:lnTo>
                  <a:lnTo>
                    <a:pt x="0" y="774005"/>
                  </a:lnTo>
                  <a:close/>
                </a:path>
              </a:pathLst>
            </a:custGeom>
            <a:ln w="13786">
              <a:solidFill>
                <a:srgbClr val="000000"/>
              </a:solidFill>
            </a:ln>
          </p:spPr>
          <p:txBody>
            <a:bodyPr wrap="square" lIns="0" tIns="0" rIns="0" bIns="0" rtlCol="0"/>
            <a:lstStyle/>
            <a:p/>
          </p:txBody>
        </p:sp>
        <p:pic>
          <p:nvPicPr>
            <p:cNvPr id="43" name="object 43" descr=""/>
            <p:cNvPicPr/>
            <p:nvPr/>
          </p:nvPicPr>
          <p:blipFill>
            <a:blip r:embed="rId2" cstate="print"/>
            <a:stretch>
              <a:fillRect/>
            </a:stretch>
          </p:blipFill>
          <p:spPr>
            <a:xfrm>
              <a:off x="4173457" y="1447078"/>
              <a:ext cx="203039" cy="774005"/>
            </a:xfrm>
            <a:prstGeom prst="rect">
              <a:avLst/>
            </a:prstGeom>
          </p:spPr>
        </p:pic>
        <p:sp>
          <p:nvSpPr>
            <p:cNvPr id="44" name="object 44" descr=""/>
            <p:cNvSpPr/>
            <p:nvPr/>
          </p:nvSpPr>
          <p:spPr>
            <a:xfrm>
              <a:off x="4175953" y="1449565"/>
              <a:ext cx="200660" cy="774065"/>
            </a:xfrm>
            <a:custGeom>
              <a:avLst/>
              <a:gdLst/>
              <a:ahLst/>
              <a:cxnLst/>
              <a:rect l="l" t="t" r="r" b="b"/>
              <a:pathLst>
                <a:path w="200660" h="774064">
                  <a:moveTo>
                    <a:pt x="0" y="774005"/>
                  </a:moveTo>
                  <a:lnTo>
                    <a:pt x="200658" y="774005"/>
                  </a:lnTo>
                  <a:lnTo>
                    <a:pt x="200658" y="0"/>
                  </a:lnTo>
                  <a:lnTo>
                    <a:pt x="0" y="0"/>
                  </a:lnTo>
                  <a:lnTo>
                    <a:pt x="0" y="774005"/>
                  </a:lnTo>
                  <a:close/>
                </a:path>
              </a:pathLst>
            </a:custGeom>
            <a:ln w="13786">
              <a:solidFill>
                <a:srgbClr val="000000"/>
              </a:solidFill>
            </a:ln>
          </p:spPr>
          <p:txBody>
            <a:bodyPr wrap="square" lIns="0" tIns="0" rIns="0" bIns="0" rtlCol="0"/>
            <a:lstStyle/>
            <a:p/>
          </p:txBody>
        </p:sp>
        <p:pic>
          <p:nvPicPr>
            <p:cNvPr id="45" name="object 45" descr=""/>
            <p:cNvPicPr/>
            <p:nvPr/>
          </p:nvPicPr>
          <p:blipFill>
            <a:blip r:embed="rId3" cstate="print"/>
            <a:stretch>
              <a:fillRect/>
            </a:stretch>
          </p:blipFill>
          <p:spPr>
            <a:xfrm>
              <a:off x="7449687" y="1447078"/>
              <a:ext cx="203039" cy="774005"/>
            </a:xfrm>
            <a:prstGeom prst="rect">
              <a:avLst/>
            </a:prstGeom>
          </p:spPr>
        </p:pic>
        <p:sp>
          <p:nvSpPr>
            <p:cNvPr id="46" name="object 46" descr=""/>
            <p:cNvSpPr/>
            <p:nvPr/>
          </p:nvSpPr>
          <p:spPr>
            <a:xfrm>
              <a:off x="6398306" y="1449565"/>
              <a:ext cx="1254760" cy="1375410"/>
            </a:xfrm>
            <a:custGeom>
              <a:avLst/>
              <a:gdLst/>
              <a:ahLst/>
              <a:cxnLst/>
              <a:rect l="l" t="t" r="r" b="b"/>
              <a:pathLst>
                <a:path w="1254759" h="1375410">
                  <a:moveTo>
                    <a:pt x="1051380" y="774005"/>
                  </a:moveTo>
                  <a:lnTo>
                    <a:pt x="1254419" y="774005"/>
                  </a:lnTo>
                  <a:lnTo>
                    <a:pt x="1254419" y="0"/>
                  </a:lnTo>
                  <a:lnTo>
                    <a:pt x="1051380" y="0"/>
                  </a:lnTo>
                  <a:lnTo>
                    <a:pt x="1051380" y="774005"/>
                  </a:lnTo>
                  <a:close/>
                </a:path>
                <a:path w="1254759" h="1375410">
                  <a:moveTo>
                    <a:pt x="0" y="1375236"/>
                  </a:moveTo>
                  <a:lnTo>
                    <a:pt x="446121" y="1375236"/>
                  </a:lnTo>
                </a:path>
                <a:path w="1254759" h="1375410">
                  <a:moveTo>
                    <a:pt x="41463" y="1080264"/>
                  </a:moveTo>
                  <a:lnTo>
                    <a:pt x="446121" y="1071273"/>
                  </a:lnTo>
                </a:path>
              </a:pathLst>
            </a:custGeom>
            <a:ln w="13765">
              <a:solidFill>
                <a:srgbClr val="000000"/>
              </a:solidFill>
            </a:ln>
          </p:spPr>
          <p:txBody>
            <a:bodyPr wrap="square" lIns="0" tIns="0" rIns="0" bIns="0" rtlCol="0"/>
            <a:lstStyle/>
            <a:p/>
          </p:txBody>
        </p:sp>
      </p:grpSp>
      <p:sp>
        <p:nvSpPr>
          <p:cNvPr id="47" name="object 47" descr=""/>
          <p:cNvSpPr txBox="1"/>
          <p:nvPr/>
        </p:nvSpPr>
        <p:spPr>
          <a:xfrm>
            <a:off x="4580034" y="2460926"/>
            <a:ext cx="485140" cy="356870"/>
          </a:xfrm>
          <a:prstGeom prst="rect">
            <a:avLst/>
          </a:prstGeom>
          <a:ln w="13758">
            <a:solidFill>
              <a:srgbClr val="000000"/>
            </a:solidFill>
          </a:ln>
        </p:spPr>
        <p:txBody>
          <a:bodyPr wrap="square" lIns="0" tIns="74930" rIns="0" bIns="0" rtlCol="0" vert="horz">
            <a:spAutoFit/>
          </a:bodyPr>
          <a:lstStyle/>
          <a:p>
            <a:pPr marL="137795">
              <a:lnSpc>
                <a:spcPct val="100000"/>
              </a:lnSpc>
              <a:spcBef>
                <a:spcPts val="590"/>
              </a:spcBef>
            </a:pPr>
            <a:r>
              <a:rPr dirty="0" sz="1350" spc="-25">
                <a:latin typeface="Times New Roman"/>
                <a:cs typeface="Times New Roman"/>
              </a:rPr>
              <a:t>IM</a:t>
            </a:r>
            <a:endParaRPr sz="1350">
              <a:latin typeface="Times New Roman"/>
              <a:cs typeface="Times New Roman"/>
            </a:endParaRPr>
          </a:p>
        </p:txBody>
      </p:sp>
      <p:sp>
        <p:nvSpPr>
          <p:cNvPr id="48" name="object 48" descr=""/>
          <p:cNvSpPr txBox="1"/>
          <p:nvPr/>
        </p:nvSpPr>
        <p:spPr>
          <a:xfrm>
            <a:off x="5757120" y="2507451"/>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sp>
        <p:nvSpPr>
          <p:cNvPr id="49" name="object 49" descr=""/>
          <p:cNvSpPr/>
          <p:nvPr/>
        </p:nvSpPr>
        <p:spPr>
          <a:xfrm>
            <a:off x="6844428" y="2281149"/>
            <a:ext cx="0" cy="221615"/>
          </a:xfrm>
          <a:custGeom>
            <a:avLst/>
            <a:gdLst/>
            <a:ahLst/>
            <a:cxnLst/>
            <a:rect l="l" t="t" r="r" b="b"/>
            <a:pathLst>
              <a:path w="0" h="221614">
                <a:moveTo>
                  <a:pt x="0" y="0"/>
                </a:moveTo>
                <a:lnTo>
                  <a:pt x="0" y="221324"/>
                </a:lnTo>
              </a:path>
            </a:pathLst>
          </a:custGeom>
          <a:ln w="13789">
            <a:solidFill>
              <a:srgbClr val="000000"/>
            </a:solidFill>
          </a:ln>
        </p:spPr>
        <p:txBody>
          <a:bodyPr wrap="square" lIns="0" tIns="0" rIns="0" bIns="0" rtlCol="0"/>
          <a:lstStyle/>
          <a:p/>
        </p:txBody>
      </p:sp>
      <p:sp>
        <p:nvSpPr>
          <p:cNvPr id="50" name="object 50" descr=""/>
          <p:cNvSpPr/>
          <p:nvPr/>
        </p:nvSpPr>
        <p:spPr>
          <a:xfrm>
            <a:off x="6844428" y="2281149"/>
            <a:ext cx="323850" cy="774065"/>
          </a:xfrm>
          <a:custGeom>
            <a:avLst/>
            <a:gdLst/>
            <a:ahLst/>
            <a:cxnLst/>
            <a:rect l="l" t="t" r="r" b="b"/>
            <a:pathLst>
              <a:path w="323850" h="774064">
                <a:moveTo>
                  <a:pt x="323265" y="167954"/>
                </a:moveTo>
                <a:lnTo>
                  <a:pt x="323265" y="608308"/>
                </a:lnTo>
              </a:path>
              <a:path w="323850" h="774064">
                <a:moveTo>
                  <a:pt x="0" y="0"/>
                </a:moveTo>
                <a:lnTo>
                  <a:pt x="323265" y="167954"/>
                </a:lnTo>
              </a:path>
              <a:path w="323850" h="774064">
                <a:moveTo>
                  <a:pt x="323265" y="608308"/>
                </a:moveTo>
                <a:lnTo>
                  <a:pt x="0" y="773967"/>
                </a:lnTo>
              </a:path>
              <a:path w="323850" h="774064">
                <a:moveTo>
                  <a:pt x="0" y="552642"/>
                </a:moveTo>
                <a:lnTo>
                  <a:pt x="0" y="773967"/>
                </a:lnTo>
              </a:path>
              <a:path w="323850" h="774064">
                <a:moveTo>
                  <a:pt x="0" y="221324"/>
                </a:moveTo>
                <a:lnTo>
                  <a:pt x="96941" y="386983"/>
                </a:lnTo>
              </a:path>
              <a:path w="323850" h="774064">
                <a:moveTo>
                  <a:pt x="96941" y="386983"/>
                </a:moveTo>
                <a:lnTo>
                  <a:pt x="0" y="552642"/>
                </a:lnTo>
              </a:path>
            </a:pathLst>
          </a:custGeom>
          <a:ln w="13765">
            <a:solidFill>
              <a:srgbClr val="000000"/>
            </a:solidFill>
          </a:ln>
        </p:spPr>
        <p:txBody>
          <a:bodyPr wrap="square" lIns="0" tIns="0" rIns="0" bIns="0" rtlCol="0"/>
          <a:lstStyle/>
          <a:p/>
        </p:txBody>
      </p:sp>
      <p:sp>
        <p:nvSpPr>
          <p:cNvPr id="51" name="object 51" descr=""/>
          <p:cNvSpPr txBox="1"/>
          <p:nvPr/>
        </p:nvSpPr>
        <p:spPr>
          <a:xfrm>
            <a:off x="6913868" y="2459550"/>
            <a:ext cx="218440" cy="382270"/>
          </a:xfrm>
          <a:prstGeom prst="rect">
            <a:avLst/>
          </a:prstGeom>
        </p:spPr>
        <p:txBody>
          <a:bodyPr wrap="square" lIns="0" tIns="0" rIns="0" bIns="0" rtlCol="0" vert="vert">
            <a:spAutoFit/>
          </a:bodyPr>
          <a:lstStyle/>
          <a:p>
            <a:pPr marL="12700">
              <a:lnSpc>
                <a:spcPts val="1590"/>
              </a:lnSpc>
            </a:pPr>
            <a:r>
              <a:rPr dirty="0" sz="1350" spc="-25">
                <a:latin typeface="Times New Roman"/>
                <a:cs typeface="Times New Roman"/>
              </a:rPr>
              <a:t>ALU</a:t>
            </a:r>
            <a:endParaRPr sz="1350">
              <a:latin typeface="Times New Roman"/>
              <a:cs typeface="Times New Roman"/>
            </a:endParaRPr>
          </a:p>
        </p:txBody>
      </p:sp>
      <p:sp>
        <p:nvSpPr>
          <p:cNvPr id="52" name="object 52" descr=""/>
          <p:cNvSpPr txBox="1"/>
          <p:nvPr/>
        </p:nvSpPr>
        <p:spPr>
          <a:xfrm>
            <a:off x="7981970" y="2507451"/>
            <a:ext cx="612140" cy="233679"/>
          </a:xfrm>
          <a:prstGeom prst="rect">
            <a:avLst/>
          </a:prstGeom>
        </p:spPr>
        <p:txBody>
          <a:bodyPr wrap="square" lIns="0" tIns="14604" rIns="0" bIns="0" rtlCol="0" vert="horz">
            <a:spAutoFit/>
          </a:bodyPr>
          <a:lstStyle/>
          <a:p>
            <a:pPr marL="12700">
              <a:lnSpc>
                <a:spcPct val="100000"/>
              </a:lnSpc>
              <a:spcBef>
                <a:spcPts val="114"/>
              </a:spcBef>
              <a:tabLst>
                <a:tab pos="437515" algn="l"/>
              </a:tabLst>
            </a:pPr>
            <a:r>
              <a:rPr dirty="0" sz="1350" spc="-25">
                <a:latin typeface="Times New Roman"/>
                <a:cs typeface="Times New Roman"/>
              </a:rPr>
              <a:t>DM</a:t>
            </a:r>
            <a:r>
              <a:rPr dirty="0" sz="1350">
                <a:latin typeface="Times New Roman"/>
                <a:cs typeface="Times New Roman"/>
              </a:rPr>
              <a:t>	</a:t>
            </a:r>
            <a:r>
              <a:rPr dirty="0" u="heavy" sz="1350" spc="500">
                <a:uFill>
                  <a:solidFill>
                    <a:srgbClr val="000000"/>
                  </a:solidFill>
                </a:uFill>
                <a:latin typeface="Times New Roman"/>
                <a:cs typeface="Times New Roman"/>
              </a:rPr>
              <a:t> </a:t>
            </a:r>
            <a:endParaRPr sz="1350">
              <a:latin typeface="Times New Roman"/>
              <a:cs typeface="Times New Roman"/>
            </a:endParaRPr>
          </a:p>
        </p:txBody>
      </p:sp>
      <p:sp>
        <p:nvSpPr>
          <p:cNvPr id="53" name="object 53" descr=""/>
          <p:cNvSpPr txBox="1"/>
          <p:nvPr/>
        </p:nvSpPr>
        <p:spPr>
          <a:xfrm>
            <a:off x="9033157" y="2507451"/>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grpSp>
        <p:nvGrpSpPr>
          <p:cNvPr id="54" name="object 54" descr=""/>
          <p:cNvGrpSpPr/>
          <p:nvPr/>
        </p:nvGrpSpPr>
        <p:grpSpPr>
          <a:xfrm>
            <a:off x="5058140" y="2274126"/>
            <a:ext cx="4385310" cy="1391920"/>
            <a:chOff x="5058140" y="2274126"/>
            <a:chExt cx="4385310" cy="1391920"/>
          </a:xfrm>
        </p:grpSpPr>
        <p:sp>
          <p:nvSpPr>
            <p:cNvPr id="55" name="object 55" descr=""/>
            <p:cNvSpPr/>
            <p:nvPr/>
          </p:nvSpPr>
          <p:spPr>
            <a:xfrm>
              <a:off x="5065125" y="2460926"/>
              <a:ext cx="3274060" cy="356870"/>
            </a:xfrm>
            <a:custGeom>
              <a:avLst/>
              <a:gdLst/>
              <a:ahLst/>
              <a:cxnLst/>
              <a:rect l="l" t="t" r="r" b="b"/>
              <a:pathLst>
                <a:path w="3274059" h="356869">
                  <a:moveTo>
                    <a:pt x="0" y="177365"/>
                  </a:moveTo>
                  <a:lnTo>
                    <a:pt x="200985" y="177365"/>
                  </a:lnTo>
                </a:path>
                <a:path w="3274059" h="356869">
                  <a:moveTo>
                    <a:pt x="2788644" y="356797"/>
                  </a:moveTo>
                  <a:lnTo>
                    <a:pt x="3273657" y="356797"/>
                  </a:lnTo>
                  <a:lnTo>
                    <a:pt x="3273657" y="0"/>
                  </a:lnTo>
                  <a:lnTo>
                    <a:pt x="2788644" y="0"/>
                  </a:lnTo>
                  <a:lnTo>
                    <a:pt x="2788644" y="356797"/>
                  </a:lnTo>
                  <a:close/>
                </a:path>
                <a:path w="3274059" h="356869">
                  <a:moveTo>
                    <a:pt x="404657" y="177365"/>
                  </a:moveTo>
                  <a:lnTo>
                    <a:pt x="605258" y="177365"/>
                  </a:lnTo>
                </a:path>
                <a:path w="3274059" h="356869">
                  <a:moveTo>
                    <a:pt x="1090732" y="105631"/>
                  </a:moveTo>
                  <a:lnTo>
                    <a:pt x="1293829" y="105631"/>
                  </a:lnTo>
                </a:path>
                <a:path w="3274059" h="356869">
                  <a:moveTo>
                    <a:pt x="1090732" y="274159"/>
                  </a:moveTo>
                  <a:lnTo>
                    <a:pt x="1293829" y="274159"/>
                  </a:lnTo>
                </a:path>
                <a:path w="3274059" h="356869">
                  <a:moveTo>
                    <a:pt x="847707" y="38"/>
                  </a:moveTo>
                  <a:lnTo>
                    <a:pt x="1090732" y="38"/>
                  </a:lnTo>
                </a:path>
                <a:path w="3274059" h="356869">
                  <a:moveTo>
                    <a:pt x="1090732" y="38"/>
                  </a:moveTo>
                  <a:lnTo>
                    <a:pt x="1090732" y="356797"/>
                  </a:lnTo>
                </a:path>
                <a:path w="3274059" h="356869">
                  <a:moveTo>
                    <a:pt x="847707" y="356797"/>
                  </a:moveTo>
                  <a:lnTo>
                    <a:pt x="1090732" y="356797"/>
                  </a:lnTo>
                </a:path>
              </a:pathLst>
            </a:custGeom>
            <a:ln w="13765">
              <a:solidFill>
                <a:srgbClr val="000000"/>
              </a:solidFill>
            </a:ln>
          </p:spPr>
          <p:txBody>
            <a:bodyPr wrap="square" lIns="0" tIns="0" rIns="0" bIns="0" rtlCol="0"/>
            <a:lstStyle/>
            <a:p/>
          </p:txBody>
        </p:sp>
        <p:sp>
          <p:nvSpPr>
            <p:cNvPr id="56" name="object 56" descr=""/>
            <p:cNvSpPr/>
            <p:nvPr/>
          </p:nvSpPr>
          <p:spPr>
            <a:xfrm>
              <a:off x="5666544" y="2456755"/>
              <a:ext cx="274955" cy="13970"/>
            </a:xfrm>
            <a:custGeom>
              <a:avLst/>
              <a:gdLst/>
              <a:ahLst/>
              <a:cxnLst/>
              <a:rect l="l" t="t" r="r" b="b"/>
              <a:pathLst>
                <a:path w="274954" h="13969">
                  <a:moveTo>
                    <a:pt x="52789" y="0"/>
                  </a:moveTo>
                  <a:lnTo>
                    <a:pt x="4223" y="0"/>
                  </a:lnTo>
                  <a:lnTo>
                    <a:pt x="2303" y="2295"/>
                  </a:lnTo>
                  <a:lnTo>
                    <a:pt x="0" y="4591"/>
                  </a:lnTo>
                  <a:lnTo>
                    <a:pt x="0" y="9373"/>
                  </a:lnTo>
                  <a:lnTo>
                    <a:pt x="4223" y="13581"/>
                  </a:lnTo>
                  <a:lnTo>
                    <a:pt x="52789" y="13581"/>
                  </a:lnTo>
                  <a:lnTo>
                    <a:pt x="55093" y="11668"/>
                  </a:lnTo>
                  <a:lnTo>
                    <a:pt x="57588" y="9373"/>
                  </a:lnTo>
                  <a:lnTo>
                    <a:pt x="57588" y="4591"/>
                  </a:lnTo>
                  <a:lnTo>
                    <a:pt x="55093" y="2295"/>
                  </a:lnTo>
                  <a:lnTo>
                    <a:pt x="52789" y="0"/>
                  </a:lnTo>
                  <a:close/>
                </a:path>
                <a:path w="274954" h="13969">
                  <a:moveTo>
                    <a:pt x="110762" y="0"/>
                  </a:moveTo>
                  <a:lnTo>
                    <a:pt x="105963" y="0"/>
                  </a:lnTo>
                  <a:lnTo>
                    <a:pt x="101356" y="4591"/>
                  </a:lnTo>
                  <a:lnTo>
                    <a:pt x="101356" y="9373"/>
                  </a:lnTo>
                  <a:lnTo>
                    <a:pt x="103659" y="11668"/>
                  </a:lnTo>
                  <a:lnTo>
                    <a:pt x="105963" y="13581"/>
                  </a:lnTo>
                  <a:lnTo>
                    <a:pt x="110762" y="13581"/>
                  </a:lnTo>
                  <a:lnTo>
                    <a:pt x="113258" y="11668"/>
                  </a:lnTo>
                  <a:lnTo>
                    <a:pt x="115561" y="9373"/>
                  </a:lnTo>
                  <a:lnTo>
                    <a:pt x="115561" y="4591"/>
                  </a:lnTo>
                  <a:lnTo>
                    <a:pt x="113258" y="2295"/>
                  </a:lnTo>
                  <a:lnTo>
                    <a:pt x="110762" y="0"/>
                  </a:lnTo>
                  <a:close/>
                </a:path>
                <a:path w="274954" h="13969">
                  <a:moveTo>
                    <a:pt x="212502" y="0"/>
                  </a:moveTo>
                  <a:lnTo>
                    <a:pt x="164128" y="0"/>
                  </a:lnTo>
                  <a:lnTo>
                    <a:pt x="161632" y="2295"/>
                  </a:lnTo>
                  <a:lnTo>
                    <a:pt x="159329" y="4591"/>
                  </a:lnTo>
                  <a:lnTo>
                    <a:pt x="159329" y="9373"/>
                  </a:lnTo>
                  <a:lnTo>
                    <a:pt x="161632" y="11668"/>
                  </a:lnTo>
                  <a:lnTo>
                    <a:pt x="164128" y="13581"/>
                  </a:lnTo>
                  <a:lnTo>
                    <a:pt x="212502" y="13581"/>
                  </a:lnTo>
                  <a:lnTo>
                    <a:pt x="214998" y="11668"/>
                  </a:lnTo>
                  <a:lnTo>
                    <a:pt x="214998" y="9373"/>
                  </a:lnTo>
                  <a:lnTo>
                    <a:pt x="216917" y="7077"/>
                  </a:lnTo>
                  <a:lnTo>
                    <a:pt x="214998" y="4591"/>
                  </a:lnTo>
                  <a:lnTo>
                    <a:pt x="214998" y="2295"/>
                  </a:lnTo>
                  <a:lnTo>
                    <a:pt x="212502" y="0"/>
                  </a:lnTo>
                  <a:close/>
                </a:path>
                <a:path w="274954" h="13969">
                  <a:moveTo>
                    <a:pt x="270091" y="0"/>
                  </a:moveTo>
                  <a:lnTo>
                    <a:pt x="263373" y="0"/>
                  </a:lnTo>
                  <a:lnTo>
                    <a:pt x="261069" y="2295"/>
                  </a:lnTo>
                  <a:lnTo>
                    <a:pt x="261069" y="4591"/>
                  </a:lnTo>
                  <a:lnTo>
                    <a:pt x="258765" y="7077"/>
                  </a:lnTo>
                  <a:lnTo>
                    <a:pt x="261069" y="9373"/>
                  </a:lnTo>
                  <a:lnTo>
                    <a:pt x="261069" y="11668"/>
                  </a:lnTo>
                  <a:lnTo>
                    <a:pt x="263373" y="13581"/>
                  </a:lnTo>
                  <a:lnTo>
                    <a:pt x="270091" y="13581"/>
                  </a:lnTo>
                  <a:lnTo>
                    <a:pt x="272395" y="11668"/>
                  </a:lnTo>
                  <a:lnTo>
                    <a:pt x="272395" y="9373"/>
                  </a:lnTo>
                  <a:lnTo>
                    <a:pt x="274890" y="7077"/>
                  </a:lnTo>
                  <a:lnTo>
                    <a:pt x="272395" y="4591"/>
                  </a:lnTo>
                  <a:lnTo>
                    <a:pt x="272395" y="2295"/>
                  </a:lnTo>
                  <a:lnTo>
                    <a:pt x="270091" y="0"/>
                  </a:lnTo>
                  <a:close/>
                </a:path>
              </a:pathLst>
            </a:custGeom>
            <a:solidFill>
              <a:srgbClr val="000000"/>
            </a:solidFill>
          </p:spPr>
          <p:txBody>
            <a:bodyPr wrap="square" lIns="0" tIns="0" rIns="0" bIns="0" rtlCol="0"/>
            <a:lstStyle/>
            <a:p/>
          </p:txBody>
        </p:sp>
        <p:sp>
          <p:nvSpPr>
            <p:cNvPr id="57" name="object 57" descr=""/>
            <p:cNvSpPr/>
            <p:nvPr/>
          </p:nvSpPr>
          <p:spPr>
            <a:xfrm>
              <a:off x="5666544" y="2456755"/>
              <a:ext cx="274955" cy="13970"/>
            </a:xfrm>
            <a:custGeom>
              <a:avLst/>
              <a:gdLst/>
              <a:ahLst/>
              <a:cxnLst/>
              <a:rect l="l" t="t" r="r" b="b"/>
              <a:pathLst>
                <a:path w="274954" h="13969">
                  <a:moveTo>
                    <a:pt x="6718" y="0"/>
                  </a:moveTo>
                  <a:lnTo>
                    <a:pt x="50870" y="0"/>
                  </a:lnTo>
                  <a:lnTo>
                    <a:pt x="52789" y="0"/>
                  </a:lnTo>
                  <a:lnTo>
                    <a:pt x="55093" y="2295"/>
                  </a:lnTo>
                  <a:lnTo>
                    <a:pt x="57588" y="4591"/>
                  </a:lnTo>
                  <a:lnTo>
                    <a:pt x="57588" y="7077"/>
                  </a:lnTo>
                  <a:lnTo>
                    <a:pt x="57588" y="9373"/>
                  </a:lnTo>
                  <a:lnTo>
                    <a:pt x="55093" y="11668"/>
                  </a:lnTo>
                  <a:lnTo>
                    <a:pt x="52789" y="13581"/>
                  </a:lnTo>
                  <a:lnTo>
                    <a:pt x="50870" y="13581"/>
                  </a:lnTo>
                  <a:lnTo>
                    <a:pt x="6718" y="13581"/>
                  </a:lnTo>
                  <a:lnTo>
                    <a:pt x="4223" y="13581"/>
                  </a:lnTo>
                  <a:lnTo>
                    <a:pt x="2303" y="11668"/>
                  </a:lnTo>
                  <a:lnTo>
                    <a:pt x="0" y="9373"/>
                  </a:lnTo>
                  <a:lnTo>
                    <a:pt x="0" y="7077"/>
                  </a:lnTo>
                  <a:lnTo>
                    <a:pt x="0" y="4591"/>
                  </a:lnTo>
                  <a:lnTo>
                    <a:pt x="2303" y="2295"/>
                  </a:lnTo>
                  <a:lnTo>
                    <a:pt x="4223" y="0"/>
                  </a:lnTo>
                  <a:lnTo>
                    <a:pt x="6718" y="0"/>
                  </a:lnTo>
                  <a:close/>
                </a:path>
                <a:path w="274954" h="13969">
                  <a:moveTo>
                    <a:pt x="108458" y="0"/>
                  </a:moveTo>
                  <a:lnTo>
                    <a:pt x="110762" y="0"/>
                  </a:lnTo>
                  <a:lnTo>
                    <a:pt x="113258" y="2295"/>
                  </a:lnTo>
                  <a:lnTo>
                    <a:pt x="115561" y="4591"/>
                  </a:lnTo>
                  <a:lnTo>
                    <a:pt x="115561" y="7077"/>
                  </a:lnTo>
                  <a:lnTo>
                    <a:pt x="115561" y="9373"/>
                  </a:lnTo>
                  <a:lnTo>
                    <a:pt x="113258" y="11668"/>
                  </a:lnTo>
                  <a:lnTo>
                    <a:pt x="110762" y="13581"/>
                  </a:lnTo>
                  <a:lnTo>
                    <a:pt x="108459" y="13581"/>
                  </a:lnTo>
                  <a:lnTo>
                    <a:pt x="105963" y="13581"/>
                  </a:lnTo>
                  <a:lnTo>
                    <a:pt x="103659" y="11668"/>
                  </a:lnTo>
                  <a:lnTo>
                    <a:pt x="101356" y="9373"/>
                  </a:lnTo>
                  <a:lnTo>
                    <a:pt x="101356" y="7077"/>
                  </a:lnTo>
                  <a:lnTo>
                    <a:pt x="101356" y="4591"/>
                  </a:lnTo>
                  <a:lnTo>
                    <a:pt x="103659" y="2295"/>
                  </a:lnTo>
                  <a:lnTo>
                    <a:pt x="105963" y="0"/>
                  </a:lnTo>
                  <a:lnTo>
                    <a:pt x="108458" y="0"/>
                  </a:lnTo>
                  <a:close/>
                </a:path>
                <a:path w="274954" h="13969">
                  <a:moveTo>
                    <a:pt x="166431" y="0"/>
                  </a:moveTo>
                  <a:lnTo>
                    <a:pt x="210199" y="0"/>
                  </a:lnTo>
                  <a:lnTo>
                    <a:pt x="212502" y="0"/>
                  </a:lnTo>
                  <a:lnTo>
                    <a:pt x="214998" y="2295"/>
                  </a:lnTo>
                  <a:lnTo>
                    <a:pt x="214998" y="4591"/>
                  </a:lnTo>
                  <a:lnTo>
                    <a:pt x="216917" y="7077"/>
                  </a:lnTo>
                  <a:lnTo>
                    <a:pt x="214998" y="9373"/>
                  </a:lnTo>
                  <a:lnTo>
                    <a:pt x="214998" y="11668"/>
                  </a:lnTo>
                  <a:lnTo>
                    <a:pt x="212502" y="13581"/>
                  </a:lnTo>
                  <a:lnTo>
                    <a:pt x="210199" y="13581"/>
                  </a:lnTo>
                  <a:lnTo>
                    <a:pt x="166431" y="13581"/>
                  </a:lnTo>
                  <a:lnTo>
                    <a:pt x="159329" y="7077"/>
                  </a:lnTo>
                  <a:lnTo>
                    <a:pt x="159329" y="4591"/>
                  </a:lnTo>
                  <a:lnTo>
                    <a:pt x="161632" y="2295"/>
                  </a:lnTo>
                  <a:lnTo>
                    <a:pt x="164128" y="0"/>
                  </a:lnTo>
                  <a:lnTo>
                    <a:pt x="166431" y="0"/>
                  </a:lnTo>
                  <a:close/>
                </a:path>
                <a:path w="274954" h="13969">
                  <a:moveTo>
                    <a:pt x="267788" y="0"/>
                  </a:moveTo>
                  <a:lnTo>
                    <a:pt x="270091" y="0"/>
                  </a:lnTo>
                  <a:lnTo>
                    <a:pt x="272395" y="2295"/>
                  </a:lnTo>
                  <a:lnTo>
                    <a:pt x="272395" y="4591"/>
                  </a:lnTo>
                  <a:lnTo>
                    <a:pt x="274890" y="7077"/>
                  </a:lnTo>
                  <a:lnTo>
                    <a:pt x="272395" y="9373"/>
                  </a:lnTo>
                  <a:lnTo>
                    <a:pt x="272395" y="11668"/>
                  </a:lnTo>
                  <a:lnTo>
                    <a:pt x="270091" y="13581"/>
                  </a:lnTo>
                  <a:lnTo>
                    <a:pt x="267788" y="13581"/>
                  </a:lnTo>
                  <a:lnTo>
                    <a:pt x="263373" y="13581"/>
                  </a:lnTo>
                  <a:lnTo>
                    <a:pt x="261069" y="11668"/>
                  </a:lnTo>
                  <a:lnTo>
                    <a:pt x="261069" y="9373"/>
                  </a:lnTo>
                  <a:lnTo>
                    <a:pt x="258765" y="7077"/>
                  </a:lnTo>
                  <a:lnTo>
                    <a:pt x="261069" y="4591"/>
                  </a:lnTo>
                  <a:lnTo>
                    <a:pt x="261069" y="2295"/>
                  </a:lnTo>
                  <a:lnTo>
                    <a:pt x="263373" y="0"/>
                  </a:lnTo>
                  <a:lnTo>
                    <a:pt x="267788" y="0"/>
                  </a:lnTo>
                  <a:close/>
                </a:path>
              </a:pathLst>
            </a:custGeom>
            <a:ln w="3175">
              <a:solidFill>
                <a:srgbClr val="000000"/>
              </a:solidFill>
            </a:ln>
          </p:spPr>
          <p:txBody>
            <a:bodyPr wrap="square" lIns="0" tIns="0" rIns="0" bIns="0" rtlCol="0"/>
            <a:lstStyle/>
            <a:p/>
          </p:txBody>
        </p:sp>
        <p:sp>
          <p:nvSpPr>
            <p:cNvPr id="58" name="object 58" descr=""/>
            <p:cNvSpPr/>
            <p:nvPr/>
          </p:nvSpPr>
          <p:spPr>
            <a:xfrm>
              <a:off x="5666544" y="2456755"/>
              <a:ext cx="13970" cy="371475"/>
            </a:xfrm>
            <a:custGeom>
              <a:avLst/>
              <a:gdLst/>
              <a:ahLst/>
              <a:cxnLst/>
              <a:rect l="l" t="t" r="r" b="b"/>
              <a:pathLst>
                <a:path w="13970" h="371475">
                  <a:moveTo>
                    <a:pt x="9022" y="0"/>
                  </a:moveTo>
                  <a:lnTo>
                    <a:pt x="4223" y="0"/>
                  </a:lnTo>
                  <a:lnTo>
                    <a:pt x="2303" y="2295"/>
                  </a:lnTo>
                  <a:lnTo>
                    <a:pt x="0" y="4591"/>
                  </a:lnTo>
                  <a:lnTo>
                    <a:pt x="0" y="52796"/>
                  </a:lnTo>
                  <a:lnTo>
                    <a:pt x="2303" y="55092"/>
                  </a:lnTo>
                  <a:lnTo>
                    <a:pt x="4223" y="57578"/>
                  </a:lnTo>
                  <a:lnTo>
                    <a:pt x="9022" y="57578"/>
                  </a:lnTo>
                  <a:lnTo>
                    <a:pt x="11325" y="55092"/>
                  </a:lnTo>
                  <a:lnTo>
                    <a:pt x="13821" y="52796"/>
                  </a:lnTo>
                  <a:lnTo>
                    <a:pt x="13821" y="4591"/>
                  </a:lnTo>
                  <a:lnTo>
                    <a:pt x="11325" y="2295"/>
                  </a:lnTo>
                  <a:lnTo>
                    <a:pt x="9022" y="0"/>
                  </a:lnTo>
                  <a:close/>
                </a:path>
                <a:path w="13970" h="371475">
                  <a:moveTo>
                    <a:pt x="11325" y="101384"/>
                  </a:moveTo>
                  <a:lnTo>
                    <a:pt x="2303" y="101384"/>
                  </a:lnTo>
                  <a:lnTo>
                    <a:pt x="0" y="103680"/>
                  </a:lnTo>
                  <a:lnTo>
                    <a:pt x="0" y="110375"/>
                  </a:lnTo>
                  <a:lnTo>
                    <a:pt x="2303" y="112671"/>
                  </a:lnTo>
                  <a:lnTo>
                    <a:pt x="4223" y="115157"/>
                  </a:lnTo>
                  <a:lnTo>
                    <a:pt x="9022" y="115157"/>
                  </a:lnTo>
                  <a:lnTo>
                    <a:pt x="11325" y="112671"/>
                  </a:lnTo>
                  <a:lnTo>
                    <a:pt x="13821" y="110375"/>
                  </a:lnTo>
                  <a:lnTo>
                    <a:pt x="13821" y="103680"/>
                  </a:lnTo>
                  <a:lnTo>
                    <a:pt x="11325" y="101384"/>
                  </a:lnTo>
                  <a:close/>
                </a:path>
                <a:path w="13970" h="371475">
                  <a:moveTo>
                    <a:pt x="9022" y="214247"/>
                  </a:moveTo>
                  <a:lnTo>
                    <a:pt x="4223" y="214247"/>
                  </a:lnTo>
                  <a:lnTo>
                    <a:pt x="6718" y="216542"/>
                  </a:lnTo>
                  <a:lnTo>
                    <a:pt x="9022" y="214247"/>
                  </a:lnTo>
                  <a:close/>
                </a:path>
                <a:path w="13970" h="371475">
                  <a:moveTo>
                    <a:pt x="11325" y="158963"/>
                  </a:moveTo>
                  <a:lnTo>
                    <a:pt x="2303" y="158963"/>
                  </a:lnTo>
                  <a:lnTo>
                    <a:pt x="0" y="161259"/>
                  </a:lnTo>
                  <a:lnTo>
                    <a:pt x="0" y="211760"/>
                  </a:lnTo>
                  <a:lnTo>
                    <a:pt x="2303" y="214247"/>
                  </a:lnTo>
                  <a:lnTo>
                    <a:pt x="11325" y="214247"/>
                  </a:lnTo>
                  <a:lnTo>
                    <a:pt x="13821" y="211760"/>
                  </a:lnTo>
                  <a:lnTo>
                    <a:pt x="13821" y="161259"/>
                  </a:lnTo>
                  <a:lnTo>
                    <a:pt x="11325" y="158963"/>
                  </a:lnTo>
                  <a:close/>
                </a:path>
                <a:path w="13970" h="371475">
                  <a:moveTo>
                    <a:pt x="9022" y="271825"/>
                  </a:moveTo>
                  <a:lnTo>
                    <a:pt x="4223" y="271825"/>
                  </a:lnTo>
                  <a:lnTo>
                    <a:pt x="6718" y="274121"/>
                  </a:lnTo>
                  <a:lnTo>
                    <a:pt x="9022" y="271825"/>
                  </a:lnTo>
                  <a:close/>
                </a:path>
                <a:path w="13970" h="371475">
                  <a:moveTo>
                    <a:pt x="11325" y="260348"/>
                  </a:moveTo>
                  <a:lnTo>
                    <a:pt x="2303" y="260348"/>
                  </a:lnTo>
                  <a:lnTo>
                    <a:pt x="0" y="262261"/>
                  </a:lnTo>
                  <a:lnTo>
                    <a:pt x="0" y="269339"/>
                  </a:lnTo>
                  <a:lnTo>
                    <a:pt x="2303" y="271825"/>
                  </a:lnTo>
                  <a:lnTo>
                    <a:pt x="11325" y="271825"/>
                  </a:lnTo>
                  <a:lnTo>
                    <a:pt x="13821" y="269339"/>
                  </a:lnTo>
                  <a:lnTo>
                    <a:pt x="13821" y="262261"/>
                  </a:lnTo>
                  <a:lnTo>
                    <a:pt x="11325" y="260348"/>
                  </a:lnTo>
                  <a:close/>
                </a:path>
                <a:path w="13970" h="371475">
                  <a:moveTo>
                    <a:pt x="6718" y="258052"/>
                  </a:moveTo>
                  <a:lnTo>
                    <a:pt x="4223" y="260348"/>
                  </a:lnTo>
                  <a:lnTo>
                    <a:pt x="9022" y="260348"/>
                  </a:lnTo>
                  <a:lnTo>
                    <a:pt x="6718" y="258052"/>
                  </a:lnTo>
                  <a:close/>
                </a:path>
                <a:path w="13970" h="371475">
                  <a:moveTo>
                    <a:pt x="11325" y="317927"/>
                  </a:moveTo>
                  <a:lnTo>
                    <a:pt x="2303" y="317927"/>
                  </a:lnTo>
                  <a:lnTo>
                    <a:pt x="0" y="320414"/>
                  </a:lnTo>
                  <a:lnTo>
                    <a:pt x="0" y="366132"/>
                  </a:lnTo>
                  <a:lnTo>
                    <a:pt x="2303" y="368428"/>
                  </a:lnTo>
                  <a:lnTo>
                    <a:pt x="4223" y="370915"/>
                  </a:lnTo>
                  <a:lnTo>
                    <a:pt x="9022" y="370915"/>
                  </a:lnTo>
                  <a:lnTo>
                    <a:pt x="11325" y="368428"/>
                  </a:lnTo>
                  <a:lnTo>
                    <a:pt x="13821" y="366132"/>
                  </a:lnTo>
                  <a:lnTo>
                    <a:pt x="13821" y="320414"/>
                  </a:lnTo>
                  <a:lnTo>
                    <a:pt x="11325" y="317927"/>
                  </a:lnTo>
                  <a:close/>
                </a:path>
                <a:path w="13970" h="371475">
                  <a:moveTo>
                    <a:pt x="6718" y="315631"/>
                  </a:moveTo>
                  <a:lnTo>
                    <a:pt x="4223" y="317927"/>
                  </a:lnTo>
                  <a:lnTo>
                    <a:pt x="9022" y="317927"/>
                  </a:lnTo>
                  <a:lnTo>
                    <a:pt x="6718" y="315631"/>
                  </a:lnTo>
                  <a:close/>
                </a:path>
              </a:pathLst>
            </a:custGeom>
            <a:solidFill>
              <a:srgbClr val="000000"/>
            </a:solidFill>
          </p:spPr>
          <p:txBody>
            <a:bodyPr wrap="square" lIns="0" tIns="0" rIns="0" bIns="0" rtlCol="0"/>
            <a:lstStyle/>
            <a:p/>
          </p:txBody>
        </p:sp>
        <p:sp>
          <p:nvSpPr>
            <p:cNvPr id="59" name="object 59" descr=""/>
            <p:cNvSpPr/>
            <p:nvPr/>
          </p:nvSpPr>
          <p:spPr>
            <a:xfrm>
              <a:off x="5666544" y="2456755"/>
              <a:ext cx="13970" cy="371475"/>
            </a:xfrm>
            <a:custGeom>
              <a:avLst/>
              <a:gdLst/>
              <a:ahLst/>
              <a:cxnLst/>
              <a:rect l="l" t="t" r="r" b="b"/>
              <a:pathLst>
                <a:path w="13970" h="371475">
                  <a:moveTo>
                    <a:pt x="13821" y="7077"/>
                  </a:moveTo>
                  <a:lnTo>
                    <a:pt x="13821" y="50501"/>
                  </a:lnTo>
                  <a:lnTo>
                    <a:pt x="13821" y="52796"/>
                  </a:lnTo>
                  <a:lnTo>
                    <a:pt x="11325" y="55092"/>
                  </a:lnTo>
                  <a:lnTo>
                    <a:pt x="9022" y="57578"/>
                  </a:lnTo>
                  <a:lnTo>
                    <a:pt x="6718" y="57578"/>
                  </a:lnTo>
                  <a:lnTo>
                    <a:pt x="4223" y="57578"/>
                  </a:lnTo>
                  <a:lnTo>
                    <a:pt x="2303" y="55092"/>
                  </a:lnTo>
                  <a:lnTo>
                    <a:pt x="0" y="52796"/>
                  </a:lnTo>
                  <a:lnTo>
                    <a:pt x="0" y="50501"/>
                  </a:lnTo>
                  <a:lnTo>
                    <a:pt x="0" y="7077"/>
                  </a:lnTo>
                  <a:lnTo>
                    <a:pt x="0" y="4591"/>
                  </a:lnTo>
                  <a:lnTo>
                    <a:pt x="2303" y="2295"/>
                  </a:lnTo>
                  <a:lnTo>
                    <a:pt x="4223" y="0"/>
                  </a:lnTo>
                  <a:lnTo>
                    <a:pt x="6718" y="0"/>
                  </a:lnTo>
                  <a:lnTo>
                    <a:pt x="9022" y="0"/>
                  </a:lnTo>
                  <a:lnTo>
                    <a:pt x="11325" y="2295"/>
                  </a:lnTo>
                  <a:lnTo>
                    <a:pt x="13821" y="4591"/>
                  </a:lnTo>
                  <a:lnTo>
                    <a:pt x="13821" y="7077"/>
                  </a:lnTo>
                  <a:close/>
                </a:path>
                <a:path w="13970" h="371475">
                  <a:moveTo>
                    <a:pt x="13821" y="108080"/>
                  </a:moveTo>
                  <a:lnTo>
                    <a:pt x="13821" y="110375"/>
                  </a:lnTo>
                  <a:lnTo>
                    <a:pt x="11325" y="112671"/>
                  </a:lnTo>
                  <a:lnTo>
                    <a:pt x="9022" y="115157"/>
                  </a:lnTo>
                  <a:lnTo>
                    <a:pt x="6718" y="115157"/>
                  </a:lnTo>
                  <a:lnTo>
                    <a:pt x="4223" y="115157"/>
                  </a:lnTo>
                  <a:lnTo>
                    <a:pt x="2303" y="112671"/>
                  </a:lnTo>
                  <a:lnTo>
                    <a:pt x="0" y="110375"/>
                  </a:lnTo>
                  <a:lnTo>
                    <a:pt x="0" y="108080"/>
                  </a:lnTo>
                  <a:lnTo>
                    <a:pt x="0" y="103680"/>
                  </a:lnTo>
                  <a:lnTo>
                    <a:pt x="2303" y="101384"/>
                  </a:lnTo>
                  <a:lnTo>
                    <a:pt x="4223" y="101384"/>
                  </a:lnTo>
                  <a:lnTo>
                    <a:pt x="6718" y="101384"/>
                  </a:lnTo>
                  <a:lnTo>
                    <a:pt x="9022" y="101384"/>
                  </a:lnTo>
                  <a:lnTo>
                    <a:pt x="11325" y="101384"/>
                  </a:lnTo>
                  <a:lnTo>
                    <a:pt x="13821" y="103680"/>
                  </a:lnTo>
                  <a:lnTo>
                    <a:pt x="13821" y="108080"/>
                  </a:lnTo>
                  <a:close/>
                </a:path>
                <a:path w="13970" h="371475">
                  <a:moveTo>
                    <a:pt x="13821" y="166041"/>
                  </a:moveTo>
                  <a:lnTo>
                    <a:pt x="13821" y="207169"/>
                  </a:lnTo>
                  <a:lnTo>
                    <a:pt x="13821" y="211760"/>
                  </a:lnTo>
                  <a:lnTo>
                    <a:pt x="11325" y="214247"/>
                  </a:lnTo>
                  <a:lnTo>
                    <a:pt x="9022" y="214247"/>
                  </a:lnTo>
                  <a:lnTo>
                    <a:pt x="6718" y="216542"/>
                  </a:lnTo>
                  <a:lnTo>
                    <a:pt x="4223" y="214247"/>
                  </a:lnTo>
                  <a:lnTo>
                    <a:pt x="2303" y="214247"/>
                  </a:lnTo>
                  <a:lnTo>
                    <a:pt x="0" y="211760"/>
                  </a:lnTo>
                  <a:lnTo>
                    <a:pt x="0" y="207169"/>
                  </a:lnTo>
                  <a:lnTo>
                    <a:pt x="0" y="166041"/>
                  </a:lnTo>
                  <a:lnTo>
                    <a:pt x="0" y="161259"/>
                  </a:lnTo>
                  <a:lnTo>
                    <a:pt x="2303" y="158963"/>
                  </a:lnTo>
                  <a:lnTo>
                    <a:pt x="4223" y="158963"/>
                  </a:lnTo>
                  <a:lnTo>
                    <a:pt x="6718" y="158963"/>
                  </a:lnTo>
                  <a:lnTo>
                    <a:pt x="9022" y="158963"/>
                  </a:lnTo>
                  <a:lnTo>
                    <a:pt x="11325" y="158963"/>
                  </a:lnTo>
                  <a:lnTo>
                    <a:pt x="13821" y="161259"/>
                  </a:lnTo>
                  <a:lnTo>
                    <a:pt x="13821" y="166041"/>
                  </a:lnTo>
                  <a:close/>
                </a:path>
                <a:path w="13970" h="371475">
                  <a:moveTo>
                    <a:pt x="13821" y="264748"/>
                  </a:moveTo>
                  <a:lnTo>
                    <a:pt x="13821" y="269339"/>
                  </a:lnTo>
                  <a:lnTo>
                    <a:pt x="11325" y="271825"/>
                  </a:lnTo>
                  <a:lnTo>
                    <a:pt x="9022" y="271825"/>
                  </a:lnTo>
                  <a:lnTo>
                    <a:pt x="6718" y="274121"/>
                  </a:lnTo>
                  <a:lnTo>
                    <a:pt x="4223" y="271825"/>
                  </a:lnTo>
                  <a:lnTo>
                    <a:pt x="2303" y="271825"/>
                  </a:lnTo>
                  <a:lnTo>
                    <a:pt x="0" y="269339"/>
                  </a:lnTo>
                  <a:lnTo>
                    <a:pt x="0" y="264748"/>
                  </a:lnTo>
                  <a:lnTo>
                    <a:pt x="0" y="262261"/>
                  </a:lnTo>
                  <a:lnTo>
                    <a:pt x="2303" y="260348"/>
                  </a:lnTo>
                  <a:lnTo>
                    <a:pt x="4223" y="260348"/>
                  </a:lnTo>
                  <a:lnTo>
                    <a:pt x="6718" y="258052"/>
                  </a:lnTo>
                  <a:lnTo>
                    <a:pt x="9022" y="260348"/>
                  </a:lnTo>
                  <a:lnTo>
                    <a:pt x="11325" y="260348"/>
                  </a:lnTo>
                  <a:lnTo>
                    <a:pt x="13821" y="262261"/>
                  </a:lnTo>
                  <a:lnTo>
                    <a:pt x="13821" y="264748"/>
                  </a:lnTo>
                  <a:close/>
                </a:path>
                <a:path w="13970" h="371475">
                  <a:moveTo>
                    <a:pt x="13821" y="322327"/>
                  </a:moveTo>
                  <a:lnTo>
                    <a:pt x="13821" y="363837"/>
                  </a:lnTo>
                  <a:lnTo>
                    <a:pt x="13821" y="366132"/>
                  </a:lnTo>
                  <a:lnTo>
                    <a:pt x="11325" y="368428"/>
                  </a:lnTo>
                  <a:lnTo>
                    <a:pt x="9022" y="370915"/>
                  </a:lnTo>
                  <a:lnTo>
                    <a:pt x="6718" y="370915"/>
                  </a:lnTo>
                  <a:lnTo>
                    <a:pt x="4223" y="370915"/>
                  </a:lnTo>
                  <a:lnTo>
                    <a:pt x="2303" y="368428"/>
                  </a:lnTo>
                  <a:lnTo>
                    <a:pt x="0" y="366132"/>
                  </a:lnTo>
                  <a:lnTo>
                    <a:pt x="0" y="363837"/>
                  </a:lnTo>
                  <a:lnTo>
                    <a:pt x="0" y="322327"/>
                  </a:lnTo>
                  <a:lnTo>
                    <a:pt x="0" y="320414"/>
                  </a:lnTo>
                  <a:lnTo>
                    <a:pt x="2303" y="317927"/>
                  </a:lnTo>
                  <a:lnTo>
                    <a:pt x="4223" y="317927"/>
                  </a:lnTo>
                  <a:lnTo>
                    <a:pt x="6718" y="315631"/>
                  </a:lnTo>
                  <a:lnTo>
                    <a:pt x="9022" y="317927"/>
                  </a:lnTo>
                  <a:lnTo>
                    <a:pt x="11325" y="317927"/>
                  </a:lnTo>
                  <a:lnTo>
                    <a:pt x="13821" y="320414"/>
                  </a:lnTo>
                  <a:lnTo>
                    <a:pt x="13821" y="322327"/>
                  </a:lnTo>
                  <a:close/>
                </a:path>
              </a:pathLst>
            </a:custGeom>
            <a:ln w="3175">
              <a:solidFill>
                <a:srgbClr val="000000"/>
              </a:solidFill>
            </a:ln>
          </p:spPr>
          <p:txBody>
            <a:bodyPr wrap="square" lIns="0" tIns="0" rIns="0" bIns="0" rtlCol="0"/>
            <a:lstStyle/>
            <a:p/>
          </p:txBody>
        </p:sp>
        <p:sp>
          <p:nvSpPr>
            <p:cNvPr id="60" name="object 60" descr=""/>
            <p:cNvSpPr/>
            <p:nvPr/>
          </p:nvSpPr>
          <p:spPr>
            <a:xfrm>
              <a:off x="5666544" y="2813898"/>
              <a:ext cx="274955" cy="13970"/>
            </a:xfrm>
            <a:custGeom>
              <a:avLst/>
              <a:gdLst/>
              <a:ahLst/>
              <a:cxnLst/>
              <a:rect l="l" t="t" r="r" b="b"/>
              <a:pathLst>
                <a:path w="274954" h="13969">
                  <a:moveTo>
                    <a:pt x="52789" y="0"/>
                  </a:moveTo>
                  <a:lnTo>
                    <a:pt x="4223" y="0"/>
                  </a:lnTo>
                  <a:lnTo>
                    <a:pt x="0" y="4208"/>
                  </a:lnTo>
                  <a:lnTo>
                    <a:pt x="0" y="8990"/>
                  </a:lnTo>
                  <a:lnTo>
                    <a:pt x="2303" y="11286"/>
                  </a:lnTo>
                  <a:lnTo>
                    <a:pt x="4223" y="13773"/>
                  </a:lnTo>
                  <a:lnTo>
                    <a:pt x="52789" y="13773"/>
                  </a:lnTo>
                  <a:lnTo>
                    <a:pt x="55093" y="11286"/>
                  </a:lnTo>
                  <a:lnTo>
                    <a:pt x="57588" y="8990"/>
                  </a:lnTo>
                  <a:lnTo>
                    <a:pt x="57588" y="4208"/>
                  </a:lnTo>
                  <a:lnTo>
                    <a:pt x="55093" y="1912"/>
                  </a:lnTo>
                  <a:lnTo>
                    <a:pt x="52789" y="0"/>
                  </a:lnTo>
                  <a:close/>
                </a:path>
                <a:path w="274954" h="13969">
                  <a:moveTo>
                    <a:pt x="110762" y="0"/>
                  </a:moveTo>
                  <a:lnTo>
                    <a:pt x="105963" y="0"/>
                  </a:lnTo>
                  <a:lnTo>
                    <a:pt x="103659" y="1912"/>
                  </a:lnTo>
                  <a:lnTo>
                    <a:pt x="101356" y="4208"/>
                  </a:lnTo>
                  <a:lnTo>
                    <a:pt x="101356" y="8990"/>
                  </a:lnTo>
                  <a:lnTo>
                    <a:pt x="103659" y="11286"/>
                  </a:lnTo>
                  <a:lnTo>
                    <a:pt x="105963" y="13773"/>
                  </a:lnTo>
                  <a:lnTo>
                    <a:pt x="110762" y="13773"/>
                  </a:lnTo>
                  <a:lnTo>
                    <a:pt x="115561" y="8990"/>
                  </a:lnTo>
                  <a:lnTo>
                    <a:pt x="115561" y="4208"/>
                  </a:lnTo>
                  <a:lnTo>
                    <a:pt x="113258" y="1912"/>
                  </a:lnTo>
                  <a:lnTo>
                    <a:pt x="110762" y="0"/>
                  </a:lnTo>
                  <a:close/>
                </a:path>
                <a:path w="274954" h="13969">
                  <a:moveTo>
                    <a:pt x="212502" y="0"/>
                  </a:moveTo>
                  <a:lnTo>
                    <a:pt x="164128" y="0"/>
                  </a:lnTo>
                  <a:lnTo>
                    <a:pt x="161632" y="1912"/>
                  </a:lnTo>
                  <a:lnTo>
                    <a:pt x="159329" y="4208"/>
                  </a:lnTo>
                  <a:lnTo>
                    <a:pt x="159329" y="8990"/>
                  </a:lnTo>
                  <a:lnTo>
                    <a:pt x="164128" y="13773"/>
                  </a:lnTo>
                  <a:lnTo>
                    <a:pt x="212502" y="13773"/>
                  </a:lnTo>
                  <a:lnTo>
                    <a:pt x="214998" y="11286"/>
                  </a:lnTo>
                  <a:lnTo>
                    <a:pt x="214998" y="8990"/>
                  </a:lnTo>
                  <a:lnTo>
                    <a:pt x="216917" y="6695"/>
                  </a:lnTo>
                  <a:lnTo>
                    <a:pt x="214998" y="4208"/>
                  </a:lnTo>
                  <a:lnTo>
                    <a:pt x="214998" y="1912"/>
                  </a:lnTo>
                  <a:lnTo>
                    <a:pt x="212502" y="0"/>
                  </a:lnTo>
                  <a:close/>
                </a:path>
                <a:path w="274954" h="13969">
                  <a:moveTo>
                    <a:pt x="270091" y="0"/>
                  </a:moveTo>
                  <a:lnTo>
                    <a:pt x="263373" y="0"/>
                  </a:lnTo>
                  <a:lnTo>
                    <a:pt x="261069" y="1912"/>
                  </a:lnTo>
                  <a:lnTo>
                    <a:pt x="261069" y="4208"/>
                  </a:lnTo>
                  <a:lnTo>
                    <a:pt x="258765" y="6695"/>
                  </a:lnTo>
                  <a:lnTo>
                    <a:pt x="261069" y="8990"/>
                  </a:lnTo>
                  <a:lnTo>
                    <a:pt x="261069" y="11286"/>
                  </a:lnTo>
                  <a:lnTo>
                    <a:pt x="263373" y="13773"/>
                  </a:lnTo>
                  <a:lnTo>
                    <a:pt x="270091" y="13773"/>
                  </a:lnTo>
                  <a:lnTo>
                    <a:pt x="272395" y="11286"/>
                  </a:lnTo>
                  <a:lnTo>
                    <a:pt x="272395" y="8990"/>
                  </a:lnTo>
                  <a:lnTo>
                    <a:pt x="274890" y="6695"/>
                  </a:lnTo>
                  <a:lnTo>
                    <a:pt x="272395" y="4208"/>
                  </a:lnTo>
                  <a:lnTo>
                    <a:pt x="272395" y="1912"/>
                  </a:lnTo>
                  <a:lnTo>
                    <a:pt x="270091" y="0"/>
                  </a:lnTo>
                  <a:close/>
                </a:path>
              </a:pathLst>
            </a:custGeom>
            <a:solidFill>
              <a:srgbClr val="000000"/>
            </a:solidFill>
          </p:spPr>
          <p:txBody>
            <a:bodyPr wrap="square" lIns="0" tIns="0" rIns="0" bIns="0" rtlCol="0"/>
            <a:lstStyle/>
            <a:p/>
          </p:txBody>
        </p:sp>
        <p:sp>
          <p:nvSpPr>
            <p:cNvPr id="61" name="object 61" descr=""/>
            <p:cNvSpPr/>
            <p:nvPr/>
          </p:nvSpPr>
          <p:spPr>
            <a:xfrm>
              <a:off x="5666544" y="2813898"/>
              <a:ext cx="274955" cy="13970"/>
            </a:xfrm>
            <a:custGeom>
              <a:avLst/>
              <a:gdLst/>
              <a:ahLst/>
              <a:cxnLst/>
              <a:rect l="l" t="t" r="r" b="b"/>
              <a:pathLst>
                <a:path w="274954" h="13969">
                  <a:moveTo>
                    <a:pt x="6718" y="0"/>
                  </a:moveTo>
                  <a:lnTo>
                    <a:pt x="50870" y="0"/>
                  </a:lnTo>
                  <a:lnTo>
                    <a:pt x="52789" y="0"/>
                  </a:lnTo>
                  <a:lnTo>
                    <a:pt x="55093" y="1912"/>
                  </a:lnTo>
                  <a:lnTo>
                    <a:pt x="57588" y="4208"/>
                  </a:lnTo>
                  <a:lnTo>
                    <a:pt x="57588" y="6695"/>
                  </a:lnTo>
                  <a:lnTo>
                    <a:pt x="57588" y="8990"/>
                  </a:lnTo>
                  <a:lnTo>
                    <a:pt x="55093" y="11286"/>
                  </a:lnTo>
                  <a:lnTo>
                    <a:pt x="52789" y="13773"/>
                  </a:lnTo>
                  <a:lnTo>
                    <a:pt x="50870" y="13773"/>
                  </a:lnTo>
                  <a:lnTo>
                    <a:pt x="6718" y="13773"/>
                  </a:lnTo>
                  <a:lnTo>
                    <a:pt x="4223" y="13773"/>
                  </a:lnTo>
                  <a:lnTo>
                    <a:pt x="2303" y="11286"/>
                  </a:lnTo>
                  <a:lnTo>
                    <a:pt x="0" y="8990"/>
                  </a:lnTo>
                  <a:lnTo>
                    <a:pt x="0" y="6695"/>
                  </a:lnTo>
                  <a:lnTo>
                    <a:pt x="0" y="4208"/>
                  </a:lnTo>
                  <a:lnTo>
                    <a:pt x="2303" y="1912"/>
                  </a:lnTo>
                  <a:lnTo>
                    <a:pt x="4223" y="0"/>
                  </a:lnTo>
                  <a:lnTo>
                    <a:pt x="6718" y="0"/>
                  </a:lnTo>
                  <a:close/>
                </a:path>
                <a:path w="274954" h="13969">
                  <a:moveTo>
                    <a:pt x="108458" y="0"/>
                  </a:moveTo>
                  <a:lnTo>
                    <a:pt x="110762" y="0"/>
                  </a:lnTo>
                  <a:lnTo>
                    <a:pt x="113258" y="1912"/>
                  </a:lnTo>
                  <a:lnTo>
                    <a:pt x="115561" y="4208"/>
                  </a:lnTo>
                  <a:lnTo>
                    <a:pt x="115561" y="6695"/>
                  </a:lnTo>
                  <a:lnTo>
                    <a:pt x="115561" y="8990"/>
                  </a:lnTo>
                  <a:lnTo>
                    <a:pt x="113258" y="11286"/>
                  </a:lnTo>
                  <a:lnTo>
                    <a:pt x="110762" y="13773"/>
                  </a:lnTo>
                  <a:lnTo>
                    <a:pt x="108459" y="13773"/>
                  </a:lnTo>
                  <a:lnTo>
                    <a:pt x="105963" y="13773"/>
                  </a:lnTo>
                  <a:lnTo>
                    <a:pt x="103659" y="11286"/>
                  </a:lnTo>
                  <a:lnTo>
                    <a:pt x="101356" y="8990"/>
                  </a:lnTo>
                  <a:lnTo>
                    <a:pt x="101356" y="6695"/>
                  </a:lnTo>
                  <a:lnTo>
                    <a:pt x="101356" y="4208"/>
                  </a:lnTo>
                  <a:lnTo>
                    <a:pt x="103659" y="1912"/>
                  </a:lnTo>
                  <a:lnTo>
                    <a:pt x="105963" y="0"/>
                  </a:lnTo>
                  <a:lnTo>
                    <a:pt x="108458" y="0"/>
                  </a:lnTo>
                  <a:close/>
                </a:path>
                <a:path w="274954" h="13969">
                  <a:moveTo>
                    <a:pt x="166431" y="0"/>
                  </a:moveTo>
                  <a:lnTo>
                    <a:pt x="210199" y="0"/>
                  </a:lnTo>
                  <a:lnTo>
                    <a:pt x="212502" y="0"/>
                  </a:lnTo>
                  <a:lnTo>
                    <a:pt x="214998" y="1912"/>
                  </a:lnTo>
                  <a:lnTo>
                    <a:pt x="214998" y="4208"/>
                  </a:lnTo>
                  <a:lnTo>
                    <a:pt x="216917" y="6695"/>
                  </a:lnTo>
                  <a:lnTo>
                    <a:pt x="214998" y="8990"/>
                  </a:lnTo>
                  <a:lnTo>
                    <a:pt x="214998" y="11286"/>
                  </a:lnTo>
                  <a:lnTo>
                    <a:pt x="212502" y="13773"/>
                  </a:lnTo>
                  <a:lnTo>
                    <a:pt x="210199" y="13773"/>
                  </a:lnTo>
                  <a:lnTo>
                    <a:pt x="166431" y="13773"/>
                  </a:lnTo>
                  <a:lnTo>
                    <a:pt x="164128" y="13773"/>
                  </a:lnTo>
                  <a:lnTo>
                    <a:pt x="161632" y="11286"/>
                  </a:lnTo>
                  <a:lnTo>
                    <a:pt x="159329" y="8990"/>
                  </a:lnTo>
                  <a:lnTo>
                    <a:pt x="159329" y="6695"/>
                  </a:lnTo>
                  <a:lnTo>
                    <a:pt x="159329" y="4208"/>
                  </a:lnTo>
                  <a:lnTo>
                    <a:pt x="161632" y="1912"/>
                  </a:lnTo>
                  <a:lnTo>
                    <a:pt x="164128" y="0"/>
                  </a:lnTo>
                  <a:lnTo>
                    <a:pt x="166431" y="0"/>
                  </a:lnTo>
                  <a:close/>
                </a:path>
                <a:path w="274954" h="13969">
                  <a:moveTo>
                    <a:pt x="267788" y="0"/>
                  </a:moveTo>
                  <a:lnTo>
                    <a:pt x="270091" y="0"/>
                  </a:lnTo>
                  <a:lnTo>
                    <a:pt x="272395" y="1912"/>
                  </a:lnTo>
                  <a:lnTo>
                    <a:pt x="272395" y="4208"/>
                  </a:lnTo>
                  <a:lnTo>
                    <a:pt x="274890" y="6695"/>
                  </a:lnTo>
                  <a:lnTo>
                    <a:pt x="272395" y="8990"/>
                  </a:lnTo>
                  <a:lnTo>
                    <a:pt x="272395" y="11286"/>
                  </a:lnTo>
                  <a:lnTo>
                    <a:pt x="270091" y="13773"/>
                  </a:lnTo>
                  <a:lnTo>
                    <a:pt x="267788" y="13773"/>
                  </a:lnTo>
                  <a:lnTo>
                    <a:pt x="263373" y="13773"/>
                  </a:lnTo>
                  <a:lnTo>
                    <a:pt x="261069" y="11286"/>
                  </a:lnTo>
                  <a:lnTo>
                    <a:pt x="261069" y="8990"/>
                  </a:lnTo>
                  <a:lnTo>
                    <a:pt x="258765" y="6695"/>
                  </a:lnTo>
                  <a:lnTo>
                    <a:pt x="261069" y="4208"/>
                  </a:lnTo>
                  <a:lnTo>
                    <a:pt x="261069" y="1912"/>
                  </a:lnTo>
                  <a:lnTo>
                    <a:pt x="263373" y="0"/>
                  </a:lnTo>
                  <a:lnTo>
                    <a:pt x="267788" y="0"/>
                  </a:lnTo>
                  <a:close/>
                </a:path>
              </a:pathLst>
            </a:custGeom>
            <a:ln w="3175">
              <a:solidFill>
                <a:srgbClr val="000000"/>
              </a:solidFill>
            </a:ln>
          </p:spPr>
          <p:txBody>
            <a:bodyPr wrap="square" lIns="0" tIns="0" rIns="0" bIns="0" rtlCol="0"/>
            <a:lstStyle/>
            <a:p/>
          </p:txBody>
        </p:sp>
        <p:sp>
          <p:nvSpPr>
            <p:cNvPr id="62" name="object 62" descr=""/>
            <p:cNvSpPr/>
            <p:nvPr/>
          </p:nvSpPr>
          <p:spPr>
            <a:xfrm>
              <a:off x="7167694" y="2638292"/>
              <a:ext cx="282575" cy="0"/>
            </a:xfrm>
            <a:custGeom>
              <a:avLst/>
              <a:gdLst/>
              <a:ahLst/>
              <a:cxnLst/>
              <a:rect l="l" t="t" r="r" b="b"/>
              <a:pathLst>
                <a:path w="282575" h="0">
                  <a:moveTo>
                    <a:pt x="0" y="0"/>
                  </a:moveTo>
                  <a:lnTo>
                    <a:pt x="281993" y="0"/>
                  </a:lnTo>
                </a:path>
              </a:pathLst>
            </a:custGeom>
            <a:ln w="13741">
              <a:solidFill>
                <a:srgbClr val="000000"/>
              </a:solidFill>
            </a:ln>
          </p:spPr>
          <p:txBody>
            <a:bodyPr wrap="square" lIns="0" tIns="0" rIns="0" bIns="0" rtlCol="0"/>
            <a:lstStyle/>
            <a:p/>
          </p:txBody>
        </p:sp>
        <p:pic>
          <p:nvPicPr>
            <p:cNvPr id="63" name="object 63" descr=""/>
            <p:cNvPicPr/>
            <p:nvPr/>
          </p:nvPicPr>
          <p:blipFill>
            <a:blip r:embed="rId4" cstate="print"/>
            <a:stretch>
              <a:fillRect/>
            </a:stretch>
          </p:blipFill>
          <p:spPr>
            <a:xfrm>
              <a:off x="7449687" y="2281111"/>
              <a:ext cx="203039" cy="774005"/>
            </a:xfrm>
            <a:prstGeom prst="rect">
              <a:avLst/>
            </a:prstGeom>
          </p:spPr>
        </p:pic>
        <p:sp>
          <p:nvSpPr>
            <p:cNvPr id="64" name="object 64" descr=""/>
            <p:cNvSpPr/>
            <p:nvPr/>
          </p:nvSpPr>
          <p:spPr>
            <a:xfrm>
              <a:off x="7449687" y="2281111"/>
              <a:ext cx="1739900" cy="774065"/>
            </a:xfrm>
            <a:custGeom>
              <a:avLst/>
              <a:gdLst/>
              <a:ahLst/>
              <a:cxnLst/>
              <a:rect l="l" t="t" r="r" b="b"/>
              <a:pathLst>
                <a:path w="1739900" h="774064">
                  <a:moveTo>
                    <a:pt x="0" y="774005"/>
                  </a:moveTo>
                  <a:lnTo>
                    <a:pt x="203039" y="774005"/>
                  </a:lnTo>
                  <a:lnTo>
                    <a:pt x="203039" y="0"/>
                  </a:lnTo>
                  <a:lnTo>
                    <a:pt x="0" y="0"/>
                  </a:lnTo>
                  <a:lnTo>
                    <a:pt x="0" y="774005"/>
                  </a:lnTo>
                  <a:close/>
                </a:path>
                <a:path w="1739900" h="774064">
                  <a:moveTo>
                    <a:pt x="203096" y="357180"/>
                  </a:moveTo>
                  <a:lnTo>
                    <a:pt x="404081" y="357180"/>
                  </a:lnTo>
                </a:path>
                <a:path w="1739900" h="774064">
                  <a:moveTo>
                    <a:pt x="889171" y="357180"/>
                  </a:moveTo>
                  <a:lnTo>
                    <a:pt x="1092652" y="357180"/>
                  </a:lnTo>
                </a:path>
                <a:path w="1739900" h="774064">
                  <a:moveTo>
                    <a:pt x="1293253" y="357180"/>
                  </a:moveTo>
                  <a:lnTo>
                    <a:pt x="1496926" y="357180"/>
                  </a:lnTo>
                </a:path>
                <a:path w="1739900" h="774064">
                  <a:moveTo>
                    <a:pt x="1496926" y="179852"/>
                  </a:moveTo>
                  <a:lnTo>
                    <a:pt x="1739375" y="179852"/>
                  </a:lnTo>
                </a:path>
                <a:path w="1739900" h="774064">
                  <a:moveTo>
                    <a:pt x="1496926" y="179852"/>
                  </a:moveTo>
                  <a:lnTo>
                    <a:pt x="1496926" y="536612"/>
                  </a:lnTo>
                </a:path>
                <a:path w="1739900" h="774064">
                  <a:moveTo>
                    <a:pt x="1496926" y="536612"/>
                  </a:moveTo>
                  <a:lnTo>
                    <a:pt x="1739375" y="536612"/>
                  </a:lnTo>
                </a:path>
              </a:pathLst>
            </a:custGeom>
            <a:ln w="13765">
              <a:solidFill>
                <a:srgbClr val="000000"/>
              </a:solidFill>
            </a:ln>
          </p:spPr>
          <p:txBody>
            <a:bodyPr wrap="square" lIns="0" tIns="0" rIns="0" bIns="0" rtlCol="0"/>
            <a:lstStyle/>
            <a:p/>
          </p:txBody>
        </p:sp>
        <p:sp>
          <p:nvSpPr>
            <p:cNvPr id="65" name="object 65" descr=""/>
            <p:cNvSpPr/>
            <p:nvPr/>
          </p:nvSpPr>
          <p:spPr>
            <a:xfrm>
              <a:off x="9224191" y="2456755"/>
              <a:ext cx="217804" cy="13970"/>
            </a:xfrm>
            <a:custGeom>
              <a:avLst/>
              <a:gdLst/>
              <a:ahLst/>
              <a:cxnLst/>
              <a:rect l="l" t="t" r="r" b="b"/>
              <a:pathLst>
                <a:path w="217804" h="13969">
                  <a:moveTo>
                    <a:pt x="53365" y="0"/>
                  </a:moveTo>
                  <a:lnTo>
                    <a:pt x="4799" y="0"/>
                  </a:lnTo>
                  <a:lnTo>
                    <a:pt x="2495" y="2295"/>
                  </a:lnTo>
                  <a:lnTo>
                    <a:pt x="0" y="4591"/>
                  </a:lnTo>
                  <a:lnTo>
                    <a:pt x="0" y="9373"/>
                  </a:lnTo>
                  <a:lnTo>
                    <a:pt x="2495" y="11668"/>
                  </a:lnTo>
                  <a:lnTo>
                    <a:pt x="4799" y="13581"/>
                  </a:lnTo>
                  <a:lnTo>
                    <a:pt x="53365" y="13581"/>
                  </a:lnTo>
                  <a:lnTo>
                    <a:pt x="55669" y="11668"/>
                  </a:lnTo>
                  <a:lnTo>
                    <a:pt x="57972" y="9373"/>
                  </a:lnTo>
                  <a:lnTo>
                    <a:pt x="57972" y="4591"/>
                  </a:lnTo>
                  <a:lnTo>
                    <a:pt x="53365" y="0"/>
                  </a:lnTo>
                  <a:close/>
                </a:path>
                <a:path w="217804" h="13969">
                  <a:moveTo>
                    <a:pt x="110762" y="0"/>
                  </a:moveTo>
                  <a:lnTo>
                    <a:pt x="106539" y="0"/>
                  </a:lnTo>
                  <a:lnTo>
                    <a:pt x="104235" y="2295"/>
                  </a:lnTo>
                  <a:lnTo>
                    <a:pt x="101740" y="4591"/>
                  </a:lnTo>
                  <a:lnTo>
                    <a:pt x="101740" y="9373"/>
                  </a:lnTo>
                  <a:lnTo>
                    <a:pt x="104235" y="11668"/>
                  </a:lnTo>
                  <a:lnTo>
                    <a:pt x="106539" y="13581"/>
                  </a:lnTo>
                  <a:lnTo>
                    <a:pt x="110762" y="13581"/>
                  </a:lnTo>
                  <a:lnTo>
                    <a:pt x="113258" y="11668"/>
                  </a:lnTo>
                  <a:lnTo>
                    <a:pt x="115561" y="9373"/>
                  </a:lnTo>
                  <a:lnTo>
                    <a:pt x="115561" y="4591"/>
                  </a:lnTo>
                  <a:lnTo>
                    <a:pt x="113258" y="2295"/>
                  </a:lnTo>
                  <a:lnTo>
                    <a:pt x="110762" y="0"/>
                  </a:lnTo>
                  <a:close/>
                </a:path>
                <a:path w="217804" h="13969">
                  <a:moveTo>
                    <a:pt x="212502" y="0"/>
                  </a:moveTo>
                  <a:lnTo>
                    <a:pt x="164128" y="0"/>
                  </a:lnTo>
                  <a:lnTo>
                    <a:pt x="161632" y="2295"/>
                  </a:lnTo>
                  <a:lnTo>
                    <a:pt x="159329" y="4591"/>
                  </a:lnTo>
                  <a:lnTo>
                    <a:pt x="159329" y="9373"/>
                  </a:lnTo>
                  <a:lnTo>
                    <a:pt x="161632" y="11668"/>
                  </a:lnTo>
                  <a:lnTo>
                    <a:pt x="164128" y="13581"/>
                  </a:lnTo>
                  <a:lnTo>
                    <a:pt x="212502" y="13581"/>
                  </a:lnTo>
                  <a:lnTo>
                    <a:pt x="214998" y="11668"/>
                  </a:lnTo>
                  <a:lnTo>
                    <a:pt x="214998" y="9373"/>
                  </a:lnTo>
                  <a:lnTo>
                    <a:pt x="217301" y="7077"/>
                  </a:lnTo>
                  <a:lnTo>
                    <a:pt x="214998" y="4591"/>
                  </a:lnTo>
                  <a:lnTo>
                    <a:pt x="214998" y="2295"/>
                  </a:lnTo>
                  <a:lnTo>
                    <a:pt x="212502" y="0"/>
                  </a:lnTo>
                  <a:close/>
                </a:path>
              </a:pathLst>
            </a:custGeom>
            <a:solidFill>
              <a:srgbClr val="000000"/>
            </a:solidFill>
          </p:spPr>
          <p:txBody>
            <a:bodyPr wrap="square" lIns="0" tIns="0" rIns="0" bIns="0" rtlCol="0"/>
            <a:lstStyle/>
            <a:p/>
          </p:txBody>
        </p:sp>
        <p:sp>
          <p:nvSpPr>
            <p:cNvPr id="66" name="object 66" descr=""/>
            <p:cNvSpPr/>
            <p:nvPr/>
          </p:nvSpPr>
          <p:spPr>
            <a:xfrm>
              <a:off x="9224191" y="2456755"/>
              <a:ext cx="217804" cy="13970"/>
            </a:xfrm>
            <a:custGeom>
              <a:avLst/>
              <a:gdLst/>
              <a:ahLst/>
              <a:cxnLst/>
              <a:rect l="l" t="t" r="r" b="b"/>
              <a:pathLst>
                <a:path w="217804" h="13969">
                  <a:moveTo>
                    <a:pt x="7102" y="0"/>
                  </a:moveTo>
                  <a:lnTo>
                    <a:pt x="50870" y="0"/>
                  </a:lnTo>
                  <a:lnTo>
                    <a:pt x="53365" y="0"/>
                  </a:lnTo>
                  <a:lnTo>
                    <a:pt x="55669" y="2295"/>
                  </a:lnTo>
                  <a:lnTo>
                    <a:pt x="57972" y="4591"/>
                  </a:lnTo>
                  <a:lnTo>
                    <a:pt x="57972" y="7077"/>
                  </a:lnTo>
                  <a:lnTo>
                    <a:pt x="57972" y="9373"/>
                  </a:lnTo>
                  <a:lnTo>
                    <a:pt x="55669" y="11668"/>
                  </a:lnTo>
                  <a:lnTo>
                    <a:pt x="53365" y="13581"/>
                  </a:lnTo>
                  <a:lnTo>
                    <a:pt x="50870" y="13581"/>
                  </a:lnTo>
                  <a:lnTo>
                    <a:pt x="7102" y="13581"/>
                  </a:lnTo>
                  <a:lnTo>
                    <a:pt x="4799" y="13581"/>
                  </a:lnTo>
                  <a:lnTo>
                    <a:pt x="2495" y="11668"/>
                  </a:lnTo>
                  <a:lnTo>
                    <a:pt x="0" y="9373"/>
                  </a:lnTo>
                  <a:lnTo>
                    <a:pt x="0" y="7077"/>
                  </a:lnTo>
                  <a:lnTo>
                    <a:pt x="0" y="4591"/>
                  </a:lnTo>
                  <a:lnTo>
                    <a:pt x="2495" y="2295"/>
                  </a:lnTo>
                  <a:lnTo>
                    <a:pt x="4799" y="0"/>
                  </a:lnTo>
                  <a:lnTo>
                    <a:pt x="7102" y="0"/>
                  </a:lnTo>
                  <a:close/>
                </a:path>
                <a:path w="217804" h="13969">
                  <a:moveTo>
                    <a:pt x="108842" y="0"/>
                  </a:moveTo>
                  <a:lnTo>
                    <a:pt x="110762" y="0"/>
                  </a:lnTo>
                  <a:lnTo>
                    <a:pt x="113258" y="2295"/>
                  </a:lnTo>
                  <a:lnTo>
                    <a:pt x="115561" y="4591"/>
                  </a:lnTo>
                  <a:lnTo>
                    <a:pt x="115561" y="7077"/>
                  </a:lnTo>
                  <a:lnTo>
                    <a:pt x="115561" y="9373"/>
                  </a:lnTo>
                  <a:lnTo>
                    <a:pt x="113258" y="11668"/>
                  </a:lnTo>
                  <a:lnTo>
                    <a:pt x="110762" y="13581"/>
                  </a:lnTo>
                  <a:lnTo>
                    <a:pt x="108842" y="13581"/>
                  </a:lnTo>
                  <a:lnTo>
                    <a:pt x="101740" y="4591"/>
                  </a:lnTo>
                  <a:lnTo>
                    <a:pt x="104235" y="2295"/>
                  </a:lnTo>
                  <a:lnTo>
                    <a:pt x="106539" y="0"/>
                  </a:lnTo>
                  <a:lnTo>
                    <a:pt x="108842" y="0"/>
                  </a:lnTo>
                  <a:close/>
                </a:path>
                <a:path w="217804" h="13969">
                  <a:moveTo>
                    <a:pt x="166431" y="0"/>
                  </a:moveTo>
                  <a:lnTo>
                    <a:pt x="210199" y="0"/>
                  </a:lnTo>
                  <a:lnTo>
                    <a:pt x="212502" y="0"/>
                  </a:lnTo>
                  <a:lnTo>
                    <a:pt x="214998" y="2295"/>
                  </a:lnTo>
                  <a:lnTo>
                    <a:pt x="214998" y="4591"/>
                  </a:lnTo>
                  <a:lnTo>
                    <a:pt x="217301" y="7077"/>
                  </a:lnTo>
                  <a:lnTo>
                    <a:pt x="214998" y="9373"/>
                  </a:lnTo>
                  <a:lnTo>
                    <a:pt x="214998" y="11668"/>
                  </a:lnTo>
                  <a:lnTo>
                    <a:pt x="212502" y="13581"/>
                  </a:lnTo>
                  <a:lnTo>
                    <a:pt x="210199" y="13581"/>
                  </a:lnTo>
                  <a:lnTo>
                    <a:pt x="166431" y="13581"/>
                  </a:lnTo>
                  <a:lnTo>
                    <a:pt x="164128" y="13581"/>
                  </a:lnTo>
                  <a:lnTo>
                    <a:pt x="161632" y="11668"/>
                  </a:lnTo>
                  <a:lnTo>
                    <a:pt x="159329" y="9373"/>
                  </a:lnTo>
                  <a:lnTo>
                    <a:pt x="159329" y="7077"/>
                  </a:lnTo>
                  <a:lnTo>
                    <a:pt x="159329" y="4591"/>
                  </a:lnTo>
                  <a:lnTo>
                    <a:pt x="161632" y="2295"/>
                  </a:lnTo>
                  <a:lnTo>
                    <a:pt x="164128" y="0"/>
                  </a:lnTo>
                  <a:lnTo>
                    <a:pt x="166431" y="0"/>
                  </a:lnTo>
                  <a:close/>
                </a:path>
              </a:pathLst>
            </a:custGeom>
            <a:ln w="3175">
              <a:solidFill>
                <a:srgbClr val="000000"/>
              </a:solidFill>
            </a:ln>
          </p:spPr>
          <p:txBody>
            <a:bodyPr wrap="square" lIns="0" tIns="0" rIns="0" bIns="0" rtlCol="0"/>
            <a:lstStyle/>
            <a:p/>
          </p:txBody>
        </p:sp>
        <p:sp>
          <p:nvSpPr>
            <p:cNvPr id="67" name="object 67" descr=""/>
            <p:cNvSpPr/>
            <p:nvPr/>
          </p:nvSpPr>
          <p:spPr>
            <a:xfrm>
              <a:off x="9425368" y="2456755"/>
              <a:ext cx="16510" cy="371475"/>
            </a:xfrm>
            <a:custGeom>
              <a:avLst/>
              <a:gdLst/>
              <a:ahLst/>
              <a:cxnLst/>
              <a:rect l="l" t="t" r="r" b="b"/>
              <a:pathLst>
                <a:path w="16509" h="371475">
                  <a:moveTo>
                    <a:pt x="11325" y="0"/>
                  </a:moveTo>
                  <a:lnTo>
                    <a:pt x="4799" y="0"/>
                  </a:lnTo>
                  <a:lnTo>
                    <a:pt x="2303" y="2295"/>
                  </a:lnTo>
                  <a:lnTo>
                    <a:pt x="2303" y="4591"/>
                  </a:lnTo>
                  <a:lnTo>
                    <a:pt x="0" y="7077"/>
                  </a:lnTo>
                  <a:lnTo>
                    <a:pt x="0" y="50501"/>
                  </a:lnTo>
                  <a:lnTo>
                    <a:pt x="2303" y="52796"/>
                  </a:lnTo>
                  <a:lnTo>
                    <a:pt x="2303" y="55092"/>
                  </a:lnTo>
                  <a:lnTo>
                    <a:pt x="4799" y="57578"/>
                  </a:lnTo>
                  <a:lnTo>
                    <a:pt x="11325" y="57578"/>
                  </a:lnTo>
                  <a:lnTo>
                    <a:pt x="13821" y="55092"/>
                  </a:lnTo>
                  <a:lnTo>
                    <a:pt x="13821" y="52796"/>
                  </a:lnTo>
                  <a:lnTo>
                    <a:pt x="16124" y="50501"/>
                  </a:lnTo>
                  <a:lnTo>
                    <a:pt x="16124" y="7077"/>
                  </a:lnTo>
                  <a:lnTo>
                    <a:pt x="13821" y="4591"/>
                  </a:lnTo>
                  <a:lnTo>
                    <a:pt x="13821" y="2295"/>
                  </a:lnTo>
                  <a:lnTo>
                    <a:pt x="11325" y="0"/>
                  </a:lnTo>
                  <a:close/>
                </a:path>
                <a:path w="16509" h="371475">
                  <a:moveTo>
                    <a:pt x="13821" y="101384"/>
                  </a:moveTo>
                  <a:lnTo>
                    <a:pt x="2303" y="101384"/>
                  </a:lnTo>
                  <a:lnTo>
                    <a:pt x="2303" y="103680"/>
                  </a:lnTo>
                  <a:lnTo>
                    <a:pt x="0" y="108080"/>
                  </a:lnTo>
                  <a:lnTo>
                    <a:pt x="2303" y="110375"/>
                  </a:lnTo>
                  <a:lnTo>
                    <a:pt x="2303" y="112671"/>
                  </a:lnTo>
                  <a:lnTo>
                    <a:pt x="4799" y="115157"/>
                  </a:lnTo>
                  <a:lnTo>
                    <a:pt x="11325" y="115157"/>
                  </a:lnTo>
                  <a:lnTo>
                    <a:pt x="13821" y="112671"/>
                  </a:lnTo>
                  <a:lnTo>
                    <a:pt x="13821" y="110375"/>
                  </a:lnTo>
                  <a:lnTo>
                    <a:pt x="16124" y="108080"/>
                  </a:lnTo>
                  <a:lnTo>
                    <a:pt x="13821" y="103680"/>
                  </a:lnTo>
                  <a:lnTo>
                    <a:pt x="13821" y="101384"/>
                  </a:lnTo>
                  <a:close/>
                </a:path>
                <a:path w="16509" h="371475">
                  <a:moveTo>
                    <a:pt x="11325" y="214247"/>
                  </a:moveTo>
                  <a:lnTo>
                    <a:pt x="4799" y="214247"/>
                  </a:lnTo>
                  <a:lnTo>
                    <a:pt x="9022" y="216542"/>
                  </a:lnTo>
                  <a:lnTo>
                    <a:pt x="11325" y="214247"/>
                  </a:lnTo>
                  <a:close/>
                </a:path>
                <a:path w="16509" h="371475">
                  <a:moveTo>
                    <a:pt x="13821" y="158963"/>
                  </a:moveTo>
                  <a:lnTo>
                    <a:pt x="2303" y="158963"/>
                  </a:lnTo>
                  <a:lnTo>
                    <a:pt x="2303" y="161259"/>
                  </a:lnTo>
                  <a:lnTo>
                    <a:pt x="0" y="166041"/>
                  </a:lnTo>
                  <a:lnTo>
                    <a:pt x="0" y="207169"/>
                  </a:lnTo>
                  <a:lnTo>
                    <a:pt x="2303" y="211760"/>
                  </a:lnTo>
                  <a:lnTo>
                    <a:pt x="2303" y="214247"/>
                  </a:lnTo>
                  <a:lnTo>
                    <a:pt x="13821" y="214247"/>
                  </a:lnTo>
                  <a:lnTo>
                    <a:pt x="13821" y="211760"/>
                  </a:lnTo>
                  <a:lnTo>
                    <a:pt x="16124" y="207169"/>
                  </a:lnTo>
                  <a:lnTo>
                    <a:pt x="16124" y="166041"/>
                  </a:lnTo>
                  <a:lnTo>
                    <a:pt x="13821" y="161259"/>
                  </a:lnTo>
                  <a:lnTo>
                    <a:pt x="13821" y="158963"/>
                  </a:lnTo>
                  <a:close/>
                </a:path>
                <a:path w="16509" h="371475">
                  <a:moveTo>
                    <a:pt x="11325" y="271825"/>
                  </a:moveTo>
                  <a:lnTo>
                    <a:pt x="4799" y="271825"/>
                  </a:lnTo>
                  <a:lnTo>
                    <a:pt x="9022" y="274121"/>
                  </a:lnTo>
                  <a:lnTo>
                    <a:pt x="11325" y="271825"/>
                  </a:lnTo>
                  <a:close/>
                </a:path>
                <a:path w="16509" h="371475">
                  <a:moveTo>
                    <a:pt x="13821" y="260348"/>
                  </a:moveTo>
                  <a:lnTo>
                    <a:pt x="2303" y="260348"/>
                  </a:lnTo>
                  <a:lnTo>
                    <a:pt x="2303" y="262261"/>
                  </a:lnTo>
                  <a:lnTo>
                    <a:pt x="0" y="264748"/>
                  </a:lnTo>
                  <a:lnTo>
                    <a:pt x="2303" y="269339"/>
                  </a:lnTo>
                  <a:lnTo>
                    <a:pt x="2303" y="271825"/>
                  </a:lnTo>
                  <a:lnTo>
                    <a:pt x="13821" y="271825"/>
                  </a:lnTo>
                  <a:lnTo>
                    <a:pt x="13821" y="269339"/>
                  </a:lnTo>
                  <a:lnTo>
                    <a:pt x="16124" y="264748"/>
                  </a:lnTo>
                  <a:lnTo>
                    <a:pt x="13821" y="262261"/>
                  </a:lnTo>
                  <a:lnTo>
                    <a:pt x="13821" y="260348"/>
                  </a:lnTo>
                  <a:close/>
                </a:path>
                <a:path w="16509" h="371475">
                  <a:moveTo>
                    <a:pt x="9022" y="258052"/>
                  </a:moveTo>
                  <a:lnTo>
                    <a:pt x="4799" y="260348"/>
                  </a:lnTo>
                  <a:lnTo>
                    <a:pt x="11325" y="260348"/>
                  </a:lnTo>
                  <a:lnTo>
                    <a:pt x="9022" y="258052"/>
                  </a:lnTo>
                  <a:close/>
                </a:path>
                <a:path w="16509" h="371475">
                  <a:moveTo>
                    <a:pt x="13821" y="317927"/>
                  </a:moveTo>
                  <a:lnTo>
                    <a:pt x="2303" y="317927"/>
                  </a:lnTo>
                  <a:lnTo>
                    <a:pt x="2303" y="320414"/>
                  </a:lnTo>
                  <a:lnTo>
                    <a:pt x="0" y="322327"/>
                  </a:lnTo>
                  <a:lnTo>
                    <a:pt x="0" y="363837"/>
                  </a:lnTo>
                  <a:lnTo>
                    <a:pt x="2303" y="366132"/>
                  </a:lnTo>
                  <a:lnTo>
                    <a:pt x="2303" y="368428"/>
                  </a:lnTo>
                  <a:lnTo>
                    <a:pt x="4799" y="370915"/>
                  </a:lnTo>
                  <a:lnTo>
                    <a:pt x="11325" y="370915"/>
                  </a:lnTo>
                  <a:lnTo>
                    <a:pt x="13821" y="368428"/>
                  </a:lnTo>
                  <a:lnTo>
                    <a:pt x="13821" y="366132"/>
                  </a:lnTo>
                  <a:lnTo>
                    <a:pt x="16124" y="363837"/>
                  </a:lnTo>
                  <a:lnTo>
                    <a:pt x="16124" y="322327"/>
                  </a:lnTo>
                  <a:lnTo>
                    <a:pt x="13821" y="320414"/>
                  </a:lnTo>
                  <a:lnTo>
                    <a:pt x="13821" y="317927"/>
                  </a:lnTo>
                  <a:close/>
                </a:path>
                <a:path w="16509" h="371475">
                  <a:moveTo>
                    <a:pt x="9022" y="315631"/>
                  </a:moveTo>
                  <a:lnTo>
                    <a:pt x="4799" y="317927"/>
                  </a:lnTo>
                  <a:lnTo>
                    <a:pt x="11325" y="317927"/>
                  </a:lnTo>
                  <a:lnTo>
                    <a:pt x="9022" y="315631"/>
                  </a:lnTo>
                  <a:close/>
                </a:path>
              </a:pathLst>
            </a:custGeom>
            <a:solidFill>
              <a:srgbClr val="000000"/>
            </a:solidFill>
          </p:spPr>
          <p:txBody>
            <a:bodyPr wrap="square" lIns="0" tIns="0" rIns="0" bIns="0" rtlCol="0"/>
            <a:lstStyle/>
            <a:p/>
          </p:txBody>
        </p:sp>
        <p:sp>
          <p:nvSpPr>
            <p:cNvPr id="68" name="object 68" descr=""/>
            <p:cNvSpPr/>
            <p:nvPr/>
          </p:nvSpPr>
          <p:spPr>
            <a:xfrm>
              <a:off x="9425368" y="2456755"/>
              <a:ext cx="16510" cy="371475"/>
            </a:xfrm>
            <a:custGeom>
              <a:avLst/>
              <a:gdLst/>
              <a:ahLst/>
              <a:cxnLst/>
              <a:rect l="l" t="t" r="r" b="b"/>
              <a:pathLst>
                <a:path w="16509" h="371475">
                  <a:moveTo>
                    <a:pt x="16124" y="7077"/>
                  </a:moveTo>
                  <a:lnTo>
                    <a:pt x="16124" y="50501"/>
                  </a:lnTo>
                  <a:lnTo>
                    <a:pt x="13821" y="52796"/>
                  </a:lnTo>
                  <a:lnTo>
                    <a:pt x="13821" y="55092"/>
                  </a:lnTo>
                  <a:lnTo>
                    <a:pt x="11325" y="57578"/>
                  </a:lnTo>
                  <a:lnTo>
                    <a:pt x="9022" y="57578"/>
                  </a:lnTo>
                  <a:lnTo>
                    <a:pt x="4799" y="57578"/>
                  </a:lnTo>
                  <a:lnTo>
                    <a:pt x="2303" y="55092"/>
                  </a:lnTo>
                  <a:lnTo>
                    <a:pt x="2303" y="52796"/>
                  </a:lnTo>
                  <a:lnTo>
                    <a:pt x="0" y="50501"/>
                  </a:lnTo>
                  <a:lnTo>
                    <a:pt x="0" y="7077"/>
                  </a:lnTo>
                  <a:lnTo>
                    <a:pt x="2303" y="4591"/>
                  </a:lnTo>
                  <a:lnTo>
                    <a:pt x="2303" y="2295"/>
                  </a:lnTo>
                  <a:lnTo>
                    <a:pt x="4799" y="0"/>
                  </a:lnTo>
                  <a:lnTo>
                    <a:pt x="9022" y="0"/>
                  </a:lnTo>
                  <a:lnTo>
                    <a:pt x="11325" y="0"/>
                  </a:lnTo>
                  <a:lnTo>
                    <a:pt x="13821" y="2295"/>
                  </a:lnTo>
                  <a:lnTo>
                    <a:pt x="13821" y="4591"/>
                  </a:lnTo>
                  <a:lnTo>
                    <a:pt x="16124" y="7077"/>
                  </a:lnTo>
                  <a:close/>
                </a:path>
                <a:path w="16509" h="371475">
                  <a:moveTo>
                    <a:pt x="16124" y="108080"/>
                  </a:moveTo>
                  <a:lnTo>
                    <a:pt x="13821" y="110375"/>
                  </a:lnTo>
                  <a:lnTo>
                    <a:pt x="13821" y="112671"/>
                  </a:lnTo>
                  <a:lnTo>
                    <a:pt x="11325" y="115157"/>
                  </a:lnTo>
                  <a:lnTo>
                    <a:pt x="9022" y="115157"/>
                  </a:lnTo>
                  <a:lnTo>
                    <a:pt x="4799" y="115157"/>
                  </a:lnTo>
                  <a:lnTo>
                    <a:pt x="2303" y="112671"/>
                  </a:lnTo>
                  <a:lnTo>
                    <a:pt x="2303" y="110375"/>
                  </a:lnTo>
                  <a:lnTo>
                    <a:pt x="0" y="108080"/>
                  </a:lnTo>
                  <a:lnTo>
                    <a:pt x="2303" y="103680"/>
                  </a:lnTo>
                  <a:lnTo>
                    <a:pt x="2303" y="101384"/>
                  </a:lnTo>
                  <a:lnTo>
                    <a:pt x="4799" y="101384"/>
                  </a:lnTo>
                  <a:lnTo>
                    <a:pt x="9022" y="101384"/>
                  </a:lnTo>
                  <a:lnTo>
                    <a:pt x="11325" y="101384"/>
                  </a:lnTo>
                  <a:lnTo>
                    <a:pt x="13821" y="101384"/>
                  </a:lnTo>
                  <a:lnTo>
                    <a:pt x="13821" y="103680"/>
                  </a:lnTo>
                  <a:lnTo>
                    <a:pt x="16124" y="108080"/>
                  </a:lnTo>
                  <a:close/>
                </a:path>
                <a:path w="16509" h="371475">
                  <a:moveTo>
                    <a:pt x="16124" y="166041"/>
                  </a:moveTo>
                  <a:lnTo>
                    <a:pt x="16124" y="207169"/>
                  </a:lnTo>
                  <a:lnTo>
                    <a:pt x="13821" y="211760"/>
                  </a:lnTo>
                  <a:lnTo>
                    <a:pt x="13821" y="214247"/>
                  </a:lnTo>
                  <a:lnTo>
                    <a:pt x="11325" y="214247"/>
                  </a:lnTo>
                  <a:lnTo>
                    <a:pt x="9022" y="216542"/>
                  </a:lnTo>
                  <a:lnTo>
                    <a:pt x="4799" y="214247"/>
                  </a:lnTo>
                  <a:lnTo>
                    <a:pt x="2303" y="214247"/>
                  </a:lnTo>
                  <a:lnTo>
                    <a:pt x="2303" y="211760"/>
                  </a:lnTo>
                  <a:lnTo>
                    <a:pt x="0" y="207169"/>
                  </a:lnTo>
                  <a:lnTo>
                    <a:pt x="0" y="166041"/>
                  </a:lnTo>
                  <a:lnTo>
                    <a:pt x="2303" y="161259"/>
                  </a:lnTo>
                  <a:lnTo>
                    <a:pt x="2303" y="158963"/>
                  </a:lnTo>
                  <a:lnTo>
                    <a:pt x="4799" y="158963"/>
                  </a:lnTo>
                  <a:lnTo>
                    <a:pt x="9022" y="158963"/>
                  </a:lnTo>
                  <a:lnTo>
                    <a:pt x="11325" y="158963"/>
                  </a:lnTo>
                  <a:lnTo>
                    <a:pt x="13821" y="158963"/>
                  </a:lnTo>
                  <a:lnTo>
                    <a:pt x="13821" y="161259"/>
                  </a:lnTo>
                  <a:lnTo>
                    <a:pt x="16124" y="166041"/>
                  </a:lnTo>
                  <a:close/>
                </a:path>
                <a:path w="16509" h="371475">
                  <a:moveTo>
                    <a:pt x="16124" y="264748"/>
                  </a:moveTo>
                  <a:lnTo>
                    <a:pt x="13821" y="269339"/>
                  </a:lnTo>
                  <a:lnTo>
                    <a:pt x="13821" y="271825"/>
                  </a:lnTo>
                  <a:lnTo>
                    <a:pt x="11325" y="271825"/>
                  </a:lnTo>
                  <a:lnTo>
                    <a:pt x="9022" y="274121"/>
                  </a:lnTo>
                  <a:lnTo>
                    <a:pt x="4799" y="271825"/>
                  </a:lnTo>
                  <a:lnTo>
                    <a:pt x="2303" y="271825"/>
                  </a:lnTo>
                  <a:lnTo>
                    <a:pt x="2303" y="269339"/>
                  </a:lnTo>
                  <a:lnTo>
                    <a:pt x="0" y="264748"/>
                  </a:lnTo>
                  <a:lnTo>
                    <a:pt x="2303" y="262261"/>
                  </a:lnTo>
                  <a:lnTo>
                    <a:pt x="2303" y="260348"/>
                  </a:lnTo>
                  <a:lnTo>
                    <a:pt x="4799" y="260348"/>
                  </a:lnTo>
                  <a:lnTo>
                    <a:pt x="9022" y="258052"/>
                  </a:lnTo>
                  <a:lnTo>
                    <a:pt x="11325" y="260348"/>
                  </a:lnTo>
                  <a:lnTo>
                    <a:pt x="13821" y="260348"/>
                  </a:lnTo>
                  <a:lnTo>
                    <a:pt x="13821" y="262261"/>
                  </a:lnTo>
                  <a:lnTo>
                    <a:pt x="16124" y="264748"/>
                  </a:lnTo>
                  <a:close/>
                </a:path>
                <a:path w="16509" h="371475">
                  <a:moveTo>
                    <a:pt x="16124" y="322327"/>
                  </a:moveTo>
                  <a:lnTo>
                    <a:pt x="16124" y="363837"/>
                  </a:lnTo>
                  <a:lnTo>
                    <a:pt x="13821" y="366132"/>
                  </a:lnTo>
                  <a:lnTo>
                    <a:pt x="13821" y="368428"/>
                  </a:lnTo>
                  <a:lnTo>
                    <a:pt x="11325" y="370915"/>
                  </a:lnTo>
                  <a:lnTo>
                    <a:pt x="9022" y="370915"/>
                  </a:lnTo>
                  <a:lnTo>
                    <a:pt x="4799" y="370915"/>
                  </a:lnTo>
                  <a:lnTo>
                    <a:pt x="2303" y="368428"/>
                  </a:lnTo>
                  <a:lnTo>
                    <a:pt x="2303" y="366132"/>
                  </a:lnTo>
                  <a:lnTo>
                    <a:pt x="0" y="363837"/>
                  </a:lnTo>
                  <a:lnTo>
                    <a:pt x="0" y="322327"/>
                  </a:lnTo>
                  <a:lnTo>
                    <a:pt x="2303" y="320414"/>
                  </a:lnTo>
                  <a:lnTo>
                    <a:pt x="2303" y="317927"/>
                  </a:lnTo>
                  <a:lnTo>
                    <a:pt x="4799" y="317927"/>
                  </a:lnTo>
                  <a:lnTo>
                    <a:pt x="9022" y="315631"/>
                  </a:lnTo>
                  <a:lnTo>
                    <a:pt x="11325" y="317927"/>
                  </a:lnTo>
                  <a:lnTo>
                    <a:pt x="13821" y="317927"/>
                  </a:lnTo>
                  <a:lnTo>
                    <a:pt x="13821" y="320414"/>
                  </a:lnTo>
                  <a:lnTo>
                    <a:pt x="16124" y="322327"/>
                  </a:lnTo>
                  <a:close/>
                </a:path>
              </a:pathLst>
            </a:custGeom>
            <a:ln w="3175">
              <a:solidFill>
                <a:srgbClr val="000000"/>
              </a:solidFill>
            </a:ln>
          </p:spPr>
          <p:txBody>
            <a:bodyPr wrap="square" lIns="0" tIns="0" rIns="0" bIns="0" rtlCol="0"/>
            <a:lstStyle/>
            <a:p/>
          </p:txBody>
        </p:sp>
        <p:sp>
          <p:nvSpPr>
            <p:cNvPr id="69" name="object 69" descr=""/>
            <p:cNvSpPr/>
            <p:nvPr/>
          </p:nvSpPr>
          <p:spPr>
            <a:xfrm>
              <a:off x="9224191" y="2813898"/>
              <a:ext cx="217804" cy="13970"/>
            </a:xfrm>
            <a:custGeom>
              <a:avLst/>
              <a:gdLst/>
              <a:ahLst/>
              <a:cxnLst/>
              <a:rect l="l" t="t" r="r" b="b"/>
              <a:pathLst>
                <a:path w="217804" h="13969">
                  <a:moveTo>
                    <a:pt x="53365" y="0"/>
                  </a:moveTo>
                  <a:lnTo>
                    <a:pt x="4799" y="0"/>
                  </a:lnTo>
                  <a:lnTo>
                    <a:pt x="2495" y="1912"/>
                  </a:lnTo>
                  <a:lnTo>
                    <a:pt x="0" y="4208"/>
                  </a:lnTo>
                  <a:lnTo>
                    <a:pt x="0" y="8990"/>
                  </a:lnTo>
                  <a:lnTo>
                    <a:pt x="2495" y="11286"/>
                  </a:lnTo>
                  <a:lnTo>
                    <a:pt x="4799" y="13773"/>
                  </a:lnTo>
                  <a:lnTo>
                    <a:pt x="53365" y="13773"/>
                  </a:lnTo>
                  <a:lnTo>
                    <a:pt x="55669" y="11286"/>
                  </a:lnTo>
                  <a:lnTo>
                    <a:pt x="57972" y="8990"/>
                  </a:lnTo>
                  <a:lnTo>
                    <a:pt x="57972" y="4208"/>
                  </a:lnTo>
                  <a:lnTo>
                    <a:pt x="55669" y="1912"/>
                  </a:lnTo>
                  <a:lnTo>
                    <a:pt x="53365" y="0"/>
                  </a:lnTo>
                  <a:close/>
                </a:path>
                <a:path w="217804" h="13969">
                  <a:moveTo>
                    <a:pt x="110762" y="0"/>
                  </a:moveTo>
                  <a:lnTo>
                    <a:pt x="106539" y="0"/>
                  </a:lnTo>
                  <a:lnTo>
                    <a:pt x="104235" y="1912"/>
                  </a:lnTo>
                  <a:lnTo>
                    <a:pt x="101740" y="4208"/>
                  </a:lnTo>
                  <a:lnTo>
                    <a:pt x="101740" y="8990"/>
                  </a:lnTo>
                  <a:lnTo>
                    <a:pt x="104235" y="11286"/>
                  </a:lnTo>
                  <a:lnTo>
                    <a:pt x="106539" y="13773"/>
                  </a:lnTo>
                  <a:lnTo>
                    <a:pt x="110762" y="13773"/>
                  </a:lnTo>
                  <a:lnTo>
                    <a:pt x="115561" y="8990"/>
                  </a:lnTo>
                  <a:lnTo>
                    <a:pt x="115561" y="4208"/>
                  </a:lnTo>
                  <a:lnTo>
                    <a:pt x="113258" y="1912"/>
                  </a:lnTo>
                  <a:lnTo>
                    <a:pt x="110762" y="0"/>
                  </a:lnTo>
                  <a:close/>
                </a:path>
                <a:path w="217804" h="13969">
                  <a:moveTo>
                    <a:pt x="212502" y="0"/>
                  </a:moveTo>
                  <a:lnTo>
                    <a:pt x="164128" y="0"/>
                  </a:lnTo>
                  <a:lnTo>
                    <a:pt x="161632" y="1912"/>
                  </a:lnTo>
                  <a:lnTo>
                    <a:pt x="159329" y="4208"/>
                  </a:lnTo>
                  <a:lnTo>
                    <a:pt x="159329" y="8990"/>
                  </a:lnTo>
                  <a:lnTo>
                    <a:pt x="164128" y="13773"/>
                  </a:lnTo>
                  <a:lnTo>
                    <a:pt x="212502" y="13773"/>
                  </a:lnTo>
                  <a:lnTo>
                    <a:pt x="214998" y="11286"/>
                  </a:lnTo>
                  <a:lnTo>
                    <a:pt x="214998" y="8990"/>
                  </a:lnTo>
                  <a:lnTo>
                    <a:pt x="217301" y="6695"/>
                  </a:lnTo>
                  <a:lnTo>
                    <a:pt x="214998" y="4208"/>
                  </a:lnTo>
                  <a:lnTo>
                    <a:pt x="214998" y="1912"/>
                  </a:lnTo>
                  <a:lnTo>
                    <a:pt x="212502" y="0"/>
                  </a:lnTo>
                  <a:close/>
                </a:path>
              </a:pathLst>
            </a:custGeom>
            <a:solidFill>
              <a:srgbClr val="000000"/>
            </a:solidFill>
          </p:spPr>
          <p:txBody>
            <a:bodyPr wrap="square" lIns="0" tIns="0" rIns="0" bIns="0" rtlCol="0"/>
            <a:lstStyle/>
            <a:p/>
          </p:txBody>
        </p:sp>
        <p:sp>
          <p:nvSpPr>
            <p:cNvPr id="70" name="object 70" descr=""/>
            <p:cNvSpPr/>
            <p:nvPr/>
          </p:nvSpPr>
          <p:spPr>
            <a:xfrm>
              <a:off x="9224191" y="2813898"/>
              <a:ext cx="217804" cy="13970"/>
            </a:xfrm>
            <a:custGeom>
              <a:avLst/>
              <a:gdLst/>
              <a:ahLst/>
              <a:cxnLst/>
              <a:rect l="l" t="t" r="r" b="b"/>
              <a:pathLst>
                <a:path w="217804" h="13969">
                  <a:moveTo>
                    <a:pt x="7102" y="0"/>
                  </a:moveTo>
                  <a:lnTo>
                    <a:pt x="50870" y="0"/>
                  </a:lnTo>
                  <a:lnTo>
                    <a:pt x="53365" y="0"/>
                  </a:lnTo>
                  <a:lnTo>
                    <a:pt x="55669" y="1912"/>
                  </a:lnTo>
                  <a:lnTo>
                    <a:pt x="57972" y="4208"/>
                  </a:lnTo>
                  <a:lnTo>
                    <a:pt x="57972" y="6695"/>
                  </a:lnTo>
                  <a:lnTo>
                    <a:pt x="57972" y="8990"/>
                  </a:lnTo>
                  <a:lnTo>
                    <a:pt x="55669" y="11286"/>
                  </a:lnTo>
                  <a:lnTo>
                    <a:pt x="53365" y="13773"/>
                  </a:lnTo>
                  <a:lnTo>
                    <a:pt x="50870" y="13773"/>
                  </a:lnTo>
                  <a:lnTo>
                    <a:pt x="7102" y="13773"/>
                  </a:lnTo>
                  <a:lnTo>
                    <a:pt x="4799" y="13773"/>
                  </a:lnTo>
                  <a:lnTo>
                    <a:pt x="2495" y="11286"/>
                  </a:lnTo>
                  <a:lnTo>
                    <a:pt x="0" y="8990"/>
                  </a:lnTo>
                  <a:lnTo>
                    <a:pt x="0" y="6695"/>
                  </a:lnTo>
                  <a:lnTo>
                    <a:pt x="0" y="4208"/>
                  </a:lnTo>
                  <a:lnTo>
                    <a:pt x="2495" y="1912"/>
                  </a:lnTo>
                  <a:lnTo>
                    <a:pt x="4799" y="0"/>
                  </a:lnTo>
                  <a:lnTo>
                    <a:pt x="7102" y="0"/>
                  </a:lnTo>
                  <a:close/>
                </a:path>
                <a:path w="217804" h="13969">
                  <a:moveTo>
                    <a:pt x="108842" y="0"/>
                  </a:moveTo>
                  <a:lnTo>
                    <a:pt x="110762" y="0"/>
                  </a:lnTo>
                  <a:lnTo>
                    <a:pt x="113258" y="1912"/>
                  </a:lnTo>
                  <a:lnTo>
                    <a:pt x="115561" y="4208"/>
                  </a:lnTo>
                  <a:lnTo>
                    <a:pt x="115561" y="6695"/>
                  </a:lnTo>
                  <a:lnTo>
                    <a:pt x="115561" y="8990"/>
                  </a:lnTo>
                  <a:lnTo>
                    <a:pt x="113258" y="11286"/>
                  </a:lnTo>
                  <a:lnTo>
                    <a:pt x="110762" y="13773"/>
                  </a:lnTo>
                  <a:lnTo>
                    <a:pt x="108842" y="13773"/>
                  </a:lnTo>
                  <a:lnTo>
                    <a:pt x="106539" y="13773"/>
                  </a:lnTo>
                  <a:lnTo>
                    <a:pt x="104235" y="11286"/>
                  </a:lnTo>
                  <a:lnTo>
                    <a:pt x="101740" y="8990"/>
                  </a:lnTo>
                  <a:lnTo>
                    <a:pt x="101740" y="6695"/>
                  </a:lnTo>
                  <a:lnTo>
                    <a:pt x="101740" y="4208"/>
                  </a:lnTo>
                  <a:lnTo>
                    <a:pt x="104235" y="1912"/>
                  </a:lnTo>
                  <a:lnTo>
                    <a:pt x="106539" y="0"/>
                  </a:lnTo>
                  <a:lnTo>
                    <a:pt x="108842" y="0"/>
                  </a:lnTo>
                  <a:close/>
                </a:path>
                <a:path w="217804" h="13969">
                  <a:moveTo>
                    <a:pt x="166431" y="0"/>
                  </a:moveTo>
                  <a:lnTo>
                    <a:pt x="210199" y="0"/>
                  </a:lnTo>
                  <a:lnTo>
                    <a:pt x="212502" y="0"/>
                  </a:lnTo>
                  <a:lnTo>
                    <a:pt x="214998" y="1912"/>
                  </a:lnTo>
                  <a:lnTo>
                    <a:pt x="214998" y="4208"/>
                  </a:lnTo>
                  <a:lnTo>
                    <a:pt x="217301" y="6695"/>
                  </a:lnTo>
                  <a:lnTo>
                    <a:pt x="214998" y="8990"/>
                  </a:lnTo>
                  <a:lnTo>
                    <a:pt x="214998" y="11286"/>
                  </a:lnTo>
                  <a:lnTo>
                    <a:pt x="212502" y="13773"/>
                  </a:lnTo>
                  <a:lnTo>
                    <a:pt x="210199" y="13773"/>
                  </a:lnTo>
                  <a:lnTo>
                    <a:pt x="166431" y="13773"/>
                  </a:lnTo>
                  <a:lnTo>
                    <a:pt x="164128" y="13773"/>
                  </a:lnTo>
                  <a:lnTo>
                    <a:pt x="161632" y="11286"/>
                  </a:lnTo>
                  <a:lnTo>
                    <a:pt x="159329" y="8990"/>
                  </a:lnTo>
                  <a:lnTo>
                    <a:pt x="159329" y="6695"/>
                  </a:lnTo>
                  <a:lnTo>
                    <a:pt x="159329" y="4208"/>
                  </a:lnTo>
                  <a:lnTo>
                    <a:pt x="161632" y="1912"/>
                  </a:lnTo>
                  <a:lnTo>
                    <a:pt x="164128" y="0"/>
                  </a:lnTo>
                  <a:lnTo>
                    <a:pt x="166431" y="0"/>
                  </a:lnTo>
                  <a:close/>
                </a:path>
              </a:pathLst>
            </a:custGeom>
            <a:ln w="3175">
              <a:solidFill>
                <a:srgbClr val="000000"/>
              </a:solidFill>
            </a:ln>
          </p:spPr>
          <p:txBody>
            <a:bodyPr wrap="square" lIns="0" tIns="0" rIns="0" bIns="0" rtlCol="0"/>
            <a:lstStyle/>
            <a:p/>
          </p:txBody>
        </p:sp>
        <p:sp>
          <p:nvSpPr>
            <p:cNvPr id="71" name="object 71" descr=""/>
            <p:cNvSpPr/>
            <p:nvPr/>
          </p:nvSpPr>
          <p:spPr>
            <a:xfrm>
              <a:off x="5550599" y="2520838"/>
              <a:ext cx="2869565" cy="356870"/>
            </a:xfrm>
            <a:custGeom>
              <a:avLst/>
              <a:gdLst/>
              <a:ahLst/>
              <a:cxnLst/>
              <a:rect l="l" t="t" r="r" b="b"/>
              <a:pathLst>
                <a:path w="2869565" h="356869">
                  <a:moveTo>
                    <a:pt x="0" y="117453"/>
                  </a:moveTo>
                  <a:lnTo>
                    <a:pt x="0" y="0"/>
                  </a:lnTo>
                </a:path>
                <a:path w="2869565" h="356869">
                  <a:moveTo>
                    <a:pt x="0" y="0"/>
                  </a:moveTo>
                  <a:lnTo>
                    <a:pt x="119784" y="0"/>
                  </a:lnTo>
                </a:path>
                <a:path w="2869565" h="356869">
                  <a:moveTo>
                    <a:pt x="2183001" y="117453"/>
                  </a:moveTo>
                  <a:lnTo>
                    <a:pt x="2183001" y="356759"/>
                  </a:lnTo>
                </a:path>
                <a:path w="2869565" h="356869">
                  <a:moveTo>
                    <a:pt x="2183001" y="356759"/>
                  </a:moveTo>
                  <a:lnTo>
                    <a:pt x="2869076" y="356759"/>
                  </a:lnTo>
                </a:path>
                <a:path w="2869565" h="356869">
                  <a:moveTo>
                    <a:pt x="2869076" y="356759"/>
                  </a:moveTo>
                  <a:lnTo>
                    <a:pt x="2869076" y="176945"/>
                  </a:lnTo>
                </a:path>
              </a:pathLst>
            </a:custGeom>
            <a:ln w="13765">
              <a:solidFill>
                <a:srgbClr val="000000"/>
              </a:solidFill>
            </a:ln>
          </p:spPr>
          <p:txBody>
            <a:bodyPr wrap="square" lIns="0" tIns="0" rIns="0" bIns="0" rtlCol="0"/>
            <a:lstStyle/>
            <a:p/>
          </p:txBody>
        </p:sp>
        <p:pic>
          <p:nvPicPr>
            <p:cNvPr id="72" name="object 72" descr=""/>
            <p:cNvPicPr/>
            <p:nvPr/>
          </p:nvPicPr>
          <p:blipFill>
            <a:blip r:embed="rId5" cstate="print"/>
            <a:stretch>
              <a:fillRect/>
            </a:stretch>
          </p:blipFill>
          <p:spPr>
            <a:xfrm>
              <a:off x="6356459" y="2281111"/>
              <a:ext cx="203519" cy="774005"/>
            </a:xfrm>
            <a:prstGeom prst="rect">
              <a:avLst/>
            </a:prstGeom>
          </p:spPr>
        </p:pic>
        <p:sp>
          <p:nvSpPr>
            <p:cNvPr id="73" name="object 73" descr=""/>
            <p:cNvSpPr/>
            <p:nvPr/>
          </p:nvSpPr>
          <p:spPr>
            <a:xfrm>
              <a:off x="6358954" y="2281111"/>
              <a:ext cx="201295" cy="774065"/>
            </a:xfrm>
            <a:custGeom>
              <a:avLst/>
              <a:gdLst/>
              <a:ahLst/>
              <a:cxnLst/>
              <a:rect l="l" t="t" r="r" b="b"/>
              <a:pathLst>
                <a:path w="201295" h="774064">
                  <a:moveTo>
                    <a:pt x="0" y="774005"/>
                  </a:moveTo>
                  <a:lnTo>
                    <a:pt x="201138" y="774005"/>
                  </a:lnTo>
                  <a:lnTo>
                    <a:pt x="201138" y="0"/>
                  </a:lnTo>
                  <a:lnTo>
                    <a:pt x="0" y="0"/>
                  </a:lnTo>
                  <a:lnTo>
                    <a:pt x="0" y="774005"/>
                  </a:lnTo>
                  <a:close/>
                </a:path>
              </a:pathLst>
            </a:custGeom>
            <a:ln w="13786">
              <a:solidFill>
                <a:srgbClr val="000000"/>
              </a:solidFill>
            </a:ln>
          </p:spPr>
          <p:txBody>
            <a:bodyPr wrap="square" lIns="0" tIns="0" rIns="0" bIns="0" rtlCol="0"/>
            <a:lstStyle/>
            <a:p/>
          </p:txBody>
        </p:sp>
        <p:pic>
          <p:nvPicPr>
            <p:cNvPr id="74" name="object 74" descr=""/>
            <p:cNvPicPr/>
            <p:nvPr/>
          </p:nvPicPr>
          <p:blipFill>
            <a:blip r:embed="rId4" cstate="print"/>
            <a:stretch>
              <a:fillRect/>
            </a:stretch>
          </p:blipFill>
          <p:spPr>
            <a:xfrm>
              <a:off x="5266110" y="2281111"/>
              <a:ext cx="203519" cy="774005"/>
            </a:xfrm>
            <a:prstGeom prst="rect">
              <a:avLst/>
            </a:prstGeom>
          </p:spPr>
        </p:pic>
        <p:sp>
          <p:nvSpPr>
            <p:cNvPr id="75" name="object 75" descr=""/>
            <p:cNvSpPr/>
            <p:nvPr/>
          </p:nvSpPr>
          <p:spPr>
            <a:xfrm>
              <a:off x="5266110" y="2281111"/>
              <a:ext cx="203835" cy="774065"/>
            </a:xfrm>
            <a:custGeom>
              <a:avLst/>
              <a:gdLst/>
              <a:ahLst/>
              <a:cxnLst/>
              <a:rect l="l" t="t" r="r" b="b"/>
              <a:pathLst>
                <a:path w="203835" h="774064">
                  <a:moveTo>
                    <a:pt x="0" y="774005"/>
                  </a:moveTo>
                  <a:lnTo>
                    <a:pt x="203519" y="774005"/>
                  </a:lnTo>
                  <a:lnTo>
                    <a:pt x="203518" y="0"/>
                  </a:lnTo>
                  <a:lnTo>
                    <a:pt x="0" y="0"/>
                  </a:lnTo>
                  <a:lnTo>
                    <a:pt x="0" y="774005"/>
                  </a:lnTo>
                  <a:close/>
                </a:path>
              </a:pathLst>
            </a:custGeom>
            <a:ln w="13786">
              <a:solidFill>
                <a:srgbClr val="000000"/>
              </a:solidFill>
            </a:ln>
          </p:spPr>
          <p:txBody>
            <a:bodyPr wrap="square" lIns="0" tIns="0" rIns="0" bIns="0" rtlCol="0"/>
            <a:lstStyle/>
            <a:p/>
          </p:txBody>
        </p:sp>
        <p:pic>
          <p:nvPicPr>
            <p:cNvPr id="76" name="object 76" descr=""/>
            <p:cNvPicPr/>
            <p:nvPr/>
          </p:nvPicPr>
          <p:blipFill>
            <a:blip r:embed="rId5" cstate="print"/>
            <a:stretch>
              <a:fillRect/>
            </a:stretch>
          </p:blipFill>
          <p:spPr>
            <a:xfrm>
              <a:off x="8540036" y="2281111"/>
              <a:ext cx="203039" cy="774005"/>
            </a:xfrm>
            <a:prstGeom prst="rect">
              <a:avLst/>
            </a:prstGeom>
          </p:spPr>
        </p:pic>
        <p:sp>
          <p:nvSpPr>
            <p:cNvPr id="77" name="object 77" descr=""/>
            <p:cNvSpPr/>
            <p:nvPr/>
          </p:nvSpPr>
          <p:spPr>
            <a:xfrm>
              <a:off x="7490959" y="2281111"/>
              <a:ext cx="1252220" cy="1377950"/>
            </a:xfrm>
            <a:custGeom>
              <a:avLst/>
              <a:gdLst/>
              <a:ahLst/>
              <a:cxnLst/>
              <a:rect l="l" t="t" r="r" b="b"/>
              <a:pathLst>
                <a:path w="1252220" h="1377950">
                  <a:moveTo>
                    <a:pt x="1051380" y="774005"/>
                  </a:moveTo>
                  <a:lnTo>
                    <a:pt x="1252039" y="774005"/>
                  </a:lnTo>
                  <a:lnTo>
                    <a:pt x="1252039" y="0"/>
                  </a:lnTo>
                  <a:lnTo>
                    <a:pt x="1051380" y="0"/>
                  </a:lnTo>
                  <a:lnTo>
                    <a:pt x="1051380" y="774005"/>
                  </a:lnTo>
                  <a:close/>
                </a:path>
                <a:path w="1252220" h="1377950">
                  <a:moveTo>
                    <a:pt x="0" y="1377532"/>
                  </a:moveTo>
                  <a:lnTo>
                    <a:pt x="443818" y="1377532"/>
                  </a:lnTo>
                </a:path>
                <a:path w="1252220" h="1377950">
                  <a:moveTo>
                    <a:pt x="39544" y="1073186"/>
                  </a:moveTo>
                  <a:lnTo>
                    <a:pt x="441322" y="1068978"/>
                  </a:lnTo>
                </a:path>
              </a:pathLst>
            </a:custGeom>
            <a:ln w="13765">
              <a:solidFill>
                <a:srgbClr val="000000"/>
              </a:solidFill>
            </a:ln>
          </p:spPr>
          <p:txBody>
            <a:bodyPr wrap="square" lIns="0" tIns="0" rIns="0" bIns="0" rtlCol="0"/>
            <a:lstStyle/>
            <a:p/>
          </p:txBody>
        </p:sp>
      </p:grpSp>
      <p:sp>
        <p:nvSpPr>
          <p:cNvPr id="78" name="object 78" descr=""/>
          <p:cNvSpPr txBox="1"/>
          <p:nvPr/>
        </p:nvSpPr>
        <p:spPr>
          <a:xfrm>
            <a:off x="5670383" y="3294768"/>
            <a:ext cx="485775" cy="356870"/>
          </a:xfrm>
          <a:prstGeom prst="rect">
            <a:avLst/>
          </a:prstGeom>
          <a:ln w="13758">
            <a:solidFill>
              <a:srgbClr val="000000"/>
            </a:solidFill>
          </a:ln>
        </p:spPr>
        <p:txBody>
          <a:bodyPr wrap="square" lIns="0" tIns="74930" rIns="0" bIns="0" rtlCol="0" vert="horz">
            <a:spAutoFit/>
          </a:bodyPr>
          <a:lstStyle/>
          <a:p>
            <a:pPr marL="140970">
              <a:lnSpc>
                <a:spcPct val="100000"/>
              </a:lnSpc>
              <a:spcBef>
                <a:spcPts val="590"/>
              </a:spcBef>
            </a:pPr>
            <a:r>
              <a:rPr dirty="0" sz="1350" spc="-25">
                <a:latin typeface="Times New Roman"/>
                <a:cs typeface="Times New Roman"/>
              </a:rPr>
              <a:t>IM</a:t>
            </a:r>
            <a:endParaRPr sz="1350">
              <a:latin typeface="Times New Roman"/>
              <a:cs typeface="Times New Roman"/>
            </a:endParaRPr>
          </a:p>
        </p:txBody>
      </p:sp>
      <p:sp>
        <p:nvSpPr>
          <p:cNvPr id="79" name="object 79" descr=""/>
          <p:cNvSpPr txBox="1"/>
          <p:nvPr/>
        </p:nvSpPr>
        <p:spPr>
          <a:xfrm>
            <a:off x="6849773" y="3340911"/>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sp>
        <p:nvSpPr>
          <p:cNvPr id="80" name="object 80" descr=""/>
          <p:cNvSpPr/>
          <p:nvPr/>
        </p:nvSpPr>
        <p:spPr>
          <a:xfrm>
            <a:off x="7934777" y="3114991"/>
            <a:ext cx="0" cy="220979"/>
          </a:xfrm>
          <a:custGeom>
            <a:avLst/>
            <a:gdLst/>
            <a:ahLst/>
            <a:cxnLst/>
            <a:rect l="l" t="t" r="r" b="b"/>
            <a:pathLst>
              <a:path w="0" h="220979">
                <a:moveTo>
                  <a:pt x="0" y="0"/>
                </a:moveTo>
                <a:lnTo>
                  <a:pt x="0" y="220942"/>
                </a:lnTo>
              </a:path>
            </a:pathLst>
          </a:custGeom>
          <a:ln w="13789">
            <a:solidFill>
              <a:srgbClr val="000000"/>
            </a:solidFill>
          </a:ln>
        </p:spPr>
        <p:txBody>
          <a:bodyPr wrap="square" lIns="0" tIns="0" rIns="0" bIns="0" rtlCol="0"/>
          <a:lstStyle/>
          <a:p/>
        </p:txBody>
      </p:sp>
      <p:sp>
        <p:nvSpPr>
          <p:cNvPr id="81" name="object 81" descr=""/>
          <p:cNvSpPr/>
          <p:nvPr/>
        </p:nvSpPr>
        <p:spPr>
          <a:xfrm>
            <a:off x="7934777" y="3114991"/>
            <a:ext cx="323850" cy="774065"/>
          </a:xfrm>
          <a:custGeom>
            <a:avLst/>
            <a:gdLst/>
            <a:ahLst/>
            <a:cxnLst/>
            <a:rect l="l" t="t" r="r" b="b"/>
            <a:pathLst>
              <a:path w="323850" h="774064">
                <a:moveTo>
                  <a:pt x="323265" y="165658"/>
                </a:moveTo>
                <a:lnTo>
                  <a:pt x="323265" y="607926"/>
                </a:lnTo>
              </a:path>
              <a:path w="323850" h="774064">
                <a:moveTo>
                  <a:pt x="0" y="0"/>
                </a:moveTo>
                <a:lnTo>
                  <a:pt x="323265" y="165658"/>
                </a:lnTo>
              </a:path>
              <a:path w="323850" h="774064">
                <a:moveTo>
                  <a:pt x="323265" y="607926"/>
                </a:moveTo>
                <a:lnTo>
                  <a:pt x="0" y="774063"/>
                </a:lnTo>
              </a:path>
              <a:path w="323850" h="774064">
                <a:moveTo>
                  <a:pt x="0" y="552642"/>
                </a:moveTo>
                <a:lnTo>
                  <a:pt x="0" y="774063"/>
                </a:lnTo>
              </a:path>
              <a:path w="323850" h="774064">
                <a:moveTo>
                  <a:pt x="0" y="220942"/>
                </a:moveTo>
                <a:lnTo>
                  <a:pt x="96941" y="386983"/>
                </a:lnTo>
              </a:path>
              <a:path w="323850" h="774064">
                <a:moveTo>
                  <a:pt x="96941" y="386983"/>
                </a:moveTo>
                <a:lnTo>
                  <a:pt x="0" y="552642"/>
                </a:lnTo>
              </a:path>
            </a:pathLst>
          </a:custGeom>
          <a:ln w="13765">
            <a:solidFill>
              <a:srgbClr val="000000"/>
            </a:solidFill>
          </a:ln>
        </p:spPr>
        <p:txBody>
          <a:bodyPr wrap="square" lIns="0" tIns="0" rIns="0" bIns="0" rtlCol="0"/>
          <a:lstStyle/>
          <a:p/>
        </p:txBody>
      </p:sp>
      <p:sp>
        <p:nvSpPr>
          <p:cNvPr id="82" name="object 82" descr=""/>
          <p:cNvSpPr txBox="1"/>
          <p:nvPr/>
        </p:nvSpPr>
        <p:spPr>
          <a:xfrm>
            <a:off x="8004601" y="3291097"/>
            <a:ext cx="218440" cy="382270"/>
          </a:xfrm>
          <a:prstGeom prst="rect">
            <a:avLst/>
          </a:prstGeom>
        </p:spPr>
        <p:txBody>
          <a:bodyPr wrap="square" lIns="0" tIns="0" rIns="0" bIns="0" rtlCol="0" vert="vert">
            <a:spAutoFit/>
          </a:bodyPr>
          <a:lstStyle/>
          <a:p>
            <a:pPr marL="12700">
              <a:lnSpc>
                <a:spcPts val="1590"/>
              </a:lnSpc>
            </a:pPr>
            <a:r>
              <a:rPr dirty="0" sz="1350" spc="-25">
                <a:latin typeface="Times New Roman"/>
                <a:cs typeface="Times New Roman"/>
              </a:rPr>
              <a:t>ALU</a:t>
            </a:r>
            <a:endParaRPr sz="1350">
              <a:latin typeface="Times New Roman"/>
              <a:cs typeface="Times New Roman"/>
            </a:endParaRPr>
          </a:p>
        </p:txBody>
      </p:sp>
      <p:sp>
        <p:nvSpPr>
          <p:cNvPr id="83" name="object 83" descr=""/>
          <p:cNvSpPr txBox="1"/>
          <p:nvPr/>
        </p:nvSpPr>
        <p:spPr>
          <a:xfrm>
            <a:off x="9072702" y="3340911"/>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DM</a:t>
            </a:r>
            <a:endParaRPr sz="1350">
              <a:latin typeface="Times New Roman"/>
              <a:cs typeface="Times New Roman"/>
            </a:endParaRPr>
          </a:p>
        </p:txBody>
      </p:sp>
      <p:grpSp>
        <p:nvGrpSpPr>
          <p:cNvPr id="84" name="object 84" descr=""/>
          <p:cNvGrpSpPr/>
          <p:nvPr/>
        </p:nvGrpSpPr>
        <p:grpSpPr>
          <a:xfrm>
            <a:off x="6148872" y="3108064"/>
            <a:ext cx="3694429" cy="1391285"/>
            <a:chOff x="6148872" y="3108064"/>
            <a:chExt cx="3694429" cy="1391285"/>
          </a:xfrm>
        </p:grpSpPr>
        <p:sp>
          <p:nvSpPr>
            <p:cNvPr id="85" name="object 85" descr=""/>
            <p:cNvSpPr/>
            <p:nvPr/>
          </p:nvSpPr>
          <p:spPr>
            <a:xfrm>
              <a:off x="6155857" y="3294768"/>
              <a:ext cx="3275965" cy="356870"/>
            </a:xfrm>
            <a:custGeom>
              <a:avLst/>
              <a:gdLst/>
              <a:ahLst/>
              <a:cxnLst/>
              <a:rect l="l" t="t" r="r" b="b"/>
              <a:pathLst>
                <a:path w="3275965" h="356870">
                  <a:moveTo>
                    <a:pt x="0" y="176983"/>
                  </a:moveTo>
                  <a:lnTo>
                    <a:pt x="203096" y="176983"/>
                  </a:lnTo>
                </a:path>
                <a:path w="3275965" h="356870">
                  <a:moveTo>
                    <a:pt x="2790755" y="356797"/>
                  </a:moveTo>
                  <a:lnTo>
                    <a:pt x="3275768" y="356797"/>
                  </a:lnTo>
                  <a:lnTo>
                    <a:pt x="3275768" y="0"/>
                  </a:lnTo>
                  <a:lnTo>
                    <a:pt x="2790755" y="0"/>
                  </a:lnTo>
                  <a:lnTo>
                    <a:pt x="2790755" y="356797"/>
                  </a:lnTo>
                  <a:close/>
                </a:path>
                <a:path w="3275965" h="356870">
                  <a:moveTo>
                    <a:pt x="404081" y="176983"/>
                  </a:moveTo>
                  <a:lnTo>
                    <a:pt x="607178" y="176983"/>
                  </a:lnTo>
                </a:path>
                <a:path w="3275965" h="356870">
                  <a:moveTo>
                    <a:pt x="1092652" y="103527"/>
                  </a:moveTo>
                  <a:lnTo>
                    <a:pt x="1293829" y="103527"/>
                  </a:lnTo>
                </a:path>
                <a:path w="3275965" h="356870">
                  <a:moveTo>
                    <a:pt x="1092652" y="273777"/>
                  </a:moveTo>
                  <a:lnTo>
                    <a:pt x="1293829" y="273777"/>
                  </a:lnTo>
                </a:path>
                <a:path w="3275965" h="356870">
                  <a:moveTo>
                    <a:pt x="850203" y="38"/>
                  </a:moveTo>
                  <a:lnTo>
                    <a:pt x="1092652" y="38"/>
                  </a:lnTo>
                </a:path>
                <a:path w="3275965" h="356870">
                  <a:moveTo>
                    <a:pt x="1092652" y="38"/>
                  </a:moveTo>
                  <a:lnTo>
                    <a:pt x="1092652" y="356797"/>
                  </a:lnTo>
                </a:path>
                <a:path w="3275965" h="356870">
                  <a:moveTo>
                    <a:pt x="850203" y="356797"/>
                  </a:moveTo>
                  <a:lnTo>
                    <a:pt x="1092652" y="356797"/>
                  </a:lnTo>
                </a:path>
              </a:pathLst>
            </a:custGeom>
            <a:ln w="13765">
              <a:solidFill>
                <a:srgbClr val="000000"/>
              </a:solidFill>
            </a:ln>
          </p:spPr>
          <p:txBody>
            <a:bodyPr wrap="square" lIns="0" tIns="0" rIns="0" bIns="0" rtlCol="0"/>
            <a:lstStyle/>
            <a:p/>
          </p:txBody>
        </p:sp>
        <p:sp>
          <p:nvSpPr>
            <p:cNvPr id="86" name="object 86" descr=""/>
            <p:cNvSpPr/>
            <p:nvPr/>
          </p:nvSpPr>
          <p:spPr>
            <a:xfrm>
              <a:off x="6756893" y="3288302"/>
              <a:ext cx="274955" cy="16510"/>
            </a:xfrm>
            <a:custGeom>
              <a:avLst/>
              <a:gdLst/>
              <a:ahLst/>
              <a:cxnLst/>
              <a:rect l="l" t="t" r="r" b="b"/>
              <a:pathLst>
                <a:path w="274954" h="16510">
                  <a:moveTo>
                    <a:pt x="53173" y="13581"/>
                  </a:moveTo>
                  <a:lnTo>
                    <a:pt x="4799" y="13581"/>
                  </a:lnTo>
                  <a:lnTo>
                    <a:pt x="9022" y="16068"/>
                  </a:lnTo>
                  <a:lnTo>
                    <a:pt x="50870" y="16068"/>
                  </a:lnTo>
                  <a:lnTo>
                    <a:pt x="53173" y="13581"/>
                  </a:lnTo>
                  <a:close/>
                </a:path>
                <a:path w="274954" h="16510">
                  <a:moveTo>
                    <a:pt x="55669" y="2295"/>
                  </a:moveTo>
                  <a:lnTo>
                    <a:pt x="2303" y="2295"/>
                  </a:lnTo>
                  <a:lnTo>
                    <a:pt x="2303" y="4591"/>
                  </a:lnTo>
                  <a:lnTo>
                    <a:pt x="0" y="9373"/>
                  </a:lnTo>
                  <a:lnTo>
                    <a:pt x="2303" y="11286"/>
                  </a:lnTo>
                  <a:lnTo>
                    <a:pt x="2303" y="13581"/>
                  </a:lnTo>
                  <a:lnTo>
                    <a:pt x="55669" y="13581"/>
                  </a:lnTo>
                  <a:lnTo>
                    <a:pt x="57972" y="11286"/>
                  </a:lnTo>
                  <a:lnTo>
                    <a:pt x="57972" y="4591"/>
                  </a:lnTo>
                  <a:lnTo>
                    <a:pt x="55669" y="2295"/>
                  </a:lnTo>
                  <a:close/>
                </a:path>
                <a:path w="274954" h="16510">
                  <a:moveTo>
                    <a:pt x="50870" y="0"/>
                  </a:moveTo>
                  <a:lnTo>
                    <a:pt x="9022" y="0"/>
                  </a:lnTo>
                  <a:lnTo>
                    <a:pt x="4799" y="2295"/>
                  </a:lnTo>
                  <a:lnTo>
                    <a:pt x="53173" y="2295"/>
                  </a:lnTo>
                  <a:lnTo>
                    <a:pt x="50870" y="0"/>
                  </a:lnTo>
                  <a:close/>
                </a:path>
                <a:path w="274954" h="16510">
                  <a:moveTo>
                    <a:pt x="113066" y="13581"/>
                  </a:moveTo>
                  <a:lnTo>
                    <a:pt x="106539" y="13581"/>
                  </a:lnTo>
                  <a:lnTo>
                    <a:pt x="108458" y="16068"/>
                  </a:lnTo>
                  <a:lnTo>
                    <a:pt x="113066" y="13581"/>
                  </a:lnTo>
                  <a:close/>
                </a:path>
                <a:path w="274954" h="16510">
                  <a:moveTo>
                    <a:pt x="115561" y="2295"/>
                  </a:moveTo>
                  <a:lnTo>
                    <a:pt x="104043" y="2295"/>
                  </a:lnTo>
                  <a:lnTo>
                    <a:pt x="101740" y="4591"/>
                  </a:lnTo>
                  <a:lnTo>
                    <a:pt x="101740" y="11286"/>
                  </a:lnTo>
                  <a:lnTo>
                    <a:pt x="104043" y="13581"/>
                  </a:lnTo>
                  <a:lnTo>
                    <a:pt x="115561" y="13581"/>
                  </a:lnTo>
                  <a:lnTo>
                    <a:pt x="115561" y="11286"/>
                  </a:lnTo>
                  <a:lnTo>
                    <a:pt x="117865" y="9373"/>
                  </a:lnTo>
                  <a:lnTo>
                    <a:pt x="115561" y="4591"/>
                  </a:lnTo>
                  <a:lnTo>
                    <a:pt x="115561" y="2295"/>
                  </a:lnTo>
                  <a:close/>
                </a:path>
                <a:path w="274954" h="16510">
                  <a:moveTo>
                    <a:pt x="108458" y="0"/>
                  </a:moveTo>
                  <a:lnTo>
                    <a:pt x="106539" y="2295"/>
                  </a:lnTo>
                  <a:lnTo>
                    <a:pt x="113066" y="2295"/>
                  </a:lnTo>
                  <a:lnTo>
                    <a:pt x="108458" y="0"/>
                  </a:lnTo>
                  <a:close/>
                </a:path>
                <a:path w="274954" h="16510">
                  <a:moveTo>
                    <a:pt x="212502" y="13581"/>
                  </a:moveTo>
                  <a:lnTo>
                    <a:pt x="163936" y="13581"/>
                  </a:lnTo>
                  <a:lnTo>
                    <a:pt x="166431" y="16068"/>
                  </a:lnTo>
                  <a:lnTo>
                    <a:pt x="210199" y="16068"/>
                  </a:lnTo>
                  <a:lnTo>
                    <a:pt x="212502" y="13581"/>
                  </a:lnTo>
                  <a:close/>
                </a:path>
                <a:path w="274954" h="16510">
                  <a:moveTo>
                    <a:pt x="214998" y="2295"/>
                  </a:moveTo>
                  <a:lnTo>
                    <a:pt x="161632" y="2295"/>
                  </a:lnTo>
                  <a:lnTo>
                    <a:pt x="161632" y="4591"/>
                  </a:lnTo>
                  <a:lnTo>
                    <a:pt x="159329" y="9373"/>
                  </a:lnTo>
                  <a:lnTo>
                    <a:pt x="161632" y="11286"/>
                  </a:lnTo>
                  <a:lnTo>
                    <a:pt x="161632" y="13581"/>
                  </a:lnTo>
                  <a:lnTo>
                    <a:pt x="214998" y="13581"/>
                  </a:lnTo>
                  <a:lnTo>
                    <a:pt x="217301" y="11286"/>
                  </a:lnTo>
                  <a:lnTo>
                    <a:pt x="217301" y="4591"/>
                  </a:lnTo>
                  <a:lnTo>
                    <a:pt x="214998" y="2295"/>
                  </a:lnTo>
                  <a:close/>
                </a:path>
                <a:path w="274954" h="16510">
                  <a:moveTo>
                    <a:pt x="210199" y="0"/>
                  </a:moveTo>
                  <a:lnTo>
                    <a:pt x="166431" y="0"/>
                  </a:lnTo>
                  <a:lnTo>
                    <a:pt x="163936" y="2295"/>
                  </a:lnTo>
                  <a:lnTo>
                    <a:pt x="212502" y="2295"/>
                  </a:lnTo>
                  <a:lnTo>
                    <a:pt x="210199" y="0"/>
                  </a:lnTo>
                  <a:close/>
                </a:path>
                <a:path w="274954" h="16510">
                  <a:moveTo>
                    <a:pt x="270475" y="13581"/>
                  </a:moveTo>
                  <a:lnTo>
                    <a:pt x="265868" y="13581"/>
                  </a:lnTo>
                  <a:lnTo>
                    <a:pt x="268172" y="16068"/>
                  </a:lnTo>
                  <a:lnTo>
                    <a:pt x="270475" y="13581"/>
                  </a:lnTo>
                  <a:close/>
                </a:path>
                <a:path w="274954" h="16510">
                  <a:moveTo>
                    <a:pt x="272395" y="2295"/>
                  </a:moveTo>
                  <a:lnTo>
                    <a:pt x="263373" y="2295"/>
                  </a:lnTo>
                  <a:lnTo>
                    <a:pt x="261069" y="4591"/>
                  </a:lnTo>
                  <a:lnTo>
                    <a:pt x="261069" y="11286"/>
                  </a:lnTo>
                  <a:lnTo>
                    <a:pt x="263373" y="13581"/>
                  </a:lnTo>
                  <a:lnTo>
                    <a:pt x="272395" y="13581"/>
                  </a:lnTo>
                  <a:lnTo>
                    <a:pt x="274890" y="11286"/>
                  </a:lnTo>
                  <a:lnTo>
                    <a:pt x="274890" y="4591"/>
                  </a:lnTo>
                  <a:lnTo>
                    <a:pt x="272395" y="2295"/>
                  </a:lnTo>
                  <a:close/>
                </a:path>
                <a:path w="274954" h="16510">
                  <a:moveTo>
                    <a:pt x="268172" y="0"/>
                  </a:moveTo>
                  <a:lnTo>
                    <a:pt x="265868" y="2295"/>
                  </a:lnTo>
                  <a:lnTo>
                    <a:pt x="270475" y="2295"/>
                  </a:lnTo>
                  <a:lnTo>
                    <a:pt x="268172" y="0"/>
                  </a:lnTo>
                  <a:close/>
                </a:path>
              </a:pathLst>
            </a:custGeom>
            <a:solidFill>
              <a:srgbClr val="000000"/>
            </a:solidFill>
          </p:spPr>
          <p:txBody>
            <a:bodyPr wrap="square" lIns="0" tIns="0" rIns="0" bIns="0" rtlCol="0"/>
            <a:lstStyle/>
            <a:p/>
          </p:txBody>
        </p:sp>
        <p:sp>
          <p:nvSpPr>
            <p:cNvPr id="87" name="object 87" descr=""/>
            <p:cNvSpPr/>
            <p:nvPr/>
          </p:nvSpPr>
          <p:spPr>
            <a:xfrm>
              <a:off x="6756893" y="3288302"/>
              <a:ext cx="274955" cy="16510"/>
            </a:xfrm>
            <a:custGeom>
              <a:avLst/>
              <a:gdLst/>
              <a:ahLst/>
              <a:cxnLst/>
              <a:rect l="l" t="t" r="r" b="b"/>
              <a:pathLst>
                <a:path w="274954" h="16510">
                  <a:moveTo>
                    <a:pt x="9022" y="0"/>
                  </a:moveTo>
                  <a:lnTo>
                    <a:pt x="50870" y="0"/>
                  </a:lnTo>
                  <a:lnTo>
                    <a:pt x="53173" y="2295"/>
                  </a:lnTo>
                  <a:lnTo>
                    <a:pt x="55669" y="2295"/>
                  </a:lnTo>
                  <a:lnTo>
                    <a:pt x="57972" y="4591"/>
                  </a:lnTo>
                  <a:lnTo>
                    <a:pt x="57972" y="9373"/>
                  </a:lnTo>
                  <a:lnTo>
                    <a:pt x="57972" y="11286"/>
                  </a:lnTo>
                  <a:lnTo>
                    <a:pt x="55669" y="13581"/>
                  </a:lnTo>
                  <a:lnTo>
                    <a:pt x="53173" y="13581"/>
                  </a:lnTo>
                  <a:lnTo>
                    <a:pt x="50870" y="16068"/>
                  </a:lnTo>
                  <a:lnTo>
                    <a:pt x="9022" y="16068"/>
                  </a:lnTo>
                  <a:lnTo>
                    <a:pt x="4799" y="13581"/>
                  </a:lnTo>
                  <a:lnTo>
                    <a:pt x="2303" y="13581"/>
                  </a:lnTo>
                  <a:lnTo>
                    <a:pt x="2303" y="11286"/>
                  </a:lnTo>
                  <a:lnTo>
                    <a:pt x="0" y="9373"/>
                  </a:lnTo>
                  <a:lnTo>
                    <a:pt x="2303" y="4591"/>
                  </a:lnTo>
                  <a:lnTo>
                    <a:pt x="2303" y="2295"/>
                  </a:lnTo>
                  <a:lnTo>
                    <a:pt x="4799" y="2295"/>
                  </a:lnTo>
                  <a:lnTo>
                    <a:pt x="9022" y="0"/>
                  </a:lnTo>
                  <a:close/>
                </a:path>
                <a:path w="274954" h="16510">
                  <a:moveTo>
                    <a:pt x="108458" y="0"/>
                  </a:moveTo>
                  <a:lnTo>
                    <a:pt x="113066" y="2295"/>
                  </a:lnTo>
                  <a:lnTo>
                    <a:pt x="115561" y="2295"/>
                  </a:lnTo>
                  <a:lnTo>
                    <a:pt x="115561" y="4591"/>
                  </a:lnTo>
                  <a:lnTo>
                    <a:pt x="117865" y="9373"/>
                  </a:lnTo>
                  <a:lnTo>
                    <a:pt x="115561" y="11286"/>
                  </a:lnTo>
                  <a:lnTo>
                    <a:pt x="115561" y="13581"/>
                  </a:lnTo>
                  <a:lnTo>
                    <a:pt x="113066" y="13581"/>
                  </a:lnTo>
                  <a:lnTo>
                    <a:pt x="108459" y="16068"/>
                  </a:lnTo>
                  <a:lnTo>
                    <a:pt x="106539" y="13581"/>
                  </a:lnTo>
                  <a:lnTo>
                    <a:pt x="104043" y="13581"/>
                  </a:lnTo>
                  <a:lnTo>
                    <a:pt x="101740" y="11286"/>
                  </a:lnTo>
                  <a:lnTo>
                    <a:pt x="101740" y="9373"/>
                  </a:lnTo>
                  <a:lnTo>
                    <a:pt x="101740" y="4591"/>
                  </a:lnTo>
                  <a:lnTo>
                    <a:pt x="104043" y="2295"/>
                  </a:lnTo>
                  <a:lnTo>
                    <a:pt x="106539" y="2295"/>
                  </a:lnTo>
                  <a:lnTo>
                    <a:pt x="108458" y="0"/>
                  </a:lnTo>
                  <a:close/>
                </a:path>
                <a:path w="274954" h="16510">
                  <a:moveTo>
                    <a:pt x="166431" y="0"/>
                  </a:moveTo>
                  <a:lnTo>
                    <a:pt x="210199" y="0"/>
                  </a:lnTo>
                  <a:lnTo>
                    <a:pt x="212502" y="2295"/>
                  </a:lnTo>
                  <a:lnTo>
                    <a:pt x="214998" y="2295"/>
                  </a:lnTo>
                  <a:lnTo>
                    <a:pt x="217301" y="4591"/>
                  </a:lnTo>
                  <a:lnTo>
                    <a:pt x="217301" y="9373"/>
                  </a:lnTo>
                  <a:lnTo>
                    <a:pt x="217301" y="11286"/>
                  </a:lnTo>
                  <a:lnTo>
                    <a:pt x="214998" y="13581"/>
                  </a:lnTo>
                  <a:lnTo>
                    <a:pt x="212502" y="13581"/>
                  </a:lnTo>
                  <a:lnTo>
                    <a:pt x="210199" y="16068"/>
                  </a:lnTo>
                  <a:lnTo>
                    <a:pt x="166431" y="16068"/>
                  </a:lnTo>
                  <a:lnTo>
                    <a:pt x="163936" y="13581"/>
                  </a:lnTo>
                  <a:lnTo>
                    <a:pt x="161632" y="13581"/>
                  </a:lnTo>
                  <a:lnTo>
                    <a:pt x="161632" y="11286"/>
                  </a:lnTo>
                  <a:lnTo>
                    <a:pt x="159329" y="9373"/>
                  </a:lnTo>
                  <a:lnTo>
                    <a:pt x="161632" y="4591"/>
                  </a:lnTo>
                  <a:lnTo>
                    <a:pt x="161632" y="2295"/>
                  </a:lnTo>
                  <a:lnTo>
                    <a:pt x="163936" y="2295"/>
                  </a:lnTo>
                  <a:lnTo>
                    <a:pt x="166431" y="0"/>
                  </a:lnTo>
                  <a:close/>
                </a:path>
                <a:path w="274954" h="16510">
                  <a:moveTo>
                    <a:pt x="268172" y="0"/>
                  </a:moveTo>
                  <a:lnTo>
                    <a:pt x="270475" y="2295"/>
                  </a:lnTo>
                  <a:lnTo>
                    <a:pt x="272395" y="2295"/>
                  </a:lnTo>
                  <a:lnTo>
                    <a:pt x="274890" y="4591"/>
                  </a:lnTo>
                  <a:lnTo>
                    <a:pt x="274890" y="9373"/>
                  </a:lnTo>
                  <a:lnTo>
                    <a:pt x="274890" y="11286"/>
                  </a:lnTo>
                  <a:lnTo>
                    <a:pt x="272395" y="13581"/>
                  </a:lnTo>
                  <a:lnTo>
                    <a:pt x="270475" y="13581"/>
                  </a:lnTo>
                  <a:lnTo>
                    <a:pt x="268172" y="16068"/>
                  </a:lnTo>
                  <a:lnTo>
                    <a:pt x="265868" y="13581"/>
                  </a:lnTo>
                  <a:lnTo>
                    <a:pt x="263373" y="13581"/>
                  </a:lnTo>
                  <a:lnTo>
                    <a:pt x="261069" y="11286"/>
                  </a:lnTo>
                  <a:lnTo>
                    <a:pt x="261069" y="9373"/>
                  </a:lnTo>
                  <a:lnTo>
                    <a:pt x="261069" y="4591"/>
                  </a:lnTo>
                  <a:lnTo>
                    <a:pt x="263373" y="2295"/>
                  </a:lnTo>
                  <a:lnTo>
                    <a:pt x="265868" y="2295"/>
                  </a:lnTo>
                  <a:lnTo>
                    <a:pt x="268172" y="0"/>
                  </a:lnTo>
                  <a:close/>
                </a:path>
              </a:pathLst>
            </a:custGeom>
            <a:ln w="3175">
              <a:solidFill>
                <a:srgbClr val="000000"/>
              </a:solidFill>
            </a:ln>
          </p:spPr>
          <p:txBody>
            <a:bodyPr wrap="square" lIns="0" tIns="0" rIns="0" bIns="0" rtlCol="0"/>
            <a:lstStyle/>
            <a:p/>
          </p:txBody>
        </p:sp>
        <p:sp>
          <p:nvSpPr>
            <p:cNvPr id="88" name="object 88" descr=""/>
            <p:cNvSpPr/>
            <p:nvPr/>
          </p:nvSpPr>
          <p:spPr>
            <a:xfrm>
              <a:off x="6756893" y="3288302"/>
              <a:ext cx="16510" cy="373380"/>
            </a:xfrm>
            <a:custGeom>
              <a:avLst/>
              <a:gdLst/>
              <a:ahLst/>
              <a:cxnLst/>
              <a:rect l="l" t="t" r="r" b="b"/>
              <a:pathLst>
                <a:path w="16509" h="373379">
                  <a:moveTo>
                    <a:pt x="13821" y="2295"/>
                  </a:moveTo>
                  <a:lnTo>
                    <a:pt x="2303" y="2295"/>
                  </a:lnTo>
                  <a:lnTo>
                    <a:pt x="2303" y="4591"/>
                  </a:lnTo>
                  <a:lnTo>
                    <a:pt x="0" y="9373"/>
                  </a:lnTo>
                  <a:lnTo>
                    <a:pt x="0" y="50501"/>
                  </a:lnTo>
                  <a:lnTo>
                    <a:pt x="2303" y="52796"/>
                  </a:lnTo>
                  <a:lnTo>
                    <a:pt x="2303" y="55092"/>
                  </a:lnTo>
                  <a:lnTo>
                    <a:pt x="4799" y="57578"/>
                  </a:lnTo>
                  <a:lnTo>
                    <a:pt x="11325" y="57578"/>
                  </a:lnTo>
                  <a:lnTo>
                    <a:pt x="13821" y="55092"/>
                  </a:lnTo>
                  <a:lnTo>
                    <a:pt x="13821" y="52796"/>
                  </a:lnTo>
                  <a:lnTo>
                    <a:pt x="16124" y="50501"/>
                  </a:lnTo>
                  <a:lnTo>
                    <a:pt x="16124" y="9373"/>
                  </a:lnTo>
                  <a:lnTo>
                    <a:pt x="13821" y="4591"/>
                  </a:lnTo>
                  <a:lnTo>
                    <a:pt x="13821" y="2295"/>
                  </a:lnTo>
                  <a:close/>
                </a:path>
                <a:path w="16509" h="373379">
                  <a:moveTo>
                    <a:pt x="9022" y="0"/>
                  </a:moveTo>
                  <a:lnTo>
                    <a:pt x="4799" y="2295"/>
                  </a:lnTo>
                  <a:lnTo>
                    <a:pt x="11325" y="2295"/>
                  </a:lnTo>
                  <a:lnTo>
                    <a:pt x="9022" y="0"/>
                  </a:lnTo>
                  <a:close/>
                </a:path>
                <a:path w="16509" h="373379">
                  <a:moveTo>
                    <a:pt x="11325" y="115157"/>
                  </a:moveTo>
                  <a:lnTo>
                    <a:pt x="4799" y="115157"/>
                  </a:lnTo>
                  <a:lnTo>
                    <a:pt x="9022" y="117453"/>
                  </a:lnTo>
                  <a:lnTo>
                    <a:pt x="11325" y="115157"/>
                  </a:lnTo>
                  <a:close/>
                </a:path>
                <a:path w="16509" h="373379">
                  <a:moveTo>
                    <a:pt x="11325" y="101384"/>
                  </a:moveTo>
                  <a:lnTo>
                    <a:pt x="4799" y="101384"/>
                  </a:lnTo>
                  <a:lnTo>
                    <a:pt x="2303" y="103871"/>
                  </a:lnTo>
                  <a:lnTo>
                    <a:pt x="2303" y="106167"/>
                  </a:lnTo>
                  <a:lnTo>
                    <a:pt x="0" y="108080"/>
                  </a:lnTo>
                  <a:lnTo>
                    <a:pt x="2303" y="112671"/>
                  </a:lnTo>
                  <a:lnTo>
                    <a:pt x="2303" y="115157"/>
                  </a:lnTo>
                  <a:lnTo>
                    <a:pt x="13821" y="115157"/>
                  </a:lnTo>
                  <a:lnTo>
                    <a:pt x="13821" y="112671"/>
                  </a:lnTo>
                  <a:lnTo>
                    <a:pt x="16124" y="108080"/>
                  </a:lnTo>
                  <a:lnTo>
                    <a:pt x="13821" y="106167"/>
                  </a:lnTo>
                  <a:lnTo>
                    <a:pt x="13821" y="103871"/>
                  </a:lnTo>
                  <a:lnTo>
                    <a:pt x="11325" y="101384"/>
                  </a:lnTo>
                  <a:close/>
                </a:path>
                <a:path w="16509" h="373379">
                  <a:moveTo>
                    <a:pt x="13821" y="161450"/>
                  </a:moveTo>
                  <a:lnTo>
                    <a:pt x="2303" y="161450"/>
                  </a:lnTo>
                  <a:lnTo>
                    <a:pt x="2303" y="163745"/>
                  </a:lnTo>
                  <a:lnTo>
                    <a:pt x="0" y="165658"/>
                  </a:lnTo>
                  <a:lnTo>
                    <a:pt x="0" y="209464"/>
                  </a:lnTo>
                  <a:lnTo>
                    <a:pt x="2303" y="211951"/>
                  </a:lnTo>
                  <a:lnTo>
                    <a:pt x="2303" y="214247"/>
                  </a:lnTo>
                  <a:lnTo>
                    <a:pt x="4799" y="216542"/>
                  </a:lnTo>
                  <a:lnTo>
                    <a:pt x="11325" y="216542"/>
                  </a:lnTo>
                  <a:lnTo>
                    <a:pt x="13821" y="214247"/>
                  </a:lnTo>
                  <a:lnTo>
                    <a:pt x="13821" y="211951"/>
                  </a:lnTo>
                  <a:lnTo>
                    <a:pt x="16124" y="209464"/>
                  </a:lnTo>
                  <a:lnTo>
                    <a:pt x="16124" y="165658"/>
                  </a:lnTo>
                  <a:lnTo>
                    <a:pt x="13821" y="163745"/>
                  </a:lnTo>
                  <a:lnTo>
                    <a:pt x="13821" y="161450"/>
                  </a:lnTo>
                  <a:close/>
                </a:path>
                <a:path w="16509" h="373379">
                  <a:moveTo>
                    <a:pt x="9022" y="158963"/>
                  </a:moveTo>
                  <a:lnTo>
                    <a:pt x="4799" y="161450"/>
                  </a:lnTo>
                  <a:lnTo>
                    <a:pt x="11325" y="161450"/>
                  </a:lnTo>
                  <a:lnTo>
                    <a:pt x="9022" y="158963"/>
                  </a:lnTo>
                  <a:close/>
                </a:path>
                <a:path w="16509" h="373379">
                  <a:moveTo>
                    <a:pt x="11325" y="260539"/>
                  </a:moveTo>
                  <a:lnTo>
                    <a:pt x="4799" y="260539"/>
                  </a:lnTo>
                  <a:lnTo>
                    <a:pt x="2303" y="262452"/>
                  </a:lnTo>
                  <a:lnTo>
                    <a:pt x="2303" y="264748"/>
                  </a:lnTo>
                  <a:lnTo>
                    <a:pt x="0" y="267043"/>
                  </a:lnTo>
                  <a:lnTo>
                    <a:pt x="2303" y="269530"/>
                  </a:lnTo>
                  <a:lnTo>
                    <a:pt x="2303" y="271825"/>
                  </a:lnTo>
                  <a:lnTo>
                    <a:pt x="4799" y="274121"/>
                  </a:lnTo>
                  <a:lnTo>
                    <a:pt x="11325" y="274121"/>
                  </a:lnTo>
                  <a:lnTo>
                    <a:pt x="13821" y="271825"/>
                  </a:lnTo>
                  <a:lnTo>
                    <a:pt x="13821" y="269530"/>
                  </a:lnTo>
                  <a:lnTo>
                    <a:pt x="16124" y="267043"/>
                  </a:lnTo>
                  <a:lnTo>
                    <a:pt x="13821" y="264748"/>
                  </a:lnTo>
                  <a:lnTo>
                    <a:pt x="13821" y="262452"/>
                  </a:lnTo>
                  <a:lnTo>
                    <a:pt x="11325" y="260539"/>
                  </a:lnTo>
                  <a:close/>
                </a:path>
                <a:path w="16509" h="373379">
                  <a:moveTo>
                    <a:pt x="11325" y="370915"/>
                  </a:moveTo>
                  <a:lnTo>
                    <a:pt x="4799" y="370915"/>
                  </a:lnTo>
                  <a:lnTo>
                    <a:pt x="9022" y="373210"/>
                  </a:lnTo>
                  <a:lnTo>
                    <a:pt x="11325" y="370915"/>
                  </a:lnTo>
                  <a:close/>
                </a:path>
                <a:path w="16509" h="373379">
                  <a:moveTo>
                    <a:pt x="11325" y="318118"/>
                  </a:moveTo>
                  <a:lnTo>
                    <a:pt x="4799" y="318118"/>
                  </a:lnTo>
                  <a:lnTo>
                    <a:pt x="2303" y="319840"/>
                  </a:lnTo>
                  <a:lnTo>
                    <a:pt x="2303" y="322327"/>
                  </a:lnTo>
                  <a:lnTo>
                    <a:pt x="0" y="324622"/>
                  </a:lnTo>
                  <a:lnTo>
                    <a:pt x="0" y="366132"/>
                  </a:lnTo>
                  <a:lnTo>
                    <a:pt x="2303" y="368619"/>
                  </a:lnTo>
                  <a:lnTo>
                    <a:pt x="2303" y="370915"/>
                  </a:lnTo>
                  <a:lnTo>
                    <a:pt x="13821" y="370915"/>
                  </a:lnTo>
                  <a:lnTo>
                    <a:pt x="13821" y="368619"/>
                  </a:lnTo>
                  <a:lnTo>
                    <a:pt x="16124" y="366132"/>
                  </a:lnTo>
                  <a:lnTo>
                    <a:pt x="16124" y="324622"/>
                  </a:lnTo>
                  <a:lnTo>
                    <a:pt x="13821" y="322327"/>
                  </a:lnTo>
                  <a:lnTo>
                    <a:pt x="13821" y="319840"/>
                  </a:lnTo>
                  <a:lnTo>
                    <a:pt x="11325" y="318118"/>
                  </a:lnTo>
                  <a:close/>
                </a:path>
              </a:pathLst>
            </a:custGeom>
            <a:solidFill>
              <a:srgbClr val="000000"/>
            </a:solidFill>
          </p:spPr>
          <p:txBody>
            <a:bodyPr wrap="square" lIns="0" tIns="0" rIns="0" bIns="0" rtlCol="0"/>
            <a:lstStyle/>
            <a:p/>
          </p:txBody>
        </p:sp>
        <p:sp>
          <p:nvSpPr>
            <p:cNvPr id="89" name="object 89" descr=""/>
            <p:cNvSpPr/>
            <p:nvPr/>
          </p:nvSpPr>
          <p:spPr>
            <a:xfrm>
              <a:off x="6756893" y="3288302"/>
              <a:ext cx="16510" cy="373380"/>
            </a:xfrm>
            <a:custGeom>
              <a:avLst/>
              <a:gdLst/>
              <a:ahLst/>
              <a:cxnLst/>
              <a:rect l="l" t="t" r="r" b="b"/>
              <a:pathLst>
                <a:path w="16509" h="373379">
                  <a:moveTo>
                    <a:pt x="16124" y="9373"/>
                  </a:moveTo>
                  <a:lnTo>
                    <a:pt x="16124" y="50501"/>
                  </a:lnTo>
                  <a:lnTo>
                    <a:pt x="13821" y="52796"/>
                  </a:lnTo>
                  <a:lnTo>
                    <a:pt x="13821" y="55092"/>
                  </a:lnTo>
                  <a:lnTo>
                    <a:pt x="11325" y="57578"/>
                  </a:lnTo>
                  <a:lnTo>
                    <a:pt x="9022" y="57578"/>
                  </a:lnTo>
                  <a:lnTo>
                    <a:pt x="4799" y="57578"/>
                  </a:lnTo>
                  <a:lnTo>
                    <a:pt x="2303" y="55092"/>
                  </a:lnTo>
                  <a:lnTo>
                    <a:pt x="2303" y="52796"/>
                  </a:lnTo>
                  <a:lnTo>
                    <a:pt x="0" y="50501"/>
                  </a:lnTo>
                  <a:lnTo>
                    <a:pt x="0" y="9373"/>
                  </a:lnTo>
                  <a:lnTo>
                    <a:pt x="2303" y="4591"/>
                  </a:lnTo>
                  <a:lnTo>
                    <a:pt x="2303" y="2295"/>
                  </a:lnTo>
                  <a:lnTo>
                    <a:pt x="4799" y="2295"/>
                  </a:lnTo>
                  <a:lnTo>
                    <a:pt x="9022" y="0"/>
                  </a:lnTo>
                  <a:lnTo>
                    <a:pt x="11325" y="2295"/>
                  </a:lnTo>
                  <a:lnTo>
                    <a:pt x="13821" y="2295"/>
                  </a:lnTo>
                  <a:lnTo>
                    <a:pt x="13821" y="4591"/>
                  </a:lnTo>
                  <a:lnTo>
                    <a:pt x="16124" y="9373"/>
                  </a:lnTo>
                  <a:close/>
                </a:path>
                <a:path w="16509" h="373379">
                  <a:moveTo>
                    <a:pt x="16124" y="108080"/>
                  </a:moveTo>
                  <a:lnTo>
                    <a:pt x="13821" y="112671"/>
                  </a:lnTo>
                  <a:lnTo>
                    <a:pt x="13821" y="115157"/>
                  </a:lnTo>
                  <a:lnTo>
                    <a:pt x="11325" y="115157"/>
                  </a:lnTo>
                  <a:lnTo>
                    <a:pt x="9022" y="117453"/>
                  </a:lnTo>
                  <a:lnTo>
                    <a:pt x="4799" y="115157"/>
                  </a:lnTo>
                  <a:lnTo>
                    <a:pt x="2303" y="115157"/>
                  </a:lnTo>
                  <a:lnTo>
                    <a:pt x="2303" y="112671"/>
                  </a:lnTo>
                  <a:lnTo>
                    <a:pt x="0" y="108080"/>
                  </a:lnTo>
                  <a:lnTo>
                    <a:pt x="2303" y="106167"/>
                  </a:lnTo>
                  <a:lnTo>
                    <a:pt x="2303" y="103871"/>
                  </a:lnTo>
                  <a:lnTo>
                    <a:pt x="4799" y="101384"/>
                  </a:lnTo>
                  <a:lnTo>
                    <a:pt x="9022" y="101384"/>
                  </a:lnTo>
                  <a:lnTo>
                    <a:pt x="11325" y="101384"/>
                  </a:lnTo>
                  <a:lnTo>
                    <a:pt x="13821" y="103871"/>
                  </a:lnTo>
                  <a:lnTo>
                    <a:pt x="13821" y="106167"/>
                  </a:lnTo>
                  <a:lnTo>
                    <a:pt x="16124" y="108080"/>
                  </a:lnTo>
                  <a:close/>
                </a:path>
                <a:path w="16509" h="373379">
                  <a:moveTo>
                    <a:pt x="16124" y="165658"/>
                  </a:moveTo>
                  <a:lnTo>
                    <a:pt x="16124" y="209464"/>
                  </a:lnTo>
                  <a:lnTo>
                    <a:pt x="13821" y="211951"/>
                  </a:lnTo>
                  <a:lnTo>
                    <a:pt x="13821" y="214247"/>
                  </a:lnTo>
                  <a:lnTo>
                    <a:pt x="11325" y="216542"/>
                  </a:lnTo>
                  <a:lnTo>
                    <a:pt x="9022" y="216542"/>
                  </a:lnTo>
                  <a:lnTo>
                    <a:pt x="4799" y="216542"/>
                  </a:lnTo>
                  <a:lnTo>
                    <a:pt x="2303" y="214247"/>
                  </a:lnTo>
                  <a:lnTo>
                    <a:pt x="2303" y="211951"/>
                  </a:lnTo>
                  <a:lnTo>
                    <a:pt x="0" y="209464"/>
                  </a:lnTo>
                  <a:lnTo>
                    <a:pt x="0" y="165658"/>
                  </a:lnTo>
                  <a:lnTo>
                    <a:pt x="2303" y="163745"/>
                  </a:lnTo>
                  <a:lnTo>
                    <a:pt x="2303" y="161450"/>
                  </a:lnTo>
                  <a:lnTo>
                    <a:pt x="4799" y="161450"/>
                  </a:lnTo>
                  <a:lnTo>
                    <a:pt x="9022" y="158963"/>
                  </a:lnTo>
                  <a:lnTo>
                    <a:pt x="11325" y="161450"/>
                  </a:lnTo>
                  <a:lnTo>
                    <a:pt x="13821" y="161450"/>
                  </a:lnTo>
                  <a:lnTo>
                    <a:pt x="13821" y="163745"/>
                  </a:lnTo>
                  <a:lnTo>
                    <a:pt x="16124" y="165658"/>
                  </a:lnTo>
                  <a:close/>
                </a:path>
                <a:path w="16509" h="373379">
                  <a:moveTo>
                    <a:pt x="16124" y="267043"/>
                  </a:moveTo>
                  <a:lnTo>
                    <a:pt x="13821" y="269530"/>
                  </a:lnTo>
                  <a:lnTo>
                    <a:pt x="13821" y="271825"/>
                  </a:lnTo>
                  <a:lnTo>
                    <a:pt x="11325" y="274121"/>
                  </a:lnTo>
                  <a:lnTo>
                    <a:pt x="9022" y="274121"/>
                  </a:lnTo>
                  <a:lnTo>
                    <a:pt x="4799" y="274121"/>
                  </a:lnTo>
                  <a:lnTo>
                    <a:pt x="2303" y="271825"/>
                  </a:lnTo>
                  <a:lnTo>
                    <a:pt x="2303" y="269530"/>
                  </a:lnTo>
                  <a:lnTo>
                    <a:pt x="0" y="267043"/>
                  </a:lnTo>
                  <a:lnTo>
                    <a:pt x="2303" y="264748"/>
                  </a:lnTo>
                  <a:lnTo>
                    <a:pt x="2303" y="262452"/>
                  </a:lnTo>
                  <a:lnTo>
                    <a:pt x="4799" y="260539"/>
                  </a:lnTo>
                  <a:lnTo>
                    <a:pt x="9022" y="260539"/>
                  </a:lnTo>
                  <a:lnTo>
                    <a:pt x="11325" y="260539"/>
                  </a:lnTo>
                  <a:lnTo>
                    <a:pt x="13821" y="262452"/>
                  </a:lnTo>
                  <a:lnTo>
                    <a:pt x="13821" y="264748"/>
                  </a:lnTo>
                  <a:lnTo>
                    <a:pt x="16124" y="267043"/>
                  </a:lnTo>
                  <a:close/>
                </a:path>
                <a:path w="16509" h="373379">
                  <a:moveTo>
                    <a:pt x="16124" y="324622"/>
                  </a:moveTo>
                  <a:lnTo>
                    <a:pt x="16124" y="366132"/>
                  </a:lnTo>
                  <a:lnTo>
                    <a:pt x="13821" y="368619"/>
                  </a:lnTo>
                  <a:lnTo>
                    <a:pt x="13821" y="370915"/>
                  </a:lnTo>
                  <a:lnTo>
                    <a:pt x="11325" y="370915"/>
                  </a:lnTo>
                  <a:lnTo>
                    <a:pt x="9022" y="373210"/>
                  </a:lnTo>
                  <a:lnTo>
                    <a:pt x="4799" y="370915"/>
                  </a:lnTo>
                  <a:lnTo>
                    <a:pt x="2303" y="370915"/>
                  </a:lnTo>
                  <a:lnTo>
                    <a:pt x="2303" y="368619"/>
                  </a:lnTo>
                  <a:lnTo>
                    <a:pt x="0" y="366132"/>
                  </a:lnTo>
                  <a:lnTo>
                    <a:pt x="0" y="324622"/>
                  </a:lnTo>
                  <a:lnTo>
                    <a:pt x="2303" y="322327"/>
                  </a:lnTo>
                  <a:lnTo>
                    <a:pt x="2303" y="319840"/>
                  </a:lnTo>
                  <a:lnTo>
                    <a:pt x="4799" y="318118"/>
                  </a:lnTo>
                  <a:lnTo>
                    <a:pt x="9022" y="318118"/>
                  </a:lnTo>
                  <a:lnTo>
                    <a:pt x="11325" y="318118"/>
                  </a:lnTo>
                  <a:lnTo>
                    <a:pt x="13821" y="319840"/>
                  </a:lnTo>
                  <a:lnTo>
                    <a:pt x="13821" y="322327"/>
                  </a:lnTo>
                  <a:lnTo>
                    <a:pt x="16124" y="324622"/>
                  </a:lnTo>
                  <a:close/>
                </a:path>
              </a:pathLst>
            </a:custGeom>
            <a:ln w="3175">
              <a:solidFill>
                <a:srgbClr val="000000"/>
              </a:solidFill>
            </a:ln>
          </p:spPr>
          <p:txBody>
            <a:bodyPr wrap="square" lIns="0" tIns="0" rIns="0" bIns="0" rtlCol="0"/>
            <a:lstStyle/>
            <a:p/>
          </p:txBody>
        </p:sp>
        <p:sp>
          <p:nvSpPr>
            <p:cNvPr id="90" name="object 90" descr=""/>
            <p:cNvSpPr/>
            <p:nvPr/>
          </p:nvSpPr>
          <p:spPr>
            <a:xfrm>
              <a:off x="6756893" y="3645444"/>
              <a:ext cx="274955" cy="16510"/>
            </a:xfrm>
            <a:custGeom>
              <a:avLst/>
              <a:gdLst/>
              <a:ahLst/>
              <a:cxnLst/>
              <a:rect l="l" t="t" r="r" b="b"/>
              <a:pathLst>
                <a:path w="274954" h="16510">
                  <a:moveTo>
                    <a:pt x="53173" y="13773"/>
                  </a:moveTo>
                  <a:lnTo>
                    <a:pt x="4799" y="13773"/>
                  </a:lnTo>
                  <a:lnTo>
                    <a:pt x="9022" y="16068"/>
                  </a:lnTo>
                  <a:lnTo>
                    <a:pt x="50870" y="16068"/>
                  </a:lnTo>
                  <a:lnTo>
                    <a:pt x="53173" y="13773"/>
                  </a:lnTo>
                  <a:close/>
                </a:path>
                <a:path w="274954" h="16510">
                  <a:moveTo>
                    <a:pt x="55669" y="1912"/>
                  </a:moveTo>
                  <a:lnTo>
                    <a:pt x="2303" y="1912"/>
                  </a:lnTo>
                  <a:lnTo>
                    <a:pt x="2303" y="4399"/>
                  </a:lnTo>
                  <a:lnTo>
                    <a:pt x="0" y="8990"/>
                  </a:lnTo>
                  <a:lnTo>
                    <a:pt x="2303" y="11477"/>
                  </a:lnTo>
                  <a:lnTo>
                    <a:pt x="2303" y="13773"/>
                  </a:lnTo>
                  <a:lnTo>
                    <a:pt x="55669" y="13773"/>
                  </a:lnTo>
                  <a:lnTo>
                    <a:pt x="57972" y="11477"/>
                  </a:lnTo>
                  <a:lnTo>
                    <a:pt x="57972" y="4399"/>
                  </a:lnTo>
                  <a:lnTo>
                    <a:pt x="55669" y="1912"/>
                  </a:lnTo>
                  <a:close/>
                </a:path>
                <a:path w="274954" h="16510">
                  <a:moveTo>
                    <a:pt x="50870" y="0"/>
                  </a:moveTo>
                  <a:lnTo>
                    <a:pt x="9022" y="0"/>
                  </a:lnTo>
                  <a:lnTo>
                    <a:pt x="4799" y="1912"/>
                  </a:lnTo>
                  <a:lnTo>
                    <a:pt x="53173" y="1912"/>
                  </a:lnTo>
                  <a:lnTo>
                    <a:pt x="50870" y="0"/>
                  </a:lnTo>
                  <a:close/>
                </a:path>
                <a:path w="274954" h="16510">
                  <a:moveTo>
                    <a:pt x="113066" y="13773"/>
                  </a:moveTo>
                  <a:lnTo>
                    <a:pt x="106539" y="13773"/>
                  </a:lnTo>
                  <a:lnTo>
                    <a:pt x="108458" y="16068"/>
                  </a:lnTo>
                  <a:lnTo>
                    <a:pt x="113066" y="13773"/>
                  </a:lnTo>
                  <a:close/>
                </a:path>
                <a:path w="274954" h="16510">
                  <a:moveTo>
                    <a:pt x="115561" y="1912"/>
                  </a:moveTo>
                  <a:lnTo>
                    <a:pt x="104043" y="1912"/>
                  </a:lnTo>
                  <a:lnTo>
                    <a:pt x="101740" y="4399"/>
                  </a:lnTo>
                  <a:lnTo>
                    <a:pt x="101740" y="11477"/>
                  </a:lnTo>
                  <a:lnTo>
                    <a:pt x="104043" y="13773"/>
                  </a:lnTo>
                  <a:lnTo>
                    <a:pt x="115561" y="13773"/>
                  </a:lnTo>
                  <a:lnTo>
                    <a:pt x="115561" y="11477"/>
                  </a:lnTo>
                  <a:lnTo>
                    <a:pt x="117865" y="8990"/>
                  </a:lnTo>
                  <a:lnTo>
                    <a:pt x="115561" y="4399"/>
                  </a:lnTo>
                  <a:lnTo>
                    <a:pt x="115561" y="1912"/>
                  </a:lnTo>
                  <a:close/>
                </a:path>
                <a:path w="274954" h="16510">
                  <a:moveTo>
                    <a:pt x="108458" y="0"/>
                  </a:moveTo>
                  <a:lnTo>
                    <a:pt x="106539" y="1912"/>
                  </a:lnTo>
                  <a:lnTo>
                    <a:pt x="113066" y="1912"/>
                  </a:lnTo>
                  <a:lnTo>
                    <a:pt x="108458" y="0"/>
                  </a:lnTo>
                  <a:close/>
                </a:path>
                <a:path w="274954" h="16510">
                  <a:moveTo>
                    <a:pt x="212502" y="13773"/>
                  </a:moveTo>
                  <a:lnTo>
                    <a:pt x="163936" y="13773"/>
                  </a:lnTo>
                  <a:lnTo>
                    <a:pt x="166431" y="16068"/>
                  </a:lnTo>
                  <a:lnTo>
                    <a:pt x="210199" y="16068"/>
                  </a:lnTo>
                  <a:lnTo>
                    <a:pt x="212502" y="13773"/>
                  </a:lnTo>
                  <a:close/>
                </a:path>
                <a:path w="274954" h="16510">
                  <a:moveTo>
                    <a:pt x="214998" y="1912"/>
                  </a:moveTo>
                  <a:lnTo>
                    <a:pt x="161632" y="1912"/>
                  </a:lnTo>
                  <a:lnTo>
                    <a:pt x="161632" y="4399"/>
                  </a:lnTo>
                  <a:lnTo>
                    <a:pt x="159329" y="8990"/>
                  </a:lnTo>
                  <a:lnTo>
                    <a:pt x="161632" y="11477"/>
                  </a:lnTo>
                  <a:lnTo>
                    <a:pt x="161632" y="13773"/>
                  </a:lnTo>
                  <a:lnTo>
                    <a:pt x="214998" y="13773"/>
                  </a:lnTo>
                  <a:lnTo>
                    <a:pt x="217301" y="11477"/>
                  </a:lnTo>
                  <a:lnTo>
                    <a:pt x="217301" y="4399"/>
                  </a:lnTo>
                  <a:lnTo>
                    <a:pt x="214998" y="1912"/>
                  </a:lnTo>
                  <a:close/>
                </a:path>
                <a:path w="274954" h="16510">
                  <a:moveTo>
                    <a:pt x="210199" y="0"/>
                  </a:moveTo>
                  <a:lnTo>
                    <a:pt x="166431" y="0"/>
                  </a:lnTo>
                  <a:lnTo>
                    <a:pt x="163936" y="1912"/>
                  </a:lnTo>
                  <a:lnTo>
                    <a:pt x="212502" y="1912"/>
                  </a:lnTo>
                  <a:lnTo>
                    <a:pt x="210199" y="0"/>
                  </a:lnTo>
                  <a:close/>
                </a:path>
                <a:path w="274954" h="16510">
                  <a:moveTo>
                    <a:pt x="270475" y="13773"/>
                  </a:moveTo>
                  <a:lnTo>
                    <a:pt x="265868" y="13773"/>
                  </a:lnTo>
                  <a:lnTo>
                    <a:pt x="268172" y="16068"/>
                  </a:lnTo>
                  <a:lnTo>
                    <a:pt x="270475" y="13773"/>
                  </a:lnTo>
                  <a:close/>
                </a:path>
                <a:path w="274954" h="16510">
                  <a:moveTo>
                    <a:pt x="272395" y="1912"/>
                  </a:moveTo>
                  <a:lnTo>
                    <a:pt x="263373" y="1912"/>
                  </a:lnTo>
                  <a:lnTo>
                    <a:pt x="261069" y="4399"/>
                  </a:lnTo>
                  <a:lnTo>
                    <a:pt x="261069" y="11477"/>
                  </a:lnTo>
                  <a:lnTo>
                    <a:pt x="263373" y="13773"/>
                  </a:lnTo>
                  <a:lnTo>
                    <a:pt x="272395" y="13773"/>
                  </a:lnTo>
                  <a:lnTo>
                    <a:pt x="274890" y="11477"/>
                  </a:lnTo>
                  <a:lnTo>
                    <a:pt x="274890" y="4399"/>
                  </a:lnTo>
                  <a:lnTo>
                    <a:pt x="272395" y="1912"/>
                  </a:lnTo>
                  <a:close/>
                </a:path>
                <a:path w="274954" h="16510">
                  <a:moveTo>
                    <a:pt x="268172" y="0"/>
                  </a:moveTo>
                  <a:lnTo>
                    <a:pt x="265868" y="1912"/>
                  </a:lnTo>
                  <a:lnTo>
                    <a:pt x="270475" y="1912"/>
                  </a:lnTo>
                  <a:lnTo>
                    <a:pt x="268172" y="0"/>
                  </a:lnTo>
                  <a:close/>
                </a:path>
              </a:pathLst>
            </a:custGeom>
            <a:solidFill>
              <a:srgbClr val="000000"/>
            </a:solidFill>
          </p:spPr>
          <p:txBody>
            <a:bodyPr wrap="square" lIns="0" tIns="0" rIns="0" bIns="0" rtlCol="0"/>
            <a:lstStyle/>
            <a:p/>
          </p:txBody>
        </p:sp>
        <p:sp>
          <p:nvSpPr>
            <p:cNvPr id="91" name="object 91" descr=""/>
            <p:cNvSpPr/>
            <p:nvPr/>
          </p:nvSpPr>
          <p:spPr>
            <a:xfrm>
              <a:off x="6756893" y="3645444"/>
              <a:ext cx="274955" cy="16510"/>
            </a:xfrm>
            <a:custGeom>
              <a:avLst/>
              <a:gdLst/>
              <a:ahLst/>
              <a:cxnLst/>
              <a:rect l="l" t="t" r="r" b="b"/>
              <a:pathLst>
                <a:path w="274954" h="16510">
                  <a:moveTo>
                    <a:pt x="9022" y="0"/>
                  </a:moveTo>
                  <a:lnTo>
                    <a:pt x="50870" y="0"/>
                  </a:lnTo>
                  <a:lnTo>
                    <a:pt x="53173" y="1912"/>
                  </a:lnTo>
                  <a:lnTo>
                    <a:pt x="55669" y="1912"/>
                  </a:lnTo>
                  <a:lnTo>
                    <a:pt x="57972" y="4399"/>
                  </a:lnTo>
                  <a:lnTo>
                    <a:pt x="57972" y="8990"/>
                  </a:lnTo>
                  <a:lnTo>
                    <a:pt x="57972" y="11477"/>
                  </a:lnTo>
                  <a:lnTo>
                    <a:pt x="55669" y="13773"/>
                  </a:lnTo>
                  <a:lnTo>
                    <a:pt x="53173" y="13773"/>
                  </a:lnTo>
                  <a:lnTo>
                    <a:pt x="50870" y="16068"/>
                  </a:lnTo>
                  <a:lnTo>
                    <a:pt x="9022" y="16068"/>
                  </a:lnTo>
                  <a:lnTo>
                    <a:pt x="4799" y="13773"/>
                  </a:lnTo>
                  <a:lnTo>
                    <a:pt x="2303" y="13773"/>
                  </a:lnTo>
                  <a:lnTo>
                    <a:pt x="2303" y="11477"/>
                  </a:lnTo>
                  <a:lnTo>
                    <a:pt x="0" y="8990"/>
                  </a:lnTo>
                  <a:lnTo>
                    <a:pt x="2303" y="4399"/>
                  </a:lnTo>
                  <a:lnTo>
                    <a:pt x="2303" y="1912"/>
                  </a:lnTo>
                  <a:lnTo>
                    <a:pt x="4799" y="1912"/>
                  </a:lnTo>
                  <a:lnTo>
                    <a:pt x="9022" y="0"/>
                  </a:lnTo>
                  <a:close/>
                </a:path>
                <a:path w="274954" h="16510">
                  <a:moveTo>
                    <a:pt x="108458" y="0"/>
                  </a:moveTo>
                  <a:lnTo>
                    <a:pt x="113066" y="1912"/>
                  </a:lnTo>
                  <a:lnTo>
                    <a:pt x="115561" y="1912"/>
                  </a:lnTo>
                  <a:lnTo>
                    <a:pt x="115561" y="4399"/>
                  </a:lnTo>
                  <a:lnTo>
                    <a:pt x="117865" y="8990"/>
                  </a:lnTo>
                  <a:lnTo>
                    <a:pt x="115561" y="11477"/>
                  </a:lnTo>
                  <a:lnTo>
                    <a:pt x="115561" y="13773"/>
                  </a:lnTo>
                  <a:lnTo>
                    <a:pt x="113066" y="13773"/>
                  </a:lnTo>
                  <a:lnTo>
                    <a:pt x="108459" y="16068"/>
                  </a:lnTo>
                  <a:lnTo>
                    <a:pt x="106539" y="13773"/>
                  </a:lnTo>
                  <a:lnTo>
                    <a:pt x="104043" y="13773"/>
                  </a:lnTo>
                  <a:lnTo>
                    <a:pt x="101740" y="11477"/>
                  </a:lnTo>
                  <a:lnTo>
                    <a:pt x="101740" y="8990"/>
                  </a:lnTo>
                  <a:lnTo>
                    <a:pt x="101740" y="4399"/>
                  </a:lnTo>
                  <a:lnTo>
                    <a:pt x="104043" y="1912"/>
                  </a:lnTo>
                  <a:lnTo>
                    <a:pt x="106539" y="1912"/>
                  </a:lnTo>
                  <a:lnTo>
                    <a:pt x="108458" y="0"/>
                  </a:lnTo>
                  <a:close/>
                </a:path>
                <a:path w="274954" h="16510">
                  <a:moveTo>
                    <a:pt x="166431" y="0"/>
                  </a:moveTo>
                  <a:lnTo>
                    <a:pt x="210199" y="0"/>
                  </a:lnTo>
                  <a:lnTo>
                    <a:pt x="212502" y="1912"/>
                  </a:lnTo>
                  <a:lnTo>
                    <a:pt x="214998" y="1912"/>
                  </a:lnTo>
                  <a:lnTo>
                    <a:pt x="217301" y="4399"/>
                  </a:lnTo>
                  <a:lnTo>
                    <a:pt x="217301" y="8990"/>
                  </a:lnTo>
                  <a:lnTo>
                    <a:pt x="217301" y="11477"/>
                  </a:lnTo>
                  <a:lnTo>
                    <a:pt x="214998" y="13773"/>
                  </a:lnTo>
                  <a:lnTo>
                    <a:pt x="212502" y="13773"/>
                  </a:lnTo>
                  <a:lnTo>
                    <a:pt x="210199" y="16068"/>
                  </a:lnTo>
                  <a:lnTo>
                    <a:pt x="166431" y="16068"/>
                  </a:lnTo>
                  <a:lnTo>
                    <a:pt x="163936" y="13773"/>
                  </a:lnTo>
                  <a:lnTo>
                    <a:pt x="161632" y="13773"/>
                  </a:lnTo>
                  <a:lnTo>
                    <a:pt x="161632" y="11477"/>
                  </a:lnTo>
                  <a:lnTo>
                    <a:pt x="159329" y="8990"/>
                  </a:lnTo>
                  <a:lnTo>
                    <a:pt x="161632" y="4399"/>
                  </a:lnTo>
                  <a:lnTo>
                    <a:pt x="161632" y="1912"/>
                  </a:lnTo>
                  <a:lnTo>
                    <a:pt x="163936" y="1912"/>
                  </a:lnTo>
                  <a:lnTo>
                    <a:pt x="166431" y="0"/>
                  </a:lnTo>
                  <a:close/>
                </a:path>
                <a:path w="274954" h="16510">
                  <a:moveTo>
                    <a:pt x="268172" y="0"/>
                  </a:moveTo>
                  <a:lnTo>
                    <a:pt x="270475" y="1912"/>
                  </a:lnTo>
                  <a:lnTo>
                    <a:pt x="272395" y="1912"/>
                  </a:lnTo>
                  <a:lnTo>
                    <a:pt x="274890" y="4399"/>
                  </a:lnTo>
                  <a:lnTo>
                    <a:pt x="274890" y="8990"/>
                  </a:lnTo>
                  <a:lnTo>
                    <a:pt x="274890" y="11477"/>
                  </a:lnTo>
                  <a:lnTo>
                    <a:pt x="272395" y="13773"/>
                  </a:lnTo>
                  <a:lnTo>
                    <a:pt x="270475" y="13773"/>
                  </a:lnTo>
                  <a:lnTo>
                    <a:pt x="268172" y="16068"/>
                  </a:lnTo>
                  <a:lnTo>
                    <a:pt x="265868" y="13773"/>
                  </a:lnTo>
                  <a:lnTo>
                    <a:pt x="263373" y="13773"/>
                  </a:lnTo>
                  <a:lnTo>
                    <a:pt x="261069" y="11477"/>
                  </a:lnTo>
                  <a:lnTo>
                    <a:pt x="261069" y="8990"/>
                  </a:lnTo>
                  <a:lnTo>
                    <a:pt x="261069" y="4399"/>
                  </a:lnTo>
                  <a:lnTo>
                    <a:pt x="263373" y="1912"/>
                  </a:lnTo>
                  <a:lnTo>
                    <a:pt x="265868" y="1912"/>
                  </a:lnTo>
                  <a:lnTo>
                    <a:pt x="268172" y="0"/>
                  </a:lnTo>
                  <a:close/>
                </a:path>
              </a:pathLst>
            </a:custGeom>
            <a:ln w="3175">
              <a:solidFill>
                <a:srgbClr val="000000"/>
              </a:solidFill>
            </a:ln>
          </p:spPr>
          <p:txBody>
            <a:bodyPr wrap="square" lIns="0" tIns="0" rIns="0" bIns="0" rtlCol="0"/>
            <a:lstStyle/>
            <a:p/>
          </p:txBody>
        </p:sp>
        <p:sp>
          <p:nvSpPr>
            <p:cNvPr id="92" name="object 92" descr=""/>
            <p:cNvSpPr/>
            <p:nvPr/>
          </p:nvSpPr>
          <p:spPr>
            <a:xfrm>
              <a:off x="8258042" y="3471751"/>
              <a:ext cx="284480" cy="0"/>
            </a:xfrm>
            <a:custGeom>
              <a:avLst/>
              <a:gdLst/>
              <a:ahLst/>
              <a:cxnLst/>
              <a:rect l="l" t="t" r="r" b="b"/>
              <a:pathLst>
                <a:path w="284479" h="0">
                  <a:moveTo>
                    <a:pt x="0" y="0"/>
                  </a:moveTo>
                  <a:lnTo>
                    <a:pt x="284296" y="0"/>
                  </a:lnTo>
                </a:path>
              </a:pathLst>
            </a:custGeom>
            <a:ln w="13741">
              <a:solidFill>
                <a:srgbClr val="000000"/>
              </a:solidFill>
            </a:ln>
          </p:spPr>
          <p:txBody>
            <a:bodyPr wrap="square" lIns="0" tIns="0" rIns="0" bIns="0" rtlCol="0"/>
            <a:lstStyle/>
            <a:p/>
          </p:txBody>
        </p:sp>
        <p:pic>
          <p:nvPicPr>
            <p:cNvPr id="93" name="object 93" descr=""/>
            <p:cNvPicPr/>
            <p:nvPr/>
          </p:nvPicPr>
          <p:blipFill>
            <a:blip r:embed="rId6" cstate="print"/>
            <a:stretch>
              <a:fillRect/>
            </a:stretch>
          </p:blipFill>
          <p:spPr>
            <a:xfrm>
              <a:off x="8540036" y="3115049"/>
              <a:ext cx="203039" cy="774005"/>
            </a:xfrm>
            <a:prstGeom prst="rect">
              <a:avLst/>
            </a:prstGeom>
          </p:spPr>
        </p:pic>
        <p:sp>
          <p:nvSpPr>
            <p:cNvPr id="94" name="object 94" descr=""/>
            <p:cNvSpPr/>
            <p:nvPr/>
          </p:nvSpPr>
          <p:spPr>
            <a:xfrm>
              <a:off x="6640755" y="3115049"/>
              <a:ext cx="2992120" cy="774065"/>
            </a:xfrm>
            <a:custGeom>
              <a:avLst/>
              <a:gdLst/>
              <a:ahLst/>
              <a:cxnLst/>
              <a:rect l="l" t="t" r="r" b="b"/>
              <a:pathLst>
                <a:path w="2992120" h="774064">
                  <a:moveTo>
                    <a:pt x="1901583" y="774005"/>
                  </a:moveTo>
                  <a:lnTo>
                    <a:pt x="2102242" y="774005"/>
                  </a:lnTo>
                  <a:lnTo>
                    <a:pt x="2102242" y="0"/>
                  </a:lnTo>
                  <a:lnTo>
                    <a:pt x="1901583" y="0"/>
                  </a:lnTo>
                  <a:lnTo>
                    <a:pt x="1901583" y="774005"/>
                  </a:lnTo>
                  <a:close/>
                </a:path>
                <a:path w="2992120" h="774064">
                  <a:moveTo>
                    <a:pt x="2102184" y="356702"/>
                  </a:moveTo>
                  <a:lnTo>
                    <a:pt x="2305857" y="356702"/>
                  </a:lnTo>
                </a:path>
                <a:path w="2992120" h="774064">
                  <a:moveTo>
                    <a:pt x="2790755" y="356702"/>
                  </a:moveTo>
                  <a:lnTo>
                    <a:pt x="2991932" y="356702"/>
                  </a:lnTo>
                </a:path>
                <a:path w="2992120" h="774064">
                  <a:moveTo>
                    <a:pt x="0" y="356702"/>
                  </a:moveTo>
                  <a:lnTo>
                    <a:pt x="0" y="237336"/>
                  </a:lnTo>
                </a:path>
                <a:path w="2992120" h="774064">
                  <a:moveTo>
                    <a:pt x="0" y="237336"/>
                  </a:moveTo>
                  <a:lnTo>
                    <a:pt x="122280" y="237336"/>
                  </a:lnTo>
                </a:path>
                <a:path w="2992120" h="774064">
                  <a:moveTo>
                    <a:pt x="2183577" y="356702"/>
                  </a:moveTo>
                  <a:lnTo>
                    <a:pt x="2183577" y="594191"/>
                  </a:lnTo>
                </a:path>
                <a:path w="2992120" h="774064">
                  <a:moveTo>
                    <a:pt x="2183577" y="594191"/>
                  </a:moveTo>
                  <a:lnTo>
                    <a:pt x="2871572" y="594191"/>
                  </a:lnTo>
                </a:path>
                <a:path w="2992120" h="774064">
                  <a:moveTo>
                    <a:pt x="2871572" y="594191"/>
                  </a:moveTo>
                  <a:lnTo>
                    <a:pt x="2871572" y="416767"/>
                  </a:lnTo>
                </a:path>
                <a:path w="2992120" h="774064">
                  <a:moveTo>
                    <a:pt x="2871572" y="416767"/>
                  </a:moveTo>
                  <a:lnTo>
                    <a:pt x="2991932" y="416767"/>
                  </a:lnTo>
                </a:path>
              </a:pathLst>
            </a:custGeom>
            <a:ln w="13765">
              <a:solidFill>
                <a:srgbClr val="000000"/>
              </a:solidFill>
            </a:ln>
          </p:spPr>
          <p:txBody>
            <a:bodyPr wrap="square" lIns="0" tIns="0" rIns="0" bIns="0" rtlCol="0"/>
            <a:lstStyle/>
            <a:p/>
          </p:txBody>
        </p:sp>
        <p:pic>
          <p:nvPicPr>
            <p:cNvPr id="95" name="object 95" descr=""/>
            <p:cNvPicPr/>
            <p:nvPr/>
          </p:nvPicPr>
          <p:blipFill>
            <a:blip r:embed="rId7" cstate="print"/>
            <a:stretch>
              <a:fillRect/>
            </a:stretch>
          </p:blipFill>
          <p:spPr>
            <a:xfrm>
              <a:off x="7449687" y="3115049"/>
              <a:ext cx="203039" cy="774005"/>
            </a:xfrm>
            <a:prstGeom prst="rect">
              <a:avLst/>
            </a:prstGeom>
          </p:spPr>
        </p:pic>
        <p:sp>
          <p:nvSpPr>
            <p:cNvPr id="96" name="object 96" descr=""/>
            <p:cNvSpPr/>
            <p:nvPr/>
          </p:nvSpPr>
          <p:spPr>
            <a:xfrm>
              <a:off x="7449687" y="3115049"/>
              <a:ext cx="203200" cy="774065"/>
            </a:xfrm>
            <a:custGeom>
              <a:avLst/>
              <a:gdLst/>
              <a:ahLst/>
              <a:cxnLst/>
              <a:rect l="l" t="t" r="r" b="b"/>
              <a:pathLst>
                <a:path w="203200" h="774064">
                  <a:moveTo>
                    <a:pt x="0" y="774005"/>
                  </a:moveTo>
                  <a:lnTo>
                    <a:pt x="203039" y="774005"/>
                  </a:lnTo>
                  <a:lnTo>
                    <a:pt x="203039" y="0"/>
                  </a:lnTo>
                  <a:lnTo>
                    <a:pt x="0" y="0"/>
                  </a:lnTo>
                  <a:lnTo>
                    <a:pt x="0" y="774005"/>
                  </a:lnTo>
                  <a:close/>
                </a:path>
              </a:pathLst>
            </a:custGeom>
            <a:ln w="13786">
              <a:solidFill>
                <a:srgbClr val="000000"/>
              </a:solidFill>
            </a:ln>
          </p:spPr>
          <p:txBody>
            <a:bodyPr wrap="square" lIns="0" tIns="0" rIns="0" bIns="0" rtlCol="0"/>
            <a:lstStyle/>
            <a:p/>
          </p:txBody>
        </p:sp>
        <p:pic>
          <p:nvPicPr>
            <p:cNvPr id="97" name="object 97" descr=""/>
            <p:cNvPicPr/>
            <p:nvPr/>
          </p:nvPicPr>
          <p:blipFill>
            <a:blip r:embed="rId6" cstate="print"/>
            <a:stretch>
              <a:fillRect/>
            </a:stretch>
          </p:blipFill>
          <p:spPr>
            <a:xfrm>
              <a:off x="6356458" y="3115049"/>
              <a:ext cx="203519" cy="774005"/>
            </a:xfrm>
            <a:prstGeom prst="rect">
              <a:avLst/>
            </a:prstGeom>
          </p:spPr>
        </p:pic>
        <p:sp>
          <p:nvSpPr>
            <p:cNvPr id="98" name="object 98" descr=""/>
            <p:cNvSpPr/>
            <p:nvPr/>
          </p:nvSpPr>
          <p:spPr>
            <a:xfrm>
              <a:off x="6358954" y="3115049"/>
              <a:ext cx="201295" cy="774065"/>
            </a:xfrm>
            <a:custGeom>
              <a:avLst/>
              <a:gdLst/>
              <a:ahLst/>
              <a:cxnLst/>
              <a:rect l="l" t="t" r="r" b="b"/>
              <a:pathLst>
                <a:path w="201295" h="774064">
                  <a:moveTo>
                    <a:pt x="0" y="774005"/>
                  </a:moveTo>
                  <a:lnTo>
                    <a:pt x="201138" y="774005"/>
                  </a:lnTo>
                  <a:lnTo>
                    <a:pt x="201138" y="0"/>
                  </a:lnTo>
                  <a:lnTo>
                    <a:pt x="0" y="0"/>
                  </a:lnTo>
                  <a:lnTo>
                    <a:pt x="0" y="774005"/>
                  </a:lnTo>
                  <a:close/>
                </a:path>
              </a:pathLst>
            </a:custGeom>
            <a:ln w="13786">
              <a:solidFill>
                <a:srgbClr val="000000"/>
              </a:solidFill>
            </a:ln>
          </p:spPr>
          <p:txBody>
            <a:bodyPr wrap="square" lIns="0" tIns="0" rIns="0" bIns="0" rtlCol="0"/>
            <a:lstStyle/>
            <a:p/>
          </p:txBody>
        </p:sp>
        <p:pic>
          <p:nvPicPr>
            <p:cNvPr id="99" name="object 99" descr=""/>
            <p:cNvPicPr/>
            <p:nvPr/>
          </p:nvPicPr>
          <p:blipFill>
            <a:blip r:embed="rId7" cstate="print"/>
            <a:stretch>
              <a:fillRect/>
            </a:stretch>
          </p:blipFill>
          <p:spPr>
            <a:xfrm>
              <a:off x="9632688" y="3115049"/>
              <a:ext cx="203519" cy="774005"/>
            </a:xfrm>
            <a:prstGeom prst="rect">
              <a:avLst/>
            </a:prstGeom>
          </p:spPr>
        </p:pic>
        <p:sp>
          <p:nvSpPr>
            <p:cNvPr id="100" name="object 100" descr=""/>
            <p:cNvSpPr/>
            <p:nvPr/>
          </p:nvSpPr>
          <p:spPr>
            <a:xfrm>
              <a:off x="8581308" y="3115049"/>
              <a:ext cx="1255395" cy="1377315"/>
            </a:xfrm>
            <a:custGeom>
              <a:avLst/>
              <a:gdLst/>
              <a:ahLst/>
              <a:cxnLst/>
              <a:rect l="l" t="t" r="r" b="b"/>
              <a:pathLst>
                <a:path w="1255395" h="1377314">
                  <a:moveTo>
                    <a:pt x="1051380" y="774005"/>
                  </a:moveTo>
                  <a:lnTo>
                    <a:pt x="1254899" y="774005"/>
                  </a:lnTo>
                  <a:lnTo>
                    <a:pt x="1254899" y="0"/>
                  </a:lnTo>
                  <a:lnTo>
                    <a:pt x="1051380" y="0"/>
                  </a:lnTo>
                  <a:lnTo>
                    <a:pt x="1051380" y="774005"/>
                  </a:lnTo>
                  <a:close/>
                </a:path>
                <a:path w="1255395" h="1377314">
                  <a:moveTo>
                    <a:pt x="0" y="1377149"/>
                  </a:moveTo>
                  <a:lnTo>
                    <a:pt x="446121" y="1377149"/>
                  </a:lnTo>
                </a:path>
                <a:path w="1255395" h="1377314">
                  <a:moveTo>
                    <a:pt x="41847" y="1073224"/>
                  </a:moveTo>
                  <a:lnTo>
                    <a:pt x="448425" y="1068499"/>
                  </a:lnTo>
                </a:path>
              </a:pathLst>
            </a:custGeom>
            <a:ln w="13765">
              <a:solidFill>
                <a:srgbClr val="000000"/>
              </a:solidFill>
            </a:ln>
          </p:spPr>
          <p:txBody>
            <a:bodyPr wrap="square" lIns="0" tIns="0" rIns="0" bIns="0" rtlCol="0"/>
            <a:lstStyle/>
            <a:p/>
          </p:txBody>
        </p:sp>
      </p:grpSp>
      <p:sp>
        <p:nvSpPr>
          <p:cNvPr id="101" name="object 101" descr=""/>
          <p:cNvSpPr txBox="1"/>
          <p:nvPr/>
        </p:nvSpPr>
        <p:spPr>
          <a:xfrm>
            <a:off x="6763036" y="4125970"/>
            <a:ext cx="485775" cy="357505"/>
          </a:xfrm>
          <a:prstGeom prst="rect">
            <a:avLst/>
          </a:prstGeom>
          <a:ln w="13758">
            <a:solidFill>
              <a:srgbClr val="000000"/>
            </a:solidFill>
          </a:ln>
        </p:spPr>
        <p:txBody>
          <a:bodyPr wrap="square" lIns="0" tIns="74930" rIns="0" bIns="0" rtlCol="0" vert="horz">
            <a:spAutoFit/>
          </a:bodyPr>
          <a:lstStyle/>
          <a:p>
            <a:pPr marL="138430">
              <a:lnSpc>
                <a:spcPct val="100000"/>
              </a:lnSpc>
              <a:spcBef>
                <a:spcPts val="590"/>
              </a:spcBef>
            </a:pPr>
            <a:r>
              <a:rPr dirty="0" sz="1350" spc="-25">
                <a:latin typeface="Times New Roman"/>
                <a:cs typeface="Times New Roman"/>
              </a:rPr>
              <a:t>IM</a:t>
            </a:r>
            <a:endParaRPr sz="1350">
              <a:latin typeface="Times New Roman"/>
              <a:cs typeface="Times New Roman"/>
            </a:endParaRPr>
          </a:p>
        </p:txBody>
      </p:sp>
      <p:sp>
        <p:nvSpPr>
          <p:cNvPr id="102" name="object 102" descr=""/>
          <p:cNvSpPr txBox="1"/>
          <p:nvPr/>
        </p:nvSpPr>
        <p:spPr>
          <a:xfrm>
            <a:off x="7940506" y="4172515"/>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sp>
        <p:nvSpPr>
          <p:cNvPr id="103" name="object 103" descr=""/>
          <p:cNvSpPr/>
          <p:nvPr/>
        </p:nvSpPr>
        <p:spPr>
          <a:xfrm>
            <a:off x="9027429" y="3948986"/>
            <a:ext cx="0" cy="220979"/>
          </a:xfrm>
          <a:custGeom>
            <a:avLst/>
            <a:gdLst/>
            <a:ahLst/>
            <a:cxnLst/>
            <a:rect l="l" t="t" r="r" b="b"/>
            <a:pathLst>
              <a:path w="0" h="220979">
                <a:moveTo>
                  <a:pt x="0" y="0"/>
                </a:moveTo>
                <a:lnTo>
                  <a:pt x="0" y="220884"/>
                </a:lnTo>
              </a:path>
            </a:pathLst>
          </a:custGeom>
          <a:ln w="13789">
            <a:solidFill>
              <a:srgbClr val="000000"/>
            </a:solidFill>
          </a:ln>
        </p:spPr>
        <p:txBody>
          <a:bodyPr wrap="square" lIns="0" tIns="0" rIns="0" bIns="0" rtlCol="0"/>
          <a:lstStyle/>
          <a:p/>
        </p:txBody>
      </p:sp>
      <p:sp>
        <p:nvSpPr>
          <p:cNvPr id="104" name="object 104" descr=""/>
          <p:cNvSpPr/>
          <p:nvPr/>
        </p:nvSpPr>
        <p:spPr>
          <a:xfrm>
            <a:off x="9027429" y="3948986"/>
            <a:ext cx="323850" cy="774065"/>
          </a:xfrm>
          <a:custGeom>
            <a:avLst/>
            <a:gdLst/>
            <a:ahLst/>
            <a:cxnLst/>
            <a:rect l="l" t="t" r="r" b="b"/>
            <a:pathLst>
              <a:path w="323850" h="774064">
                <a:moveTo>
                  <a:pt x="323265" y="165658"/>
                </a:moveTo>
                <a:lnTo>
                  <a:pt x="323265" y="607887"/>
                </a:lnTo>
              </a:path>
              <a:path w="323850" h="774064">
                <a:moveTo>
                  <a:pt x="0" y="0"/>
                </a:moveTo>
                <a:lnTo>
                  <a:pt x="323265" y="165658"/>
                </a:lnTo>
              </a:path>
              <a:path w="323850" h="774064">
                <a:moveTo>
                  <a:pt x="323265" y="607887"/>
                </a:moveTo>
                <a:lnTo>
                  <a:pt x="0" y="774005"/>
                </a:lnTo>
              </a:path>
              <a:path w="323850" h="774064">
                <a:moveTo>
                  <a:pt x="0" y="552661"/>
                </a:moveTo>
                <a:lnTo>
                  <a:pt x="0" y="774005"/>
                </a:lnTo>
              </a:path>
              <a:path w="323850" h="774064">
                <a:moveTo>
                  <a:pt x="0" y="220884"/>
                </a:moveTo>
                <a:lnTo>
                  <a:pt x="96941" y="387002"/>
                </a:lnTo>
              </a:path>
              <a:path w="323850" h="774064">
                <a:moveTo>
                  <a:pt x="96941" y="387002"/>
                </a:moveTo>
                <a:lnTo>
                  <a:pt x="0" y="552661"/>
                </a:lnTo>
              </a:path>
            </a:pathLst>
          </a:custGeom>
          <a:ln w="13765">
            <a:solidFill>
              <a:srgbClr val="000000"/>
            </a:solidFill>
          </a:ln>
        </p:spPr>
        <p:txBody>
          <a:bodyPr wrap="square" lIns="0" tIns="0" rIns="0" bIns="0" rtlCol="0"/>
          <a:lstStyle/>
          <a:p/>
        </p:txBody>
      </p:sp>
      <p:sp>
        <p:nvSpPr>
          <p:cNvPr id="105" name="object 105" descr=""/>
          <p:cNvSpPr txBox="1"/>
          <p:nvPr/>
        </p:nvSpPr>
        <p:spPr>
          <a:xfrm>
            <a:off x="9097254" y="4125073"/>
            <a:ext cx="218440" cy="382270"/>
          </a:xfrm>
          <a:prstGeom prst="rect">
            <a:avLst/>
          </a:prstGeom>
        </p:spPr>
        <p:txBody>
          <a:bodyPr wrap="square" lIns="0" tIns="0" rIns="0" bIns="0" rtlCol="0" vert="vert">
            <a:spAutoFit/>
          </a:bodyPr>
          <a:lstStyle/>
          <a:p>
            <a:pPr marL="12700">
              <a:lnSpc>
                <a:spcPts val="1590"/>
              </a:lnSpc>
            </a:pPr>
            <a:r>
              <a:rPr dirty="0" sz="1350" spc="-25">
                <a:latin typeface="Times New Roman"/>
                <a:cs typeface="Times New Roman"/>
              </a:rPr>
              <a:t>ALU</a:t>
            </a:r>
            <a:endParaRPr sz="1350">
              <a:latin typeface="Times New Roman"/>
              <a:cs typeface="Times New Roman"/>
            </a:endParaRPr>
          </a:p>
        </p:txBody>
      </p:sp>
      <p:grpSp>
        <p:nvGrpSpPr>
          <p:cNvPr id="106" name="object 106" descr=""/>
          <p:cNvGrpSpPr/>
          <p:nvPr/>
        </p:nvGrpSpPr>
        <p:grpSpPr>
          <a:xfrm>
            <a:off x="7241525" y="3942002"/>
            <a:ext cx="2602230" cy="788035"/>
            <a:chOff x="7241525" y="3942002"/>
            <a:chExt cx="2602230" cy="788035"/>
          </a:xfrm>
        </p:grpSpPr>
        <p:sp>
          <p:nvSpPr>
            <p:cNvPr id="107" name="object 107" descr=""/>
            <p:cNvSpPr/>
            <p:nvPr/>
          </p:nvSpPr>
          <p:spPr>
            <a:xfrm>
              <a:off x="7248510" y="4125970"/>
              <a:ext cx="1294130" cy="357505"/>
            </a:xfrm>
            <a:custGeom>
              <a:avLst/>
              <a:gdLst/>
              <a:ahLst/>
              <a:cxnLst/>
              <a:rect l="l" t="t" r="r" b="b"/>
              <a:pathLst>
                <a:path w="1294129" h="357504">
                  <a:moveTo>
                    <a:pt x="0" y="179814"/>
                  </a:moveTo>
                  <a:lnTo>
                    <a:pt x="201177" y="179814"/>
                  </a:lnTo>
                </a:path>
                <a:path w="1294129" h="357504">
                  <a:moveTo>
                    <a:pt x="404273" y="179814"/>
                  </a:moveTo>
                  <a:lnTo>
                    <a:pt x="605258" y="179814"/>
                  </a:lnTo>
                </a:path>
                <a:path w="1294129" h="357504">
                  <a:moveTo>
                    <a:pt x="1090348" y="106186"/>
                  </a:moveTo>
                  <a:lnTo>
                    <a:pt x="1293829" y="106186"/>
                  </a:lnTo>
                </a:path>
                <a:path w="1294129" h="357504">
                  <a:moveTo>
                    <a:pt x="1090348" y="274198"/>
                  </a:moveTo>
                  <a:lnTo>
                    <a:pt x="1293829" y="274198"/>
                  </a:lnTo>
                </a:path>
                <a:path w="1294129" h="357504">
                  <a:moveTo>
                    <a:pt x="847899" y="0"/>
                  </a:moveTo>
                  <a:lnTo>
                    <a:pt x="1090348" y="0"/>
                  </a:lnTo>
                </a:path>
                <a:path w="1294129" h="357504">
                  <a:moveTo>
                    <a:pt x="1090348" y="0"/>
                  </a:moveTo>
                  <a:lnTo>
                    <a:pt x="1090348" y="357276"/>
                  </a:lnTo>
                </a:path>
                <a:path w="1294129" h="357504">
                  <a:moveTo>
                    <a:pt x="847899" y="357276"/>
                  </a:moveTo>
                  <a:lnTo>
                    <a:pt x="1090348" y="357276"/>
                  </a:lnTo>
                </a:path>
              </a:pathLst>
            </a:custGeom>
            <a:ln w="13765">
              <a:solidFill>
                <a:srgbClr val="000000"/>
              </a:solidFill>
            </a:ln>
          </p:spPr>
          <p:txBody>
            <a:bodyPr wrap="square" lIns="0" tIns="0" rIns="0" bIns="0" rtlCol="0"/>
            <a:lstStyle/>
            <a:p/>
          </p:txBody>
        </p:sp>
        <p:sp>
          <p:nvSpPr>
            <p:cNvPr id="108" name="object 108" descr=""/>
            <p:cNvSpPr/>
            <p:nvPr/>
          </p:nvSpPr>
          <p:spPr>
            <a:xfrm>
              <a:off x="7849546" y="4122201"/>
              <a:ext cx="274955" cy="13970"/>
            </a:xfrm>
            <a:custGeom>
              <a:avLst/>
              <a:gdLst/>
              <a:ahLst/>
              <a:cxnLst/>
              <a:rect l="l" t="t" r="r" b="b"/>
              <a:pathLst>
                <a:path w="274954" h="13970">
                  <a:moveTo>
                    <a:pt x="53365" y="0"/>
                  </a:moveTo>
                  <a:lnTo>
                    <a:pt x="4799" y="0"/>
                  </a:lnTo>
                  <a:lnTo>
                    <a:pt x="2303" y="2352"/>
                  </a:lnTo>
                  <a:lnTo>
                    <a:pt x="0" y="4705"/>
                  </a:lnTo>
                  <a:lnTo>
                    <a:pt x="0" y="8952"/>
                  </a:lnTo>
                  <a:lnTo>
                    <a:pt x="2303" y="11324"/>
                  </a:lnTo>
                  <a:lnTo>
                    <a:pt x="4799" y="13677"/>
                  </a:lnTo>
                  <a:lnTo>
                    <a:pt x="53365" y="13677"/>
                  </a:lnTo>
                  <a:lnTo>
                    <a:pt x="57972" y="8952"/>
                  </a:lnTo>
                  <a:lnTo>
                    <a:pt x="57972" y="4705"/>
                  </a:lnTo>
                  <a:lnTo>
                    <a:pt x="53365" y="0"/>
                  </a:lnTo>
                  <a:close/>
                </a:path>
                <a:path w="274954" h="13970">
                  <a:moveTo>
                    <a:pt x="110762" y="0"/>
                  </a:moveTo>
                  <a:lnTo>
                    <a:pt x="106539" y="0"/>
                  </a:lnTo>
                  <a:lnTo>
                    <a:pt x="104235" y="2352"/>
                  </a:lnTo>
                  <a:lnTo>
                    <a:pt x="101740" y="4705"/>
                  </a:lnTo>
                  <a:lnTo>
                    <a:pt x="101740" y="8952"/>
                  </a:lnTo>
                  <a:lnTo>
                    <a:pt x="104235" y="11324"/>
                  </a:lnTo>
                  <a:lnTo>
                    <a:pt x="106539" y="13677"/>
                  </a:lnTo>
                  <a:lnTo>
                    <a:pt x="110762" y="13677"/>
                  </a:lnTo>
                  <a:lnTo>
                    <a:pt x="113258" y="11324"/>
                  </a:lnTo>
                  <a:lnTo>
                    <a:pt x="115561" y="8952"/>
                  </a:lnTo>
                  <a:lnTo>
                    <a:pt x="115561" y="4705"/>
                  </a:lnTo>
                  <a:lnTo>
                    <a:pt x="113258" y="2352"/>
                  </a:lnTo>
                  <a:lnTo>
                    <a:pt x="110762" y="0"/>
                  </a:lnTo>
                  <a:close/>
                </a:path>
                <a:path w="274954" h="13970">
                  <a:moveTo>
                    <a:pt x="212502" y="0"/>
                  </a:moveTo>
                  <a:lnTo>
                    <a:pt x="164128" y="0"/>
                  </a:lnTo>
                  <a:lnTo>
                    <a:pt x="161632" y="2352"/>
                  </a:lnTo>
                  <a:lnTo>
                    <a:pt x="159713" y="4705"/>
                  </a:lnTo>
                  <a:lnTo>
                    <a:pt x="159713" y="8952"/>
                  </a:lnTo>
                  <a:lnTo>
                    <a:pt x="161632" y="11324"/>
                  </a:lnTo>
                  <a:lnTo>
                    <a:pt x="164128" y="13677"/>
                  </a:lnTo>
                  <a:lnTo>
                    <a:pt x="212502" y="13677"/>
                  </a:lnTo>
                  <a:lnTo>
                    <a:pt x="214998" y="11324"/>
                  </a:lnTo>
                  <a:lnTo>
                    <a:pt x="217301" y="8952"/>
                  </a:lnTo>
                  <a:lnTo>
                    <a:pt x="217301" y="4705"/>
                  </a:lnTo>
                  <a:lnTo>
                    <a:pt x="214998" y="2352"/>
                  </a:lnTo>
                  <a:lnTo>
                    <a:pt x="212502" y="0"/>
                  </a:lnTo>
                  <a:close/>
                </a:path>
                <a:path w="274954" h="13970">
                  <a:moveTo>
                    <a:pt x="270667" y="0"/>
                  </a:moveTo>
                  <a:lnTo>
                    <a:pt x="263373" y="0"/>
                  </a:lnTo>
                  <a:lnTo>
                    <a:pt x="261069" y="2352"/>
                  </a:lnTo>
                  <a:lnTo>
                    <a:pt x="261069" y="11324"/>
                  </a:lnTo>
                  <a:lnTo>
                    <a:pt x="263373" y="13677"/>
                  </a:lnTo>
                  <a:lnTo>
                    <a:pt x="270667" y="13677"/>
                  </a:lnTo>
                  <a:lnTo>
                    <a:pt x="272971" y="11324"/>
                  </a:lnTo>
                  <a:lnTo>
                    <a:pt x="274890" y="8952"/>
                  </a:lnTo>
                  <a:lnTo>
                    <a:pt x="274890" y="4705"/>
                  </a:lnTo>
                  <a:lnTo>
                    <a:pt x="272971" y="2352"/>
                  </a:lnTo>
                  <a:lnTo>
                    <a:pt x="270667" y="0"/>
                  </a:lnTo>
                  <a:close/>
                </a:path>
              </a:pathLst>
            </a:custGeom>
            <a:solidFill>
              <a:srgbClr val="000000"/>
            </a:solidFill>
          </p:spPr>
          <p:txBody>
            <a:bodyPr wrap="square" lIns="0" tIns="0" rIns="0" bIns="0" rtlCol="0"/>
            <a:lstStyle/>
            <a:p/>
          </p:txBody>
        </p:sp>
        <p:sp>
          <p:nvSpPr>
            <p:cNvPr id="109" name="object 109" descr=""/>
            <p:cNvSpPr/>
            <p:nvPr/>
          </p:nvSpPr>
          <p:spPr>
            <a:xfrm>
              <a:off x="7849546" y="4122201"/>
              <a:ext cx="274955" cy="13970"/>
            </a:xfrm>
            <a:custGeom>
              <a:avLst/>
              <a:gdLst/>
              <a:ahLst/>
              <a:cxnLst/>
              <a:rect l="l" t="t" r="r" b="b"/>
              <a:pathLst>
                <a:path w="274954" h="13970">
                  <a:moveTo>
                    <a:pt x="7102" y="0"/>
                  </a:moveTo>
                  <a:lnTo>
                    <a:pt x="50870" y="0"/>
                  </a:lnTo>
                  <a:lnTo>
                    <a:pt x="53365" y="0"/>
                  </a:lnTo>
                  <a:lnTo>
                    <a:pt x="55669" y="2352"/>
                  </a:lnTo>
                  <a:lnTo>
                    <a:pt x="57972" y="4705"/>
                  </a:lnTo>
                  <a:lnTo>
                    <a:pt x="57972" y="6599"/>
                  </a:lnTo>
                  <a:lnTo>
                    <a:pt x="57972" y="8952"/>
                  </a:lnTo>
                  <a:lnTo>
                    <a:pt x="55669" y="11324"/>
                  </a:lnTo>
                  <a:lnTo>
                    <a:pt x="53365" y="13677"/>
                  </a:lnTo>
                  <a:lnTo>
                    <a:pt x="50870" y="13677"/>
                  </a:lnTo>
                  <a:lnTo>
                    <a:pt x="7102" y="13677"/>
                  </a:lnTo>
                  <a:lnTo>
                    <a:pt x="0" y="6599"/>
                  </a:lnTo>
                  <a:lnTo>
                    <a:pt x="0" y="4705"/>
                  </a:lnTo>
                  <a:lnTo>
                    <a:pt x="2303" y="2352"/>
                  </a:lnTo>
                  <a:lnTo>
                    <a:pt x="4799" y="0"/>
                  </a:lnTo>
                  <a:lnTo>
                    <a:pt x="7102" y="0"/>
                  </a:lnTo>
                  <a:close/>
                </a:path>
                <a:path w="274954" h="13970">
                  <a:moveTo>
                    <a:pt x="108842" y="0"/>
                  </a:moveTo>
                  <a:lnTo>
                    <a:pt x="110762" y="0"/>
                  </a:lnTo>
                  <a:lnTo>
                    <a:pt x="113258" y="2352"/>
                  </a:lnTo>
                  <a:lnTo>
                    <a:pt x="115561" y="4705"/>
                  </a:lnTo>
                  <a:lnTo>
                    <a:pt x="115561" y="6599"/>
                  </a:lnTo>
                  <a:lnTo>
                    <a:pt x="115561" y="8952"/>
                  </a:lnTo>
                  <a:lnTo>
                    <a:pt x="113258" y="11324"/>
                  </a:lnTo>
                  <a:lnTo>
                    <a:pt x="110762" y="13677"/>
                  </a:lnTo>
                  <a:lnTo>
                    <a:pt x="108842" y="13677"/>
                  </a:lnTo>
                  <a:lnTo>
                    <a:pt x="106539" y="13677"/>
                  </a:lnTo>
                  <a:lnTo>
                    <a:pt x="104235" y="11324"/>
                  </a:lnTo>
                  <a:lnTo>
                    <a:pt x="101740" y="8952"/>
                  </a:lnTo>
                  <a:lnTo>
                    <a:pt x="101740" y="6599"/>
                  </a:lnTo>
                  <a:lnTo>
                    <a:pt x="101740" y="4705"/>
                  </a:lnTo>
                  <a:lnTo>
                    <a:pt x="104235" y="2352"/>
                  </a:lnTo>
                  <a:lnTo>
                    <a:pt x="106539" y="0"/>
                  </a:lnTo>
                  <a:lnTo>
                    <a:pt x="108842" y="0"/>
                  </a:lnTo>
                  <a:close/>
                </a:path>
                <a:path w="274954" h="13970">
                  <a:moveTo>
                    <a:pt x="166431" y="0"/>
                  </a:moveTo>
                  <a:lnTo>
                    <a:pt x="210199" y="0"/>
                  </a:lnTo>
                  <a:lnTo>
                    <a:pt x="217301" y="8952"/>
                  </a:lnTo>
                  <a:lnTo>
                    <a:pt x="214998" y="11324"/>
                  </a:lnTo>
                  <a:lnTo>
                    <a:pt x="212502" y="13677"/>
                  </a:lnTo>
                  <a:lnTo>
                    <a:pt x="210199" y="13677"/>
                  </a:lnTo>
                  <a:lnTo>
                    <a:pt x="166431" y="13677"/>
                  </a:lnTo>
                  <a:lnTo>
                    <a:pt x="164128" y="13677"/>
                  </a:lnTo>
                  <a:lnTo>
                    <a:pt x="161632" y="11324"/>
                  </a:lnTo>
                  <a:lnTo>
                    <a:pt x="159713" y="8952"/>
                  </a:lnTo>
                  <a:lnTo>
                    <a:pt x="159713" y="6599"/>
                  </a:lnTo>
                  <a:lnTo>
                    <a:pt x="159713" y="4705"/>
                  </a:lnTo>
                  <a:lnTo>
                    <a:pt x="161632" y="2352"/>
                  </a:lnTo>
                  <a:lnTo>
                    <a:pt x="164128" y="0"/>
                  </a:lnTo>
                  <a:lnTo>
                    <a:pt x="166431" y="0"/>
                  </a:lnTo>
                  <a:close/>
                </a:path>
                <a:path w="274954" h="13970">
                  <a:moveTo>
                    <a:pt x="268172" y="0"/>
                  </a:moveTo>
                  <a:lnTo>
                    <a:pt x="270667" y="0"/>
                  </a:lnTo>
                  <a:lnTo>
                    <a:pt x="272971" y="2352"/>
                  </a:lnTo>
                  <a:lnTo>
                    <a:pt x="274890" y="4705"/>
                  </a:lnTo>
                  <a:lnTo>
                    <a:pt x="274890" y="6599"/>
                  </a:lnTo>
                  <a:lnTo>
                    <a:pt x="274890" y="8952"/>
                  </a:lnTo>
                  <a:lnTo>
                    <a:pt x="272971" y="11324"/>
                  </a:lnTo>
                  <a:lnTo>
                    <a:pt x="270667" y="13677"/>
                  </a:lnTo>
                  <a:lnTo>
                    <a:pt x="268172" y="13677"/>
                  </a:lnTo>
                  <a:lnTo>
                    <a:pt x="263373" y="13677"/>
                  </a:lnTo>
                  <a:lnTo>
                    <a:pt x="261069" y="11324"/>
                  </a:lnTo>
                  <a:lnTo>
                    <a:pt x="261069" y="8952"/>
                  </a:lnTo>
                  <a:lnTo>
                    <a:pt x="261069" y="6599"/>
                  </a:lnTo>
                  <a:lnTo>
                    <a:pt x="261069" y="4705"/>
                  </a:lnTo>
                  <a:lnTo>
                    <a:pt x="261069" y="2352"/>
                  </a:lnTo>
                  <a:lnTo>
                    <a:pt x="263373" y="0"/>
                  </a:lnTo>
                  <a:lnTo>
                    <a:pt x="268172" y="0"/>
                  </a:lnTo>
                  <a:close/>
                </a:path>
              </a:pathLst>
            </a:custGeom>
            <a:ln w="3175">
              <a:solidFill>
                <a:srgbClr val="000000"/>
              </a:solidFill>
            </a:ln>
          </p:spPr>
          <p:txBody>
            <a:bodyPr wrap="square" lIns="0" tIns="0" rIns="0" bIns="0" rtlCol="0"/>
            <a:lstStyle/>
            <a:p/>
          </p:txBody>
        </p:sp>
        <p:sp>
          <p:nvSpPr>
            <p:cNvPr id="110" name="object 110" descr=""/>
            <p:cNvSpPr/>
            <p:nvPr/>
          </p:nvSpPr>
          <p:spPr>
            <a:xfrm>
              <a:off x="7849546" y="4122201"/>
              <a:ext cx="13970" cy="371475"/>
            </a:xfrm>
            <a:custGeom>
              <a:avLst/>
              <a:gdLst/>
              <a:ahLst/>
              <a:cxnLst/>
              <a:rect l="l" t="t" r="r" b="b"/>
              <a:pathLst>
                <a:path w="13970" h="371475">
                  <a:moveTo>
                    <a:pt x="9598" y="0"/>
                  </a:moveTo>
                  <a:lnTo>
                    <a:pt x="4799" y="0"/>
                  </a:lnTo>
                  <a:lnTo>
                    <a:pt x="2303" y="2352"/>
                  </a:lnTo>
                  <a:lnTo>
                    <a:pt x="0" y="4705"/>
                  </a:lnTo>
                  <a:lnTo>
                    <a:pt x="0" y="52853"/>
                  </a:lnTo>
                  <a:lnTo>
                    <a:pt x="2303" y="55206"/>
                  </a:lnTo>
                  <a:lnTo>
                    <a:pt x="4799" y="57578"/>
                  </a:lnTo>
                  <a:lnTo>
                    <a:pt x="9598" y="57578"/>
                  </a:lnTo>
                  <a:lnTo>
                    <a:pt x="11901" y="55206"/>
                  </a:lnTo>
                  <a:lnTo>
                    <a:pt x="13821" y="52853"/>
                  </a:lnTo>
                  <a:lnTo>
                    <a:pt x="13821" y="4705"/>
                  </a:lnTo>
                  <a:lnTo>
                    <a:pt x="11901" y="2352"/>
                  </a:lnTo>
                  <a:lnTo>
                    <a:pt x="9598" y="0"/>
                  </a:lnTo>
                  <a:close/>
                </a:path>
                <a:path w="13970" h="371475">
                  <a:moveTo>
                    <a:pt x="9598" y="101461"/>
                  </a:moveTo>
                  <a:lnTo>
                    <a:pt x="4799" y="101461"/>
                  </a:lnTo>
                  <a:lnTo>
                    <a:pt x="2303" y="103355"/>
                  </a:lnTo>
                  <a:lnTo>
                    <a:pt x="0" y="105707"/>
                  </a:lnTo>
                  <a:lnTo>
                    <a:pt x="0" y="110432"/>
                  </a:lnTo>
                  <a:lnTo>
                    <a:pt x="2303" y="112785"/>
                  </a:lnTo>
                  <a:lnTo>
                    <a:pt x="4799" y="115157"/>
                  </a:lnTo>
                  <a:lnTo>
                    <a:pt x="9598" y="115157"/>
                  </a:lnTo>
                  <a:lnTo>
                    <a:pt x="11901" y="112785"/>
                  </a:lnTo>
                  <a:lnTo>
                    <a:pt x="13821" y="110432"/>
                  </a:lnTo>
                  <a:lnTo>
                    <a:pt x="13821" y="105707"/>
                  </a:lnTo>
                  <a:lnTo>
                    <a:pt x="11901" y="103355"/>
                  </a:lnTo>
                  <a:lnTo>
                    <a:pt x="9598" y="101461"/>
                  </a:lnTo>
                  <a:close/>
                </a:path>
                <a:path w="13970" h="371475">
                  <a:moveTo>
                    <a:pt x="9598" y="159040"/>
                  </a:moveTo>
                  <a:lnTo>
                    <a:pt x="4799" y="159040"/>
                  </a:lnTo>
                  <a:lnTo>
                    <a:pt x="2303" y="160933"/>
                  </a:lnTo>
                  <a:lnTo>
                    <a:pt x="0" y="163286"/>
                  </a:lnTo>
                  <a:lnTo>
                    <a:pt x="0" y="211894"/>
                  </a:lnTo>
                  <a:lnTo>
                    <a:pt x="2303" y="214266"/>
                  </a:lnTo>
                  <a:lnTo>
                    <a:pt x="4799" y="216619"/>
                  </a:lnTo>
                  <a:lnTo>
                    <a:pt x="9598" y="216619"/>
                  </a:lnTo>
                  <a:lnTo>
                    <a:pt x="11901" y="214266"/>
                  </a:lnTo>
                  <a:lnTo>
                    <a:pt x="13821" y="211894"/>
                  </a:lnTo>
                  <a:lnTo>
                    <a:pt x="13821" y="163286"/>
                  </a:lnTo>
                  <a:lnTo>
                    <a:pt x="11901" y="160933"/>
                  </a:lnTo>
                  <a:lnTo>
                    <a:pt x="9598" y="159040"/>
                  </a:lnTo>
                  <a:close/>
                </a:path>
                <a:path w="13970" h="371475">
                  <a:moveTo>
                    <a:pt x="9598" y="260042"/>
                  </a:moveTo>
                  <a:lnTo>
                    <a:pt x="4799" y="260042"/>
                  </a:lnTo>
                  <a:lnTo>
                    <a:pt x="2303" y="262395"/>
                  </a:lnTo>
                  <a:lnTo>
                    <a:pt x="0" y="264767"/>
                  </a:lnTo>
                  <a:lnTo>
                    <a:pt x="0" y="269473"/>
                  </a:lnTo>
                  <a:lnTo>
                    <a:pt x="2303" y="271845"/>
                  </a:lnTo>
                  <a:lnTo>
                    <a:pt x="4799" y="274198"/>
                  </a:lnTo>
                  <a:lnTo>
                    <a:pt x="9598" y="274198"/>
                  </a:lnTo>
                  <a:lnTo>
                    <a:pt x="11901" y="271845"/>
                  </a:lnTo>
                  <a:lnTo>
                    <a:pt x="13821" y="269473"/>
                  </a:lnTo>
                  <a:lnTo>
                    <a:pt x="13821" y="264767"/>
                  </a:lnTo>
                  <a:lnTo>
                    <a:pt x="11901" y="262395"/>
                  </a:lnTo>
                  <a:lnTo>
                    <a:pt x="9598" y="260042"/>
                  </a:lnTo>
                  <a:close/>
                </a:path>
                <a:path w="13970" h="371475">
                  <a:moveTo>
                    <a:pt x="9598" y="317621"/>
                  </a:moveTo>
                  <a:lnTo>
                    <a:pt x="4799" y="317621"/>
                  </a:lnTo>
                  <a:lnTo>
                    <a:pt x="2303" y="319974"/>
                  </a:lnTo>
                  <a:lnTo>
                    <a:pt x="0" y="322346"/>
                  </a:lnTo>
                  <a:lnTo>
                    <a:pt x="0" y="366228"/>
                  </a:lnTo>
                  <a:lnTo>
                    <a:pt x="2303" y="368581"/>
                  </a:lnTo>
                  <a:lnTo>
                    <a:pt x="4799" y="370953"/>
                  </a:lnTo>
                  <a:lnTo>
                    <a:pt x="9598" y="370953"/>
                  </a:lnTo>
                  <a:lnTo>
                    <a:pt x="11901" y="368581"/>
                  </a:lnTo>
                  <a:lnTo>
                    <a:pt x="13821" y="366228"/>
                  </a:lnTo>
                  <a:lnTo>
                    <a:pt x="13821" y="322346"/>
                  </a:lnTo>
                  <a:lnTo>
                    <a:pt x="11901" y="319974"/>
                  </a:lnTo>
                  <a:lnTo>
                    <a:pt x="9598" y="317621"/>
                  </a:lnTo>
                  <a:close/>
                </a:path>
              </a:pathLst>
            </a:custGeom>
            <a:solidFill>
              <a:srgbClr val="000000"/>
            </a:solidFill>
          </p:spPr>
          <p:txBody>
            <a:bodyPr wrap="square" lIns="0" tIns="0" rIns="0" bIns="0" rtlCol="0"/>
            <a:lstStyle/>
            <a:p/>
          </p:txBody>
        </p:sp>
        <p:sp>
          <p:nvSpPr>
            <p:cNvPr id="111" name="object 111" descr=""/>
            <p:cNvSpPr/>
            <p:nvPr/>
          </p:nvSpPr>
          <p:spPr>
            <a:xfrm>
              <a:off x="7849546" y="4122201"/>
              <a:ext cx="13970" cy="371475"/>
            </a:xfrm>
            <a:custGeom>
              <a:avLst/>
              <a:gdLst/>
              <a:ahLst/>
              <a:cxnLst/>
              <a:rect l="l" t="t" r="r" b="b"/>
              <a:pathLst>
                <a:path w="13970" h="371475">
                  <a:moveTo>
                    <a:pt x="13821" y="6599"/>
                  </a:moveTo>
                  <a:lnTo>
                    <a:pt x="13821" y="50501"/>
                  </a:lnTo>
                  <a:lnTo>
                    <a:pt x="13821" y="52853"/>
                  </a:lnTo>
                  <a:lnTo>
                    <a:pt x="11901" y="55206"/>
                  </a:lnTo>
                  <a:lnTo>
                    <a:pt x="9598" y="57578"/>
                  </a:lnTo>
                  <a:lnTo>
                    <a:pt x="7102" y="57578"/>
                  </a:lnTo>
                  <a:lnTo>
                    <a:pt x="4799" y="57578"/>
                  </a:lnTo>
                  <a:lnTo>
                    <a:pt x="2303" y="55206"/>
                  </a:lnTo>
                  <a:lnTo>
                    <a:pt x="0" y="52853"/>
                  </a:lnTo>
                  <a:lnTo>
                    <a:pt x="0" y="50501"/>
                  </a:lnTo>
                  <a:lnTo>
                    <a:pt x="0" y="6599"/>
                  </a:lnTo>
                  <a:lnTo>
                    <a:pt x="0" y="4705"/>
                  </a:lnTo>
                  <a:lnTo>
                    <a:pt x="2303" y="2352"/>
                  </a:lnTo>
                  <a:lnTo>
                    <a:pt x="4799" y="0"/>
                  </a:lnTo>
                  <a:lnTo>
                    <a:pt x="7102" y="0"/>
                  </a:lnTo>
                  <a:lnTo>
                    <a:pt x="9598" y="0"/>
                  </a:lnTo>
                  <a:lnTo>
                    <a:pt x="11901" y="2352"/>
                  </a:lnTo>
                  <a:lnTo>
                    <a:pt x="13821" y="4705"/>
                  </a:lnTo>
                  <a:lnTo>
                    <a:pt x="13821" y="6599"/>
                  </a:lnTo>
                  <a:close/>
                </a:path>
                <a:path w="13970" h="371475">
                  <a:moveTo>
                    <a:pt x="13821" y="108080"/>
                  </a:moveTo>
                  <a:lnTo>
                    <a:pt x="13821" y="110432"/>
                  </a:lnTo>
                  <a:lnTo>
                    <a:pt x="11901" y="112785"/>
                  </a:lnTo>
                  <a:lnTo>
                    <a:pt x="9598" y="115157"/>
                  </a:lnTo>
                  <a:lnTo>
                    <a:pt x="7102" y="115157"/>
                  </a:lnTo>
                  <a:lnTo>
                    <a:pt x="4799" y="115157"/>
                  </a:lnTo>
                  <a:lnTo>
                    <a:pt x="2303" y="112785"/>
                  </a:lnTo>
                  <a:lnTo>
                    <a:pt x="0" y="110432"/>
                  </a:lnTo>
                  <a:lnTo>
                    <a:pt x="0" y="108080"/>
                  </a:lnTo>
                  <a:lnTo>
                    <a:pt x="0" y="105707"/>
                  </a:lnTo>
                  <a:lnTo>
                    <a:pt x="2303" y="103355"/>
                  </a:lnTo>
                  <a:lnTo>
                    <a:pt x="4799" y="101461"/>
                  </a:lnTo>
                  <a:lnTo>
                    <a:pt x="7102" y="101461"/>
                  </a:lnTo>
                  <a:lnTo>
                    <a:pt x="9598" y="101461"/>
                  </a:lnTo>
                  <a:lnTo>
                    <a:pt x="11901" y="103355"/>
                  </a:lnTo>
                  <a:lnTo>
                    <a:pt x="13821" y="105707"/>
                  </a:lnTo>
                  <a:lnTo>
                    <a:pt x="13821" y="108080"/>
                  </a:lnTo>
                  <a:close/>
                </a:path>
                <a:path w="13970" h="371475">
                  <a:moveTo>
                    <a:pt x="13821" y="165658"/>
                  </a:moveTo>
                  <a:lnTo>
                    <a:pt x="13821" y="209541"/>
                  </a:lnTo>
                  <a:lnTo>
                    <a:pt x="13821" y="211894"/>
                  </a:lnTo>
                  <a:lnTo>
                    <a:pt x="11901" y="214266"/>
                  </a:lnTo>
                  <a:lnTo>
                    <a:pt x="9598" y="216619"/>
                  </a:lnTo>
                  <a:lnTo>
                    <a:pt x="7102" y="216619"/>
                  </a:lnTo>
                  <a:lnTo>
                    <a:pt x="4799" y="216619"/>
                  </a:lnTo>
                  <a:lnTo>
                    <a:pt x="2303" y="214266"/>
                  </a:lnTo>
                  <a:lnTo>
                    <a:pt x="0" y="211894"/>
                  </a:lnTo>
                  <a:lnTo>
                    <a:pt x="0" y="209541"/>
                  </a:lnTo>
                  <a:lnTo>
                    <a:pt x="0" y="165658"/>
                  </a:lnTo>
                  <a:lnTo>
                    <a:pt x="0" y="163286"/>
                  </a:lnTo>
                  <a:lnTo>
                    <a:pt x="2303" y="160933"/>
                  </a:lnTo>
                  <a:lnTo>
                    <a:pt x="4799" y="159040"/>
                  </a:lnTo>
                  <a:lnTo>
                    <a:pt x="7102" y="159040"/>
                  </a:lnTo>
                  <a:lnTo>
                    <a:pt x="9598" y="159040"/>
                  </a:lnTo>
                  <a:lnTo>
                    <a:pt x="11901" y="160933"/>
                  </a:lnTo>
                  <a:lnTo>
                    <a:pt x="13821" y="163286"/>
                  </a:lnTo>
                  <a:lnTo>
                    <a:pt x="13821" y="165658"/>
                  </a:lnTo>
                  <a:close/>
                </a:path>
                <a:path w="13970" h="371475">
                  <a:moveTo>
                    <a:pt x="13821" y="267120"/>
                  </a:moveTo>
                  <a:lnTo>
                    <a:pt x="13821" y="269473"/>
                  </a:lnTo>
                  <a:lnTo>
                    <a:pt x="11901" y="271845"/>
                  </a:lnTo>
                  <a:lnTo>
                    <a:pt x="9598" y="274198"/>
                  </a:lnTo>
                  <a:lnTo>
                    <a:pt x="7102" y="274198"/>
                  </a:lnTo>
                  <a:lnTo>
                    <a:pt x="4799" y="274198"/>
                  </a:lnTo>
                  <a:lnTo>
                    <a:pt x="2303" y="271845"/>
                  </a:lnTo>
                  <a:lnTo>
                    <a:pt x="0" y="269473"/>
                  </a:lnTo>
                  <a:lnTo>
                    <a:pt x="0" y="267120"/>
                  </a:lnTo>
                  <a:lnTo>
                    <a:pt x="0" y="264767"/>
                  </a:lnTo>
                  <a:lnTo>
                    <a:pt x="2303" y="262395"/>
                  </a:lnTo>
                  <a:lnTo>
                    <a:pt x="4799" y="260042"/>
                  </a:lnTo>
                  <a:lnTo>
                    <a:pt x="7102" y="260042"/>
                  </a:lnTo>
                  <a:lnTo>
                    <a:pt x="9598" y="260042"/>
                  </a:lnTo>
                  <a:lnTo>
                    <a:pt x="11901" y="262395"/>
                  </a:lnTo>
                  <a:lnTo>
                    <a:pt x="13821" y="264767"/>
                  </a:lnTo>
                  <a:lnTo>
                    <a:pt x="13821" y="267120"/>
                  </a:lnTo>
                  <a:close/>
                </a:path>
                <a:path w="13970" h="371475">
                  <a:moveTo>
                    <a:pt x="13821" y="324699"/>
                  </a:moveTo>
                  <a:lnTo>
                    <a:pt x="13821" y="363875"/>
                  </a:lnTo>
                  <a:lnTo>
                    <a:pt x="13821" y="366228"/>
                  </a:lnTo>
                  <a:lnTo>
                    <a:pt x="11901" y="368581"/>
                  </a:lnTo>
                  <a:lnTo>
                    <a:pt x="9598" y="370953"/>
                  </a:lnTo>
                  <a:lnTo>
                    <a:pt x="7102" y="370953"/>
                  </a:lnTo>
                  <a:lnTo>
                    <a:pt x="4799" y="370953"/>
                  </a:lnTo>
                  <a:lnTo>
                    <a:pt x="0" y="324699"/>
                  </a:lnTo>
                  <a:lnTo>
                    <a:pt x="0" y="322346"/>
                  </a:lnTo>
                  <a:lnTo>
                    <a:pt x="2303" y="319974"/>
                  </a:lnTo>
                  <a:lnTo>
                    <a:pt x="4799" y="317621"/>
                  </a:lnTo>
                  <a:lnTo>
                    <a:pt x="7102" y="317621"/>
                  </a:lnTo>
                  <a:lnTo>
                    <a:pt x="9598" y="317621"/>
                  </a:lnTo>
                  <a:lnTo>
                    <a:pt x="11901" y="319974"/>
                  </a:lnTo>
                  <a:lnTo>
                    <a:pt x="13821" y="322346"/>
                  </a:lnTo>
                  <a:lnTo>
                    <a:pt x="13821" y="324699"/>
                  </a:lnTo>
                  <a:close/>
                </a:path>
              </a:pathLst>
            </a:custGeom>
            <a:ln w="3175">
              <a:solidFill>
                <a:srgbClr val="000000"/>
              </a:solidFill>
            </a:ln>
          </p:spPr>
          <p:txBody>
            <a:bodyPr wrap="square" lIns="0" tIns="0" rIns="0" bIns="0" rtlCol="0"/>
            <a:lstStyle/>
            <a:p/>
          </p:txBody>
        </p:sp>
        <p:sp>
          <p:nvSpPr>
            <p:cNvPr id="112" name="object 112" descr=""/>
            <p:cNvSpPr/>
            <p:nvPr/>
          </p:nvSpPr>
          <p:spPr>
            <a:xfrm>
              <a:off x="7849546" y="4478999"/>
              <a:ext cx="274955" cy="14604"/>
            </a:xfrm>
            <a:custGeom>
              <a:avLst/>
              <a:gdLst/>
              <a:ahLst/>
              <a:cxnLst/>
              <a:rect l="l" t="t" r="r" b="b"/>
              <a:pathLst>
                <a:path w="274954" h="14604">
                  <a:moveTo>
                    <a:pt x="53365" y="0"/>
                  </a:moveTo>
                  <a:lnTo>
                    <a:pt x="4799" y="0"/>
                  </a:lnTo>
                  <a:lnTo>
                    <a:pt x="2303" y="2352"/>
                  </a:lnTo>
                  <a:lnTo>
                    <a:pt x="0" y="4705"/>
                  </a:lnTo>
                  <a:lnTo>
                    <a:pt x="0" y="9430"/>
                  </a:lnTo>
                  <a:lnTo>
                    <a:pt x="2303" y="11783"/>
                  </a:lnTo>
                  <a:lnTo>
                    <a:pt x="4799" y="14155"/>
                  </a:lnTo>
                  <a:lnTo>
                    <a:pt x="53365" y="14155"/>
                  </a:lnTo>
                  <a:lnTo>
                    <a:pt x="57972" y="9430"/>
                  </a:lnTo>
                  <a:lnTo>
                    <a:pt x="57972" y="4705"/>
                  </a:lnTo>
                  <a:lnTo>
                    <a:pt x="53365" y="0"/>
                  </a:lnTo>
                  <a:close/>
                </a:path>
                <a:path w="274954" h="14604">
                  <a:moveTo>
                    <a:pt x="110762" y="0"/>
                  </a:moveTo>
                  <a:lnTo>
                    <a:pt x="106539" y="0"/>
                  </a:lnTo>
                  <a:lnTo>
                    <a:pt x="104235" y="2352"/>
                  </a:lnTo>
                  <a:lnTo>
                    <a:pt x="101740" y="4705"/>
                  </a:lnTo>
                  <a:lnTo>
                    <a:pt x="101740" y="9430"/>
                  </a:lnTo>
                  <a:lnTo>
                    <a:pt x="104235" y="11783"/>
                  </a:lnTo>
                  <a:lnTo>
                    <a:pt x="106539" y="14155"/>
                  </a:lnTo>
                  <a:lnTo>
                    <a:pt x="110762" y="14155"/>
                  </a:lnTo>
                  <a:lnTo>
                    <a:pt x="113258" y="11783"/>
                  </a:lnTo>
                  <a:lnTo>
                    <a:pt x="115561" y="9430"/>
                  </a:lnTo>
                  <a:lnTo>
                    <a:pt x="115561" y="4705"/>
                  </a:lnTo>
                  <a:lnTo>
                    <a:pt x="113258" y="2352"/>
                  </a:lnTo>
                  <a:lnTo>
                    <a:pt x="110762" y="0"/>
                  </a:lnTo>
                  <a:close/>
                </a:path>
                <a:path w="274954" h="14604">
                  <a:moveTo>
                    <a:pt x="212502" y="0"/>
                  </a:moveTo>
                  <a:lnTo>
                    <a:pt x="164128" y="0"/>
                  </a:lnTo>
                  <a:lnTo>
                    <a:pt x="161632" y="2352"/>
                  </a:lnTo>
                  <a:lnTo>
                    <a:pt x="159713" y="4705"/>
                  </a:lnTo>
                  <a:lnTo>
                    <a:pt x="159713" y="9430"/>
                  </a:lnTo>
                  <a:lnTo>
                    <a:pt x="161632" y="11783"/>
                  </a:lnTo>
                  <a:lnTo>
                    <a:pt x="164128" y="14155"/>
                  </a:lnTo>
                  <a:lnTo>
                    <a:pt x="212502" y="14155"/>
                  </a:lnTo>
                  <a:lnTo>
                    <a:pt x="214998" y="11783"/>
                  </a:lnTo>
                  <a:lnTo>
                    <a:pt x="217301" y="9430"/>
                  </a:lnTo>
                  <a:lnTo>
                    <a:pt x="217301" y="4705"/>
                  </a:lnTo>
                  <a:lnTo>
                    <a:pt x="214998" y="2352"/>
                  </a:lnTo>
                  <a:lnTo>
                    <a:pt x="212502" y="0"/>
                  </a:lnTo>
                  <a:close/>
                </a:path>
                <a:path w="274954" h="14604">
                  <a:moveTo>
                    <a:pt x="270667" y="0"/>
                  </a:moveTo>
                  <a:lnTo>
                    <a:pt x="263373" y="0"/>
                  </a:lnTo>
                  <a:lnTo>
                    <a:pt x="261069" y="2352"/>
                  </a:lnTo>
                  <a:lnTo>
                    <a:pt x="261069" y="11783"/>
                  </a:lnTo>
                  <a:lnTo>
                    <a:pt x="263373" y="14155"/>
                  </a:lnTo>
                  <a:lnTo>
                    <a:pt x="270667" y="14155"/>
                  </a:lnTo>
                  <a:lnTo>
                    <a:pt x="272971" y="11783"/>
                  </a:lnTo>
                  <a:lnTo>
                    <a:pt x="274890" y="9430"/>
                  </a:lnTo>
                  <a:lnTo>
                    <a:pt x="274890" y="4705"/>
                  </a:lnTo>
                  <a:lnTo>
                    <a:pt x="272971" y="2352"/>
                  </a:lnTo>
                  <a:lnTo>
                    <a:pt x="270667" y="0"/>
                  </a:lnTo>
                  <a:close/>
                </a:path>
              </a:pathLst>
            </a:custGeom>
            <a:solidFill>
              <a:srgbClr val="000000"/>
            </a:solidFill>
          </p:spPr>
          <p:txBody>
            <a:bodyPr wrap="square" lIns="0" tIns="0" rIns="0" bIns="0" rtlCol="0"/>
            <a:lstStyle/>
            <a:p/>
          </p:txBody>
        </p:sp>
        <p:sp>
          <p:nvSpPr>
            <p:cNvPr id="113" name="object 113" descr=""/>
            <p:cNvSpPr/>
            <p:nvPr/>
          </p:nvSpPr>
          <p:spPr>
            <a:xfrm>
              <a:off x="7849546" y="4478999"/>
              <a:ext cx="274955" cy="14604"/>
            </a:xfrm>
            <a:custGeom>
              <a:avLst/>
              <a:gdLst/>
              <a:ahLst/>
              <a:cxnLst/>
              <a:rect l="l" t="t" r="r" b="b"/>
              <a:pathLst>
                <a:path w="274954" h="14604">
                  <a:moveTo>
                    <a:pt x="7102" y="0"/>
                  </a:moveTo>
                  <a:lnTo>
                    <a:pt x="50870" y="0"/>
                  </a:lnTo>
                  <a:lnTo>
                    <a:pt x="53365" y="0"/>
                  </a:lnTo>
                  <a:lnTo>
                    <a:pt x="55669" y="2352"/>
                  </a:lnTo>
                  <a:lnTo>
                    <a:pt x="57972" y="4705"/>
                  </a:lnTo>
                  <a:lnTo>
                    <a:pt x="57972" y="7077"/>
                  </a:lnTo>
                  <a:lnTo>
                    <a:pt x="57972" y="9430"/>
                  </a:lnTo>
                  <a:lnTo>
                    <a:pt x="55669" y="11783"/>
                  </a:lnTo>
                  <a:lnTo>
                    <a:pt x="53365" y="14155"/>
                  </a:lnTo>
                  <a:lnTo>
                    <a:pt x="50870" y="14155"/>
                  </a:lnTo>
                  <a:lnTo>
                    <a:pt x="7102" y="14155"/>
                  </a:lnTo>
                  <a:lnTo>
                    <a:pt x="0" y="4705"/>
                  </a:lnTo>
                  <a:lnTo>
                    <a:pt x="2303" y="2352"/>
                  </a:lnTo>
                  <a:lnTo>
                    <a:pt x="4799" y="0"/>
                  </a:lnTo>
                  <a:lnTo>
                    <a:pt x="7102" y="0"/>
                  </a:lnTo>
                  <a:close/>
                </a:path>
                <a:path w="274954" h="14604">
                  <a:moveTo>
                    <a:pt x="108842" y="0"/>
                  </a:moveTo>
                  <a:lnTo>
                    <a:pt x="110762" y="0"/>
                  </a:lnTo>
                  <a:lnTo>
                    <a:pt x="113258" y="2352"/>
                  </a:lnTo>
                  <a:lnTo>
                    <a:pt x="115561" y="4705"/>
                  </a:lnTo>
                  <a:lnTo>
                    <a:pt x="115561" y="7077"/>
                  </a:lnTo>
                  <a:lnTo>
                    <a:pt x="115561" y="9430"/>
                  </a:lnTo>
                  <a:lnTo>
                    <a:pt x="113258" y="11783"/>
                  </a:lnTo>
                  <a:lnTo>
                    <a:pt x="110762" y="14155"/>
                  </a:lnTo>
                  <a:lnTo>
                    <a:pt x="108842" y="14155"/>
                  </a:lnTo>
                  <a:lnTo>
                    <a:pt x="106539" y="14155"/>
                  </a:lnTo>
                  <a:lnTo>
                    <a:pt x="104235" y="11783"/>
                  </a:lnTo>
                  <a:lnTo>
                    <a:pt x="101740" y="9430"/>
                  </a:lnTo>
                  <a:lnTo>
                    <a:pt x="101740" y="7077"/>
                  </a:lnTo>
                  <a:lnTo>
                    <a:pt x="101740" y="4705"/>
                  </a:lnTo>
                  <a:lnTo>
                    <a:pt x="104235" y="2352"/>
                  </a:lnTo>
                  <a:lnTo>
                    <a:pt x="106539" y="0"/>
                  </a:lnTo>
                  <a:lnTo>
                    <a:pt x="108842" y="0"/>
                  </a:lnTo>
                  <a:close/>
                </a:path>
                <a:path w="274954" h="14604">
                  <a:moveTo>
                    <a:pt x="166431" y="0"/>
                  </a:moveTo>
                  <a:lnTo>
                    <a:pt x="210199" y="0"/>
                  </a:lnTo>
                  <a:lnTo>
                    <a:pt x="217301" y="7077"/>
                  </a:lnTo>
                  <a:lnTo>
                    <a:pt x="217301" y="9430"/>
                  </a:lnTo>
                  <a:lnTo>
                    <a:pt x="214998" y="11783"/>
                  </a:lnTo>
                  <a:lnTo>
                    <a:pt x="212502" y="14155"/>
                  </a:lnTo>
                  <a:lnTo>
                    <a:pt x="210199" y="14155"/>
                  </a:lnTo>
                  <a:lnTo>
                    <a:pt x="166431" y="14155"/>
                  </a:lnTo>
                  <a:lnTo>
                    <a:pt x="159713" y="4705"/>
                  </a:lnTo>
                  <a:lnTo>
                    <a:pt x="161632" y="2352"/>
                  </a:lnTo>
                  <a:lnTo>
                    <a:pt x="164128" y="0"/>
                  </a:lnTo>
                  <a:lnTo>
                    <a:pt x="166431" y="0"/>
                  </a:lnTo>
                  <a:close/>
                </a:path>
                <a:path w="274954" h="14604">
                  <a:moveTo>
                    <a:pt x="268172" y="0"/>
                  </a:moveTo>
                  <a:lnTo>
                    <a:pt x="270667" y="0"/>
                  </a:lnTo>
                  <a:lnTo>
                    <a:pt x="272971" y="2352"/>
                  </a:lnTo>
                  <a:lnTo>
                    <a:pt x="274890" y="4705"/>
                  </a:lnTo>
                  <a:lnTo>
                    <a:pt x="274890" y="7077"/>
                  </a:lnTo>
                  <a:lnTo>
                    <a:pt x="274890" y="9430"/>
                  </a:lnTo>
                  <a:lnTo>
                    <a:pt x="272971" y="11783"/>
                  </a:lnTo>
                  <a:lnTo>
                    <a:pt x="270667" y="14155"/>
                  </a:lnTo>
                  <a:lnTo>
                    <a:pt x="268172" y="14155"/>
                  </a:lnTo>
                  <a:lnTo>
                    <a:pt x="263373" y="14155"/>
                  </a:lnTo>
                  <a:lnTo>
                    <a:pt x="261069" y="11783"/>
                  </a:lnTo>
                  <a:lnTo>
                    <a:pt x="261069" y="9430"/>
                  </a:lnTo>
                  <a:lnTo>
                    <a:pt x="261069" y="7077"/>
                  </a:lnTo>
                  <a:lnTo>
                    <a:pt x="261069" y="4705"/>
                  </a:lnTo>
                  <a:lnTo>
                    <a:pt x="261069" y="2352"/>
                  </a:lnTo>
                  <a:lnTo>
                    <a:pt x="263373" y="0"/>
                  </a:lnTo>
                  <a:lnTo>
                    <a:pt x="268172" y="0"/>
                  </a:lnTo>
                  <a:close/>
                </a:path>
              </a:pathLst>
            </a:custGeom>
            <a:ln w="3175">
              <a:solidFill>
                <a:srgbClr val="000000"/>
              </a:solidFill>
            </a:ln>
          </p:spPr>
          <p:txBody>
            <a:bodyPr wrap="square" lIns="0" tIns="0" rIns="0" bIns="0" rtlCol="0"/>
            <a:lstStyle/>
            <a:p/>
          </p:txBody>
        </p:sp>
        <p:sp>
          <p:nvSpPr>
            <p:cNvPr id="114" name="object 114" descr=""/>
            <p:cNvSpPr/>
            <p:nvPr/>
          </p:nvSpPr>
          <p:spPr>
            <a:xfrm>
              <a:off x="9350695" y="4305784"/>
              <a:ext cx="282575" cy="0"/>
            </a:xfrm>
            <a:custGeom>
              <a:avLst/>
              <a:gdLst/>
              <a:ahLst/>
              <a:cxnLst/>
              <a:rect l="l" t="t" r="r" b="b"/>
              <a:pathLst>
                <a:path w="282575" h="0">
                  <a:moveTo>
                    <a:pt x="0" y="0"/>
                  </a:moveTo>
                  <a:lnTo>
                    <a:pt x="281993" y="0"/>
                  </a:lnTo>
                </a:path>
              </a:pathLst>
            </a:custGeom>
            <a:ln w="13741">
              <a:solidFill>
                <a:srgbClr val="000000"/>
              </a:solidFill>
            </a:ln>
          </p:spPr>
          <p:txBody>
            <a:bodyPr wrap="square" lIns="0" tIns="0" rIns="0" bIns="0" rtlCol="0"/>
            <a:lstStyle/>
            <a:p/>
          </p:txBody>
        </p:sp>
        <p:pic>
          <p:nvPicPr>
            <p:cNvPr id="115" name="object 115" descr=""/>
            <p:cNvPicPr/>
            <p:nvPr/>
          </p:nvPicPr>
          <p:blipFill>
            <a:blip r:embed="rId3" cstate="print"/>
            <a:stretch>
              <a:fillRect/>
            </a:stretch>
          </p:blipFill>
          <p:spPr>
            <a:xfrm>
              <a:off x="9632688" y="3946634"/>
              <a:ext cx="203519" cy="774005"/>
            </a:xfrm>
            <a:prstGeom prst="rect">
              <a:avLst/>
            </a:prstGeom>
          </p:spPr>
        </p:pic>
        <p:sp>
          <p:nvSpPr>
            <p:cNvPr id="116" name="object 116" descr=""/>
            <p:cNvSpPr/>
            <p:nvPr/>
          </p:nvSpPr>
          <p:spPr>
            <a:xfrm>
              <a:off x="7733600" y="3948987"/>
              <a:ext cx="2103120" cy="774065"/>
            </a:xfrm>
            <a:custGeom>
              <a:avLst/>
              <a:gdLst/>
              <a:ahLst/>
              <a:cxnLst/>
              <a:rect l="l" t="t" r="r" b="b"/>
              <a:pathLst>
                <a:path w="2103120" h="774064">
                  <a:moveTo>
                    <a:pt x="1899088" y="774005"/>
                  </a:moveTo>
                  <a:lnTo>
                    <a:pt x="2102607" y="774005"/>
                  </a:lnTo>
                  <a:lnTo>
                    <a:pt x="2102607" y="0"/>
                  </a:lnTo>
                  <a:lnTo>
                    <a:pt x="1899088" y="0"/>
                  </a:lnTo>
                  <a:lnTo>
                    <a:pt x="1899088" y="774005"/>
                  </a:lnTo>
                  <a:close/>
                </a:path>
                <a:path w="2103120" h="774064">
                  <a:moveTo>
                    <a:pt x="0" y="356797"/>
                  </a:moveTo>
                  <a:lnTo>
                    <a:pt x="0" y="236915"/>
                  </a:lnTo>
                </a:path>
                <a:path w="2103120" h="774064">
                  <a:moveTo>
                    <a:pt x="0" y="236915"/>
                  </a:moveTo>
                  <a:lnTo>
                    <a:pt x="120168" y="236915"/>
                  </a:lnTo>
                </a:path>
              </a:pathLst>
            </a:custGeom>
            <a:ln w="13765">
              <a:solidFill>
                <a:srgbClr val="000000"/>
              </a:solidFill>
            </a:ln>
          </p:spPr>
          <p:txBody>
            <a:bodyPr wrap="square" lIns="0" tIns="0" rIns="0" bIns="0" rtlCol="0"/>
            <a:lstStyle/>
            <a:p/>
          </p:txBody>
        </p:sp>
        <p:pic>
          <p:nvPicPr>
            <p:cNvPr id="117" name="object 117" descr=""/>
            <p:cNvPicPr/>
            <p:nvPr/>
          </p:nvPicPr>
          <p:blipFill>
            <a:blip r:embed="rId2" cstate="print"/>
            <a:stretch>
              <a:fillRect/>
            </a:stretch>
          </p:blipFill>
          <p:spPr>
            <a:xfrm>
              <a:off x="8540036" y="3946634"/>
              <a:ext cx="203039" cy="774005"/>
            </a:xfrm>
            <a:prstGeom prst="rect">
              <a:avLst/>
            </a:prstGeom>
          </p:spPr>
        </p:pic>
        <p:sp>
          <p:nvSpPr>
            <p:cNvPr id="118" name="object 118" descr=""/>
            <p:cNvSpPr/>
            <p:nvPr/>
          </p:nvSpPr>
          <p:spPr>
            <a:xfrm>
              <a:off x="8542339" y="3948987"/>
              <a:ext cx="200660" cy="774065"/>
            </a:xfrm>
            <a:custGeom>
              <a:avLst/>
              <a:gdLst/>
              <a:ahLst/>
              <a:cxnLst/>
              <a:rect l="l" t="t" r="r" b="b"/>
              <a:pathLst>
                <a:path w="200659" h="774064">
                  <a:moveTo>
                    <a:pt x="0" y="774005"/>
                  </a:moveTo>
                  <a:lnTo>
                    <a:pt x="200658" y="774005"/>
                  </a:lnTo>
                  <a:lnTo>
                    <a:pt x="200658" y="0"/>
                  </a:lnTo>
                  <a:lnTo>
                    <a:pt x="0" y="0"/>
                  </a:lnTo>
                  <a:lnTo>
                    <a:pt x="0" y="774005"/>
                  </a:lnTo>
                  <a:close/>
                </a:path>
              </a:pathLst>
            </a:custGeom>
            <a:ln w="13786">
              <a:solidFill>
                <a:srgbClr val="000000"/>
              </a:solidFill>
            </a:ln>
          </p:spPr>
          <p:txBody>
            <a:bodyPr wrap="square" lIns="0" tIns="0" rIns="0" bIns="0" rtlCol="0"/>
            <a:lstStyle/>
            <a:p/>
          </p:txBody>
        </p:sp>
        <p:pic>
          <p:nvPicPr>
            <p:cNvPr id="119" name="object 119" descr=""/>
            <p:cNvPicPr/>
            <p:nvPr/>
          </p:nvPicPr>
          <p:blipFill>
            <a:blip r:embed="rId3" cstate="print"/>
            <a:stretch>
              <a:fillRect/>
            </a:stretch>
          </p:blipFill>
          <p:spPr>
            <a:xfrm>
              <a:off x="7449687" y="3946634"/>
              <a:ext cx="203039" cy="774005"/>
            </a:xfrm>
            <a:prstGeom prst="rect">
              <a:avLst/>
            </a:prstGeom>
          </p:spPr>
        </p:pic>
        <p:sp>
          <p:nvSpPr>
            <p:cNvPr id="120" name="object 120" descr=""/>
            <p:cNvSpPr/>
            <p:nvPr/>
          </p:nvSpPr>
          <p:spPr>
            <a:xfrm>
              <a:off x="7449687" y="3948987"/>
              <a:ext cx="203200" cy="774065"/>
            </a:xfrm>
            <a:custGeom>
              <a:avLst/>
              <a:gdLst/>
              <a:ahLst/>
              <a:cxnLst/>
              <a:rect l="l" t="t" r="r" b="b"/>
              <a:pathLst>
                <a:path w="203200" h="774064">
                  <a:moveTo>
                    <a:pt x="0" y="774005"/>
                  </a:moveTo>
                  <a:lnTo>
                    <a:pt x="203039" y="774005"/>
                  </a:lnTo>
                  <a:lnTo>
                    <a:pt x="203039" y="0"/>
                  </a:lnTo>
                  <a:lnTo>
                    <a:pt x="0" y="0"/>
                  </a:lnTo>
                  <a:lnTo>
                    <a:pt x="0" y="774005"/>
                  </a:lnTo>
                  <a:close/>
                </a:path>
              </a:pathLst>
            </a:custGeom>
            <a:ln w="13786">
              <a:solidFill>
                <a:srgbClr val="000000"/>
              </a:solidFill>
            </a:ln>
          </p:spPr>
          <p:txBody>
            <a:bodyPr wrap="square" lIns="0" tIns="0" rIns="0" bIns="0" rtlCol="0"/>
            <a:lstStyle/>
            <a:p/>
          </p:txBody>
        </p:sp>
      </p:grpSp>
      <p:sp>
        <p:nvSpPr>
          <p:cNvPr id="121" name="object 121" descr=""/>
          <p:cNvSpPr txBox="1"/>
          <p:nvPr/>
        </p:nvSpPr>
        <p:spPr>
          <a:xfrm>
            <a:off x="1998220" y="1668827"/>
            <a:ext cx="1445260" cy="233679"/>
          </a:xfrm>
          <a:prstGeom prst="rect">
            <a:avLst/>
          </a:prstGeom>
        </p:spPr>
        <p:txBody>
          <a:bodyPr wrap="square" lIns="0" tIns="14604" rIns="0" bIns="0" rtlCol="0" vert="horz">
            <a:spAutoFit/>
          </a:bodyPr>
          <a:lstStyle/>
          <a:p>
            <a:pPr marL="12700">
              <a:lnSpc>
                <a:spcPct val="100000"/>
              </a:lnSpc>
              <a:spcBef>
                <a:spcPts val="114"/>
              </a:spcBef>
            </a:pPr>
            <a:r>
              <a:rPr dirty="0" sz="1350">
                <a:latin typeface="Times New Roman"/>
                <a:cs typeface="Times New Roman"/>
              </a:rPr>
              <a:t>DADD</a:t>
            </a:r>
            <a:r>
              <a:rPr dirty="0" sz="1350" spc="10">
                <a:latin typeface="Times New Roman"/>
                <a:cs typeface="Times New Roman"/>
              </a:rPr>
              <a:t> </a:t>
            </a:r>
            <a:r>
              <a:rPr dirty="0" sz="1350" spc="-75" b="1">
                <a:solidFill>
                  <a:srgbClr val="0000FF"/>
                </a:solidFill>
                <a:latin typeface="Times New Roman"/>
                <a:cs typeface="Times New Roman"/>
              </a:rPr>
              <a:t>R1</a:t>
            </a:r>
            <a:r>
              <a:rPr dirty="0" sz="1350" spc="-75">
                <a:latin typeface="宋体"/>
                <a:cs typeface="宋体"/>
              </a:rPr>
              <a:t>，</a:t>
            </a:r>
            <a:r>
              <a:rPr dirty="0" sz="1350" spc="-75">
                <a:latin typeface="Times New Roman"/>
                <a:cs typeface="Times New Roman"/>
              </a:rPr>
              <a:t>R2</a:t>
            </a:r>
            <a:r>
              <a:rPr dirty="0" sz="1350" spc="-75">
                <a:latin typeface="宋体"/>
                <a:cs typeface="宋体"/>
              </a:rPr>
              <a:t>，</a:t>
            </a:r>
            <a:r>
              <a:rPr dirty="0" sz="1350" spc="-75">
                <a:latin typeface="Times New Roman"/>
                <a:cs typeface="Times New Roman"/>
              </a:rPr>
              <a:t>R3</a:t>
            </a:r>
            <a:endParaRPr sz="1350">
              <a:latin typeface="Times New Roman"/>
              <a:cs typeface="Times New Roman"/>
            </a:endParaRPr>
          </a:p>
        </p:txBody>
      </p:sp>
      <p:sp>
        <p:nvSpPr>
          <p:cNvPr id="122" name="object 122" descr=""/>
          <p:cNvSpPr txBox="1"/>
          <p:nvPr/>
        </p:nvSpPr>
        <p:spPr>
          <a:xfrm>
            <a:off x="1998220" y="2502669"/>
            <a:ext cx="1496060" cy="233679"/>
          </a:xfrm>
          <a:prstGeom prst="rect">
            <a:avLst/>
          </a:prstGeom>
        </p:spPr>
        <p:txBody>
          <a:bodyPr wrap="square" lIns="0" tIns="14604" rIns="0" bIns="0" rtlCol="0" vert="horz">
            <a:spAutoFit/>
          </a:bodyPr>
          <a:lstStyle/>
          <a:p>
            <a:pPr marL="12700">
              <a:lnSpc>
                <a:spcPct val="100000"/>
              </a:lnSpc>
              <a:spcBef>
                <a:spcPts val="114"/>
              </a:spcBef>
            </a:pPr>
            <a:r>
              <a:rPr dirty="0" sz="1350">
                <a:latin typeface="Times New Roman"/>
                <a:cs typeface="Times New Roman"/>
              </a:rPr>
              <a:t>DSUB</a:t>
            </a:r>
            <a:r>
              <a:rPr dirty="0" sz="1350" spc="10">
                <a:latin typeface="Times New Roman"/>
                <a:cs typeface="Times New Roman"/>
              </a:rPr>
              <a:t> </a:t>
            </a:r>
            <a:r>
              <a:rPr dirty="0" sz="1350" spc="-10">
                <a:latin typeface="Times New Roman"/>
                <a:cs typeface="Times New Roman"/>
              </a:rPr>
              <a:t>R4</a:t>
            </a:r>
            <a:r>
              <a:rPr dirty="0" sz="1350" spc="-10">
                <a:latin typeface="宋体"/>
                <a:cs typeface="宋体"/>
              </a:rPr>
              <a:t>，</a:t>
            </a:r>
            <a:r>
              <a:rPr dirty="0" sz="1350" spc="-10" b="1">
                <a:solidFill>
                  <a:srgbClr val="0000FF"/>
                </a:solidFill>
                <a:latin typeface="Times New Roman"/>
                <a:cs typeface="Times New Roman"/>
              </a:rPr>
              <a:t>R1</a:t>
            </a:r>
            <a:r>
              <a:rPr dirty="0" sz="1350" spc="-10">
                <a:latin typeface="宋体"/>
                <a:cs typeface="宋体"/>
              </a:rPr>
              <a:t>，</a:t>
            </a:r>
            <a:r>
              <a:rPr dirty="0" sz="1350" spc="-10">
                <a:latin typeface="Times New Roman"/>
                <a:cs typeface="Times New Roman"/>
              </a:rPr>
              <a:t>R5</a:t>
            </a:r>
            <a:endParaRPr sz="1350">
              <a:latin typeface="Times New Roman"/>
              <a:cs typeface="Times New Roman"/>
            </a:endParaRPr>
          </a:p>
        </p:txBody>
      </p:sp>
      <p:sp>
        <p:nvSpPr>
          <p:cNvPr id="123" name="object 123" descr=""/>
          <p:cNvSpPr txBox="1"/>
          <p:nvPr/>
        </p:nvSpPr>
        <p:spPr>
          <a:xfrm>
            <a:off x="1998220" y="3336702"/>
            <a:ext cx="1398905" cy="233679"/>
          </a:xfrm>
          <a:prstGeom prst="rect">
            <a:avLst/>
          </a:prstGeom>
        </p:spPr>
        <p:txBody>
          <a:bodyPr wrap="square" lIns="0" tIns="14604" rIns="0" bIns="0" rtlCol="0" vert="horz">
            <a:spAutoFit/>
          </a:bodyPr>
          <a:lstStyle/>
          <a:p>
            <a:pPr marL="12700">
              <a:lnSpc>
                <a:spcPct val="100000"/>
              </a:lnSpc>
              <a:spcBef>
                <a:spcPts val="114"/>
              </a:spcBef>
            </a:pPr>
            <a:r>
              <a:rPr dirty="0" sz="1350">
                <a:latin typeface="Times New Roman"/>
                <a:cs typeface="Times New Roman"/>
              </a:rPr>
              <a:t>XOR</a:t>
            </a:r>
            <a:r>
              <a:rPr dirty="0" sz="1350" spc="20">
                <a:latin typeface="Times New Roman"/>
                <a:cs typeface="Times New Roman"/>
              </a:rPr>
              <a:t> </a:t>
            </a:r>
            <a:r>
              <a:rPr dirty="0" sz="1350" spc="-10">
                <a:latin typeface="Times New Roman"/>
                <a:cs typeface="Times New Roman"/>
              </a:rPr>
              <a:t>R6</a:t>
            </a:r>
            <a:r>
              <a:rPr dirty="0" sz="1350" spc="-10">
                <a:latin typeface="宋体"/>
                <a:cs typeface="宋体"/>
              </a:rPr>
              <a:t>，</a:t>
            </a:r>
            <a:r>
              <a:rPr dirty="0" sz="1350" spc="-10" b="1">
                <a:solidFill>
                  <a:srgbClr val="0000FF"/>
                </a:solidFill>
                <a:latin typeface="Times New Roman"/>
                <a:cs typeface="Times New Roman"/>
              </a:rPr>
              <a:t>R1</a:t>
            </a:r>
            <a:r>
              <a:rPr dirty="0" sz="1350" spc="-10">
                <a:latin typeface="宋体"/>
                <a:cs typeface="宋体"/>
              </a:rPr>
              <a:t>，</a:t>
            </a:r>
            <a:r>
              <a:rPr dirty="0" sz="1350" spc="-10">
                <a:latin typeface="Times New Roman"/>
                <a:cs typeface="Times New Roman"/>
              </a:rPr>
              <a:t>R7</a:t>
            </a:r>
            <a:endParaRPr sz="1350">
              <a:latin typeface="Times New Roman"/>
              <a:cs typeface="Times New Roman"/>
            </a:endParaRPr>
          </a:p>
        </p:txBody>
      </p:sp>
      <p:sp>
        <p:nvSpPr>
          <p:cNvPr id="124" name="object 124" descr=""/>
          <p:cNvSpPr txBox="1"/>
          <p:nvPr/>
        </p:nvSpPr>
        <p:spPr>
          <a:xfrm>
            <a:off x="1998220" y="4161190"/>
            <a:ext cx="1408430" cy="233679"/>
          </a:xfrm>
          <a:prstGeom prst="rect">
            <a:avLst/>
          </a:prstGeom>
        </p:spPr>
        <p:txBody>
          <a:bodyPr wrap="square" lIns="0" tIns="14604" rIns="0" bIns="0" rtlCol="0" vert="horz">
            <a:spAutoFit/>
          </a:bodyPr>
          <a:lstStyle/>
          <a:p>
            <a:pPr marL="12700">
              <a:lnSpc>
                <a:spcPct val="100000"/>
              </a:lnSpc>
              <a:spcBef>
                <a:spcPts val="114"/>
              </a:spcBef>
            </a:pPr>
            <a:r>
              <a:rPr dirty="0" sz="1350">
                <a:latin typeface="Times New Roman"/>
                <a:cs typeface="Times New Roman"/>
              </a:rPr>
              <a:t>AND </a:t>
            </a:r>
            <a:r>
              <a:rPr dirty="0" sz="1350" spc="-10">
                <a:latin typeface="Times New Roman"/>
                <a:cs typeface="Times New Roman"/>
              </a:rPr>
              <a:t>R8</a:t>
            </a:r>
            <a:r>
              <a:rPr dirty="0" sz="1350" spc="-10">
                <a:latin typeface="宋体"/>
                <a:cs typeface="宋体"/>
              </a:rPr>
              <a:t>，</a:t>
            </a:r>
            <a:r>
              <a:rPr dirty="0" sz="1350" spc="-10" b="1">
                <a:solidFill>
                  <a:srgbClr val="0000FF"/>
                </a:solidFill>
                <a:latin typeface="Times New Roman"/>
                <a:cs typeface="Times New Roman"/>
              </a:rPr>
              <a:t>R1</a:t>
            </a:r>
            <a:r>
              <a:rPr dirty="0" sz="1350" spc="-10">
                <a:latin typeface="宋体"/>
                <a:cs typeface="宋体"/>
              </a:rPr>
              <a:t>，</a:t>
            </a:r>
            <a:r>
              <a:rPr dirty="0" sz="1350" spc="-10">
                <a:latin typeface="Times New Roman"/>
                <a:cs typeface="Times New Roman"/>
              </a:rPr>
              <a:t>R9</a:t>
            </a:r>
            <a:endParaRPr sz="1350">
              <a:latin typeface="Times New Roman"/>
              <a:cs typeface="Times New Roman"/>
            </a:endParaRPr>
          </a:p>
        </p:txBody>
      </p:sp>
      <p:sp>
        <p:nvSpPr>
          <p:cNvPr id="125" name="object 125" descr=""/>
          <p:cNvSpPr txBox="1"/>
          <p:nvPr/>
        </p:nvSpPr>
        <p:spPr>
          <a:xfrm>
            <a:off x="7853769" y="4959908"/>
            <a:ext cx="485140" cy="357505"/>
          </a:xfrm>
          <a:prstGeom prst="rect">
            <a:avLst/>
          </a:prstGeom>
          <a:ln w="13758">
            <a:solidFill>
              <a:srgbClr val="000000"/>
            </a:solidFill>
          </a:ln>
        </p:spPr>
        <p:txBody>
          <a:bodyPr wrap="square" lIns="0" tIns="74930" rIns="0" bIns="0" rtlCol="0" vert="horz">
            <a:spAutoFit/>
          </a:bodyPr>
          <a:lstStyle/>
          <a:p>
            <a:pPr marL="140335">
              <a:lnSpc>
                <a:spcPct val="100000"/>
              </a:lnSpc>
              <a:spcBef>
                <a:spcPts val="590"/>
              </a:spcBef>
            </a:pPr>
            <a:r>
              <a:rPr dirty="0" sz="1350" spc="-25">
                <a:latin typeface="Times New Roman"/>
                <a:cs typeface="Times New Roman"/>
              </a:rPr>
              <a:t>IM</a:t>
            </a:r>
            <a:endParaRPr sz="1350">
              <a:latin typeface="Times New Roman"/>
              <a:cs typeface="Times New Roman"/>
            </a:endParaRPr>
          </a:p>
        </p:txBody>
      </p:sp>
      <p:sp>
        <p:nvSpPr>
          <p:cNvPr id="126" name="object 126" descr=""/>
          <p:cNvSpPr txBox="1"/>
          <p:nvPr/>
        </p:nvSpPr>
        <p:spPr>
          <a:xfrm>
            <a:off x="9033158" y="5006472"/>
            <a:ext cx="304165" cy="233679"/>
          </a:xfrm>
          <a:prstGeom prst="rect">
            <a:avLst/>
          </a:prstGeom>
        </p:spPr>
        <p:txBody>
          <a:bodyPr wrap="square" lIns="0" tIns="14604" rIns="0" bIns="0" rtlCol="0" vert="horz">
            <a:spAutoFit/>
          </a:bodyPr>
          <a:lstStyle/>
          <a:p>
            <a:pPr marL="12700">
              <a:lnSpc>
                <a:spcPct val="100000"/>
              </a:lnSpc>
              <a:spcBef>
                <a:spcPts val="114"/>
              </a:spcBef>
            </a:pPr>
            <a:r>
              <a:rPr dirty="0" sz="1350" spc="-25">
                <a:latin typeface="Times New Roman"/>
                <a:cs typeface="Times New Roman"/>
              </a:rPr>
              <a:t>Reg</a:t>
            </a:r>
            <a:endParaRPr sz="1350">
              <a:latin typeface="Times New Roman"/>
              <a:cs typeface="Times New Roman"/>
            </a:endParaRPr>
          </a:p>
        </p:txBody>
      </p:sp>
      <p:grpSp>
        <p:nvGrpSpPr>
          <p:cNvPr id="127" name="object 127" descr=""/>
          <p:cNvGrpSpPr/>
          <p:nvPr/>
        </p:nvGrpSpPr>
        <p:grpSpPr>
          <a:xfrm>
            <a:off x="5956219" y="1866431"/>
            <a:ext cx="3887470" cy="3695065"/>
            <a:chOff x="5956219" y="1866431"/>
            <a:chExt cx="3887470" cy="3695065"/>
          </a:xfrm>
        </p:grpSpPr>
        <p:sp>
          <p:nvSpPr>
            <p:cNvPr id="128" name="object 128" descr=""/>
            <p:cNvSpPr/>
            <p:nvPr/>
          </p:nvSpPr>
          <p:spPr>
            <a:xfrm>
              <a:off x="8338859" y="4959908"/>
              <a:ext cx="1294130" cy="357505"/>
            </a:xfrm>
            <a:custGeom>
              <a:avLst/>
              <a:gdLst/>
              <a:ahLst/>
              <a:cxnLst/>
              <a:rect l="l" t="t" r="r" b="b"/>
              <a:pathLst>
                <a:path w="1294129" h="357504">
                  <a:moveTo>
                    <a:pt x="0" y="177461"/>
                  </a:moveTo>
                  <a:lnTo>
                    <a:pt x="203480" y="177461"/>
                  </a:lnTo>
                </a:path>
                <a:path w="1294129" h="357504">
                  <a:moveTo>
                    <a:pt x="404081" y="177461"/>
                  </a:moveTo>
                  <a:lnTo>
                    <a:pt x="607754" y="177461"/>
                  </a:lnTo>
                </a:path>
                <a:path w="1294129" h="357504">
                  <a:moveTo>
                    <a:pt x="1092652" y="106205"/>
                  </a:moveTo>
                  <a:lnTo>
                    <a:pt x="1293829" y="106205"/>
                  </a:lnTo>
                </a:path>
                <a:path w="1294129" h="357504">
                  <a:moveTo>
                    <a:pt x="1092652" y="274217"/>
                  </a:moveTo>
                  <a:lnTo>
                    <a:pt x="1293829" y="274217"/>
                  </a:lnTo>
                </a:path>
                <a:path w="1294129" h="357504">
                  <a:moveTo>
                    <a:pt x="850203" y="0"/>
                  </a:moveTo>
                  <a:lnTo>
                    <a:pt x="1092652" y="0"/>
                  </a:lnTo>
                </a:path>
                <a:path w="1294129" h="357504">
                  <a:moveTo>
                    <a:pt x="1092652" y="0"/>
                  </a:moveTo>
                  <a:lnTo>
                    <a:pt x="1092652" y="357276"/>
                  </a:lnTo>
                </a:path>
                <a:path w="1294129" h="357504">
                  <a:moveTo>
                    <a:pt x="850203" y="357276"/>
                  </a:moveTo>
                  <a:lnTo>
                    <a:pt x="1092652" y="357276"/>
                  </a:lnTo>
                </a:path>
              </a:pathLst>
            </a:custGeom>
            <a:ln w="13765">
              <a:solidFill>
                <a:srgbClr val="000000"/>
              </a:solidFill>
            </a:ln>
          </p:spPr>
          <p:txBody>
            <a:bodyPr wrap="square" lIns="0" tIns="0" rIns="0" bIns="0" rtlCol="0"/>
            <a:lstStyle/>
            <a:p/>
          </p:txBody>
        </p:sp>
        <p:sp>
          <p:nvSpPr>
            <p:cNvPr id="129" name="object 129" descr=""/>
            <p:cNvSpPr/>
            <p:nvPr/>
          </p:nvSpPr>
          <p:spPr>
            <a:xfrm>
              <a:off x="8940278" y="4956139"/>
              <a:ext cx="274955" cy="13970"/>
            </a:xfrm>
            <a:custGeom>
              <a:avLst/>
              <a:gdLst/>
              <a:ahLst/>
              <a:cxnLst/>
              <a:rect l="l" t="t" r="r" b="b"/>
              <a:pathLst>
                <a:path w="274954" h="13970">
                  <a:moveTo>
                    <a:pt x="52789" y="0"/>
                  </a:moveTo>
                  <a:lnTo>
                    <a:pt x="4415" y="0"/>
                  </a:lnTo>
                  <a:lnTo>
                    <a:pt x="1919" y="1893"/>
                  </a:lnTo>
                  <a:lnTo>
                    <a:pt x="1919" y="4246"/>
                  </a:lnTo>
                  <a:lnTo>
                    <a:pt x="0" y="6599"/>
                  </a:lnTo>
                  <a:lnTo>
                    <a:pt x="1919" y="8971"/>
                  </a:lnTo>
                  <a:lnTo>
                    <a:pt x="1919" y="11324"/>
                  </a:lnTo>
                  <a:lnTo>
                    <a:pt x="4415" y="13677"/>
                  </a:lnTo>
                  <a:lnTo>
                    <a:pt x="52789" y="13677"/>
                  </a:lnTo>
                  <a:lnTo>
                    <a:pt x="55285" y="11324"/>
                  </a:lnTo>
                  <a:lnTo>
                    <a:pt x="57588" y="8971"/>
                  </a:lnTo>
                  <a:lnTo>
                    <a:pt x="57588" y="4246"/>
                  </a:lnTo>
                  <a:lnTo>
                    <a:pt x="55285" y="1893"/>
                  </a:lnTo>
                  <a:lnTo>
                    <a:pt x="52789" y="0"/>
                  </a:lnTo>
                  <a:close/>
                </a:path>
                <a:path w="274954" h="13970">
                  <a:moveTo>
                    <a:pt x="113258" y="0"/>
                  </a:moveTo>
                  <a:lnTo>
                    <a:pt x="106155" y="0"/>
                  </a:lnTo>
                  <a:lnTo>
                    <a:pt x="103659" y="1893"/>
                  </a:lnTo>
                  <a:lnTo>
                    <a:pt x="101356" y="4246"/>
                  </a:lnTo>
                  <a:lnTo>
                    <a:pt x="101356" y="8971"/>
                  </a:lnTo>
                  <a:lnTo>
                    <a:pt x="103659" y="11324"/>
                  </a:lnTo>
                  <a:lnTo>
                    <a:pt x="106155" y="13677"/>
                  </a:lnTo>
                  <a:lnTo>
                    <a:pt x="113258" y="13677"/>
                  </a:lnTo>
                  <a:lnTo>
                    <a:pt x="115561" y="11324"/>
                  </a:lnTo>
                  <a:lnTo>
                    <a:pt x="115561" y="8971"/>
                  </a:lnTo>
                  <a:lnTo>
                    <a:pt x="117481" y="6599"/>
                  </a:lnTo>
                  <a:lnTo>
                    <a:pt x="115561" y="4246"/>
                  </a:lnTo>
                  <a:lnTo>
                    <a:pt x="115561" y="1893"/>
                  </a:lnTo>
                  <a:lnTo>
                    <a:pt x="113258" y="0"/>
                  </a:lnTo>
                  <a:close/>
                </a:path>
                <a:path w="274954" h="13970">
                  <a:moveTo>
                    <a:pt x="212694" y="0"/>
                  </a:moveTo>
                  <a:lnTo>
                    <a:pt x="164128" y="0"/>
                  </a:lnTo>
                  <a:lnTo>
                    <a:pt x="161824" y="1893"/>
                  </a:lnTo>
                  <a:lnTo>
                    <a:pt x="161824" y="4246"/>
                  </a:lnTo>
                  <a:lnTo>
                    <a:pt x="159329" y="6599"/>
                  </a:lnTo>
                  <a:lnTo>
                    <a:pt x="161824" y="8971"/>
                  </a:lnTo>
                  <a:lnTo>
                    <a:pt x="161824" y="11324"/>
                  </a:lnTo>
                  <a:lnTo>
                    <a:pt x="164128" y="13677"/>
                  </a:lnTo>
                  <a:lnTo>
                    <a:pt x="212694" y="13677"/>
                  </a:lnTo>
                  <a:lnTo>
                    <a:pt x="214614" y="11324"/>
                  </a:lnTo>
                  <a:lnTo>
                    <a:pt x="216917" y="8971"/>
                  </a:lnTo>
                  <a:lnTo>
                    <a:pt x="216917" y="4246"/>
                  </a:lnTo>
                  <a:lnTo>
                    <a:pt x="214614" y="1893"/>
                  </a:lnTo>
                  <a:lnTo>
                    <a:pt x="212694" y="0"/>
                  </a:lnTo>
                  <a:close/>
                </a:path>
                <a:path w="274954" h="13970">
                  <a:moveTo>
                    <a:pt x="270091" y="0"/>
                  </a:moveTo>
                  <a:lnTo>
                    <a:pt x="265484" y="0"/>
                  </a:lnTo>
                  <a:lnTo>
                    <a:pt x="263564" y="1893"/>
                  </a:lnTo>
                  <a:lnTo>
                    <a:pt x="261069" y="4246"/>
                  </a:lnTo>
                  <a:lnTo>
                    <a:pt x="261069" y="8971"/>
                  </a:lnTo>
                  <a:lnTo>
                    <a:pt x="263564" y="11324"/>
                  </a:lnTo>
                  <a:lnTo>
                    <a:pt x="265484" y="13677"/>
                  </a:lnTo>
                  <a:lnTo>
                    <a:pt x="270091" y="13677"/>
                  </a:lnTo>
                  <a:lnTo>
                    <a:pt x="272587" y="11324"/>
                  </a:lnTo>
                  <a:lnTo>
                    <a:pt x="274890" y="8971"/>
                  </a:lnTo>
                  <a:lnTo>
                    <a:pt x="274890" y="4246"/>
                  </a:lnTo>
                  <a:lnTo>
                    <a:pt x="272587" y="1893"/>
                  </a:lnTo>
                  <a:lnTo>
                    <a:pt x="270091" y="0"/>
                  </a:lnTo>
                  <a:close/>
                </a:path>
              </a:pathLst>
            </a:custGeom>
            <a:solidFill>
              <a:srgbClr val="000000"/>
            </a:solidFill>
          </p:spPr>
          <p:txBody>
            <a:bodyPr wrap="square" lIns="0" tIns="0" rIns="0" bIns="0" rtlCol="0"/>
            <a:lstStyle/>
            <a:p/>
          </p:txBody>
        </p:sp>
        <p:sp>
          <p:nvSpPr>
            <p:cNvPr id="130" name="object 130" descr=""/>
            <p:cNvSpPr/>
            <p:nvPr/>
          </p:nvSpPr>
          <p:spPr>
            <a:xfrm>
              <a:off x="8940278" y="4956139"/>
              <a:ext cx="274955" cy="13970"/>
            </a:xfrm>
            <a:custGeom>
              <a:avLst/>
              <a:gdLst/>
              <a:ahLst/>
              <a:cxnLst/>
              <a:rect l="l" t="t" r="r" b="b"/>
              <a:pathLst>
                <a:path w="274954" h="13970">
                  <a:moveTo>
                    <a:pt x="9022" y="0"/>
                  </a:moveTo>
                  <a:lnTo>
                    <a:pt x="50870" y="0"/>
                  </a:lnTo>
                  <a:lnTo>
                    <a:pt x="57588" y="8971"/>
                  </a:lnTo>
                  <a:lnTo>
                    <a:pt x="55285" y="11324"/>
                  </a:lnTo>
                  <a:lnTo>
                    <a:pt x="52789" y="13677"/>
                  </a:lnTo>
                  <a:lnTo>
                    <a:pt x="50870" y="13677"/>
                  </a:lnTo>
                  <a:lnTo>
                    <a:pt x="9022" y="13677"/>
                  </a:lnTo>
                  <a:lnTo>
                    <a:pt x="4415" y="13677"/>
                  </a:lnTo>
                  <a:lnTo>
                    <a:pt x="1919" y="11324"/>
                  </a:lnTo>
                  <a:lnTo>
                    <a:pt x="1919" y="8971"/>
                  </a:lnTo>
                  <a:lnTo>
                    <a:pt x="0" y="6599"/>
                  </a:lnTo>
                  <a:lnTo>
                    <a:pt x="1919" y="4246"/>
                  </a:lnTo>
                  <a:lnTo>
                    <a:pt x="1919" y="1893"/>
                  </a:lnTo>
                  <a:lnTo>
                    <a:pt x="4415" y="0"/>
                  </a:lnTo>
                  <a:lnTo>
                    <a:pt x="9022" y="0"/>
                  </a:lnTo>
                  <a:close/>
                </a:path>
                <a:path w="274954" h="13970">
                  <a:moveTo>
                    <a:pt x="108458" y="0"/>
                  </a:moveTo>
                  <a:lnTo>
                    <a:pt x="113258" y="0"/>
                  </a:lnTo>
                  <a:lnTo>
                    <a:pt x="115561" y="1893"/>
                  </a:lnTo>
                  <a:lnTo>
                    <a:pt x="115561" y="4246"/>
                  </a:lnTo>
                  <a:lnTo>
                    <a:pt x="117481" y="6599"/>
                  </a:lnTo>
                  <a:lnTo>
                    <a:pt x="115561" y="8971"/>
                  </a:lnTo>
                  <a:lnTo>
                    <a:pt x="115561" y="11324"/>
                  </a:lnTo>
                  <a:lnTo>
                    <a:pt x="113258" y="13677"/>
                  </a:lnTo>
                  <a:lnTo>
                    <a:pt x="108459" y="13677"/>
                  </a:lnTo>
                  <a:lnTo>
                    <a:pt x="106155" y="13677"/>
                  </a:lnTo>
                  <a:lnTo>
                    <a:pt x="103659" y="11324"/>
                  </a:lnTo>
                  <a:lnTo>
                    <a:pt x="101356" y="8971"/>
                  </a:lnTo>
                  <a:lnTo>
                    <a:pt x="101356" y="6599"/>
                  </a:lnTo>
                  <a:lnTo>
                    <a:pt x="101356" y="4246"/>
                  </a:lnTo>
                  <a:lnTo>
                    <a:pt x="103659" y="1893"/>
                  </a:lnTo>
                  <a:lnTo>
                    <a:pt x="106155" y="0"/>
                  </a:lnTo>
                  <a:lnTo>
                    <a:pt x="108458" y="0"/>
                  </a:lnTo>
                  <a:close/>
                </a:path>
                <a:path w="274954" h="13970">
                  <a:moveTo>
                    <a:pt x="166047" y="0"/>
                  </a:moveTo>
                  <a:lnTo>
                    <a:pt x="210199" y="0"/>
                  </a:lnTo>
                  <a:lnTo>
                    <a:pt x="212694" y="0"/>
                  </a:lnTo>
                  <a:lnTo>
                    <a:pt x="214614" y="1893"/>
                  </a:lnTo>
                  <a:lnTo>
                    <a:pt x="216917" y="4246"/>
                  </a:lnTo>
                  <a:lnTo>
                    <a:pt x="216917" y="6599"/>
                  </a:lnTo>
                  <a:lnTo>
                    <a:pt x="216917" y="8971"/>
                  </a:lnTo>
                  <a:lnTo>
                    <a:pt x="214614" y="11324"/>
                  </a:lnTo>
                  <a:lnTo>
                    <a:pt x="212694" y="13677"/>
                  </a:lnTo>
                  <a:lnTo>
                    <a:pt x="166047" y="13677"/>
                  </a:lnTo>
                  <a:lnTo>
                    <a:pt x="161824" y="8971"/>
                  </a:lnTo>
                  <a:lnTo>
                    <a:pt x="159329" y="6599"/>
                  </a:lnTo>
                  <a:lnTo>
                    <a:pt x="161824" y="4246"/>
                  </a:lnTo>
                  <a:lnTo>
                    <a:pt x="161824" y="1893"/>
                  </a:lnTo>
                  <a:lnTo>
                    <a:pt x="164128" y="0"/>
                  </a:lnTo>
                  <a:lnTo>
                    <a:pt x="166047" y="0"/>
                  </a:lnTo>
                  <a:close/>
                </a:path>
                <a:path w="274954" h="13970">
                  <a:moveTo>
                    <a:pt x="267788" y="0"/>
                  </a:moveTo>
                  <a:lnTo>
                    <a:pt x="270091" y="0"/>
                  </a:lnTo>
                  <a:lnTo>
                    <a:pt x="272587" y="1893"/>
                  </a:lnTo>
                  <a:lnTo>
                    <a:pt x="274890" y="4246"/>
                  </a:lnTo>
                  <a:lnTo>
                    <a:pt x="274890" y="6599"/>
                  </a:lnTo>
                  <a:lnTo>
                    <a:pt x="274890" y="8971"/>
                  </a:lnTo>
                  <a:lnTo>
                    <a:pt x="272587" y="11324"/>
                  </a:lnTo>
                  <a:lnTo>
                    <a:pt x="270091" y="13677"/>
                  </a:lnTo>
                  <a:lnTo>
                    <a:pt x="267788" y="13677"/>
                  </a:lnTo>
                  <a:lnTo>
                    <a:pt x="265484" y="13677"/>
                  </a:lnTo>
                  <a:lnTo>
                    <a:pt x="263564" y="11324"/>
                  </a:lnTo>
                  <a:lnTo>
                    <a:pt x="261069" y="8971"/>
                  </a:lnTo>
                  <a:lnTo>
                    <a:pt x="261069" y="6599"/>
                  </a:lnTo>
                  <a:lnTo>
                    <a:pt x="261069" y="4246"/>
                  </a:lnTo>
                  <a:lnTo>
                    <a:pt x="263564" y="1893"/>
                  </a:lnTo>
                  <a:lnTo>
                    <a:pt x="265484" y="0"/>
                  </a:lnTo>
                  <a:lnTo>
                    <a:pt x="267788" y="0"/>
                  </a:lnTo>
                  <a:close/>
                </a:path>
              </a:pathLst>
            </a:custGeom>
            <a:ln w="3175">
              <a:solidFill>
                <a:srgbClr val="000000"/>
              </a:solidFill>
            </a:ln>
          </p:spPr>
          <p:txBody>
            <a:bodyPr wrap="square" lIns="0" tIns="0" rIns="0" bIns="0" rtlCol="0"/>
            <a:lstStyle/>
            <a:p/>
          </p:txBody>
        </p:sp>
        <p:sp>
          <p:nvSpPr>
            <p:cNvPr id="131" name="object 131" descr=""/>
            <p:cNvSpPr/>
            <p:nvPr/>
          </p:nvSpPr>
          <p:spPr>
            <a:xfrm>
              <a:off x="8940278" y="4956139"/>
              <a:ext cx="16510" cy="370840"/>
            </a:xfrm>
            <a:custGeom>
              <a:avLst/>
              <a:gdLst/>
              <a:ahLst/>
              <a:cxnLst/>
              <a:rect l="l" t="t" r="r" b="b"/>
              <a:pathLst>
                <a:path w="16509" h="370839">
                  <a:moveTo>
                    <a:pt x="11517" y="0"/>
                  </a:moveTo>
                  <a:lnTo>
                    <a:pt x="4415" y="0"/>
                  </a:lnTo>
                  <a:lnTo>
                    <a:pt x="1919" y="1893"/>
                  </a:lnTo>
                  <a:lnTo>
                    <a:pt x="1919" y="4246"/>
                  </a:lnTo>
                  <a:lnTo>
                    <a:pt x="0" y="6599"/>
                  </a:lnTo>
                  <a:lnTo>
                    <a:pt x="0" y="50501"/>
                  </a:lnTo>
                  <a:lnTo>
                    <a:pt x="1919" y="52853"/>
                  </a:lnTo>
                  <a:lnTo>
                    <a:pt x="1919" y="55226"/>
                  </a:lnTo>
                  <a:lnTo>
                    <a:pt x="4415" y="57578"/>
                  </a:lnTo>
                  <a:lnTo>
                    <a:pt x="11517" y="57578"/>
                  </a:lnTo>
                  <a:lnTo>
                    <a:pt x="13821" y="55226"/>
                  </a:lnTo>
                  <a:lnTo>
                    <a:pt x="13821" y="52853"/>
                  </a:lnTo>
                  <a:lnTo>
                    <a:pt x="16316" y="50501"/>
                  </a:lnTo>
                  <a:lnTo>
                    <a:pt x="16316" y="6599"/>
                  </a:lnTo>
                  <a:lnTo>
                    <a:pt x="13821" y="4246"/>
                  </a:lnTo>
                  <a:lnTo>
                    <a:pt x="13821" y="1893"/>
                  </a:lnTo>
                  <a:lnTo>
                    <a:pt x="11517" y="0"/>
                  </a:lnTo>
                  <a:close/>
                </a:path>
                <a:path w="16509" h="370839">
                  <a:moveTo>
                    <a:pt x="13821" y="101002"/>
                  </a:moveTo>
                  <a:lnTo>
                    <a:pt x="1919" y="101002"/>
                  </a:lnTo>
                  <a:lnTo>
                    <a:pt x="1919" y="103355"/>
                  </a:lnTo>
                  <a:lnTo>
                    <a:pt x="0" y="108080"/>
                  </a:lnTo>
                  <a:lnTo>
                    <a:pt x="1919" y="110432"/>
                  </a:lnTo>
                  <a:lnTo>
                    <a:pt x="1919" y="112804"/>
                  </a:lnTo>
                  <a:lnTo>
                    <a:pt x="4415" y="115157"/>
                  </a:lnTo>
                  <a:lnTo>
                    <a:pt x="11517" y="115157"/>
                  </a:lnTo>
                  <a:lnTo>
                    <a:pt x="13821" y="112804"/>
                  </a:lnTo>
                  <a:lnTo>
                    <a:pt x="13821" y="110432"/>
                  </a:lnTo>
                  <a:lnTo>
                    <a:pt x="16316" y="108080"/>
                  </a:lnTo>
                  <a:lnTo>
                    <a:pt x="13821" y="103355"/>
                  </a:lnTo>
                  <a:lnTo>
                    <a:pt x="13821" y="101002"/>
                  </a:lnTo>
                  <a:close/>
                </a:path>
                <a:path w="16509" h="370839">
                  <a:moveTo>
                    <a:pt x="11517" y="214266"/>
                  </a:moveTo>
                  <a:lnTo>
                    <a:pt x="4415" y="214266"/>
                  </a:lnTo>
                  <a:lnTo>
                    <a:pt x="9022" y="216160"/>
                  </a:lnTo>
                  <a:lnTo>
                    <a:pt x="11517" y="214266"/>
                  </a:lnTo>
                  <a:close/>
                </a:path>
                <a:path w="16509" h="370839">
                  <a:moveTo>
                    <a:pt x="13821" y="158581"/>
                  </a:moveTo>
                  <a:lnTo>
                    <a:pt x="1919" y="158581"/>
                  </a:lnTo>
                  <a:lnTo>
                    <a:pt x="1919" y="160933"/>
                  </a:lnTo>
                  <a:lnTo>
                    <a:pt x="0" y="165658"/>
                  </a:lnTo>
                  <a:lnTo>
                    <a:pt x="0" y="207188"/>
                  </a:lnTo>
                  <a:lnTo>
                    <a:pt x="1919" y="211913"/>
                  </a:lnTo>
                  <a:lnTo>
                    <a:pt x="1919" y="214266"/>
                  </a:lnTo>
                  <a:lnTo>
                    <a:pt x="13821" y="214266"/>
                  </a:lnTo>
                  <a:lnTo>
                    <a:pt x="13821" y="211913"/>
                  </a:lnTo>
                  <a:lnTo>
                    <a:pt x="16316" y="207188"/>
                  </a:lnTo>
                  <a:lnTo>
                    <a:pt x="16316" y="165658"/>
                  </a:lnTo>
                  <a:lnTo>
                    <a:pt x="13821" y="160933"/>
                  </a:lnTo>
                  <a:lnTo>
                    <a:pt x="13821" y="158581"/>
                  </a:lnTo>
                  <a:close/>
                </a:path>
                <a:path w="16509" h="370839">
                  <a:moveTo>
                    <a:pt x="11517" y="271845"/>
                  </a:moveTo>
                  <a:lnTo>
                    <a:pt x="4415" y="271845"/>
                  </a:lnTo>
                  <a:lnTo>
                    <a:pt x="9022" y="273738"/>
                  </a:lnTo>
                  <a:lnTo>
                    <a:pt x="11517" y="271845"/>
                  </a:lnTo>
                  <a:close/>
                </a:path>
                <a:path w="16509" h="370839">
                  <a:moveTo>
                    <a:pt x="13821" y="260042"/>
                  </a:moveTo>
                  <a:lnTo>
                    <a:pt x="1919" y="260042"/>
                  </a:lnTo>
                  <a:lnTo>
                    <a:pt x="1919" y="262414"/>
                  </a:lnTo>
                  <a:lnTo>
                    <a:pt x="0" y="264767"/>
                  </a:lnTo>
                  <a:lnTo>
                    <a:pt x="1919" y="269492"/>
                  </a:lnTo>
                  <a:lnTo>
                    <a:pt x="1919" y="271845"/>
                  </a:lnTo>
                  <a:lnTo>
                    <a:pt x="13821" y="271845"/>
                  </a:lnTo>
                  <a:lnTo>
                    <a:pt x="13821" y="269492"/>
                  </a:lnTo>
                  <a:lnTo>
                    <a:pt x="16316" y="264767"/>
                  </a:lnTo>
                  <a:lnTo>
                    <a:pt x="13821" y="262414"/>
                  </a:lnTo>
                  <a:lnTo>
                    <a:pt x="13821" y="260042"/>
                  </a:lnTo>
                  <a:close/>
                </a:path>
                <a:path w="16509" h="370839">
                  <a:moveTo>
                    <a:pt x="9022" y="257689"/>
                  </a:moveTo>
                  <a:lnTo>
                    <a:pt x="4415" y="260042"/>
                  </a:lnTo>
                  <a:lnTo>
                    <a:pt x="11517" y="260042"/>
                  </a:lnTo>
                  <a:lnTo>
                    <a:pt x="9022" y="257689"/>
                  </a:lnTo>
                  <a:close/>
                </a:path>
                <a:path w="16509" h="370839">
                  <a:moveTo>
                    <a:pt x="13821" y="317621"/>
                  </a:moveTo>
                  <a:lnTo>
                    <a:pt x="1919" y="317621"/>
                  </a:lnTo>
                  <a:lnTo>
                    <a:pt x="1919" y="319993"/>
                  </a:lnTo>
                  <a:lnTo>
                    <a:pt x="0" y="322346"/>
                  </a:lnTo>
                  <a:lnTo>
                    <a:pt x="0" y="363875"/>
                  </a:lnTo>
                  <a:lnTo>
                    <a:pt x="1919" y="366228"/>
                  </a:lnTo>
                  <a:lnTo>
                    <a:pt x="1919" y="368600"/>
                  </a:lnTo>
                  <a:lnTo>
                    <a:pt x="4415" y="370475"/>
                  </a:lnTo>
                  <a:lnTo>
                    <a:pt x="11517" y="370475"/>
                  </a:lnTo>
                  <a:lnTo>
                    <a:pt x="13821" y="368600"/>
                  </a:lnTo>
                  <a:lnTo>
                    <a:pt x="13821" y="366228"/>
                  </a:lnTo>
                  <a:lnTo>
                    <a:pt x="16316" y="363875"/>
                  </a:lnTo>
                  <a:lnTo>
                    <a:pt x="16316" y="322346"/>
                  </a:lnTo>
                  <a:lnTo>
                    <a:pt x="13821" y="319993"/>
                  </a:lnTo>
                  <a:lnTo>
                    <a:pt x="13821" y="317621"/>
                  </a:lnTo>
                  <a:close/>
                </a:path>
                <a:path w="16509" h="370839">
                  <a:moveTo>
                    <a:pt x="9022" y="315268"/>
                  </a:moveTo>
                  <a:lnTo>
                    <a:pt x="4415" y="317621"/>
                  </a:lnTo>
                  <a:lnTo>
                    <a:pt x="11517" y="317621"/>
                  </a:lnTo>
                  <a:lnTo>
                    <a:pt x="9022" y="315268"/>
                  </a:lnTo>
                  <a:close/>
                </a:path>
              </a:pathLst>
            </a:custGeom>
            <a:solidFill>
              <a:srgbClr val="000000"/>
            </a:solidFill>
          </p:spPr>
          <p:txBody>
            <a:bodyPr wrap="square" lIns="0" tIns="0" rIns="0" bIns="0" rtlCol="0"/>
            <a:lstStyle/>
            <a:p/>
          </p:txBody>
        </p:sp>
        <p:sp>
          <p:nvSpPr>
            <p:cNvPr id="132" name="object 132" descr=""/>
            <p:cNvSpPr/>
            <p:nvPr/>
          </p:nvSpPr>
          <p:spPr>
            <a:xfrm>
              <a:off x="8940278" y="4956139"/>
              <a:ext cx="16510" cy="370840"/>
            </a:xfrm>
            <a:custGeom>
              <a:avLst/>
              <a:gdLst/>
              <a:ahLst/>
              <a:cxnLst/>
              <a:rect l="l" t="t" r="r" b="b"/>
              <a:pathLst>
                <a:path w="16509" h="370839">
                  <a:moveTo>
                    <a:pt x="16316" y="6599"/>
                  </a:moveTo>
                  <a:lnTo>
                    <a:pt x="16316" y="50501"/>
                  </a:lnTo>
                  <a:lnTo>
                    <a:pt x="13821" y="52853"/>
                  </a:lnTo>
                  <a:lnTo>
                    <a:pt x="13821" y="55226"/>
                  </a:lnTo>
                  <a:lnTo>
                    <a:pt x="11517" y="57578"/>
                  </a:lnTo>
                  <a:lnTo>
                    <a:pt x="9022" y="57578"/>
                  </a:lnTo>
                  <a:lnTo>
                    <a:pt x="4415" y="57578"/>
                  </a:lnTo>
                  <a:lnTo>
                    <a:pt x="1919" y="55226"/>
                  </a:lnTo>
                  <a:lnTo>
                    <a:pt x="1919" y="52853"/>
                  </a:lnTo>
                  <a:lnTo>
                    <a:pt x="0" y="50501"/>
                  </a:lnTo>
                  <a:lnTo>
                    <a:pt x="0" y="6599"/>
                  </a:lnTo>
                  <a:lnTo>
                    <a:pt x="1919" y="4246"/>
                  </a:lnTo>
                  <a:lnTo>
                    <a:pt x="1919" y="1893"/>
                  </a:lnTo>
                  <a:lnTo>
                    <a:pt x="4415" y="0"/>
                  </a:lnTo>
                  <a:lnTo>
                    <a:pt x="9022" y="0"/>
                  </a:lnTo>
                  <a:lnTo>
                    <a:pt x="11517" y="0"/>
                  </a:lnTo>
                  <a:lnTo>
                    <a:pt x="13821" y="1893"/>
                  </a:lnTo>
                  <a:lnTo>
                    <a:pt x="13821" y="4246"/>
                  </a:lnTo>
                  <a:lnTo>
                    <a:pt x="16316" y="6599"/>
                  </a:lnTo>
                  <a:close/>
                </a:path>
                <a:path w="16509" h="370839">
                  <a:moveTo>
                    <a:pt x="16316" y="108080"/>
                  </a:moveTo>
                  <a:lnTo>
                    <a:pt x="13821" y="110432"/>
                  </a:lnTo>
                  <a:lnTo>
                    <a:pt x="13821" y="112804"/>
                  </a:lnTo>
                  <a:lnTo>
                    <a:pt x="11517" y="115157"/>
                  </a:lnTo>
                  <a:lnTo>
                    <a:pt x="9022" y="115157"/>
                  </a:lnTo>
                  <a:lnTo>
                    <a:pt x="4415" y="115157"/>
                  </a:lnTo>
                  <a:lnTo>
                    <a:pt x="1919" y="112804"/>
                  </a:lnTo>
                  <a:lnTo>
                    <a:pt x="1919" y="110432"/>
                  </a:lnTo>
                  <a:lnTo>
                    <a:pt x="0" y="108080"/>
                  </a:lnTo>
                  <a:lnTo>
                    <a:pt x="1919" y="103355"/>
                  </a:lnTo>
                  <a:lnTo>
                    <a:pt x="1919" y="101002"/>
                  </a:lnTo>
                  <a:lnTo>
                    <a:pt x="4415" y="101002"/>
                  </a:lnTo>
                  <a:lnTo>
                    <a:pt x="9022" y="101002"/>
                  </a:lnTo>
                  <a:lnTo>
                    <a:pt x="11517" y="101002"/>
                  </a:lnTo>
                  <a:lnTo>
                    <a:pt x="13821" y="101002"/>
                  </a:lnTo>
                  <a:lnTo>
                    <a:pt x="13821" y="103355"/>
                  </a:lnTo>
                  <a:lnTo>
                    <a:pt x="16316" y="108080"/>
                  </a:lnTo>
                  <a:close/>
                </a:path>
                <a:path w="16509" h="370839">
                  <a:moveTo>
                    <a:pt x="16316" y="165658"/>
                  </a:moveTo>
                  <a:lnTo>
                    <a:pt x="16316" y="207188"/>
                  </a:lnTo>
                  <a:lnTo>
                    <a:pt x="13821" y="211913"/>
                  </a:lnTo>
                  <a:lnTo>
                    <a:pt x="13821" y="214266"/>
                  </a:lnTo>
                  <a:lnTo>
                    <a:pt x="11517" y="214266"/>
                  </a:lnTo>
                  <a:lnTo>
                    <a:pt x="9022" y="216160"/>
                  </a:lnTo>
                  <a:lnTo>
                    <a:pt x="4415" y="214266"/>
                  </a:lnTo>
                  <a:lnTo>
                    <a:pt x="1919" y="214266"/>
                  </a:lnTo>
                  <a:lnTo>
                    <a:pt x="1919" y="211913"/>
                  </a:lnTo>
                  <a:lnTo>
                    <a:pt x="0" y="207188"/>
                  </a:lnTo>
                  <a:lnTo>
                    <a:pt x="0" y="165658"/>
                  </a:lnTo>
                  <a:lnTo>
                    <a:pt x="1919" y="160933"/>
                  </a:lnTo>
                  <a:lnTo>
                    <a:pt x="1919" y="158581"/>
                  </a:lnTo>
                  <a:lnTo>
                    <a:pt x="4415" y="158581"/>
                  </a:lnTo>
                  <a:lnTo>
                    <a:pt x="9022" y="158581"/>
                  </a:lnTo>
                  <a:lnTo>
                    <a:pt x="11517" y="158581"/>
                  </a:lnTo>
                  <a:lnTo>
                    <a:pt x="13821" y="158581"/>
                  </a:lnTo>
                  <a:lnTo>
                    <a:pt x="13821" y="160933"/>
                  </a:lnTo>
                  <a:lnTo>
                    <a:pt x="16316" y="165658"/>
                  </a:lnTo>
                  <a:close/>
                </a:path>
                <a:path w="16509" h="370839">
                  <a:moveTo>
                    <a:pt x="16316" y="264767"/>
                  </a:moveTo>
                  <a:lnTo>
                    <a:pt x="13821" y="269492"/>
                  </a:lnTo>
                  <a:lnTo>
                    <a:pt x="13821" y="271845"/>
                  </a:lnTo>
                  <a:lnTo>
                    <a:pt x="11517" y="271845"/>
                  </a:lnTo>
                  <a:lnTo>
                    <a:pt x="9022" y="273738"/>
                  </a:lnTo>
                  <a:lnTo>
                    <a:pt x="4415" y="271845"/>
                  </a:lnTo>
                  <a:lnTo>
                    <a:pt x="1919" y="271845"/>
                  </a:lnTo>
                  <a:lnTo>
                    <a:pt x="1919" y="269492"/>
                  </a:lnTo>
                  <a:lnTo>
                    <a:pt x="0" y="264767"/>
                  </a:lnTo>
                  <a:lnTo>
                    <a:pt x="1919" y="262414"/>
                  </a:lnTo>
                  <a:lnTo>
                    <a:pt x="1919" y="260042"/>
                  </a:lnTo>
                  <a:lnTo>
                    <a:pt x="4415" y="260042"/>
                  </a:lnTo>
                  <a:lnTo>
                    <a:pt x="9022" y="257689"/>
                  </a:lnTo>
                  <a:lnTo>
                    <a:pt x="11517" y="260042"/>
                  </a:lnTo>
                  <a:lnTo>
                    <a:pt x="13821" y="260042"/>
                  </a:lnTo>
                  <a:lnTo>
                    <a:pt x="13821" y="262414"/>
                  </a:lnTo>
                  <a:lnTo>
                    <a:pt x="16316" y="264767"/>
                  </a:lnTo>
                  <a:close/>
                </a:path>
                <a:path w="16509" h="370839">
                  <a:moveTo>
                    <a:pt x="16316" y="322346"/>
                  </a:moveTo>
                  <a:lnTo>
                    <a:pt x="16316" y="363875"/>
                  </a:lnTo>
                  <a:lnTo>
                    <a:pt x="13821" y="366228"/>
                  </a:lnTo>
                  <a:lnTo>
                    <a:pt x="13821" y="368600"/>
                  </a:lnTo>
                  <a:lnTo>
                    <a:pt x="11517" y="370475"/>
                  </a:lnTo>
                  <a:lnTo>
                    <a:pt x="9022" y="370475"/>
                  </a:lnTo>
                  <a:lnTo>
                    <a:pt x="4415" y="370475"/>
                  </a:lnTo>
                  <a:lnTo>
                    <a:pt x="1919" y="368600"/>
                  </a:lnTo>
                  <a:lnTo>
                    <a:pt x="1919" y="366228"/>
                  </a:lnTo>
                  <a:lnTo>
                    <a:pt x="0" y="363875"/>
                  </a:lnTo>
                  <a:lnTo>
                    <a:pt x="0" y="322346"/>
                  </a:lnTo>
                  <a:lnTo>
                    <a:pt x="1919" y="319993"/>
                  </a:lnTo>
                  <a:lnTo>
                    <a:pt x="1919" y="317621"/>
                  </a:lnTo>
                  <a:lnTo>
                    <a:pt x="4415" y="317621"/>
                  </a:lnTo>
                  <a:lnTo>
                    <a:pt x="9022" y="315268"/>
                  </a:lnTo>
                  <a:lnTo>
                    <a:pt x="11517" y="317621"/>
                  </a:lnTo>
                  <a:lnTo>
                    <a:pt x="13821" y="317621"/>
                  </a:lnTo>
                  <a:lnTo>
                    <a:pt x="13821" y="319993"/>
                  </a:lnTo>
                  <a:lnTo>
                    <a:pt x="16316" y="322346"/>
                  </a:lnTo>
                  <a:close/>
                </a:path>
              </a:pathLst>
            </a:custGeom>
            <a:ln w="3175">
              <a:solidFill>
                <a:srgbClr val="000000"/>
              </a:solidFill>
            </a:ln>
          </p:spPr>
          <p:txBody>
            <a:bodyPr wrap="square" lIns="0" tIns="0" rIns="0" bIns="0" rtlCol="0"/>
            <a:lstStyle/>
            <a:p/>
          </p:txBody>
        </p:sp>
        <p:sp>
          <p:nvSpPr>
            <p:cNvPr id="133" name="object 133" descr=""/>
            <p:cNvSpPr/>
            <p:nvPr/>
          </p:nvSpPr>
          <p:spPr>
            <a:xfrm>
              <a:off x="8940278" y="5312937"/>
              <a:ext cx="274955" cy="13970"/>
            </a:xfrm>
            <a:custGeom>
              <a:avLst/>
              <a:gdLst/>
              <a:ahLst/>
              <a:cxnLst/>
              <a:rect l="l" t="t" r="r" b="b"/>
              <a:pathLst>
                <a:path w="274954" h="13970">
                  <a:moveTo>
                    <a:pt x="52789" y="0"/>
                  </a:moveTo>
                  <a:lnTo>
                    <a:pt x="4415" y="0"/>
                  </a:lnTo>
                  <a:lnTo>
                    <a:pt x="1919" y="2352"/>
                  </a:lnTo>
                  <a:lnTo>
                    <a:pt x="1919" y="4724"/>
                  </a:lnTo>
                  <a:lnTo>
                    <a:pt x="0" y="7077"/>
                  </a:lnTo>
                  <a:lnTo>
                    <a:pt x="1919" y="9430"/>
                  </a:lnTo>
                  <a:lnTo>
                    <a:pt x="1919" y="11802"/>
                  </a:lnTo>
                  <a:lnTo>
                    <a:pt x="4415" y="13677"/>
                  </a:lnTo>
                  <a:lnTo>
                    <a:pt x="52789" y="13677"/>
                  </a:lnTo>
                  <a:lnTo>
                    <a:pt x="55285" y="11802"/>
                  </a:lnTo>
                  <a:lnTo>
                    <a:pt x="57588" y="9430"/>
                  </a:lnTo>
                  <a:lnTo>
                    <a:pt x="57588" y="4724"/>
                  </a:lnTo>
                  <a:lnTo>
                    <a:pt x="55285" y="2352"/>
                  </a:lnTo>
                  <a:lnTo>
                    <a:pt x="52789" y="0"/>
                  </a:lnTo>
                  <a:close/>
                </a:path>
                <a:path w="274954" h="13970">
                  <a:moveTo>
                    <a:pt x="113258" y="0"/>
                  </a:moveTo>
                  <a:lnTo>
                    <a:pt x="106155" y="0"/>
                  </a:lnTo>
                  <a:lnTo>
                    <a:pt x="103659" y="2352"/>
                  </a:lnTo>
                  <a:lnTo>
                    <a:pt x="101356" y="4724"/>
                  </a:lnTo>
                  <a:lnTo>
                    <a:pt x="101356" y="9430"/>
                  </a:lnTo>
                  <a:lnTo>
                    <a:pt x="103659" y="11802"/>
                  </a:lnTo>
                  <a:lnTo>
                    <a:pt x="106155" y="13677"/>
                  </a:lnTo>
                  <a:lnTo>
                    <a:pt x="113258" y="13677"/>
                  </a:lnTo>
                  <a:lnTo>
                    <a:pt x="115561" y="11802"/>
                  </a:lnTo>
                  <a:lnTo>
                    <a:pt x="115561" y="9430"/>
                  </a:lnTo>
                  <a:lnTo>
                    <a:pt x="117481" y="7077"/>
                  </a:lnTo>
                  <a:lnTo>
                    <a:pt x="115561" y="4724"/>
                  </a:lnTo>
                  <a:lnTo>
                    <a:pt x="115561" y="2352"/>
                  </a:lnTo>
                  <a:lnTo>
                    <a:pt x="113258" y="0"/>
                  </a:lnTo>
                  <a:close/>
                </a:path>
                <a:path w="274954" h="13970">
                  <a:moveTo>
                    <a:pt x="212694" y="0"/>
                  </a:moveTo>
                  <a:lnTo>
                    <a:pt x="164128" y="0"/>
                  </a:lnTo>
                  <a:lnTo>
                    <a:pt x="161824" y="2352"/>
                  </a:lnTo>
                  <a:lnTo>
                    <a:pt x="161824" y="4724"/>
                  </a:lnTo>
                  <a:lnTo>
                    <a:pt x="159329" y="7077"/>
                  </a:lnTo>
                  <a:lnTo>
                    <a:pt x="161824" y="9430"/>
                  </a:lnTo>
                  <a:lnTo>
                    <a:pt x="161824" y="11802"/>
                  </a:lnTo>
                  <a:lnTo>
                    <a:pt x="164128" y="13677"/>
                  </a:lnTo>
                  <a:lnTo>
                    <a:pt x="212694" y="13677"/>
                  </a:lnTo>
                  <a:lnTo>
                    <a:pt x="214614" y="11802"/>
                  </a:lnTo>
                  <a:lnTo>
                    <a:pt x="216917" y="9430"/>
                  </a:lnTo>
                  <a:lnTo>
                    <a:pt x="216917" y="4724"/>
                  </a:lnTo>
                  <a:lnTo>
                    <a:pt x="214614" y="2352"/>
                  </a:lnTo>
                  <a:lnTo>
                    <a:pt x="212694" y="0"/>
                  </a:lnTo>
                  <a:close/>
                </a:path>
                <a:path w="274954" h="13970">
                  <a:moveTo>
                    <a:pt x="270091" y="0"/>
                  </a:moveTo>
                  <a:lnTo>
                    <a:pt x="265484" y="0"/>
                  </a:lnTo>
                  <a:lnTo>
                    <a:pt x="263564" y="2352"/>
                  </a:lnTo>
                  <a:lnTo>
                    <a:pt x="261069" y="4724"/>
                  </a:lnTo>
                  <a:lnTo>
                    <a:pt x="261069" y="9430"/>
                  </a:lnTo>
                  <a:lnTo>
                    <a:pt x="263564" y="11802"/>
                  </a:lnTo>
                  <a:lnTo>
                    <a:pt x="265484" y="13677"/>
                  </a:lnTo>
                  <a:lnTo>
                    <a:pt x="270091" y="13677"/>
                  </a:lnTo>
                  <a:lnTo>
                    <a:pt x="272587" y="11802"/>
                  </a:lnTo>
                  <a:lnTo>
                    <a:pt x="274890" y="9430"/>
                  </a:lnTo>
                  <a:lnTo>
                    <a:pt x="274890" y="4724"/>
                  </a:lnTo>
                  <a:lnTo>
                    <a:pt x="272587" y="2352"/>
                  </a:lnTo>
                  <a:lnTo>
                    <a:pt x="270091" y="0"/>
                  </a:lnTo>
                  <a:close/>
                </a:path>
              </a:pathLst>
            </a:custGeom>
            <a:solidFill>
              <a:srgbClr val="000000"/>
            </a:solidFill>
          </p:spPr>
          <p:txBody>
            <a:bodyPr wrap="square" lIns="0" tIns="0" rIns="0" bIns="0" rtlCol="0"/>
            <a:lstStyle/>
            <a:p/>
          </p:txBody>
        </p:sp>
        <p:sp>
          <p:nvSpPr>
            <p:cNvPr id="134" name="object 134" descr=""/>
            <p:cNvSpPr/>
            <p:nvPr/>
          </p:nvSpPr>
          <p:spPr>
            <a:xfrm>
              <a:off x="8940278" y="5312937"/>
              <a:ext cx="274955" cy="13970"/>
            </a:xfrm>
            <a:custGeom>
              <a:avLst/>
              <a:gdLst/>
              <a:ahLst/>
              <a:cxnLst/>
              <a:rect l="l" t="t" r="r" b="b"/>
              <a:pathLst>
                <a:path w="274954" h="13970">
                  <a:moveTo>
                    <a:pt x="9022" y="0"/>
                  </a:moveTo>
                  <a:lnTo>
                    <a:pt x="50870" y="0"/>
                  </a:lnTo>
                  <a:lnTo>
                    <a:pt x="57588" y="7077"/>
                  </a:lnTo>
                  <a:lnTo>
                    <a:pt x="57588" y="9430"/>
                  </a:lnTo>
                  <a:lnTo>
                    <a:pt x="55285" y="11802"/>
                  </a:lnTo>
                  <a:lnTo>
                    <a:pt x="52789" y="13677"/>
                  </a:lnTo>
                  <a:lnTo>
                    <a:pt x="50870" y="13677"/>
                  </a:lnTo>
                  <a:lnTo>
                    <a:pt x="9022" y="13677"/>
                  </a:lnTo>
                  <a:lnTo>
                    <a:pt x="4415" y="13677"/>
                  </a:lnTo>
                  <a:lnTo>
                    <a:pt x="1919" y="11802"/>
                  </a:lnTo>
                  <a:lnTo>
                    <a:pt x="1919" y="9430"/>
                  </a:lnTo>
                  <a:lnTo>
                    <a:pt x="0" y="7077"/>
                  </a:lnTo>
                  <a:lnTo>
                    <a:pt x="1919" y="4724"/>
                  </a:lnTo>
                  <a:lnTo>
                    <a:pt x="1919" y="2352"/>
                  </a:lnTo>
                  <a:lnTo>
                    <a:pt x="4415" y="0"/>
                  </a:lnTo>
                  <a:lnTo>
                    <a:pt x="9022" y="0"/>
                  </a:lnTo>
                  <a:close/>
                </a:path>
                <a:path w="274954" h="13970">
                  <a:moveTo>
                    <a:pt x="108458" y="0"/>
                  </a:moveTo>
                  <a:lnTo>
                    <a:pt x="113258" y="0"/>
                  </a:lnTo>
                  <a:lnTo>
                    <a:pt x="115561" y="2352"/>
                  </a:lnTo>
                  <a:lnTo>
                    <a:pt x="115561" y="4724"/>
                  </a:lnTo>
                  <a:lnTo>
                    <a:pt x="117481" y="7077"/>
                  </a:lnTo>
                  <a:lnTo>
                    <a:pt x="115561" y="9430"/>
                  </a:lnTo>
                  <a:lnTo>
                    <a:pt x="115561" y="11802"/>
                  </a:lnTo>
                  <a:lnTo>
                    <a:pt x="113258" y="13677"/>
                  </a:lnTo>
                  <a:lnTo>
                    <a:pt x="108459" y="13677"/>
                  </a:lnTo>
                  <a:lnTo>
                    <a:pt x="101356" y="4724"/>
                  </a:lnTo>
                  <a:lnTo>
                    <a:pt x="103659" y="2352"/>
                  </a:lnTo>
                  <a:lnTo>
                    <a:pt x="106155" y="0"/>
                  </a:lnTo>
                  <a:lnTo>
                    <a:pt x="108458" y="0"/>
                  </a:lnTo>
                  <a:close/>
                </a:path>
                <a:path w="274954" h="13970">
                  <a:moveTo>
                    <a:pt x="166047" y="0"/>
                  </a:moveTo>
                  <a:lnTo>
                    <a:pt x="210199" y="0"/>
                  </a:lnTo>
                  <a:lnTo>
                    <a:pt x="212694" y="0"/>
                  </a:lnTo>
                  <a:lnTo>
                    <a:pt x="214614" y="2352"/>
                  </a:lnTo>
                  <a:lnTo>
                    <a:pt x="216917" y="4724"/>
                  </a:lnTo>
                  <a:lnTo>
                    <a:pt x="216917" y="7077"/>
                  </a:lnTo>
                  <a:lnTo>
                    <a:pt x="216917" y="9430"/>
                  </a:lnTo>
                  <a:lnTo>
                    <a:pt x="214614" y="11802"/>
                  </a:lnTo>
                  <a:lnTo>
                    <a:pt x="212694" y="13677"/>
                  </a:lnTo>
                  <a:lnTo>
                    <a:pt x="210199" y="13677"/>
                  </a:lnTo>
                  <a:lnTo>
                    <a:pt x="166047" y="13677"/>
                  </a:lnTo>
                  <a:lnTo>
                    <a:pt x="164128" y="13677"/>
                  </a:lnTo>
                  <a:lnTo>
                    <a:pt x="161824" y="11802"/>
                  </a:lnTo>
                  <a:lnTo>
                    <a:pt x="161824" y="9430"/>
                  </a:lnTo>
                  <a:lnTo>
                    <a:pt x="159329" y="7077"/>
                  </a:lnTo>
                  <a:lnTo>
                    <a:pt x="161824" y="4724"/>
                  </a:lnTo>
                  <a:lnTo>
                    <a:pt x="161824" y="2352"/>
                  </a:lnTo>
                  <a:lnTo>
                    <a:pt x="164128" y="0"/>
                  </a:lnTo>
                  <a:lnTo>
                    <a:pt x="166047" y="0"/>
                  </a:lnTo>
                  <a:close/>
                </a:path>
                <a:path w="274954" h="13970">
                  <a:moveTo>
                    <a:pt x="267788" y="0"/>
                  </a:moveTo>
                  <a:lnTo>
                    <a:pt x="270091" y="0"/>
                  </a:lnTo>
                  <a:lnTo>
                    <a:pt x="272587" y="2352"/>
                  </a:lnTo>
                  <a:lnTo>
                    <a:pt x="274890" y="4724"/>
                  </a:lnTo>
                  <a:lnTo>
                    <a:pt x="274890" y="7077"/>
                  </a:lnTo>
                  <a:lnTo>
                    <a:pt x="274890" y="9430"/>
                  </a:lnTo>
                  <a:lnTo>
                    <a:pt x="272587" y="11802"/>
                  </a:lnTo>
                  <a:lnTo>
                    <a:pt x="270091" y="13677"/>
                  </a:lnTo>
                  <a:lnTo>
                    <a:pt x="267788" y="13677"/>
                  </a:lnTo>
                  <a:lnTo>
                    <a:pt x="265484" y="13677"/>
                  </a:lnTo>
                  <a:lnTo>
                    <a:pt x="263564" y="11802"/>
                  </a:lnTo>
                  <a:lnTo>
                    <a:pt x="261069" y="9430"/>
                  </a:lnTo>
                  <a:lnTo>
                    <a:pt x="261069" y="7077"/>
                  </a:lnTo>
                  <a:lnTo>
                    <a:pt x="261069" y="4724"/>
                  </a:lnTo>
                  <a:lnTo>
                    <a:pt x="263564" y="2352"/>
                  </a:lnTo>
                  <a:lnTo>
                    <a:pt x="265484" y="0"/>
                  </a:lnTo>
                  <a:lnTo>
                    <a:pt x="267788" y="0"/>
                  </a:lnTo>
                  <a:close/>
                </a:path>
              </a:pathLst>
            </a:custGeom>
            <a:ln w="3175">
              <a:solidFill>
                <a:srgbClr val="000000"/>
              </a:solidFill>
            </a:ln>
          </p:spPr>
          <p:txBody>
            <a:bodyPr wrap="square" lIns="0" tIns="0" rIns="0" bIns="0" rtlCol="0"/>
            <a:lstStyle/>
            <a:p/>
          </p:txBody>
        </p:sp>
        <p:sp>
          <p:nvSpPr>
            <p:cNvPr id="135" name="object 135" descr=""/>
            <p:cNvSpPr/>
            <p:nvPr/>
          </p:nvSpPr>
          <p:spPr>
            <a:xfrm>
              <a:off x="8824333" y="5019858"/>
              <a:ext cx="122555" cy="118110"/>
            </a:xfrm>
            <a:custGeom>
              <a:avLst/>
              <a:gdLst/>
              <a:ahLst/>
              <a:cxnLst/>
              <a:rect l="l" t="t" r="r" b="b"/>
              <a:pathLst>
                <a:path w="122554" h="118110">
                  <a:moveTo>
                    <a:pt x="0" y="117510"/>
                  </a:moveTo>
                  <a:lnTo>
                    <a:pt x="0" y="0"/>
                  </a:lnTo>
                </a:path>
                <a:path w="122554" h="118110">
                  <a:moveTo>
                    <a:pt x="0" y="0"/>
                  </a:moveTo>
                  <a:lnTo>
                    <a:pt x="122280" y="0"/>
                  </a:lnTo>
                </a:path>
              </a:pathLst>
            </a:custGeom>
            <a:ln w="13765">
              <a:solidFill>
                <a:srgbClr val="000000"/>
              </a:solidFill>
            </a:ln>
          </p:spPr>
          <p:txBody>
            <a:bodyPr wrap="square" lIns="0" tIns="0" rIns="0" bIns="0" rtlCol="0"/>
            <a:lstStyle/>
            <a:p/>
          </p:txBody>
        </p:sp>
        <p:pic>
          <p:nvPicPr>
            <p:cNvPr id="136" name="object 136" descr=""/>
            <p:cNvPicPr/>
            <p:nvPr/>
          </p:nvPicPr>
          <p:blipFill>
            <a:blip r:embed="rId4" cstate="print"/>
            <a:stretch>
              <a:fillRect/>
            </a:stretch>
          </p:blipFill>
          <p:spPr>
            <a:xfrm>
              <a:off x="9632688" y="4780577"/>
              <a:ext cx="203519" cy="773527"/>
            </a:xfrm>
            <a:prstGeom prst="rect">
              <a:avLst/>
            </a:prstGeom>
          </p:spPr>
        </p:pic>
        <p:sp>
          <p:nvSpPr>
            <p:cNvPr id="137" name="object 137" descr=""/>
            <p:cNvSpPr/>
            <p:nvPr/>
          </p:nvSpPr>
          <p:spPr>
            <a:xfrm>
              <a:off x="9632688" y="4780577"/>
              <a:ext cx="203835" cy="774065"/>
            </a:xfrm>
            <a:custGeom>
              <a:avLst/>
              <a:gdLst/>
              <a:ahLst/>
              <a:cxnLst/>
              <a:rect l="l" t="t" r="r" b="b"/>
              <a:pathLst>
                <a:path w="203834" h="774064">
                  <a:moveTo>
                    <a:pt x="0" y="773527"/>
                  </a:moveTo>
                  <a:lnTo>
                    <a:pt x="203519" y="773527"/>
                  </a:lnTo>
                  <a:lnTo>
                    <a:pt x="203518" y="0"/>
                  </a:lnTo>
                  <a:lnTo>
                    <a:pt x="0" y="0"/>
                  </a:lnTo>
                  <a:lnTo>
                    <a:pt x="0" y="773527"/>
                  </a:lnTo>
                  <a:close/>
                </a:path>
              </a:pathLst>
            </a:custGeom>
            <a:ln w="13786">
              <a:solidFill>
                <a:srgbClr val="000000"/>
              </a:solidFill>
            </a:ln>
          </p:spPr>
          <p:txBody>
            <a:bodyPr wrap="square" lIns="0" tIns="0" rIns="0" bIns="0" rtlCol="0"/>
            <a:lstStyle/>
            <a:p/>
          </p:txBody>
        </p:sp>
        <p:pic>
          <p:nvPicPr>
            <p:cNvPr id="138" name="object 138" descr=""/>
            <p:cNvPicPr/>
            <p:nvPr/>
          </p:nvPicPr>
          <p:blipFill>
            <a:blip r:embed="rId5" cstate="print"/>
            <a:stretch>
              <a:fillRect/>
            </a:stretch>
          </p:blipFill>
          <p:spPr>
            <a:xfrm>
              <a:off x="8540036" y="4780577"/>
              <a:ext cx="203039" cy="773527"/>
            </a:xfrm>
            <a:prstGeom prst="rect">
              <a:avLst/>
            </a:prstGeom>
          </p:spPr>
        </p:pic>
        <p:sp>
          <p:nvSpPr>
            <p:cNvPr id="139" name="object 139" descr=""/>
            <p:cNvSpPr/>
            <p:nvPr/>
          </p:nvSpPr>
          <p:spPr>
            <a:xfrm>
              <a:off x="8542339" y="4780577"/>
              <a:ext cx="200660" cy="774065"/>
            </a:xfrm>
            <a:custGeom>
              <a:avLst/>
              <a:gdLst/>
              <a:ahLst/>
              <a:cxnLst/>
              <a:rect l="l" t="t" r="r" b="b"/>
              <a:pathLst>
                <a:path w="200659" h="774064">
                  <a:moveTo>
                    <a:pt x="0" y="773527"/>
                  </a:moveTo>
                  <a:lnTo>
                    <a:pt x="200658" y="773527"/>
                  </a:lnTo>
                  <a:lnTo>
                    <a:pt x="200658" y="0"/>
                  </a:lnTo>
                  <a:lnTo>
                    <a:pt x="0" y="0"/>
                  </a:lnTo>
                  <a:lnTo>
                    <a:pt x="0" y="773527"/>
                  </a:lnTo>
                  <a:close/>
                </a:path>
              </a:pathLst>
            </a:custGeom>
            <a:ln w="13786">
              <a:solidFill>
                <a:srgbClr val="000000"/>
              </a:solidFill>
            </a:ln>
          </p:spPr>
          <p:txBody>
            <a:bodyPr wrap="square" lIns="0" tIns="0" rIns="0" bIns="0" rtlCol="0"/>
            <a:lstStyle/>
            <a:p/>
          </p:txBody>
        </p:sp>
        <p:pic>
          <p:nvPicPr>
            <p:cNvPr id="140" name="object 140" descr=""/>
            <p:cNvPicPr/>
            <p:nvPr/>
          </p:nvPicPr>
          <p:blipFill>
            <a:blip r:embed="rId8" cstate="print"/>
            <a:stretch>
              <a:fillRect/>
            </a:stretch>
          </p:blipFill>
          <p:spPr>
            <a:xfrm>
              <a:off x="8066106" y="1866431"/>
              <a:ext cx="78460" cy="87415"/>
            </a:xfrm>
            <a:prstGeom prst="rect">
              <a:avLst/>
            </a:prstGeom>
          </p:spPr>
        </p:pic>
        <p:pic>
          <p:nvPicPr>
            <p:cNvPr id="141" name="object 141" descr=""/>
            <p:cNvPicPr/>
            <p:nvPr/>
          </p:nvPicPr>
          <p:blipFill>
            <a:blip r:embed="rId9" cstate="print"/>
            <a:stretch>
              <a:fillRect/>
            </a:stretch>
          </p:blipFill>
          <p:spPr>
            <a:xfrm>
              <a:off x="5956219" y="1916353"/>
              <a:ext cx="2153433" cy="1382664"/>
            </a:xfrm>
            <a:prstGeom prst="rect">
              <a:avLst/>
            </a:prstGeom>
          </p:spPr>
        </p:pic>
        <p:sp>
          <p:nvSpPr>
            <p:cNvPr id="142" name="object 142" descr=""/>
            <p:cNvSpPr/>
            <p:nvPr/>
          </p:nvSpPr>
          <p:spPr>
            <a:xfrm>
              <a:off x="8059745" y="1917695"/>
              <a:ext cx="79375" cy="2152015"/>
            </a:xfrm>
            <a:custGeom>
              <a:avLst/>
              <a:gdLst/>
              <a:ahLst/>
              <a:cxnLst/>
              <a:rect l="l" t="t" r="r" b="b"/>
              <a:pathLst>
                <a:path w="79375" h="2152015">
                  <a:moveTo>
                    <a:pt x="46646" y="2295"/>
                  </a:moveTo>
                  <a:lnTo>
                    <a:pt x="32249" y="2295"/>
                  </a:lnTo>
                  <a:lnTo>
                    <a:pt x="30330" y="7077"/>
                  </a:lnTo>
                  <a:lnTo>
                    <a:pt x="30330" y="71351"/>
                  </a:lnTo>
                  <a:lnTo>
                    <a:pt x="32249" y="73647"/>
                  </a:lnTo>
                  <a:lnTo>
                    <a:pt x="34745" y="75942"/>
                  </a:lnTo>
                  <a:lnTo>
                    <a:pt x="39544" y="78429"/>
                  </a:lnTo>
                  <a:lnTo>
                    <a:pt x="44151" y="75942"/>
                  </a:lnTo>
                  <a:lnTo>
                    <a:pt x="46646" y="73647"/>
                  </a:lnTo>
                  <a:lnTo>
                    <a:pt x="48566" y="71351"/>
                  </a:lnTo>
                  <a:lnTo>
                    <a:pt x="48566" y="7077"/>
                  </a:lnTo>
                  <a:lnTo>
                    <a:pt x="46646" y="2295"/>
                  </a:lnTo>
                  <a:close/>
                </a:path>
                <a:path w="79375" h="2152015">
                  <a:moveTo>
                    <a:pt x="39544" y="0"/>
                  </a:moveTo>
                  <a:lnTo>
                    <a:pt x="34745" y="2295"/>
                  </a:lnTo>
                  <a:lnTo>
                    <a:pt x="44151" y="2295"/>
                  </a:lnTo>
                  <a:lnTo>
                    <a:pt x="39544" y="0"/>
                  </a:lnTo>
                  <a:close/>
                </a:path>
                <a:path w="79375" h="2152015">
                  <a:moveTo>
                    <a:pt x="44151" y="136008"/>
                  </a:moveTo>
                  <a:lnTo>
                    <a:pt x="34745" y="136008"/>
                  </a:lnTo>
                  <a:lnTo>
                    <a:pt x="32249" y="138304"/>
                  </a:lnTo>
                  <a:lnTo>
                    <a:pt x="30330" y="140599"/>
                  </a:lnTo>
                  <a:lnTo>
                    <a:pt x="30330" y="147294"/>
                  </a:lnTo>
                  <a:lnTo>
                    <a:pt x="32249" y="151885"/>
                  </a:lnTo>
                  <a:lnTo>
                    <a:pt x="34745" y="154372"/>
                  </a:lnTo>
                  <a:lnTo>
                    <a:pt x="44151" y="154372"/>
                  </a:lnTo>
                  <a:lnTo>
                    <a:pt x="46646" y="151885"/>
                  </a:lnTo>
                  <a:lnTo>
                    <a:pt x="48566" y="147294"/>
                  </a:lnTo>
                  <a:lnTo>
                    <a:pt x="48566" y="140599"/>
                  </a:lnTo>
                  <a:lnTo>
                    <a:pt x="46646" y="138304"/>
                  </a:lnTo>
                  <a:lnTo>
                    <a:pt x="44151" y="136008"/>
                  </a:lnTo>
                  <a:close/>
                </a:path>
                <a:path w="79375" h="2152015">
                  <a:moveTo>
                    <a:pt x="44151" y="211951"/>
                  </a:moveTo>
                  <a:lnTo>
                    <a:pt x="34745" y="211951"/>
                  </a:lnTo>
                  <a:lnTo>
                    <a:pt x="32249" y="214247"/>
                  </a:lnTo>
                  <a:lnTo>
                    <a:pt x="30330" y="216542"/>
                  </a:lnTo>
                  <a:lnTo>
                    <a:pt x="30330" y="283112"/>
                  </a:lnTo>
                  <a:lnTo>
                    <a:pt x="32249" y="285599"/>
                  </a:lnTo>
                  <a:lnTo>
                    <a:pt x="34745" y="287894"/>
                  </a:lnTo>
                  <a:lnTo>
                    <a:pt x="44151" y="287894"/>
                  </a:lnTo>
                  <a:lnTo>
                    <a:pt x="46646" y="285599"/>
                  </a:lnTo>
                  <a:lnTo>
                    <a:pt x="48566" y="283112"/>
                  </a:lnTo>
                  <a:lnTo>
                    <a:pt x="48566" y="216542"/>
                  </a:lnTo>
                  <a:lnTo>
                    <a:pt x="46646" y="214247"/>
                  </a:lnTo>
                  <a:lnTo>
                    <a:pt x="44151" y="211951"/>
                  </a:lnTo>
                  <a:close/>
                </a:path>
                <a:path w="79375" h="2152015">
                  <a:moveTo>
                    <a:pt x="46646" y="347768"/>
                  </a:moveTo>
                  <a:lnTo>
                    <a:pt x="32249" y="347768"/>
                  </a:lnTo>
                  <a:lnTo>
                    <a:pt x="30330" y="352551"/>
                  </a:lnTo>
                  <a:lnTo>
                    <a:pt x="30330" y="359246"/>
                  </a:lnTo>
                  <a:lnTo>
                    <a:pt x="32249" y="361541"/>
                  </a:lnTo>
                  <a:lnTo>
                    <a:pt x="34745" y="363837"/>
                  </a:lnTo>
                  <a:lnTo>
                    <a:pt x="39544" y="366324"/>
                  </a:lnTo>
                  <a:lnTo>
                    <a:pt x="44151" y="363837"/>
                  </a:lnTo>
                  <a:lnTo>
                    <a:pt x="46646" y="361541"/>
                  </a:lnTo>
                  <a:lnTo>
                    <a:pt x="48566" y="359246"/>
                  </a:lnTo>
                  <a:lnTo>
                    <a:pt x="48566" y="352551"/>
                  </a:lnTo>
                  <a:lnTo>
                    <a:pt x="46646" y="347768"/>
                  </a:lnTo>
                  <a:close/>
                </a:path>
                <a:path w="79375" h="2152015">
                  <a:moveTo>
                    <a:pt x="39544" y="345473"/>
                  </a:moveTo>
                  <a:lnTo>
                    <a:pt x="34745" y="347768"/>
                  </a:lnTo>
                  <a:lnTo>
                    <a:pt x="44151" y="347768"/>
                  </a:lnTo>
                  <a:lnTo>
                    <a:pt x="39544" y="345473"/>
                  </a:lnTo>
                  <a:close/>
                </a:path>
                <a:path w="79375" h="2152015">
                  <a:moveTo>
                    <a:pt x="44151" y="423903"/>
                  </a:moveTo>
                  <a:lnTo>
                    <a:pt x="34745" y="423903"/>
                  </a:lnTo>
                  <a:lnTo>
                    <a:pt x="32249" y="426198"/>
                  </a:lnTo>
                  <a:lnTo>
                    <a:pt x="30330" y="428494"/>
                  </a:lnTo>
                  <a:lnTo>
                    <a:pt x="30330" y="492768"/>
                  </a:lnTo>
                  <a:lnTo>
                    <a:pt x="32249" y="497359"/>
                  </a:lnTo>
                  <a:lnTo>
                    <a:pt x="34745" y="499846"/>
                  </a:lnTo>
                  <a:lnTo>
                    <a:pt x="44151" y="499846"/>
                  </a:lnTo>
                  <a:lnTo>
                    <a:pt x="46646" y="497359"/>
                  </a:lnTo>
                  <a:lnTo>
                    <a:pt x="48566" y="492768"/>
                  </a:lnTo>
                  <a:lnTo>
                    <a:pt x="48566" y="428494"/>
                  </a:lnTo>
                  <a:lnTo>
                    <a:pt x="46646" y="426198"/>
                  </a:lnTo>
                  <a:lnTo>
                    <a:pt x="44151" y="423903"/>
                  </a:lnTo>
                  <a:close/>
                </a:path>
                <a:path w="79375" h="2152015">
                  <a:moveTo>
                    <a:pt x="44151" y="557425"/>
                  </a:moveTo>
                  <a:lnTo>
                    <a:pt x="34745" y="557425"/>
                  </a:lnTo>
                  <a:lnTo>
                    <a:pt x="32249" y="559720"/>
                  </a:lnTo>
                  <a:lnTo>
                    <a:pt x="30330" y="562016"/>
                  </a:lnTo>
                  <a:lnTo>
                    <a:pt x="30330" y="571006"/>
                  </a:lnTo>
                  <a:lnTo>
                    <a:pt x="32249" y="573493"/>
                  </a:lnTo>
                  <a:lnTo>
                    <a:pt x="34745" y="575789"/>
                  </a:lnTo>
                  <a:lnTo>
                    <a:pt x="44151" y="575789"/>
                  </a:lnTo>
                  <a:lnTo>
                    <a:pt x="46646" y="573493"/>
                  </a:lnTo>
                  <a:lnTo>
                    <a:pt x="48566" y="571006"/>
                  </a:lnTo>
                  <a:lnTo>
                    <a:pt x="48566" y="562016"/>
                  </a:lnTo>
                  <a:lnTo>
                    <a:pt x="46646" y="559720"/>
                  </a:lnTo>
                  <a:lnTo>
                    <a:pt x="44151" y="557425"/>
                  </a:lnTo>
                  <a:close/>
                </a:path>
                <a:path w="79375" h="2152015">
                  <a:moveTo>
                    <a:pt x="46646" y="635663"/>
                  </a:moveTo>
                  <a:lnTo>
                    <a:pt x="32249" y="635663"/>
                  </a:lnTo>
                  <a:lnTo>
                    <a:pt x="30330" y="640445"/>
                  </a:lnTo>
                  <a:lnTo>
                    <a:pt x="30330" y="705102"/>
                  </a:lnTo>
                  <a:lnTo>
                    <a:pt x="32249" y="707015"/>
                  </a:lnTo>
                  <a:lnTo>
                    <a:pt x="34745" y="709310"/>
                  </a:lnTo>
                  <a:lnTo>
                    <a:pt x="39544" y="711797"/>
                  </a:lnTo>
                  <a:lnTo>
                    <a:pt x="44151" y="709310"/>
                  </a:lnTo>
                  <a:lnTo>
                    <a:pt x="46646" y="707015"/>
                  </a:lnTo>
                  <a:lnTo>
                    <a:pt x="48566" y="705102"/>
                  </a:lnTo>
                  <a:lnTo>
                    <a:pt x="48566" y="640445"/>
                  </a:lnTo>
                  <a:lnTo>
                    <a:pt x="46646" y="635663"/>
                  </a:lnTo>
                  <a:close/>
                </a:path>
                <a:path w="79375" h="2152015">
                  <a:moveTo>
                    <a:pt x="39544" y="633367"/>
                  </a:moveTo>
                  <a:lnTo>
                    <a:pt x="34745" y="635663"/>
                  </a:lnTo>
                  <a:lnTo>
                    <a:pt x="44151" y="635663"/>
                  </a:lnTo>
                  <a:lnTo>
                    <a:pt x="39544" y="633367"/>
                  </a:lnTo>
                  <a:close/>
                </a:path>
                <a:path w="79375" h="2152015">
                  <a:moveTo>
                    <a:pt x="44151" y="769376"/>
                  </a:moveTo>
                  <a:lnTo>
                    <a:pt x="34745" y="769376"/>
                  </a:lnTo>
                  <a:lnTo>
                    <a:pt x="32249" y="771672"/>
                  </a:lnTo>
                  <a:lnTo>
                    <a:pt x="30330" y="773967"/>
                  </a:lnTo>
                  <a:lnTo>
                    <a:pt x="30330" y="781045"/>
                  </a:lnTo>
                  <a:lnTo>
                    <a:pt x="32249" y="785253"/>
                  </a:lnTo>
                  <a:lnTo>
                    <a:pt x="34745" y="787740"/>
                  </a:lnTo>
                  <a:lnTo>
                    <a:pt x="44151" y="787740"/>
                  </a:lnTo>
                  <a:lnTo>
                    <a:pt x="46646" y="785253"/>
                  </a:lnTo>
                  <a:lnTo>
                    <a:pt x="48566" y="781045"/>
                  </a:lnTo>
                  <a:lnTo>
                    <a:pt x="48566" y="773967"/>
                  </a:lnTo>
                  <a:lnTo>
                    <a:pt x="46646" y="771672"/>
                  </a:lnTo>
                  <a:lnTo>
                    <a:pt x="44151" y="769376"/>
                  </a:lnTo>
                  <a:close/>
                </a:path>
                <a:path w="79375" h="2152015">
                  <a:moveTo>
                    <a:pt x="44151" y="845319"/>
                  </a:moveTo>
                  <a:lnTo>
                    <a:pt x="34745" y="845319"/>
                  </a:lnTo>
                  <a:lnTo>
                    <a:pt x="32249" y="847615"/>
                  </a:lnTo>
                  <a:lnTo>
                    <a:pt x="30330" y="849910"/>
                  </a:lnTo>
                  <a:lnTo>
                    <a:pt x="30330" y="917054"/>
                  </a:lnTo>
                  <a:lnTo>
                    <a:pt x="32249" y="918966"/>
                  </a:lnTo>
                  <a:lnTo>
                    <a:pt x="34745" y="921262"/>
                  </a:lnTo>
                  <a:lnTo>
                    <a:pt x="44151" y="921262"/>
                  </a:lnTo>
                  <a:lnTo>
                    <a:pt x="46646" y="918966"/>
                  </a:lnTo>
                  <a:lnTo>
                    <a:pt x="48566" y="917054"/>
                  </a:lnTo>
                  <a:lnTo>
                    <a:pt x="48566" y="849910"/>
                  </a:lnTo>
                  <a:lnTo>
                    <a:pt x="46646" y="847615"/>
                  </a:lnTo>
                  <a:lnTo>
                    <a:pt x="44151" y="845319"/>
                  </a:lnTo>
                  <a:close/>
                </a:path>
                <a:path w="79375" h="2152015">
                  <a:moveTo>
                    <a:pt x="46646" y="981136"/>
                  </a:moveTo>
                  <a:lnTo>
                    <a:pt x="32249" y="981136"/>
                  </a:lnTo>
                  <a:lnTo>
                    <a:pt x="30330" y="985919"/>
                  </a:lnTo>
                  <a:lnTo>
                    <a:pt x="30330" y="992996"/>
                  </a:lnTo>
                  <a:lnTo>
                    <a:pt x="32249" y="994909"/>
                  </a:lnTo>
                  <a:lnTo>
                    <a:pt x="34745" y="997205"/>
                  </a:lnTo>
                  <a:lnTo>
                    <a:pt x="39544" y="999692"/>
                  </a:lnTo>
                  <a:lnTo>
                    <a:pt x="44151" y="997205"/>
                  </a:lnTo>
                  <a:lnTo>
                    <a:pt x="46646" y="994909"/>
                  </a:lnTo>
                  <a:lnTo>
                    <a:pt x="48566" y="992996"/>
                  </a:lnTo>
                  <a:lnTo>
                    <a:pt x="48566" y="985919"/>
                  </a:lnTo>
                  <a:lnTo>
                    <a:pt x="46646" y="981136"/>
                  </a:lnTo>
                  <a:close/>
                </a:path>
                <a:path w="79375" h="2152015">
                  <a:moveTo>
                    <a:pt x="39544" y="978841"/>
                  </a:moveTo>
                  <a:lnTo>
                    <a:pt x="34745" y="981136"/>
                  </a:lnTo>
                  <a:lnTo>
                    <a:pt x="44151" y="981136"/>
                  </a:lnTo>
                  <a:lnTo>
                    <a:pt x="39544" y="978841"/>
                  </a:lnTo>
                  <a:close/>
                </a:path>
                <a:path w="79375" h="2152015">
                  <a:moveTo>
                    <a:pt x="44151" y="1057271"/>
                  </a:moveTo>
                  <a:lnTo>
                    <a:pt x="34745" y="1057271"/>
                  </a:lnTo>
                  <a:lnTo>
                    <a:pt x="32249" y="1059566"/>
                  </a:lnTo>
                  <a:lnTo>
                    <a:pt x="30330" y="1061862"/>
                  </a:lnTo>
                  <a:lnTo>
                    <a:pt x="30330" y="1126518"/>
                  </a:lnTo>
                  <a:lnTo>
                    <a:pt x="32249" y="1130727"/>
                  </a:lnTo>
                  <a:lnTo>
                    <a:pt x="34745" y="1133214"/>
                  </a:lnTo>
                  <a:lnTo>
                    <a:pt x="44151" y="1133214"/>
                  </a:lnTo>
                  <a:lnTo>
                    <a:pt x="46646" y="1130727"/>
                  </a:lnTo>
                  <a:lnTo>
                    <a:pt x="48566" y="1126518"/>
                  </a:lnTo>
                  <a:lnTo>
                    <a:pt x="48566" y="1061862"/>
                  </a:lnTo>
                  <a:lnTo>
                    <a:pt x="46646" y="1059566"/>
                  </a:lnTo>
                  <a:lnTo>
                    <a:pt x="44151" y="1057271"/>
                  </a:lnTo>
                  <a:close/>
                </a:path>
                <a:path w="79375" h="2152015">
                  <a:moveTo>
                    <a:pt x="44151" y="1190792"/>
                  </a:moveTo>
                  <a:lnTo>
                    <a:pt x="34745" y="1190792"/>
                  </a:lnTo>
                  <a:lnTo>
                    <a:pt x="32249" y="1193088"/>
                  </a:lnTo>
                  <a:lnTo>
                    <a:pt x="30330" y="1195383"/>
                  </a:lnTo>
                  <a:lnTo>
                    <a:pt x="30330" y="1204948"/>
                  </a:lnTo>
                  <a:lnTo>
                    <a:pt x="32249" y="1206861"/>
                  </a:lnTo>
                  <a:lnTo>
                    <a:pt x="34745" y="1209156"/>
                  </a:lnTo>
                  <a:lnTo>
                    <a:pt x="44151" y="1209156"/>
                  </a:lnTo>
                  <a:lnTo>
                    <a:pt x="46646" y="1206861"/>
                  </a:lnTo>
                  <a:lnTo>
                    <a:pt x="48566" y="1204948"/>
                  </a:lnTo>
                  <a:lnTo>
                    <a:pt x="48566" y="1195383"/>
                  </a:lnTo>
                  <a:lnTo>
                    <a:pt x="46646" y="1193088"/>
                  </a:lnTo>
                  <a:lnTo>
                    <a:pt x="44151" y="1190792"/>
                  </a:lnTo>
                  <a:close/>
                </a:path>
                <a:path w="79375" h="2152015">
                  <a:moveTo>
                    <a:pt x="39544" y="1266735"/>
                  </a:moveTo>
                  <a:lnTo>
                    <a:pt x="34745" y="1269031"/>
                  </a:lnTo>
                  <a:lnTo>
                    <a:pt x="32249" y="1271518"/>
                  </a:lnTo>
                  <a:lnTo>
                    <a:pt x="30330" y="1273813"/>
                  </a:lnTo>
                  <a:lnTo>
                    <a:pt x="30330" y="1338470"/>
                  </a:lnTo>
                  <a:lnTo>
                    <a:pt x="32249" y="1340765"/>
                  </a:lnTo>
                  <a:lnTo>
                    <a:pt x="34745" y="1342678"/>
                  </a:lnTo>
                  <a:lnTo>
                    <a:pt x="39544" y="1345165"/>
                  </a:lnTo>
                  <a:lnTo>
                    <a:pt x="44151" y="1342678"/>
                  </a:lnTo>
                  <a:lnTo>
                    <a:pt x="46646" y="1340765"/>
                  </a:lnTo>
                  <a:lnTo>
                    <a:pt x="48566" y="1338470"/>
                  </a:lnTo>
                  <a:lnTo>
                    <a:pt x="48566" y="1273813"/>
                  </a:lnTo>
                  <a:lnTo>
                    <a:pt x="46646" y="1271518"/>
                  </a:lnTo>
                  <a:lnTo>
                    <a:pt x="44151" y="1269031"/>
                  </a:lnTo>
                  <a:lnTo>
                    <a:pt x="39544" y="1266735"/>
                  </a:lnTo>
                  <a:close/>
                </a:path>
                <a:path w="79375" h="2152015">
                  <a:moveTo>
                    <a:pt x="44151" y="1402744"/>
                  </a:moveTo>
                  <a:lnTo>
                    <a:pt x="34745" y="1402744"/>
                  </a:lnTo>
                  <a:lnTo>
                    <a:pt x="32249" y="1405040"/>
                  </a:lnTo>
                  <a:lnTo>
                    <a:pt x="30330" y="1407335"/>
                  </a:lnTo>
                  <a:lnTo>
                    <a:pt x="30330" y="1414413"/>
                  </a:lnTo>
                  <a:lnTo>
                    <a:pt x="32249" y="1419195"/>
                  </a:lnTo>
                  <a:lnTo>
                    <a:pt x="34745" y="1421108"/>
                  </a:lnTo>
                  <a:lnTo>
                    <a:pt x="44151" y="1421108"/>
                  </a:lnTo>
                  <a:lnTo>
                    <a:pt x="46646" y="1419195"/>
                  </a:lnTo>
                  <a:lnTo>
                    <a:pt x="48566" y="1414413"/>
                  </a:lnTo>
                  <a:lnTo>
                    <a:pt x="48566" y="1407335"/>
                  </a:lnTo>
                  <a:lnTo>
                    <a:pt x="46646" y="1405040"/>
                  </a:lnTo>
                  <a:lnTo>
                    <a:pt x="44151" y="1402744"/>
                  </a:lnTo>
                  <a:close/>
                </a:path>
                <a:path w="79375" h="2152015">
                  <a:moveTo>
                    <a:pt x="44151" y="1478687"/>
                  </a:moveTo>
                  <a:lnTo>
                    <a:pt x="34745" y="1478687"/>
                  </a:lnTo>
                  <a:lnTo>
                    <a:pt x="32249" y="1480982"/>
                  </a:lnTo>
                  <a:lnTo>
                    <a:pt x="30330" y="1485765"/>
                  </a:lnTo>
                  <a:lnTo>
                    <a:pt x="30330" y="1550421"/>
                  </a:lnTo>
                  <a:lnTo>
                    <a:pt x="32249" y="1552717"/>
                  </a:lnTo>
                  <a:lnTo>
                    <a:pt x="34745" y="1554630"/>
                  </a:lnTo>
                  <a:lnTo>
                    <a:pt x="44151" y="1554630"/>
                  </a:lnTo>
                  <a:lnTo>
                    <a:pt x="46646" y="1552717"/>
                  </a:lnTo>
                  <a:lnTo>
                    <a:pt x="48566" y="1550421"/>
                  </a:lnTo>
                  <a:lnTo>
                    <a:pt x="48566" y="1485765"/>
                  </a:lnTo>
                  <a:lnTo>
                    <a:pt x="46646" y="1480982"/>
                  </a:lnTo>
                  <a:lnTo>
                    <a:pt x="44151" y="1478687"/>
                  </a:lnTo>
                  <a:close/>
                </a:path>
                <a:path w="79375" h="2152015">
                  <a:moveTo>
                    <a:pt x="39544" y="1612209"/>
                  </a:moveTo>
                  <a:lnTo>
                    <a:pt x="34745" y="1614504"/>
                  </a:lnTo>
                  <a:lnTo>
                    <a:pt x="32249" y="1616991"/>
                  </a:lnTo>
                  <a:lnTo>
                    <a:pt x="30330" y="1619287"/>
                  </a:lnTo>
                  <a:lnTo>
                    <a:pt x="30330" y="1626364"/>
                  </a:lnTo>
                  <a:lnTo>
                    <a:pt x="32249" y="1628660"/>
                  </a:lnTo>
                  <a:lnTo>
                    <a:pt x="34745" y="1631147"/>
                  </a:lnTo>
                  <a:lnTo>
                    <a:pt x="39544" y="1633060"/>
                  </a:lnTo>
                  <a:lnTo>
                    <a:pt x="44151" y="1631147"/>
                  </a:lnTo>
                  <a:lnTo>
                    <a:pt x="46646" y="1628660"/>
                  </a:lnTo>
                  <a:lnTo>
                    <a:pt x="48566" y="1626364"/>
                  </a:lnTo>
                  <a:lnTo>
                    <a:pt x="48566" y="1619287"/>
                  </a:lnTo>
                  <a:lnTo>
                    <a:pt x="46646" y="1616991"/>
                  </a:lnTo>
                  <a:lnTo>
                    <a:pt x="44151" y="1614504"/>
                  </a:lnTo>
                  <a:lnTo>
                    <a:pt x="39544" y="1612209"/>
                  </a:lnTo>
                  <a:close/>
                </a:path>
                <a:path w="79375" h="2152015">
                  <a:moveTo>
                    <a:pt x="44151" y="1690447"/>
                  </a:moveTo>
                  <a:lnTo>
                    <a:pt x="34745" y="1690447"/>
                  </a:lnTo>
                  <a:lnTo>
                    <a:pt x="32249" y="1692934"/>
                  </a:lnTo>
                  <a:lnTo>
                    <a:pt x="30330" y="1695230"/>
                  </a:lnTo>
                  <a:lnTo>
                    <a:pt x="30330" y="1759886"/>
                  </a:lnTo>
                  <a:lnTo>
                    <a:pt x="32249" y="1764669"/>
                  </a:lnTo>
                  <a:lnTo>
                    <a:pt x="34745" y="1766581"/>
                  </a:lnTo>
                  <a:lnTo>
                    <a:pt x="44151" y="1766581"/>
                  </a:lnTo>
                  <a:lnTo>
                    <a:pt x="46646" y="1764669"/>
                  </a:lnTo>
                  <a:lnTo>
                    <a:pt x="48566" y="1759886"/>
                  </a:lnTo>
                  <a:lnTo>
                    <a:pt x="48566" y="1695230"/>
                  </a:lnTo>
                  <a:lnTo>
                    <a:pt x="46646" y="1692934"/>
                  </a:lnTo>
                  <a:lnTo>
                    <a:pt x="44151" y="1690447"/>
                  </a:lnTo>
                  <a:close/>
                </a:path>
                <a:path w="79375" h="2152015">
                  <a:moveTo>
                    <a:pt x="44151" y="1824103"/>
                  </a:moveTo>
                  <a:lnTo>
                    <a:pt x="34745" y="1824103"/>
                  </a:lnTo>
                  <a:lnTo>
                    <a:pt x="32249" y="1826456"/>
                  </a:lnTo>
                  <a:lnTo>
                    <a:pt x="30330" y="1831181"/>
                  </a:lnTo>
                  <a:lnTo>
                    <a:pt x="30330" y="1838259"/>
                  </a:lnTo>
                  <a:lnTo>
                    <a:pt x="32249" y="1840631"/>
                  </a:lnTo>
                  <a:lnTo>
                    <a:pt x="34745" y="1842984"/>
                  </a:lnTo>
                  <a:lnTo>
                    <a:pt x="44151" y="1842984"/>
                  </a:lnTo>
                  <a:lnTo>
                    <a:pt x="46646" y="1840631"/>
                  </a:lnTo>
                  <a:lnTo>
                    <a:pt x="48566" y="1838259"/>
                  </a:lnTo>
                  <a:lnTo>
                    <a:pt x="48566" y="1831181"/>
                  </a:lnTo>
                  <a:lnTo>
                    <a:pt x="46646" y="1826456"/>
                  </a:lnTo>
                  <a:lnTo>
                    <a:pt x="44151" y="1824103"/>
                  </a:lnTo>
                  <a:close/>
                </a:path>
                <a:path w="79375" h="2152015">
                  <a:moveTo>
                    <a:pt x="39544" y="1900562"/>
                  </a:moveTo>
                  <a:lnTo>
                    <a:pt x="34745" y="1902456"/>
                  </a:lnTo>
                  <a:lnTo>
                    <a:pt x="32249" y="1904809"/>
                  </a:lnTo>
                  <a:lnTo>
                    <a:pt x="30330" y="1907162"/>
                  </a:lnTo>
                  <a:lnTo>
                    <a:pt x="30330" y="1971819"/>
                  </a:lnTo>
                  <a:lnTo>
                    <a:pt x="32249" y="1974191"/>
                  </a:lnTo>
                  <a:lnTo>
                    <a:pt x="34745" y="1976544"/>
                  </a:lnTo>
                  <a:lnTo>
                    <a:pt x="39544" y="1978916"/>
                  </a:lnTo>
                  <a:lnTo>
                    <a:pt x="44151" y="1976544"/>
                  </a:lnTo>
                  <a:lnTo>
                    <a:pt x="46646" y="1974191"/>
                  </a:lnTo>
                  <a:lnTo>
                    <a:pt x="48566" y="1971819"/>
                  </a:lnTo>
                  <a:lnTo>
                    <a:pt x="48566" y="1907162"/>
                  </a:lnTo>
                  <a:lnTo>
                    <a:pt x="46646" y="1904809"/>
                  </a:lnTo>
                  <a:lnTo>
                    <a:pt x="44151" y="1902456"/>
                  </a:lnTo>
                  <a:lnTo>
                    <a:pt x="39544" y="1900562"/>
                  </a:lnTo>
                  <a:close/>
                </a:path>
                <a:path w="79375" h="2152015">
                  <a:moveTo>
                    <a:pt x="0" y="2036495"/>
                  </a:moveTo>
                  <a:lnTo>
                    <a:pt x="39544" y="2151633"/>
                  </a:lnTo>
                  <a:lnTo>
                    <a:pt x="65670" y="2075193"/>
                  </a:lnTo>
                  <a:lnTo>
                    <a:pt x="39544" y="2075193"/>
                  </a:lnTo>
                  <a:lnTo>
                    <a:pt x="0" y="2036495"/>
                  </a:lnTo>
                  <a:close/>
                </a:path>
                <a:path w="79375" h="2152015">
                  <a:moveTo>
                    <a:pt x="78896" y="2036495"/>
                  </a:moveTo>
                  <a:lnTo>
                    <a:pt x="39544" y="2075193"/>
                  </a:lnTo>
                  <a:lnTo>
                    <a:pt x="65670" y="2075193"/>
                  </a:lnTo>
                  <a:lnTo>
                    <a:pt x="78896" y="2036495"/>
                  </a:lnTo>
                  <a:close/>
                </a:path>
                <a:path w="79375" h="2152015">
                  <a:moveTo>
                    <a:pt x="44151" y="2036495"/>
                  </a:moveTo>
                  <a:lnTo>
                    <a:pt x="34745" y="2036495"/>
                  </a:lnTo>
                  <a:lnTo>
                    <a:pt x="32249" y="2038369"/>
                  </a:lnTo>
                  <a:lnTo>
                    <a:pt x="30330" y="2040741"/>
                  </a:lnTo>
                  <a:lnTo>
                    <a:pt x="30330" y="2047819"/>
                  </a:lnTo>
                  <a:lnTo>
                    <a:pt x="32249" y="2052525"/>
                  </a:lnTo>
                  <a:lnTo>
                    <a:pt x="34745" y="2054897"/>
                  </a:lnTo>
                  <a:lnTo>
                    <a:pt x="44151" y="2054897"/>
                  </a:lnTo>
                  <a:lnTo>
                    <a:pt x="46646" y="2052525"/>
                  </a:lnTo>
                  <a:lnTo>
                    <a:pt x="48566" y="2047819"/>
                  </a:lnTo>
                  <a:lnTo>
                    <a:pt x="48566" y="2040741"/>
                  </a:lnTo>
                  <a:lnTo>
                    <a:pt x="46646" y="2038369"/>
                  </a:lnTo>
                  <a:lnTo>
                    <a:pt x="44151" y="2036495"/>
                  </a:lnTo>
                  <a:close/>
                </a:path>
              </a:pathLst>
            </a:custGeom>
            <a:solidFill>
              <a:srgbClr val="FF0000"/>
            </a:solidFill>
          </p:spPr>
          <p:txBody>
            <a:bodyPr wrap="square" lIns="0" tIns="0" rIns="0" bIns="0" rtlCol="0"/>
            <a:lstStyle/>
            <a:p/>
          </p:txBody>
        </p:sp>
        <p:sp>
          <p:nvSpPr>
            <p:cNvPr id="143" name="object 143" descr=""/>
            <p:cNvSpPr/>
            <p:nvPr/>
          </p:nvSpPr>
          <p:spPr>
            <a:xfrm>
              <a:off x="8090075" y="1917695"/>
              <a:ext cx="18415" cy="1979295"/>
            </a:xfrm>
            <a:custGeom>
              <a:avLst/>
              <a:gdLst/>
              <a:ahLst/>
              <a:cxnLst/>
              <a:rect l="l" t="t" r="r" b="b"/>
              <a:pathLst>
                <a:path w="18415" h="1979295">
                  <a:moveTo>
                    <a:pt x="18236" y="9373"/>
                  </a:moveTo>
                  <a:lnTo>
                    <a:pt x="18236" y="66952"/>
                  </a:lnTo>
                  <a:lnTo>
                    <a:pt x="18236" y="71351"/>
                  </a:lnTo>
                  <a:lnTo>
                    <a:pt x="16316" y="73647"/>
                  </a:lnTo>
                  <a:lnTo>
                    <a:pt x="13821" y="75942"/>
                  </a:lnTo>
                  <a:lnTo>
                    <a:pt x="9214" y="78429"/>
                  </a:lnTo>
                  <a:lnTo>
                    <a:pt x="4415" y="75942"/>
                  </a:lnTo>
                  <a:lnTo>
                    <a:pt x="1919" y="73647"/>
                  </a:lnTo>
                  <a:lnTo>
                    <a:pt x="0" y="71351"/>
                  </a:lnTo>
                  <a:lnTo>
                    <a:pt x="0" y="66952"/>
                  </a:lnTo>
                  <a:lnTo>
                    <a:pt x="0" y="9373"/>
                  </a:lnTo>
                  <a:lnTo>
                    <a:pt x="0" y="7077"/>
                  </a:lnTo>
                  <a:lnTo>
                    <a:pt x="1919" y="2295"/>
                  </a:lnTo>
                  <a:lnTo>
                    <a:pt x="4415" y="2295"/>
                  </a:lnTo>
                  <a:lnTo>
                    <a:pt x="9214" y="0"/>
                  </a:lnTo>
                  <a:lnTo>
                    <a:pt x="13821" y="2295"/>
                  </a:lnTo>
                  <a:lnTo>
                    <a:pt x="16316" y="2295"/>
                  </a:lnTo>
                  <a:lnTo>
                    <a:pt x="18236" y="7077"/>
                  </a:lnTo>
                  <a:lnTo>
                    <a:pt x="18236" y="9373"/>
                  </a:lnTo>
                  <a:close/>
                </a:path>
                <a:path w="18415" h="1979295">
                  <a:moveTo>
                    <a:pt x="18236" y="145381"/>
                  </a:moveTo>
                  <a:lnTo>
                    <a:pt x="18236" y="147294"/>
                  </a:lnTo>
                  <a:lnTo>
                    <a:pt x="16316" y="151885"/>
                  </a:lnTo>
                  <a:lnTo>
                    <a:pt x="13821" y="154372"/>
                  </a:lnTo>
                  <a:lnTo>
                    <a:pt x="9214" y="154372"/>
                  </a:lnTo>
                  <a:lnTo>
                    <a:pt x="4415" y="154372"/>
                  </a:lnTo>
                  <a:lnTo>
                    <a:pt x="1919" y="151885"/>
                  </a:lnTo>
                  <a:lnTo>
                    <a:pt x="0" y="147294"/>
                  </a:lnTo>
                  <a:lnTo>
                    <a:pt x="0" y="145381"/>
                  </a:lnTo>
                  <a:lnTo>
                    <a:pt x="0" y="140599"/>
                  </a:lnTo>
                  <a:lnTo>
                    <a:pt x="1919" y="138304"/>
                  </a:lnTo>
                  <a:lnTo>
                    <a:pt x="4415" y="136008"/>
                  </a:lnTo>
                  <a:lnTo>
                    <a:pt x="9214" y="136008"/>
                  </a:lnTo>
                  <a:lnTo>
                    <a:pt x="13821" y="136008"/>
                  </a:lnTo>
                  <a:lnTo>
                    <a:pt x="16316" y="138304"/>
                  </a:lnTo>
                  <a:lnTo>
                    <a:pt x="18236" y="140599"/>
                  </a:lnTo>
                  <a:lnTo>
                    <a:pt x="18236" y="145381"/>
                  </a:lnTo>
                  <a:close/>
                </a:path>
                <a:path w="18415" h="1979295">
                  <a:moveTo>
                    <a:pt x="18236" y="221324"/>
                  </a:moveTo>
                  <a:lnTo>
                    <a:pt x="18236" y="278903"/>
                  </a:lnTo>
                  <a:lnTo>
                    <a:pt x="18236" y="283112"/>
                  </a:lnTo>
                  <a:lnTo>
                    <a:pt x="16316" y="285599"/>
                  </a:lnTo>
                  <a:lnTo>
                    <a:pt x="13821" y="287894"/>
                  </a:lnTo>
                  <a:lnTo>
                    <a:pt x="9214" y="287894"/>
                  </a:lnTo>
                  <a:lnTo>
                    <a:pt x="4415" y="287894"/>
                  </a:lnTo>
                  <a:lnTo>
                    <a:pt x="0" y="221324"/>
                  </a:lnTo>
                  <a:lnTo>
                    <a:pt x="0" y="216542"/>
                  </a:lnTo>
                  <a:lnTo>
                    <a:pt x="1919" y="214247"/>
                  </a:lnTo>
                  <a:lnTo>
                    <a:pt x="4415" y="211951"/>
                  </a:lnTo>
                  <a:lnTo>
                    <a:pt x="9214" y="211951"/>
                  </a:lnTo>
                  <a:lnTo>
                    <a:pt x="13821" y="211951"/>
                  </a:lnTo>
                  <a:lnTo>
                    <a:pt x="16316" y="214247"/>
                  </a:lnTo>
                  <a:lnTo>
                    <a:pt x="18236" y="216542"/>
                  </a:lnTo>
                  <a:lnTo>
                    <a:pt x="18236" y="221324"/>
                  </a:lnTo>
                  <a:close/>
                </a:path>
                <a:path w="18415" h="1979295">
                  <a:moveTo>
                    <a:pt x="18236" y="354846"/>
                  </a:moveTo>
                  <a:lnTo>
                    <a:pt x="18236" y="359246"/>
                  </a:lnTo>
                  <a:lnTo>
                    <a:pt x="16316" y="361541"/>
                  </a:lnTo>
                  <a:lnTo>
                    <a:pt x="13821" y="363837"/>
                  </a:lnTo>
                  <a:lnTo>
                    <a:pt x="9214" y="366324"/>
                  </a:lnTo>
                  <a:lnTo>
                    <a:pt x="4415" y="363837"/>
                  </a:lnTo>
                  <a:lnTo>
                    <a:pt x="1919" y="361541"/>
                  </a:lnTo>
                  <a:lnTo>
                    <a:pt x="0" y="359246"/>
                  </a:lnTo>
                  <a:lnTo>
                    <a:pt x="0" y="354846"/>
                  </a:lnTo>
                  <a:lnTo>
                    <a:pt x="0" y="352551"/>
                  </a:lnTo>
                  <a:lnTo>
                    <a:pt x="1919" y="347768"/>
                  </a:lnTo>
                  <a:lnTo>
                    <a:pt x="4415" y="347768"/>
                  </a:lnTo>
                  <a:lnTo>
                    <a:pt x="9214" y="345473"/>
                  </a:lnTo>
                  <a:lnTo>
                    <a:pt x="13821" y="347768"/>
                  </a:lnTo>
                  <a:lnTo>
                    <a:pt x="16316" y="347768"/>
                  </a:lnTo>
                  <a:lnTo>
                    <a:pt x="18236" y="352551"/>
                  </a:lnTo>
                  <a:lnTo>
                    <a:pt x="18236" y="354846"/>
                  </a:lnTo>
                  <a:close/>
                </a:path>
                <a:path w="18415" h="1979295">
                  <a:moveTo>
                    <a:pt x="18236" y="433276"/>
                  </a:moveTo>
                  <a:lnTo>
                    <a:pt x="18236" y="490855"/>
                  </a:lnTo>
                  <a:lnTo>
                    <a:pt x="18236" y="492768"/>
                  </a:lnTo>
                  <a:lnTo>
                    <a:pt x="16316" y="497359"/>
                  </a:lnTo>
                  <a:lnTo>
                    <a:pt x="13821" y="499846"/>
                  </a:lnTo>
                  <a:lnTo>
                    <a:pt x="9214" y="499846"/>
                  </a:lnTo>
                  <a:lnTo>
                    <a:pt x="4415" y="499846"/>
                  </a:lnTo>
                  <a:lnTo>
                    <a:pt x="1919" y="497359"/>
                  </a:lnTo>
                  <a:lnTo>
                    <a:pt x="0" y="492768"/>
                  </a:lnTo>
                  <a:lnTo>
                    <a:pt x="0" y="490855"/>
                  </a:lnTo>
                  <a:lnTo>
                    <a:pt x="0" y="433276"/>
                  </a:lnTo>
                  <a:lnTo>
                    <a:pt x="0" y="428494"/>
                  </a:lnTo>
                  <a:lnTo>
                    <a:pt x="1919" y="426198"/>
                  </a:lnTo>
                  <a:lnTo>
                    <a:pt x="4415" y="423903"/>
                  </a:lnTo>
                  <a:lnTo>
                    <a:pt x="9214" y="423903"/>
                  </a:lnTo>
                  <a:lnTo>
                    <a:pt x="13821" y="423903"/>
                  </a:lnTo>
                  <a:lnTo>
                    <a:pt x="16316" y="426198"/>
                  </a:lnTo>
                  <a:lnTo>
                    <a:pt x="18236" y="428494"/>
                  </a:lnTo>
                  <a:lnTo>
                    <a:pt x="18236" y="433276"/>
                  </a:lnTo>
                  <a:close/>
                </a:path>
                <a:path w="18415" h="1979295">
                  <a:moveTo>
                    <a:pt x="18236" y="566798"/>
                  </a:moveTo>
                  <a:lnTo>
                    <a:pt x="18236" y="571006"/>
                  </a:lnTo>
                  <a:lnTo>
                    <a:pt x="16316" y="573493"/>
                  </a:lnTo>
                  <a:lnTo>
                    <a:pt x="13821" y="575789"/>
                  </a:lnTo>
                  <a:lnTo>
                    <a:pt x="9214" y="575789"/>
                  </a:lnTo>
                  <a:lnTo>
                    <a:pt x="4415" y="575789"/>
                  </a:lnTo>
                  <a:lnTo>
                    <a:pt x="1919" y="573493"/>
                  </a:lnTo>
                  <a:lnTo>
                    <a:pt x="0" y="571006"/>
                  </a:lnTo>
                  <a:lnTo>
                    <a:pt x="0" y="566798"/>
                  </a:lnTo>
                  <a:lnTo>
                    <a:pt x="0" y="562016"/>
                  </a:lnTo>
                  <a:lnTo>
                    <a:pt x="1919" y="559720"/>
                  </a:lnTo>
                  <a:lnTo>
                    <a:pt x="4415" y="557425"/>
                  </a:lnTo>
                  <a:lnTo>
                    <a:pt x="9214" y="557425"/>
                  </a:lnTo>
                  <a:lnTo>
                    <a:pt x="13821" y="557425"/>
                  </a:lnTo>
                  <a:lnTo>
                    <a:pt x="16316" y="559720"/>
                  </a:lnTo>
                  <a:lnTo>
                    <a:pt x="18236" y="562016"/>
                  </a:lnTo>
                  <a:lnTo>
                    <a:pt x="18236" y="566798"/>
                  </a:lnTo>
                  <a:close/>
                </a:path>
                <a:path w="18415" h="1979295">
                  <a:moveTo>
                    <a:pt x="18236" y="642741"/>
                  </a:moveTo>
                  <a:lnTo>
                    <a:pt x="18236" y="700320"/>
                  </a:lnTo>
                  <a:lnTo>
                    <a:pt x="18236" y="705102"/>
                  </a:lnTo>
                  <a:lnTo>
                    <a:pt x="16316" y="707015"/>
                  </a:lnTo>
                  <a:lnTo>
                    <a:pt x="13821" y="709310"/>
                  </a:lnTo>
                  <a:lnTo>
                    <a:pt x="9214" y="711797"/>
                  </a:lnTo>
                  <a:lnTo>
                    <a:pt x="4415" y="709310"/>
                  </a:lnTo>
                  <a:lnTo>
                    <a:pt x="1919" y="707015"/>
                  </a:lnTo>
                  <a:lnTo>
                    <a:pt x="0" y="705102"/>
                  </a:lnTo>
                  <a:lnTo>
                    <a:pt x="0" y="700320"/>
                  </a:lnTo>
                  <a:lnTo>
                    <a:pt x="0" y="642741"/>
                  </a:lnTo>
                  <a:lnTo>
                    <a:pt x="0" y="640445"/>
                  </a:lnTo>
                  <a:lnTo>
                    <a:pt x="1919" y="635663"/>
                  </a:lnTo>
                  <a:lnTo>
                    <a:pt x="4415" y="635663"/>
                  </a:lnTo>
                  <a:lnTo>
                    <a:pt x="9214" y="633367"/>
                  </a:lnTo>
                  <a:lnTo>
                    <a:pt x="13821" y="635663"/>
                  </a:lnTo>
                  <a:lnTo>
                    <a:pt x="16316" y="635663"/>
                  </a:lnTo>
                  <a:lnTo>
                    <a:pt x="18236" y="640445"/>
                  </a:lnTo>
                  <a:lnTo>
                    <a:pt x="18236" y="642741"/>
                  </a:lnTo>
                  <a:close/>
                </a:path>
                <a:path w="18415" h="1979295">
                  <a:moveTo>
                    <a:pt x="18236" y="778749"/>
                  </a:moveTo>
                  <a:lnTo>
                    <a:pt x="18236" y="781045"/>
                  </a:lnTo>
                  <a:lnTo>
                    <a:pt x="16316" y="785253"/>
                  </a:lnTo>
                  <a:lnTo>
                    <a:pt x="13821" y="787740"/>
                  </a:lnTo>
                  <a:lnTo>
                    <a:pt x="9214" y="787740"/>
                  </a:lnTo>
                  <a:lnTo>
                    <a:pt x="4415" y="787740"/>
                  </a:lnTo>
                  <a:lnTo>
                    <a:pt x="1919" y="785253"/>
                  </a:lnTo>
                  <a:lnTo>
                    <a:pt x="0" y="781045"/>
                  </a:lnTo>
                  <a:lnTo>
                    <a:pt x="0" y="778749"/>
                  </a:lnTo>
                  <a:lnTo>
                    <a:pt x="0" y="773967"/>
                  </a:lnTo>
                  <a:lnTo>
                    <a:pt x="1919" y="771672"/>
                  </a:lnTo>
                  <a:lnTo>
                    <a:pt x="4415" y="769376"/>
                  </a:lnTo>
                  <a:lnTo>
                    <a:pt x="9214" y="769376"/>
                  </a:lnTo>
                  <a:lnTo>
                    <a:pt x="13821" y="769376"/>
                  </a:lnTo>
                  <a:lnTo>
                    <a:pt x="16316" y="771672"/>
                  </a:lnTo>
                  <a:lnTo>
                    <a:pt x="18236" y="773967"/>
                  </a:lnTo>
                  <a:lnTo>
                    <a:pt x="18236" y="778749"/>
                  </a:lnTo>
                  <a:close/>
                </a:path>
                <a:path w="18415" h="1979295">
                  <a:moveTo>
                    <a:pt x="18236" y="854692"/>
                  </a:moveTo>
                  <a:lnTo>
                    <a:pt x="18236" y="912271"/>
                  </a:lnTo>
                  <a:lnTo>
                    <a:pt x="18236" y="917054"/>
                  </a:lnTo>
                  <a:lnTo>
                    <a:pt x="16316" y="918966"/>
                  </a:lnTo>
                  <a:lnTo>
                    <a:pt x="13821" y="921262"/>
                  </a:lnTo>
                  <a:lnTo>
                    <a:pt x="9214" y="921262"/>
                  </a:lnTo>
                  <a:lnTo>
                    <a:pt x="4415" y="921262"/>
                  </a:lnTo>
                  <a:lnTo>
                    <a:pt x="1919" y="918966"/>
                  </a:lnTo>
                  <a:lnTo>
                    <a:pt x="0" y="917054"/>
                  </a:lnTo>
                  <a:lnTo>
                    <a:pt x="0" y="912271"/>
                  </a:lnTo>
                  <a:lnTo>
                    <a:pt x="0" y="854692"/>
                  </a:lnTo>
                  <a:lnTo>
                    <a:pt x="0" y="849910"/>
                  </a:lnTo>
                  <a:lnTo>
                    <a:pt x="1919" y="847615"/>
                  </a:lnTo>
                  <a:lnTo>
                    <a:pt x="4415" y="845319"/>
                  </a:lnTo>
                  <a:lnTo>
                    <a:pt x="9214" y="845319"/>
                  </a:lnTo>
                  <a:lnTo>
                    <a:pt x="13821" y="845319"/>
                  </a:lnTo>
                  <a:lnTo>
                    <a:pt x="16316" y="847615"/>
                  </a:lnTo>
                  <a:lnTo>
                    <a:pt x="18236" y="849910"/>
                  </a:lnTo>
                  <a:lnTo>
                    <a:pt x="18236" y="854692"/>
                  </a:lnTo>
                  <a:close/>
                </a:path>
                <a:path w="18415" h="1979295">
                  <a:moveTo>
                    <a:pt x="18236" y="988214"/>
                  </a:moveTo>
                  <a:lnTo>
                    <a:pt x="18236" y="992996"/>
                  </a:lnTo>
                  <a:lnTo>
                    <a:pt x="16316" y="994909"/>
                  </a:lnTo>
                  <a:lnTo>
                    <a:pt x="13821" y="997205"/>
                  </a:lnTo>
                  <a:lnTo>
                    <a:pt x="9214" y="999692"/>
                  </a:lnTo>
                  <a:lnTo>
                    <a:pt x="4415" y="997205"/>
                  </a:lnTo>
                  <a:lnTo>
                    <a:pt x="1919" y="994909"/>
                  </a:lnTo>
                  <a:lnTo>
                    <a:pt x="0" y="992996"/>
                  </a:lnTo>
                  <a:lnTo>
                    <a:pt x="0" y="988214"/>
                  </a:lnTo>
                  <a:lnTo>
                    <a:pt x="0" y="985919"/>
                  </a:lnTo>
                  <a:lnTo>
                    <a:pt x="1919" y="981136"/>
                  </a:lnTo>
                  <a:lnTo>
                    <a:pt x="4415" y="981136"/>
                  </a:lnTo>
                  <a:lnTo>
                    <a:pt x="9214" y="978841"/>
                  </a:lnTo>
                  <a:lnTo>
                    <a:pt x="13821" y="981136"/>
                  </a:lnTo>
                  <a:lnTo>
                    <a:pt x="16316" y="981136"/>
                  </a:lnTo>
                  <a:lnTo>
                    <a:pt x="18236" y="985919"/>
                  </a:lnTo>
                  <a:lnTo>
                    <a:pt x="18236" y="988214"/>
                  </a:lnTo>
                  <a:close/>
                </a:path>
                <a:path w="18415" h="1979295">
                  <a:moveTo>
                    <a:pt x="18236" y="1066644"/>
                  </a:moveTo>
                  <a:lnTo>
                    <a:pt x="18236" y="1124223"/>
                  </a:lnTo>
                  <a:lnTo>
                    <a:pt x="18236" y="1126518"/>
                  </a:lnTo>
                  <a:lnTo>
                    <a:pt x="16316" y="1130727"/>
                  </a:lnTo>
                  <a:lnTo>
                    <a:pt x="13821" y="1133214"/>
                  </a:lnTo>
                  <a:lnTo>
                    <a:pt x="9214" y="1133214"/>
                  </a:lnTo>
                  <a:lnTo>
                    <a:pt x="4415" y="1133214"/>
                  </a:lnTo>
                  <a:lnTo>
                    <a:pt x="1919" y="1130727"/>
                  </a:lnTo>
                  <a:lnTo>
                    <a:pt x="0" y="1126518"/>
                  </a:lnTo>
                  <a:lnTo>
                    <a:pt x="0" y="1124223"/>
                  </a:lnTo>
                  <a:lnTo>
                    <a:pt x="0" y="1066644"/>
                  </a:lnTo>
                  <a:lnTo>
                    <a:pt x="0" y="1061862"/>
                  </a:lnTo>
                  <a:lnTo>
                    <a:pt x="1919" y="1059566"/>
                  </a:lnTo>
                  <a:lnTo>
                    <a:pt x="4415" y="1057271"/>
                  </a:lnTo>
                  <a:lnTo>
                    <a:pt x="9214" y="1057271"/>
                  </a:lnTo>
                  <a:lnTo>
                    <a:pt x="13821" y="1057271"/>
                  </a:lnTo>
                  <a:lnTo>
                    <a:pt x="16316" y="1059566"/>
                  </a:lnTo>
                  <a:lnTo>
                    <a:pt x="18236" y="1061862"/>
                  </a:lnTo>
                  <a:lnTo>
                    <a:pt x="18236" y="1066644"/>
                  </a:lnTo>
                  <a:close/>
                </a:path>
                <a:path w="18415" h="1979295">
                  <a:moveTo>
                    <a:pt x="18236" y="1200166"/>
                  </a:moveTo>
                  <a:lnTo>
                    <a:pt x="18236" y="1204948"/>
                  </a:lnTo>
                  <a:lnTo>
                    <a:pt x="16316" y="1206861"/>
                  </a:lnTo>
                  <a:lnTo>
                    <a:pt x="13821" y="1209156"/>
                  </a:lnTo>
                  <a:lnTo>
                    <a:pt x="9214" y="1209156"/>
                  </a:lnTo>
                  <a:lnTo>
                    <a:pt x="4415" y="1209156"/>
                  </a:lnTo>
                  <a:lnTo>
                    <a:pt x="1919" y="1206861"/>
                  </a:lnTo>
                  <a:lnTo>
                    <a:pt x="0" y="1204948"/>
                  </a:lnTo>
                  <a:lnTo>
                    <a:pt x="0" y="1200166"/>
                  </a:lnTo>
                  <a:lnTo>
                    <a:pt x="0" y="1195383"/>
                  </a:lnTo>
                  <a:lnTo>
                    <a:pt x="1919" y="1193088"/>
                  </a:lnTo>
                  <a:lnTo>
                    <a:pt x="4415" y="1190792"/>
                  </a:lnTo>
                  <a:lnTo>
                    <a:pt x="9214" y="1190792"/>
                  </a:lnTo>
                  <a:lnTo>
                    <a:pt x="13821" y="1190792"/>
                  </a:lnTo>
                  <a:lnTo>
                    <a:pt x="16316" y="1193088"/>
                  </a:lnTo>
                  <a:lnTo>
                    <a:pt x="18236" y="1195383"/>
                  </a:lnTo>
                  <a:lnTo>
                    <a:pt x="18236" y="1200166"/>
                  </a:lnTo>
                  <a:close/>
                </a:path>
                <a:path w="18415" h="1979295">
                  <a:moveTo>
                    <a:pt x="18236" y="1278596"/>
                  </a:moveTo>
                  <a:lnTo>
                    <a:pt x="18236" y="1336174"/>
                  </a:lnTo>
                  <a:lnTo>
                    <a:pt x="18236" y="1338470"/>
                  </a:lnTo>
                  <a:lnTo>
                    <a:pt x="16316" y="1340765"/>
                  </a:lnTo>
                  <a:lnTo>
                    <a:pt x="13821" y="1342678"/>
                  </a:lnTo>
                  <a:lnTo>
                    <a:pt x="9214" y="1345165"/>
                  </a:lnTo>
                  <a:lnTo>
                    <a:pt x="4415" y="1342678"/>
                  </a:lnTo>
                  <a:lnTo>
                    <a:pt x="1919" y="1340765"/>
                  </a:lnTo>
                  <a:lnTo>
                    <a:pt x="0" y="1338470"/>
                  </a:lnTo>
                  <a:lnTo>
                    <a:pt x="0" y="1336174"/>
                  </a:lnTo>
                  <a:lnTo>
                    <a:pt x="0" y="1278596"/>
                  </a:lnTo>
                  <a:lnTo>
                    <a:pt x="0" y="1273813"/>
                  </a:lnTo>
                  <a:lnTo>
                    <a:pt x="1919" y="1271518"/>
                  </a:lnTo>
                  <a:lnTo>
                    <a:pt x="4415" y="1269031"/>
                  </a:lnTo>
                  <a:lnTo>
                    <a:pt x="9214" y="1266735"/>
                  </a:lnTo>
                  <a:lnTo>
                    <a:pt x="13821" y="1269031"/>
                  </a:lnTo>
                  <a:lnTo>
                    <a:pt x="16316" y="1271518"/>
                  </a:lnTo>
                  <a:lnTo>
                    <a:pt x="18236" y="1273813"/>
                  </a:lnTo>
                  <a:lnTo>
                    <a:pt x="18236" y="1278596"/>
                  </a:lnTo>
                  <a:close/>
                </a:path>
                <a:path w="18415" h="1979295">
                  <a:moveTo>
                    <a:pt x="18236" y="1412117"/>
                  </a:moveTo>
                  <a:lnTo>
                    <a:pt x="18236" y="1414413"/>
                  </a:lnTo>
                  <a:lnTo>
                    <a:pt x="16316" y="1419195"/>
                  </a:lnTo>
                  <a:lnTo>
                    <a:pt x="13821" y="1421108"/>
                  </a:lnTo>
                  <a:lnTo>
                    <a:pt x="9214" y="1421108"/>
                  </a:lnTo>
                  <a:lnTo>
                    <a:pt x="4415" y="1421108"/>
                  </a:lnTo>
                  <a:lnTo>
                    <a:pt x="1919" y="1419195"/>
                  </a:lnTo>
                  <a:lnTo>
                    <a:pt x="0" y="1414413"/>
                  </a:lnTo>
                  <a:lnTo>
                    <a:pt x="0" y="1412117"/>
                  </a:lnTo>
                  <a:lnTo>
                    <a:pt x="0" y="1407335"/>
                  </a:lnTo>
                  <a:lnTo>
                    <a:pt x="1919" y="1405040"/>
                  </a:lnTo>
                  <a:lnTo>
                    <a:pt x="4415" y="1402744"/>
                  </a:lnTo>
                  <a:lnTo>
                    <a:pt x="9214" y="1402744"/>
                  </a:lnTo>
                  <a:lnTo>
                    <a:pt x="13821" y="1402744"/>
                  </a:lnTo>
                  <a:lnTo>
                    <a:pt x="16316" y="1405040"/>
                  </a:lnTo>
                  <a:lnTo>
                    <a:pt x="18236" y="1407335"/>
                  </a:lnTo>
                  <a:lnTo>
                    <a:pt x="18236" y="1412117"/>
                  </a:lnTo>
                  <a:close/>
                </a:path>
                <a:path w="18415" h="1979295">
                  <a:moveTo>
                    <a:pt x="18236" y="1488060"/>
                  </a:moveTo>
                  <a:lnTo>
                    <a:pt x="18236" y="1545639"/>
                  </a:lnTo>
                  <a:lnTo>
                    <a:pt x="18236" y="1550422"/>
                  </a:lnTo>
                  <a:lnTo>
                    <a:pt x="16316" y="1552717"/>
                  </a:lnTo>
                  <a:lnTo>
                    <a:pt x="13821" y="1554630"/>
                  </a:lnTo>
                  <a:lnTo>
                    <a:pt x="9214" y="1554630"/>
                  </a:lnTo>
                  <a:lnTo>
                    <a:pt x="4415" y="1554630"/>
                  </a:lnTo>
                  <a:lnTo>
                    <a:pt x="1919" y="1552717"/>
                  </a:lnTo>
                  <a:lnTo>
                    <a:pt x="0" y="1550422"/>
                  </a:lnTo>
                  <a:lnTo>
                    <a:pt x="0" y="1545639"/>
                  </a:lnTo>
                  <a:lnTo>
                    <a:pt x="0" y="1488060"/>
                  </a:lnTo>
                  <a:lnTo>
                    <a:pt x="0" y="1485765"/>
                  </a:lnTo>
                  <a:lnTo>
                    <a:pt x="1919" y="1480982"/>
                  </a:lnTo>
                  <a:lnTo>
                    <a:pt x="4415" y="1478687"/>
                  </a:lnTo>
                  <a:lnTo>
                    <a:pt x="9214" y="1478687"/>
                  </a:lnTo>
                  <a:lnTo>
                    <a:pt x="13821" y="1478687"/>
                  </a:lnTo>
                  <a:lnTo>
                    <a:pt x="16316" y="1480982"/>
                  </a:lnTo>
                  <a:lnTo>
                    <a:pt x="18236" y="1485765"/>
                  </a:lnTo>
                  <a:lnTo>
                    <a:pt x="18236" y="1488060"/>
                  </a:lnTo>
                  <a:close/>
                </a:path>
                <a:path w="18415" h="1979295">
                  <a:moveTo>
                    <a:pt x="18236" y="1624069"/>
                  </a:moveTo>
                  <a:lnTo>
                    <a:pt x="18236" y="1626364"/>
                  </a:lnTo>
                  <a:lnTo>
                    <a:pt x="16316" y="1628660"/>
                  </a:lnTo>
                  <a:lnTo>
                    <a:pt x="13821" y="1631147"/>
                  </a:lnTo>
                  <a:lnTo>
                    <a:pt x="9214" y="1633060"/>
                  </a:lnTo>
                  <a:lnTo>
                    <a:pt x="4415" y="1631147"/>
                  </a:lnTo>
                  <a:lnTo>
                    <a:pt x="1919" y="1628660"/>
                  </a:lnTo>
                  <a:lnTo>
                    <a:pt x="0" y="1626364"/>
                  </a:lnTo>
                  <a:lnTo>
                    <a:pt x="0" y="1624069"/>
                  </a:lnTo>
                  <a:lnTo>
                    <a:pt x="0" y="1619287"/>
                  </a:lnTo>
                  <a:lnTo>
                    <a:pt x="1919" y="1616991"/>
                  </a:lnTo>
                  <a:lnTo>
                    <a:pt x="4415" y="1614504"/>
                  </a:lnTo>
                  <a:lnTo>
                    <a:pt x="9214" y="1612209"/>
                  </a:lnTo>
                  <a:lnTo>
                    <a:pt x="13821" y="1614504"/>
                  </a:lnTo>
                  <a:lnTo>
                    <a:pt x="16316" y="1616991"/>
                  </a:lnTo>
                  <a:lnTo>
                    <a:pt x="18236" y="1619287"/>
                  </a:lnTo>
                  <a:lnTo>
                    <a:pt x="18236" y="1624069"/>
                  </a:lnTo>
                  <a:close/>
                </a:path>
                <a:path w="18415" h="1979295">
                  <a:moveTo>
                    <a:pt x="18236" y="1700012"/>
                  </a:moveTo>
                  <a:lnTo>
                    <a:pt x="18236" y="1757591"/>
                  </a:lnTo>
                  <a:lnTo>
                    <a:pt x="18236" y="1759886"/>
                  </a:lnTo>
                  <a:lnTo>
                    <a:pt x="16316" y="1764669"/>
                  </a:lnTo>
                  <a:lnTo>
                    <a:pt x="13821" y="1766582"/>
                  </a:lnTo>
                  <a:lnTo>
                    <a:pt x="9214" y="1766582"/>
                  </a:lnTo>
                  <a:lnTo>
                    <a:pt x="4415" y="1766582"/>
                  </a:lnTo>
                  <a:lnTo>
                    <a:pt x="1919" y="1764669"/>
                  </a:lnTo>
                  <a:lnTo>
                    <a:pt x="0" y="1759886"/>
                  </a:lnTo>
                  <a:lnTo>
                    <a:pt x="0" y="1757591"/>
                  </a:lnTo>
                  <a:lnTo>
                    <a:pt x="0" y="1700012"/>
                  </a:lnTo>
                  <a:lnTo>
                    <a:pt x="0" y="1695230"/>
                  </a:lnTo>
                  <a:lnTo>
                    <a:pt x="1919" y="1692934"/>
                  </a:lnTo>
                  <a:lnTo>
                    <a:pt x="4415" y="1690447"/>
                  </a:lnTo>
                  <a:lnTo>
                    <a:pt x="9214" y="1690447"/>
                  </a:lnTo>
                  <a:lnTo>
                    <a:pt x="13821" y="1690447"/>
                  </a:lnTo>
                  <a:lnTo>
                    <a:pt x="16316" y="1692934"/>
                  </a:lnTo>
                  <a:lnTo>
                    <a:pt x="18236" y="1695230"/>
                  </a:lnTo>
                  <a:lnTo>
                    <a:pt x="18236" y="1700012"/>
                  </a:lnTo>
                  <a:close/>
                </a:path>
                <a:path w="18415" h="1979295">
                  <a:moveTo>
                    <a:pt x="18236" y="1833553"/>
                  </a:moveTo>
                  <a:lnTo>
                    <a:pt x="18236" y="1838259"/>
                  </a:lnTo>
                  <a:lnTo>
                    <a:pt x="16316" y="1840631"/>
                  </a:lnTo>
                  <a:lnTo>
                    <a:pt x="13821" y="1842984"/>
                  </a:lnTo>
                  <a:lnTo>
                    <a:pt x="9214" y="1842984"/>
                  </a:lnTo>
                  <a:lnTo>
                    <a:pt x="4415" y="1842984"/>
                  </a:lnTo>
                  <a:lnTo>
                    <a:pt x="1919" y="1840631"/>
                  </a:lnTo>
                  <a:lnTo>
                    <a:pt x="0" y="1838259"/>
                  </a:lnTo>
                  <a:lnTo>
                    <a:pt x="0" y="1833553"/>
                  </a:lnTo>
                  <a:lnTo>
                    <a:pt x="0" y="1831181"/>
                  </a:lnTo>
                  <a:lnTo>
                    <a:pt x="1919" y="1826456"/>
                  </a:lnTo>
                  <a:lnTo>
                    <a:pt x="4415" y="1824103"/>
                  </a:lnTo>
                  <a:lnTo>
                    <a:pt x="9214" y="1824103"/>
                  </a:lnTo>
                  <a:lnTo>
                    <a:pt x="13821" y="1824103"/>
                  </a:lnTo>
                  <a:lnTo>
                    <a:pt x="16316" y="1826456"/>
                  </a:lnTo>
                  <a:lnTo>
                    <a:pt x="18236" y="1831181"/>
                  </a:lnTo>
                  <a:lnTo>
                    <a:pt x="18236" y="1833553"/>
                  </a:lnTo>
                  <a:close/>
                </a:path>
                <a:path w="18415" h="1979295">
                  <a:moveTo>
                    <a:pt x="18236" y="1911887"/>
                  </a:moveTo>
                  <a:lnTo>
                    <a:pt x="18236" y="1969466"/>
                  </a:lnTo>
                  <a:lnTo>
                    <a:pt x="18236" y="1971819"/>
                  </a:lnTo>
                  <a:lnTo>
                    <a:pt x="16316" y="1974191"/>
                  </a:lnTo>
                  <a:lnTo>
                    <a:pt x="13821" y="1976544"/>
                  </a:lnTo>
                  <a:lnTo>
                    <a:pt x="9214" y="1978916"/>
                  </a:lnTo>
                  <a:lnTo>
                    <a:pt x="4415" y="1976544"/>
                  </a:lnTo>
                  <a:lnTo>
                    <a:pt x="1919" y="1974191"/>
                  </a:lnTo>
                  <a:lnTo>
                    <a:pt x="0" y="1971819"/>
                  </a:lnTo>
                  <a:lnTo>
                    <a:pt x="0" y="1969466"/>
                  </a:lnTo>
                  <a:lnTo>
                    <a:pt x="0" y="1911887"/>
                  </a:lnTo>
                  <a:lnTo>
                    <a:pt x="0" y="1907162"/>
                  </a:lnTo>
                  <a:lnTo>
                    <a:pt x="1919" y="1904809"/>
                  </a:lnTo>
                  <a:lnTo>
                    <a:pt x="4415" y="1902456"/>
                  </a:lnTo>
                  <a:lnTo>
                    <a:pt x="9214" y="1900562"/>
                  </a:lnTo>
                  <a:lnTo>
                    <a:pt x="13821" y="1902456"/>
                  </a:lnTo>
                  <a:lnTo>
                    <a:pt x="16316" y="1904809"/>
                  </a:lnTo>
                  <a:lnTo>
                    <a:pt x="18236" y="1907162"/>
                  </a:lnTo>
                  <a:lnTo>
                    <a:pt x="18236" y="1911887"/>
                  </a:lnTo>
                  <a:close/>
                </a:path>
              </a:pathLst>
            </a:custGeom>
            <a:ln w="3175">
              <a:solidFill>
                <a:srgbClr val="FF0000"/>
              </a:solidFill>
            </a:ln>
          </p:spPr>
          <p:txBody>
            <a:bodyPr wrap="square" lIns="0" tIns="0" rIns="0" bIns="0" rtlCol="0"/>
            <a:lstStyle/>
            <a:p/>
          </p:txBody>
        </p:sp>
        <p:pic>
          <p:nvPicPr>
            <p:cNvPr id="144" name="object 144" descr=""/>
            <p:cNvPicPr/>
            <p:nvPr/>
          </p:nvPicPr>
          <p:blipFill>
            <a:blip r:embed="rId10" cstate="print"/>
            <a:stretch>
              <a:fillRect/>
            </a:stretch>
          </p:blipFill>
          <p:spPr>
            <a:xfrm>
              <a:off x="8058402" y="3952847"/>
              <a:ext cx="81581" cy="117823"/>
            </a:xfrm>
            <a:prstGeom prst="rect">
              <a:avLst/>
            </a:prstGeom>
          </p:spPr>
        </p:pic>
        <p:sp>
          <p:nvSpPr>
            <p:cNvPr id="145" name="object 145" descr=""/>
            <p:cNvSpPr/>
            <p:nvPr/>
          </p:nvSpPr>
          <p:spPr>
            <a:xfrm>
              <a:off x="8090075" y="1917695"/>
              <a:ext cx="1102360" cy="3045460"/>
            </a:xfrm>
            <a:custGeom>
              <a:avLst/>
              <a:gdLst/>
              <a:ahLst/>
              <a:cxnLst/>
              <a:rect l="l" t="t" r="r" b="b"/>
              <a:pathLst>
                <a:path w="1102359" h="3045460">
                  <a:moveTo>
                    <a:pt x="1025657" y="2950660"/>
                  </a:moveTo>
                  <a:lnTo>
                    <a:pt x="1101866" y="3045044"/>
                  </a:lnTo>
                  <a:lnTo>
                    <a:pt x="1099608" y="2982759"/>
                  </a:lnTo>
                  <a:lnTo>
                    <a:pt x="1074224" y="2982759"/>
                  </a:lnTo>
                  <a:lnTo>
                    <a:pt x="1071920" y="2980865"/>
                  </a:lnTo>
                  <a:lnTo>
                    <a:pt x="1067121" y="2978512"/>
                  </a:lnTo>
                  <a:lnTo>
                    <a:pt x="1064817" y="2976140"/>
                  </a:lnTo>
                  <a:lnTo>
                    <a:pt x="1061854" y="2967897"/>
                  </a:lnTo>
                  <a:lnTo>
                    <a:pt x="1025657" y="2950660"/>
                  </a:lnTo>
                  <a:close/>
                </a:path>
                <a:path w="1102359" h="3045460">
                  <a:moveTo>
                    <a:pt x="1061854" y="2967897"/>
                  </a:moveTo>
                  <a:lnTo>
                    <a:pt x="1064817" y="2976140"/>
                  </a:lnTo>
                  <a:lnTo>
                    <a:pt x="1067121" y="2978512"/>
                  </a:lnTo>
                  <a:lnTo>
                    <a:pt x="1071920" y="2980865"/>
                  </a:lnTo>
                  <a:lnTo>
                    <a:pt x="1074224" y="2982759"/>
                  </a:lnTo>
                  <a:lnTo>
                    <a:pt x="1079023" y="2982759"/>
                  </a:lnTo>
                  <a:lnTo>
                    <a:pt x="1080942" y="2980865"/>
                  </a:lnTo>
                  <a:lnTo>
                    <a:pt x="1083246" y="2976140"/>
                  </a:lnTo>
                  <a:lnTo>
                    <a:pt x="1083246" y="2973787"/>
                  </a:lnTo>
                  <a:lnTo>
                    <a:pt x="1074224" y="2973787"/>
                  </a:lnTo>
                  <a:lnTo>
                    <a:pt x="1061854" y="2967897"/>
                  </a:lnTo>
                  <a:close/>
                </a:path>
                <a:path w="1102359" h="3045460">
                  <a:moveTo>
                    <a:pt x="1097451" y="2923286"/>
                  </a:moveTo>
                  <a:lnTo>
                    <a:pt x="1080241" y="2960705"/>
                  </a:lnTo>
                  <a:lnTo>
                    <a:pt x="1083246" y="2969062"/>
                  </a:lnTo>
                  <a:lnTo>
                    <a:pt x="1083246" y="2976140"/>
                  </a:lnTo>
                  <a:lnTo>
                    <a:pt x="1080942" y="2980865"/>
                  </a:lnTo>
                  <a:lnTo>
                    <a:pt x="1079023" y="2982759"/>
                  </a:lnTo>
                  <a:lnTo>
                    <a:pt x="1099608" y="2982759"/>
                  </a:lnTo>
                  <a:lnTo>
                    <a:pt x="1097451" y="2923286"/>
                  </a:lnTo>
                  <a:close/>
                </a:path>
                <a:path w="1102359" h="3045460">
                  <a:moveTo>
                    <a:pt x="9214" y="0"/>
                  </a:moveTo>
                  <a:lnTo>
                    <a:pt x="6718" y="2295"/>
                  </a:lnTo>
                  <a:lnTo>
                    <a:pt x="1919" y="2295"/>
                  </a:lnTo>
                  <a:lnTo>
                    <a:pt x="0" y="7077"/>
                  </a:lnTo>
                  <a:lnTo>
                    <a:pt x="0" y="13773"/>
                  </a:lnTo>
                  <a:lnTo>
                    <a:pt x="1061854" y="2967897"/>
                  </a:lnTo>
                  <a:lnTo>
                    <a:pt x="1074224" y="2973787"/>
                  </a:lnTo>
                  <a:lnTo>
                    <a:pt x="1080241" y="2960705"/>
                  </a:lnTo>
                  <a:lnTo>
                    <a:pt x="18236" y="7077"/>
                  </a:lnTo>
                  <a:lnTo>
                    <a:pt x="16316" y="4782"/>
                  </a:lnTo>
                  <a:lnTo>
                    <a:pt x="13821" y="2295"/>
                  </a:lnTo>
                  <a:lnTo>
                    <a:pt x="9214" y="0"/>
                  </a:lnTo>
                  <a:close/>
                </a:path>
                <a:path w="1102359" h="3045460">
                  <a:moveTo>
                    <a:pt x="1080241" y="2960705"/>
                  </a:moveTo>
                  <a:lnTo>
                    <a:pt x="1074224" y="2973787"/>
                  </a:lnTo>
                  <a:lnTo>
                    <a:pt x="1083246" y="2973787"/>
                  </a:lnTo>
                  <a:lnTo>
                    <a:pt x="1083246" y="2969062"/>
                  </a:lnTo>
                  <a:lnTo>
                    <a:pt x="1080241" y="2960705"/>
                  </a:lnTo>
                  <a:close/>
                </a:path>
              </a:pathLst>
            </a:custGeom>
            <a:solidFill>
              <a:srgbClr val="FF0000"/>
            </a:solidFill>
          </p:spPr>
          <p:txBody>
            <a:bodyPr wrap="square" lIns="0" tIns="0" rIns="0" bIns="0" rtlCol="0"/>
            <a:lstStyle/>
            <a:p/>
          </p:txBody>
        </p:sp>
        <p:sp>
          <p:nvSpPr>
            <p:cNvPr id="146" name="object 146" descr=""/>
            <p:cNvSpPr/>
            <p:nvPr/>
          </p:nvSpPr>
          <p:spPr>
            <a:xfrm>
              <a:off x="8090075" y="1917695"/>
              <a:ext cx="1102360" cy="3045460"/>
            </a:xfrm>
            <a:custGeom>
              <a:avLst/>
              <a:gdLst/>
              <a:ahLst/>
              <a:cxnLst/>
              <a:rect l="l" t="t" r="r" b="b"/>
              <a:pathLst>
                <a:path w="1102359" h="3045460">
                  <a:moveTo>
                    <a:pt x="18236" y="7077"/>
                  </a:moveTo>
                  <a:lnTo>
                    <a:pt x="1083246" y="2969062"/>
                  </a:lnTo>
                  <a:lnTo>
                    <a:pt x="1083246" y="2973787"/>
                  </a:lnTo>
                  <a:lnTo>
                    <a:pt x="1083246" y="2976140"/>
                  </a:lnTo>
                  <a:lnTo>
                    <a:pt x="1080942" y="2980865"/>
                  </a:lnTo>
                  <a:lnTo>
                    <a:pt x="1079023" y="2982759"/>
                  </a:lnTo>
                  <a:lnTo>
                    <a:pt x="1074224" y="2982759"/>
                  </a:lnTo>
                  <a:lnTo>
                    <a:pt x="1071920" y="2980865"/>
                  </a:lnTo>
                  <a:lnTo>
                    <a:pt x="1067121" y="2978512"/>
                  </a:lnTo>
                  <a:lnTo>
                    <a:pt x="1064817" y="2976140"/>
                  </a:lnTo>
                  <a:lnTo>
                    <a:pt x="0" y="13773"/>
                  </a:lnTo>
                  <a:lnTo>
                    <a:pt x="0" y="9373"/>
                  </a:lnTo>
                  <a:lnTo>
                    <a:pt x="0" y="7077"/>
                  </a:lnTo>
                  <a:lnTo>
                    <a:pt x="1919" y="2295"/>
                  </a:lnTo>
                  <a:lnTo>
                    <a:pt x="6718" y="2295"/>
                  </a:lnTo>
                  <a:lnTo>
                    <a:pt x="9214" y="0"/>
                  </a:lnTo>
                  <a:lnTo>
                    <a:pt x="13821" y="2295"/>
                  </a:lnTo>
                  <a:lnTo>
                    <a:pt x="16316" y="4782"/>
                  </a:lnTo>
                  <a:lnTo>
                    <a:pt x="18236" y="7077"/>
                  </a:lnTo>
                  <a:close/>
                </a:path>
                <a:path w="1102359" h="3045460">
                  <a:moveTo>
                    <a:pt x="1074224" y="2973787"/>
                  </a:moveTo>
                  <a:lnTo>
                    <a:pt x="1097451" y="2923286"/>
                  </a:lnTo>
                  <a:lnTo>
                    <a:pt x="1101866" y="3045044"/>
                  </a:lnTo>
                  <a:lnTo>
                    <a:pt x="1025657" y="2950660"/>
                  </a:lnTo>
                  <a:lnTo>
                    <a:pt x="1074224" y="2973787"/>
                  </a:lnTo>
                  <a:close/>
                </a:path>
              </a:pathLst>
            </a:custGeom>
            <a:ln w="3175">
              <a:solidFill>
                <a:srgbClr val="FF0000"/>
              </a:solidFill>
            </a:ln>
          </p:spPr>
          <p:txBody>
            <a:bodyPr wrap="square" lIns="0" tIns="0" rIns="0" bIns="0" rtlCol="0"/>
            <a:lstStyle/>
            <a:p/>
          </p:txBody>
        </p:sp>
      </p:grpSp>
      <p:sp>
        <p:nvSpPr>
          <p:cNvPr id="147" name="object 147" descr=""/>
          <p:cNvSpPr txBox="1"/>
          <p:nvPr/>
        </p:nvSpPr>
        <p:spPr>
          <a:xfrm>
            <a:off x="8479281" y="1042903"/>
            <a:ext cx="1691639" cy="1047115"/>
          </a:xfrm>
          <a:prstGeom prst="rect">
            <a:avLst/>
          </a:prstGeom>
        </p:spPr>
        <p:txBody>
          <a:bodyPr wrap="square" lIns="0" tIns="96520" rIns="0" bIns="0" rtlCol="0" vert="horz">
            <a:spAutoFit/>
          </a:bodyPr>
          <a:lstStyle/>
          <a:p>
            <a:pPr algn="ctr" marR="462915">
              <a:lnSpc>
                <a:spcPct val="100000"/>
              </a:lnSpc>
              <a:spcBef>
                <a:spcPts val="760"/>
              </a:spcBef>
            </a:pPr>
            <a:r>
              <a:rPr dirty="0" sz="1350" spc="-50">
                <a:latin typeface="Times New Roman"/>
                <a:cs typeface="Times New Roman"/>
              </a:rPr>
              <a:t>6</a:t>
            </a:r>
            <a:endParaRPr sz="1350">
              <a:latin typeface="Times New Roman"/>
              <a:cs typeface="Times New Roman"/>
            </a:endParaRPr>
          </a:p>
          <a:p>
            <a:pPr marL="12700" marR="5080">
              <a:lnSpc>
                <a:spcPct val="100000"/>
              </a:lnSpc>
              <a:spcBef>
                <a:spcPts val="960"/>
              </a:spcBef>
            </a:pPr>
            <a:r>
              <a:rPr dirty="0" sz="2000" spc="-10" b="1">
                <a:solidFill>
                  <a:srgbClr val="FF09FF"/>
                </a:solidFill>
                <a:latin typeface="宋体"/>
                <a:cs typeface="宋体"/>
              </a:rPr>
              <a:t>第5</a:t>
            </a:r>
            <a:r>
              <a:rPr dirty="0" sz="2000" spc="-20" b="1">
                <a:solidFill>
                  <a:srgbClr val="FF09FF"/>
                </a:solidFill>
                <a:latin typeface="宋体"/>
                <a:cs typeface="宋体"/>
              </a:rPr>
              <a:t>周期真正实</a:t>
            </a:r>
            <a:r>
              <a:rPr dirty="0" sz="2000" spc="-10" b="1">
                <a:solidFill>
                  <a:srgbClr val="FF09FF"/>
                </a:solidFill>
                <a:latin typeface="宋体"/>
                <a:cs typeface="宋体"/>
              </a:rPr>
              <a:t>现R1</a:t>
            </a:r>
            <a:r>
              <a:rPr dirty="0" sz="2000" spc="-20" b="1">
                <a:solidFill>
                  <a:srgbClr val="FF09FF"/>
                </a:solidFill>
                <a:latin typeface="宋体"/>
                <a:cs typeface="宋体"/>
              </a:rPr>
              <a:t>的写操作</a:t>
            </a:r>
            <a:endParaRPr sz="2000">
              <a:latin typeface="宋体"/>
              <a:cs typeface="宋体"/>
            </a:endParaRPr>
          </a:p>
        </p:txBody>
      </p:sp>
      <p:sp>
        <p:nvSpPr>
          <p:cNvPr id="148" name="object 148" descr=""/>
          <p:cNvSpPr txBox="1"/>
          <p:nvPr/>
        </p:nvSpPr>
        <p:spPr>
          <a:xfrm>
            <a:off x="1998220" y="5001747"/>
            <a:ext cx="1441450" cy="233679"/>
          </a:xfrm>
          <a:prstGeom prst="rect">
            <a:avLst/>
          </a:prstGeom>
        </p:spPr>
        <p:txBody>
          <a:bodyPr wrap="square" lIns="0" tIns="14604" rIns="0" bIns="0" rtlCol="0" vert="horz">
            <a:spAutoFit/>
          </a:bodyPr>
          <a:lstStyle/>
          <a:p>
            <a:pPr marL="12700">
              <a:lnSpc>
                <a:spcPct val="100000"/>
              </a:lnSpc>
              <a:spcBef>
                <a:spcPts val="114"/>
              </a:spcBef>
            </a:pPr>
            <a:r>
              <a:rPr dirty="0" sz="1350">
                <a:latin typeface="Times New Roman"/>
                <a:cs typeface="Times New Roman"/>
              </a:rPr>
              <a:t>OR</a:t>
            </a:r>
            <a:r>
              <a:rPr dirty="0" sz="1350" spc="5">
                <a:latin typeface="Times New Roman"/>
                <a:cs typeface="Times New Roman"/>
              </a:rPr>
              <a:t> </a:t>
            </a:r>
            <a:r>
              <a:rPr dirty="0" sz="1350" spc="-10">
                <a:latin typeface="Times New Roman"/>
                <a:cs typeface="Times New Roman"/>
              </a:rPr>
              <a:t>R10</a:t>
            </a:r>
            <a:r>
              <a:rPr dirty="0" sz="1350" spc="-10">
                <a:latin typeface="宋体"/>
                <a:cs typeface="宋体"/>
              </a:rPr>
              <a:t>，</a:t>
            </a:r>
            <a:r>
              <a:rPr dirty="0" sz="1350" spc="-10" b="1">
                <a:solidFill>
                  <a:srgbClr val="0000FF"/>
                </a:solidFill>
                <a:latin typeface="Times New Roman"/>
                <a:cs typeface="Times New Roman"/>
              </a:rPr>
              <a:t>R1</a:t>
            </a:r>
            <a:r>
              <a:rPr dirty="0" sz="1350" spc="-10">
                <a:latin typeface="宋体"/>
                <a:cs typeface="宋体"/>
              </a:rPr>
              <a:t>，</a:t>
            </a:r>
            <a:r>
              <a:rPr dirty="0" sz="1350" spc="-10">
                <a:latin typeface="Times New Roman"/>
                <a:cs typeface="Times New Roman"/>
              </a:rPr>
              <a:t>R11</a:t>
            </a:r>
            <a:endParaRPr sz="1350">
              <a:latin typeface="Times New Roman"/>
              <a:cs typeface="Times New Roman"/>
            </a:endParaRPr>
          </a:p>
        </p:txBody>
      </p:sp>
      <p:sp>
        <p:nvSpPr>
          <p:cNvPr id="149" name="object 149" descr=""/>
          <p:cNvSpPr txBox="1"/>
          <p:nvPr/>
        </p:nvSpPr>
        <p:spPr>
          <a:xfrm>
            <a:off x="4014596" y="5876035"/>
            <a:ext cx="6459220"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FF09FF"/>
                </a:solidFill>
                <a:latin typeface="宋体"/>
                <a:cs typeface="宋体"/>
              </a:rPr>
              <a:t>流水线的数据冲突举例(</a:t>
            </a:r>
            <a:r>
              <a:rPr dirty="0" sz="2400" spc="-25" b="1">
                <a:solidFill>
                  <a:srgbClr val="FF0000"/>
                </a:solidFill>
                <a:latin typeface="宋体"/>
                <a:cs typeface="宋体"/>
              </a:rPr>
              <a:t>虚线冲突，实线不冲突</a:t>
            </a:r>
            <a:r>
              <a:rPr dirty="0" sz="2400" spc="-50" b="1">
                <a:solidFill>
                  <a:srgbClr val="FF09FF"/>
                </a:solidFill>
                <a:latin typeface="宋体"/>
                <a:cs typeface="宋体"/>
              </a:rPr>
              <a:t>)</a:t>
            </a:r>
            <a:endParaRPr sz="2400">
              <a:latin typeface="宋体"/>
              <a:cs typeface="宋体"/>
            </a:endParaRPr>
          </a:p>
        </p:txBody>
      </p:sp>
      <p:sp>
        <p:nvSpPr>
          <p:cNvPr id="150" name="object 150" descr=""/>
          <p:cNvSpPr txBox="1"/>
          <p:nvPr/>
        </p:nvSpPr>
        <p:spPr>
          <a:xfrm>
            <a:off x="270763" y="5559653"/>
            <a:ext cx="3073400" cy="748665"/>
          </a:xfrm>
          <a:prstGeom prst="rect">
            <a:avLst/>
          </a:prstGeom>
        </p:spPr>
        <p:txBody>
          <a:bodyPr wrap="square" lIns="0" tIns="12700" rIns="0" bIns="0" rtlCol="0" vert="horz">
            <a:spAutoFit/>
          </a:bodyPr>
          <a:lstStyle/>
          <a:p>
            <a:pPr marL="12700">
              <a:lnSpc>
                <a:spcPts val="2845"/>
              </a:lnSpc>
              <a:spcBef>
                <a:spcPts val="100"/>
              </a:spcBef>
            </a:pPr>
            <a:r>
              <a:rPr dirty="0" sz="2400" spc="-15">
                <a:solidFill>
                  <a:srgbClr val="40458B"/>
                </a:solidFill>
                <a:latin typeface="黑体"/>
                <a:cs typeface="黑体"/>
              </a:rPr>
              <a:t>第一条指令分别和其他</a:t>
            </a:r>
            <a:endParaRPr sz="2400">
              <a:latin typeface="黑体"/>
              <a:cs typeface="黑体"/>
            </a:endParaRPr>
          </a:p>
          <a:p>
            <a:pPr marL="12700">
              <a:lnSpc>
                <a:spcPts val="2845"/>
              </a:lnSpc>
            </a:pPr>
            <a:r>
              <a:rPr dirty="0" sz="2400" spc="-10">
                <a:solidFill>
                  <a:srgbClr val="40458B"/>
                </a:solidFill>
                <a:latin typeface="黑体"/>
                <a:cs typeface="黑体"/>
              </a:rPr>
              <a:t>三条指令分析相关</a:t>
            </a:r>
            <a:endParaRPr sz="2400">
              <a:latin typeface="黑体"/>
              <a:cs typeface="黑体"/>
            </a:endParaRPr>
          </a:p>
        </p:txBody>
      </p:sp>
      <p:sp>
        <p:nvSpPr>
          <p:cNvPr id="151" name="object 151" descr=""/>
          <p:cNvSpPr txBox="1"/>
          <p:nvPr/>
        </p:nvSpPr>
        <p:spPr>
          <a:xfrm>
            <a:off x="65938" y="2814650"/>
            <a:ext cx="155130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写后读冲突</a:t>
            </a:r>
            <a:endParaRPr sz="2400">
              <a:latin typeface="黑体"/>
              <a:cs typeface="黑体"/>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79628" y="1112900"/>
            <a:ext cx="12110085" cy="3004185"/>
          </a:xfrm>
          <a:prstGeom prst="rect">
            <a:avLst/>
          </a:prstGeom>
        </p:spPr>
        <p:txBody>
          <a:bodyPr wrap="square" lIns="0" tIns="12065" rIns="0" bIns="0" rtlCol="0" vert="horz">
            <a:spAutoFit/>
          </a:bodyPr>
          <a:lstStyle/>
          <a:p>
            <a:pPr marL="175260">
              <a:lnSpc>
                <a:spcPct val="100000"/>
              </a:lnSpc>
              <a:spcBef>
                <a:spcPts val="95"/>
              </a:spcBef>
            </a:pPr>
            <a:r>
              <a:rPr dirty="0" sz="2800" spc="-10">
                <a:solidFill>
                  <a:srgbClr val="FF0000"/>
                </a:solidFill>
                <a:latin typeface="Tahoma"/>
                <a:cs typeface="Tahoma"/>
              </a:rPr>
              <a:t>2</a:t>
            </a:r>
            <a:r>
              <a:rPr dirty="0" sz="2800" spc="-30">
                <a:solidFill>
                  <a:srgbClr val="FF0000"/>
                </a:solidFill>
                <a:latin typeface="黑体"/>
                <a:cs typeface="黑体"/>
              </a:rPr>
              <a:t>、数据冲突</a:t>
            </a:r>
            <a:endParaRPr sz="2800">
              <a:latin typeface="黑体"/>
              <a:cs typeface="黑体"/>
            </a:endParaRPr>
          </a:p>
          <a:p>
            <a:pPr marL="469265" indent="-456565">
              <a:lnSpc>
                <a:spcPct val="100000"/>
              </a:lnSpc>
              <a:spcBef>
                <a:spcPts val="1810"/>
              </a:spcBef>
              <a:buSzPct val="89583"/>
              <a:buFont typeface="Wingdings"/>
              <a:buChar char=""/>
              <a:tabLst>
                <a:tab pos="469265" algn="l"/>
              </a:tabLst>
            </a:pPr>
            <a:r>
              <a:rPr dirty="0" sz="2400" spc="-10">
                <a:solidFill>
                  <a:srgbClr val="40458B"/>
                </a:solidFill>
                <a:latin typeface="黑体"/>
                <a:cs typeface="黑体"/>
              </a:rPr>
              <a:t>根据指令读访问和写访问的顺序，可以将数据冲突分为</a:t>
            </a:r>
            <a:r>
              <a:rPr dirty="0" sz="2400" spc="-10">
                <a:solidFill>
                  <a:srgbClr val="D50092"/>
                </a:solidFill>
                <a:latin typeface="黑体"/>
                <a:cs typeface="黑体"/>
              </a:rPr>
              <a:t>3</a:t>
            </a:r>
            <a:r>
              <a:rPr dirty="0" sz="2400" spc="-20">
                <a:solidFill>
                  <a:srgbClr val="D50092"/>
                </a:solidFill>
                <a:latin typeface="黑体"/>
                <a:cs typeface="黑体"/>
              </a:rPr>
              <a:t>种类型。</a:t>
            </a:r>
            <a:endParaRPr sz="2400">
              <a:latin typeface="黑体"/>
              <a:cs typeface="黑体"/>
            </a:endParaRPr>
          </a:p>
          <a:p>
            <a:pPr>
              <a:lnSpc>
                <a:spcPct val="100000"/>
              </a:lnSpc>
              <a:buClr>
                <a:srgbClr val="40458B"/>
              </a:buClr>
              <a:buFont typeface="Wingdings"/>
              <a:buChar char=""/>
            </a:pPr>
            <a:endParaRPr sz="2400">
              <a:latin typeface="黑体"/>
              <a:cs typeface="黑体"/>
            </a:endParaRPr>
          </a:p>
          <a:p>
            <a:pPr>
              <a:lnSpc>
                <a:spcPct val="100000"/>
              </a:lnSpc>
              <a:spcBef>
                <a:spcPts val="670"/>
              </a:spcBef>
              <a:buClr>
                <a:srgbClr val="40458B"/>
              </a:buClr>
              <a:buFont typeface="Wingdings"/>
              <a:buChar char=""/>
            </a:pPr>
            <a:endParaRPr sz="2400">
              <a:latin typeface="黑体"/>
              <a:cs typeface="黑体"/>
            </a:endParaRPr>
          </a:p>
          <a:p>
            <a:pPr marL="607060">
              <a:lnSpc>
                <a:spcPct val="100000"/>
              </a:lnSpc>
              <a:spcBef>
                <a:spcPts val="5"/>
              </a:spcBef>
            </a:pPr>
            <a:r>
              <a:rPr dirty="0" sz="2400" spc="-25" b="1">
                <a:solidFill>
                  <a:srgbClr val="00AFEF"/>
                </a:solidFill>
                <a:latin typeface="黑体"/>
                <a:cs typeface="黑体"/>
              </a:rPr>
              <a:t>考虑两条指令</a:t>
            </a:r>
            <a:r>
              <a:rPr dirty="0" sz="2400" spc="-10" b="1">
                <a:solidFill>
                  <a:srgbClr val="9933FF"/>
                </a:solidFill>
                <a:latin typeface="宋体"/>
                <a:cs typeface="宋体"/>
              </a:rPr>
              <a:t>i</a:t>
            </a:r>
            <a:r>
              <a:rPr dirty="0" sz="2400" spc="-25" b="1">
                <a:solidFill>
                  <a:srgbClr val="00AFEF"/>
                </a:solidFill>
                <a:latin typeface="黑体"/>
                <a:cs typeface="黑体"/>
              </a:rPr>
              <a:t>和</a:t>
            </a:r>
            <a:r>
              <a:rPr dirty="0" sz="2400" b="1">
                <a:solidFill>
                  <a:srgbClr val="9933FF"/>
                </a:solidFill>
                <a:latin typeface="宋体"/>
                <a:cs typeface="宋体"/>
              </a:rPr>
              <a:t>j</a:t>
            </a:r>
            <a:r>
              <a:rPr dirty="0" sz="2400" spc="225" b="1">
                <a:solidFill>
                  <a:srgbClr val="9933FF"/>
                </a:solidFill>
                <a:latin typeface="宋体"/>
                <a:cs typeface="宋体"/>
              </a:rPr>
              <a:t> </a:t>
            </a:r>
            <a:r>
              <a:rPr dirty="0" sz="2400" spc="-25" b="1">
                <a:solidFill>
                  <a:srgbClr val="00AFEF"/>
                </a:solidFill>
                <a:latin typeface="黑体"/>
                <a:cs typeface="黑体"/>
              </a:rPr>
              <a:t>，且</a:t>
            </a:r>
            <a:r>
              <a:rPr dirty="0" sz="2400" spc="-10" b="1">
                <a:solidFill>
                  <a:srgbClr val="9933FF"/>
                </a:solidFill>
                <a:latin typeface="宋体"/>
                <a:cs typeface="宋体"/>
              </a:rPr>
              <a:t>i</a:t>
            </a:r>
            <a:r>
              <a:rPr dirty="0" sz="2400" spc="-25" b="1">
                <a:solidFill>
                  <a:srgbClr val="00AFEF"/>
                </a:solidFill>
                <a:latin typeface="黑体"/>
                <a:cs typeface="黑体"/>
              </a:rPr>
              <a:t>在</a:t>
            </a:r>
            <a:r>
              <a:rPr dirty="0" sz="2400" spc="-10" b="1">
                <a:solidFill>
                  <a:srgbClr val="9933FF"/>
                </a:solidFill>
                <a:latin typeface="宋体"/>
                <a:cs typeface="宋体"/>
              </a:rPr>
              <a:t>j</a:t>
            </a:r>
            <a:r>
              <a:rPr dirty="0" sz="2400" spc="-30" b="1">
                <a:solidFill>
                  <a:srgbClr val="00AFEF"/>
                </a:solidFill>
                <a:latin typeface="黑体"/>
                <a:cs typeface="黑体"/>
              </a:rPr>
              <a:t>之前进入流水线，可能发生的数据冲突有三种基本情况：</a:t>
            </a:r>
            <a:endParaRPr sz="2400">
              <a:latin typeface="黑体"/>
              <a:cs typeface="黑体"/>
            </a:endParaRPr>
          </a:p>
          <a:p>
            <a:pPr lvl="1" marL="894080" indent="-287020">
              <a:lnSpc>
                <a:spcPct val="100000"/>
              </a:lnSpc>
              <a:spcBef>
                <a:spcPts val="2255"/>
              </a:spcBef>
              <a:buClr>
                <a:srgbClr val="4668F5"/>
              </a:buClr>
              <a:buSzPct val="58928"/>
              <a:buFont typeface="Wingdings"/>
              <a:buChar char=""/>
              <a:tabLst>
                <a:tab pos="894080" algn="l"/>
              </a:tabLst>
            </a:pPr>
            <a:r>
              <a:rPr dirty="0" sz="2800" spc="-10" b="1">
                <a:solidFill>
                  <a:srgbClr val="FF0000"/>
                </a:solidFill>
                <a:latin typeface="黑体"/>
                <a:cs typeface="黑体"/>
              </a:rPr>
              <a:t>写后读冲突</a:t>
            </a:r>
            <a:r>
              <a:rPr dirty="0" sz="2800" spc="-20" b="1">
                <a:solidFill>
                  <a:srgbClr val="FF0000"/>
                </a:solidFill>
                <a:latin typeface="黑体"/>
                <a:cs typeface="黑体"/>
              </a:rPr>
              <a:t>（</a:t>
            </a:r>
            <a:r>
              <a:rPr dirty="0" sz="2800" spc="-20" b="1">
                <a:solidFill>
                  <a:srgbClr val="FF0000"/>
                </a:solidFill>
                <a:latin typeface="宋体"/>
                <a:cs typeface="宋体"/>
              </a:rPr>
              <a:t>RAW</a:t>
            </a:r>
            <a:r>
              <a:rPr dirty="0" sz="2800" spc="-20" b="1">
                <a:solidFill>
                  <a:srgbClr val="FF0000"/>
                </a:solidFill>
                <a:latin typeface="黑体"/>
                <a:cs typeface="黑体"/>
              </a:rPr>
              <a:t>）（</a:t>
            </a:r>
            <a:r>
              <a:rPr dirty="0" sz="2800" spc="-20" b="1">
                <a:solidFill>
                  <a:srgbClr val="FF0000"/>
                </a:solidFill>
                <a:latin typeface="宋体"/>
                <a:cs typeface="宋体"/>
              </a:rPr>
              <a:t>i</a:t>
            </a:r>
            <a:r>
              <a:rPr dirty="0" sz="2800" spc="-20" b="1">
                <a:solidFill>
                  <a:srgbClr val="FF0000"/>
                </a:solidFill>
                <a:latin typeface="黑体"/>
                <a:cs typeface="黑体"/>
              </a:rPr>
              <a:t>写、</a:t>
            </a:r>
            <a:r>
              <a:rPr dirty="0" sz="2800" spc="-30" b="1">
                <a:solidFill>
                  <a:srgbClr val="FF0000"/>
                </a:solidFill>
                <a:latin typeface="宋体"/>
                <a:cs typeface="宋体"/>
              </a:rPr>
              <a:t>j</a:t>
            </a:r>
            <a:r>
              <a:rPr dirty="0" sz="2800" spc="-10" b="1">
                <a:solidFill>
                  <a:srgbClr val="FF0000"/>
                </a:solidFill>
                <a:latin typeface="黑体"/>
                <a:cs typeface="黑体"/>
              </a:rPr>
              <a:t>读</a:t>
            </a:r>
            <a:r>
              <a:rPr dirty="0" sz="2800" spc="-50" b="1">
                <a:solidFill>
                  <a:srgbClr val="FF0000"/>
                </a:solidFill>
                <a:latin typeface="黑体"/>
                <a:cs typeface="黑体"/>
              </a:rPr>
              <a:t>）</a:t>
            </a:r>
            <a:endParaRPr sz="2800">
              <a:latin typeface="黑体"/>
              <a:cs typeface="黑体"/>
            </a:endParaRPr>
          </a:p>
        </p:txBody>
      </p:sp>
      <p:sp>
        <p:nvSpPr>
          <p:cNvPr id="10" name="object 10" descr=""/>
          <p:cNvSpPr txBox="1"/>
          <p:nvPr/>
        </p:nvSpPr>
        <p:spPr>
          <a:xfrm>
            <a:off x="773988" y="4390466"/>
            <a:ext cx="5503545" cy="452120"/>
          </a:xfrm>
          <a:prstGeom prst="rect">
            <a:avLst/>
          </a:prstGeom>
        </p:spPr>
        <p:txBody>
          <a:bodyPr wrap="square" lIns="0" tIns="12065" rIns="0" bIns="0" rtlCol="0" vert="horz">
            <a:spAutoFit/>
          </a:bodyPr>
          <a:lstStyle/>
          <a:p>
            <a:pPr marL="300355" indent="-287655">
              <a:lnSpc>
                <a:spcPct val="100000"/>
              </a:lnSpc>
              <a:spcBef>
                <a:spcPts val="95"/>
              </a:spcBef>
              <a:buClr>
                <a:srgbClr val="4668F5"/>
              </a:buClr>
              <a:buSzPct val="58928"/>
              <a:buFont typeface="Wingdings"/>
              <a:buChar char=""/>
              <a:tabLst>
                <a:tab pos="300355" algn="l"/>
              </a:tabLst>
            </a:pPr>
            <a:r>
              <a:rPr dirty="0" sz="2800" spc="-10" b="1">
                <a:solidFill>
                  <a:srgbClr val="FF0000"/>
                </a:solidFill>
                <a:latin typeface="黑体"/>
                <a:cs typeface="黑体"/>
              </a:rPr>
              <a:t>读后写冲突（</a:t>
            </a:r>
            <a:r>
              <a:rPr dirty="0" sz="2800" spc="-10" b="1">
                <a:solidFill>
                  <a:srgbClr val="FF0000"/>
                </a:solidFill>
                <a:latin typeface="宋体"/>
                <a:cs typeface="宋体"/>
              </a:rPr>
              <a:t>WAR</a:t>
            </a:r>
            <a:r>
              <a:rPr dirty="0" sz="2800" spc="-10" b="1">
                <a:solidFill>
                  <a:srgbClr val="FF0000"/>
                </a:solidFill>
                <a:latin typeface="黑体"/>
                <a:cs typeface="黑体"/>
              </a:rPr>
              <a:t>）（</a:t>
            </a:r>
            <a:r>
              <a:rPr dirty="0" sz="2800" spc="-10" b="1">
                <a:solidFill>
                  <a:srgbClr val="FF0000"/>
                </a:solidFill>
                <a:latin typeface="宋体"/>
                <a:cs typeface="宋体"/>
              </a:rPr>
              <a:t>i</a:t>
            </a:r>
            <a:r>
              <a:rPr dirty="0" sz="2800" spc="-20" b="1">
                <a:solidFill>
                  <a:srgbClr val="FF0000"/>
                </a:solidFill>
                <a:latin typeface="黑体"/>
                <a:cs typeface="黑体"/>
              </a:rPr>
              <a:t>读、</a:t>
            </a:r>
            <a:r>
              <a:rPr dirty="0" sz="2800" spc="-20" b="1">
                <a:solidFill>
                  <a:srgbClr val="FF0000"/>
                </a:solidFill>
                <a:latin typeface="宋体"/>
                <a:cs typeface="宋体"/>
              </a:rPr>
              <a:t>j</a:t>
            </a:r>
            <a:r>
              <a:rPr dirty="0" sz="2800" spc="-10" b="1">
                <a:solidFill>
                  <a:srgbClr val="FF0000"/>
                </a:solidFill>
                <a:latin typeface="黑体"/>
                <a:cs typeface="黑体"/>
              </a:rPr>
              <a:t>写</a:t>
            </a:r>
            <a:r>
              <a:rPr dirty="0" sz="2800" spc="-50" b="1">
                <a:solidFill>
                  <a:srgbClr val="FF0000"/>
                </a:solidFill>
                <a:latin typeface="黑体"/>
                <a:cs typeface="黑体"/>
              </a:rPr>
              <a:t>）</a:t>
            </a:r>
            <a:endParaRPr sz="2800">
              <a:latin typeface="黑体"/>
              <a:cs typeface="黑体"/>
            </a:endParaRPr>
          </a:p>
        </p:txBody>
      </p:sp>
      <p:sp>
        <p:nvSpPr>
          <p:cNvPr id="11" name="object 11" descr=""/>
          <p:cNvSpPr txBox="1"/>
          <p:nvPr/>
        </p:nvSpPr>
        <p:spPr>
          <a:xfrm>
            <a:off x="7143750" y="4390466"/>
            <a:ext cx="3952875" cy="452120"/>
          </a:xfrm>
          <a:prstGeom prst="rect">
            <a:avLst/>
          </a:prstGeom>
        </p:spPr>
        <p:txBody>
          <a:bodyPr wrap="square" lIns="0" tIns="12065" rIns="0" bIns="0" rtlCol="0" vert="horz">
            <a:spAutoFit/>
          </a:bodyPr>
          <a:lstStyle/>
          <a:p>
            <a:pPr marL="12700">
              <a:lnSpc>
                <a:spcPct val="100000"/>
              </a:lnSpc>
              <a:spcBef>
                <a:spcPts val="95"/>
              </a:spcBef>
            </a:pPr>
            <a:r>
              <a:rPr dirty="0" sz="2800" spc="-20" b="1">
                <a:solidFill>
                  <a:srgbClr val="006FC0"/>
                </a:solidFill>
                <a:latin typeface="黑体"/>
                <a:cs typeface="黑体"/>
              </a:rPr>
              <a:t>（</a:t>
            </a:r>
            <a:r>
              <a:rPr dirty="0" sz="2800" spc="-30" b="1">
                <a:solidFill>
                  <a:srgbClr val="006FC0"/>
                </a:solidFill>
                <a:latin typeface="黑体"/>
                <a:cs typeface="黑体"/>
              </a:rPr>
              <a:t>乱序情况下可能发生</a:t>
            </a:r>
            <a:r>
              <a:rPr dirty="0" sz="2800" spc="-50" b="1">
                <a:solidFill>
                  <a:srgbClr val="006FC0"/>
                </a:solidFill>
                <a:latin typeface="黑体"/>
                <a:cs typeface="黑体"/>
              </a:rPr>
              <a:t>）</a:t>
            </a:r>
            <a:endParaRPr sz="2800">
              <a:latin typeface="黑体"/>
              <a:cs typeface="黑体"/>
            </a:endParaRPr>
          </a:p>
        </p:txBody>
      </p:sp>
      <p:sp>
        <p:nvSpPr>
          <p:cNvPr id="12" name="object 12" descr=""/>
          <p:cNvSpPr txBox="1"/>
          <p:nvPr/>
        </p:nvSpPr>
        <p:spPr>
          <a:xfrm>
            <a:off x="773988" y="5116448"/>
            <a:ext cx="5503545" cy="452120"/>
          </a:xfrm>
          <a:prstGeom prst="rect">
            <a:avLst/>
          </a:prstGeom>
        </p:spPr>
        <p:txBody>
          <a:bodyPr wrap="square" lIns="0" tIns="12065" rIns="0" bIns="0" rtlCol="0" vert="horz">
            <a:spAutoFit/>
          </a:bodyPr>
          <a:lstStyle/>
          <a:p>
            <a:pPr marL="299720" indent="-287020">
              <a:lnSpc>
                <a:spcPct val="100000"/>
              </a:lnSpc>
              <a:spcBef>
                <a:spcPts val="95"/>
              </a:spcBef>
              <a:buClr>
                <a:srgbClr val="4668F5"/>
              </a:buClr>
              <a:buSzPct val="58928"/>
              <a:buFont typeface="Wingdings"/>
              <a:buChar char=""/>
              <a:tabLst>
                <a:tab pos="299720" algn="l"/>
              </a:tabLst>
            </a:pPr>
            <a:r>
              <a:rPr dirty="0" sz="2800" spc="-10" b="1">
                <a:solidFill>
                  <a:srgbClr val="FF0000"/>
                </a:solidFill>
                <a:latin typeface="黑体"/>
                <a:cs typeface="黑体"/>
              </a:rPr>
              <a:t>写后写冲突</a:t>
            </a:r>
            <a:r>
              <a:rPr dirty="0" sz="2800" spc="-20" b="1">
                <a:solidFill>
                  <a:srgbClr val="FF0000"/>
                </a:solidFill>
                <a:latin typeface="黑体"/>
                <a:cs typeface="黑体"/>
              </a:rPr>
              <a:t>（</a:t>
            </a:r>
            <a:r>
              <a:rPr dirty="0" sz="2800" spc="-20" b="1">
                <a:solidFill>
                  <a:srgbClr val="FF0000"/>
                </a:solidFill>
                <a:latin typeface="宋体"/>
                <a:cs typeface="宋体"/>
              </a:rPr>
              <a:t>WAW</a:t>
            </a:r>
            <a:r>
              <a:rPr dirty="0" sz="2800" spc="-20" b="1">
                <a:solidFill>
                  <a:srgbClr val="FF0000"/>
                </a:solidFill>
                <a:latin typeface="黑体"/>
                <a:cs typeface="黑体"/>
              </a:rPr>
              <a:t>）（</a:t>
            </a:r>
            <a:r>
              <a:rPr dirty="0" sz="2800" spc="-20" b="1">
                <a:solidFill>
                  <a:srgbClr val="FF0000"/>
                </a:solidFill>
                <a:latin typeface="宋体"/>
                <a:cs typeface="宋体"/>
              </a:rPr>
              <a:t>i</a:t>
            </a:r>
            <a:r>
              <a:rPr dirty="0" sz="2800" spc="-20" b="1">
                <a:solidFill>
                  <a:srgbClr val="FF0000"/>
                </a:solidFill>
                <a:latin typeface="黑体"/>
                <a:cs typeface="黑体"/>
              </a:rPr>
              <a:t>写、</a:t>
            </a:r>
            <a:r>
              <a:rPr dirty="0" sz="2800" spc="-30" b="1">
                <a:solidFill>
                  <a:srgbClr val="FF0000"/>
                </a:solidFill>
                <a:latin typeface="宋体"/>
                <a:cs typeface="宋体"/>
              </a:rPr>
              <a:t>j</a:t>
            </a:r>
            <a:r>
              <a:rPr dirty="0" sz="2800" spc="-10" b="1">
                <a:solidFill>
                  <a:srgbClr val="FF0000"/>
                </a:solidFill>
                <a:latin typeface="黑体"/>
                <a:cs typeface="黑体"/>
              </a:rPr>
              <a:t>写</a:t>
            </a:r>
            <a:r>
              <a:rPr dirty="0" sz="2800" spc="-50" b="1">
                <a:solidFill>
                  <a:srgbClr val="FF0000"/>
                </a:solidFill>
                <a:latin typeface="黑体"/>
                <a:cs typeface="黑体"/>
              </a:rPr>
              <a:t>）</a:t>
            </a:r>
            <a:endParaRPr sz="2800">
              <a:latin typeface="黑体"/>
              <a:cs typeface="黑体"/>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30479" y="1936495"/>
            <a:ext cx="11508740" cy="3501390"/>
          </a:xfrm>
          <a:prstGeom prst="rect">
            <a:avLst/>
          </a:prstGeom>
        </p:spPr>
        <p:txBody>
          <a:bodyPr wrap="square" lIns="0" tIns="12065" rIns="0" bIns="0" rtlCol="0" vert="horz">
            <a:spAutoFit/>
          </a:bodyPr>
          <a:lstStyle/>
          <a:p>
            <a:pPr marL="469265" indent="-456565">
              <a:lnSpc>
                <a:spcPct val="100000"/>
              </a:lnSpc>
              <a:spcBef>
                <a:spcPts val="95"/>
              </a:spcBef>
              <a:buClr>
                <a:srgbClr val="40458B"/>
              </a:buClr>
              <a:buSzPct val="89285"/>
              <a:buFont typeface="Wingdings"/>
              <a:buChar char=""/>
              <a:tabLst>
                <a:tab pos="469265" algn="l"/>
              </a:tabLst>
            </a:pPr>
            <a:r>
              <a:rPr dirty="0" sz="2800" spc="-25">
                <a:solidFill>
                  <a:srgbClr val="FF0000"/>
                </a:solidFill>
                <a:latin typeface="黑体"/>
                <a:cs typeface="黑体"/>
              </a:rPr>
              <a:t>写后读冲突（</a:t>
            </a:r>
            <a:r>
              <a:rPr dirty="0" sz="2800" spc="-25">
                <a:solidFill>
                  <a:srgbClr val="FF0000"/>
                </a:solidFill>
                <a:latin typeface="宋体"/>
                <a:cs typeface="宋体"/>
              </a:rPr>
              <a:t>RAW</a:t>
            </a:r>
            <a:r>
              <a:rPr dirty="0" sz="2800" spc="-25">
                <a:solidFill>
                  <a:srgbClr val="FF0000"/>
                </a:solidFill>
                <a:latin typeface="黑体"/>
                <a:cs typeface="黑体"/>
              </a:rPr>
              <a:t>）</a:t>
            </a:r>
            <a:r>
              <a:rPr dirty="0" sz="2800" spc="-25">
                <a:solidFill>
                  <a:srgbClr val="006FC0"/>
                </a:solidFill>
                <a:latin typeface="宋体"/>
                <a:cs typeface="宋体"/>
              </a:rPr>
              <a:t>:</a:t>
            </a:r>
            <a:r>
              <a:rPr dirty="0" sz="2800" spc="-35">
                <a:solidFill>
                  <a:srgbClr val="006FC0"/>
                </a:solidFill>
                <a:latin typeface="黑体"/>
                <a:cs typeface="黑体"/>
              </a:rPr>
              <a:t>一条读指令</a:t>
            </a:r>
            <a:r>
              <a:rPr dirty="0" sz="2800" spc="-35">
                <a:solidFill>
                  <a:srgbClr val="FF0000"/>
                </a:solidFill>
                <a:latin typeface="黑体"/>
                <a:cs typeface="黑体"/>
              </a:rPr>
              <a:t>紧跟</a:t>
            </a:r>
            <a:r>
              <a:rPr dirty="0" sz="2800" spc="-40">
                <a:solidFill>
                  <a:srgbClr val="006FC0"/>
                </a:solidFill>
                <a:latin typeface="黑体"/>
                <a:cs typeface="黑体"/>
              </a:rPr>
              <a:t>在写指令后面，结果可能产生冲突</a:t>
            </a:r>
            <a:endParaRPr sz="2800">
              <a:latin typeface="黑体"/>
              <a:cs typeface="黑体"/>
            </a:endParaRPr>
          </a:p>
          <a:p>
            <a:pPr lvl="1" marL="894715" indent="-287655">
              <a:lnSpc>
                <a:spcPct val="100000"/>
              </a:lnSpc>
              <a:spcBef>
                <a:spcPts val="2115"/>
              </a:spcBef>
              <a:buClr>
                <a:srgbClr val="4668F5"/>
              </a:buClr>
              <a:buSzPct val="60416"/>
              <a:buFont typeface="Wingdings"/>
              <a:buChar char=""/>
              <a:tabLst>
                <a:tab pos="894715" algn="l"/>
              </a:tabLst>
            </a:pPr>
            <a:r>
              <a:rPr dirty="0" sz="2400" spc="-20" b="1">
                <a:solidFill>
                  <a:srgbClr val="00AFEF"/>
                </a:solidFill>
                <a:latin typeface="宋体"/>
                <a:cs typeface="宋体"/>
              </a:rPr>
              <a:t>i</a:t>
            </a:r>
            <a:r>
              <a:rPr dirty="0" sz="2400" spc="-20" b="1">
                <a:solidFill>
                  <a:srgbClr val="00AFEF"/>
                </a:solidFill>
                <a:latin typeface="黑体"/>
                <a:cs typeface="黑体"/>
              </a:rPr>
              <a:t>在前</a:t>
            </a:r>
            <a:r>
              <a:rPr dirty="0" sz="2400" spc="-20" b="1">
                <a:solidFill>
                  <a:srgbClr val="00AFEF"/>
                </a:solidFill>
                <a:latin typeface="宋体"/>
                <a:cs typeface="宋体"/>
              </a:rPr>
              <a:t>j</a:t>
            </a:r>
            <a:r>
              <a:rPr dirty="0" sz="2400" spc="-20" b="1">
                <a:solidFill>
                  <a:srgbClr val="00AFEF"/>
                </a:solidFill>
                <a:latin typeface="黑体"/>
                <a:cs typeface="黑体"/>
              </a:rPr>
              <a:t>在后进入流水线，在 </a:t>
            </a:r>
            <a:r>
              <a:rPr dirty="0" sz="2400" b="1">
                <a:solidFill>
                  <a:srgbClr val="9933FF"/>
                </a:solidFill>
                <a:latin typeface="宋体"/>
                <a:cs typeface="宋体"/>
              </a:rPr>
              <a:t>i</a:t>
            </a:r>
            <a:r>
              <a:rPr dirty="0" sz="2400" spc="20" b="1">
                <a:solidFill>
                  <a:srgbClr val="9933FF"/>
                </a:solidFill>
                <a:latin typeface="宋体"/>
                <a:cs typeface="宋体"/>
              </a:rPr>
              <a:t> </a:t>
            </a:r>
            <a:r>
              <a:rPr dirty="0" sz="2400" spc="-20" b="1">
                <a:solidFill>
                  <a:srgbClr val="00AFEF"/>
                </a:solidFill>
                <a:latin typeface="黑体"/>
                <a:cs typeface="黑体"/>
              </a:rPr>
              <a:t>写入之前，</a:t>
            </a:r>
            <a:r>
              <a:rPr dirty="0" sz="2400" b="1">
                <a:solidFill>
                  <a:srgbClr val="9933FF"/>
                </a:solidFill>
                <a:latin typeface="宋体"/>
                <a:cs typeface="宋体"/>
              </a:rPr>
              <a:t>j</a:t>
            </a:r>
            <a:r>
              <a:rPr dirty="0" sz="2400" spc="25" b="1">
                <a:solidFill>
                  <a:srgbClr val="9933FF"/>
                </a:solidFill>
                <a:latin typeface="宋体"/>
                <a:cs typeface="宋体"/>
              </a:rPr>
              <a:t> </a:t>
            </a:r>
            <a:r>
              <a:rPr dirty="0" sz="2400" spc="-30" b="1">
                <a:solidFill>
                  <a:srgbClr val="00AFEF"/>
                </a:solidFill>
                <a:latin typeface="黑体"/>
                <a:cs typeface="黑体"/>
              </a:rPr>
              <a:t>先去读。</a:t>
            </a:r>
            <a:endParaRPr sz="2400">
              <a:latin typeface="黑体"/>
              <a:cs typeface="黑体"/>
            </a:endParaRPr>
          </a:p>
          <a:p>
            <a:pPr marL="894715">
              <a:lnSpc>
                <a:spcPct val="100000"/>
              </a:lnSpc>
              <a:spcBef>
                <a:spcPts val="1445"/>
              </a:spcBef>
            </a:pPr>
            <a:r>
              <a:rPr dirty="0" sz="2400" b="1">
                <a:solidFill>
                  <a:srgbClr val="9933FF"/>
                </a:solidFill>
                <a:latin typeface="宋体"/>
                <a:cs typeface="宋体"/>
              </a:rPr>
              <a:t>j</a:t>
            </a:r>
            <a:r>
              <a:rPr dirty="0" sz="2400" spc="100" b="1">
                <a:solidFill>
                  <a:srgbClr val="9933FF"/>
                </a:solidFill>
                <a:latin typeface="宋体"/>
                <a:cs typeface="宋体"/>
              </a:rPr>
              <a:t> </a:t>
            </a:r>
            <a:r>
              <a:rPr dirty="0" sz="2400" spc="-20" b="1">
                <a:solidFill>
                  <a:srgbClr val="00AFEF"/>
                </a:solidFill>
                <a:latin typeface="黑体"/>
                <a:cs typeface="黑体"/>
              </a:rPr>
              <a:t>读出的内容是错误的（读取的不是更新值）</a:t>
            </a:r>
            <a:r>
              <a:rPr dirty="0" sz="2400" spc="-50" b="1">
                <a:solidFill>
                  <a:srgbClr val="00AFEF"/>
                </a:solidFill>
                <a:latin typeface="黑体"/>
                <a:cs typeface="黑体"/>
              </a:rPr>
              <a:t>。</a:t>
            </a:r>
            <a:endParaRPr sz="2400">
              <a:latin typeface="黑体"/>
              <a:cs typeface="黑体"/>
            </a:endParaRPr>
          </a:p>
          <a:p>
            <a:pPr marL="1068705">
              <a:lnSpc>
                <a:spcPct val="100000"/>
              </a:lnSpc>
              <a:spcBef>
                <a:spcPts val="2014"/>
              </a:spcBef>
            </a:pPr>
            <a:r>
              <a:rPr dirty="0" sz="2400" spc="-30" b="1">
                <a:solidFill>
                  <a:srgbClr val="00AFEF"/>
                </a:solidFill>
                <a:latin typeface="黑体"/>
                <a:cs typeface="黑体"/>
              </a:rPr>
              <a:t>这是最常见的一种数据冲突，它对应于真数据相关。</a:t>
            </a:r>
            <a:endParaRPr sz="2400">
              <a:latin typeface="黑体"/>
              <a:cs typeface="黑体"/>
            </a:endParaRPr>
          </a:p>
          <a:p>
            <a:pPr marL="1992630" marR="4425950" indent="-923925">
              <a:lnSpc>
                <a:spcPct val="170000"/>
              </a:lnSpc>
              <a:tabLst>
                <a:tab pos="2603500" algn="l"/>
                <a:tab pos="5837555" algn="l"/>
              </a:tabLst>
            </a:pPr>
            <a:r>
              <a:rPr dirty="0" sz="2400" spc="-20" b="1">
                <a:solidFill>
                  <a:srgbClr val="00AFEF"/>
                </a:solidFill>
                <a:latin typeface="黑体"/>
                <a:cs typeface="黑体"/>
              </a:rPr>
              <a:t>例如</a:t>
            </a:r>
            <a:r>
              <a:rPr dirty="0" sz="2400" spc="-25" b="1">
                <a:solidFill>
                  <a:srgbClr val="00AFEF"/>
                </a:solidFill>
                <a:latin typeface="黑体"/>
                <a:cs typeface="黑体"/>
              </a:rPr>
              <a:t>：</a:t>
            </a:r>
            <a:r>
              <a:rPr dirty="0" sz="2400" spc="-25" b="1">
                <a:solidFill>
                  <a:srgbClr val="00AFEF"/>
                </a:solidFill>
                <a:latin typeface="宋体"/>
                <a:cs typeface="宋体"/>
              </a:rPr>
              <a:t>i:</a:t>
            </a:r>
            <a:r>
              <a:rPr dirty="0" sz="2400" b="1">
                <a:solidFill>
                  <a:srgbClr val="00AFEF"/>
                </a:solidFill>
                <a:latin typeface="宋体"/>
                <a:cs typeface="宋体"/>
              </a:rPr>
              <a:t>	DADD</a:t>
            </a:r>
            <a:r>
              <a:rPr dirty="0" sz="2400" spc="-45" b="1">
                <a:solidFill>
                  <a:srgbClr val="00AFEF"/>
                </a:solidFill>
                <a:latin typeface="宋体"/>
                <a:cs typeface="宋体"/>
              </a:rPr>
              <a:t> </a:t>
            </a:r>
            <a:r>
              <a:rPr dirty="0" sz="2400" spc="-10" b="1">
                <a:solidFill>
                  <a:srgbClr val="FF0000"/>
                </a:solidFill>
                <a:latin typeface="宋体"/>
                <a:cs typeface="宋体"/>
              </a:rPr>
              <a:t>R1,</a:t>
            </a:r>
            <a:r>
              <a:rPr dirty="0" sz="2400" spc="-10" b="1">
                <a:solidFill>
                  <a:srgbClr val="00AFEF"/>
                </a:solidFill>
                <a:latin typeface="宋体"/>
                <a:cs typeface="宋体"/>
              </a:rPr>
              <a:t>R2,R3</a:t>
            </a:r>
            <a:r>
              <a:rPr dirty="0" sz="2400" b="1">
                <a:solidFill>
                  <a:srgbClr val="00AFEF"/>
                </a:solidFill>
                <a:latin typeface="宋体"/>
                <a:cs typeface="宋体"/>
              </a:rPr>
              <a:t>	</a:t>
            </a:r>
            <a:r>
              <a:rPr dirty="0" sz="2400" spc="-10" b="1">
                <a:solidFill>
                  <a:srgbClr val="00AFEF"/>
                </a:solidFill>
                <a:latin typeface="宋体"/>
                <a:cs typeface="宋体"/>
              </a:rPr>
              <a:t>R2+R3</a:t>
            </a:r>
            <a:r>
              <a:rPr dirty="0" sz="2400" spc="-10" b="1">
                <a:solidFill>
                  <a:srgbClr val="FF0000"/>
                </a:solidFill>
                <a:latin typeface="宋体"/>
                <a:cs typeface="宋体"/>
              </a:rPr>
              <a:t>=R1 </a:t>
            </a:r>
            <a:r>
              <a:rPr dirty="0" sz="2400" spc="-25" b="1">
                <a:solidFill>
                  <a:srgbClr val="00AFEF"/>
                </a:solidFill>
                <a:latin typeface="宋体"/>
                <a:cs typeface="宋体"/>
              </a:rPr>
              <a:t>j:</a:t>
            </a:r>
            <a:r>
              <a:rPr dirty="0" sz="2400" b="1">
                <a:solidFill>
                  <a:srgbClr val="00AFEF"/>
                </a:solidFill>
                <a:latin typeface="宋体"/>
                <a:cs typeface="宋体"/>
              </a:rPr>
              <a:t>	</a:t>
            </a:r>
            <a:r>
              <a:rPr dirty="0" sz="2400" spc="-1180" b="1">
                <a:solidFill>
                  <a:srgbClr val="00AFEF"/>
                </a:solidFill>
                <a:latin typeface="宋体"/>
                <a:cs typeface="宋体"/>
              </a:rPr>
              <a:t> </a:t>
            </a:r>
            <a:r>
              <a:rPr dirty="0" sz="2400" b="1">
                <a:solidFill>
                  <a:srgbClr val="00AFEF"/>
                </a:solidFill>
                <a:latin typeface="宋体"/>
                <a:cs typeface="宋体"/>
              </a:rPr>
              <a:t>SUB</a:t>
            </a:r>
            <a:r>
              <a:rPr dirty="0" sz="2400" spc="-25" b="1">
                <a:solidFill>
                  <a:srgbClr val="00AFEF"/>
                </a:solidFill>
                <a:latin typeface="宋体"/>
                <a:cs typeface="宋体"/>
              </a:rPr>
              <a:t> </a:t>
            </a:r>
            <a:r>
              <a:rPr dirty="0" sz="2400" spc="-10" b="1">
                <a:solidFill>
                  <a:srgbClr val="00AFEF"/>
                </a:solidFill>
                <a:latin typeface="宋体"/>
                <a:cs typeface="宋体"/>
              </a:rPr>
              <a:t>R4,</a:t>
            </a:r>
            <a:r>
              <a:rPr dirty="0" sz="2400" spc="-10" b="1">
                <a:solidFill>
                  <a:srgbClr val="FF0000"/>
                </a:solidFill>
                <a:latin typeface="宋体"/>
                <a:cs typeface="宋体"/>
              </a:rPr>
              <a:t>R1,</a:t>
            </a:r>
            <a:r>
              <a:rPr dirty="0" sz="2400" spc="-10" b="1">
                <a:solidFill>
                  <a:srgbClr val="00AFEF"/>
                </a:solidFill>
                <a:latin typeface="宋体"/>
                <a:cs typeface="宋体"/>
              </a:rPr>
              <a:t>R3</a:t>
            </a:r>
            <a:r>
              <a:rPr dirty="0" sz="2400" b="1">
                <a:solidFill>
                  <a:srgbClr val="00AFEF"/>
                </a:solidFill>
                <a:latin typeface="宋体"/>
                <a:cs typeface="宋体"/>
              </a:rPr>
              <a:t>	</a:t>
            </a:r>
            <a:r>
              <a:rPr dirty="0" sz="2400" spc="-1160" b="1">
                <a:solidFill>
                  <a:srgbClr val="00AFEF"/>
                </a:solidFill>
                <a:latin typeface="宋体"/>
                <a:cs typeface="宋体"/>
              </a:rPr>
              <a:t> </a:t>
            </a:r>
            <a:r>
              <a:rPr dirty="0" sz="2400" spc="-10" b="1">
                <a:solidFill>
                  <a:srgbClr val="FF0000"/>
                </a:solidFill>
                <a:latin typeface="宋体"/>
                <a:cs typeface="宋体"/>
              </a:rPr>
              <a:t>R1</a:t>
            </a:r>
            <a:r>
              <a:rPr dirty="0" sz="2400" spc="-10" b="1">
                <a:solidFill>
                  <a:srgbClr val="00AFEF"/>
                </a:solidFill>
                <a:latin typeface="宋体"/>
                <a:cs typeface="宋体"/>
              </a:rPr>
              <a:t>-R3</a:t>
            </a:r>
            <a:r>
              <a:rPr dirty="0" sz="2400" spc="-10" b="1">
                <a:solidFill>
                  <a:srgbClr val="FF0000"/>
                </a:solidFill>
                <a:latin typeface="宋体"/>
                <a:cs typeface="宋体"/>
              </a:rPr>
              <a:t>=</a:t>
            </a:r>
            <a:r>
              <a:rPr dirty="0" sz="2400" spc="-10" b="1">
                <a:solidFill>
                  <a:srgbClr val="00AFEF"/>
                </a:solidFill>
                <a:latin typeface="宋体"/>
                <a:cs typeface="宋体"/>
              </a:rPr>
              <a:t>R4</a:t>
            </a:r>
            <a:endParaRPr sz="2400">
              <a:latin typeface="宋体"/>
              <a:cs typeface="宋体"/>
            </a:endParaRPr>
          </a:p>
        </p:txBody>
      </p:sp>
      <p:sp>
        <p:nvSpPr>
          <p:cNvPr id="10" name="object 10" descr=""/>
          <p:cNvSpPr txBox="1"/>
          <p:nvPr/>
        </p:nvSpPr>
        <p:spPr>
          <a:xfrm>
            <a:off x="78739" y="928192"/>
            <a:ext cx="2002155" cy="4521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FF0000"/>
                </a:solidFill>
                <a:latin typeface="Tahoma"/>
                <a:cs typeface="Tahoma"/>
              </a:rPr>
              <a:t>2</a:t>
            </a:r>
            <a:r>
              <a:rPr dirty="0" sz="2800" spc="-35">
                <a:solidFill>
                  <a:srgbClr val="FF0000"/>
                </a:solidFill>
                <a:latin typeface="黑体"/>
                <a:cs typeface="黑体"/>
              </a:rPr>
              <a:t>、数据冲突</a:t>
            </a:r>
            <a:endParaRPr sz="2800">
              <a:latin typeface="黑体"/>
              <a:cs typeface="黑体"/>
            </a:endParaRPr>
          </a:p>
        </p:txBody>
      </p:sp>
      <p:grpSp>
        <p:nvGrpSpPr>
          <p:cNvPr id="11" name="object 11" descr=""/>
          <p:cNvGrpSpPr/>
          <p:nvPr/>
        </p:nvGrpSpPr>
        <p:grpSpPr>
          <a:xfrm>
            <a:off x="5443537" y="4529137"/>
            <a:ext cx="657225" cy="154305"/>
            <a:chOff x="5443537" y="4529137"/>
            <a:chExt cx="657225" cy="154305"/>
          </a:xfrm>
        </p:grpSpPr>
        <p:sp>
          <p:nvSpPr>
            <p:cNvPr id="12" name="object 12" descr=""/>
            <p:cNvSpPr/>
            <p:nvPr/>
          </p:nvSpPr>
          <p:spPr>
            <a:xfrm>
              <a:off x="5448300" y="4533900"/>
              <a:ext cx="647700" cy="144780"/>
            </a:xfrm>
            <a:custGeom>
              <a:avLst/>
              <a:gdLst/>
              <a:ahLst/>
              <a:cxnLst/>
              <a:rect l="l" t="t" r="r" b="b"/>
              <a:pathLst>
                <a:path w="647700" h="144779">
                  <a:moveTo>
                    <a:pt x="575690" y="0"/>
                  </a:moveTo>
                  <a:lnTo>
                    <a:pt x="575690" y="36068"/>
                  </a:lnTo>
                  <a:lnTo>
                    <a:pt x="0" y="36068"/>
                  </a:lnTo>
                  <a:lnTo>
                    <a:pt x="0" y="108331"/>
                  </a:lnTo>
                  <a:lnTo>
                    <a:pt x="575690" y="108331"/>
                  </a:lnTo>
                  <a:lnTo>
                    <a:pt x="575690" y="144399"/>
                  </a:lnTo>
                  <a:lnTo>
                    <a:pt x="647700" y="72262"/>
                  </a:lnTo>
                  <a:lnTo>
                    <a:pt x="575690" y="0"/>
                  </a:lnTo>
                  <a:close/>
                </a:path>
              </a:pathLst>
            </a:custGeom>
            <a:solidFill>
              <a:srgbClr val="EBD782"/>
            </a:solidFill>
          </p:spPr>
          <p:txBody>
            <a:bodyPr wrap="square" lIns="0" tIns="0" rIns="0" bIns="0" rtlCol="0"/>
            <a:lstStyle/>
            <a:p/>
          </p:txBody>
        </p:sp>
        <p:sp>
          <p:nvSpPr>
            <p:cNvPr id="13" name="object 13" descr=""/>
            <p:cNvSpPr/>
            <p:nvPr/>
          </p:nvSpPr>
          <p:spPr>
            <a:xfrm>
              <a:off x="5448300" y="4533900"/>
              <a:ext cx="647700" cy="144780"/>
            </a:xfrm>
            <a:custGeom>
              <a:avLst/>
              <a:gdLst/>
              <a:ahLst/>
              <a:cxnLst/>
              <a:rect l="l" t="t" r="r" b="b"/>
              <a:pathLst>
                <a:path w="647700" h="144779">
                  <a:moveTo>
                    <a:pt x="0" y="36068"/>
                  </a:moveTo>
                  <a:lnTo>
                    <a:pt x="575690" y="36068"/>
                  </a:lnTo>
                  <a:lnTo>
                    <a:pt x="575690" y="0"/>
                  </a:lnTo>
                  <a:lnTo>
                    <a:pt x="647700" y="72262"/>
                  </a:lnTo>
                  <a:lnTo>
                    <a:pt x="575690" y="144399"/>
                  </a:lnTo>
                  <a:lnTo>
                    <a:pt x="575690" y="108331"/>
                  </a:lnTo>
                  <a:lnTo>
                    <a:pt x="0" y="108331"/>
                  </a:lnTo>
                  <a:lnTo>
                    <a:pt x="0" y="36068"/>
                  </a:lnTo>
                  <a:close/>
                </a:path>
              </a:pathLst>
            </a:custGeom>
            <a:ln w="9525">
              <a:solidFill>
                <a:srgbClr val="40458B"/>
              </a:solidFill>
            </a:ln>
          </p:spPr>
          <p:txBody>
            <a:bodyPr wrap="square" lIns="0" tIns="0" rIns="0" bIns="0" rtlCol="0"/>
            <a:lstStyle/>
            <a:p/>
          </p:txBody>
        </p:sp>
      </p:grpSp>
      <p:grpSp>
        <p:nvGrpSpPr>
          <p:cNvPr id="14" name="object 14" descr=""/>
          <p:cNvGrpSpPr/>
          <p:nvPr/>
        </p:nvGrpSpPr>
        <p:grpSpPr>
          <a:xfrm>
            <a:off x="5464238" y="5175313"/>
            <a:ext cx="657225" cy="154305"/>
            <a:chOff x="5464238" y="5175313"/>
            <a:chExt cx="657225" cy="154305"/>
          </a:xfrm>
        </p:grpSpPr>
        <p:sp>
          <p:nvSpPr>
            <p:cNvPr id="15" name="object 15" descr=""/>
            <p:cNvSpPr/>
            <p:nvPr/>
          </p:nvSpPr>
          <p:spPr>
            <a:xfrm>
              <a:off x="5469001" y="5180076"/>
              <a:ext cx="647700" cy="144780"/>
            </a:xfrm>
            <a:custGeom>
              <a:avLst/>
              <a:gdLst/>
              <a:ahLst/>
              <a:cxnLst/>
              <a:rect l="l" t="t" r="r" b="b"/>
              <a:pathLst>
                <a:path w="647700" h="144779">
                  <a:moveTo>
                    <a:pt x="575690" y="0"/>
                  </a:moveTo>
                  <a:lnTo>
                    <a:pt x="575690" y="36068"/>
                  </a:lnTo>
                  <a:lnTo>
                    <a:pt x="0" y="36068"/>
                  </a:lnTo>
                  <a:lnTo>
                    <a:pt x="0" y="108331"/>
                  </a:lnTo>
                  <a:lnTo>
                    <a:pt x="575690" y="108331"/>
                  </a:lnTo>
                  <a:lnTo>
                    <a:pt x="575690" y="144399"/>
                  </a:lnTo>
                  <a:lnTo>
                    <a:pt x="647700" y="72136"/>
                  </a:lnTo>
                  <a:lnTo>
                    <a:pt x="575690" y="0"/>
                  </a:lnTo>
                  <a:close/>
                </a:path>
              </a:pathLst>
            </a:custGeom>
            <a:solidFill>
              <a:srgbClr val="EBD782"/>
            </a:solidFill>
          </p:spPr>
          <p:txBody>
            <a:bodyPr wrap="square" lIns="0" tIns="0" rIns="0" bIns="0" rtlCol="0"/>
            <a:lstStyle/>
            <a:p/>
          </p:txBody>
        </p:sp>
        <p:sp>
          <p:nvSpPr>
            <p:cNvPr id="16" name="object 16" descr=""/>
            <p:cNvSpPr/>
            <p:nvPr/>
          </p:nvSpPr>
          <p:spPr>
            <a:xfrm>
              <a:off x="5469001" y="5180076"/>
              <a:ext cx="647700" cy="144780"/>
            </a:xfrm>
            <a:custGeom>
              <a:avLst/>
              <a:gdLst/>
              <a:ahLst/>
              <a:cxnLst/>
              <a:rect l="l" t="t" r="r" b="b"/>
              <a:pathLst>
                <a:path w="647700" h="144779">
                  <a:moveTo>
                    <a:pt x="0" y="36068"/>
                  </a:moveTo>
                  <a:lnTo>
                    <a:pt x="575690" y="36068"/>
                  </a:lnTo>
                  <a:lnTo>
                    <a:pt x="575690" y="0"/>
                  </a:lnTo>
                  <a:lnTo>
                    <a:pt x="647700" y="72136"/>
                  </a:lnTo>
                  <a:lnTo>
                    <a:pt x="575690" y="144399"/>
                  </a:lnTo>
                  <a:lnTo>
                    <a:pt x="575690" y="108331"/>
                  </a:lnTo>
                  <a:lnTo>
                    <a:pt x="0" y="108331"/>
                  </a:lnTo>
                  <a:lnTo>
                    <a:pt x="0" y="36068"/>
                  </a:lnTo>
                  <a:close/>
                </a:path>
              </a:pathLst>
            </a:custGeom>
            <a:ln w="9525">
              <a:solidFill>
                <a:srgbClr val="40458B"/>
              </a:solidFill>
            </a:ln>
          </p:spPr>
          <p:txBody>
            <a:bodyPr wrap="square" lIns="0" tIns="0" rIns="0" bIns="0" rtlCol="0"/>
            <a:lstStyle/>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270763" y="1087373"/>
            <a:ext cx="11749405" cy="4350385"/>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FF0000"/>
                </a:solidFill>
                <a:latin typeface="Tahoma"/>
                <a:cs typeface="Tahoma"/>
              </a:rPr>
              <a:t>2</a:t>
            </a:r>
            <a:r>
              <a:rPr dirty="0" sz="2800" spc="-30">
                <a:solidFill>
                  <a:srgbClr val="FF0000"/>
                </a:solidFill>
                <a:latin typeface="黑体"/>
                <a:cs typeface="黑体"/>
              </a:rPr>
              <a:t>、数据冲突</a:t>
            </a:r>
            <a:endParaRPr sz="2800">
              <a:latin typeface="黑体"/>
              <a:cs typeface="黑体"/>
            </a:endParaRPr>
          </a:p>
          <a:p>
            <a:pPr>
              <a:lnSpc>
                <a:spcPct val="100000"/>
              </a:lnSpc>
              <a:spcBef>
                <a:spcPts val="210"/>
              </a:spcBef>
            </a:pPr>
            <a:endParaRPr sz="2800">
              <a:latin typeface="黑体"/>
              <a:cs typeface="黑体"/>
            </a:endParaRPr>
          </a:p>
          <a:p>
            <a:pPr marL="666115" indent="-457200">
              <a:lnSpc>
                <a:spcPct val="100000"/>
              </a:lnSpc>
              <a:buClr>
                <a:srgbClr val="40458B"/>
              </a:buClr>
              <a:buSzPct val="89285"/>
              <a:buFont typeface="Wingdings"/>
              <a:buChar char=""/>
              <a:tabLst>
                <a:tab pos="666115" algn="l"/>
              </a:tabLst>
            </a:pPr>
            <a:r>
              <a:rPr dirty="0" sz="2800" spc="-25">
                <a:solidFill>
                  <a:srgbClr val="FF0000"/>
                </a:solidFill>
                <a:latin typeface="黑体"/>
                <a:cs typeface="黑体"/>
              </a:rPr>
              <a:t>写后写冲突</a:t>
            </a:r>
            <a:r>
              <a:rPr dirty="0" sz="2800" spc="-10">
                <a:solidFill>
                  <a:srgbClr val="FF0000"/>
                </a:solidFill>
                <a:latin typeface="黑体"/>
                <a:cs typeface="黑体"/>
              </a:rPr>
              <a:t>（</a:t>
            </a:r>
            <a:r>
              <a:rPr dirty="0" sz="2800" spc="-10">
                <a:solidFill>
                  <a:srgbClr val="FF0000"/>
                </a:solidFill>
                <a:latin typeface="宋体"/>
                <a:cs typeface="宋体"/>
              </a:rPr>
              <a:t>WAW</a:t>
            </a:r>
            <a:r>
              <a:rPr dirty="0" sz="2800" spc="-10">
                <a:solidFill>
                  <a:srgbClr val="FF0000"/>
                </a:solidFill>
                <a:latin typeface="黑体"/>
                <a:cs typeface="黑体"/>
              </a:rPr>
              <a:t>）</a:t>
            </a:r>
            <a:r>
              <a:rPr dirty="0" sz="2800" spc="-10">
                <a:solidFill>
                  <a:srgbClr val="FF0000"/>
                </a:solidFill>
                <a:latin typeface="宋体"/>
                <a:cs typeface="宋体"/>
              </a:rPr>
              <a:t>:</a:t>
            </a:r>
            <a:endParaRPr sz="2800">
              <a:latin typeface="宋体"/>
              <a:cs typeface="宋体"/>
            </a:endParaRPr>
          </a:p>
          <a:p>
            <a:pPr lvl="1" marL="1384935" indent="-457200">
              <a:lnSpc>
                <a:spcPct val="100000"/>
              </a:lnSpc>
              <a:spcBef>
                <a:spcPts val="1880"/>
              </a:spcBef>
              <a:buClr>
                <a:srgbClr val="00AF50"/>
              </a:buClr>
              <a:buSzPct val="72500"/>
              <a:buFont typeface="Wingdings"/>
              <a:buChar char=""/>
              <a:tabLst>
                <a:tab pos="1384935" algn="l"/>
              </a:tabLst>
            </a:pPr>
            <a:r>
              <a:rPr dirty="0" sz="2000" spc="-10" b="1">
                <a:solidFill>
                  <a:srgbClr val="006FC0"/>
                </a:solidFill>
                <a:latin typeface="黑体"/>
                <a:cs typeface="黑体"/>
              </a:rPr>
              <a:t>即 </a:t>
            </a:r>
            <a:r>
              <a:rPr dirty="0" sz="2000" spc="-5" b="1">
                <a:solidFill>
                  <a:srgbClr val="FF5CFF"/>
                </a:solidFill>
                <a:latin typeface="黑体"/>
                <a:cs typeface="黑体"/>
              </a:rPr>
              <a:t>在 </a:t>
            </a:r>
            <a:r>
              <a:rPr dirty="0" sz="2000" b="1">
                <a:solidFill>
                  <a:srgbClr val="9933FF"/>
                </a:solidFill>
                <a:latin typeface="宋体"/>
                <a:cs typeface="宋体"/>
              </a:rPr>
              <a:t>i</a:t>
            </a:r>
            <a:r>
              <a:rPr dirty="0" sz="2000" spc="-10" b="1">
                <a:solidFill>
                  <a:srgbClr val="9933FF"/>
                </a:solidFill>
                <a:latin typeface="宋体"/>
                <a:cs typeface="宋体"/>
              </a:rPr>
              <a:t> </a:t>
            </a:r>
            <a:r>
              <a:rPr dirty="0" sz="2000" spc="-10" b="1">
                <a:solidFill>
                  <a:srgbClr val="FF5CFF"/>
                </a:solidFill>
                <a:latin typeface="黑体"/>
                <a:cs typeface="黑体"/>
              </a:rPr>
              <a:t>写入之前，</a:t>
            </a:r>
            <a:r>
              <a:rPr dirty="0" sz="2000" b="1">
                <a:solidFill>
                  <a:srgbClr val="9933FF"/>
                </a:solidFill>
                <a:latin typeface="宋体"/>
                <a:cs typeface="宋体"/>
              </a:rPr>
              <a:t>j</a:t>
            </a:r>
            <a:r>
              <a:rPr dirty="0" sz="2000" spc="-40" b="1">
                <a:solidFill>
                  <a:srgbClr val="9933FF"/>
                </a:solidFill>
                <a:latin typeface="宋体"/>
                <a:cs typeface="宋体"/>
              </a:rPr>
              <a:t> </a:t>
            </a:r>
            <a:r>
              <a:rPr dirty="0" sz="2000" spc="-20" b="1">
                <a:solidFill>
                  <a:srgbClr val="FF5CFF"/>
                </a:solidFill>
                <a:latin typeface="黑体"/>
                <a:cs typeface="黑体"/>
              </a:rPr>
              <a:t>先写。 最后写入的结果是 </a:t>
            </a:r>
            <a:r>
              <a:rPr dirty="0" sz="2000" b="1">
                <a:solidFill>
                  <a:srgbClr val="9933FF"/>
                </a:solidFill>
                <a:latin typeface="宋体"/>
                <a:cs typeface="宋体"/>
              </a:rPr>
              <a:t>i</a:t>
            </a:r>
            <a:r>
              <a:rPr dirty="0" sz="2000" spc="-5" b="1">
                <a:solidFill>
                  <a:srgbClr val="9933FF"/>
                </a:solidFill>
                <a:latin typeface="宋体"/>
                <a:cs typeface="宋体"/>
              </a:rPr>
              <a:t> </a:t>
            </a:r>
            <a:r>
              <a:rPr dirty="0" sz="2000" spc="-20" b="1">
                <a:solidFill>
                  <a:srgbClr val="FF5CFF"/>
                </a:solidFill>
                <a:latin typeface="黑体"/>
                <a:cs typeface="黑体"/>
              </a:rPr>
              <a:t>的。错误！ 这种冲突对应于输出相关</a:t>
            </a:r>
            <a:r>
              <a:rPr dirty="0" sz="1900" spc="-50" b="1">
                <a:solidFill>
                  <a:srgbClr val="FF5CFF"/>
                </a:solidFill>
                <a:latin typeface="黑体"/>
                <a:cs typeface="黑体"/>
              </a:rPr>
              <a:t>。</a:t>
            </a:r>
            <a:endParaRPr sz="1900">
              <a:latin typeface="黑体"/>
              <a:cs typeface="黑体"/>
            </a:endParaRPr>
          </a:p>
          <a:p>
            <a:pPr marL="394335">
              <a:lnSpc>
                <a:spcPct val="100000"/>
              </a:lnSpc>
              <a:spcBef>
                <a:spcPts val="1490"/>
              </a:spcBef>
            </a:pPr>
            <a:r>
              <a:rPr dirty="0" sz="2400" spc="-5">
                <a:solidFill>
                  <a:srgbClr val="E14B04"/>
                </a:solidFill>
                <a:latin typeface="黑体"/>
                <a:cs typeface="黑体"/>
              </a:rPr>
              <a:t>写后写冲突在流水线中产生的条件：</a:t>
            </a:r>
            <a:endParaRPr sz="2400">
              <a:latin typeface="黑体"/>
              <a:cs typeface="黑体"/>
            </a:endParaRPr>
          </a:p>
          <a:p>
            <a:pPr marL="911225" indent="-288290">
              <a:lnSpc>
                <a:spcPct val="100000"/>
              </a:lnSpc>
              <a:spcBef>
                <a:spcPts val="1230"/>
              </a:spcBef>
              <a:buClr>
                <a:srgbClr val="00AF50"/>
              </a:buClr>
              <a:buSzPct val="73684"/>
              <a:buFont typeface="Wingdings"/>
              <a:buChar char=""/>
              <a:tabLst>
                <a:tab pos="911225" algn="l"/>
              </a:tabLst>
            </a:pPr>
            <a:r>
              <a:rPr dirty="0" sz="1900" spc="-25" b="1">
                <a:solidFill>
                  <a:srgbClr val="FF5CFF"/>
                </a:solidFill>
                <a:latin typeface="黑体"/>
                <a:cs typeface="黑体"/>
              </a:rPr>
              <a:t>流水线中不只一个段可以进行写操作；</a:t>
            </a:r>
            <a:endParaRPr sz="1900">
              <a:latin typeface="黑体"/>
              <a:cs typeface="黑体"/>
            </a:endParaRPr>
          </a:p>
          <a:p>
            <a:pPr marL="911225" indent="-288290">
              <a:lnSpc>
                <a:spcPct val="100000"/>
              </a:lnSpc>
              <a:spcBef>
                <a:spcPts val="1140"/>
              </a:spcBef>
              <a:buClr>
                <a:srgbClr val="00AF50"/>
              </a:buClr>
              <a:buSzPct val="73684"/>
              <a:buFont typeface="Wingdings"/>
              <a:buChar char=""/>
              <a:tabLst>
                <a:tab pos="911225" algn="l"/>
              </a:tabLst>
            </a:pPr>
            <a:r>
              <a:rPr dirty="0" sz="1900" spc="-25" b="1">
                <a:solidFill>
                  <a:srgbClr val="FF5CFF"/>
                </a:solidFill>
                <a:latin typeface="黑体"/>
                <a:cs typeface="黑体"/>
              </a:rPr>
              <a:t>指令被重新排序了。(乱序的流水线)</a:t>
            </a:r>
            <a:endParaRPr sz="1900">
              <a:latin typeface="黑体"/>
              <a:cs typeface="黑体"/>
            </a:endParaRPr>
          </a:p>
          <a:p>
            <a:pPr marL="528955">
              <a:lnSpc>
                <a:spcPct val="100000"/>
              </a:lnSpc>
              <a:spcBef>
                <a:spcPts val="1350"/>
              </a:spcBef>
            </a:pPr>
            <a:r>
              <a:rPr dirty="0" sz="2400">
                <a:solidFill>
                  <a:srgbClr val="40458B"/>
                </a:solidFill>
                <a:latin typeface="黑体"/>
                <a:cs typeface="黑体"/>
              </a:rPr>
              <a:t>前面介绍的</a:t>
            </a:r>
            <a:r>
              <a:rPr dirty="0" sz="2400">
                <a:solidFill>
                  <a:srgbClr val="9933FF"/>
                </a:solidFill>
                <a:latin typeface="宋体"/>
                <a:cs typeface="宋体"/>
              </a:rPr>
              <a:t>5</a:t>
            </a:r>
            <a:r>
              <a:rPr dirty="0" sz="2400" spc="-5">
                <a:solidFill>
                  <a:srgbClr val="40458B"/>
                </a:solidFill>
                <a:latin typeface="黑体"/>
                <a:cs typeface="黑体"/>
              </a:rPr>
              <a:t>段流水线不会发生写后写冲突。</a:t>
            </a:r>
            <a:endParaRPr sz="2400">
              <a:latin typeface="黑体"/>
              <a:cs typeface="黑体"/>
            </a:endParaRPr>
          </a:p>
          <a:p>
            <a:pPr marL="1330325">
              <a:lnSpc>
                <a:spcPct val="100000"/>
              </a:lnSpc>
              <a:spcBef>
                <a:spcPts val="1275"/>
              </a:spcBef>
            </a:pPr>
            <a:r>
              <a:rPr dirty="0" sz="2000" b="1">
                <a:solidFill>
                  <a:srgbClr val="00AFEF"/>
                </a:solidFill>
                <a:latin typeface="黑体"/>
                <a:cs typeface="黑体"/>
              </a:rPr>
              <a:t>（</a:t>
            </a:r>
            <a:r>
              <a:rPr dirty="0" sz="2000" spc="-10" b="1">
                <a:solidFill>
                  <a:srgbClr val="00AFEF"/>
                </a:solidFill>
                <a:latin typeface="黑体"/>
                <a:cs typeface="黑体"/>
              </a:rPr>
              <a:t>只在</a:t>
            </a:r>
            <a:r>
              <a:rPr dirty="0" sz="2000" spc="-10" b="1">
                <a:solidFill>
                  <a:srgbClr val="9933FF"/>
                </a:solidFill>
                <a:latin typeface="宋体"/>
                <a:cs typeface="宋体"/>
              </a:rPr>
              <a:t>WB</a:t>
            </a:r>
            <a:r>
              <a:rPr dirty="0" sz="2000" spc="-20" b="1">
                <a:solidFill>
                  <a:srgbClr val="00AFEF"/>
                </a:solidFill>
                <a:latin typeface="黑体"/>
                <a:cs typeface="黑体"/>
              </a:rPr>
              <a:t>段写寄存器</a:t>
            </a:r>
            <a:r>
              <a:rPr dirty="0" sz="2000" spc="-50" b="1">
                <a:solidFill>
                  <a:srgbClr val="00AFEF"/>
                </a:solidFill>
                <a:latin typeface="黑体"/>
                <a:cs typeface="黑体"/>
              </a:rPr>
              <a:t>）</a:t>
            </a:r>
            <a:endParaRPr sz="2000">
              <a:latin typeface="黑体"/>
              <a:cs typeface="黑体"/>
            </a:endParaRPr>
          </a:p>
        </p:txBody>
      </p:sp>
      <p:graphicFrame>
        <p:nvGraphicFramePr>
          <p:cNvPr id="10" name="object 10" descr=""/>
          <p:cNvGraphicFramePr>
            <a:graphicFrameLocks noGrp="1"/>
          </p:cNvGraphicFramePr>
          <p:nvPr/>
        </p:nvGraphicFramePr>
        <p:xfrm>
          <a:off x="7628128" y="4263453"/>
          <a:ext cx="4255135" cy="853440"/>
        </p:xfrm>
        <a:graphic>
          <a:graphicData uri="http://schemas.openxmlformats.org/drawingml/2006/table">
            <a:tbl>
              <a:tblPr firstRow="1" bandRow="1">
                <a:tableStyleId>{2D5ABB26-0587-4C30-8999-92F81FD0307C}</a:tableStyleId>
              </a:tblPr>
              <a:tblGrid>
                <a:gridCol w="1631950"/>
                <a:gridCol w="1066800"/>
                <a:gridCol w="1479550"/>
              </a:tblGrid>
              <a:tr h="426720">
                <a:tc>
                  <a:txBody>
                    <a:bodyPr/>
                    <a:lstStyle/>
                    <a:p>
                      <a:pPr algn="r" marR="373380">
                        <a:lnSpc>
                          <a:spcPts val="2545"/>
                        </a:lnSpc>
                      </a:pPr>
                      <a:r>
                        <a:rPr dirty="0" sz="2400" spc="-10">
                          <a:solidFill>
                            <a:srgbClr val="40458B"/>
                          </a:solidFill>
                          <a:latin typeface="黑体"/>
                          <a:cs typeface="黑体"/>
                        </a:rPr>
                        <a:t>例如：</a:t>
                      </a:r>
                      <a:r>
                        <a:rPr dirty="0" sz="2400" spc="-25">
                          <a:solidFill>
                            <a:srgbClr val="40458B"/>
                          </a:solidFill>
                          <a:latin typeface="宋体"/>
                          <a:cs typeface="宋体"/>
                        </a:rPr>
                        <a:t>i:</a:t>
                      </a:r>
                      <a:endParaRPr sz="2400">
                        <a:latin typeface="宋体"/>
                        <a:cs typeface="宋体"/>
                      </a:endParaRPr>
                    </a:p>
                  </a:txBody>
                  <a:tcPr marL="0" marR="0" marB="0" marT="0"/>
                </a:tc>
                <a:tc>
                  <a:txBody>
                    <a:bodyPr/>
                    <a:lstStyle/>
                    <a:p>
                      <a:pPr algn="r" marR="68580">
                        <a:lnSpc>
                          <a:spcPts val="2545"/>
                        </a:lnSpc>
                      </a:pPr>
                      <a:r>
                        <a:rPr dirty="0" sz="2400" spc="-20">
                          <a:solidFill>
                            <a:srgbClr val="40458B"/>
                          </a:solidFill>
                          <a:latin typeface="宋体"/>
                          <a:cs typeface="宋体"/>
                        </a:rPr>
                        <a:t>DADD</a:t>
                      </a:r>
                      <a:endParaRPr sz="2400">
                        <a:latin typeface="宋体"/>
                        <a:cs typeface="宋体"/>
                      </a:endParaRPr>
                    </a:p>
                  </a:txBody>
                  <a:tcPr marL="0" marR="0" marB="0" marT="0"/>
                </a:tc>
                <a:tc>
                  <a:txBody>
                    <a:bodyPr/>
                    <a:lstStyle/>
                    <a:p>
                      <a:pPr algn="r" marR="24130">
                        <a:lnSpc>
                          <a:spcPts val="2545"/>
                        </a:lnSpc>
                        <a:tabLst>
                          <a:tab pos="608965" algn="l"/>
                        </a:tabLst>
                      </a:pPr>
                      <a:r>
                        <a:rPr dirty="0" sz="2400" spc="-25">
                          <a:solidFill>
                            <a:srgbClr val="FF0000"/>
                          </a:solidFill>
                          <a:latin typeface="宋体"/>
                          <a:cs typeface="宋体"/>
                        </a:rPr>
                        <a:t>R1,</a:t>
                      </a:r>
                      <a:r>
                        <a:rPr dirty="0" sz="2400">
                          <a:solidFill>
                            <a:srgbClr val="FF0000"/>
                          </a:solidFill>
                          <a:latin typeface="宋体"/>
                          <a:cs typeface="宋体"/>
                        </a:rPr>
                        <a:t>	</a:t>
                      </a:r>
                      <a:r>
                        <a:rPr dirty="0" sz="2400" spc="-10">
                          <a:solidFill>
                            <a:srgbClr val="40458B"/>
                          </a:solidFill>
                          <a:latin typeface="宋体"/>
                          <a:cs typeface="宋体"/>
                        </a:rPr>
                        <a:t>R2,R3</a:t>
                      </a:r>
                      <a:endParaRPr sz="2400">
                        <a:latin typeface="宋体"/>
                        <a:cs typeface="宋体"/>
                      </a:endParaRPr>
                    </a:p>
                  </a:txBody>
                  <a:tcPr marL="0" marR="0" marB="0" marT="0"/>
                </a:tc>
              </a:tr>
              <a:tr h="426720">
                <a:tc>
                  <a:txBody>
                    <a:bodyPr/>
                    <a:lstStyle/>
                    <a:p>
                      <a:pPr algn="r" marR="373380">
                        <a:lnSpc>
                          <a:spcPts val="2635"/>
                        </a:lnSpc>
                        <a:spcBef>
                          <a:spcPts val="620"/>
                        </a:spcBef>
                      </a:pPr>
                      <a:r>
                        <a:rPr dirty="0" sz="2400" spc="-25">
                          <a:solidFill>
                            <a:srgbClr val="40458B"/>
                          </a:solidFill>
                          <a:latin typeface="宋体"/>
                          <a:cs typeface="宋体"/>
                        </a:rPr>
                        <a:t>j:</a:t>
                      </a:r>
                      <a:endParaRPr sz="2400">
                        <a:latin typeface="宋体"/>
                        <a:cs typeface="宋体"/>
                      </a:endParaRPr>
                    </a:p>
                  </a:txBody>
                  <a:tcPr marL="0" marR="0" marB="0" marT="78740"/>
                </a:tc>
                <a:tc>
                  <a:txBody>
                    <a:bodyPr/>
                    <a:lstStyle/>
                    <a:p>
                      <a:pPr algn="r" marR="68580">
                        <a:lnSpc>
                          <a:spcPts val="2635"/>
                        </a:lnSpc>
                        <a:spcBef>
                          <a:spcPts val="620"/>
                        </a:spcBef>
                      </a:pPr>
                      <a:r>
                        <a:rPr dirty="0" sz="2400" spc="-20">
                          <a:solidFill>
                            <a:srgbClr val="40458B"/>
                          </a:solidFill>
                          <a:latin typeface="宋体"/>
                          <a:cs typeface="宋体"/>
                        </a:rPr>
                        <a:t>DDIV</a:t>
                      </a:r>
                      <a:endParaRPr sz="2400">
                        <a:latin typeface="宋体"/>
                        <a:cs typeface="宋体"/>
                      </a:endParaRPr>
                    </a:p>
                  </a:txBody>
                  <a:tcPr marL="0" marR="0" marB="0" marT="78740"/>
                </a:tc>
                <a:tc>
                  <a:txBody>
                    <a:bodyPr/>
                    <a:lstStyle/>
                    <a:p>
                      <a:pPr algn="r" marR="24130">
                        <a:lnSpc>
                          <a:spcPts val="2635"/>
                        </a:lnSpc>
                        <a:spcBef>
                          <a:spcPts val="620"/>
                        </a:spcBef>
                        <a:tabLst>
                          <a:tab pos="608965" algn="l"/>
                        </a:tabLst>
                      </a:pPr>
                      <a:r>
                        <a:rPr dirty="0" sz="2400" spc="-25">
                          <a:solidFill>
                            <a:srgbClr val="FF0000"/>
                          </a:solidFill>
                          <a:latin typeface="宋体"/>
                          <a:cs typeface="宋体"/>
                        </a:rPr>
                        <a:t>R1</a:t>
                      </a:r>
                      <a:r>
                        <a:rPr dirty="0" sz="2400" spc="-25">
                          <a:solidFill>
                            <a:srgbClr val="40458B"/>
                          </a:solidFill>
                          <a:latin typeface="宋体"/>
                          <a:cs typeface="宋体"/>
                        </a:rPr>
                        <a:t>,</a:t>
                      </a:r>
                      <a:r>
                        <a:rPr dirty="0" sz="2400">
                          <a:solidFill>
                            <a:srgbClr val="40458B"/>
                          </a:solidFill>
                          <a:latin typeface="宋体"/>
                          <a:cs typeface="宋体"/>
                        </a:rPr>
                        <a:t>	</a:t>
                      </a:r>
                      <a:r>
                        <a:rPr dirty="0" sz="2400" spc="-10">
                          <a:solidFill>
                            <a:srgbClr val="40458B"/>
                          </a:solidFill>
                          <a:latin typeface="宋体"/>
                          <a:cs typeface="宋体"/>
                        </a:rPr>
                        <a:t>R4</a:t>
                      </a:r>
                      <a:r>
                        <a:rPr dirty="0" sz="2400" spc="-10">
                          <a:solidFill>
                            <a:srgbClr val="006FC0"/>
                          </a:solidFill>
                          <a:latin typeface="宋体"/>
                          <a:cs typeface="宋体"/>
                        </a:rPr>
                        <a:t>,</a:t>
                      </a:r>
                      <a:r>
                        <a:rPr dirty="0" sz="2400" spc="-10">
                          <a:solidFill>
                            <a:srgbClr val="40458B"/>
                          </a:solidFill>
                          <a:latin typeface="宋体"/>
                          <a:cs typeface="宋体"/>
                        </a:rPr>
                        <a:t>R3</a:t>
                      </a:r>
                      <a:endParaRPr sz="2400">
                        <a:latin typeface="宋体"/>
                        <a:cs typeface="宋体"/>
                      </a:endParaRPr>
                    </a:p>
                  </a:txBody>
                  <a:tcPr marL="0" marR="0" marB="0" marT="78740"/>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97840" y="1258950"/>
            <a:ext cx="10728325" cy="2258060"/>
          </a:xfrm>
          <a:prstGeom prst="rect">
            <a:avLst/>
          </a:prstGeom>
        </p:spPr>
        <p:txBody>
          <a:bodyPr wrap="square" lIns="0" tIns="12065" rIns="0" bIns="0" rtlCol="0" vert="horz">
            <a:spAutoFit/>
          </a:bodyPr>
          <a:lstStyle/>
          <a:p>
            <a:pPr marL="582930" indent="-456565">
              <a:lnSpc>
                <a:spcPct val="100000"/>
              </a:lnSpc>
              <a:spcBef>
                <a:spcPts val="95"/>
              </a:spcBef>
              <a:buClr>
                <a:srgbClr val="006FC0"/>
              </a:buClr>
              <a:buFont typeface="Wingdings"/>
              <a:buChar char=""/>
              <a:tabLst>
                <a:tab pos="582930" algn="l"/>
              </a:tabLst>
            </a:pPr>
            <a:r>
              <a:rPr dirty="0" sz="2800" spc="-35">
                <a:solidFill>
                  <a:srgbClr val="40458B"/>
                </a:solidFill>
                <a:latin typeface="黑体"/>
                <a:cs typeface="黑体"/>
              </a:rPr>
              <a:t>根据指令读访问和写访问的顺序，可以将数据冲突分为</a:t>
            </a:r>
            <a:r>
              <a:rPr dirty="0" sz="2800" spc="-10">
                <a:solidFill>
                  <a:srgbClr val="D50092"/>
                </a:solidFill>
                <a:latin typeface="黑体"/>
                <a:cs typeface="黑体"/>
              </a:rPr>
              <a:t>3</a:t>
            </a:r>
            <a:r>
              <a:rPr dirty="0" sz="2800" spc="-40">
                <a:solidFill>
                  <a:srgbClr val="D50092"/>
                </a:solidFill>
                <a:latin typeface="黑体"/>
                <a:cs typeface="黑体"/>
              </a:rPr>
              <a:t>种类型。</a:t>
            </a:r>
            <a:endParaRPr sz="2800">
              <a:latin typeface="黑体"/>
              <a:cs typeface="黑体"/>
            </a:endParaRPr>
          </a:p>
          <a:p>
            <a:pPr marL="300355" indent="-287655">
              <a:lnSpc>
                <a:spcPct val="100000"/>
              </a:lnSpc>
              <a:spcBef>
                <a:spcPts val="3285"/>
              </a:spcBef>
              <a:buClr>
                <a:srgbClr val="4668F5"/>
              </a:buClr>
              <a:buSzPct val="60416"/>
              <a:buFont typeface="Wingdings"/>
              <a:buChar char=""/>
              <a:tabLst>
                <a:tab pos="300355" algn="l"/>
              </a:tabLst>
            </a:pPr>
            <a:r>
              <a:rPr dirty="0" sz="2400" spc="-25" b="1">
                <a:solidFill>
                  <a:srgbClr val="FF0000"/>
                </a:solidFill>
                <a:latin typeface="黑体"/>
                <a:cs typeface="黑体"/>
              </a:rPr>
              <a:t>读后写冲突</a:t>
            </a:r>
            <a:r>
              <a:rPr dirty="0" sz="2400" b="1">
                <a:solidFill>
                  <a:srgbClr val="FF0000"/>
                </a:solidFill>
                <a:latin typeface="黑体"/>
                <a:cs typeface="黑体"/>
              </a:rPr>
              <a:t>（</a:t>
            </a:r>
            <a:r>
              <a:rPr dirty="0" sz="2400" b="1">
                <a:solidFill>
                  <a:srgbClr val="FF0000"/>
                </a:solidFill>
                <a:latin typeface="宋体"/>
                <a:cs typeface="宋体"/>
              </a:rPr>
              <a:t>WAR</a:t>
            </a:r>
            <a:r>
              <a:rPr dirty="0" sz="2400" b="1">
                <a:solidFill>
                  <a:srgbClr val="FF0000"/>
                </a:solidFill>
                <a:latin typeface="黑体"/>
                <a:cs typeface="黑体"/>
              </a:rPr>
              <a:t>）</a:t>
            </a:r>
            <a:r>
              <a:rPr dirty="0" sz="2400" spc="30" b="1">
                <a:solidFill>
                  <a:srgbClr val="FF0000"/>
                </a:solidFill>
                <a:latin typeface="黑体"/>
                <a:cs typeface="黑体"/>
              </a:rPr>
              <a:t> </a:t>
            </a:r>
            <a:r>
              <a:rPr dirty="0" sz="2400" spc="-10" b="1">
                <a:solidFill>
                  <a:srgbClr val="FF0000"/>
                </a:solidFill>
                <a:latin typeface="宋体"/>
                <a:cs typeface="宋体"/>
              </a:rPr>
              <a:t>--</a:t>
            </a:r>
            <a:r>
              <a:rPr dirty="0" sz="2400" spc="-30" b="1">
                <a:solidFill>
                  <a:srgbClr val="FF0000"/>
                </a:solidFill>
                <a:latin typeface="黑体"/>
                <a:cs typeface="黑体"/>
              </a:rPr>
              <a:t>对应于反相关</a:t>
            </a:r>
            <a:endParaRPr sz="2400">
              <a:latin typeface="黑体"/>
              <a:cs typeface="黑体"/>
            </a:endParaRPr>
          </a:p>
          <a:p>
            <a:pPr lvl="1" marL="624840" indent="-287655">
              <a:lnSpc>
                <a:spcPct val="100000"/>
              </a:lnSpc>
              <a:spcBef>
                <a:spcPts val="1725"/>
              </a:spcBef>
              <a:buClr>
                <a:srgbClr val="00AF50"/>
              </a:buClr>
              <a:buSzPct val="73684"/>
              <a:buFont typeface="Wingdings"/>
              <a:buChar char=""/>
              <a:tabLst>
                <a:tab pos="624840" algn="l"/>
                <a:tab pos="1600200" algn="l"/>
              </a:tabLst>
            </a:pPr>
            <a:r>
              <a:rPr dirty="0" sz="1900" spc="-10" b="1">
                <a:solidFill>
                  <a:srgbClr val="FF5CFF"/>
                </a:solidFill>
                <a:latin typeface="黑体"/>
                <a:cs typeface="黑体"/>
              </a:rPr>
              <a:t>指</a:t>
            </a:r>
            <a:r>
              <a:rPr dirty="0" sz="1900" b="1">
                <a:solidFill>
                  <a:srgbClr val="FF5CFF"/>
                </a:solidFill>
                <a:latin typeface="黑体"/>
                <a:cs typeface="黑体"/>
              </a:rPr>
              <a:t>令</a:t>
            </a:r>
            <a:r>
              <a:rPr dirty="0" sz="1900" spc="5" b="1">
                <a:solidFill>
                  <a:srgbClr val="FF5CFF"/>
                </a:solidFill>
                <a:latin typeface="黑体"/>
                <a:cs typeface="黑体"/>
              </a:rPr>
              <a:t> </a:t>
            </a:r>
            <a:r>
              <a:rPr dirty="0" sz="1900" spc="-50" b="1">
                <a:solidFill>
                  <a:srgbClr val="FF5CFF"/>
                </a:solidFill>
                <a:latin typeface="宋体"/>
                <a:cs typeface="宋体"/>
              </a:rPr>
              <a:t>j</a:t>
            </a:r>
            <a:r>
              <a:rPr dirty="0" sz="1900" b="1">
                <a:solidFill>
                  <a:srgbClr val="FF5CFF"/>
                </a:solidFill>
                <a:latin typeface="宋体"/>
                <a:cs typeface="宋体"/>
              </a:rPr>
              <a:t>	</a:t>
            </a:r>
            <a:r>
              <a:rPr dirty="0" sz="1900" spc="-10" b="1">
                <a:solidFill>
                  <a:srgbClr val="FF5CFF"/>
                </a:solidFill>
                <a:latin typeface="黑体"/>
                <a:cs typeface="黑体"/>
              </a:rPr>
              <a:t>的目的寄存器和指</a:t>
            </a:r>
            <a:r>
              <a:rPr dirty="0" sz="1900" b="1">
                <a:solidFill>
                  <a:srgbClr val="FF5CFF"/>
                </a:solidFill>
                <a:latin typeface="黑体"/>
                <a:cs typeface="黑体"/>
              </a:rPr>
              <a:t>令</a:t>
            </a:r>
            <a:r>
              <a:rPr dirty="0" sz="1900" spc="30" b="1">
                <a:solidFill>
                  <a:srgbClr val="FF5CFF"/>
                </a:solidFill>
                <a:latin typeface="黑体"/>
                <a:cs typeface="黑体"/>
              </a:rPr>
              <a:t> </a:t>
            </a:r>
            <a:r>
              <a:rPr dirty="0" sz="1900" b="1">
                <a:solidFill>
                  <a:srgbClr val="FF5CFF"/>
                </a:solidFill>
                <a:latin typeface="宋体"/>
                <a:cs typeface="宋体"/>
              </a:rPr>
              <a:t>i</a:t>
            </a:r>
            <a:r>
              <a:rPr dirty="0" sz="1900" spc="10" b="1">
                <a:solidFill>
                  <a:srgbClr val="FF5CFF"/>
                </a:solidFill>
                <a:latin typeface="宋体"/>
                <a:cs typeface="宋体"/>
              </a:rPr>
              <a:t> </a:t>
            </a:r>
            <a:r>
              <a:rPr dirty="0" sz="1900" spc="-10" b="1">
                <a:solidFill>
                  <a:srgbClr val="FF5CFF"/>
                </a:solidFill>
                <a:latin typeface="黑体"/>
                <a:cs typeface="黑体"/>
              </a:rPr>
              <a:t>的源操作数寄存器相同，</a:t>
            </a:r>
            <a:r>
              <a:rPr dirty="0" sz="1900" b="1">
                <a:solidFill>
                  <a:srgbClr val="FF5CFF"/>
                </a:solidFill>
                <a:latin typeface="黑体"/>
                <a:cs typeface="黑体"/>
              </a:rPr>
              <a:t>在</a:t>
            </a:r>
            <a:r>
              <a:rPr dirty="0" sz="1900" spc="50" b="1">
                <a:solidFill>
                  <a:srgbClr val="FF5CFF"/>
                </a:solidFill>
                <a:latin typeface="黑体"/>
                <a:cs typeface="黑体"/>
              </a:rPr>
              <a:t> </a:t>
            </a:r>
            <a:r>
              <a:rPr dirty="0" sz="1900" b="1">
                <a:solidFill>
                  <a:srgbClr val="9933FF"/>
                </a:solidFill>
                <a:latin typeface="宋体"/>
                <a:cs typeface="宋体"/>
              </a:rPr>
              <a:t>i</a:t>
            </a:r>
            <a:r>
              <a:rPr dirty="0" sz="1900" spc="10" b="1">
                <a:solidFill>
                  <a:srgbClr val="9933FF"/>
                </a:solidFill>
                <a:latin typeface="宋体"/>
                <a:cs typeface="宋体"/>
              </a:rPr>
              <a:t> </a:t>
            </a:r>
            <a:r>
              <a:rPr dirty="0" sz="1900" spc="-10" b="1">
                <a:solidFill>
                  <a:srgbClr val="FF5CFF"/>
                </a:solidFill>
                <a:latin typeface="黑体"/>
                <a:cs typeface="黑体"/>
              </a:rPr>
              <a:t>读之前</a:t>
            </a:r>
            <a:r>
              <a:rPr dirty="0" sz="1900" b="1">
                <a:solidFill>
                  <a:srgbClr val="FF5CFF"/>
                </a:solidFill>
                <a:latin typeface="黑体"/>
                <a:cs typeface="黑体"/>
              </a:rPr>
              <a:t>，</a:t>
            </a:r>
            <a:r>
              <a:rPr dirty="0" sz="1900" b="1">
                <a:solidFill>
                  <a:srgbClr val="9933FF"/>
                </a:solidFill>
                <a:latin typeface="宋体"/>
                <a:cs typeface="宋体"/>
              </a:rPr>
              <a:t>j</a:t>
            </a:r>
            <a:r>
              <a:rPr dirty="0" sz="1900" spc="20" b="1">
                <a:solidFill>
                  <a:srgbClr val="9933FF"/>
                </a:solidFill>
                <a:latin typeface="宋体"/>
                <a:cs typeface="宋体"/>
              </a:rPr>
              <a:t> </a:t>
            </a:r>
            <a:r>
              <a:rPr dirty="0" sz="1900" spc="-10" b="1">
                <a:solidFill>
                  <a:srgbClr val="FF5CFF"/>
                </a:solidFill>
                <a:latin typeface="黑体"/>
                <a:cs typeface="黑体"/>
              </a:rPr>
              <a:t>先写</a:t>
            </a:r>
            <a:r>
              <a:rPr dirty="0" sz="1900" spc="-50" b="1">
                <a:solidFill>
                  <a:srgbClr val="FF5CFF"/>
                </a:solidFill>
                <a:latin typeface="黑体"/>
                <a:cs typeface="黑体"/>
              </a:rPr>
              <a:t>。</a:t>
            </a:r>
            <a:endParaRPr sz="1900">
              <a:latin typeface="黑体"/>
              <a:cs typeface="黑体"/>
            </a:endParaRPr>
          </a:p>
          <a:p>
            <a:pPr marL="1042669">
              <a:lnSpc>
                <a:spcPct val="100000"/>
              </a:lnSpc>
              <a:spcBef>
                <a:spcPts val="1655"/>
              </a:spcBef>
              <a:tabLst>
                <a:tab pos="4239895" algn="l"/>
              </a:tabLst>
            </a:pPr>
            <a:r>
              <a:rPr dirty="0" sz="2000" b="1">
                <a:solidFill>
                  <a:srgbClr val="9933FF"/>
                </a:solidFill>
                <a:latin typeface="宋体"/>
                <a:cs typeface="宋体"/>
              </a:rPr>
              <a:t>i</a:t>
            </a:r>
            <a:r>
              <a:rPr dirty="0" sz="2000" spc="-15" b="1">
                <a:solidFill>
                  <a:srgbClr val="9933FF"/>
                </a:solidFill>
                <a:latin typeface="宋体"/>
                <a:cs typeface="宋体"/>
              </a:rPr>
              <a:t> </a:t>
            </a:r>
            <a:r>
              <a:rPr dirty="0" sz="2000" b="1">
                <a:solidFill>
                  <a:srgbClr val="00AFEF"/>
                </a:solidFill>
                <a:latin typeface="黑体"/>
                <a:cs typeface="黑体"/>
              </a:rPr>
              <a:t>读出</a:t>
            </a:r>
            <a:r>
              <a:rPr dirty="0" sz="2000" spc="-10" b="1">
                <a:solidFill>
                  <a:srgbClr val="00AFEF"/>
                </a:solidFill>
                <a:latin typeface="黑体"/>
                <a:cs typeface="黑体"/>
              </a:rPr>
              <a:t>的内</a:t>
            </a:r>
            <a:r>
              <a:rPr dirty="0" sz="2000" spc="-20" b="1">
                <a:solidFill>
                  <a:srgbClr val="00AFEF"/>
                </a:solidFill>
                <a:latin typeface="黑体"/>
                <a:cs typeface="黑体"/>
              </a:rPr>
              <a:t>容</a:t>
            </a:r>
            <a:r>
              <a:rPr dirty="0" sz="2000" spc="-10" b="1">
                <a:solidFill>
                  <a:srgbClr val="00AFEF"/>
                </a:solidFill>
                <a:latin typeface="黑体"/>
                <a:cs typeface="黑体"/>
              </a:rPr>
              <a:t>是错</a:t>
            </a:r>
            <a:r>
              <a:rPr dirty="0" sz="2000" spc="-20" b="1">
                <a:solidFill>
                  <a:srgbClr val="00AFEF"/>
                </a:solidFill>
                <a:latin typeface="黑体"/>
                <a:cs typeface="黑体"/>
              </a:rPr>
              <a:t>误</a:t>
            </a:r>
            <a:r>
              <a:rPr dirty="0" sz="2000" spc="-10" b="1">
                <a:solidFill>
                  <a:srgbClr val="00AFEF"/>
                </a:solidFill>
                <a:latin typeface="黑体"/>
                <a:cs typeface="黑体"/>
              </a:rPr>
              <a:t>的</a:t>
            </a:r>
            <a:r>
              <a:rPr dirty="0" sz="2000" spc="-50" b="1">
                <a:solidFill>
                  <a:srgbClr val="00AFEF"/>
                </a:solidFill>
                <a:latin typeface="黑体"/>
                <a:cs typeface="黑体"/>
              </a:rPr>
              <a:t>！</a:t>
            </a:r>
            <a:r>
              <a:rPr dirty="0" sz="2000" b="1">
                <a:solidFill>
                  <a:srgbClr val="00AFEF"/>
                </a:solidFill>
                <a:latin typeface="黑体"/>
                <a:cs typeface="黑体"/>
              </a:rPr>
              <a:t>	由反</a:t>
            </a:r>
            <a:r>
              <a:rPr dirty="0" sz="2000" spc="-10" b="1">
                <a:solidFill>
                  <a:srgbClr val="00AFEF"/>
                </a:solidFill>
                <a:latin typeface="黑体"/>
                <a:cs typeface="黑体"/>
              </a:rPr>
              <a:t>相关引</a:t>
            </a:r>
            <a:r>
              <a:rPr dirty="0" sz="2000" spc="-20" b="1">
                <a:solidFill>
                  <a:srgbClr val="00AFEF"/>
                </a:solidFill>
                <a:latin typeface="黑体"/>
                <a:cs typeface="黑体"/>
              </a:rPr>
              <a:t>起</a:t>
            </a:r>
            <a:r>
              <a:rPr dirty="0" sz="2000" spc="-50" b="1">
                <a:solidFill>
                  <a:srgbClr val="00AFEF"/>
                </a:solidFill>
                <a:latin typeface="黑体"/>
                <a:cs typeface="黑体"/>
              </a:rPr>
              <a:t>。</a:t>
            </a:r>
            <a:endParaRPr sz="2000">
              <a:latin typeface="黑体"/>
              <a:cs typeface="黑体"/>
            </a:endParaRPr>
          </a:p>
        </p:txBody>
      </p:sp>
      <p:sp>
        <p:nvSpPr>
          <p:cNvPr id="10" name="object 10" descr=""/>
          <p:cNvSpPr txBox="1"/>
          <p:nvPr/>
        </p:nvSpPr>
        <p:spPr>
          <a:xfrm>
            <a:off x="569468" y="3757929"/>
            <a:ext cx="5172075" cy="436880"/>
          </a:xfrm>
          <a:prstGeom prst="rect">
            <a:avLst/>
          </a:prstGeom>
        </p:spPr>
        <p:txBody>
          <a:bodyPr wrap="square" lIns="0" tIns="12700" rIns="0" bIns="0" rtlCol="0" vert="horz">
            <a:spAutoFit/>
          </a:bodyPr>
          <a:lstStyle/>
          <a:p>
            <a:pPr marL="12700">
              <a:lnSpc>
                <a:spcPct val="100000"/>
              </a:lnSpc>
              <a:spcBef>
                <a:spcPts val="100"/>
              </a:spcBef>
            </a:pPr>
            <a:r>
              <a:rPr dirty="0" sz="2700" spc="-5">
                <a:solidFill>
                  <a:srgbClr val="E14B04"/>
                </a:solidFill>
                <a:latin typeface="黑体"/>
                <a:cs typeface="黑体"/>
              </a:rPr>
              <a:t>读后写冲突在流水线中发生条件：</a:t>
            </a:r>
            <a:endParaRPr sz="2700">
              <a:latin typeface="黑体"/>
              <a:cs typeface="黑体"/>
            </a:endParaRPr>
          </a:p>
        </p:txBody>
      </p:sp>
      <p:sp>
        <p:nvSpPr>
          <p:cNvPr id="11" name="object 11" descr=""/>
          <p:cNvSpPr txBox="1"/>
          <p:nvPr/>
        </p:nvSpPr>
        <p:spPr>
          <a:xfrm>
            <a:off x="830072" y="4398009"/>
            <a:ext cx="7101840" cy="314960"/>
          </a:xfrm>
          <a:prstGeom prst="rect">
            <a:avLst/>
          </a:prstGeom>
        </p:spPr>
        <p:txBody>
          <a:bodyPr wrap="square" lIns="0" tIns="12065" rIns="0" bIns="0" rtlCol="0" vert="horz">
            <a:spAutoFit/>
          </a:bodyPr>
          <a:lstStyle/>
          <a:p>
            <a:pPr marL="300355" indent="-287655">
              <a:lnSpc>
                <a:spcPct val="100000"/>
              </a:lnSpc>
              <a:spcBef>
                <a:spcPts val="95"/>
              </a:spcBef>
              <a:buClr>
                <a:srgbClr val="00AF50"/>
              </a:buClr>
              <a:buSzPct val="73684"/>
              <a:buFont typeface="Wingdings"/>
              <a:buChar char=""/>
              <a:tabLst>
                <a:tab pos="300355" algn="l"/>
              </a:tabLst>
            </a:pPr>
            <a:r>
              <a:rPr dirty="0" sz="1900" spc="-25" b="1">
                <a:solidFill>
                  <a:srgbClr val="FF5CFF"/>
                </a:solidFill>
                <a:latin typeface="黑体"/>
                <a:cs typeface="黑体"/>
              </a:rPr>
              <a:t>有些指令的写结果操作提前了，而且有些指令的读操作滞后了；</a:t>
            </a:r>
            <a:endParaRPr sz="1900">
              <a:latin typeface="黑体"/>
              <a:cs typeface="黑体"/>
            </a:endParaRPr>
          </a:p>
        </p:txBody>
      </p:sp>
      <p:sp>
        <p:nvSpPr>
          <p:cNvPr id="12" name="object 12" descr=""/>
          <p:cNvSpPr txBox="1"/>
          <p:nvPr/>
        </p:nvSpPr>
        <p:spPr>
          <a:xfrm>
            <a:off x="830072" y="4889957"/>
            <a:ext cx="2494280" cy="314960"/>
          </a:xfrm>
          <a:prstGeom prst="rect">
            <a:avLst/>
          </a:prstGeom>
        </p:spPr>
        <p:txBody>
          <a:bodyPr wrap="square" lIns="0" tIns="12065" rIns="0" bIns="0" rtlCol="0" vert="horz">
            <a:spAutoFit/>
          </a:bodyPr>
          <a:lstStyle/>
          <a:p>
            <a:pPr marL="300355" indent="-287655">
              <a:lnSpc>
                <a:spcPct val="100000"/>
              </a:lnSpc>
              <a:spcBef>
                <a:spcPts val="95"/>
              </a:spcBef>
              <a:buClr>
                <a:srgbClr val="00AF50"/>
              </a:buClr>
              <a:buSzPct val="73684"/>
              <a:buFont typeface="Wingdings"/>
              <a:buChar char=""/>
              <a:tabLst>
                <a:tab pos="300355" algn="l"/>
              </a:tabLst>
            </a:pPr>
            <a:r>
              <a:rPr dirty="0" sz="1900" spc="-25" b="1">
                <a:solidFill>
                  <a:srgbClr val="FF5CFF"/>
                </a:solidFill>
                <a:latin typeface="黑体"/>
                <a:cs typeface="黑体"/>
              </a:rPr>
              <a:t>指令被重新排序了。</a:t>
            </a:r>
            <a:endParaRPr sz="1900">
              <a:latin typeface="黑体"/>
              <a:cs typeface="黑体"/>
            </a:endParaRPr>
          </a:p>
        </p:txBody>
      </p:sp>
      <p:sp>
        <p:nvSpPr>
          <p:cNvPr id="13" name="object 13" descr=""/>
          <p:cNvSpPr txBox="1"/>
          <p:nvPr/>
        </p:nvSpPr>
        <p:spPr>
          <a:xfrm>
            <a:off x="7548753" y="3856990"/>
            <a:ext cx="13970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例如：</a:t>
            </a:r>
            <a:r>
              <a:rPr dirty="0" sz="2400" spc="-25">
                <a:solidFill>
                  <a:srgbClr val="40458B"/>
                </a:solidFill>
                <a:latin typeface="宋体"/>
                <a:cs typeface="宋体"/>
              </a:rPr>
              <a:t>i</a:t>
            </a:r>
            <a:r>
              <a:rPr dirty="0" sz="2400" spc="-25">
                <a:solidFill>
                  <a:srgbClr val="40458B"/>
                </a:solidFill>
                <a:latin typeface="黑体"/>
                <a:cs typeface="黑体"/>
              </a:rPr>
              <a:t>：</a:t>
            </a:r>
            <a:endParaRPr sz="2400">
              <a:latin typeface="黑体"/>
              <a:cs typeface="黑体"/>
            </a:endParaRPr>
          </a:p>
        </p:txBody>
      </p:sp>
      <p:sp>
        <p:nvSpPr>
          <p:cNvPr id="14" name="object 14" descr=""/>
          <p:cNvSpPr txBox="1"/>
          <p:nvPr/>
        </p:nvSpPr>
        <p:spPr>
          <a:xfrm>
            <a:off x="8463153" y="3674597"/>
            <a:ext cx="2921635" cy="1122680"/>
          </a:xfrm>
          <a:prstGeom prst="rect">
            <a:avLst/>
          </a:prstGeom>
        </p:spPr>
        <p:txBody>
          <a:bodyPr wrap="square" lIns="0" tIns="12065" rIns="0" bIns="0" rtlCol="0" vert="horz">
            <a:spAutoFit/>
          </a:bodyPr>
          <a:lstStyle/>
          <a:p>
            <a:pPr marL="12700" marR="5080" indent="762000">
              <a:lnSpc>
                <a:spcPct val="150000"/>
              </a:lnSpc>
              <a:spcBef>
                <a:spcPts val="95"/>
              </a:spcBef>
              <a:tabLst>
                <a:tab pos="774065" algn="l"/>
                <a:tab pos="1536065" algn="l"/>
              </a:tabLst>
            </a:pPr>
            <a:r>
              <a:rPr dirty="0" sz="2400" spc="-20">
                <a:solidFill>
                  <a:srgbClr val="40458B"/>
                </a:solidFill>
                <a:latin typeface="宋体"/>
                <a:cs typeface="宋体"/>
              </a:rPr>
              <a:t>DADD</a:t>
            </a:r>
            <a:r>
              <a:rPr dirty="0" sz="2400">
                <a:solidFill>
                  <a:srgbClr val="40458B"/>
                </a:solidFill>
                <a:latin typeface="宋体"/>
                <a:cs typeface="宋体"/>
              </a:rPr>
              <a:t>	</a:t>
            </a:r>
            <a:r>
              <a:rPr dirty="0" sz="2400" spc="-10">
                <a:solidFill>
                  <a:srgbClr val="40458B"/>
                </a:solidFill>
                <a:latin typeface="宋体"/>
                <a:cs typeface="宋体"/>
              </a:rPr>
              <a:t>R2</a:t>
            </a:r>
            <a:r>
              <a:rPr dirty="0" sz="2400" spc="-10">
                <a:solidFill>
                  <a:srgbClr val="FF0000"/>
                </a:solidFill>
                <a:latin typeface="宋体"/>
                <a:cs typeface="宋体"/>
              </a:rPr>
              <a:t>,R1</a:t>
            </a:r>
            <a:r>
              <a:rPr dirty="0" sz="2400" spc="-10">
                <a:solidFill>
                  <a:srgbClr val="40458B"/>
                </a:solidFill>
                <a:latin typeface="宋体"/>
                <a:cs typeface="宋体"/>
              </a:rPr>
              <a:t>,R3 </a:t>
            </a:r>
            <a:r>
              <a:rPr dirty="0" sz="2400" spc="-25">
                <a:solidFill>
                  <a:srgbClr val="40458B"/>
                </a:solidFill>
                <a:latin typeface="宋体"/>
                <a:cs typeface="宋体"/>
              </a:rPr>
              <a:t>j:</a:t>
            </a:r>
            <a:r>
              <a:rPr dirty="0" sz="2400">
                <a:solidFill>
                  <a:srgbClr val="40458B"/>
                </a:solidFill>
                <a:latin typeface="宋体"/>
                <a:cs typeface="宋体"/>
              </a:rPr>
              <a:t>	DDIV</a:t>
            </a:r>
            <a:r>
              <a:rPr dirty="0" sz="2400" spc="-15">
                <a:solidFill>
                  <a:srgbClr val="40458B"/>
                </a:solidFill>
                <a:latin typeface="宋体"/>
                <a:cs typeface="宋体"/>
              </a:rPr>
              <a:t> </a:t>
            </a:r>
            <a:r>
              <a:rPr dirty="0" sz="2400">
                <a:solidFill>
                  <a:srgbClr val="FF0000"/>
                </a:solidFill>
                <a:latin typeface="宋体"/>
                <a:cs typeface="宋体"/>
              </a:rPr>
              <a:t>R1</a:t>
            </a:r>
            <a:r>
              <a:rPr dirty="0" sz="2400">
                <a:solidFill>
                  <a:srgbClr val="40458B"/>
                </a:solidFill>
                <a:latin typeface="宋体"/>
                <a:cs typeface="宋体"/>
              </a:rPr>
              <a:t>,</a:t>
            </a:r>
            <a:r>
              <a:rPr dirty="0" sz="2400" spc="-15">
                <a:solidFill>
                  <a:srgbClr val="40458B"/>
                </a:solidFill>
                <a:latin typeface="宋体"/>
                <a:cs typeface="宋体"/>
              </a:rPr>
              <a:t> </a:t>
            </a:r>
            <a:r>
              <a:rPr dirty="0" sz="2400" spc="-20">
                <a:solidFill>
                  <a:srgbClr val="40458B"/>
                </a:solidFill>
                <a:latin typeface="宋体"/>
                <a:cs typeface="宋体"/>
              </a:rPr>
              <a:t>R4</a:t>
            </a:r>
            <a:r>
              <a:rPr dirty="0" sz="2400" spc="-20">
                <a:solidFill>
                  <a:srgbClr val="006FC0"/>
                </a:solidFill>
                <a:latin typeface="宋体"/>
                <a:cs typeface="宋体"/>
              </a:rPr>
              <a:t>,</a:t>
            </a:r>
            <a:r>
              <a:rPr dirty="0" sz="2400" spc="-20">
                <a:solidFill>
                  <a:srgbClr val="40458B"/>
                </a:solidFill>
                <a:latin typeface="宋体"/>
                <a:cs typeface="宋体"/>
              </a:rPr>
              <a:t>R3</a:t>
            </a:r>
            <a:endParaRPr sz="2400">
              <a:latin typeface="宋体"/>
              <a:cs typeface="宋体"/>
            </a:endParaRPr>
          </a:p>
        </p:txBody>
      </p:sp>
      <p:sp>
        <p:nvSpPr>
          <p:cNvPr id="15" name="object 15" descr=""/>
          <p:cNvSpPr txBox="1"/>
          <p:nvPr/>
        </p:nvSpPr>
        <p:spPr>
          <a:xfrm>
            <a:off x="7396353" y="4936363"/>
            <a:ext cx="4857115"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FF0000"/>
                </a:solidFill>
                <a:latin typeface="黑体"/>
                <a:cs typeface="黑体"/>
              </a:rPr>
              <a:t>结果：</a:t>
            </a:r>
            <a:r>
              <a:rPr dirty="0" sz="2000" spc="-10">
                <a:solidFill>
                  <a:srgbClr val="40458B"/>
                </a:solidFill>
                <a:latin typeface="黑体"/>
                <a:cs typeface="黑体"/>
              </a:rPr>
              <a:t>先执行了</a:t>
            </a:r>
            <a:r>
              <a:rPr dirty="0" sz="2000" spc="-10">
                <a:solidFill>
                  <a:srgbClr val="40458B"/>
                </a:solidFill>
                <a:latin typeface="宋体"/>
                <a:cs typeface="宋体"/>
              </a:rPr>
              <a:t>j</a:t>
            </a:r>
            <a:r>
              <a:rPr dirty="0" sz="2000" spc="-10">
                <a:solidFill>
                  <a:srgbClr val="40458B"/>
                </a:solidFill>
                <a:latin typeface="黑体"/>
                <a:cs typeface="黑体"/>
              </a:rPr>
              <a:t>指令，写了</a:t>
            </a:r>
            <a:r>
              <a:rPr dirty="0" sz="2000" spc="-10">
                <a:solidFill>
                  <a:srgbClr val="40458B"/>
                </a:solidFill>
                <a:latin typeface="宋体"/>
                <a:cs typeface="宋体"/>
              </a:rPr>
              <a:t>R1</a:t>
            </a:r>
            <a:r>
              <a:rPr dirty="0" sz="2000" spc="-10">
                <a:solidFill>
                  <a:srgbClr val="40458B"/>
                </a:solidFill>
                <a:latin typeface="黑体"/>
                <a:cs typeface="黑体"/>
              </a:rPr>
              <a:t>，结果</a:t>
            </a:r>
            <a:r>
              <a:rPr dirty="0" sz="2000" spc="-10">
                <a:solidFill>
                  <a:srgbClr val="40458B"/>
                </a:solidFill>
                <a:latin typeface="宋体"/>
                <a:cs typeface="宋体"/>
              </a:rPr>
              <a:t>i</a:t>
            </a:r>
            <a:r>
              <a:rPr dirty="0" sz="2000" spc="-25">
                <a:solidFill>
                  <a:srgbClr val="40458B"/>
                </a:solidFill>
                <a:latin typeface="黑体"/>
                <a:cs typeface="黑体"/>
              </a:rPr>
              <a:t>指令</a:t>
            </a:r>
            <a:endParaRPr sz="2000">
              <a:latin typeface="黑体"/>
              <a:cs typeface="黑体"/>
            </a:endParaRPr>
          </a:p>
        </p:txBody>
      </p:sp>
      <p:sp>
        <p:nvSpPr>
          <p:cNvPr id="16" name="object 16" descr=""/>
          <p:cNvSpPr txBox="1"/>
          <p:nvPr/>
        </p:nvSpPr>
        <p:spPr>
          <a:xfrm>
            <a:off x="7684389" y="5393537"/>
            <a:ext cx="4349750" cy="330835"/>
          </a:xfrm>
          <a:prstGeom prst="rect">
            <a:avLst/>
          </a:prstGeom>
        </p:spPr>
        <p:txBody>
          <a:bodyPr wrap="square" lIns="0" tIns="12700" rIns="0" bIns="0" rtlCol="0" vert="horz">
            <a:spAutoFit/>
          </a:bodyPr>
          <a:lstStyle/>
          <a:p>
            <a:pPr marL="12700">
              <a:lnSpc>
                <a:spcPct val="100000"/>
              </a:lnSpc>
              <a:spcBef>
                <a:spcPts val="100"/>
              </a:spcBef>
            </a:pPr>
            <a:r>
              <a:rPr dirty="0" sz="2000" spc="-5">
                <a:solidFill>
                  <a:srgbClr val="40458B"/>
                </a:solidFill>
                <a:latin typeface="黑体"/>
                <a:cs typeface="黑体"/>
              </a:rPr>
              <a:t>读了修改后的</a:t>
            </a:r>
            <a:r>
              <a:rPr dirty="0" sz="2000" spc="-10">
                <a:solidFill>
                  <a:srgbClr val="40458B"/>
                </a:solidFill>
                <a:latin typeface="宋体"/>
                <a:cs typeface="宋体"/>
              </a:rPr>
              <a:t>R1</a:t>
            </a:r>
            <a:r>
              <a:rPr dirty="0" sz="2000" spc="-10">
                <a:solidFill>
                  <a:srgbClr val="40458B"/>
                </a:solidFill>
                <a:latin typeface="黑体"/>
                <a:cs typeface="黑体"/>
              </a:rPr>
              <a:t>，使得</a:t>
            </a:r>
            <a:r>
              <a:rPr dirty="0" sz="2000" spc="-10">
                <a:solidFill>
                  <a:srgbClr val="40458B"/>
                </a:solidFill>
                <a:latin typeface="宋体"/>
                <a:cs typeface="宋体"/>
              </a:rPr>
              <a:t>R2</a:t>
            </a:r>
            <a:r>
              <a:rPr dirty="0" sz="2000" spc="-15">
                <a:solidFill>
                  <a:srgbClr val="40458B"/>
                </a:solidFill>
                <a:latin typeface="黑体"/>
                <a:cs typeface="黑体"/>
              </a:rPr>
              <a:t>产生错误结果</a:t>
            </a:r>
            <a:endParaRPr sz="2000">
              <a:latin typeface="黑体"/>
              <a:cs typeface="黑体"/>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139/154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42391" y="1074801"/>
            <a:ext cx="11446510" cy="4037965"/>
          </a:xfrm>
          <a:prstGeom prst="rect">
            <a:avLst/>
          </a:prstGeom>
        </p:spPr>
        <p:txBody>
          <a:bodyPr wrap="square" lIns="0" tIns="13335" rIns="0" bIns="0" rtlCol="0" vert="horz">
            <a:spAutoFit/>
          </a:bodyPr>
          <a:lstStyle/>
          <a:p>
            <a:pPr marL="12700">
              <a:lnSpc>
                <a:spcPct val="100000"/>
              </a:lnSpc>
              <a:spcBef>
                <a:spcPts val="105"/>
              </a:spcBef>
            </a:pPr>
            <a:r>
              <a:rPr dirty="0" sz="3200" spc="-10">
                <a:solidFill>
                  <a:srgbClr val="FF0000"/>
                </a:solidFill>
                <a:latin typeface="黑体"/>
                <a:cs typeface="黑体"/>
              </a:rPr>
              <a:t>数据相关减少或解决办法</a:t>
            </a:r>
            <a:r>
              <a:rPr dirty="0" sz="3200">
                <a:solidFill>
                  <a:srgbClr val="FF0000"/>
                </a:solidFill>
                <a:latin typeface="Tahoma"/>
                <a:cs typeface="Tahoma"/>
              </a:rPr>
              <a:t>---</a:t>
            </a:r>
            <a:r>
              <a:rPr dirty="0" sz="3200" spc="-20">
                <a:solidFill>
                  <a:srgbClr val="FF09FF"/>
                </a:solidFill>
                <a:latin typeface="黑体"/>
                <a:cs typeface="黑体"/>
              </a:rPr>
              <a:t>定向技术，指令调度、需要停顿解决</a:t>
            </a:r>
            <a:endParaRPr sz="3200">
              <a:latin typeface="黑体"/>
              <a:cs typeface="黑体"/>
            </a:endParaRPr>
          </a:p>
          <a:p>
            <a:pPr marL="751205" indent="-457200">
              <a:lnSpc>
                <a:spcPct val="100000"/>
              </a:lnSpc>
              <a:spcBef>
                <a:spcPts val="2185"/>
              </a:spcBef>
              <a:buSzPct val="89583"/>
              <a:buFont typeface="Wingdings"/>
              <a:buChar char=""/>
              <a:tabLst>
                <a:tab pos="751205" algn="l"/>
              </a:tabLst>
            </a:pPr>
            <a:r>
              <a:rPr dirty="0" sz="2400">
                <a:solidFill>
                  <a:srgbClr val="40458B"/>
                </a:solidFill>
                <a:latin typeface="黑体"/>
                <a:cs typeface="黑体"/>
              </a:rPr>
              <a:t>通过</a:t>
            </a:r>
            <a:r>
              <a:rPr dirty="0" sz="2400">
                <a:solidFill>
                  <a:srgbClr val="FF0000"/>
                </a:solidFill>
                <a:latin typeface="黑体"/>
                <a:cs typeface="黑体"/>
              </a:rPr>
              <a:t>定向技术</a:t>
            </a:r>
            <a:r>
              <a:rPr dirty="0" sz="2400" spc="-10">
                <a:solidFill>
                  <a:srgbClr val="FF0000"/>
                </a:solidFill>
                <a:latin typeface="黑体"/>
                <a:cs typeface="黑体"/>
              </a:rPr>
              <a:t>（</a:t>
            </a:r>
            <a:r>
              <a:rPr dirty="0" sz="2400" spc="-10">
                <a:solidFill>
                  <a:srgbClr val="FF0000"/>
                </a:solidFill>
                <a:latin typeface="Tahoma"/>
                <a:cs typeface="Tahoma"/>
              </a:rPr>
              <a:t>forwarding</a:t>
            </a:r>
            <a:r>
              <a:rPr dirty="0" sz="2400" spc="-10">
                <a:solidFill>
                  <a:srgbClr val="FF0000"/>
                </a:solidFill>
                <a:latin typeface="黑体"/>
                <a:cs typeface="黑体"/>
              </a:rPr>
              <a:t>）</a:t>
            </a:r>
            <a:r>
              <a:rPr dirty="0" sz="2400" spc="-5">
                <a:solidFill>
                  <a:srgbClr val="40458B"/>
                </a:solidFill>
                <a:latin typeface="黑体"/>
                <a:cs typeface="黑体"/>
              </a:rPr>
              <a:t>减少数据冲突引起的停顿</a:t>
            </a:r>
            <a:endParaRPr sz="2400">
              <a:latin typeface="黑体"/>
              <a:cs typeface="黑体"/>
            </a:endParaRPr>
          </a:p>
          <a:p>
            <a:pPr marL="643255">
              <a:lnSpc>
                <a:spcPct val="100000"/>
              </a:lnSpc>
              <a:spcBef>
                <a:spcPts val="1775"/>
              </a:spcBef>
            </a:pPr>
            <a:r>
              <a:rPr dirty="0" sz="2000" spc="-10" b="1">
                <a:solidFill>
                  <a:srgbClr val="00AFEF"/>
                </a:solidFill>
                <a:latin typeface="黑体"/>
                <a:cs typeface="黑体"/>
              </a:rPr>
              <a:t>（</a:t>
            </a:r>
            <a:r>
              <a:rPr dirty="0" sz="2000" spc="-20" b="1">
                <a:solidFill>
                  <a:srgbClr val="00AFEF"/>
                </a:solidFill>
                <a:latin typeface="黑体"/>
                <a:cs typeface="黑体"/>
              </a:rPr>
              <a:t>定向技术也称为</a:t>
            </a:r>
            <a:r>
              <a:rPr dirty="0" sz="2000" spc="-20" b="1">
                <a:solidFill>
                  <a:srgbClr val="FF0000"/>
                </a:solidFill>
                <a:latin typeface="黑体"/>
                <a:cs typeface="黑体"/>
              </a:rPr>
              <a:t>旁路、短路bypass</a:t>
            </a:r>
            <a:r>
              <a:rPr dirty="0" sz="2000" spc="-15" b="1">
                <a:solidFill>
                  <a:srgbClr val="FF0000"/>
                </a:solidFill>
                <a:latin typeface="黑体"/>
                <a:cs typeface="黑体"/>
              </a:rPr>
              <a:t>或转发</a:t>
            </a:r>
            <a:r>
              <a:rPr dirty="0" sz="2000" spc="-50" b="1">
                <a:solidFill>
                  <a:srgbClr val="00AFEF"/>
                </a:solidFill>
                <a:latin typeface="黑体"/>
                <a:cs typeface="黑体"/>
              </a:rPr>
              <a:t>）</a:t>
            </a:r>
            <a:endParaRPr sz="2000">
              <a:latin typeface="黑体"/>
              <a:cs typeface="黑体"/>
            </a:endParaRPr>
          </a:p>
          <a:p>
            <a:pPr>
              <a:lnSpc>
                <a:spcPct val="100000"/>
              </a:lnSpc>
            </a:pPr>
            <a:endParaRPr sz="2000">
              <a:latin typeface="黑体"/>
              <a:cs typeface="黑体"/>
            </a:endParaRPr>
          </a:p>
          <a:p>
            <a:pPr>
              <a:lnSpc>
                <a:spcPct val="100000"/>
              </a:lnSpc>
              <a:spcBef>
                <a:spcPts val="340"/>
              </a:spcBef>
            </a:pPr>
            <a:endParaRPr sz="2000">
              <a:latin typeface="黑体"/>
              <a:cs typeface="黑体"/>
            </a:endParaRPr>
          </a:p>
          <a:p>
            <a:pPr marL="149225" marR="203835" indent="-8255">
              <a:lnSpc>
                <a:spcPct val="150000"/>
              </a:lnSpc>
              <a:buSzPct val="95833"/>
              <a:buFont typeface="Arial"/>
              <a:buChar char="•"/>
              <a:tabLst>
                <a:tab pos="255270" algn="l"/>
              </a:tabLst>
            </a:pPr>
            <a:r>
              <a:rPr dirty="0" sz="2400">
                <a:solidFill>
                  <a:srgbClr val="FF0000"/>
                </a:solidFill>
                <a:latin typeface="黑体"/>
                <a:cs typeface="黑体"/>
              </a:rPr>
              <a:t>	</a:t>
            </a:r>
            <a:r>
              <a:rPr dirty="0" sz="2400">
                <a:solidFill>
                  <a:srgbClr val="FF0000"/>
                </a:solidFill>
                <a:latin typeface="黑体"/>
                <a:cs typeface="黑体"/>
              </a:rPr>
              <a:t>定向技术主要思想</a:t>
            </a:r>
            <a:r>
              <a:rPr dirty="0" sz="2400">
                <a:solidFill>
                  <a:srgbClr val="40458B"/>
                </a:solidFill>
                <a:latin typeface="黑体"/>
                <a:cs typeface="黑体"/>
              </a:rPr>
              <a:t>：在计算结果尚未出来之前，后面等待使用该结果的指令</a:t>
            </a:r>
            <a:r>
              <a:rPr dirty="0" sz="2400" spc="-35" b="1">
                <a:solidFill>
                  <a:srgbClr val="40458B"/>
                </a:solidFill>
                <a:latin typeface="黑体"/>
                <a:cs typeface="黑体"/>
              </a:rPr>
              <a:t>并不真</a:t>
            </a:r>
            <a:r>
              <a:rPr dirty="0" sz="2400" spc="-25" b="1">
                <a:solidFill>
                  <a:srgbClr val="40458B"/>
                </a:solidFill>
                <a:latin typeface="黑体"/>
                <a:cs typeface="黑体"/>
              </a:rPr>
              <a:t>正立即需要该计算结果</a:t>
            </a:r>
            <a:r>
              <a:rPr dirty="0" sz="2400" spc="-10">
                <a:solidFill>
                  <a:srgbClr val="40458B"/>
                </a:solidFill>
                <a:latin typeface="黑体"/>
                <a:cs typeface="黑体"/>
              </a:rPr>
              <a:t>，如果能够将该计算结果</a:t>
            </a:r>
            <a:r>
              <a:rPr dirty="0" u="sng" sz="2400" spc="-10">
                <a:solidFill>
                  <a:srgbClr val="40458B"/>
                </a:solidFill>
                <a:uFill>
                  <a:solidFill>
                    <a:srgbClr val="40458B"/>
                  </a:solidFill>
                </a:uFill>
                <a:latin typeface="黑体"/>
                <a:cs typeface="黑体"/>
              </a:rPr>
              <a:t>从其产生的地方</a:t>
            </a:r>
            <a:r>
              <a:rPr dirty="0" u="none" sz="2400" spc="-15">
                <a:solidFill>
                  <a:srgbClr val="40458B"/>
                </a:solidFill>
                <a:latin typeface="黑体"/>
                <a:cs typeface="黑体"/>
              </a:rPr>
              <a:t>直接送到其它指令</a:t>
            </a:r>
            <a:r>
              <a:rPr dirty="0" u="sng" sz="2400" spc="-5">
                <a:solidFill>
                  <a:srgbClr val="40458B"/>
                </a:solidFill>
                <a:uFill>
                  <a:solidFill>
                    <a:srgbClr val="40458B"/>
                  </a:solidFill>
                </a:uFill>
                <a:latin typeface="黑体"/>
                <a:cs typeface="黑体"/>
              </a:rPr>
              <a:t>需要它的地方</a:t>
            </a:r>
            <a:r>
              <a:rPr dirty="0" u="none" sz="2400" spc="-5">
                <a:solidFill>
                  <a:srgbClr val="40458B"/>
                </a:solidFill>
                <a:latin typeface="黑体"/>
                <a:cs typeface="黑体"/>
              </a:rPr>
              <a:t>，那么就可以避免停顿。</a:t>
            </a:r>
            <a:endParaRPr sz="2400">
              <a:latin typeface="黑体"/>
              <a:cs typeface="黑体"/>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8" name="object 8" descr=""/>
          <p:cNvGrpSpPr/>
          <p:nvPr/>
        </p:nvGrpSpPr>
        <p:grpSpPr>
          <a:xfrm>
            <a:off x="7178374" y="1872919"/>
            <a:ext cx="488315" cy="2122170"/>
            <a:chOff x="7178374" y="1872919"/>
            <a:chExt cx="488315" cy="2122170"/>
          </a:xfrm>
        </p:grpSpPr>
        <p:sp>
          <p:nvSpPr>
            <p:cNvPr id="9" name="object 9" descr=""/>
            <p:cNvSpPr/>
            <p:nvPr/>
          </p:nvSpPr>
          <p:spPr>
            <a:xfrm>
              <a:off x="7185359" y="2346877"/>
              <a:ext cx="474345" cy="349250"/>
            </a:xfrm>
            <a:custGeom>
              <a:avLst/>
              <a:gdLst/>
              <a:ahLst/>
              <a:cxnLst/>
              <a:rect l="l" t="t" r="r" b="b"/>
              <a:pathLst>
                <a:path w="474345" h="349250">
                  <a:moveTo>
                    <a:pt x="0" y="348688"/>
                  </a:moveTo>
                  <a:lnTo>
                    <a:pt x="473744" y="348688"/>
                  </a:lnTo>
                  <a:lnTo>
                    <a:pt x="473744" y="0"/>
                  </a:lnTo>
                  <a:lnTo>
                    <a:pt x="0" y="0"/>
                  </a:lnTo>
                  <a:lnTo>
                    <a:pt x="0" y="348688"/>
                  </a:lnTo>
                  <a:close/>
                </a:path>
              </a:pathLst>
            </a:custGeom>
            <a:ln w="13447">
              <a:solidFill>
                <a:srgbClr val="000000"/>
              </a:solidFill>
            </a:ln>
          </p:spPr>
          <p:txBody>
            <a:bodyPr wrap="square" lIns="0" tIns="0" rIns="0" bIns="0" rtlCol="0"/>
            <a:lstStyle/>
            <a:p/>
          </p:txBody>
        </p:sp>
        <p:sp>
          <p:nvSpPr>
            <p:cNvPr id="10" name="object 10" descr=""/>
            <p:cNvSpPr/>
            <p:nvPr/>
          </p:nvSpPr>
          <p:spPr>
            <a:xfrm>
              <a:off x="7386561" y="1874506"/>
              <a:ext cx="76835" cy="2118995"/>
            </a:xfrm>
            <a:custGeom>
              <a:avLst/>
              <a:gdLst/>
              <a:ahLst/>
              <a:cxnLst/>
              <a:rect l="l" t="t" r="r" b="b"/>
              <a:pathLst>
                <a:path w="76834" h="2118995">
                  <a:moveTo>
                    <a:pt x="0" y="2005948"/>
                  </a:moveTo>
                  <a:lnTo>
                    <a:pt x="38663" y="2118488"/>
                  </a:lnTo>
                  <a:lnTo>
                    <a:pt x="60840" y="2052983"/>
                  </a:lnTo>
                  <a:lnTo>
                    <a:pt x="38663" y="2052983"/>
                  </a:lnTo>
                  <a:lnTo>
                    <a:pt x="33971" y="2050684"/>
                  </a:lnTo>
                  <a:lnTo>
                    <a:pt x="31719" y="2050684"/>
                  </a:lnTo>
                  <a:lnTo>
                    <a:pt x="29279" y="2046066"/>
                  </a:lnTo>
                  <a:lnTo>
                    <a:pt x="29279" y="2034927"/>
                  </a:lnTo>
                  <a:lnTo>
                    <a:pt x="0" y="2005948"/>
                  </a:lnTo>
                  <a:close/>
                </a:path>
                <a:path w="76834" h="2118995">
                  <a:moveTo>
                    <a:pt x="42793" y="2050684"/>
                  </a:moveTo>
                  <a:lnTo>
                    <a:pt x="33971" y="2050684"/>
                  </a:lnTo>
                  <a:lnTo>
                    <a:pt x="38663" y="2052983"/>
                  </a:lnTo>
                  <a:lnTo>
                    <a:pt x="42793" y="2050684"/>
                  </a:lnTo>
                  <a:close/>
                </a:path>
                <a:path w="76834" h="2118995">
                  <a:moveTo>
                    <a:pt x="76764" y="2005948"/>
                  </a:moveTo>
                  <a:lnTo>
                    <a:pt x="47485" y="2035355"/>
                  </a:lnTo>
                  <a:lnTo>
                    <a:pt x="47485" y="2046066"/>
                  </a:lnTo>
                  <a:lnTo>
                    <a:pt x="45232" y="2050684"/>
                  </a:lnTo>
                  <a:lnTo>
                    <a:pt x="42793" y="2050684"/>
                  </a:lnTo>
                  <a:lnTo>
                    <a:pt x="38663" y="2052983"/>
                  </a:lnTo>
                  <a:lnTo>
                    <a:pt x="60840" y="2052983"/>
                  </a:lnTo>
                  <a:lnTo>
                    <a:pt x="76764" y="2005948"/>
                  </a:lnTo>
                  <a:close/>
                </a:path>
                <a:path w="76834" h="2118995">
                  <a:moveTo>
                    <a:pt x="29279" y="2034927"/>
                  </a:moveTo>
                  <a:lnTo>
                    <a:pt x="29279" y="2046066"/>
                  </a:lnTo>
                  <a:lnTo>
                    <a:pt x="31719" y="2050684"/>
                  </a:lnTo>
                  <a:lnTo>
                    <a:pt x="45232" y="2050684"/>
                  </a:lnTo>
                  <a:lnTo>
                    <a:pt x="47485" y="2046066"/>
                  </a:lnTo>
                  <a:lnTo>
                    <a:pt x="47485" y="2044215"/>
                  </a:lnTo>
                  <a:lnTo>
                    <a:pt x="38663" y="2044215"/>
                  </a:lnTo>
                  <a:lnTo>
                    <a:pt x="29279" y="2034927"/>
                  </a:lnTo>
                  <a:close/>
                </a:path>
                <a:path w="76834" h="2118995">
                  <a:moveTo>
                    <a:pt x="42792" y="0"/>
                  </a:moveTo>
                  <a:lnTo>
                    <a:pt x="33971" y="0"/>
                  </a:lnTo>
                  <a:lnTo>
                    <a:pt x="31719" y="2430"/>
                  </a:lnTo>
                  <a:lnTo>
                    <a:pt x="29279" y="6916"/>
                  </a:lnTo>
                  <a:lnTo>
                    <a:pt x="29279" y="2034927"/>
                  </a:lnTo>
                  <a:lnTo>
                    <a:pt x="38663" y="2044215"/>
                  </a:lnTo>
                  <a:lnTo>
                    <a:pt x="47485" y="2035355"/>
                  </a:lnTo>
                  <a:lnTo>
                    <a:pt x="47485" y="6916"/>
                  </a:lnTo>
                  <a:lnTo>
                    <a:pt x="45232" y="2430"/>
                  </a:lnTo>
                  <a:lnTo>
                    <a:pt x="42792" y="0"/>
                  </a:lnTo>
                  <a:close/>
                </a:path>
                <a:path w="76834" h="2118995">
                  <a:moveTo>
                    <a:pt x="47485" y="2035355"/>
                  </a:moveTo>
                  <a:lnTo>
                    <a:pt x="38663" y="2044215"/>
                  </a:lnTo>
                  <a:lnTo>
                    <a:pt x="47485" y="2044215"/>
                  </a:lnTo>
                  <a:lnTo>
                    <a:pt x="47485" y="2035355"/>
                  </a:lnTo>
                  <a:close/>
                </a:path>
              </a:pathLst>
            </a:custGeom>
            <a:solidFill>
              <a:srgbClr val="FF0000"/>
            </a:solidFill>
          </p:spPr>
          <p:txBody>
            <a:bodyPr wrap="square" lIns="0" tIns="0" rIns="0" bIns="0" rtlCol="0"/>
            <a:lstStyle/>
            <a:p/>
          </p:txBody>
        </p:sp>
        <p:sp>
          <p:nvSpPr>
            <p:cNvPr id="11" name="object 11" descr=""/>
            <p:cNvSpPr/>
            <p:nvPr/>
          </p:nvSpPr>
          <p:spPr>
            <a:xfrm>
              <a:off x="7386561" y="1874506"/>
              <a:ext cx="76835" cy="2118995"/>
            </a:xfrm>
            <a:custGeom>
              <a:avLst/>
              <a:gdLst/>
              <a:ahLst/>
              <a:cxnLst/>
              <a:rect l="l" t="t" r="r" b="b"/>
              <a:pathLst>
                <a:path w="76834" h="2118995">
                  <a:moveTo>
                    <a:pt x="47485" y="8786"/>
                  </a:moveTo>
                  <a:lnTo>
                    <a:pt x="47485" y="2044215"/>
                  </a:lnTo>
                  <a:lnTo>
                    <a:pt x="47485" y="2046066"/>
                  </a:lnTo>
                  <a:lnTo>
                    <a:pt x="45232" y="2050684"/>
                  </a:lnTo>
                  <a:lnTo>
                    <a:pt x="42793" y="2050684"/>
                  </a:lnTo>
                  <a:lnTo>
                    <a:pt x="38663" y="2052983"/>
                  </a:lnTo>
                  <a:lnTo>
                    <a:pt x="33971" y="2050684"/>
                  </a:lnTo>
                  <a:lnTo>
                    <a:pt x="31719" y="2050684"/>
                  </a:lnTo>
                  <a:lnTo>
                    <a:pt x="29279" y="2046066"/>
                  </a:lnTo>
                  <a:lnTo>
                    <a:pt x="29279" y="2044215"/>
                  </a:lnTo>
                  <a:lnTo>
                    <a:pt x="29279" y="8786"/>
                  </a:lnTo>
                  <a:lnTo>
                    <a:pt x="29279" y="6916"/>
                  </a:lnTo>
                  <a:lnTo>
                    <a:pt x="31719" y="2430"/>
                  </a:lnTo>
                  <a:lnTo>
                    <a:pt x="33971" y="0"/>
                  </a:lnTo>
                  <a:lnTo>
                    <a:pt x="38663" y="0"/>
                  </a:lnTo>
                  <a:lnTo>
                    <a:pt x="42792" y="0"/>
                  </a:lnTo>
                  <a:lnTo>
                    <a:pt x="45232" y="2430"/>
                  </a:lnTo>
                  <a:lnTo>
                    <a:pt x="47485" y="6916"/>
                  </a:lnTo>
                  <a:lnTo>
                    <a:pt x="47485" y="8786"/>
                  </a:lnTo>
                  <a:close/>
                </a:path>
                <a:path w="76834" h="2118995">
                  <a:moveTo>
                    <a:pt x="38663" y="2044215"/>
                  </a:moveTo>
                  <a:lnTo>
                    <a:pt x="76764" y="2005948"/>
                  </a:lnTo>
                  <a:lnTo>
                    <a:pt x="38663" y="2118488"/>
                  </a:lnTo>
                  <a:lnTo>
                    <a:pt x="0" y="2005948"/>
                  </a:lnTo>
                  <a:lnTo>
                    <a:pt x="38663" y="2044215"/>
                  </a:lnTo>
                  <a:close/>
                </a:path>
              </a:pathLst>
            </a:custGeom>
            <a:ln w="3175">
              <a:solidFill>
                <a:srgbClr val="FF0000"/>
              </a:solidFill>
            </a:ln>
          </p:spPr>
          <p:txBody>
            <a:bodyPr wrap="square" lIns="0" tIns="0" rIns="0" bIns="0" rtlCol="0"/>
            <a:lstStyle/>
            <a:p/>
          </p:txBody>
        </p:sp>
      </p:grpSp>
      <p:sp>
        <p:nvSpPr>
          <p:cNvPr id="12" name="object 12"/>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grpSp>
        <p:nvGrpSpPr>
          <p:cNvPr id="13" name="object 13" descr=""/>
          <p:cNvGrpSpPr/>
          <p:nvPr/>
        </p:nvGrpSpPr>
        <p:grpSpPr>
          <a:xfrm>
            <a:off x="4335123" y="855846"/>
            <a:ext cx="4749800" cy="79375"/>
            <a:chOff x="4335123" y="855846"/>
            <a:chExt cx="4749800" cy="79375"/>
          </a:xfrm>
        </p:grpSpPr>
        <p:sp>
          <p:nvSpPr>
            <p:cNvPr id="14" name="object 14" descr=""/>
            <p:cNvSpPr/>
            <p:nvPr/>
          </p:nvSpPr>
          <p:spPr>
            <a:xfrm>
              <a:off x="4336432" y="857156"/>
              <a:ext cx="4747260" cy="76835"/>
            </a:xfrm>
            <a:custGeom>
              <a:avLst/>
              <a:gdLst/>
              <a:ahLst/>
              <a:cxnLst/>
              <a:rect l="l" t="t" r="r" b="b"/>
              <a:pathLst>
                <a:path w="4747259" h="76834">
                  <a:moveTo>
                    <a:pt x="4634220" y="0"/>
                  </a:moveTo>
                  <a:lnTo>
                    <a:pt x="4672321" y="38323"/>
                  </a:lnTo>
                  <a:lnTo>
                    <a:pt x="4634220" y="76460"/>
                  </a:lnTo>
                  <a:lnTo>
                    <a:pt x="4721295" y="46922"/>
                  </a:lnTo>
                  <a:lnTo>
                    <a:pt x="4674573" y="46922"/>
                  </a:lnTo>
                  <a:lnTo>
                    <a:pt x="4679266" y="44679"/>
                  </a:lnTo>
                  <a:lnTo>
                    <a:pt x="4681518" y="42810"/>
                  </a:lnTo>
                  <a:lnTo>
                    <a:pt x="4681518" y="33649"/>
                  </a:lnTo>
                  <a:lnTo>
                    <a:pt x="4679266" y="31219"/>
                  </a:lnTo>
                  <a:lnTo>
                    <a:pt x="4674573" y="28976"/>
                  </a:lnTo>
                  <a:lnTo>
                    <a:pt x="4719225" y="28976"/>
                  </a:lnTo>
                  <a:lnTo>
                    <a:pt x="4634220" y="0"/>
                  </a:lnTo>
                  <a:close/>
                </a:path>
                <a:path w="4747259" h="76834">
                  <a:moveTo>
                    <a:pt x="4663028" y="28976"/>
                  </a:moveTo>
                  <a:lnTo>
                    <a:pt x="4504" y="28976"/>
                  </a:lnTo>
                  <a:lnTo>
                    <a:pt x="2252" y="31219"/>
                  </a:lnTo>
                  <a:lnTo>
                    <a:pt x="0" y="33649"/>
                  </a:lnTo>
                  <a:lnTo>
                    <a:pt x="0" y="42810"/>
                  </a:lnTo>
                  <a:lnTo>
                    <a:pt x="2252" y="44679"/>
                  </a:lnTo>
                  <a:lnTo>
                    <a:pt x="4504" y="46922"/>
                  </a:lnTo>
                  <a:lnTo>
                    <a:pt x="4663730" y="46922"/>
                  </a:lnTo>
                  <a:lnTo>
                    <a:pt x="4672321" y="38323"/>
                  </a:lnTo>
                  <a:lnTo>
                    <a:pt x="4663028" y="28976"/>
                  </a:lnTo>
                  <a:close/>
                </a:path>
                <a:path w="4747259" h="76834">
                  <a:moveTo>
                    <a:pt x="4719225" y="28976"/>
                  </a:moveTo>
                  <a:lnTo>
                    <a:pt x="4674573" y="28976"/>
                  </a:lnTo>
                  <a:lnTo>
                    <a:pt x="4679266" y="31219"/>
                  </a:lnTo>
                  <a:lnTo>
                    <a:pt x="4681518" y="33649"/>
                  </a:lnTo>
                  <a:lnTo>
                    <a:pt x="4681518" y="42810"/>
                  </a:lnTo>
                  <a:lnTo>
                    <a:pt x="4679266" y="44679"/>
                  </a:lnTo>
                  <a:lnTo>
                    <a:pt x="4674573" y="46922"/>
                  </a:lnTo>
                  <a:lnTo>
                    <a:pt x="4721295" y="46922"/>
                  </a:lnTo>
                  <a:lnTo>
                    <a:pt x="4746646" y="38323"/>
                  </a:lnTo>
                  <a:lnTo>
                    <a:pt x="4719225" y="28976"/>
                  </a:lnTo>
                  <a:close/>
                </a:path>
              </a:pathLst>
            </a:custGeom>
            <a:solidFill>
              <a:srgbClr val="000000"/>
            </a:solidFill>
          </p:spPr>
          <p:txBody>
            <a:bodyPr wrap="square" lIns="0" tIns="0" rIns="0" bIns="0" rtlCol="0"/>
            <a:lstStyle/>
            <a:p/>
          </p:txBody>
        </p:sp>
        <p:sp>
          <p:nvSpPr>
            <p:cNvPr id="15" name="object 15" descr=""/>
            <p:cNvSpPr/>
            <p:nvPr/>
          </p:nvSpPr>
          <p:spPr>
            <a:xfrm>
              <a:off x="4336432" y="857156"/>
              <a:ext cx="4747260" cy="76835"/>
            </a:xfrm>
            <a:custGeom>
              <a:avLst/>
              <a:gdLst/>
              <a:ahLst/>
              <a:cxnLst/>
              <a:rect l="l" t="t" r="r" b="b"/>
              <a:pathLst>
                <a:path w="4747259" h="76834">
                  <a:moveTo>
                    <a:pt x="9196" y="28976"/>
                  </a:moveTo>
                  <a:lnTo>
                    <a:pt x="4672321" y="28976"/>
                  </a:lnTo>
                  <a:lnTo>
                    <a:pt x="4681518" y="42810"/>
                  </a:lnTo>
                  <a:lnTo>
                    <a:pt x="4679266" y="44679"/>
                  </a:lnTo>
                  <a:lnTo>
                    <a:pt x="4674574" y="46922"/>
                  </a:lnTo>
                  <a:lnTo>
                    <a:pt x="4672321" y="46922"/>
                  </a:lnTo>
                  <a:lnTo>
                    <a:pt x="9196" y="46922"/>
                  </a:lnTo>
                  <a:lnTo>
                    <a:pt x="4504" y="46922"/>
                  </a:lnTo>
                  <a:lnTo>
                    <a:pt x="2252" y="44679"/>
                  </a:lnTo>
                  <a:lnTo>
                    <a:pt x="0" y="42810"/>
                  </a:lnTo>
                  <a:lnTo>
                    <a:pt x="0" y="38323"/>
                  </a:lnTo>
                  <a:lnTo>
                    <a:pt x="0" y="33649"/>
                  </a:lnTo>
                  <a:lnTo>
                    <a:pt x="2252" y="31219"/>
                  </a:lnTo>
                  <a:lnTo>
                    <a:pt x="4504" y="28976"/>
                  </a:lnTo>
                  <a:lnTo>
                    <a:pt x="9196" y="28976"/>
                  </a:lnTo>
                  <a:close/>
                </a:path>
                <a:path w="4747259" h="76834">
                  <a:moveTo>
                    <a:pt x="4672321" y="38323"/>
                  </a:moveTo>
                  <a:lnTo>
                    <a:pt x="4634220" y="0"/>
                  </a:lnTo>
                  <a:lnTo>
                    <a:pt x="4746646" y="38323"/>
                  </a:lnTo>
                  <a:lnTo>
                    <a:pt x="4634220" y="76460"/>
                  </a:lnTo>
                  <a:lnTo>
                    <a:pt x="4672321" y="38323"/>
                  </a:lnTo>
                  <a:close/>
                </a:path>
              </a:pathLst>
            </a:custGeom>
            <a:ln w="3175">
              <a:solidFill>
                <a:srgbClr val="000000"/>
              </a:solidFill>
            </a:ln>
          </p:spPr>
          <p:txBody>
            <a:bodyPr wrap="square" lIns="0" tIns="0" rIns="0" bIns="0" rtlCol="0"/>
            <a:lstStyle/>
            <a:p/>
          </p:txBody>
        </p:sp>
      </p:grpSp>
      <p:sp>
        <p:nvSpPr>
          <p:cNvPr id="16" name="object 16" descr=""/>
          <p:cNvSpPr txBox="1"/>
          <p:nvPr/>
        </p:nvSpPr>
        <p:spPr>
          <a:xfrm>
            <a:off x="2967512" y="659441"/>
            <a:ext cx="1379220" cy="610870"/>
          </a:xfrm>
          <a:prstGeom prst="rect">
            <a:avLst/>
          </a:prstGeom>
        </p:spPr>
        <p:txBody>
          <a:bodyPr wrap="square" lIns="0" tIns="106045" rIns="0" bIns="0" rtlCol="0" vert="horz">
            <a:spAutoFit/>
          </a:bodyPr>
          <a:lstStyle/>
          <a:p>
            <a:pPr marL="12700">
              <a:lnSpc>
                <a:spcPct val="100000"/>
              </a:lnSpc>
              <a:spcBef>
                <a:spcPts val="835"/>
              </a:spcBef>
            </a:pPr>
            <a:r>
              <a:rPr dirty="0" sz="1300">
                <a:latin typeface="宋体"/>
                <a:cs typeface="宋体"/>
              </a:rPr>
              <a:t>时间（时钟周期</a:t>
            </a:r>
            <a:r>
              <a:rPr dirty="0" sz="1300" spc="-50">
                <a:latin typeface="宋体"/>
                <a:cs typeface="宋体"/>
              </a:rPr>
              <a:t>）</a:t>
            </a:r>
            <a:endParaRPr sz="1300">
              <a:latin typeface="宋体"/>
              <a:cs typeface="宋体"/>
            </a:endParaRPr>
          </a:p>
          <a:p>
            <a:pPr marL="129539">
              <a:lnSpc>
                <a:spcPct val="100000"/>
              </a:lnSpc>
              <a:spcBef>
                <a:spcPts val="745"/>
              </a:spcBef>
              <a:tabLst>
                <a:tab pos="1196340" algn="l"/>
              </a:tabLst>
            </a:pPr>
            <a:r>
              <a:rPr dirty="0" sz="1300" spc="-50">
                <a:latin typeface="Times New Roman"/>
                <a:cs typeface="Times New Roman"/>
              </a:rPr>
              <a:t>1</a:t>
            </a:r>
            <a:r>
              <a:rPr dirty="0" sz="1300">
                <a:latin typeface="Times New Roman"/>
                <a:cs typeface="Times New Roman"/>
              </a:rPr>
              <a:t>	</a:t>
            </a:r>
            <a:r>
              <a:rPr dirty="0" sz="1300" spc="-50">
                <a:latin typeface="Times New Roman"/>
                <a:cs typeface="Times New Roman"/>
              </a:rPr>
              <a:t>2</a:t>
            </a:r>
            <a:endParaRPr sz="1300">
              <a:latin typeface="Times New Roman"/>
              <a:cs typeface="Times New Roman"/>
            </a:endParaRPr>
          </a:p>
        </p:txBody>
      </p:sp>
      <p:sp>
        <p:nvSpPr>
          <p:cNvPr id="17" name="object 17" descr=""/>
          <p:cNvSpPr txBox="1"/>
          <p:nvPr/>
        </p:nvSpPr>
        <p:spPr>
          <a:xfrm>
            <a:off x="5216755" y="1041198"/>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3</a:t>
            </a:r>
            <a:endParaRPr sz="1300">
              <a:latin typeface="Times New Roman"/>
              <a:cs typeface="Times New Roman"/>
            </a:endParaRPr>
          </a:p>
        </p:txBody>
      </p:sp>
      <p:sp>
        <p:nvSpPr>
          <p:cNvPr id="18" name="object 18" descr=""/>
          <p:cNvSpPr txBox="1"/>
          <p:nvPr/>
        </p:nvSpPr>
        <p:spPr>
          <a:xfrm>
            <a:off x="6243224" y="1041198"/>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4</a:t>
            </a:r>
            <a:endParaRPr sz="1300">
              <a:latin typeface="Times New Roman"/>
              <a:cs typeface="Times New Roman"/>
            </a:endParaRPr>
          </a:p>
        </p:txBody>
      </p:sp>
      <p:sp>
        <p:nvSpPr>
          <p:cNvPr id="19" name="object 19" descr=""/>
          <p:cNvSpPr txBox="1"/>
          <p:nvPr/>
        </p:nvSpPr>
        <p:spPr>
          <a:xfrm>
            <a:off x="7310234" y="1041198"/>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5</a:t>
            </a:r>
            <a:endParaRPr sz="1300">
              <a:latin typeface="Times New Roman"/>
              <a:cs typeface="Times New Roman"/>
            </a:endParaRPr>
          </a:p>
        </p:txBody>
      </p:sp>
      <p:sp>
        <p:nvSpPr>
          <p:cNvPr id="20" name="object 20" descr=""/>
          <p:cNvSpPr txBox="1"/>
          <p:nvPr/>
        </p:nvSpPr>
        <p:spPr>
          <a:xfrm>
            <a:off x="8336703" y="1041198"/>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6</a:t>
            </a:r>
            <a:endParaRPr sz="1300">
              <a:latin typeface="Times New Roman"/>
              <a:cs typeface="Times New Roman"/>
            </a:endParaRPr>
          </a:p>
        </p:txBody>
      </p:sp>
      <p:sp>
        <p:nvSpPr>
          <p:cNvPr id="21" name="object 21" descr=""/>
          <p:cNvSpPr/>
          <p:nvPr/>
        </p:nvSpPr>
        <p:spPr>
          <a:xfrm>
            <a:off x="4699422" y="1590538"/>
            <a:ext cx="433070" cy="299720"/>
          </a:xfrm>
          <a:custGeom>
            <a:avLst/>
            <a:gdLst/>
            <a:ahLst/>
            <a:cxnLst/>
            <a:rect l="l" t="t" r="r" b="b"/>
            <a:pathLst>
              <a:path w="433070" h="299719">
                <a:moveTo>
                  <a:pt x="0" y="299297"/>
                </a:moveTo>
                <a:lnTo>
                  <a:pt x="432810" y="299297"/>
                </a:lnTo>
              </a:path>
              <a:path w="433070" h="299719">
                <a:moveTo>
                  <a:pt x="38100" y="8599"/>
                </a:moveTo>
                <a:lnTo>
                  <a:pt x="432810" y="0"/>
                </a:lnTo>
              </a:path>
            </a:pathLst>
          </a:custGeom>
          <a:ln w="13455">
            <a:solidFill>
              <a:srgbClr val="000000"/>
            </a:solidFill>
          </a:ln>
        </p:spPr>
        <p:txBody>
          <a:bodyPr wrap="square" lIns="0" tIns="0" rIns="0" bIns="0" rtlCol="0"/>
          <a:lstStyle/>
          <a:p/>
        </p:txBody>
      </p:sp>
      <p:sp>
        <p:nvSpPr>
          <p:cNvPr id="22" name="object 22" descr=""/>
          <p:cNvSpPr txBox="1"/>
          <p:nvPr/>
        </p:nvSpPr>
        <p:spPr>
          <a:xfrm>
            <a:off x="2921635" y="1531800"/>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23" name="object 23" descr=""/>
          <p:cNvSpPr txBox="1"/>
          <p:nvPr/>
        </p:nvSpPr>
        <p:spPr>
          <a:xfrm>
            <a:off x="4072980" y="157716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24" name="object 24" descr=""/>
          <p:cNvSpPr/>
          <p:nvPr/>
        </p:nvSpPr>
        <p:spPr>
          <a:xfrm>
            <a:off x="5132232" y="1358540"/>
            <a:ext cx="316865" cy="756920"/>
          </a:xfrm>
          <a:custGeom>
            <a:avLst/>
            <a:gdLst/>
            <a:ahLst/>
            <a:cxnLst/>
            <a:rect l="l" t="t" r="r" b="b"/>
            <a:pathLst>
              <a:path w="316864" h="756919">
                <a:moveTo>
                  <a:pt x="316255" y="162267"/>
                </a:moveTo>
                <a:lnTo>
                  <a:pt x="316255" y="592052"/>
                </a:lnTo>
              </a:path>
              <a:path w="316864" h="756919">
                <a:moveTo>
                  <a:pt x="0" y="0"/>
                </a:moveTo>
                <a:lnTo>
                  <a:pt x="316255" y="162267"/>
                </a:lnTo>
              </a:path>
              <a:path w="316864" h="756919">
                <a:moveTo>
                  <a:pt x="316255" y="592052"/>
                </a:moveTo>
                <a:lnTo>
                  <a:pt x="0" y="756376"/>
                </a:lnTo>
              </a:path>
              <a:path w="316864" h="756919">
                <a:moveTo>
                  <a:pt x="0" y="0"/>
                </a:moveTo>
                <a:lnTo>
                  <a:pt x="0" y="216294"/>
                </a:lnTo>
              </a:path>
              <a:path w="316864" h="756919">
                <a:moveTo>
                  <a:pt x="0" y="540081"/>
                </a:moveTo>
                <a:lnTo>
                  <a:pt x="0" y="756376"/>
                </a:lnTo>
              </a:path>
              <a:path w="316864" h="756919">
                <a:moveTo>
                  <a:pt x="0" y="216294"/>
                </a:moveTo>
                <a:lnTo>
                  <a:pt x="94970" y="378188"/>
                </a:lnTo>
              </a:path>
              <a:path w="316864" h="756919">
                <a:moveTo>
                  <a:pt x="94970" y="378188"/>
                </a:moveTo>
                <a:lnTo>
                  <a:pt x="0" y="540081"/>
                </a:lnTo>
              </a:path>
            </a:pathLst>
          </a:custGeom>
          <a:ln w="13455">
            <a:solidFill>
              <a:srgbClr val="000000"/>
            </a:solidFill>
          </a:ln>
        </p:spPr>
        <p:txBody>
          <a:bodyPr wrap="square" lIns="0" tIns="0" rIns="0" bIns="0" rtlCol="0"/>
          <a:lstStyle/>
          <a:p/>
        </p:txBody>
      </p:sp>
      <p:sp>
        <p:nvSpPr>
          <p:cNvPr id="25" name="object 25" descr=""/>
          <p:cNvSpPr txBox="1"/>
          <p:nvPr/>
        </p:nvSpPr>
        <p:spPr>
          <a:xfrm>
            <a:off x="5200406" y="1530167"/>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26" name="object 26" descr=""/>
          <p:cNvSpPr txBox="1"/>
          <p:nvPr/>
        </p:nvSpPr>
        <p:spPr>
          <a:xfrm>
            <a:off x="6243224" y="157716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DM</a:t>
            </a:r>
            <a:endParaRPr sz="1300">
              <a:latin typeface="Times New Roman"/>
              <a:cs typeface="Times New Roman"/>
            </a:endParaRPr>
          </a:p>
        </p:txBody>
      </p:sp>
      <p:sp>
        <p:nvSpPr>
          <p:cNvPr id="27" name="object 27" descr=""/>
          <p:cNvSpPr txBox="1"/>
          <p:nvPr/>
        </p:nvSpPr>
        <p:spPr>
          <a:xfrm>
            <a:off x="7269881" y="157716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28" name="object 28" descr=""/>
          <p:cNvGrpSpPr/>
          <p:nvPr/>
        </p:nvGrpSpPr>
        <p:grpSpPr>
          <a:xfrm>
            <a:off x="3388376" y="1351518"/>
            <a:ext cx="4282440" cy="1358265"/>
            <a:chOff x="3388376" y="1351518"/>
            <a:chExt cx="4282440" cy="1358265"/>
          </a:xfrm>
        </p:grpSpPr>
        <p:sp>
          <p:nvSpPr>
            <p:cNvPr id="29" name="object 29" descr=""/>
            <p:cNvSpPr/>
            <p:nvPr/>
          </p:nvSpPr>
          <p:spPr>
            <a:xfrm>
              <a:off x="3395361" y="1531800"/>
              <a:ext cx="3199130" cy="349250"/>
            </a:xfrm>
            <a:custGeom>
              <a:avLst/>
              <a:gdLst/>
              <a:ahLst/>
              <a:cxnLst/>
              <a:rect l="l" t="t" r="r" b="b"/>
              <a:pathLst>
                <a:path w="3199129" h="349250">
                  <a:moveTo>
                    <a:pt x="0" y="175764"/>
                  </a:moveTo>
                  <a:lnTo>
                    <a:pt x="198574" y="175764"/>
                  </a:lnTo>
                </a:path>
                <a:path w="3199129" h="349250">
                  <a:moveTo>
                    <a:pt x="2725239" y="348688"/>
                  </a:moveTo>
                  <a:lnTo>
                    <a:pt x="3198984" y="348688"/>
                  </a:lnTo>
                  <a:lnTo>
                    <a:pt x="3198984" y="0"/>
                  </a:lnTo>
                  <a:lnTo>
                    <a:pt x="2725239" y="0"/>
                  </a:lnTo>
                  <a:lnTo>
                    <a:pt x="2725239" y="348688"/>
                  </a:lnTo>
                  <a:close/>
                </a:path>
                <a:path w="3199129" h="349250">
                  <a:moveTo>
                    <a:pt x="394709" y="175764"/>
                  </a:moveTo>
                  <a:lnTo>
                    <a:pt x="593283" y="175764"/>
                  </a:lnTo>
                </a:path>
                <a:path w="3199129" h="349250">
                  <a:moveTo>
                    <a:pt x="1067010" y="103417"/>
                  </a:moveTo>
                  <a:lnTo>
                    <a:pt x="1263144" y="103417"/>
                  </a:lnTo>
                </a:path>
                <a:path w="3199129" h="349250">
                  <a:moveTo>
                    <a:pt x="1067010" y="268115"/>
                  </a:moveTo>
                  <a:lnTo>
                    <a:pt x="1263144" y="268115"/>
                  </a:lnTo>
                </a:path>
                <a:path w="3199129" h="349250">
                  <a:moveTo>
                    <a:pt x="829959" y="37"/>
                  </a:moveTo>
                  <a:lnTo>
                    <a:pt x="1067010" y="37"/>
                  </a:lnTo>
                </a:path>
                <a:path w="3199129" h="349250">
                  <a:moveTo>
                    <a:pt x="1067010" y="37"/>
                  </a:moveTo>
                  <a:lnTo>
                    <a:pt x="1067010" y="348688"/>
                  </a:lnTo>
                </a:path>
                <a:path w="3199129" h="349250">
                  <a:moveTo>
                    <a:pt x="829959" y="348688"/>
                  </a:moveTo>
                  <a:lnTo>
                    <a:pt x="1067010" y="348688"/>
                  </a:lnTo>
                </a:path>
              </a:pathLst>
            </a:custGeom>
            <a:ln w="13455">
              <a:solidFill>
                <a:srgbClr val="000000"/>
              </a:solidFill>
            </a:ln>
          </p:spPr>
          <p:txBody>
            <a:bodyPr wrap="square" lIns="0" tIns="0" rIns="0" bIns="0" rtlCol="0"/>
            <a:lstStyle/>
            <a:p/>
          </p:txBody>
        </p:sp>
        <p:sp>
          <p:nvSpPr>
            <p:cNvPr id="30" name="object 30" descr=""/>
            <p:cNvSpPr/>
            <p:nvPr/>
          </p:nvSpPr>
          <p:spPr>
            <a:xfrm>
              <a:off x="3982639" y="1527725"/>
              <a:ext cx="268605" cy="13970"/>
            </a:xfrm>
            <a:custGeom>
              <a:avLst/>
              <a:gdLst/>
              <a:ahLst/>
              <a:cxnLst/>
              <a:rect l="l" t="t" r="r" b="b"/>
              <a:pathLst>
                <a:path w="268604" h="13969">
                  <a:moveTo>
                    <a:pt x="51614" y="0"/>
                  </a:moveTo>
                  <a:lnTo>
                    <a:pt x="4129" y="0"/>
                  </a:lnTo>
                  <a:lnTo>
                    <a:pt x="1689" y="2243"/>
                  </a:lnTo>
                  <a:lnTo>
                    <a:pt x="1689" y="4673"/>
                  </a:lnTo>
                  <a:lnTo>
                    <a:pt x="0" y="6916"/>
                  </a:lnTo>
                  <a:lnTo>
                    <a:pt x="1689" y="9160"/>
                  </a:lnTo>
                  <a:lnTo>
                    <a:pt x="1689" y="11590"/>
                  </a:lnTo>
                  <a:lnTo>
                    <a:pt x="4129" y="13833"/>
                  </a:lnTo>
                  <a:lnTo>
                    <a:pt x="51614" y="13833"/>
                  </a:lnTo>
                  <a:lnTo>
                    <a:pt x="53866" y="11590"/>
                  </a:lnTo>
                  <a:lnTo>
                    <a:pt x="56118" y="9160"/>
                  </a:lnTo>
                  <a:lnTo>
                    <a:pt x="56118" y="4673"/>
                  </a:lnTo>
                  <a:lnTo>
                    <a:pt x="53866" y="2243"/>
                  </a:lnTo>
                  <a:lnTo>
                    <a:pt x="51614" y="0"/>
                  </a:lnTo>
                  <a:close/>
                </a:path>
                <a:path w="268604" h="13969">
                  <a:moveTo>
                    <a:pt x="110173" y="0"/>
                  </a:moveTo>
                  <a:lnTo>
                    <a:pt x="103604" y="0"/>
                  </a:lnTo>
                  <a:lnTo>
                    <a:pt x="98911" y="4673"/>
                  </a:lnTo>
                  <a:lnTo>
                    <a:pt x="98911" y="9160"/>
                  </a:lnTo>
                  <a:lnTo>
                    <a:pt x="103604" y="13833"/>
                  </a:lnTo>
                  <a:lnTo>
                    <a:pt x="110173" y="13833"/>
                  </a:lnTo>
                  <a:lnTo>
                    <a:pt x="112425" y="11590"/>
                  </a:lnTo>
                  <a:lnTo>
                    <a:pt x="112425" y="2243"/>
                  </a:lnTo>
                  <a:lnTo>
                    <a:pt x="110173" y="0"/>
                  </a:lnTo>
                  <a:close/>
                </a:path>
                <a:path w="268604" h="13969">
                  <a:moveTo>
                    <a:pt x="207208" y="0"/>
                  </a:moveTo>
                  <a:lnTo>
                    <a:pt x="159910" y="0"/>
                  </a:lnTo>
                  <a:lnTo>
                    <a:pt x="157470" y="2243"/>
                  </a:lnTo>
                  <a:lnTo>
                    <a:pt x="155218" y="4673"/>
                  </a:lnTo>
                  <a:lnTo>
                    <a:pt x="155218" y="9160"/>
                  </a:lnTo>
                  <a:lnTo>
                    <a:pt x="157470" y="11590"/>
                  </a:lnTo>
                  <a:lnTo>
                    <a:pt x="159910" y="13833"/>
                  </a:lnTo>
                  <a:lnTo>
                    <a:pt x="207208" y="13833"/>
                  </a:lnTo>
                  <a:lnTo>
                    <a:pt x="209648" y="11590"/>
                  </a:lnTo>
                  <a:lnTo>
                    <a:pt x="211900" y="9160"/>
                  </a:lnTo>
                  <a:lnTo>
                    <a:pt x="211900" y="4673"/>
                  </a:lnTo>
                  <a:lnTo>
                    <a:pt x="209648" y="2243"/>
                  </a:lnTo>
                  <a:lnTo>
                    <a:pt x="207208" y="0"/>
                  </a:lnTo>
                  <a:close/>
                </a:path>
                <a:path w="268604" h="13969">
                  <a:moveTo>
                    <a:pt x="263514" y="0"/>
                  </a:moveTo>
                  <a:lnTo>
                    <a:pt x="259385" y="0"/>
                  </a:lnTo>
                  <a:lnTo>
                    <a:pt x="256945" y="2243"/>
                  </a:lnTo>
                  <a:lnTo>
                    <a:pt x="254693" y="4673"/>
                  </a:lnTo>
                  <a:lnTo>
                    <a:pt x="254693" y="9160"/>
                  </a:lnTo>
                  <a:lnTo>
                    <a:pt x="256945" y="11590"/>
                  </a:lnTo>
                  <a:lnTo>
                    <a:pt x="259385" y="13833"/>
                  </a:lnTo>
                  <a:lnTo>
                    <a:pt x="263514" y="13833"/>
                  </a:lnTo>
                  <a:lnTo>
                    <a:pt x="268207" y="9160"/>
                  </a:lnTo>
                  <a:lnTo>
                    <a:pt x="268207" y="4673"/>
                  </a:lnTo>
                  <a:lnTo>
                    <a:pt x="263514" y="0"/>
                  </a:lnTo>
                  <a:close/>
                </a:path>
              </a:pathLst>
            </a:custGeom>
            <a:solidFill>
              <a:srgbClr val="000000"/>
            </a:solidFill>
          </p:spPr>
          <p:txBody>
            <a:bodyPr wrap="square" lIns="0" tIns="0" rIns="0" bIns="0" rtlCol="0"/>
            <a:lstStyle/>
            <a:p/>
          </p:txBody>
        </p:sp>
        <p:sp>
          <p:nvSpPr>
            <p:cNvPr id="31" name="object 31" descr=""/>
            <p:cNvSpPr/>
            <p:nvPr/>
          </p:nvSpPr>
          <p:spPr>
            <a:xfrm>
              <a:off x="3982639" y="1527725"/>
              <a:ext cx="268605" cy="13970"/>
            </a:xfrm>
            <a:custGeom>
              <a:avLst/>
              <a:gdLst/>
              <a:ahLst/>
              <a:cxnLst/>
              <a:rect l="l" t="t" r="r" b="b"/>
              <a:pathLst>
                <a:path w="268604" h="13969">
                  <a:moveTo>
                    <a:pt x="8821" y="0"/>
                  </a:moveTo>
                  <a:lnTo>
                    <a:pt x="49174" y="0"/>
                  </a:lnTo>
                  <a:lnTo>
                    <a:pt x="51614" y="0"/>
                  </a:lnTo>
                  <a:lnTo>
                    <a:pt x="53866" y="2243"/>
                  </a:lnTo>
                  <a:lnTo>
                    <a:pt x="56118" y="4673"/>
                  </a:lnTo>
                  <a:lnTo>
                    <a:pt x="56118" y="6916"/>
                  </a:lnTo>
                  <a:lnTo>
                    <a:pt x="56118" y="9160"/>
                  </a:lnTo>
                  <a:lnTo>
                    <a:pt x="53866" y="11590"/>
                  </a:lnTo>
                  <a:lnTo>
                    <a:pt x="51614" y="13833"/>
                  </a:lnTo>
                  <a:lnTo>
                    <a:pt x="49174" y="13833"/>
                  </a:lnTo>
                  <a:lnTo>
                    <a:pt x="8821" y="13833"/>
                  </a:lnTo>
                  <a:lnTo>
                    <a:pt x="4129" y="13833"/>
                  </a:lnTo>
                  <a:lnTo>
                    <a:pt x="1689" y="11590"/>
                  </a:lnTo>
                  <a:lnTo>
                    <a:pt x="1689" y="9160"/>
                  </a:lnTo>
                  <a:lnTo>
                    <a:pt x="0" y="6916"/>
                  </a:lnTo>
                  <a:lnTo>
                    <a:pt x="1689" y="4673"/>
                  </a:lnTo>
                  <a:lnTo>
                    <a:pt x="1689" y="2243"/>
                  </a:lnTo>
                  <a:lnTo>
                    <a:pt x="4129" y="0"/>
                  </a:lnTo>
                  <a:lnTo>
                    <a:pt x="8821" y="0"/>
                  </a:lnTo>
                  <a:close/>
                </a:path>
                <a:path w="268604" h="13969">
                  <a:moveTo>
                    <a:pt x="105856" y="0"/>
                  </a:moveTo>
                  <a:lnTo>
                    <a:pt x="110173" y="0"/>
                  </a:lnTo>
                  <a:lnTo>
                    <a:pt x="112425" y="2243"/>
                  </a:lnTo>
                  <a:lnTo>
                    <a:pt x="112425" y="4673"/>
                  </a:lnTo>
                  <a:lnTo>
                    <a:pt x="112425" y="6916"/>
                  </a:lnTo>
                  <a:lnTo>
                    <a:pt x="112425" y="9160"/>
                  </a:lnTo>
                  <a:lnTo>
                    <a:pt x="112425" y="11590"/>
                  </a:lnTo>
                  <a:lnTo>
                    <a:pt x="110173" y="13833"/>
                  </a:lnTo>
                  <a:lnTo>
                    <a:pt x="105856" y="13833"/>
                  </a:lnTo>
                  <a:lnTo>
                    <a:pt x="103604" y="13833"/>
                  </a:lnTo>
                  <a:lnTo>
                    <a:pt x="101351" y="11590"/>
                  </a:lnTo>
                  <a:lnTo>
                    <a:pt x="98911" y="9160"/>
                  </a:lnTo>
                  <a:lnTo>
                    <a:pt x="98911" y="6916"/>
                  </a:lnTo>
                  <a:lnTo>
                    <a:pt x="98911" y="4673"/>
                  </a:lnTo>
                  <a:lnTo>
                    <a:pt x="101351" y="2243"/>
                  </a:lnTo>
                  <a:lnTo>
                    <a:pt x="103604" y="0"/>
                  </a:lnTo>
                  <a:lnTo>
                    <a:pt x="105856" y="0"/>
                  </a:lnTo>
                  <a:close/>
                </a:path>
                <a:path w="268604" h="13969">
                  <a:moveTo>
                    <a:pt x="162163" y="0"/>
                  </a:moveTo>
                  <a:lnTo>
                    <a:pt x="204956" y="0"/>
                  </a:lnTo>
                  <a:lnTo>
                    <a:pt x="211900" y="6916"/>
                  </a:lnTo>
                  <a:lnTo>
                    <a:pt x="211900" y="9160"/>
                  </a:lnTo>
                  <a:lnTo>
                    <a:pt x="209648" y="11590"/>
                  </a:lnTo>
                  <a:lnTo>
                    <a:pt x="207208" y="13833"/>
                  </a:lnTo>
                  <a:lnTo>
                    <a:pt x="204956" y="13833"/>
                  </a:lnTo>
                  <a:lnTo>
                    <a:pt x="162163" y="13833"/>
                  </a:lnTo>
                  <a:lnTo>
                    <a:pt x="159910" y="13833"/>
                  </a:lnTo>
                  <a:lnTo>
                    <a:pt x="157470" y="11590"/>
                  </a:lnTo>
                  <a:lnTo>
                    <a:pt x="155218" y="9160"/>
                  </a:lnTo>
                  <a:lnTo>
                    <a:pt x="155218" y="6916"/>
                  </a:lnTo>
                  <a:lnTo>
                    <a:pt x="155218" y="4673"/>
                  </a:lnTo>
                  <a:lnTo>
                    <a:pt x="157470" y="2243"/>
                  </a:lnTo>
                  <a:lnTo>
                    <a:pt x="159910" y="0"/>
                  </a:lnTo>
                  <a:lnTo>
                    <a:pt x="162163" y="0"/>
                  </a:lnTo>
                  <a:close/>
                </a:path>
                <a:path w="268604" h="13969">
                  <a:moveTo>
                    <a:pt x="261262" y="0"/>
                  </a:moveTo>
                  <a:lnTo>
                    <a:pt x="263514" y="0"/>
                  </a:lnTo>
                  <a:lnTo>
                    <a:pt x="265767" y="2243"/>
                  </a:lnTo>
                  <a:lnTo>
                    <a:pt x="268207" y="4673"/>
                  </a:lnTo>
                  <a:lnTo>
                    <a:pt x="268207" y="6916"/>
                  </a:lnTo>
                  <a:lnTo>
                    <a:pt x="268207" y="9160"/>
                  </a:lnTo>
                  <a:lnTo>
                    <a:pt x="265767" y="11590"/>
                  </a:lnTo>
                  <a:lnTo>
                    <a:pt x="263514" y="13833"/>
                  </a:lnTo>
                  <a:lnTo>
                    <a:pt x="261262" y="13833"/>
                  </a:lnTo>
                  <a:lnTo>
                    <a:pt x="259385" y="13833"/>
                  </a:lnTo>
                  <a:lnTo>
                    <a:pt x="256945" y="11590"/>
                  </a:lnTo>
                  <a:lnTo>
                    <a:pt x="254693" y="9160"/>
                  </a:lnTo>
                  <a:lnTo>
                    <a:pt x="254693" y="6916"/>
                  </a:lnTo>
                  <a:lnTo>
                    <a:pt x="254693" y="4673"/>
                  </a:lnTo>
                  <a:lnTo>
                    <a:pt x="256945" y="2243"/>
                  </a:lnTo>
                  <a:lnTo>
                    <a:pt x="259385" y="0"/>
                  </a:lnTo>
                  <a:lnTo>
                    <a:pt x="261262" y="0"/>
                  </a:lnTo>
                  <a:close/>
                </a:path>
              </a:pathLst>
            </a:custGeom>
            <a:ln w="3175">
              <a:solidFill>
                <a:srgbClr val="000000"/>
              </a:solidFill>
            </a:ln>
          </p:spPr>
          <p:txBody>
            <a:bodyPr wrap="square" lIns="0" tIns="0" rIns="0" bIns="0" rtlCol="0"/>
            <a:lstStyle/>
            <a:p/>
          </p:txBody>
        </p:sp>
        <p:sp>
          <p:nvSpPr>
            <p:cNvPr id="32" name="object 32" descr=""/>
            <p:cNvSpPr/>
            <p:nvPr/>
          </p:nvSpPr>
          <p:spPr>
            <a:xfrm>
              <a:off x="3982639" y="1527725"/>
              <a:ext cx="15240" cy="362585"/>
            </a:xfrm>
            <a:custGeom>
              <a:avLst/>
              <a:gdLst/>
              <a:ahLst/>
              <a:cxnLst/>
              <a:rect l="l" t="t" r="r" b="b"/>
              <a:pathLst>
                <a:path w="15239" h="362585">
                  <a:moveTo>
                    <a:pt x="11073" y="0"/>
                  </a:moveTo>
                  <a:lnTo>
                    <a:pt x="4129" y="0"/>
                  </a:lnTo>
                  <a:lnTo>
                    <a:pt x="1689" y="2243"/>
                  </a:lnTo>
                  <a:lnTo>
                    <a:pt x="1689" y="4673"/>
                  </a:lnTo>
                  <a:lnTo>
                    <a:pt x="0" y="6916"/>
                  </a:lnTo>
                  <a:lnTo>
                    <a:pt x="0" y="49727"/>
                  </a:lnTo>
                  <a:lnTo>
                    <a:pt x="1689" y="52157"/>
                  </a:lnTo>
                  <a:lnTo>
                    <a:pt x="1689" y="54026"/>
                  </a:lnTo>
                  <a:lnTo>
                    <a:pt x="4129" y="56270"/>
                  </a:lnTo>
                  <a:lnTo>
                    <a:pt x="11073" y="56270"/>
                  </a:lnTo>
                  <a:lnTo>
                    <a:pt x="13325" y="54026"/>
                  </a:lnTo>
                  <a:lnTo>
                    <a:pt x="13325" y="52157"/>
                  </a:lnTo>
                  <a:lnTo>
                    <a:pt x="15202" y="49727"/>
                  </a:lnTo>
                  <a:lnTo>
                    <a:pt x="15202" y="6916"/>
                  </a:lnTo>
                  <a:lnTo>
                    <a:pt x="13325" y="4673"/>
                  </a:lnTo>
                  <a:lnTo>
                    <a:pt x="13325" y="2243"/>
                  </a:lnTo>
                  <a:lnTo>
                    <a:pt x="11073" y="0"/>
                  </a:lnTo>
                  <a:close/>
                </a:path>
                <a:path w="15239" h="362585">
                  <a:moveTo>
                    <a:pt x="11073" y="99080"/>
                  </a:moveTo>
                  <a:lnTo>
                    <a:pt x="4129" y="99080"/>
                  </a:lnTo>
                  <a:lnTo>
                    <a:pt x="1689" y="101510"/>
                  </a:lnTo>
                  <a:lnTo>
                    <a:pt x="1689" y="103754"/>
                  </a:lnTo>
                  <a:lnTo>
                    <a:pt x="0" y="105997"/>
                  </a:lnTo>
                  <a:lnTo>
                    <a:pt x="1689" y="108427"/>
                  </a:lnTo>
                  <a:lnTo>
                    <a:pt x="1689" y="110297"/>
                  </a:lnTo>
                  <a:lnTo>
                    <a:pt x="4129" y="112540"/>
                  </a:lnTo>
                  <a:lnTo>
                    <a:pt x="11073" y="112540"/>
                  </a:lnTo>
                  <a:lnTo>
                    <a:pt x="13325" y="110297"/>
                  </a:lnTo>
                  <a:lnTo>
                    <a:pt x="13325" y="108427"/>
                  </a:lnTo>
                  <a:lnTo>
                    <a:pt x="15202" y="105997"/>
                  </a:lnTo>
                  <a:lnTo>
                    <a:pt x="13325" y="103754"/>
                  </a:lnTo>
                  <a:lnTo>
                    <a:pt x="13325" y="101510"/>
                  </a:lnTo>
                  <a:lnTo>
                    <a:pt x="11073" y="99080"/>
                  </a:lnTo>
                  <a:close/>
                </a:path>
                <a:path w="15239" h="362585">
                  <a:moveTo>
                    <a:pt x="11073" y="155350"/>
                  </a:moveTo>
                  <a:lnTo>
                    <a:pt x="4129" y="155350"/>
                  </a:lnTo>
                  <a:lnTo>
                    <a:pt x="1689" y="157780"/>
                  </a:lnTo>
                  <a:lnTo>
                    <a:pt x="1689" y="160024"/>
                  </a:lnTo>
                  <a:lnTo>
                    <a:pt x="0" y="162267"/>
                  </a:lnTo>
                  <a:lnTo>
                    <a:pt x="0" y="204703"/>
                  </a:lnTo>
                  <a:lnTo>
                    <a:pt x="1689" y="207134"/>
                  </a:lnTo>
                  <a:lnTo>
                    <a:pt x="1689" y="209377"/>
                  </a:lnTo>
                  <a:lnTo>
                    <a:pt x="4129" y="211620"/>
                  </a:lnTo>
                  <a:lnTo>
                    <a:pt x="11073" y="211620"/>
                  </a:lnTo>
                  <a:lnTo>
                    <a:pt x="13325" y="209377"/>
                  </a:lnTo>
                  <a:lnTo>
                    <a:pt x="13325" y="207134"/>
                  </a:lnTo>
                  <a:lnTo>
                    <a:pt x="15202" y="204703"/>
                  </a:lnTo>
                  <a:lnTo>
                    <a:pt x="15202" y="162267"/>
                  </a:lnTo>
                  <a:lnTo>
                    <a:pt x="13325" y="160024"/>
                  </a:lnTo>
                  <a:lnTo>
                    <a:pt x="13325" y="157780"/>
                  </a:lnTo>
                  <a:lnTo>
                    <a:pt x="11073" y="155350"/>
                  </a:lnTo>
                  <a:close/>
                </a:path>
                <a:path w="15239" h="362585">
                  <a:moveTo>
                    <a:pt x="11073" y="254617"/>
                  </a:moveTo>
                  <a:lnTo>
                    <a:pt x="4129" y="254617"/>
                  </a:lnTo>
                  <a:lnTo>
                    <a:pt x="1689" y="256861"/>
                  </a:lnTo>
                  <a:lnTo>
                    <a:pt x="1689" y="259291"/>
                  </a:lnTo>
                  <a:lnTo>
                    <a:pt x="0" y="260974"/>
                  </a:lnTo>
                  <a:lnTo>
                    <a:pt x="1689" y="263404"/>
                  </a:lnTo>
                  <a:lnTo>
                    <a:pt x="1689" y="265647"/>
                  </a:lnTo>
                  <a:lnTo>
                    <a:pt x="4129" y="267890"/>
                  </a:lnTo>
                  <a:lnTo>
                    <a:pt x="11073" y="267890"/>
                  </a:lnTo>
                  <a:lnTo>
                    <a:pt x="13325" y="265647"/>
                  </a:lnTo>
                  <a:lnTo>
                    <a:pt x="13325" y="263404"/>
                  </a:lnTo>
                  <a:lnTo>
                    <a:pt x="15202" y="260974"/>
                  </a:lnTo>
                  <a:lnTo>
                    <a:pt x="13325" y="259291"/>
                  </a:lnTo>
                  <a:lnTo>
                    <a:pt x="13325" y="256861"/>
                  </a:lnTo>
                  <a:lnTo>
                    <a:pt x="11073" y="254617"/>
                  </a:lnTo>
                  <a:close/>
                </a:path>
                <a:path w="15239" h="362585">
                  <a:moveTo>
                    <a:pt x="11073" y="310888"/>
                  </a:moveTo>
                  <a:lnTo>
                    <a:pt x="4129" y="310888"/>
                  </a:lnTo>
                  <a:lnTo>
                    <a:pt x="1689" y="313131"/>
                  </a:lnTo>
                  <a:lnTo>
                    <a:pt x="1689" y="315561"/>
                  </a:lnTo>
                  <a:lnTo>
                    <a:pt x="0" y="317244"/>
                  </a:lnTo>
                  <a:lnTo>
                    <a:pt x="0" y="355567"/>
                  </a:lnTo>
                  <a:lnTo>
                    <a:pt x="1689" y="357998"/>
                  </a:lnTo>
                  <a:lnTo>
                    <a:pt x="1689" y="360241"/>
                  </a:lnTo>
                  <a:lnTo>
                    <a:pt x="4129" y="362484"/>
                  </a:lnTo>
                  <a:lnTo>
                    <a:pt x="11073" y="362484"/>
                  </a:lnTo>
                  <a:lnTo>
                    <a:pt x="13325" y="360241"/>
                  </a:lnTo>
                  <a:lnTo>
                    <a:pt x="13325" y="357998"/>
                  </a:lnTo>
                  <a:lnTo>
                    <a:pt x="15202" y="355567"/>
                  </a:lnTo>
                  <a:lnTo>
                    <a:pt x="15202" y="317244"/>
                  </a:lnTo>
                  <a:lnTo>
                    <a:pt x="13325" y="315561"/>
                  </a:lnTo>
                  <a:lnTo>
                    <a:pt x="13325" y="313131"/>
                  </a:lnTo>
                  <a:lnTo>
                    <a:pt x="11073" y="310888"/>
                  </a:lnTo>
                  <a:close/>
                </a:path>
              </a:pathLst>
            </a:custGeom>
            <a:solidFill>
              <a:srgbClr val="000000"/>
            </a:solidFill>
          </p:spPr>
          <p:txBody>
            <a:bodyPr wrap="square" lIns="0" tIns="0" rIns="0" bIns="0" rtlCol="0"/>
            <a:lstStyle/>
            <a:p/>
          </p:txBody>
        </p:sp>
        <p:sp>
          <p:nvSpPr>
            <p:cNvPr id="33" name="object 33" descr=""/>
            <p:cNvSpPr/>
            <p:nvPr/>
          </p:nvSpPr>
          <p:spPr>
            <a:xfrm>
              <a:off x="3982639" y="1527725"/>
              <a:ext cx="15240" cy="362585"/>
            </a:xfrm>
            <a:custGeom>
              <a:avLst/>
              <a:gdLst/>
              <a:ahLst/>
              <a:cxnLst/>
              <a:rect l="l" t="t" r="r" b="b"/>
              <a:pathLst>
                <a:path w="15239" h="362585">
                  <a:moveTo>
                    <a:pt x="15202" y="6916"/>
                  </a:moveTo>
                  <a:lnTo>
                    <a:pt x="15202" y="49727"/>
                  </a:lnTo>
                  <a:lnTo>
                    <a:pt x="13325" y="52157"/>
                  </a:lnTo>
                  <a:lnTo>
                    <a:pt x="13325" y="54026"/>
                  </a:lnTo>
                  <a:lnTo>
                    <a:pt x="11073" y="56270"/>
                  </a:lnTo>
                  <a:lnTo>
                    <a:pt x="8821" y="56270"/>
                  </a:lnTo>
                  <a:lnTo>
                    <a:pt x="4129" y="56270"/>
                  </a:lnTo>
                  <a:lnTo>
                    <a:pt x="1689" y="54026"/>
                  </a:lnTo>
                  <a:lnTo>
                    <a:pt x="1689" y="52157"/>
                  </a:lnTo>
                  <a:lnTo>
                    <a:pt x="0" y="49727"/>
                  </a:lnTo>
                  <a:lnTo>
                    <a:pt x="0" y="6916"/>
                  </a:lnTo>
                  <a:lnTo>
                    <a:pt x="1689" y="4673"/>
                  </a:lnTo>
                  <a:lnTo>
                    <a:pt x="1689" y="2243"/>
                  </a:lnTo>
                  <a:lnTo>
                    <a:pt x="4129" y="0"/>
                  </a:lnTo>
                  <a:lnTo>
                    <a:pt x="8821" y="0"/>
                  </a:lnTo>
                  <a:lnTo>
                    <a:pt x="11073" y="0"/>
                  </a:lnTo>
                  <a:lnTo>
                    <a:pt x="13325" y="2243"/>
                  </a:lnTo>
                  <a:lnTo>
                    <a:pt x="13325" y="4673"/>
                  </a:lnTo>
                  <a:lnTo>
                    <a:pt x="15202" y="6916"/>
                  </a:lnTo>
                  <a:close/>
                </a:path>
                <a:path w="15239" h="362585">
                  <a:moveTo>
                    <a:pt x="15202" y="105997"/>
                  </a:moveTo>
                  <a:lnTo>
                    <a:pt x="13325" y="108427"/>
                  </a:lnTo>
                  <a:lnTo>
                    <a:pt x="13325" y="110297"/>
                  </a:lnTo>
                  <a:lnTo>
                    <a:pt x="11073" y="112540"/>
                  </a:lnTo>
                  <a:lnTo>
                    <a:pt x="8821" y="112540"/>
                  </a:lnTo>
                  <a:lnTo>
                    <a:pt x="4129" y="112540"/>
                  </a:lnTo>
                  <a:lnTo>
                    <a:pt x="1689" y="110297"/>
                  </a:lnTo>
                  <a:lnTo>
                    <a:pt x="1689" y="108427"/>
                  </a:lnTo>
                  <a:lnTo>
                    <a:pt x="0" y="105997"/>
                  </a:lnTo>
                  <a:lnTo>
                    <a:pt x="1689" y="103754"/>
                  </a:lnTo>
                  <a:lnTo>
                    <a:pt x="1689" y="101510"/>
                  </a:lnTo>
                  <a:lnTo>
                    <a:pt x="4129" y="99080"/>
                  </a:lnTo>
                  <a:lnTo>
                    <a:pt x="8821" y="99080"/>
                  </a:lnTo>
                  <a:lnTo>
                    <a:pt x="11073" y="99080"/>
                  </a:lnTo>
                  <a:lnTo>
                    <a:pt x="13325" y="101510"/>
                  </a:lnTo>
                  <a:lnTo>
                    <a:pt x="13325" y="103754"/>
                  </a:lnTo>
                  <a:lnTo>
                    <a:pt x="15202" y="105997"/>
                  </a:lnTo>
                  <a:close/>
                </a:path>
                <a:path w="15239" h="362585">
                  <a:moveTo>
                    <a:pt x="15202" y="162267"/>
                  </a:moveTo>
                  <a:lnTo>
                    <a:pt x="15202" y="204703"/>
                  </a:lnTo>
                  <a:lnTo>
                    <a:pt x="13325" y="207134"/>
                  </a:lnTo>
                  <a:lnTo>
                    <a:pt x="13325" y="209377"/>
                  </a:lnTo>
                  <a:lnTo>
                    <a:pt x="11073" y="211620"/>
                  </a:lnTo>
                  <a:lnTo>
                    <a:pt x="8821" y="211620"/>
                  </a:lnTo>
                  <a:lnTo>
                    <a:pt x="4129" y="211620"/>
                  </a:lnTo>
                  <a:lnTo>
                    <a:pt x="1689" y="209377"/>
                  </a:lnTo>
                  <a:lnTo>
                    <a:pt x="1689" y="207134"/>
                  </a:lnTo>
                  <a:lnTo>
                    <a:pt x="0" y="204703"/>
                  </a:lnTo>
                  <a:lnTo>
                    <a:pt x="0" y="162267"/>
                  </a:lnTo>
                  <a:lnTo>
                    <a:pt x="1689" y="160024"/>
                  </a:lnTo>
                  <a:lnTo>
                    <a:pt x="1689" y="157780"/>
                  </a:lnTo>
                  <a:lnTo>
                    <a:pt x="4129" y="155350"/>
                  </a:lnTo>
                  <a:lnTo>
                    <a:pt x="8821" y="155350"/>
                  </a:lnTo>
                  <a:lnTo>
                    <a:pt x="11073" y="155350"/>
                  </a:lnTo>
                  <a:lnTo>
                    <a:pt x="13325" y="157780"/>
                  </a:lnTo>
                  <a:lnTo>
                    <a:pt x="13325" y="160024"/>
                  </a:lnTo>
                  <a:lnTo>
                    <a:pt x="15202" y="162267"/>
                  </a:lnTo>
                  <a:close/>
                </a:path>
                <a:path w="15239" h="362585">
                  <a:moveTo>
                    <a:pt x="15202" y="260974"/>
                  </a:moveTo>
                  <a:lnTo>
                    <a:pt x="13325" y="263404"/>
                  </a:lnTo>
                  <a:lnTo>
                    <a:pt x="13325" y="265647"/>
                  </a:lnTo>
                  <a:lnTo>
                    <a:pt x="11073" y="267890"/>
                  </a:lnTo>
                  <a:lnTo>
                    <a:pt x="8821" y="267890"/>
                  </a:lnTo>
                  <a:lnTo>
                    <a:pt x="4129" y="267890"/>
                  </a:lnTo>
                  <a:lnTo>
                    <a:pt x="1689" y="265647"/>
                  </a:lnTo>
                  <a:lnTo>
                    <a:pt x="1689" y="263404"/>
                  </a:lnTo>
                  <a:lnTo>
                    <a:pt x="0" y="260974"/>
                  </a:lnTo>
                  <a:lnTo>
                    <a:pt x="1689" y="259291"/>
                  </a:lnTo>
                  <a:lnTo>
                    <a:pt x="1689" y="256861"/>
                  </a:lnTo>
                  <a:lnTo>
                    <a:pt x="4129" y="254617"/>
                  </a:lnTo>
                  <a:lnTo>
                    <a:pt x="8821" y="254617"/>
                  </a:lnTo>
                  <a:lnTo>
                    <a:pt x="11073" y="254617"/>
                  </a:lnTo>
                  <a:lnTo>
                    <a:pt x="13325" y="256861"/>
                  </a:lnTo>
                  <a:lnTo>
                    <a:pt x="13325" y="259291"/>
                  </a:lnTo>
                  <a:lnTo>
                    <a:pt x="15202" y="260974"/>
                  </a:lnTo>
                  <a:close/>
                </a:path>
                <a:path w="15239" h="362585">
                  <a:moveTo>
                    <a:pt x="15202" y="317244"/>
                  </a:moveTo>
                  <a:lnTo>
                    <a:pt x="15202" y="355567"/>
                  </a:lnTo>
                  <a:lnTo>
                    <a:pt x="13325" y="357998"/>
                  </a:lnTo>
                  <a:lnTo>
                    <a:pt x="13325" y="360241"/>
                  </a:lnTo>
                  <a:lnTo>
                    <a:pt x="11073" y="362484"/>
                  </a:lnTo>
                  <a:lnTo>
                    <a:pt x="8821" y="362484"/>
                  </a:lnTo>
                  <a:lnTo>
                    <a:pt x="4129" y="362484"/>
                  </a:lnTo>
                  <a:lnTo>
                    <a:pt x="1689" y="360241"/>
                  </a:lnTo>
                  <a:lnTo>
                    <a:pt x="1689" y="357998"/>
                  </a:lnTo>
                  <a:lnTo>
                    <a:pt x="0" y="355567"/>
                  </a:lnTo>
                  <a:lnTo>
                    <a:pt x="0" y="317244"/>
                  </a:lnTo>
                  <a:lnTo>
                    <a:pt x="1689" y="315561"/>
                  </a:lnTo>
                  <a:lnTo>
                    <a:pt x="1689" y="313131"/>
                  </a:lnTo>
                  <a:lnTo>
                    <a:pt x="4129" y="310888"/>
                  </a:lnTo>
                  <a:lnTo>
                    <a:pt x="8821" y="310888"/>
                  </a:lnTo>
                  <a:lnTo>
                    <a:pt x="11073" y="310888"/>
                  </a:lnTo>
                  <a:lnTo>
                    <a:pt x="13325" y="313131"/>
                  </a:lnTo>
                  <a:lnTo>
                    <a:pt x="13325" y="315561"/>
                  </a:lnTo>
                  <a:lnTo>
                    <a:pt x="15202" y="317244"/>
                  </a:lnTo>
                  <a:close/>
                </a:path>
              </a:pathLst>
            </a:custGeom>
            <a:ln w="3175">
              <a:solidFill>
                <a:srgbClr val="000000"/>
              </a:solidFill>
            </a:ln>
          </p:spPr>
          <p:txBody>
            <a:bodyPr wrap="square" lIns="0" tIns="0" rIns="0" bIns="0" rtlCol="0"/>
            <a:lstStyle/>
            <a:p/>
          </p:txBody>
        </p:sp>
        <p:sp>
          <p:nvSpPr>
            <p:cNvPr id="34" name="object 34" descr=""/>
            <p:cNvSpPr/>
            <p:nvPr/>
          </p:nvSpPr>
          <p:spPr>
            <a:xfrm>
              <a:off x="3982639" y="1876936"/>
              <a:ext cx="268605" cy="13335"/>
            </a:xfrm>
            <a:custGeom>
              <a:avLst/>
              <a:gdLst/>
              <a:ahLst/>
              <a:cxnLst/>
              <a:rect l="l" t="t" r="r" b="b"/>
              <a:pathLst>
                <a:path w="268604" h="13335">
                  <a:moveTo>
                    <a:pt x="51614" y="0"/>
                  </a:moveTo>
                  <a:lnTo>
                    <a:pt x="4129" y="0"/>
                  </a:lnTo>
                  <a:lnTo>
                    <a:pt x="1689" y="2243"/>
                  </a:lnTo>
                  <a:lnTo>
                    <a:pt x="1689" y="4486"/>
                  </a:lnTo>
                  <a:lnTo>
                    <a:pt x="0" y="6356"/>
                  </a:lnTo>
                  <a:lnTo>
                    <a:pt x="1689" y="8786"/>
                  </a:lnTo>
                  <a:lnTo>
                    <a:pt x="1689" y="11029"/>
                  </a:lnTo>
                  <a:lnTo>
                    <a:pt x="4129" y="13273"/>
                  </a:lnTo>
                  <a:lnTo>
                    <a:pt x="51614" y="13273"/>
                  </a:lnTo>
                  <a:lnTo>
                    <a:pt x="56118" y="8786"/>
                  </a:lnTo>
                  <a:lnTo>
                    <a:pt x="56118" y="4486"/>
                  </a:lnTo>
                  <a:lnTo>
                    <a:pt x="51614" y="0"/>
                  </a:lnTo>
                  <a:close/>
                </a:path>
                <a:path w="268604" h="13335">
                  <a:moveTo>
                    <a:pt x="110173" y="0"/>
                  </a:moveTo>
                  <a:lnTo>
                    <a:pt x="103604" y="0"/>
                  </a:lnTo>
                  <a:lnTo>
                    <a:pt x="101351" y="2243"/>
                  </a:lnTo>
                  <a:lnTo>
                    <a:pt x="98911" y="4486"/>
                  </a:lnTo>
                  <a:lnTo>
                    <a:pt x="98911" y="8786"/>
                  </a:lnTo>
                  <a:lnTo>
                    <a:pt x="101351" y="11029"/>
                  </a:lnTo>
                  <a:lnTo>
                    <a:pt x="103604" y="13273"/>
                  </a:lnTo>
                  <a:lnTo>
                    <a:pt x="110173" y="13273"/>
                  </a:lnTo>
                  <a:lnTo>
                    <a:pt x="112425" y="11029"/>
                  </a:lnTo>
                  <a:lnTo>
                    <a:pt x="112425" y="2243"/>
                  </a:lnTo>
                  <a:lnTo>
                    <a:pt x="110173" y="0"/>
                  </a:lnTo>
                  <a:close/>
                </a:path>
                <a:path w="268604" h="13335">
                  <a:moveTo>
                    <a:pt x="207208" y="0"/>
                  </a:moveTo>
                  <a:lnTo>
                    <a:pt x="159910" y="0"/>
                  </a:lnTo>
                  <a:lnTo>
                    <a:pt x="157470" y="2243"/>
                  </a:lnTo>
                  <a:lnTo>
                    <a:pt x="155218" y="4486"/>
                  </a:lnTo>
                  <a:lnTo>
                    <a:pt x="155218" y="8786"/>
                  </a:lnTo>
                  <a:lnTo>
                    <a:pt x="157470" y="11029"/>
                  </a:lnTo>
                  <a:lnTo>
                    <a:pt x="159910" y="13273"/>
                  </a:lnTo>
                  <a:lnTo>
                    <a:pt x="207208" y="13273"/>
                  </a:lnTo>
                  <a:lnTo>
                    <a:pt x="209648" y="11029"/>
                  </a:lnTo>
                  <a:lnTo>
                    <a:pt x="211900" y="8786"/>
                  </a:lnTo>
                  <a:lnTo>
                    <a:pt x="211900" y="4486"/>
                  </a:lnTo>
                  <a:lnTo>
                    <a:pt x="209648" y="2243"/>
                  </a:lnTo>
                  <a:lnTo>
                    <a:pt x="207208" y="0"/>
                  </a:lnTo>
                  <a:close/>
                </a:path>
                <a:path w="268604" h="13335">
                  <a:moveTo>
                    <a:pt x="263514" y="0"/>
                  </a:moveTo>
                  <a:lnTo>
                    <a:pt x="259385" y="0"/>
                  </a:lnTo>
                  <a:lnTo>
                    <a:pt x="256945" y="2243"/>
                  </a:lnTo>
                  <a:lnTo>
                    <a:pt x="254693" y="4486"/>
                  </a:lnTo>
                  <a:lnTo>
                    <a:pt x="254693" y="8786"/>
                  </a:lnTo>
                  <a:lnTo>
                    <a:pt x="256945" y="11029"/>
                  </a:lnTo>
                  <a:lnTo>
                    <a:pt x="259385" y="13273"/>
                  </a:lnTo>
                  <a:lnTo>
                    <a:pt x="263514" y="13273"/>
                  </a:lnTo>
                  <a:lnTo>
                    <a:pt x="265767" y="11029"/>
                  </a:lnTo>
                  <a:lnTo>
                    <a:pt x="268207" y="8786"/>
                  </a:lnTo>
                  <a:lnTo>
                    <a:pt x="268207" y="4486"/>
                  </a:lnTo>
                  <a:lnTo>
                    <a:pt x="265767" y="2243"/>
                  </a:lnTo>
                  <a:lnTo>
                    <a:pt x="263514" y="0"/>
                  </a:lnTo>
                  <a:close/>
                </a:path>
              </a:pathLst>
            </a:custGeom>
            <a:solidFill>
              <a:srgbClr val="000000"/>
            </a:solidFill>
          </p:spPr>
          <p:txBody>
            <a:bodyPr wrap="square" lIns="0" tIns="0" rIns="0" bIns="0" rtlCol="0"/>
            <a:lstStyle/>
            <a:p/>
          </p:txBody>
        </p:sp>
        <p:sp>
          <p:nvSpPr>
            <p:cNvPr id="35" name="object 35" descr=""/>
            <p:cNvSpPr/>
            <p:nvPr/>
          </p:nvSpPr>
          <p:spPr>
            <a:xfrm>
              <a:off x="3982639" y="1876936"/>
              <a:ext cx="268605" cy="13335"/>
            </a:xfrm>
            <a:custGeom>
              <a:avLst/>
              <a:gdLst/>
              <a:ahLst/>
              <a:cxnLst/>
              <a:rect l="l" t="t" r="r" b="b"/>
              <a:pathLst>
                <a:path w="268604" h="13335">
                  <a:moveTo>
                    <a:pt x="8821" y="0"/>
                  </a:moveTo>
                  <a:lnTo>
                    <a:pt x="49174" y="0"/>
                  </a:lnTo>
                  <a:lnTo>
                    <a:pt x="51614" y="0"/>
                  </a:lnTo>
                  <a:lnTo>
                    <a:pt x="53866" y="2243"/>
                  </a:lnTo>
                  <a:lnTo>
                    <a:pt x="56118" y="4486"/>
                  </a:lnTo>
                  <a:lnTo>
                    <a:pt x="56118" y="6356"/>
                  </a:lnTo>
                  <a:lnTo>
                    <a:pt x="56118" y="8786"/>
                  </a:lnTo>
                  <a:lnTo>
                    <a:pt x="53866" y="11029"/>
                  </a:lnTo>
                  <a:lnTo>
                    <a:pt x="51614" y="13273"/>
                  </a:lnTo>
                  <a:lnTo>
                    <a:pt x="8821" y="13273"/>
                  </a:lnTo>
                  <a:lnTo>
                    <a:pt x="1689" y="8786"/>
                  </a:lnTo>
                  <a:lnTo>
                    <a:pt x="0" y="6356"/>
                  </a:lnTo>
                  <a:lnTo>
                    <a:pt x="1689" y="4486"/>
                  </a:lnTo>
                  <a:lnTo>
                    <a:pt x="1689" y="2243"/>
                  </a:lnTo>
                  <a:lnTo>
                    <a:pt x="4129" y="0"/>
                  </a:lnTo>
                  <a:lnTo>
                    <a:pt x="8821" y="0"/>
                  </a:lnTo>
                  <a:close/>
                </a:path>
                <a:path w="268604" h="13335">
                  <a:moveTo>
                    <a:pt x="105856" y="0"/>
                  </a:moveTo>
                  <a:lnTo>
                    <a:pt x="110173" y="0"/>
                  </a:lnTo>
                  <a:lnTo>
                    <a:pt x="112425" y="2243"/>
                  </a:lnTo>
                  <a:lnTo>
                    <a:pt x="112425" y="4486"/>
                  </a:lnTo>
                  <a:lnTo>
                    <a:pt x="112425" y="6356"/>
                  </a:lnTo>
                  <a:lnTo>
                    <a:pt x="112425" y="8786"/>
                  </a:lnTo>
                  <a:lnTo>
                    <a:pt x="112425" y="11029"/>
                  </a:lnTo>
                  <a:lnTo>
                    <a:pt x="110173" y="13273"/>
                  </a:lnTo>
                  <a:lnTo>
                    <a:pt x="105856" y="13273"/>
                  </a:lnTo>
                  <a:lnTo>
                    <a:pt x="103604" y="13273"/>
                  </a:lnTo>
                  <a:lnTo>
                    <a:pt x="101351" y="11029"/>
                  </a:lnTo>
                  <a:lnTo>
                    <a:pt x="98911" y="8786"/>
                  </a:lnTo>
                  <a:lnTo>
                    <a:pt x="98911" y="6356"/>
                  </a:lnTo>
                  <a:lnTo>
                    <a:pt x="98911" y="4486"/>
                  </a:lnTo>
                  <a:lnTo>
                    <a:pt x="101351" y="2243"/>
                  </a:lnTo>
                  <a:lnTo>
                    <a:pt x="103604" y="0"/>
                  </a:lnTo>
                  <a:lnTo>
                    <a:pt x="105856" y="0"/>
                  </a:lnTo>
                  <a:close/>
                </a:path>
                <a:path w="268604" h="13335">
                  <a:moveTo>
                    <a:pt x="162163" y="0"/>
                  </a:moveTo>
                  <a:lnTo>
                    <a:pt x="204956" y="0"/>
                  </a:lnTo>
                  <a:lnTo>
                    <a:pt x="211900" y="8786"/>
                  </a:lnTo>
                  <a:lnTo>
                    <a:pt x="209648" y="11029"/>
                  </a:lnTo>
                  <a:lnTo>
                    <a:pt x="207208" y="13273"/>
                  </a:lnTo>
                  <a:lnTo>
                    <a:pt x="204956" y="13273"/>
                  </a:lnTo>
                  <a:lnTo>
                    <a:pt x="162163" y="13273"/>
                  </a:lnTo>
                  <a:lnTo>
                    <a:pt x="159910" y="13273"/>
                  </a:lnTo>
                  <a:lnTo>
                    <a:pt x="157470" y="11029"/>
                  </a:lnTo>
                  <a:lnTo>
                    <a:pt x="155218" y="8786"/>
                  </a:lnTo>
                  <a:lnTo>
                    <a:pt x="155218" y="6356"/>
                  </a:lnTo>
                  <a:lnTo>
                    <a:pt x="155218" y="4486"/>
                  </a:lnTo>
                  <a:lnTo>
                    <a:pt x="157470" y="2243"/>
                  </a:lnTo>
                  <a:lnTo>
                    <a:pt x="159910" y="0"/>
                  </a:lnTo>
                  <a:lnTo>
                    <a:pt x="162163" y="0"/>
                  </a:lnTo>
                  <a:close/>
                </a:path>
                <a:path w="268604" h="13335">
                  <a:moveTo>
                    <a:pt x="261262" y="0"/>
                  </a:moveTo>
                  <a:lnTo>
                    <a:pt x="263514" y="0"/>
                  </a:lnTo>
                  <a:lnTo>
                    <a:pt x="265767" y="2243"/>
                  </a:lnTo>
                  <a:lnTo>
                    <a:pt x="268207" y="4486"/>
                  </a:lnTo>
                  <a:lnTo>
                    <a:pt x="268207" y="6356"/>
                  </a:lnTo>
                  <a:lnTo>
                    <a:pt x="268207" y="8786"/>
                  </a:lnTo>
                  <a:lnTo>
                    <a:pt x="265767" y="11029"/>
                  </a:lnTo>
                  <a:lnTo>
                    <a:pt x="263514" y="13273"/>
                  </a:lnTo>
                  <a:lnTo>
                    <a:pt x="261262" y="13273"/>
                  </a:lnTo>
                  <a:lnTo>
                    <a:pt x="259385" y="13273"/>
                  </a:lnTo>
                  <a:lnTo>
                    <a:pt x="256945" y="11029"/>
                  </a:lnTo>
                  <a:lnTo>
                    <a:pt x="254693" y="8786"/>
                  </a:lnTo>
                  <a:lnTo>
                    <a:pt x="254693" y="6356"/>
                  </a:lnTo>
                  <a:lnTo>
                    <a:pt x="254693" y="4486"/>
                  </a:lnTo>
                  <a:lnTo>
                    <a:pt x="256945" y="2243"/>
                  </a:lnTo>
                  <a:lnTo>
                    <a:pt x="259385" y="0"/>
                  </a:lnTo>
                  <a:lnTo>
                    <a:pt x="261262" y="0"/>
                  </a:lnTo>
                  <a:close/>
                </a:path>
              </a:pathLst>
            </a:custGeom>
            <a:ln w="3175">
              <a:solidFill>
                <a:srgbClr val="000000"/>
              </a:solidFill>
            </a:ln>
          </p:spPr>
          <p:txBody>
            <a:bodyPr wrap="square" lIns="0" tIns="0" rIns="0" bIns="0" rtlCol="0"/>
            <a:lstStyle/>
            <a:p/>
          </p:txBody>
        </p:sp>
        <p:sp>
          <p:nvSpPr>
            <p:cNvPr id="36" name="object 36" descr=""/>
            <p:cNvSpPr/>
            <p:nvPr/>
          </p:nvSpPr>
          <p:spPr>
            <a:xfrm>
              <a:off x="5448487" y="1707565"/>
              <a:ext cx="277495" cy="0"/>
            </a:xfrm>
            <a:custGeom>
              <a:avLst/>
              <a:gdLst/>
              <a:ahLst/>
              <a:cxnLst/>
              <a:rect l="l" t="t" r="r" b="b"/>
              <a:pathLst>
                <a:path w="277495" h="0">
                  <a:moveTo>
                    <a:pt x="0" y="0"/>
                  </a:moveTo>
                  <a:lnTo>
                    <a:pt x="277403" y="0"/>
                  </a:lnTo>
                </a:path>
              </a:pathLst>
            </a:custGeom>
            <a:ln w="13428">
              <a:solidFill>
                <a:srgbClr val="000000"/>
              </a:solidFill>
            </a:ln>
          </p:spPr>
          <p:txBody>
            <a:bodyPr wrap="square" lIns="0" tIns="0" rIns="0" bIns="0" rtlCol="0"/>
            <a:lstStyle/>
            <a:p/>
          </p:txBody>
        </p:sp>
        <p:pic>
          <p:nvPicPr>
            <p:cNvPr id="37" name="object 37" descr=""/>
            <p:cNvPicPr/>
            <p:nvPr/>
          </p:nvPicPr>
          <p:blipFill>
            <a:blip r:embed="rId2" cstate="print"/>
            <a:stretch>
              <a:fillRect/>
            </a:stretch>
          </p:blipFill>
          <p:spPr>
            <a:xfrm>
              <a:off x="5723639" y="1356073"/>
              <a:ext cx="198518" cy="756413"/>
            </a:xfrm>
            <a:prstGeom prst="rect">
              <a:avLst/>
            </a:prstGeom>
          </p:spPr>
        </p:pic>
        <p:sp>
          <p:nvSpPr>
            <p:cNvPr id="38" name="object 38" descr=""/>
            <p:cNvSpPr/>
            <p:nvPr/>
          </p:nvSpPr>
          <p:spPr>
            <a:xfrm>
              <a:off x="5725891" y="1358503"/>
              <a:ext cx="1696720" cy="756920"/>
            </a:xfrm>
            <a:custGeom>
              <a:avLst/>
              <a:gdLst/>
              <a:ahLst/>
              <a:cxnLst/>
              <a:rect l="l" t="t" r="r" b="b"/>
              <a:pathLst>
                <a:path w="1696720" h="756919">
                  <a:moveTo>
                    <a:pt x="0" y="756413"/>
                  </a:moveTo>
                  <a:lnTo>
                    <a:pt x="196190" y="756413"/>
                  </a:lnTo>
                  <a:lnTo>
                    <a:pt x="196190" y="0"/>
                  </a:lnTo>
                  <a:lnTo>
                    <a:pt x="0" y="0"/>
                  </a:lnTo>
                  <a:lnTo>
                    <a:pt x="0" y="756413"/>
                  </a:lnTo>
                  <a:close/>
                </a:path>
                <a:path w="1696720" h="756919">
                  <a:moveTo>
                    <a:pt x="196322" y="349062"/>
                  </a:moveTo>
                  <a:lnTo>
                    <a:pt x="394709" y="349062"/>
                  </a:lnTo>
                </a:path>
                <a:path w="1696720" h="756919">
                  <a:moveTo>
                    <a:pt x="868623" y="349062"/>
                  </a:moveTo>
                  <a:lnTo>
                    <a:pt x="1064757" y="349062"/>
                  </a:lnTo>
                </a:path>
                <a:path w="1696720" h="756919">
                  <a:moveTo>
                    <a:pt x="1263332" y="349062"/>
                  </a:moveTo>
                  <a:lnTo>
                    <a:pt x="1459467" y="349062"/>
                  </a:lnTo>
                </a:path>
                <a:path w="1696720" h="756919">
                  <a:moveTo>
                    <a:pt x="1459467" y="173334"/>
                  </a:moveTo>
                  <a:lnTo>
                    <a:pt x="1696517" y="173334"/>
                  </a:lnTo>
                </a:path>
                <a:path w="1696720" h="756919">
                  <a:moveTo>
                    <a:pt x="1459467" y="173334"/>
                  </a:moveTo>
                  <a:lnTo>
                    <a:pt x="1459467" y="521985"/>
                  </a:lnTo>
                </a:path>
                <a:path w="1696720" h="756919">
                  <a:moveTo>
                    <a:pt x="1459467" y="521985"/>
                  </a:moveTo>
                  <a:lnTo>
                    <a:pt x="1696517" y="521985"/>
                  </a:lnTo>
                </a:path>
              </a:pathLst>
            </a:custGeom>
            <a:ln w="13455">
              <a:solidFill>
                <a:srgbClr val="000000"/>
              </a:solidFill>
            </a:ln>
          </p:spPr>
          <p:txBody>
            <a:bodyPr wrap="square" lIns="0" tIns="0" rIns="0" bIns="0" rtlCol="0"/>
            <a:lstStyle/>
            <a:p/>
          </p:txBody>
        </p:sp>
        <p:sp>
          <p:nvSpPr>
            <p:cNvPr id="39" name="object 39" descr=""/>
            <p:cNvSpPr/>
            <p:nvPr/>
          </p:nvSpPr>
          <p:spPr>
            <a:xfrm>
              <a:off x="7456756" y="1527725"/>
              <a:ext cx="212090" cy="13970"/>
            </a:xfrm>
            <a:custGeom>
              <a:avLst/>
              <a:gdLst/>
              <a:ahLst/>
              <a:cxnLst/>
              <a:rect l="l" t="t" r="r" b="b"/>
              <a:pathLst>
                <a:path w="212090" h="13969">
                  <a:moveTo>
                    <a:pt x="51614" y="0"/>
                  </a:moveTo>
                  <a:lnTo>
                    <a:pt x="4316" y="0"/>
                  </a:lnTo>
                  <a:lnTo>
                    <a:pt x="2439" y="2243"/>
                  </a:lnTo>
                  <a:lnTo>
                    <a:pt x="2439" y="4673"/>
                  </a:lnTo>
                  <a:lnTo>
                    <a:pt x="0" y="6916"/>
                  </a:lnTo>
                  <a:lnTo>
                    <a:pt x="2439" y="9160"/>
                  </a:lnTo>
                  <a:lnTo>
                    <a:pt x="2439" y="11590"/>
                  </a:lnTo>
                  <a:lnTo>
                    <a:pt x="4316" y="13833"/>
                  </a:lnTo>
                  <a:lnTo>
                    <a:pt x="51614" y="13833"/>
                  </a:lnTo>
                  <a:lnTo>
                    <a:pt x="54054" y="11590"/>
                  </a:lnTo>
                  <a:lnTo>
                    <a:pt x="56306" y="9160"/>
                  </a:lnTo>
                  <a:lnTo>
                    <a:pt x="56306" y="4673"/>
                  </a:lnTo>
                  <a:lnTo>
                    <a:pt x="54054" y="2243"/>
                  </a:lnTo>
                  <a:lnTo>
                    <a:pt x="51614" y="0"/>
                  </a:lnTo>
                  <a:close/>
                </a:path>
                <a:path w="212090" h="13969">
                  <a:moveTo>
                    <a:pt x="110360" y="0"/>
                  </a:moveTo>
                  <a:lnTo>
                    <a:pt x="103791" y="0"/>
                  </a:lnTo>
                  <a:lnTo>
                    <a:pt x="101351" y="2243"/>
                  </a:lnTo>
                  <a:lnTo>
                    <a:pt x="99099" y="4673"/>
                  </a:lnTo>
                  <a:lnTo>
                    <a:pt x="99099" y="9160"/>
                  </a:lnTo>
                  <a:lnTo>
                    <a:pt x="101351" y="11590"/>
                  </a:lnTo>
                  <a:lnTo>
                    <a:pt x="103791" y="13833"/>
                  </a:lnTo>
                  <a:lnTo>
                    <a:pt x="110360" y="13833"/>
                  </a:lnTo>
                  <a:lnTo>
                    <a:pt x="112613" y="11590"/>
                  </a:lnTo>
                  <a:lnTo>
                    <a:pt x="112613" y="9160"/>
                  </a:lnTo>
                  <a:lnTo>
                    <a:pt x="114865" y="6916"/>
                  </a:lnTo>
                  <a:lnTo>
                    <a:pt x="112613" y="4673"/>
                  </a:lnTo>
                  <a:lnTo>
                    <a:pt x="112613" y="2243"/>
                  </a:lnTo>
                  <a:lnTo>
                    <a:pt x="110360" y="0"/>
                  </a:lnTo>
                  <a:close/>
                </a:path>
                <a:path w="212090" h="13969">
                  <a:moveTo>
                    <a:pt x="207395" y="0"/>
                  </a:moveTo>
                  <a:lnTo>
                    <a:pt x="160098" y="0"/>
                  </a:lnTo>
                  <a:lnTo>
                    <a:pt x="157658" y="2243"/>
                  </a:lnTo>
                  <a:lnTo>
                    <a:pt x="157658" y="4673"/>
                  </a:lnTo>
                  <a:lnTo>
                    <a:pt x="155781" y="6916"/>
                  </a:lnTo>
                  <a:lnTo>
                    <a:pt x="157658" y="9160"/>
                  </a:lnTo>
                  <a:lnTo>
                    <a:pt x="157658" y="11590"/>
                  </a:lnTo>
                  <a:lnTo>
                    <a:pt x="160098" y="13833"/>
                  </a:lnTo>
                  <a:lnTo>
                    <a:pt x="207395" y="13833"/>
                  </a:lnTo>
                  <a:lnTo>
                    <a:pt x="209835" y="11590"/>
                  </a:lnTo>
                  <a:lnTo>
                    <a:pt x="212088" y="9160"/>
                  </a:lnTo>
                  <a:lnTo>
                    <a:pt x="212088" y="4673"/>
                  </a:lnTo>
                  <a:lnTo>
                    <a:pt x="209835" y="2243"/>
                  </a:lnTo>
                  <a:lnTo>
                    <a:pt x="207395" y="0"/>
                  </a:lnTo>
                  <a:close/>
                </a:path>
              </a:pathLst>
            </a:custGeom>
            <a:solidFill>
              <a:srgbClr val="000000"/>
            </a:solidFill>
          </p:spPr>
          <p:txBody>
            <a:bodyPr wrap="square" lIns="0" tIns="0" rIns="0" bIns="0" rtlCol="0"/>
            <a:lstStyle/>
            <a:p/>
          </p:txBody>
        </p:sp>
        <p:sp>
          <p:nvSpPr>
            <p:cNvPr id="40" name="object 40" descr=""/>
            <p:cNvSpPr/>
            <p:nvPr/>
          </p:nvSpPr>
          <p:spPr>
            <a:xfrm>
              <a:off x="7456756" y="1527725"/>
              <a:ext cx="212090" cy="13970"/>
            </a:xfrm>
            <a:custGeom>
              <a:avLst/>
              <a:gdLst/>
              <a:ahLst/>
              <a:cxnLst/>
              <a:rect l="l" t="t" r="r" b="b"/>
              <a:pathLst>
                <a:path w="212090" h="13969">
                  <a:moveTo>
                    <a:pt x="9009" y="0"/>
                  </a:moveTo>
                  <a:lnTo>
                    <a:pt x="49362" y="0"/>
                  </a:lnTo>
                  <a:lnTo>
                    <a:pt x="56306" y="9160"/>
                  </a:lnTo>
                  <a:lnTo>
                    <a:pt x="54054" y="11590"/>
                  </a:lnTo>
                  <a:lnTo>
                    <a:pt x="51614" y="13833"/>
                  </a:lnTo>
                  <a:lnTo>
                    <a:pt x="49362" y="13833"/>
                  </a:lnTo>
                  <a:lnTo>
                    <a:pt x="9009" y="13833"/>
                  </a:lnTo>
                  <a:lnTo>
                    <a:pt x="4316" y="13833"/>
                  </a:lnTo>
                  <a:lnTo>
                    <a:pt x="2439" y="11590"/>
                  </a:lnTo>
                  <a:lnTo>
                    <a:pt x="2439" y="9160"/>
                  </a:lnTo>
                  <a:lnTo>
                    <a:pt x="0" y="6916"/>
                  </a:lnTo>
                  <a:lnTo>
                    <a:pt x="2439" y="4673"/>
                  </a:lnTo>
                  <a:lnTo>
                    <a:pt x="2439" y="2243"/>
                  </a:lnTo>
                  <a:lnTo>
                    <a:pt x="4316" y="0"/>
                  </a:lnTo>
                  <a:lnTo>
                    <a:pt x="9009" y="0"/>
                  </a:lnTo>
                  <a:close/>
                </a:path>
                <a:path w="212090" h="13969">
                  <a:moveTo>
                    <a:pt x="106044" y="0"/>
                  </a:moveTo>
                  <a:lnTo>
                    <a:pt x="110360" y="0"/>
                  </a:lnTo>
                  <a:lnTo>
                    <a:pt x="112613" y="2243"/>
                  </a:lnTo>
                  <a:lnTo>
                    <a:pt x="112613" y="4673"/>
                  </a:lnTo>
                  <a:lnTo>
                    <a:pt x="114865" y="6916"/>
                  </a:lnTo>
                  <a:lnTo>
                    <a:pt x="112613" y="9160"/>
                  </a:lnTo>
                  <a:lnTo>
                    <a:pt x="112613" y="11590"/>
                  </a:lnTo>
                  <a:lnTo>
                    <a:pt x="110360" y="13833"/>
                  </a:lnTo>
                  <a:lnTo>
                    <a:pt x="106044" y="13833"/>
                  </a:lnTo>
                  <a:lnTo>
                    <a:pt x="103791" y="13833"/>
                  </a:lnTo>
                  <a:lnTo>
                    <a:pt x="101351" y="11590"/>
                  </a:lnTo>
                  <a:lnTo>
                    <a:pt x="99099" y="9160"/>
                  </a:lnTo>
                  <a:lnTo>
                    <a:pt x="99099" y="6916"/>
                  </a:lnTo>
                  <a:lnTo>
                    <a:pt x="99099" y="4673"/>
                  </a:lnTo>
                  <a:lnTo>
                    <a:pt x="101351" y="2243"/>
                  </a:lnTo>
                  <a:lnTo>
                    <a:pt x="103791" y="0"/>
                  </a:lnTo>
                  <a:lnTo>
                    <a:pt x="106044" y="0"/>
                  </a:lnTo>
                  <a:close/>
                </a:path>
                <a:path w="212090" h="13969">
                  <a:moveTo>
                    <a:pt x="162350" y="0"/>
                  </a:moveTo>
                  <a:lnTo>
                    <a:pt x="205143" y="0"/>
                  </a:lnTo>
                  <a:lnTo>
                    <a:pt x="212088" y="9160"/>
                  </a:lnTo>
                  <a:lnTo>
                    <a:pt x="209835" y="11590"/>
                  </a:lnTo>
                  <a:lnTo>
                    <a:pt x="207395" y="13833"/>
                  </a:lnTo>
                  <a:lnTo>
                    <a:pt x="205143" y="13833"/>
                  </a:lnTo>
                  <a:lnTo>
                    <a:pt x="162350" y="13833"/>
                  </a:lnTo>
                  <a:lnTo>
                    <a:pt x="160098" y="13833"/>
                  </a:lnTo>
                  <a:lnTo>
                    <a:pt x="157658" y="11590"/>
                  </a:lnTo>
                  <a:lnTo>
                    <a:pt x="157658" y="9160"/>
                  </a:lnTo>
                  <a:lnTo>
                    <a:pt x="155781" y="6916"/>
                  </a:lnTo>
                  <a:lnTo>
                    <a:pt x="157658" y="4673"/>
                  </a:lnTo>
                  <a:lnTo>
                    <a:pt x="157658" y="2243"/>
                  </a:lnTo>
                  <a:lnTo>
                    <a:pt x="160098" y="0"/>
                  </a:lnTo>
                  <a:lnTo>
                    <a:pt x="162350" y="0"/>
                  </a:lnTo>
                  <a:close/>
                </a:path>
              </a:pathLst>
            </a:custGeom>
            <a:ln w="3175">
              <a:solidFill>
                <a:srgbClr val="000000"/>
              </a:solidFill>
            </a:ln>
          </p:spPr>
          <p:txBody>
            <a:bodyPr wrap="square" lIns="0" tIns="0" rIns="0" bIns="0" rtlCol="0"/>
            <a:lstStyle/>
            <a:p/>
          </p:txBody>
        </p:sp>
        <p:sp>
          <p:nvSpPr>
            <p:cNvPr id="41" name="object 41" descr=""/>
            <p:cNvSpPr/>
            <p:nvPr/>
          </p:nvSpPr>
          <p:spPr>
            <a:xfrm>
              <a:off x="7655331" y="1527725"/>
              <a:ext cx="13970" cy="362585"/>
            </a:xfrm>
            <a:custGeom>
              <a:avLst/>
              <a:gdLst/>
              <a:ahLst/>
              <a:cxnLst/>
              <a:rect l="l" t="t" r="r" b="b"/>
              <a:pathLst>
                <a:path w="13970" h="362585">
                  <a:moveTo>
                    <a:pt x="8821" y="0"/>
                  </a:moveTo>
                  <a:lnTo>
                    <a:pt x="4129" y="0"/>
                  </a:lnTo>
                  <a:lnTo>
                    <a:pt x="2439" y="2243"/>
                  </a:lnTo>
                  <a:lnTo>
                    <a:pt x="0" y="4673"/>
                  </a:lnTo>
                  <a:lnTo>
                    <a:pt x="0" y="52157"/>
                  </a:lnTo>
                  <a:lnTo>
                    <a:pt x="2439" y="54026"/>
                  </a:lnTo>
                  <a:lnTo>
                    <a:pt x="4129" y="56270"/>
                  </a:lnTo>
                  <a:lnTo>
                    <a:pt x="8821" y="56270"/>
                  </a:lnTo>
                  <a:lnTo>
                    <a:pt x="11261" y="54026"/>
                  </a:lnTo>
                  <a:lnTo>
                    <a:pt x="13513" y="52157"/>
                  </a:lnTo>
                  <a:lnTo>
                    <a:pt x="13513" y="4673"/>
                  </a:lnTo>
                  <a:lnTo>
                    <a:pt x="11261" y="2243"/>
                  </a:lnTo>
                  <a:lnTo>
                    <a:pt x="8821" y="0"/>
                  </a:lnTo>
                  <a:close/>
                </a:path>
                <a:path w="13970" h="362585">
                  <a:moveTo>
                    <a:pt x="8821" y="99080"/>
                  </a:moveTo>
                  <a:lnTo>
                    <a:pt x="4129" y="99080"/>
                  </a:lnTo>
                  <a:lnTo>
                    <a:pt x="2439" y="101510"/>
                  </a:lnTo>
                  <a:lnTo>
                    <a:pt x="0" y="103754"/>
                  </a:lnTo>
                  <a:lnTo>
                    <a:pt x="0" y="108427"/>
                  </a:lnTo>
                  <a:lnTo>
                    <a:pt x="2439" y="110297"/>
                  </a:lnTo>
                  <a:lnTo>
                    <a:pt x="4129" y="112540"/>
                  </a:lnTo>
                  <a:lnTo>
                    <a:pt x="8821" y="112540"/>
                  </a:lnTo>
                  <a:lnTo>
                    <a:pt x="11261" y="110297"/>
                  </a:lnTo>
                  <a:lnTo>
                    <a:pt x="13513" y="108427"/>
                  </a:lnTo>
                  <a:lnTo>
                    <a:pt x="13513" y="103754"/>
                  </a:lnTo>
                  <a:lnTo>
                    <a:pt x="8821" y="99080"/>
                  </a:lnTo>
                  <a:close/>
                </a:path>
                <a:path w="13970" h="362585">
                  <a:moveTo>
                    <a:pt x="8821" y="155350"/>
                  </a:moveTo>
                  <a:lnTo>
                    <a:pt x="4129" y="155350"/>
                  </a:lnTo>
                  <a:lnTo>
                    <a:pt x="2439" y="157780"/>
                  </a:lnTo>
                  <a:lnTo>
                    <a:pt x="0" y="160024"/>
                  </a:lnTo>
                  <a:lnTo>
                    <a:pt x="0" y="207134"/>
                  </a:lnTo>
                  <a:lnTo>
                    <a:pt x="2439" y="209377"/>
                  </a:lnTo>
                  <a:lnTo>
                    <a:pt x="4129" y="211620"/>
                  </a:lnTo>
                  <a:lnTo>
                    <a:pt x="8821" y="211620"/>
                  </a:lnTo>
                  <a:lnTo>
                    <a:pt x="11261" y="209377"/>
                  </a:lnTo>
                  <a:lnTo>
                    <a:pt x="13513" y="207134"/>
                  </a:lnTo>
                  <a:lnTo>
                    <a:pt x="13513" y="160024"/>
                  </a:lnTo>
                  <a:lnTo>
                    <a:pt x="8821" y="155350"/>
                  </a:lnTo>
                  <a:close/>
                </a:path>
                <a:path w="13970" h="362585">
                  <a:moveTo>
                    <a:pt x="8821" y="254617"/>
                  </a:moveTo>
                  <a:lnTo>
                    <a:pt x="4129" y="254617"/>
                  </a:lnTo>
                  <a:lnTo>
                    <a:pt x="2439" y="256861"/>
                  </a:lnTo>
                  <a:lnTo>
                    <a:pt x="0" y="259291"/>
                  </a:lnTo>
                  <a:lnTo>
                    <a:pt x="0" y="263404"/>
                  </a:lnTo>
                  <a:lnTo>
                    <a:pt x="2439" y="265647"/>
                  </a:lnTo>
                  <a:lnTo>
                    <a:pt x="4129" y="267890"/>
                  </a:lnTo>
                  <a:lnTo>
                    <a:pt x="8821" y="267890"/>
                  </a:lnTo>
                  <a:lnTo>
                    <a:pt x="11261" y="265647"/>
                  </a:lnTo>
                  <a:lnTo>
                    <a:pt x="13513" y="263404"/>
                  </a:lnTo>
                  <a:lnTo>
                    <a:pt x="13513" y="259291"/>
                  </a:lnTo>
                  <a:lnTo>
                    <a:pt x="11261" y="256861"/>
                  </a:lnTo>
                  <a:lnTo>
                    <a:pt x="8821" y="254617"/>
                  </a:lnTo>
                  <a:close/>
                </a:path>
                <a:path w="13970" h="362585">
                  <a:moveTo>
                    <a:pt x="8821" y="310888"/>
                  </a:moveTo>
                  <a:lnTo>
                    <a:pt x="4129" y="310888"/>
                  </a:lnTo>
                  <a:lnTo>
                    <a:pt x="2439" y="313131"/>
                  </a:lnTo>
                  <a:lnTo>
                    <a:pt x="0" y="315561"/>
                  </a:lnTo>
                  <a:lnTo>
                    <a:pt x="0" y="357998"/>
                  </a:lnTo>
                  <a:lnTo>
                    <a:pt x="2439" y="360241"/>
                  </a:lnTo>
                  <a:lnTo>
                    <a:pt x="4129" y="362484"/>
                  </a:lnTo>
                  <a:lnTo>
                    <a:pt x="8821" y="362484"/>
                  </a:lnTo>
                  <a:lnTo>
                    <a:pt x="11261" y="360241"/>
                  </a:lnTo>
                  <a:lnTo>
                    <a:pt x="13513" y="357998"/>
                  </a:lnTo>
                  <a:lnTo>
                    <a:pt x="13513" y="315561"/>
                  </a:lnTo>
                  <a:lnTo>
                    <a:pt x="11261" y="313131"/>
                  </a:lnTo>
                  <a:lnTo>
                    <a:pt x="8821" y="310888"/>
                  </a:lnTo>
                  <a:close/>
                </a:path>
              </a:pathLst>
            </a:custGeom>
            <a:solidFill>
              <a:srgbClr val="000000"/>
            </a:solidFill>
          </p:spPr>
          <p:txBody>
            <a:bodyPr wrap="square" lIns="0" tIns="0" rIns="0" bIns="0" rtlCol="0"/>
            <a:lstStyle/>
            <a:p/>
          </p:txBody>
        </p:sp>
        <p:sp>
          <p:nvSpPr>
            <p:cNvPr id="42" name="object 42" descr=""/>
            <p:cNvSpPr/>
            <p:nvPr/>
          </p:nvSpPr>
          <p:spPr>
            <a:xfrm>
              <a:off x="7655331" y="1527725"/>
              <a:ext cx="13970" cy="362585"/>
            </a:xfrm>
            <a:custGeom>
              <a:avLst/>
              <a:gdLst/>
              <a:ahLst/>
              <a:cxnLst/>
              <a:rect l="l" t="t" r="r" b="b"/>
              <a:pathLst>
                <a:path w="13970" h="362585">
                  <a:moveTo>
                    <a:pt x="13513" y="6916"/>
                  </a:moveTo>
                  <a:lnTo>
                    <a:pt x="13513" y="49727"/>
                  </a:lnTo>
                  <a:lnTo>
                    <a:pt x="13513" y="52157"/>
                  </a:lnTo>
                  <a:lnTo>
                    <a:pt x="11261" y="54026"/>
                  </a:lnTo>
                  <a:lnTo>
                    <a:pt x="8821" y="56270"/>
                  </a:lnTo>
                  <a:lnTo>
                    <a:pt x="6569" y="56270"/>
                  </a:lnTo>
                  <a:lnTo>
                    <a:pt x="4129" y="56270"/>
                  </a:lnTo>
                  <a:lnTo>
                    <a:pt x="2439" y="54026"/>
                  </a:lnTo>
                  <a:lnTo>
                    <a:pt x="0" y="52157"/>
                  </a:lnTo>
                  <a:lnTo>
                    <a:pt x="0" y="49727"/>
                  </a:lnTo>
                  <a:lnTo>
                    <a:pt x="0" y="6916"/>
                  </a:lnTo>
                  <a:lnTo>
                    <a:pt x="0" y="4673"/>
                  </a:lnTo>
                  <a:lnTo>
                    <a:pt x="2439" y="2243"/>
                  </a:lnTo>
                  <a:lnTo>
                    <a:pt x="4129" y="0"/>
                  </a:lnTo>
                  <a:lnTo>
                    <a:pt x="6569" y="0"/>
                  </a:lnTo>
                  <a:lnTo>
                    <a:pt x="8821" y="0"/>
                  </a:lnTo>
                  <a:lnTo>
                    <a:pt x="11261" y="2243"/>
                  </a:lnTo>
                  <a:lnTo>
                    <a:pt x="13513" y="4673"/>
                  </a:lnTo>
                  <a:lnTo>
                    <a:pt x="13513" y="6916"/>
                  </a:lnTo>
                  <a:close/>
                </a:path>
                <a:path w="13970" h="362585">
                  <a:moveTo>
                    <a:pt x="13513" y="105997"/>
                  </a:moveTo>
                  <a:lnTo>
                    <a:pt x="13513" y="108427"/>
                  </a:lnTo>
                  <a:lnTo>
                    <a:pt x="11261" y="110297"/>
                  </a:lnTo>
                  <a:lnTo>
                    <a:pt x="8821" y="112540"/>
                  </a:lnTo>
                  <a:lnTo>
                    <a:pt x="6569" y="112540"/>
                  </a:lnTo>
                  <a:lnTo>
                    <a:pt x="4129" y="112540"/>
                  </a:lnTo>
                  <a:lnTo>
                    <a:pt x="2439" y="110297"/>
                  </a:lnTo>
                  <a:lnTo>
                    <a:pt x="0" y="108427"/>
                  </a:lnTo>
                  <a:lnTo>
                    <a:pt x="0" y="105997"/>
                  </a:lnTo>
                  <a:lnTo>
                    <a:pt x="0" y="103754"/>
                  </a:lnTo>
                  <a:lnTo>
                    <a:pt x="2439" y="101510"/>
                  </a:lnTo>
                  <a:lnTo>
                    <a:pt x="4129" y="99080"/>
                  </a:lnTo>
                  <a:lnTo>
                    <a:pt x="6569" y="99080"/>
                  </a:lnTo>
                  <a:lnTo>
                    <a:pt x="8821" y="99080"/>
                  </a:lnTo>
                  <a:lnTo>
                    <a:pt x="11261" y="101510"/>
                  </a:lnTo>
                  <a:lnTo>
                    <a:pt x="13513" y="103754"/>
                  </a:lnTo>
                  <a:lnTo>
                    <a:pt x="13513" y="105997"/>
                  </a:lnTo>
                  <a:close/>
                </a:path>
                <a:path w="13970" h="362585">
                  <a:moveTo>
                    <a:pt x="13513" y="162267"/>
                  </a:moveTo>
                  <a:lnTo>
                    <a:pt x="13513" y="204703"/>
                  </a:lnTo>
                  <a:lnTo>
                    <a:pt x="13513" y="207134"/>
                  </a:lnTo>
                  <a:lnTo>
                    <a:pt x="11261" y="209377"/>
                  </a:lnTo>
                  <a:lnTo>
                    <a:pt x="8821" y="211620"/>
                  </a:lnTo>
                  <a:lnTo>
                    <a:pt x="6569" y="211620"/>
                  </a:lnTo>
                  <a:lnTo>
                    <a:pt x="4129" y="211620"/>
                  </a:lnTo>
                  <a:lnTo>
                    <a:pt x="2439" y="209377"/>
                  </a:lnTo>
                  <a:lnTo>
                    <a:pt x="0" y="207134"/>
                  </a:lnTo>
                  <a:lnTo>
                    <a:pt x="0" y="204703"/>
                  </a:lnTo>
                  <a:lnTo>
                    <a:pt x="0" y="162267"/>
                  </a:lnTo>
                  <a:lnTo>
                    <a:pt x="0" y="160024"/>
                  </a:lnTo>
                  <a:lnTo>
                    <a:pt x="2439" y="157780"/>
                  </a:lnTo>
                  <a:lnTo>
                    <a:pt x="4129" y="155350"/>
                  </a:lnTo>
                  <a:lnTo>
                    <a:pt x="6569" y="155350"/>
                  </a:lnTo>
                  <a:lnTo>
                    <a:pt x="8821" y="155350"/>
                  </a:lnTo>
                  <a:lnTo>
                    <a:pt x="11261" y="157780"/>
                  </a:lnTo>
                  <a:lnTo>
                    <a:pt x="13513" y="160024"/>
                  </a:lnTo>
                  <a:lnTo>
                    <a:pt x="13513" y="162267"/>
                  </a:lnTo>
                  <a:close/>
                </a:path>
                <a:path w="13970" h="362585">
                  <a:moveTo>
                    <a:pt x="13513" y="260974"/>
                  </a:moveTo>
                  <a:lnTo>
                    <a:pt x="13513" y="263404"/>
                  </a:lnTo>
                  <a:lnTo>
                    <a:pt x="11261" y="265647"/>
                  </a:lnTo>
                  <a:lnTo>
                    <a:pt x="8821" y="267890"/>
                  </a:lnTo>
                  <a:lnTo>
                    <a:pt x="6569" y="267890"/>
                  </a:lnTo>
                  <a:lnTo>
                    <a:pt x="4129" y="267890"/>
                  </a:lnTo>
                  <a:lnTo>
                    <a:pt x="2439" y="265647"/>
                  </a:lnTo>
                  <a:lnTo>
                    <a:pt x="0" y="263404"/>
                  </a:lnTo>
                  <a:lnTo>
                    <a:pt x="0" y="260974"/>
                  </a:lnTo>
                  <a:lnTo>
                    <a:pt x="0" y="259291"/>
                  </a:lnTo>
                  <a:lnTo>
                    <a:pt x="2439" y="256861"/>
                  </a:lnTo>
                  <a:lnTo>
                    <a:pt x="4129" y="254617"/>
                  </a:lnTo>
                  <a:lnTo>
                    <a:pt x="6569" y="254617"/>
                  </a:lnTo>
                  <a:lnTo>
                    <a:pt x="8821" y="254617"/>
                  </a:lnTo>
                  <a:lnTo>
                    <a:pt x="11261" y="256861"/>
                  </a:lnTo>
                  <a:lnTo>
                    <a:pt x="13513" y="259291"/>
                  </a:lnTo>
                  <a:lnTo>
                    <a:pt x="13513" y="260974"/>
                  </a:lnTo>
                  <a:close/>
                </a:path>
                <a:path w="13970" h="362585">
                  <a:moveTo>
                    <a:pt x="13513" y="317244"/>
                  </a:moveTo>
                  <a:lnTo>
                    <a:pt x="13513" y="355567"/>
                  </a:lnTo>
                  <a:lnTo>
                    <a:pt x="13513" y="357998"/>
                  </a:lnTo>
                  <a:lnTo>
                    <a:pt x="11261" y="360241"/>
                  </a:lnTo>
                  <a:lnTo>
                    <a:pt x="8821" y="362484"/>
                  </a:lnTo>
                  <a:lnTo>
                    <a:pt x="6569" y="362484"/>
                  </a:lnTo>
                  <a:lnTo>
                    <a:pt x="4129" y="362484"/>
                  </a:lnTo>
                  <a:lnTo>
                    <a:pt x="2439" y="360241"/>
                  </a:lnTo>
                  <a:lnTo>
                    <a:pt x="0" y="357998"/>
                  </a:lnTo>
                  <a:lnTo>
                    <a:pt x="0" y="355567"/>
                  </a:lnTo>
                  <a:lnTo>
                    <a:pt x="0" y="317244"/>
                  </a:lnTo>
                  <a:lnTo>
                    <a:pt x="0" y="315561"/>
                  </a:lnTo>
                  <a:lnTo>
                    <a:pt x="2439" y="313131"/>
                  </a:lnTo>
                  <a:lnTo>
                    <a:pt x="4129" y="310888"/>
                  </a:lnTo>
                  <a:lnTo>
                    <a:pt x="13513" y="317244"/>
                  </a:lnTo>
                  <a:close/>
                </a:path>
              </a:pathLst>
            </a:custGeom>
            <a:ln w="3175">
              <a:solidFill>
                <a:srgbClr val="000000"/>
              </a:solidFill>
            </a:ln>
          </p:spPr>
          <p:txBody>
            <a:bodyPr wrap="square" lIns="0" tIns="0" rIns="0" bIns="0" rtlCol="0"/>
            <a:lstStyle/>
            <a:p/>
          </p:txBody>
        </p:sp>
        <p:sp>
          <p:nvSpPr>
            <p:cNvPr id="43" name="object 43" descr=""/>
            <p:cNvSpPr/>
            <p:nvPr/>
          </p:nvSpPr>
          <p:spPr>
            <a:xfrm>
              <a:off x="7456756" y="1876936"/>
              <a:ext cx="212090" cy="13335"/>
            </a:xfrm>
            <a:custGeom>
              <a:avLst/>
              <a:gdLst/>
              <a:ahLst/>
              <a:cxnLst/>
              <a:rect l="l" t="t" r="r" b="b"/>
              <a:pathLst>
                <a:path w="212090" h="13335">
                  <a:moveTo>
                    <a:pt x="51614" y="0"/>
                  </a:moveTo>
                  <a:lnTo>
                    <a:pt x="4316" y="0"/>
                  </a:lnTo>
                  <a:lnTo>
                    <a:pt x="2439" y="2243"/>
                  </a:lnTo>
                  <a:lnTo>
                    <a:pt x="2439" y="4486"/>
                  </a:lnTo>
                  <a:lnTo>
                    <a:pt x="0" y="6356"/>
                  </a:lnTo>
                  <a:lnTo>
                    <a:pt x="2439" y="8786"/>
                  </a:lnTo>
                  <a:lnTo>
                    <a:pt x="2439" y="11029"/>
                  </a:lnTo>
                  <a:lnTo>
                    <a:pt x="4316" y="13273"/>
                  </a:lnTo>
                  <a:lnTo>
                    <a:pt x="51614" y="13273"/>
                  </a:lnTo>
                  <a:lnTo>
                    <a:pt x="54054" y="11029"/>
                  </a:lnTo>
                  <a:lnTo>
                    <a:pt x="56306" y="8786"/>
                  </a:lnTo>
                  <a:lnTo>
                    <a:pt x="56306" y="4486"/>
                  </a:lnTo>
                  <a:lnTo>
                    <a:pt x="54054" y="2243"/>
                  </a:lnTo>
                  <a:lnTo>
                    <a:pt x="51614" y="0"/>
                  </a:lnTo>
                  <a:close/>
                </a:path>
                <a:path w="212090" h="13335">
                  <a:moveTo>
                    <a:pt x="110360" y="0"/>
                  </a:moveTo>
                  <a:lnTo>
                    <a:pt x="103791" y="0"/>
                  </a:lnTo>
                  <a:lnTo>
                    <a:pt x="101351" y="2243"/>
                  </a:lnTo>
                  <a:lnTo>
                    <a:pt x="99099" y="4486"/>
                  </a:lnTo>
                  <a:lnTo>
                    <a:pt x="99099" y="8786"/>
                  </a:lnTo>
                  <a:lnTo>
                    <a:pt x="101351" y="11029"/>
                  </a:lnTo>
                  <a:lnTo>
                    <a:pt x="103791" y="13273"/>
                  </a:lnTo>
                  <a:lnTo>
                    <a:pt x="110360" y="13273"/>
                  </a:lnTo>
                  <a:lnTo>
                    <a:pt x="112613" y="11029"/>
                  </a:lnTo>
                  <a:lnTo>
                    <a:pt x="112613" y="8786"/>
                  </a:lnTo>
                  <a:lnTo>
                    <a:pt x="114865" y="6356"/>
                  </a:lnTo>
                  <a:lnTo>
                    <a:pt x="112613" y="4486"/>
                  </a:lnTo>
                  <a:lnTo>
                    <a:pt x="112613" y="2243"/>
                  </a:lnTo>
                  <a:lnTo>
                    <a:pt x="110360" y="0"/>
                  </a:lnTo>
                  <a:close/>
                </a:path>
                <a:path w="212090" h="13335">
                  <a:moveTo>
                    <a:pt x="207395" y="0"/>
                  </a:moveTo>
                  <a:lnTo>
                    <a:pt x="160098" y="0"/>
                  </a:lnTo>
                  <a:lnTo>
                    <a:pt x="157658" y="2243"/>
                  </a:lnTo>
                  <a:lnTo>
                    <a:pt x="157658" y="4486"/>
                  </a:lnTo>
                  <a:lnTo>
                    <a:pt x="155781" y="6356"/>
                  </a:lnTo>
                  <a:lnTo>
                    <a:pt x="157658" y="8786"/>
                  </a:lnTo>
                  <a:lnTo>
                    <a:pt x="157658" y="11029"/>
                  </a:lnTo>
                  <a:lnTo>
                    <a:pt x="160098" y="13273"/>
                  </a:lnTo>
                  <a:lnTo>
                    <a:pt x="207395" y="13273"/>
                  </a:lnTo>
                  <a:lnTo>
                    <a:pt x="209835" y="11029"/>
                  </a:lnTo>
                  <a:lnTo>
                    <a:pt x="212088" y="8786"/>
                  </a:lnTo>
                  <a:lnTo>
                    <a:pt x="212088" y="4486"/>
                  </a:lnTo>
                  <a:lnTo>
                    <a:pt x="209835" y="2243"/>
                  </a:lnTo>
                  <a:lnTo>
                    <a:pt x="207395" y="0"/>
                  </a:lnTo>
                  <a:close/>
                </a:path>
              </a:pathLst>
            </a:custGeom>
            <a:solidFill>
              <a:srgbClr val="000000"/>
            </a:solidFill>
          </p:spPr>
          <p:txBody>
            <a:bodyPr wrap="square" lIns="0" tIns="0" rIns="0" bIns="0" rtlCol="0"/>
            <a:lstStyle/>
            <a:p/>
          </p:txBody>
        </p:sp>
        <p:sp>
          <p:nvSpPr>
            <p:cNvPr id="44" name="object 44" descr=""/>
            <p:cNvSpPr/>
            <p:nvPr/>
          </p:nvSpPr>
          <p:spPr>
            <a:xfrm>
              <a:off x="7456756" y="1876936"/>
              <a:ext cx="212090" cy="13335"/>
            </a:xfrm>
            <a:custGeom>
              <a:avLst/>
              <a:gdLst/>
              <a:ahLst/>
              <a:cxnLst/>
              <a:rect l="l" t="t" r="r" b="b"/>
              <a:pathLst>
                <a:path w="212090" h="13335">
                  <a:moveTo>
                    <a:pt x="9009" y="0"/>
                  </a:moveTo>
                  <a:lnTo>
                    <a:pt x="49362" y="0"/>
                  </a:lnTo>
                  <a:lnTo>
                    <a:pt x="56306" y="8786"/>
                  </a:lnTo>
                  <a:lnTo>
                    <a:pt x="54054" y="11029"/>
                  </a:lnTo>
                  <a:lnTo>
                    <a:pt x="51614" y="13273"/>
                  </a:lnTo>
                  <a:lnTo>
                    <a:pt x="49362" y="13273"/>
                  </a:lnTo>
                  <a:lnTo>
                    <a:pt x="9009" y="13273"/>
                  </a:lnTo>
                  <a:lnTo>
                    <a:pt x="4316" y="13273"/>
                  </a:lnTo>
                  <a:lnTo>
                    <a:pt x="2439" y="11029"/>
                  </a:lnTo>
                  <a:lnTo>
                    <a:pt x="2439" y="8786"/>
                  </a:lnTo>
                  <a:lnTo>
                    <a:pt x="0" y="6356"/>
                  </a:lnTo>
                  <a:lnTo>
                    <a:pt x="2439" y="4486"/>
                  </a:lnTo>
                  <a:lnTo>
                    <a:pt x="2439" y="2243"/>
                  </a:lnTo>
                  <a:lnTo>
                    <a:pt x="4316" y="0"/>
                  </a:lnTo>
                  <a:lnTo>
                    <a:pt x="9009" y="0"/>
                  </a:lnTo>
                  <a:close/>
                </a:path>
                <a:path w="212090" h="13335">
                  <a:moveTo>
                    <a:pt x="106044" y="0"/>
                  </a:moveTo>
                  <a:lnTo>
                    <a:pt x="110360" y="0"/>
                  </a:lnTo>
                  <a:lnTo>
                    <a:pt x="112613" y="2243"/>
                  </a:lnTo>
                  <a:lnTo>
                    <a:pt x="112613" y="4486"/>
                  </a:lnTo>
                  <a:lnTo>
                    <a:pt x="114865" y="6356"/>
                  </a:lnTo>
                  <a:lnTo>
                    <a:pt x="112613" y="8786"/>
                  </a:lnTo>
                  <a:lnTo>
                    <a:pt x="112613" y="11029"/>
                  </a:lnTo>
                  <a:lnTo>
                    <a:pt x="110360" y="13273"/>
                  </a:lnTo>
                  <a:lnTo>
                    <a:pt x="106044" y="13273"/>
                  </a:lnTo>
                  <a:lnTo>
                    <a:pt x="103791" y="13273"/>
                  </a:lnTo>
                  <a:lnTo>
                    <a:pt x="101351" y="11029"/>
                  </a:lnTo>
                  <a:lnTo>
                    <a:pt x="99099" y="8786"/>
                  </a:lnTo>
                  <a:lnTo>
                    <a:pt x="99099" y="6356"/>
                  </a:lnTo>
                  <a:lnTo>
                    <a:pt x="99099" y="4486"/>
                  </a:lnTo>
                  <a:lnTo>
                    <a:pt x="101351" y="2243"/>
                  </a:lnTo>
                  <a:lnTo>
                    <a:pt x="103791" y="0"/>
                  </a:lnTo>
                  <a:lnTo>
                    <a:pt x="106044" y="0"/>
                  </a:lnTo>
                  <a:close/>
                </a:path>
                <a:path w="212090" h="13335">
                  <a:moveTo>
                    <a:pt x="162350" y="0"/>
                  </a:moveTo>
                  <a:lnTo>
                    <a:pt x="205143" y="0"/>
                  </a:lnTo>
                  <a:lnTo>
                    <a:pt x="212088" y="8786"/>
                  </a:lnTo>
                  <a:lnTo>
                    <a:pt x="209835" y="11029"/>
                  </a:lnTo>
                  <a:lnTo>
                    <a:pt x="207395" y="13273"/>
                  </a:lnTo>
                  <a:lnTo>
                    <a:pt x="205143" y="13273"/>
                  </a:lnTo>
                  <a:lnTo>
                    <a:pt x="162350" y="13273"/>
                  </a:lnTo>
                  <a:lnTo>
                    <a:pt x="160098" y="13273"/>
                  </a:lnTo>
                  <a:lnTo>
                    <a:pt x="157658" y="11029"/>
                  </a:lnTo>
                  <a:lnTo>
                    <a:pt x="157658" y="8786"/>
                  </a:lnTo>
                  <a:lnTo>
                    <a:pt x="155781" y="6356"/>
                  </a:lnTo>
                  <a:lnTo>
                    <a:pt x="157658" y="4486"/>
                  </a:lnTo>
                  <a:lnTo>
                    <a:pt x="157658" y="2243"/>
                  </a:lnTo>
                  <a:lnTo>
                    <a:pt x="160098" y="0"/>
                  </a:lnTo>
                  <a:lnTo>
                    <a:pt x="162350" y="0"/>
                  </a:lnTo>
                  <a:close/>
                </a:path>
              </a:pathLst>
            </a:custGeom>
            <a:ln w="3175">
              <a:solidFill>
                <a:srgbClr val="000000"/>
              </a:solidFill>
            </a:ln>
          </p:spPr>
          <p:txBody>
            <a:bodyPr wrap="square" lIns="0" tIns="0" rIns="0" bIns="0" rtlCol="0"/>
            <a:lstStyle/>
            <a:p/>
          </p:txBody>
        </p:sp>
        <p:sp>
          <p:nvSpPr>
            <p:cNvPr id="45" name="object 45" descr=""/>
            <p:cNvSpPr/>
            <p:nvPr/>
          </p:nvSpPr>
          <p:spPr>
            <a:xfrm>
              <a:off x="3869087" y="1590538"/>
              <a:ext cx="2921635" cy="349250"/>
            </a:xfrm>
            <a:custGeom>
              <a:avLst/>
              <a:gdLst/>
              <a:ahLst/>
              <a:cxnLst/>
              <a:rect l="l" t="t" r="r" b="b"/>
              <a:pathLst>
                <a:path w="2921634" h="349250">
                  <a:moveTo>
                    <a:pt x="0" y="117027"/>
                  </a:moveTo>
                  <a:lnTo>
                    <a:pt x="0" y="0"/>
                  </a:lnTo>
                </a:path>
                <a:path w="2921634" h="349250">
                  <a:moveTo>
                    <a:pt x="0" y="0"/>
                  </a:moveTo>
                  <a:lnTo>
                    <a:pt x="119557" y="0"/>
                  </a:lnTo>
                </a:path>
                <a:path w="2921634" h="349250">
                  <a:moveTo>
                    <a:pt x="2132143" y="117027"/>
                  </a:moveTo>
                  <a:lnTo>
                    <a:pt x="2132143" y="348650"/>
                  </a:lnTo>
                </a:path>
                <a:path w="2921634" h="349250">
                  <a:moveTo>
                    <a:pt x="2132143" y="348650"/>
                  </a:moveTo>
                  <a:lnTo>
                    <a:pt x="2804444" y="348650"/>
                  </a:lnTo>
                </a:path>
                <a:path w="2921634" h="349250">
                  <a:moveTo>
                    <a:pt x="2804444" y="348650"/>
                  </a:moveTo>
                  <a:lnTo>
                    <a:pt x="2804444" y="175727"/>
                  </a:lnTo>
                </a:path>
                <a:path w="2921634" h="349250">
                  <a:moveTo>
                    <a:pt x="2804444" y="175727"/>
                  </a:moveTo>
                  <a:lnTo>
                    <a:pt x="2921561" y="175727"/>
                  </a:lnTo>
                </a:path>
              </a:pathLst>
            </a:custGeom>
            <a:ln w="13455">
              <a:solidFill>
                <a:srgbClr val="000000"/>
              </a:solidFill>
            </a:ln>
          </p:spPr>
          <p:txBody>
            <a:bodyPr wrap="square" lIns="0" tIns="0" rIns="0" bIns="0" rtlCol="0"/>
            <a:lstStyle/>
            <a:p/>
          </p:txBody>
        </p:sp>
        <p:pic>
          <p:nvPicPr>
            <p:cNvPr id="46" name="object 46" descr=""/>
            <p:cNvPicPr/>
            <p:nvPr/>
          </p:nvPicPr>
          <p:blipFill>
            <a:blip r:embed="rId3" cstate="print"/>
            <a:stretch>
              <a:fillRect/>
            </a:stretch>
          </p:blipFill>
          <p:spPr>
            <a:xfrm>
              <a:off x="4658506" y="1356073"/>
              <a:ext cx="198518" cy="756413"/>
            </a:xfrm>
            <a:prstGeom prst="rect">
              <a:avLst/>
            </a:prstGeom>
          </p:spPr>
        </p:pic>
        <p:sp>
          <p:nvSpPr>
            <p:cNvPr id="47" name="object 47" descr=""/>
            <p:cNvSpPr/>
            <p:nvPr/>
          </p:nvSpPr>
          <p:spPr>
            <a:xfrm>
              <a:off x="4658506" y="1358503"/>
              <a:ext cx="198755" cy="756920"/>
            </a:xfrm>
            <a:custGeom>
              <a:avLst/>
              <a:gdLst/>
              <a:ahLst/>
              <a:cxnLst/>
              <a:rect l="l" t="t" r="r" b="b"/>
              <a:pathLst>
                <a:path w="198754" h="756919">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48" name="object 48" descr=""/>
            <p:cNvPicPr/>
            <p:nvPr/>
          </p:nvPicPr>
          <p:blipFill>
            <a:blip r:embed="rId2" cstate="print"/>
            <a:stretch>
              <a:fillRect/>
            </a:stretch>
          </p:blipFill>
          <p:spPr>
            <a:xfrm>
              <a:off x="3591496" y="1356073"/>
              <a:ext cx="198518" cy="756413"/>
            </a:xfrm>
            <a:prstGeom prst="rect">
              <a:avLst/>
            </a:prstGeom>
          </p:spPr>
        </p:pic>
        <p:sp>
          <p:nvSpPr>
            <p:cNvPr id="49" name="object 49" descr=""/>
            <p:cNvSpPr/>
            <p:nvPr/>
          </p:nvSpPr>
          <p:spPr>
            <a:xfrm>
              <a:off x="3593936" y="1358503"/>
              <a:ext cx="196215" cy="756920"/>
            </a:xfrm>
            <a:custGeom>
              <a:avLst/>
              <a:gdLst/>
              <a:ahLst/>
              <a:cxnLst/>
              <a:rect l="l" t="t" r="r" b="b"/>
              <a:pathLst>
                <a:path w="196214" h="756919">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50" name="object 50" descr=""/>
            <p:cNvPicPr/>
            <p:nvPr/>
          </p:nvPicPr>
          <p:blipFill>
            <a:blip r:embed="rId3" cstate="print"/>
            <a:stretch>
              <a:fillRect/>
            </a:stretch>
          </p:blipFill>
          <p:spPr>
            <a:xfrm>
              <a:off x="6790649" y="1356073"/>
              <a:ext cx="198518" cy="756413"/>
            </a:xfrm>
            <a:prstGeom prst="rect">
              <a:avLst/>
            </a:prstGeom>
          </p:spPr>
        </p:pic>
        <p:sp>
          <p:nvSpPr>
            <p:cNvPr id="51" name="object 51" descr=""/>
            <p:cNvSpPr/>
            <p:nvPr/>
          </p:nvSpPr>
          <p:spPr>
            <a:xfrm>
              <a:off x="5764180" y="1358503"/>
              <a:ext cx="1225550" cy="1344295"/>
            </a:xfrm>
            <a:custGeom>
              <a:avLst/>
              <a:gdLst/>
              <a:ahLst/>
              <a:cxnLst/>
              <a:rect l="l" t="t" r="r" b="b"/>
              <a:pathLst>
                <a:path w="1225550" h="1344295">
                  <a:moveTo>
                    <a:pt x="1026469" y="756413"/>
                  </a:moveTo>
                  <a:lnTo>
                    <a:pt x="1224987" y="756413"/>
                  </a:lnTo>
                  <a:lnTo>
                    <a:pt x="1224987" y="0"/>
                  </a:lnTo>
                  <a:lnTo>
                    <a:pt x="1026469" y="0"/>
                  </a:lnTo>
                  <a:lnTo>
                    <a:pt x="1026469" y="756413"/>
                  </a:lnTo>
                  <a:close/>
                </a:path>
                <a:path w="1225550" h="1344295">
                  <a:moveTo>
                    <a:pt x="0" y="1343978"/>
                  </a:moveTo>
                  <a:lnTo>
                    <a:pt x="435625" y="1343978"/>
                  </a:lnTo>
                </a:path>
                <a:path w="1225550" h="1344295">
                  <a:moveTo>
                    <a:pt x="40353" y="1055711"/>
                  </a:moveTo>
                  <a:lnTo>
                    <a:pt x="435625" y="1046924"/>
                  </a:lnTo>
                </a:path>
              </a:pathLst>
            </a:custGeom>
            <a:ln w="13455">
              <a:solidFill>
                <a:srgbClr val="000000"/>
              </a:solidFill>
            </a:ln>
          </p:spPr>
          <p:txBody>
            <a:bodyPr wrap="square" lIns="0" tIns="0" rIns="0" bIns="0" rtlCol="0"/>
            <a:lstStyle/>
            <a:p/>
          </p:txBody>
        </p:sp>
      </p:grpSp>
      <p:sp>
        <p:nvSpPr>
          <p:cNvPr id="52" name="object 52" descr=""/>
          <p:cNvSpPr txBox="1"/>
          <p:nvPr/>
        </p:nvSpPr>
        <p:spPr>
          <a:xfrm>
            <a:off x="3988645" y="2346877"/>
            <a:ext cx="474345" cy="349250"/>
          </a:xfrm>
          <a:prstGeom prst="rect">
            <a:avLst/>
          </a:prstGeom>
          <a:ln w="13447">
            <a:solidFill>
              <a:srgbClr val="000000"/>
            </a:solidFill>
          </a:ln>
        </p:spPr>
        <p:txBody>
          <a:bodyPr wrap="square" lIns="0" tIns="75565" rIns="0" bIns="0" rtlCol="0" vert="horz">
            <a:spAutoFit/>
          </a:bodyPr>
          <a:lstStyle/>
          <a:p>
            <a:pPr marL="135255">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53" name="object 53" descr=""/>
          <p:cNvSpPr txBox="1"/>
          <p:nvPr/>
        </p:nvSpPr>
        <p:spPr>
          <a:xfrm>
            <a:off x="5137738" y="239205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54" name="object 54" descr=""/>
          <p:cNvSpPr/>
          <p:nvPr/>
        </p:nvSpPr>
        <p:spPr>
          <a:xfrm>
            <a:off x="6199805" y="2171187"/>
            <a:ext cx="0" cy="216535"/>
          </a:xfrm>
          <a:custGeom>
            <a:avLst/>
            <a:gdLst/>
            <a:ahLst/>
            <a:cxnLst/>
            <a:rect l="l" t="t" r="r" b="b"/>
            <a:pathLst>
              <a:path w="0" h="216535">
                <a:moveTo>
                  <a:pt x="0" y="0"/>
                </a:moveTo>
                <a:lnTo>
                  <a:pt x="0" y="216294"/>
                </a:lnTo>
              </a:path>
            </a:pathLst>
          </a:custGeom>
          <a:ln w="13482">
            <a:solidFill>
              <a:srgbClr val="000000"/>
            </a:solidFill>
          </a:ln>
        </p:spPr>
        <p:txBody>
          <a:bodyPr wrap="square" lIns="0" tIns="0" rIns="0" bIns="0" rtlCol="0"/>
          <a:lstStyle/>
          <a:p/>
        </p:txBody>
      </p:sp>
      <p:sp>
        <p:nvSpPr>
          <p:cNvPr id="55" name="object 55" descr=""/>
          <p:cNvSpPr/>
          <p:nvPr/>
        </p:nvSpPr>
        <p:spPr>
          <a:xfrm>
            <a:off x="6199805" y="2171187"/>
            <a:ext cx="315595" cy="756920"/>
          </a:xfrm>
          <a:custGeom>
            <a:avLst/>
            <a:gdLst/>
            <a:ahLst/>
            <a:cxnLst/>
            <a:rect l="l" t="t" r="r" b="b"/>
            <a:pathLst>
              <a:path w="315595" h="756919">
                <a:moveTo>
                  <a:pt x="315504" y="164136"/>
                </a:moveTo>
                <a:lnTo>
                  <a:pt x="315504" y="594482"/>
                </a:lnTo>
              </a:path>
              <a:path w="315595" h="756919">
                <a:moveTo>
                  <a:pt x="0" y="0"/>
                </a:moveTo>
                <a:lnTo>
                  <a:pt x="315504" y="164136"/>
                </a:lnTo>
              </a:path>
              <a:path w="315595" h="756919">
                <a:moveTo>
                  <a:pt x="315504" y="594482"/>
                </a:moveTo>
                <a:lnTo>
                  <a:pt x="0" y="756376"/>
                </a:lnTo>
              </a:path>
              <a:path w="315595" h="756919">
                <a:moveTo>
                  <a:pt x="0" y="540081"/>
                </a:moveTo>
                <a:lnTo>
                  <a:pt x="0" y="756376"/>
                </a:lnTo>
              </a:path>
              <a:path w="315595" h="756919">
                <a:moveTo>
                  <a:pt x="0" y="216294"/>
                </a:moveTo>
                <a:lnTo>
                  <a:pt x="94219" y="378188"/>
                </a:lnTo>
              </a:path>
              <a:path w="315595" h="756919">
                <a:moveTo>
                  <a:pt x="94219" y="378188"/>
                </a:moveTo>
                <a:lnTo>
                  <a:pt x="0" y="540081"/>
                </a:lnTo>
              </a:path>
            </a:pathLst>
          </a:custGeom>
          <a:ln w="13455">
            <a:solidFill>
              <a:srgbClr val="000000"/>
            </a:solidFill>
          </a:ln>
        </p:spPr>
        <p:txBody>
          <a:bodyPr wrap="square" lIns="0" tIns="0" rIns="0" bIns="0" rtlCol="0"/>
          <a:lstStyle/>
          <a:p/>
        </p:txBody>
      </p:sp>
      <p:sp>
        <p:nvSpPr>
          <p:cNvPr id="56" name="object 56" descr=""/>
          <p:cNvSpPr txBox="1"/>
          <p:nvPr/>
        </p:nvSpPr>
        <p:spPr>
          <a:xfrm>
            <a:off x="6267417" y="2345244"/>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57" name="object 57" descr=""/>
          <p:cNvSpPr txBox="1"/>
          <p:nvPr/>
        </p:nvSpPr>
        <p:spPr>
          <a:xfrm>
            <a:off x="7310234" y="239205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DM</a:t>
            </a:r>
            <a:endParaRPr sz="1300">
              <a:latin typeface="Times New Roman"/>
              <a:cs typeface="Times New Roman"/>
            </a:endParaRPr>
          </a:p>
        </p:txBody>
      </p:sp>
      <p:sp>
        <p:nvSpPr>
          <p:cNvPr id="58" name="object 58" descr=""/>
          <p:cNvSpPr txBox="1"/>
          <p:nvPr/>
        </p:nvSpPr>
        <p:spPr>
          <a:xfrm>
            <a:off x="8336703" y="239205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59" name="object 59" descr=""/>
          <p:cNvGrpSpPr/>
          <p:nvPr/>
        </p:nvGrpSpPr>
        <p:grpSpPr>
          <a:xfrm>
            <a:off x="4455386" y="2164164"/>
            <a:ext cx="4282440" cy="1360805"/>
            <a:chOff x="4455386" y="2164164"/>
            <a:chExt cx="4282440" cy="1360805"/>
          </a:xfrm>
        </p:grpSpPr>
        <p:sp>
          <p:nvSpPr>
            <p:cNvPr id="60" name="object 60" descr=""/>
            <p:cNvSpPr/>
            <p:nvPr/>
          </p:nvSpPr>
          <p:spPr>
            <a:xfrm>
              <a:off x="4462371" y="2346914"/>
              <a:ext cx="1263650" cy="349250"/>
            </a:xfrm>
            <a:custGeom>
              <a:avLst/>
              <a:gdLst/>
              <a:ahLst/>
              <a:cxnLst/>
              <a:rect l="l" t="t" r="r" b="b"/>
              <a:pathLst>
                <a:path w="1263650" h="349250">
                  <a:moveTo>
                    <a:pt x="0" y="173297"/>
                  </a:moveTo>
                  <a:lnTo>
                    <a:pt x="196134" y="173297"/>
                  </a:lnTo>
                </a:path>
                <a:path w="1263650" h="349250">
                  <a:moveTo>
                    <a:pt x="394709" y="173297"/>
                  </a:moveTo>
                  <a:lnTo>
                    <a:pt x="590843" y="173297"/>
                  </a:lnTo>
                </a:path>
                <a:path w="1263650" h="349250">
                  <a:moveTo>
                    <a:pt x="1064570" y="103193"/>
                  </a:moveTo>
                  <a:lnTo>
                    <a:pt x="1263520" y="103193"/>
                  </a:lnTo>
                </a:path>
                <a:path w="1263650" h="349250">
                  <a:moveTo>
                    <a:pt x="1064570" y="267890"/>
                  </a:moveTo>
                  <a:lnTo>
                    <a:pt x="1263520" y="267890"/>
                  </a:lnTo>
                </a:path>
                <a:path w="1263650" h="349250">
                  <a:moveTo>
                    <a:pt x="827894" y="0"/>
                  </a:moveTo>
                  <a:lnTo>
                    <a:pt x="1064570" y="0"/>
                  </a:lnTo>
                </a:path>
                <a:path w="1263650" h="349250">
                  <a:moveTo>
                    <a:pt x="1064570" y="0"/>
                  </a:moveTo>
                  <a:lnTo>
                    <a:pt x="1064570" y="348650"/>
                  </a:lnTo>
                </a:path>
                <a:path w="1263650" h="349250">
                  <a:moveTo>
                    <a:pt x="827894" y="348650"/>
                  </a:moveTo>
                  <a:lnTo>
                    <a:pt x="1064570" y="348650"/>
                  </a:lnTo>
                </a:path>
              </a:pathLst>
            </a:custGeom>
            <a:ln w="13455">
              <a:solidFill>
                <a:srgbClr val="000000"/>
              </a:solidFill>
            </a:ln>
          </p:spPr>
          <p:txBody>
            <a:bodyPr wrap="square" lIns="0" tIns="0" rIns="0" bIns="0" rtlCol="0"/>
            <a:lstStyle/>
            <a:p/>
          </p:txBody>
        </p:sp>
        <p:sp>
          <p:nvSpPr>
            <p:cNvPr id="61" name="object 61" descr=""/>
            <p:cNvSpPr/>
            <p:nvPr/>
          </p:nvSpPr>
          <p:spPr>
            <a:xfrm>
              <a:off x="5049461" y="2342801"/>
              <a:ext cx="268605" cy="13335"/>
            </a:xfrm>
            <a:custGeom>
              <a:avLst/>
              <a:gdLst/>
              <a:ahLst/>
              <a:cxnLst/>
              <a:rect l="l" t="t" r="r" b="b"/>
              <a:pathLst>
                <a:path w="268604" h="13335">
                  <a:moveTo>
                    <a:pt x="51614" y="0"/>
                  </a:moveTo>
                  <a:lnTo>
                    <a:pt x="4692" y="0"/>
                  </a:lnTo>
                  <a:lnTo>
                    <a:pt x="2439" y="2243"/>
                  </a:lnTo>
                  <a:lnTo>
                    <a:pt x="0" y="4486"/>
                  </a:lnTo>
                  <a:lnTo>
                    <a:pt x="0" y="9160"/>
                  </a:lnTo>
                  <a:lnTo>
                    <a:pt x="2439" y="11403"/>
                  </a:lnTo>
                  <a:lnTo>
                    <a:pt x="4692" y="13273"/>
                  </a:lnTo>
                  <a:lnTo>
                    <a:pt x="51614" y="13273"/>
                  </a:lnTo>
                  <a:lnTo>
                    <a:pt x="54054" y="11403"/>
                  </a:lnTo>
                  <a:lnTo>
                    <a:pt x="56306" y="9160"/>
                  </a:lnTo>
                  <a:lnTo>
                    <a:pt x="56306" y="4486"/>
                  </a:lnTo>
                  <a:lnTo>
                    <a:pt x="54054" y="2243"/>
                  </a:lnTo>
                  <a:lnTo>
                    <a:pt x="51614" y="0"/>
                  </a:lnTo>
                  <a:close/>
                </a:path>
                <a:path w="268604" h="13335">
                  <a:moveTo>
                    <a:pt x="108484" y="0"/>
                  </a:moveTo>
                  <a:lnTo>
                    <a:pt x="103791" y="0"/>
                  </a:lnTo>
                  <a:lnTo>
                    <a:pt x="101351" y="2243"/>
                  </a:lnTo>
                  <a:lnTo>
                    <a:pt x="99099" y="4486"/>
                  </a:lnTo>
                  <a:lnTo>
                    <a:pt x="99099" y="9160"/>
                  </a:lnTo>
                  <a:lnTo>
                    <a:pt x="101351" y="11403"/>
                  </a:lnTo>
                  <a:lnTo>
                    <a:pt x="103791" y="13273"/>
                  </a:lnTo>
                  <a:lnTo>
                    <a:pt x="108484" y="13273"/>
                  </a:lnTo>
                  <a:lnTo>
                    <a:pt x="110736" y="11403"/>
                  </a:lnTo>
                  <a:lnTo>
                    <a:pt x="112613" y="9160"/>
                  </a:lnTo>
                  <a:lnTo>
                    <a:pt x="112613" y="4486"/>
                  </a:lnTo>
                  <a:lnTo>
                    <a:pt x="110736" y="2243"/>
                  </a:lnTo>
                  <a:lnTo>
                    <a:pt x="108484" y="0"/>
                  </a:lnTo>
                  <a:close/>
                </a:path>
                <a:path w="268604" h="13335">
                  <a:moveTo>
                    <a:pt x="207395" y="0"/>
                  </a:moveTo>
                  <a:lnTo>
                    <a:pt x="159910" y="0"/>
                  </a:lnTo>
                  <a:lnTo>
                    <a:pt x="158221" y="2243"/>
                  </a:lnTo>
                  <a:lnTo>
                    <a:pt x="155781" y="4486"/>
                  </a:lnTo>
                  <a:lnTo>
                    <a:pt x="155781" y="9160"/>
                  </a:lnTo>
                  <a:lnTo>
                    <a:pt x="158221" y="11403"/>
                  </a:lnTo>
                  <a:lnTo>
                    <a:pt x="159910" y="13273"/>
                  </a:lnTo>
                  <a:lnTo>
                    <a:pt x="207395" y="13273"/>
                  </a:lnTo>
                  <a:lnTo>
                    <a:pt x="209835" y="11403"/>
                  </a:lnTo>
                  <a:lnTo>
                    <a:pt x="209835" y="9160"/>
                  </a:lnTo>
                  <a:lnTo>
                    <a:pt x="212088" y="6916"/>
                  </a:lnTo>
                  <a:lnTo>
                    <a:pt x="209835" y="4486"/>
                  </a:lnTo>
                  <a:lnTo>
                    <a:pt x="209835" y="2243"/>
                  </a:lnTo>
                  <a:lnTo>
                    <a:pt x="207395" y="0"/>
                  </a:lnTo>
                  <a:close/>
                </a:path>
                <a:path w="268604" h="13335">
                  <a:moveTo>
                    <a:pt x="264077" y="0"/>
                  </a:moveTo>
                  <a:lnTo>
                    <a:pt x="257133" y="0"/>
                  </a:lnTo>
                  <a:lnTo>
                    <a:pt x="254881" y="2243"/>
                  </a:lnTo>
                  <a:lnTo>
                    <a:pt x="254881" y="4486"/>
                  </a:lnTo>
                  <a:lnTo>
                    <a:pt x="252441" y="6916"/>
                  </a:lnTo>
                  <a:lnTo>
                    <a:pt x="254881" y="9160"/>
                  </a:lnTo>
                  <a:lnTo>
                    <a:pt x="254881" y="11403"/>
                  </a:lnTo>
                  <a:lnTo>
                    <a:pt x="257133" y="13273"/>
                  </a:lnTo>
                  <a:lnTo>
                    <a:pt x="264077" y="13273"/>
                  </a:lnTo>
                  <a:lnTo>
                    <a:pt x="265954" y="11403"/>
                  </a:lnTo>
                  <a:lnTo>
                    <a:pt x="265954" y="9160"/>
                  </a:lnTo>
                  <a:lnTo>
                    <a:pt x="268394" y="6916"/>
                  </a:lnTo>
                  <a:lnTo>
                    <a:pt x="265954" y="4486"/>
                  </a:lnTo>
                  <a:lnTo>
                    <a:pt x="265954" y="2243"/>
                  </a:lnTo>
                  <a:lnTo>
                    <a:pt x="264077" y="0"/>
                  </a:lnTo>
                  <a:close/>
                </a:path>
              </a:pathLst>
            </a:custGeom>
            <a:solidFill>
              <a:srgbClr val="000000"/>
            </a:solidFill>
          </p:spPr>
          <p:txBody>
            <a:bodyPr wrap="square" lIns="0" tIns="0" rIns="0" bIns="0" rtlCol="0"/>
            <a:lstStyle/>
            <a:p/>
          </p:txBody>
        </p:sp>
        <p:sp>
          <p:nvSpPr>
            <p:cNvPr id="62" name="object 62" descr=""/>
            <p:cNvSpPr/>
            <p:nvPr/>
          </p:nvSpPr>
          <p:spPr>
            <a:xfrm>
              <a:off x="5049461" y="2342801"/>
              <a:ext cx="268605" cy="13335"/>
            </a:xfrm>
            <a:custGeom>
              <a:avLst/>
              <a:gdLst/>
              <a:ahLst/>
              <a:cxnLst/>
              <a:rect l="l" t="t" r="r" b="b"/>
              <a:pathLst>
                <a:path w="268604" h="13335">
                  <a:moveTo>
                    <a:pt x="6569" y="0"/>
                  </a:moveTo>
                  <a:lnTo>
                    <a:pt x="49737" y="0"/>
                  </a:lnTo>
                  <a:lnTo>
                    <a:pt x="51614" y="0"/>
                  </a:lnTo>
                  <a:lnTo>
                    <a:pt x="54054" y="2243"/>
                  </a:lnTo>
                  <a:lnTo>
                    <a:pt x="56306" y="4486"/>
                  </a:lnTo>
                  <a:lnTo>
                    <a:pt x="56306" y="6916"/>
                  </a:lnTo>
                  <a:lnTo>
                    <a:pt x="56306" y="9160"/>
                  </a:lnTo>
                  <a:lnTo>
                    <a:pt x="54054" y="11403"/>
                  </a:lnTo>
                  <a:lnTo>
                    <a:pt x="51614" y="13273"/>
                  </a:lnTo>
                  <a:lnTo>
                    <a:pt x="49737" y="13273"/>
                  </a:lnTo>
                  <a:lnTo>
                    <a:pt x="6569" y="13273"/>
                  </a:lnTo>
                  <a:lnTo>
                    <a:pt x="0" y="4486"/>
                  </a:lnTo>
                  <a:lnTo>
                    <a:pt x="2439" y="2243"/>
                  </a:lnTo>
                  <a:lnTo>
                    <a:pt x="4692" y="0"/>
                  </a:lnTo>
                  <a:lnTo>
                    <a:pt x="6569" y="0"/>
                  </a:lnTo>
                  <a:close/>
                </a:path>
                <a:path w="268604" h="13335">
                  <a:moveTo>
                    <a:pt x="106044" y="0"/>
                  </a:moveTo>
                  <a:lnTo>
                    <a:pt x="108484" y="0"/>
                  </a:lnTo>
                  <a:lnTo>
                    <a:pt x="110736" y="2243"/>
                  </a:lnTo>
                  <a:lnTo>
                    <a:pt x="112613" y="4486"/>
                  </a:lnTo>
                  <a:lnTo>
                    <a:pt x="112613" y="6916"/>
                  </a:lnTo>
                  <a:lnTo>
                    <a:pt x="112613" y="9160"/>
                  </a:lnTo>
                  <a:lnTo>
                    <a:pt x="110736" y="11403"/>
                  </a:lnTo>
                  <a:lnTo>
                    <a:pt x="108484" y="13273"/>
                  </a:lnTo>
                  <a:lnTo>
                    <a:pt x="106044" y="13273"/>
                  </a:lnTo>
                  <a:lnTo>
                    <a:pt x="99099" y="4486"/>
                  </a:lnTo>
                  <a:lnTo>
                    <a:pt x="101351" y="2243"/>
                  </a:lnTo>
                  <a:lnTo>
                    <a:pt x="103791" y="0"/>
                  </a:lnTo>
                  <a:lnTo>
                    <a:pt x="106044" y="0"/>
                  </a:lnTo>
                  <a:close/>
                </a:path>
                <a:path w="268604" h="13335">
                  <a:moveTo>
                    <a:pt x="162350" y="0"/>
                  </a:moveTo>
                  <a:lnTo>
                    <a:pt x="205143" y="0"/>
                  </a:lnTo>
                  <a:lnTo>
                    <a:pt x="207395" y="0"/>
                  </a:lnTo>
                  <a:lnTo>
                    <a:pt x="209835" y="2243"/>
                  </a:lnTo>
                  <a:lnTo>
                    <a:pt x="209835" y="4486"/>
                  </a:lnTo>
                  <a:lnTo>
                    <a:pt x="212088" y="6916"/>
                  </a:lnTo>
                  <a:lnTo>
                    <a:pt x="209835" y="9160"/>
                  </a:lnTo>
                  <a:lnTo>
                    <a:pt x="209835" y="11403"/>
                  </a:lnTo>
                  <a:lnTo>
                    <a:pt x="207395" y="13273"/>
                  </a:lnTo>
                  <a:lnTo>
                    <a:pt x="205143" y="13273"/>
                  </a:lnTo>
                  <a:lnTo>
                    <a:pt x="162350" y="13273"/>
                  </a:lnTo>
                  <a:lnTo>
                    <a:pt x="159910" y="13273"/>
                  </a:lnTo>
                  <a:lnTo>
                    <a:pt x="158221" y="11403"/>
                  </a:lnTo>
                  <a:lnTo>
                    <a:pt x="155781" y="9160"/>
                  </a:lnTo>
                  <a:lnTo>
                    <a:pt x="155781" y="6916"/>
                  </a:lnTo>
                  <a:lnTo>
                    <a:pt x="155781" y="4486"/>
                  </a:lnTo>
                  <a:lnTo>
                    <a:pt x="158221" y="2243"/>
                  </a:lnTo>
                  <a:lnTo>
                    <a:pt x="159910" y="0"/>
                  </a:lnTo>
                  <a:lnTo>
                    <a:pt x="162350" y="0"/>
                  </a:lnTo>
                  <a:close/>
                </a:path>
                <a:path w="268604" h="13335">
                  <a:moveTo>
                    <a:pt x="261825" y="0"/>
                  </a:moveTo>
                  <a:lnTo>
                    <a:pt x="264077" y="0"/>
                  </a:lnTo>
                  <a:lnTo>
                    <a:pt x="265954" y="2243"/>
                  </a:lnTo>
                  <a:lnTo>
                    <a:pt x="265954" y="4486"/>
                  </a:lnTo>
                  <a:lnTo>
                    <a:pt x="268394" y="6916"/>
                  </a:lnTo>
                  <a:lnTo>
                    <a:pt x="265954" y="9160"/>
                  </a:lnTo>
                  <a:lnTo>
                    <a:pt x="265954" y="11403"/>
                  </a:lnTo>
                  <a:lnTo>
                    <a:pt x="264077" y="13273"/>
                  </a:lnTo>
                  <a:lnTo>
                    <a:pt x="261825" y="13273"/>
                  </a:lnTo>
                  <a:lnTo>
                    <a:pt x="257133" y="13273"/>
                  </a:lnTo>
                  <a:lnTo>
                    <a:pt x="254881" y="11403"/>
                  </a:lnTo>
                  <a:lnTo>
                    <a:pt x="254881" y="9160"/>
                  </a:lnTo>
                  <a:lnTo>
                    <a:pt x="252441" y="6916"/>
                  </a:lnTo>
                  <a:lnTo>
                    <a:pt x="254881" y="4486"/>
                  </a:lnTo>
                  <a:lnTo>
                    <a:pt x="254881" y="2243"/>
                  </a:lnTo>
                  <a:lnTo>
                    <a:pt x="257133" y="0"/>
                  </a:lnTo>
                  <a:lnTo>
                    <a:pt x="261825" y="0"/>
                  </a:lnTo>
                  <a:close/>
                </a:path>
              </a:pathLst>
            </a:custGeom>
            <a:ln w="3175">
              <a:solidFill>
                <a:srgbClr val="000000"/>
              </a:solidFill>
            </a:ln>
          </p:spPr>
          <p:txBody>
            <a:bodyPr wrap="square" lIns="0" tIns="0" rIns="0" bIns="0" rtlCol="0"/>
            <a:lstStyle/>
            <a:p/>
          </p:txBody>
        </p:sp>
        <p:sp>
          <p:nvSpPr>
            <p:cNvPr id="63" name="object 63" descr=""/>
            <p:cNvSpPr/>
            <p:nvPr/>
          </p:nvSpPr>
          <p:spPr>
            <a:xfrm>
              <a:off x="5049461" y="2342801"/>
              <a:ext cx="13970" cy="362585"/>
            </a:xfrm>
            <a:custGeom>
              <a:avLst/>
              <a:gdLst/>
              <a:ahLst/>
              <a:cxnLst/>
              <a:rect l="l" t="t" r="r" b="b"/>
              <a:pathLst>
                <a:path w="13970" h="362585">
                  <a:moveTo>
                    <a:pt x="8821" y="0"/>
                  </a:moveTo>
                  <a:lnTo>
                    <a:pt x="4692" y="0"/>
                  </a:lnTo>
                  <a:lnTo>
                    <a:pt x="2439" y="2243"/>
                  </a:lnTo>
                  <a:lnTo>
                    <a:pt x="0" y="4486"/>
                  </a:lnTo>
                  <a:lnTo>
                    <a:pt x="0" y="51596"/>
                  </a:lnTo>
                  <a:lnTo>
                    <a:pt x="2439" y="53839"/>
                  </a:lnTo>
                  <a:lnTo>
                    <a:pt x="4692" y="56270"/>
                  </a:lnTo>
                  <a:lnTo>
                    <a:pt x="8821" y="56270"/>
                  </a:lnTo>
                  <a:lnTo>
                    <a:pt x="13513" y="51596"/>
                  </a:lnTo>
                  <a:lnTo>
                    <a:pt x="13513" y="4486"/>
                  </a:lnTo>
                  <a:lnTo>
                    <a:pt x="11261" y="2243"/>
                  </a:lnTo>
                  <a:lnTo>
                    <a:pt x="8821" y="0"/>
                  </a:lnTo>
                  <a:close/>
                </a:path>
                <a:path w="13970" h="362585">
                  <a:moveTo>
                    <a:pt x="11261" y="99080"/>
                  </a:moveTo>
                  <a:lnTo>
                    <a:pt x="2439" y="99080"/>
                  </a:lnTo>
                  <a:lnTo>
                    <a:pt x="0" y="101323"/>
                  </a:lnTo>
                  <a:lnTo>
                    <a:pt x="0" y="107866"/>
                  </a:lnTo>
                  <a:lnTo>
                    <a:pt x="2439" y="110110"/>
                  </a:lnTo>
                  <a:lnTo>
                    <a:pt x="4692" y="112540"/>
                  </a:lnTo>
                  <a:lnTo>
                    <a:pt x="8821" y="112540"/>
                  </a:lnTo>
                  <a:lnTo>
                    <a:pt x="13513" y="107866"/>
                  </a:lnTo>
                  <a:lnTo>
                    <a:pt x="13513" y="101323"/>
                  </a:lnTo>
                  <a:lnTo>
                    <a:pt x="11261" y="99080"/>
                  </a:lnTo>
                  <a:close/>
                </a:path>
                <a:path w="13970" h="362585">
                  <a:moveTo>
                    <a:pt x="8821" y="209377"/>
                  </a:moveTo>
                  <a:lnTo>
                    <a:pt x="4692" y="209377"/>
                  </a:lnTo>
                  <a:lnTo>
                    <a:pt x="6569" y="211620"/>
                  </a:lnTo>
                  <a:lnTo>
                    <a:pt x="8821" y="209377"/>
                  </a:lnTo>
                  <a:close/>
                </a:path>
                <a:path w="13970" h="362585">
                  <a:moveTo>
                    <a:pt x="11261" y="155350"/>
                  </a:moveTo>
                  <a:lnTo>
                    <a:pt x="2439" y="155350"/>
                  </a:lnTo>
                  <a:lnTo>
                    <a:pt x="0" y="157593"/>
                  </a:lnTo>
                  <a:lnTo>
                    <a:pt x="0" y="206947"/>
                  </a:lnTo>
                  <a:lnTo>
                    <a:pt x="2439" y="209377"/>
                  </a:lnTo>
                  <a:lnTo>
                    <a:pt x="11261" y="209377"/>
                  </a:lnTo>
                  <a:lnTo>
                    <a:pt x="13513" y="206947"/>
                  </a:lnTo>
                  <a:lnTo>
                    <a:pt x="13513" y="157593"/>
                  </a:lnTo>
                  <a:lnTo>
                    <a:pt x="11261" y="155350"/>
                  </a:lnTo>
                  <a:close/>
                </a:path>
                <a:path w="13970" h="362585">
                  <a:moveTo>
                    <a:pt x="8821" y="265647"/>
                  </a:moveTo>
                  <a:lnTo>
                    <a:pt x="4692" y="265647"/>
                  </a:lnTo>
                  <a:lnTo>
                    <a:pt x="6569" y="267890"/>
                  </a:lnTo>
                  <a:lnTo>
                    <a:pt x="8821" y="265647"/>
                  </a:lnTo>
                  <a:close/>
                </a:path>
                <a:path w="13970" h="362585">
                  <a:moveTo>
                    <a:pt x="11261" y="254431"/>
                  </a:moveTo>
                  <a:lnTo>
                    <a:pt x="2439" y="254431"/>
                  </a:lnTo>
                  <a:lnTo>
                    <a:pt x="0" y="256300"/>
                  </a:lnTo>
                  <a:lnTo>
                    <a:pt x="0" y="263217"/>
                  </a:lnTo>
                  <a:lnTo>
                    <a:pt x="2439" y="265647"/>
                  </a:lnTo>
                  <a:lnTo>
                    <a:pt x="11261" y="265647"/>
                  </a:lnTo>
                  <a:lnTo>
                    <a:pt x="13513" y="263217"/>
                  </a:lnTo>
                  <a:lnTo>
                    <a:pt x="13513" y="256300"/>
                  </a:lnTo>
                  <a:lnTo>
                    <a:pt x="11261" y="254431"/>
                  </a:lnTo>
                  <a:close/>
                </a:path>
                <a:path w="13970" h="362585">
                  <a:moveTo>
                    <a:pt x="6569" y="252187"/>
                  </a:moveTo>
                  <a:lnTo>
                    <a:pt x="4692" y="254431"/>
                  </a:lnTo>
                  <a:lnTo>
                    <a:pt x="8821" y="254431"/>
                  </a:lnTo>
                  <a:lnTo>
                    <a:pt x="6569" y="252187"/>
                  </a:lnTo>
                  <a:close/>
                </a:path>
                <a:path w="13970" h="362585">
                  <a:moveTo>
                    <a:pt x="11261" y="310701"/>
                  </a:moveTo>
                  <a:lnTo>
                    <a:pt x="2439" y="310701"/>
                  </a:lnTo>
                  <a:lnTo>
                    <a:pt x="0" y="313131"/>
                  </a:lnTo>
                  <a:lnTo>
                    <a:pt x="0" y="357811"/>
                  </a:lnTo>
                  <a:lnTo>
                    <a:pt x="2439" y="360054"/>
                  </a:lnTo>
                  <a:lnTo>
                    <a:pt x="4692" y="362484"/>
                  </a:lnTo>
                  <a:lnTo>
                    <a:pt x="8821" y="362484"/>
                  </a:lnTo>
                  <a:lnTo>
                    <a:pt x="13513" y="357811"/>
                  </a:lnTo>
                  <a:lnTo>
                    <a:pt x="13513" y="313131"/>
                  </a:lnTo>
                  <a:lnTo>
                    <a:pt x="11261" y="310701"/>
                  </a:lnTo>
                  <a:close/>
                </a:path>
                <a:path w="13970" h="362585">
                  <a:moveTo>
                    <a:pt x="6569" y="308457"/>
                  </a:moveTo>
                  <a:lnTo>
                    <a:pt x="4692" y="310701"/>
                  </a:lnTo>
                  <a:lnTo>
                    <a:pt x="8821" y="310701"/>
                  </a:lnTo>
                  <a:lnTo>
                    <a:pt x="6569" y="308457"/>
                  </a:lnTo>
                  <a:close/>
                </a:path>
              </a:pathLst>
            </a:custGeom>
            <a:solidFill>
              <a:srgbClr val="000000"/>
            </a:solidFill>
          </p:spPr>
          <p:txBody>
            <a:bodyPr wrap="square" lIns="0" tIns="0" rIns="0" bIns="0" rtlCol="0"/>
            <a:lstStyle/>
            <a:p/>
          </p:txBody>
        </p:sp>
        <p:sp>
          <p:nvSpPr>
            <p:cNvPr id="64" name="object 64" descr=""/>
            <p:cNvSpPr/>
            <p:nvPr/>
          </p:nvSpPr>
          <p:spPr>
            <a:xfrm>
              <a:off x="5049461" y="2342801"/>
              <a:ext cx="13970" cy="362585"/>
            </a:xfrm>
            <a:custGeom>
              <a:avLst/>
              <a:gdLst/>
              <a:ahLst/>
              <a:cxnLst/>
              <a:rect l="l" t="t" r="r" b="b"/>
              <a:pathLst>
                <a:path w="13970" h="362585">
                  <a:moveTo>
                    <a:pt x="13513" y="6916"/>
                  </a:moveTo>
                  <a:lnTo>
                    <a:pt x="13513" y="49353"/>
                  </a:lnTo>
                  <a:lnTo>
                    <a:pt x="13513" y="51596"/>
                  </a:lnTo>
                  <a:lnTo>
                    <a:pt x="11261" y="53839"/>
                  </a:lnTo>
                  <a:lnTo>
                    <a:pt x="8821" y="56270"/>
                  </a:lnTo>
                  <a:lnTo>
                    <a:pt x="6569" y="56270"/>
                  </a:lnTo>
                  <a:lnTo>
                    <a:pt x="4692" y="56270"/>
                  </a:lnTo>
                  <a:lnTo>
                    <a:pt x="2439" y="53839"/>
                  </a:lnTo>
                  <a:lnTo>
                    <a:pt x="0" y="51596"/>
                  </a:lnTo>
                  <a:lnTo>
                    <a:pt x="0" y="49353"/>
                  </a:lnTo>
                  <a:lnTo>
                    <a:pt x="0" y="6916"/>
                  </a:lnTo>
                  <a:lnTo>
                    <a:pt x="0" y="4486"/>
                  </a:lnTo>
                  <a:lnTo>
                    <a:pt x="2439" y="2243"/>
                  </a:lnTo>
                  <a:lnTo>
                    <a:pt x="4692" y="0"/>
                  </a:lnTo>
                  <a:lnTo>
                    <a:pt x="6569" y="0"/>
                  </a:lnTo>
                  <a:lnTo>
                    <a:pt x="8821" y="0"/>
                  </a:lnTo>
                  <a:lnTo>
                    <a:pt x="11261" y="2243"/>
                  </a:lnTo>
                  <a:lnTo>
                    <a:pt x="13513" y="4486"/>
                  </a:lnTo>
                  <a:lnTo>
                    <a:pt x="13513" y="6916"/>
                  </a:lnTo>
                  <a:close/>
                </a:path>
                <a:path w="13970" h="362585">
                  <a:moveTo>
                    <a:pt x="13513" y="105623"/>
                  </a:moveTo>
                  <a:lnTo>
                    <a:pt x="13513" y="107866"/>
                  </a:lnTo>
                  <a:lnTo>
                    <a:pt x="11261" y="110110"/>
                  </a:lnTo>
                  <a:lnTo>
                    <a:pt x="8821" y="112540"/>
                  </a:lnTo>
                  <a:lnTo>
                    <a:pt x="6569" y="112540"/>
                  </a:lnTo>
                  <a:lnTo>
                    <a:pt x="4692" y="112540"/>
                  </a:lnTo>
                  <a:lnTo>
                    <a:pt x="2439" y="110110"/>
                  </a:lnTo>
                  <a:lnTo>
                    <a:pt x="0" y="107866"/>
                  </a:lnTo>
                  <a:lnTo>
                    <a:pt x="0" y="105623"/>
                  </a:lnTo>
                  <a:lnTo>
                    <a:pt x="0" y="101323"/>
                  </a:lnTo>
                  <a:lnTo>
                    <a:pt x="2439" y="99080"/>
                  </a:lnTo>
                  <a:lnTo>
                    <a:pt x="4692" y="99080"/>
                  </a:lnTo>
                  <a:lnTo>
                    <a:pt x="6569" y="99080"/>
                  </a:lnTo>
                  <a:lnTo>
                    <a:pt x="8821" y="99080"/>
                  </a:lnTo>
                  <a:lnTo>
                    <a:pt x="11261" y="99080"/>
                  </a:lnTo>
                  <a:lnTo>
                    <a:pt x="13513" y="101323"/>
                  </a:lnTo>
                  <a:lnTo>
                    <a:pt x="13513" y="105623"/>
                  </a:lnTo>
                  <a:close/>
                </a:path>
                <a:path w="13970" h="362585">
                  <a:moveTo>
                    <a:pt x="13513" y="162267"/>
                  </a:moveTo>
                  <a:lnTo>
                    <a:pt x="13513" y="202460"/>
                  </a:lnTo>
                  <a:lnTo>
                    <a:pt x="13513" y="206947"/>
                  </a:lnTo>
                  <a:lnTo>
                    <a:pt x="11261" y="209377"/>
                  </a:lnTo>
                  <a:lnTo>
                    <a:pt x="8821" y="209377"/>
                  </a:lnTo>
                  <a:lnTo>
                    <a:pt x="6569" y="211620"/>
                  </a:lnTo>
                  <a:lnTo>
                    <a:pt x="4692" y="209377"/>
                  </a:lnTo>
                  <a:lnTo>
                    <a:pt x="2439" y="209377"/>
                  </a:lnTo>
                  <a:lnTo>
                    <a:pt x="0" y="206947"/>
                  </a:lnTo>
                  <a:lnTo>
                    <a:pt x="0" y="202460"/>
                  </a:lnTo>
                  <a:lnTo>
                    <a:pt x="0" y="162267"/>
                  </a:lnTo>
                  <a:lnTo>
                    <a:pt x="0" y="157593"/>
                  </a:lnTo>
                  <a:lnTo>
                    <a:pt x="2439" y="155350"/>
                  </a:lnTo>
                  <a:lnTo>
                    <a:pt x="4692" y="155350"/>
                  </a:lnTo>
                  <a:lnTo>
                    <a:pt x="6569" y="155350"/>
                  </a:lnTo>
                  <a:lnTo>
                    <a:pt x="8821" y="155350"/>
                  </a:lnTo>
                  <a:lnTo>
                    <a:pt x="11261" y="155350"/>
                  </a:lnTo>
                  <a:lnTo>
                    <a:pt x="13513" y="157593"/>
                  </a:lnTo>
                  <a:lnTo>
                    <a:pt x="13513" y="162267"/>
                  </a:lnTo>
                  <a:close/>
                </a:path>
                <a:path w="13970" h="362585">
                  <a:moveTo>
                    <a:pt x="13513" y="258730"/>
                  </a:moveTo>
                  <a:lnTo>
                    <a:pt x="13513" y="263217"/>
                  </a:lnTo>
                  <a:lnTo>
                    <a:pt x="11261" y="265647"/>
                  </a:lnTo>
                  <a:lnTo>
                    <a:pt x="8821" y="265647"/>
                  </a:lnTo>
                  <a:lnTo>
                    <a:pt x="6569" y="267890"/>
                  </a:lnTo>
                  <a:lnTo>
                    <a:pt x="4692" y="265647"/>
                  </a:lnTo>
                  <a:lnTo>
                    <a:pt x="2439" y="265647"/>
                  </a:lnTo>
                  <a:lnTo>
                    <a:pt x="0" y="263217"/>
                  </a:lnTo>
                  <a:lnTo>
                    <a:pt x="0" y="258730"/>
                  </a:lnTo>
                  <a:lnTo>
                    <a:pt x="0" y="256300"/>
                  </a:lnTo>
                  <a:lnTo>
                    <a:pt x="2439" y="254431"/>
                  </a:lnTo>
                  <a:lnTo>
                    <a:pt x="4692" y="254431"/>
                  </a:lnTo>
                  <a:lnTo>
                    <a:pt x="6569" y="252187"/>
                  </a:lnTo>
                  <a:lnTo>
                    <a:pt x="8821" y="254431"/>
                  </a:lnTo>
                  <a:lnTo>
                    <a:pt x="11261" y="254431"/>
                  </a:lnTo>
                  <a:lnTo>
                    <a:pt x="13513" y="256300"/>
                  </a:lnTo>
                  <a:lnTo>
                    <a:pt x="13513" y="258730"/>
                  </a:lnTo>
                  <a:close/>
                </a:path>
                <a:path w="13970" h="362585">
                  <a:moveTo>
                    <a:pt x="13513" y="315000"/>
                  </a:moveTo>
                  <a:lnTo>
                    <a:pt x="13513" y="355567"/>
                  </a:lnTo>
                  <a:lnTo>
                    <a:pt x="13513" y="357811"/>
                  </a:lnTo>
                  <a:lnTo>
                    <a:pt x="11261" y="360054"/>
                  </a:lnTo>
                  <a:lnTo>
                    <a:pt x="8821" y="362484"/>
                  </a:lnTo>
                  <a:lnTo>
                    <a:pt x="6569" y="362484"/>
                  </a:lnTo>
                  <a:lnTo>
                    <a:pt x="4692" y="362484"/>
                  </a:lnTo>
                  <a:lnTo>
                    <a:pt x="2439" y="360054"/>
                  </a:lnTo>
                  <a:lnTo>
                    <a:pt x="0" y="357811"/>
                  </a:lnTo>
                  <a:lnTo>
                    <a:pt x="0" y="355567"/>
                  </a:lnTo>
                  <a:lnTo>
                    <a:pt x="0" y="315000"/>
                  </a:lnTo>
                  <a:lnTo>
                    <a:pt x="0" y="313131"/>
                  </a:lnTo>
                  <a:lnTo>
                    <a:pt x="2439" y="310701"/>
                  </a:lnTo>
                  <a:lnTo>
                    <a:pt x="4692" y="310701"/>
                  </a:lnTo>
                  <a:lnTo>
                    <a:pt x="6569" y="308457"/>
                  </a:lnTo>
                  <a:lnTo>
                    <a:pt x="8821" y="310701"/>
                  </a:lnTo>
                  <a:lnTo>
                    <a:pt x="11261" y="310701"/>
                  </a:lnTo>
                  <a:lnTo>
                    <a:pt x="13513" y="313131"/>
                  </a:lnTo>
                  <a:lnTo>
                    <a:pt x="13513" y="315000"/>
                  </a:lnTo>
                  <a:close/>
                </a:path>
              </a:pathLst>
            </a:custGeom>
            <a:ln w="3175">
              <a:solidFill>
                <a:srgbClr val="000000"/>
              </a:solidFill>
            </a:ln>
          </p:spPr>
          <p:txBody>
            <a:bodyPr wrap="square" lIns="0" tIns="0" rIns="0" bIns="0" rtlCol="0"/>
            <a:lstStyle/>
            <a:p/>
          </p:txBody>
        </p:sp>
        <p:sp>
          <p:nvSpPr>
            <p:cNvPr id="65" name="object 65" descr=""/>
            <p:cNvSpPr/>
            <p:nvPr/>
          </p:nvSpPr>
          <p:spPr>
            <a:xfrm>
              <a:off x="5049461" y="2691826"/>
              <a:ext cx="268605" cy="13970"/>
            </a:xfrm>
            <a:custGeom>
              <a:avLst/>
              <a:gdLst/>
              <a:ahLst/>
              <a:cxnLst/>
              <a:rect l="l" t="t" r="r" b="b"/>
              <a:pathLst>
                <a:path w="268604" h="13969">
                  <a:moveTo>
                    <a:pt x="51614" y="0"/>
                  </a:moveTo>
                  <a:lnTo>
                    <a:pt x="4692" y="0"/>
                  </a:lnTo>
                  <a:lnTo>
                    <a:pt x="2439" y="1869"/>
                  </a:lnTo>
                  <a:lnTo>
                    <a:pt x="0" y="4112"/>
                  </a:lnTo>
                  <a:lnTo>
                    <a:pt x="0" y="8786"/>
                  </a:lnTo>
                  <a:lnTo>
                    <a:pt x="2439" y="11029"/>
                  </a:lnTo>
                  <a:lnTo>
                    <a:pt x="4692" y="13459"/>
                  </a:lnTo>
                  <a:lnTo>
                    <a:pt x="51614" y="13459"/>
                  </a:lnTo>
                  <a:lnTo>
                    <a:pt x="56306" y="8786"/>
                  </a:lnTo>
                  <a:lnTo>
                    <a:pt x="56306" y="4112"/>
                  </a:lnTo>
                  <a:lnTo>
                    <a:pt x="54054" y="1869"/>
                  </a:lnTo>
                  <a:lnTo>
                    <a:pt x="51614" y="0"/>
                  </a:lnTo>
                  <a:close/>
                </a:path>
                <a:path w="268604" h="13969">
                  <a:moveTo>
                    <a:pt x="108484" y="0"/>
                  </a:moveTo>
                  <a:lnTo>
                    <a:pt x="103791" y="0"/>
                  </a:lnTo>
                  <a:lnTo>
                    <a:pt x="101351" y="1869"/>
                  </a:lnTo>
                  <a:lnTo>
                    <a:pt x="99099" y="4112"/>
                  </a:lnTo>
                  <a:lnTo>
                    <a:pt x="99099" y="8786"/>
                  </a:lnTo>
                  <a:lnTo>
                    <a:pt x="103791" y="13459"/>
                  </a:lnTo>
                  <a:lnTo>
                    <a:pt x="108484" y="13459"/>
                  </a:lnTo>
                  <a:lnTo>
                    <a:pt x="110736" y="11029"/>
                  </a:lnTo>
                  <a:lnTo>
                    <a:pt x="112613" y="8786"/>
                  </a:lnTo>
                  <a:lnTo>
                    <a:pt x="112613" y="4112"/>
                  </a:lnTo>
                  <a:lnTo>
                    <a:pt x="110736" y="1869"/>
                  </a:lnTo>
                  <a:lnTo>
                    <a:pt x="108484" y="0"/>
                  </a:lnTo>
                  <a:close/>
                </a:path>
                <a:path w="268604" h="13969">
                  <a:moveTo>
                    <a:pt x="207395" y="0"/>
                  </a:moveTo>
                  <a:lnTo>
                    <a:pt x="159910" y="0"/>
                  </a:lnTo>
                  <a:lnTo>
                    <a:pt x="158221" y="1869"/>
                  </a:lnTo>
                  <a:lnTo>
                    <a:pt x="155781" y="4112"/>
                  </a:lnTo>
                  <a:lnTo>
                    <a:pt x="155781" y="8786"/>
                  </a:lnTo>
                  <a:lnTo>
                    <a:pt x="158221" y="11029"/>
                  </a:lnTo>
                  <a:lnTo>
                    <a:pt x="159910" y="13459"/>
                  </a:lnTo>
                  <a:lnTo>
                    <a:pt x="207395" y="13459"/>
                  </a:lnTo>
                  <a:lnTo>
                    <a:pt x="209835" y="11029"/>
                  </a:lnTo>
                  <a:lnTo>
                    <a:pt x="209835" y="8786"/>
                  </a:lnTo>
                  <a:lnTo>
                    <a:pt x="212088" y="6543"/>
                  </a:lnTo>
                  <a:lnTo>
                    <a:pt x="209835" y="4112"/>
                  </a:lnTo>
                  <a:lnTo>
                    <a:pt x="209835" y="1869"/>
                  </a:lnTo>
                  <a:lnTo>
                    <a:pt x="207395" y="0"/>
                  </a:lnTo>
                  <a:close/>
                </a:path>
                <a:path w="268604" h="13969">
                  <a:moveTo>
                    <a:pt x="264077" y="0"/>
                  </a:moveTo>
                  <a:lnTo>
                    <a:pt x="257133" y="0"/>
                  </a:lnTo>
                  <a:lnTo>
                    <a:pt x="254881" y="1869"/>
                  </a:lnTo>
                  <a:lnTo>
                    <a:pt x="254881" y="4112"/>
                  </a:lnTo>
                  <a:lnTo>
                    <a:pt x="252441" y="6543"/>
                  </a:lnTo>
                  <a:lnTo>
                    <a:pt x="254881" y="8786"/>
                  </a:lnTo>
                  <a:lnTo>
                    <a:pt x="254881" y="11029"/>
                  </a:lnTo>
                  <a:lnTo>
                    <a:pt x="257133" y="13459"/>
                  </a:lnTo>
                  <a:lnTo>
                    <a:pt x="264077" y="13459"/>
                  </a:lnTo>
                  <a:lnTo>
                    <a:pt x="265954" y="11029"/>
                  </a:lnTo>
                  <a:lnTo>
                    <a:pt x="265954" y="8786"/>
                  </a:lnTo>
                  <a:lnTo>
                    <a:pt x="268394" y="6543"/>
                  </a:lnTo>
                  <a:lnTo>
                    <a:pt x="265954" y="4112"/>
                  </a:lnTo>
                  <a:lnTo>
                    <a:pt x="265954" y="1869"/>
                  </a:lnTo>
                  <a:lnTo>
                    <a:pt x="264077" y="0"/>
                  </a:lnTo>
                  <a:close/>
                </a:path>
              </a:pathLst>
            </a:custGeom>
            <a:solidFill>
              <a:srgbClr val="000000"/>
            </a:solidFill>
          </p:spPr>
          <p:txBody>
            <a:bodyPr wrap="square" lIns="0" tIns="0" rIns="0" bIns="0" rtlCol="0"/>
            <a:lstStyle/>
            <a:p/>
          </p:txBody>
        </p:sp>
        <p:sp>
          <p:nvSpPr>
            <p:cNvPr id="66" name="object 66" descr=""/>
            <p:cNvSpPr/>
            <p:nvPr/>
          </p:nvSpPr>
          <p:spPr>
            <a:xfrm>
              <a:off x="5049461" y="2691826"/>
              <a:ext cx="268605" cy="13970"/>
            </a:xfrm>
            <a:custGeom>
              <a:avLst/>
              <a:gdLst/>
              <a:ahLst/>
              <a:cxnLst/>
              <a:rect l="l" t="t" r="r" b="b"/>
              <a:pathLst>
                <a:path w="268604" h="13969">
                  <a:moveTo>
                    <a:pt x="6569" y="0"/>
                  </a:moveTo>
                  <a:lnTo>
                    <a:pt x="49737" y="0"/>
                  </a:lnTo>
                  <a:lnTo>
                    <a:pt x="51614" y="0"/>
                  </a:lnTo>
                  <a:lnTo>
                    <a:pt x="54054" y="1869"/>
                  </a:lnTo>
                  <a:lnTo>
                    <a:pt x="56306" y="4112"/>
                  </a:lnTo>
                  <a:lnTo>
                    <a:pt x="56306" y="6543"/>
                  </a:lnTo>
                  <a:lnTo>
                    <a:pt x="56306" y="8786"/>
                  </a:lnTo>
                  <a:lnTo>
                    <a:pt x="54054" y="11029"/>
                  </a:lnTo>
                  <a:lnTo>
                    <a:pt x="51614" y="13459"/>
                  </a:lnTo>
                  <a:lnTo>
                    <a:pt x="49737" y="13459"/>
                  </a:lnTo>
                  <a:lnTo>
                    <a:pt x="6569" y="13459"/>
                  </a:lnTo>
                  <a:lnTo>
                    <a:pt x="4692" y="13459"/>
                  </a:lnTo>
                  <a:lnTo>
                    <a:pt x="2439" y="11029"/>
                  </a:lnTo>
                  <a:lnTo>
                    <a:pt x="0" y="8786"/>
                  </a:lnTo>
                  <a:lnTo>
                    <a:pt x="0" y="6543"/>
                  </a:lnTo>
                  <a:lnTo>
                    <a:pt x="0" y="4112"/>
                  </a:lnTo>
                  <a:lnTo>
                    <a:pt x="2439" y="1869"/>
                  </a:lnTo>
                  <a:lnTo>
                    <a:pt x="4692" y="0"/>
                  </a:lnTo>
                  <a:lnTo>
                    <a:pt x="6569" y="0"/>
                  </a:lnTo>
                  <a:close/>
                </a:path>
                <a:path w="268604" h="13969">
                  <a:moveTo>
                    <a:pt x="106044" y="0"/>
                  </a:moveTo>
                  <a:lnTo>
                    <a:pt x="108484" y="0"/>
                  </a:lnTo>
                  <a:lnTo>
                    <a:pt x="110736" y="1869"/>
                  </a:lnTo>
                  <a:lnTo>
                    <a:pt x="112613" y="4112"/>
                  </a:lnTo>
                  <a:lnTo>
                    <a:pt x="112613" y="6543"/>
                  </a:lnTo>
                  <a:lnTo>
                    <a:pt x="112613" y="8786"/>
                  </a:lnTo>
                  <a:lnTo>
                    <a:pt x="110736" y="11029"/>
                  </a:lnTo>
                  <a:lnTo>
                    <a:pt x="108484" y="13459"/>
                  </a:lnTo>
                  <a:lnTo>
                    <a:pt x="106044" y="13459"/>
                  </a:lnTo>
                  <a:lnTo>
                    <a:pt x="103791" y="13459"/>
                  </a:lnTo>
                  <a:lnTo>
                    <a:pt x="101351" y="11029"/>
                  </a:lnTo>
                  <a:lnTo>
                    <a:pt x="99099" y="8786"/>
                  </a:lnTo>
                  <a:lnTo>
                    <a:pt x="99099" y="6543"/>
                  </a:lnTo>
                  <a:lnTo>
                    <a:pt x="99099" y="4112"/>
                  </a:lnTo>
                  <a:lnTo>
                    <a:pt x="101351" y="1869"/>
                  </a:lnTo>
                  <a:lnTo>
                    <a:pt x="103791" y="0"/>
                  </a:lnTo>
                  <a:lnTo>
                    <a:pt x="106044" y="0"/>
                  </a:lnTo>
                  <a:close/>
                </a:path>
                <a:path w="268604" h="13969">
                  <a:moveTo>
                    <a:pt x="162350" y="0"/>
                  </a:moveTo>
                  <a:lnTo>
                    <a:pt x="205143" y="0"/>
                  </a:lnTo>
                  <a:lnTo>
                    <a:pt x="207395" y="0"/>
                  </a:lnTo>
                  <a:lnTo>
                    <a:pt x="209835" y="1869"/>
                  </a:lnTo>
                  <a:lnTo>
                    <a:pt x="209835" y="4112"/>
                  </a:lnTo>
                  <a:lnTo>
                    <a:pt x="212088" y="6543"/>
                  </a:lnTo>
                  <a:lnTo>
                    <a:pt x="209835" y="8786"/>
                  </a:lnTo>
                  <a:lnTo>
                    <a:pt x="209835" y="11029"/>
                  </a:lnTo>
                  <a:lnTo>
                    <a:pt x="207395" y="13459"/>
                  </a:lnTo>
                  <a:lnTo>
                    <a:pt x="205143" y="13459"/>
                  </a:lnTo>
                  <a:lnTo>
                    <a:pt x="162350" y="13459"/>
                  </a:lnTo>
                  <a:lnTo>
                    <a:pt x="159910" y="13459"/>
                  </a:lnTo>
                  <a:lnTo>
                    <a:pt x="158221" y="11029"/>
                  </a:lnTo>
                  <a:lnTo>
                    <a:pt x="155781" y="8786"/>
                  </a:lnTo>
                  <a:lnTo>
                    <a:pt x="155781" y="6543"/>
                  </a:lnTo>
                  <a:lnTo>
                    <a:pt x="155781" y="4112"/>
                  </a:lnTo>
                  <a:lnTo>
                    <a:pt x="158221" y="1869"/>
                  </a:lnTo>
                  <a:lnTo>
                    <a:pt x="159910" y="0"/>
                  </a:lnTo>
                  <a:lnTo>
                    <a:pt x="162350" y="0"/>
                  </a:lnTo>
                  <a:close/>
                </a:path>
                <a:path w="268604" h="13969">
                  <a:moveTo>
                    <a:pt x="261825" y="0"/>
                  </a:moveTo>
                  <a:lnTo>
                    <a:pt x="264077" y="0"/>
                  </a:lnTo>
                  <a:lnTo>
                    <a:pt x="265954" y="1869"/>
                  </a:lnTo>
                  <a:lnTo>
                    <a:pt x="265954" y="4112"/>
                  </a:lnTo>
                  <a:lnTo>
                    <a:pt x="268394" y="6543"/>
                  </a:lnTo>
                  <a:lnTo>
                    <a:pt x="265954" y="8786"/>
                  </a:lnTo>
                  <a:lnTo>
                    <a:pt x="265954" y="11029"/>
                  </a:lnTo>
                  <a:lnTo>
                    <a:pt x="264077" y="13459"/>
                  </a:lnTo>
                  <a:lnTo>
                    <a:pt x="261825" y="13459"/>
                  </a:lnTo>
                  <a:lnTo>
                    <a:pt x="257133" y="13459"/>
                  </a:lnTo>
                  <a:lnTo>
                    <a:pt x="254881" y="11029"/>
                  </a:lnTo>
                  <a:lnTo>
                    <a:pt x="254881" y="8786"/>
                  </a:lnTo>
                  <a:lnTo>
                    <a:pt x="252441" y="6543"/>
                  </a:lnTo>
                  <a:lnTo>
                    <a:pt x="254881" y="4112"/>
                  </a:lnTo>
                  <a:lnTo>
                    <a:pt x="254881" y="1869"/>
                  </a:lnTo>
                  <a:lnTo>
                    <a:pt x="257133" y="0"/>
                  </a:lnTo>
                  <a:lnTo>
                    <a:pt x="261825" y="0"/>
                  </a:lnTo>
                  <a:close/>
                </a:path>
              </a:pathLst>
            </a:custGeom>
            <a:ln w="3175">
              <a:solidFill>
                <a:srgbClr val="000000"/>
              </a:solidFill>
            </a:ln>
          </p:spPr>
          <p:txBody>
            <a:bodyPr wrap="square" lIns="0" tIns="0" rIns="0" bIns="0" rtlCol="0"/>
            <a:lstStyle/>
            <a:p/>
          </p:txBody>
        </p:sp>
        <p:sp>
          <p:nvSpPr>
            <p:cNvPr id="67" name="object 67" descr=""/>
            <p:cNvSpPr/>
            <p:nvPr/>
          </p:nvSpPr>
          <p:spPr>
            <a:xfrm>
              <a:off x="6515310" y="2520211"/>
              <a:ext cx="275590" cy="0"/>
            </a:xfrm>
            <a:custGeom>
              <a:avLst/>
              <a:gdLst/>
              <a:ahLst/>
              <a:cxnLst/>
              <a:rect l="l" t="t" r="r" b="b"/>
              <a:pathLst>
                <a:path w="275590" h="0">
                  <a:moveTo>
                    <a:pt x="0" y="0"/>
                  </a:moveTo>
                  <a:lnTo>
                    <a:pt x="275339" y="0"/>
                  </a:lnTo>
                </a:path>
              </a:pathLst>
            </a:custGeom>
            <a:ln w="13428">
              <a:solidFill>
                <a:srgbClr val="000000"/>
              </a:solidFill>
            </a:ln>
          </p:spPr>
          <p:txBody>
            <a:bodyPr wrap="square" lIns="0" tIns="0" rIns="0" bIns="0" rtlCol="0"/>
            <a:lstStyle/>
            <a:p/>
          </p:txBody>
        </p:sp>
        <p:pic>
          <p:nvPicPr>
            <p:cNvPr id="68" name="object 68" descr=""/>
            <p:cNvPicPr/>
            <p:nvPr/>
          </p:nvPicPr>
          <p:blipFill>
            <a:blip r:embed="rId4" cstate="print"/>
            <a:stretch>
              <a:fillRect/>
            </a:stretch>
          </p:blipFill>
          <p:spPr>
            <a:xfrm>
              <a:off x="6790649" y="2171149"/>
              <a:ext cx="198518" cy="756413"/>
            </a:xfrm>
            <a:prstGeom prst="rect">
              <a:avLst/>
            </a:prstGeom>
          </p:spPr>
        </p:pic>
        <p:sp>
          <p:nvSpPr>
            <p:cNvPr id="69" name="object 69" descr=""/>
            <p:cNvSpPr/>
            <p:nvPr/>
          </p:nvSpPr>
          <p:spPr>
            <a:xfrm>
              <a:off x="6790649" y="2171149"/>
              <a:ext cx="1699260" cy="756920"/>
            </a:xfrm>
            <a:custGeom>
              <a:avLst/>
              <a:gdLst/>
              <a:ahLst/>
              <a:cxnLst/>
              <a:rect l="l" t="t" r="r" b="b"/>
              <a:pathLst>
                <a:path w="1699259" h="756919">
                  <a:moveTo>
                    <a:pt x="0" y="756413"/>
                  </a:moveTo>
                  <a:lnTo>
                    <a:pt x="198518" y="756413"/>
                  </a:lnTo>
                  <a:lnTo>
                    <a:pt x="198518" y="0"/>
                  </a:lnTo>
                  <a:lnTo>
                    <a:pt x="0" y="0"/>
                  </a:lnTo>
                  <a:lnTo>
                    <a:pt x="0" y="756413"/>
                  </a:lnTo>
                  <a:close/>
                </a:path>
                <a:path w="1699259" h="756919">
                  <a:moveTo>
                    <a:pt x="198574" y="349062"/>
                  </a:moveTo>
                  <a:lnTo>
                    <a:pt x="394709" y="349062"/>
                  </a:lnTo>
                </a:path>
                <a:path w="1699259" h="756919">
                  <a:moveTo>
                    <a:pt x="868435" y="349062"/>
                  </a:moveTo>
                  <a:lnTo>
                    <a:pt x="1067010" y="349062"/>
                  </a:lnTo>
                </a:path>
                <a:path w="1699259" h="756919">
                  <a:moveTo>
                    <a:pt x="1263520" y="349062"/>
                  </a:moveTo>
                  <a:lnTo>
                    <a:pt x="1462094" y="349062"/>
                  </a:lnTo>
                </a:path>
                <a:path w="1699259" h="756919">
                  <a:moveTo>
                    <a:pt x="1462094" y="175764"/>
                  </a:moveTo>
                  <a:lnTo>
                    <a:pt x="1698770" y="175764"/>
                  </a:lnTo>
                </a:path>
                <a:path w="1699259" h="756919">
                  <a:moveTo>
                    <a:pt x="1462094" y="175764"/>
                  </a:moveTo>
                  <a:lnTo>
                    <a:pt x="1462094" y="524415"/>
                  </a:lnTo>
                </a:path>
                <a:path w="1699259" h="756919">
                  <a:moveTo>
                    <a:pt x="1462094" y="524415"/>
                  </a:moveTo>
                  <a:lnTo>
                    <a:pt x="1698770" y="524415"/>
                  </a:lnTo>
                </a:path>
              </a:pathLst>
            </a:custGeom>
            <a:ln w="13455">
              <a:solidFill>
                <a:srgbClr val="000000"/>
              </a:solidFill>
            </a:ln>
          </p:spPr>
          <p:txBody>
            <a:bodyPr wrap="square" lIns="0" tIns="0" rIns="0" bIns="0" rtlCol="0"/>
            <a:lstStyle/>
            <a:p/>
          </p:txBody>
        </p:sp>
        <p:sp>
          <p:nvSpPr>
            <p:cNvPr id="70" name="object 70" descr=""/>
            <p:cNvSpPr/>
            <p:nvPr/>
          </p:nvSpPr>
          <p:spPr>
            <a:xfrm>
              <a:off x="8523766" y="2342801"/>
              <a:ext cx="212090" cy="13335"/>
            </a:xfrm>
            <a:custGeom>
              <a:avLst/>
              <a:gdLst/>
              <a:ahLst/>
              <a:cxnLst/>
              <a:rect l="l" t="t" r="r" b="b"/>
              <a:pathLst>
                <a:path w="212090" h="13335">
                  <a:moveTo>
                    <a:pt x="52177" y="0"/>
                  </a:moveTo>
                  <a:lnTo>
                    <a:pt x="4692" y="0"/>
                  </a:lnTo>
                  <a:lnTo>
                    <a:pt x="2439" y="2243"/>
                  </a:lnTo>
                  <a:lnTo>
                    <a:pt x="0" y="4486"/>
                  </a:lnTo>
                  <a:lnTo>
                    <a:pt x="0" y="9160"/>
                  </a:lnTo>
                  <a:lnTo>
                    <a:pt x="2439" y="11403"/>
                  </a:lnTo>
                  <a:lnTo>
                    <a:pt x="4692" y="13273"/>
                  </a:lnTo>
                  <a:lnTo>
                    <a:pt x="52177" y="13273"/>
                  </a:lnTo>
                  <a:lnTo>
                    <a:pt x="56306" y="9160"/>
                  </a:lnTo>
                  <a:lnTo>
                    <a:pt x="56306" y="4486"/>
                  </a:lnTo>
                  <a:lnTo>
                    <a:pt x="54054" y="2243"/>
                  </a:lnTo>
                  <a:lnTo>
                    <a:pt x="52177" y="0"/>
                  </a:lnTo>
                  <a:close/>
                </a:path>
                <a:path w="212090" h="13335">
                  <a:moveTo>
                    <a:pt x="108296" y="0"/>
                  </a:moveTo>
                  <a:lnTo>
                    <a:pt x="103791" y="0"/>
                  </a:lnTo>
                  <a:lnTo>
                    <a:pt x="101351" y="2243"/>
                  </a:lnTo>
                  <a:lnTo>
                    <a:pt x="99474" y="4486"/>
                  </a:lnTo>
                  <a:lnTo>
                    <a:pt x="99474" y="9160"/>
                  </a:lnTo>
                  <a:lnTo>
                    <a:pt x="101351" y="11403"/>
                  </a:lnTo>
                  <a:lnTo>
                    <a:pt x="103791" y="13273"/>
                  </a:lnTo>
                  <a:lnTo>
                    <a:pt x="108296" y="13273"/>
                  </a:lnTo>
                  <a:lnTo>
                    <a:pt x="110736" y="11403"/>
                  </a:lnTo>
                  <a:lnTo>
                    <a:pt x="112988" y="9160"/>
                  </a:lnTo>
                  <a:lnTo>
                    <a:pt x="112988" y="4486"/>
                  </a:lnTo>
                  <a:lnTo>
                    <a:pt x="110736" y="2243"/>
                  </a:lnTo>
                  <a:lnTo>
                    <a:pt x="108296" y="0"/>
                  </a:lnTo>
                  <a:close/>
                </a:path>
                <a:path w="212090" h="13335">
                  <a:moveTo>
                    <a:pt x="207395" y="0"/>
                  </a:moveTo>
                  <a:lnTo>
                    <a:pt x="160473" y="0"/>
                  </a:lnTo>
                  <a:lnTo>
                    <a:pt x="158033" y="2243"/>
                  </a:lnTo>
                  <a:lnTo>
                    <a:pt x="155781" y="4486"/>
                  </a:lnTo>
                  <a:lnTo>
                    <a:pt x="155781" y="9160"/>
                  </a:lnTo>
                  <a:lnTo>
                    <a:pt x="158033" y="11403"/>
                  </a:lnTo>
                  <a:lnTo>
                    <a:pt x="160473" y="13273"/>
                  </a:lnTo>
                  <a:lnTo>
                    <a:pt x="207395" y="13273"/>
                  </a:lnTo>
                  <a:lnTo>
                    <a:pt x="209648" y="11403"/>
                  </a:lnTo>
                  <a:lnTo>
                    <a:pt x="209648" y="9160"/>
                  </a:lnTo>
                  <a:lnTo>
                    <a:pt x="212088" y="6916"/>
                  </a:lnTo>
                  <a:lnTo>
                    <a:pt x="209648" y="4486"/>
                  </a:lnTo>
                  <a:lnTo>
                    <a:pt x="209648" y="2243"/>
                  </a:lnTo>
                  <a:lnTo>
                    <a:pt x="207395" y="0"/>
                  </a:lnTo>
                  <a:close/>
                </a:path>
              </a:pathLst>
            </a:custGeom>
            <a:solidFill>
              <a:srgbClr val="000000"/>
            </a:solidFill>
          </p:spPr>
          <p:txBody>
            <a:bodyPr wrap="square" lIns="0" tIns="0" rIns="0" bIns="0" rtlCol="0"/>
            <a:lstStyle/>
            <a:p/>
          </p:txBody>
        </p:sp>
        <p:sp>
          <p:nvSpPr>
            <p:cNvPr id="71" name="object 71" descr=""/>
            <p:cNvSpPr/>
            <p:nvPr/>
          </p:nvSpPr>
          <p:spPr>
            <a:xfrm>
              <a:off x="8523766" y="2342801"/>
              <a:ext cx="212090" cy="13335"/>
            </a:xfrm>
            <a:custGeom>
              <a:avLst/>
              <a:gdLst/>
              <a:ahLst/>
              <a:cxnLst/>
              <a:rect l="l" t="t" r="r" b="b"/>
              <a:pathLst>
                <a:path w="212090" h="13335">
                  <a:moveTo>
                    <a:pt x="6944" y="0"/>
                  </a:moveTo>
                  <a:lnTo>
                    <a:pt x="49737" y="0"/>
                  </a:lnTo>
                  <a:lnTo>
                    <a:pt x="52177" y="0"/>
                  </a:lnTo>
                  <a:lnTo>
                    <a:pt x="54054" y="2243"/>
                  </a:lnTo>
                  <a:lnTo>
                    <a:pt x="56306" y="4486"/>
                  </a:lnTo>
                  <a:lnTo>
                    <a:pt x="56306" y="6916"/>
                  </a:lnTo>
                  <a:lnTo>
                    <a:pt x="56306" y="9160"/>
                  </a:lnTo>
                  <a:lnTo>
                    <a:pt x="54054" y="11403"/>
                  </a:lnTo>
                  <a:lnTo>
                    <a:pt x="52177" y="13273"/>
                  </a:lnTo>
                  <a:lnTo>
                    <a:pt x="49737" y="13273"/>
                  </a:lnTo>
                  <a:lnTo>
                    <a:pt x="6944" y="13273"/>
                  </a:lnTo>
                  <a:lnTo>
                    <a:pt x="4692" y="13273"/>
                  </a:lnTo>
                  <a:lnTo>
                    <a:pt x="2439" y="11403"/>
                  </a:lnTo>
                  <a:lnTo>
                    <a:pt x="0" y="9160"/>
                  </a:lnTo>
                  <a:lnTo>
                    <a:pt x="0" y="6916"/>
                  </a:lnTo>
                  <a:lnTo>
                    <a:pt x="0" y="4486"/>
                  </a:lnTo>
                  <a:lnTo>
                    <a:pt x="2439" y="2243"/>
                  </a:lnTo>
                  <a:lnTo>
                    <a:pt x="4692" y="0"/>
                  </a:lnTo>
                  <a:lnTo>
                    <a:pt x="6944" y="0"/>
                  </a:lnTo>
                  <a:close/>
                </a:path>
                <a:path w="212090" h="13335">
                  <a:moveTo>
                    <a:pt x="106044" y="0"/>
                  </a:moveTo>
                  <a:lnTo>
                    <a:pt x="108296" y="0"/>
                  </a:lnTo>
                  <a:lnTo>
                    <a:pt x="110736" y="2243"/>
                  </a:lnTo>
                  <a:lnTo>
                    <a:pt x="112988" y="4486"/>
                  </a:lnTo>
                  <a:lnTo>
                    <a:pt x="112988" y="6916"/>
                  </a:lnTo>
                  <a:lnTo>
                    <a:pt x="112988" y="9160"/>
                  </a:lnTo>
                  <a:lnTo>
                    <a:pt x="110736" y="11403"/>
                  </a:lnTo>
                  <a:lnTo>
                    <a:pt x="108296" y="13273"/>
                  </a:lnTo>
                  <a:lnTo>
                    <a:pt x="106044" y="13273"/>
                  </a:lnTo>
                  <a:lnTo>
                    <a:pt x="103791" y="13273"/>
                  </a:lnTo>
                  <a:lnTo>
                    <a:pt x="101351" y="11403"/>
                  </a:lnTo>
                  <a:lnTo>
                    <a:pt x="99474" y="9160"/>
                  </a:lnTo>
                  <a:lnTo>
                    <a:pt x="99474" y="6916"/>
                  </a:lnTo>
                  <a:lnTo>
                    <a:pt x="99474" y="4486"/>
                  </a:lnTo>
                  <a:lnTo>
                    <a:pt x="101351" y="2243"/>
                  </a:lnTo>
                  <a:lnTo>
                    <a:pt x="103791" y="0"/>
                  </a:lnTo>
                  <a:lnTo>
                    <a:pt x="106044" y="0"/>
                  </a:lnTo>
                  <a:close/>
                </a:path>
                <a:path w="212090" h="13335">
                  <a:moveTo>
                    <a:pt x="162350" y="0"/>
                  </a:moveTo>
                  <a:lnTo>
                    <a:pt x="205519" y="0"/>
                  </a:lnTo>
                  <a:lnTo>
                    <a:pt x="207395" y="0"/>
                  </a:lnTo>
                  <a:lnTo>
                    <a:pt x="209648" y="2243"/>
                  </a:lnTo>
                  <a:lnTo>
                    <a:pt x="209648" y="4486"/>
                  </a:lnTo>
                  <a:lnTo>
                    <a:pt x="212088" y="6916"/>
                  </a:lnTo>
                  <a:lnTo>
                    <a:pt x="209648" y="9160"/>
                  </a:lnTo>
                  <a:lnTo>
                    <a:pt x="209648" y="11403"/>
                  </a:lnTo>
                  <a:lnTo>
                    <a:pt x="207395" y="13273"/>
                  </a:lnTo>
                  <a:lnTo>
                    <a:pt x="205519" y="13273"/>
                  </a:lnTo>
                  <a:lnTo>
                    <a:pt x="162350" y="13273"/>
                  </a:lnTo>
                  <a:lnTo>
                    <a:pt x="160473" y="13273"/>
                  </a:lnTo>
                  <a:lnTo>
                    <a:pt x="158033" y="11403"/>
                  </a:lnTo>
                  <a:lnTo>
                    <a:pt x="155781" y="9160"/>
                  </a:lnTo>
                  <a:lnTo>
                    <a:pt x="155781" y="6916"/>
                  </a:lnTo>
                  <a:lnTo>
                    <a:pt x="155781" y="4486"/>
                  </a:lnTo>
                  <a:lnTo>
                    <a:pt x="158033" y="2243"/>
                  </a:lnTo>
                  <a:lnTo>
                    <a:pt x="160473" y="0"/>
                  </a:lnTo>
                  <a:lnTo>
                    <a:pt x="162350" y="0"/>
                  </a:lnTo>
                  <a:close/>
                </a:path>
              </a:pathLst>
            </a:custGeom>
            <a:ln w="3175">
              <a:solidFill>
                <a:srgbClr val="000000"/>
              </a:solidFill>
            </a:ln>
          </p:spPr>
          <p:txBody>
            <a:bodyPr wrap="square" lIns="0" tIns="0" rIns="0" bIns="0" rtlCol="0"/>
            <a:lstStyle/>
            <a:p/>
          </p:txBody>
        </p:sp>
        <p:sp>
          <p:nvSpPr>
            <p:cNvPr id="72" name="object 72" descr=""/>
            <p:cNvSpPr/>
            <p:nvPr/>
          </p:nvSpPr>
          <p:spPr>
            <a:xfrm>
              <a:off x="8720088" y="2342801"/>
              <a:ext cx="15875" cy="362585"/>
            </a:xfrm>
            <a:custGeom>
              <a:avLst/>
              <a:gdLst/>
              <a:ahLst/>
              <a:cxnLst/>
              <a:rect l="l" t="t" r="r" b="b"/>
              <a:pathLst>
                <a:path w="15875" h="362585">
                  <a:moveTo>
                    <a:pt x="11073" y="0"/>
                  </a:moveTo>
                  <a:lnTo>
                    <a:pt x="4504" y="0"/>
                  </a:lnTo>
                  <a:lnTo>
                    <a:pt x="2252" y="2243"/>
                  </a:lnTo>
                  <a:lnTo>
                    <a:pt x="2252" y="4486"/>
                  </a:lnTo>
                  <a:lnTo>
                    <a:pt x="0" y="6916"/>
                  </a:lnTo>
                  <a:lnTo>
                    <a:pt x="0" y="49353"/>
                  </a:lnTo>
                  <a:lnTo>
                    <a:pt x="2252" y="51596"/>
                  </a:lnTo>
                  <a:lnTo>
                    <a:pt x="2252" y="53839"/>
                  </a:lnTo>
                  <a:lnTo>
                    <a:pt x="4504" y="56270"/>
                  </a:lnTo>
                  <a:lnTo>
                    <a:pt x="11073" y="56270"/>
                  </a:lnTo>
                  <a:lnTo>
                    <a:pt x="13325" y="53839"/>
                  </a:lnTo>
                  <a:lnTo>
                    <a:pt x="13325" y="51596"/>
                  </a:lnTo>
                  <a:lnTo>
                    <a:pt x="15765" y="49353"/>
                  </a:lnTo>
                  <a:lnTo>
                    <a:pt x="15765" y="6916"/>
                  </a:lnTo>
                  <a:lnTo>
                    <a:pt x="13325" y="4486"/>
                  </a:lnTo>
                  <a:lnTo>
                    <a:pt x="13325" y="2243"/>
                  </a:lnTo>
                  <a:lnTo>
                    <a:pt x="11073" y="0"/>
                  </a:lnTo>
                  <a:close/>
                </a:path>
                <a:path w="15875" h="362585">
                  <a:moveTo>
                    <a:pt x="13325" y="99080"/>
                  </a:moveTo>
                  <a:lnTo>
                    <a:pt x="2252" y="99080"/>
                  </a:lnTo>
                  <a:lnTo>
                    <a:pt x="2252" y="101323"/>
                  </a:lnTo>
                  <a:lnTo>
                    <a:pt x="0" y="105623"/>
                  </a:lnTo>
                  <a:lnTo>
                    <a:pt x="2252" y="107866"/>
                  </a:lnTo>
                  <a:lnTo>
                    <a:pt x="2252" y="110110"/>
                  </a:lnTo>
                  <a:lnTo>
                    <a:pt x="4504" y="112540"/>
                  </a:lnTo>
                  <a:lnTo>
                    <a:pt x="11073" y="112540"/>
                  </a:lnTo>
                  <a:lnTo>
                    <a:pt x="13325" y="110110"/>
                  </a:lnTo>
                  <a:lnTo>
                    <a:pt x="13325" y="107866"/>
                  </a:lnTo>
                  <a:lnTo>
                    <a:pt x="15765" y="105623"/>
                  </a:lnTo>
                  <a:lnTo>
                    <a:pt x="13325" y="101323"/>
                  </a:lnTo>
                  <a:lnTo>
                    <a:pt x="13325" y="99080"/>
                  </a:lnTo>
                  <a:close/>
                </a:path>
                <a:path w="15875" h="362585">
                  <a:moveTo>
                    <a:pt x="11073" y="209377"/>
                  </a:moveTo>
                  <a:lnTo>
                    <a:pt x="4504" y="209377"/>
                  </a:lnTo>
                  <a:lnTo>
                    <a:pt x="9196" y="211620"/>
                  </a:lnTo>
                  <a:lnTo>
                    <a:pt x="11073" y="209377"/>
                  </a:lnTo>
                  <a:close/>
                </a:path>
                <a:path w="15875" h="362585">
                  <a:moveTo>
                    <a:pt x="13325" y="155350"/>
                  </a:moveTo>
                  <a:lnTo>
                    <a:pt x="2252" y="155350"/>
                  </a:lnTo>
                  <a:lnTo>
                    <a:pt x="2252" y="157593"/>
                  </a:lnTo>
                  <a:lnTo>
                    <a:pt x="0" y="162267"/>
                  </a:lnTo>
                  <a:lnTo>
                    <a:pt x="0" y="202460"/>
                  </a:lnTo>
                  <a:lnTo>
                    <a:pt x="2252" y="206947"/>
                  </a:lnTo>
                  <a:lnTo>
                    <a:pt x="2252" y="209377"/>
                  </a:lnTo>
                  <a:lnTo>
                    <a:pt x="13325" y="209377"/>
                  </a:lnTo>
                  <a:lnTo>
                    <a:pt x="13325" y="206947"/>
                  </a:lnTo>
                  <a:lnTo>
                    <a:pt x="15765" y="202460"/>
                  </a:lnTo>
                  <a:lnTo>
                    <a:pt x="15765" y="162267"/>
                  </a:lnTo>
                  <a:lnTo>
                    <a:pt x="13325" y="157593"/>
                  </a:lnTo>
                  <a:lnTo>
                    <a:pt x="13325" y="155350"/>
                  </a:lnTo>
                  <a:close/>
                </a:path>
                <a:path w="15875" h="362585">
                  <a:moveTo>
                    <a:pt x="11073" y="265647"/>
                  </a:moveTo>
                  <a:lnTo>
                    <a:pt x="4504" y="265647"/>
                  </a:lnTo>
                  <a:lnTo>
                    <a:pt x="9196" y="267890"/>
                  </a:lnTo>
                  <a:lnTo>
                    <a:pt x="11073" y="265647"/>
                  </a:lnTo>
                  <a:close/>
                </a:path>
                <a:path w="15875" h="362585">
                  <a:moveTo>
                    <a:pt x="13325" y="254431"/>
                  </a:moveTo>
                  <a:lnTo>
                    <a:pt x="2252" y="254431"/>
                  </a:lnTo>
                  <a:lnTo>
                    <a:pt x="2252" y="256300"/>
                  </a:lnTo>
                  <a:lnTo>
                    <a:pt x="0" y="258730"/>
                  </a:lnTo>
                  <a:lnTo>
                    <a:pt x="2252" y="263217"/>
                  </a:lnTo>
                  <a:lnTo>
                    <a:pt x="2252" y="265647"/>
                  </a:lnTo>
                  <a:lnTo>
                    <a:pt x="13325" y="265647"/>
                  </a:lnTo>
                  <a:lnTo>
                    <a:pt x="13325" y="263217"/>
                  </a:lnTo>
                  <a:lnTo>
                    <a:pt x="15765" y="258730"/>
                  </a:lnTo>
                  <a:lnTo>
                    <a:pt x="13325" y="256300"/>
                  </a:lnTo>
                  <a:lnTo>
                    <a:pt x="13325" y="254431"/>
                  </a:lnTo>
                  <a:close/>
                </a:path>
                <a:path w="15875" h="362585">
                  <a:moveTo>
                    <a:pt x="9196" y="252187"/>
                  </a:moveTo>
                  <a:lnTo>
                    <a:pt x="4504" y="254431"/>
                  </a:lnTo>
                  <a:lnTo>
                    <a:pt x="11073" y="254431"/>
                  </a:lnTo>
                  <a:lnTo>
                    <a:pt x="9196" y="252187"/>
                  </a:lnTo>
                  <a:close/>
                </a:path>
                <a:path w="15875" h="362585">
                  <a:moveTo>
                    <a:pt x="13325" y="310701"/>
                  </a:moveTo>
                  <a:lnTo>
                    <a:pt x="2252" y="310701"/>
                  </a:lnTo>
                  <a:lnTo>
                    <a:pt x="2252" y="313131"/>
                  </a:lnTo>
                  <a:lnTo>
                    <a:pt x="0" y="315000"/>
                  </a:lnTo>
                  <a:lnTo>
                    <a:pt x="0" y="355567"/>
                  </a:lnTo>
                  <a:lnTo>
                    <a:pt x="2252" y="357811"/>
                  </a:lnTo>
                  <a:lnTo>
                    <a:pt x="2252" y="360054"/>
                  </a:lnTo>
                  <a:lnTo>
                    <a:pt x="4504" y="362484"/>
                  </a:lnTo>
                  <a:lnTo>
                    <a:pt x="11073" y="362484"/>
                  </a:lnTo>
                  <a:lnTo>
                    <a:pt x="13325" y="360054"/>
                  </a:lnTo>
                  <a:lnTo>
                    <a:pt x="13325" y="357811"/>
                  </a:lnTo>
                  <a:lnTo>
                    <a:pt x="15765" y="355567"/>
                  </a:lnTo>
                  <a:lnTo>
                    <a:pt x="15765" y="315000"/>
                  </a:lnTo>
                  <a:lnTo>
                    <a:pt x="13325" y="313131"/>
                  </a:lnTo>
                  <a:lnTo>
                    <a:pt x="13325" y="310701"/>
                  </a:lnTo>
                  <a:close/>
                </a:path>
                <a:path w="15875" h="362585">
                  <a:moveTo>
                    <a:pt x="9196" y="308457"/>
                  </a:moveTo>
                  <a:lnTo>
                    <a:pt x="4504" y="310701"/>
                  </a:lnTo>
                  <a:lnTo>
                    <a:pt x="11073" y="310701"/>
                  </a:lnTo>
                  <a:lnTo>
                    <a:pt x="9196" y="308457"/>
                  </a:lnTo>
                  <a:close/>
                </a:path>
              </a:pathLst>
            </a:custGeom>
            <a:solidFill>
              <a:srgbClr val="000000"/>
            </a:solidFill>
          </p:spPr>
          <p:txBody>
            <a:bodyPr wrap="square" lIns="0" tIns="0" rIns="0" bIns="0" rtlCol="0"/>
            <a:lstStyle/>
            <a:p/>
          </p:txBody>
        </p:sp>
        <p:sp>
          <p:nvSpPr>
            <p:cNvPr id="73" name="object 73" descr=""/>
            <p:cNvSpPr/>
            <p:nvPr/>
          </p:nvSpPr>
          <p:spPr>
            <a:xfrm>
              <a:off x="8720089" y="2342801"/>
              <a:ext cx="15875" cy="362585"/>
            </a:xfrm>
            <a:custGeom>
              <a:avLst/>
              <a:gdLst/>
              <a:ahLst/>
              <a:cxnLst/>
              <a:rect l="l" t="t" r="r" b="b"/>
              <a:pathLst>
                <a:path w="15875" h="362585">
                  <a:moveTo>
                    <a:pt x="15765" y="6916"/>
                  </a:moveTo>
                  <a:lnTo>
                    <a:pt x="15765" y="49353"/>
                  </a:lnTo>
                  <a:lnTo>
                    <a:pt x="13325" y="51596"/>
                  </a:lnTo>
                  <a:lnTo>
                    <a:pt x="13325" y="53839"/>
                  </a:lnTo>
                  <a:lnTo>
                    <a:pt x="11073" y="56270"/>
                  </a:lnTo>
                  <a:lnTo>
                    <a:pt x="9196" y="56270"/>
                  </a:lnTo>
                  <a:lnTo>
                    <a:pt x="4504" y="56270"/>
                  </a:lnTo>
                  <a:lnTo>
                    <a:pt x="2252" y="53839"/>
                  </a:lnTo>
                  <a:lnTo>
                    <a:pt x="2252" y="51596"/>
                  </a:lnTo>
                  <a:lnTo>
                    <a:pt x="0" y="49353"/>
                  </a:lnTo>
                  <a:lnTo>
                    <a:pt x="0" y="6916"/>
                  </a:lnTo>
                  <a:lnTo>
                    <a:pt x="2252" y="4486"/>
                  </a:lnTo>
                  <a:lnTo>
                    <a:pt x="2252" y="2243"/>
                  </a:lnTo>
                  <a:lnTo>
                    <a:pt x="4504" y="0"/>
                  </a:lnTo>
                  <a:lnTo>
                    <a:pt x="9196" y="0"/>
                  </a:lnTo>
                  <a:lnTo>
                    <a:pt x="11073" y="0"/>
                  </a:lnTo>
                  <a:lnTo>
                    <a:pt x="13325" y="2243"/>
                  </a:lnTo>
                  <a:lnTo>
                    <a:pt x="13325" y="4486"/>
                  </a:lnTo>
                  <a:lnTo>
                    <a:pt x="15765" y="6916"/>
                  </a:lnTo>
                  <a:close/>
                </a:path>
                <a:path w="15875" h="362585">
                  <a:moveTo>
                    <a:pt x="15765" y="105623"/>
                  </a:moveTo>
                  <a:lnTo>
                    <a:pt x="13325" y="107866"/>
                  </a:lnTo>
                  <a:lnTo>
                    <a:pt x="13325" y="110110"/>
                  </a:lnTo>
                  <a:lnTo>
                    <a:pt x="11073" y="112540"/>
                  </a:lnTo>
                  <a:lnTo>
                    <a:pt x="9196" y="112540"/>
                  </a:lnTo>
                  <a:lnTo>
                    <a:pt x="4504" y="112540"/>
                  </a:lnTo>
                  <a:lnTo>
                    <a:pt x="2252" y="110110"/>
                  </a:lnTo>
                  <a:lnTo>
                    <a:pt x="2252" y="107866"/>
                  </a:lnTo>
                  <a:lnTo>
                    <a:pt x="0" y="105623"/>
                  </a:lnTo>
                  <a:lnTo>
                    <a:pt x="2252" y="101323"/>
                  </a:lnTo>
                  <a:lnTo>
                    <a:pt x="2252" y="99080"/>
                  </a:lnTo>
                  <a:lnTo>
                    <a:pt x="4504" y="99080"/>
                  </a:lnTo>
                  <a:lnTo>
                    <a:pt x="9196" y="99080"/>
                  </a:lnTo>
                  <a:lnTo>
                    <a:pt x="11073" y="99080"/>
                  </a:lnTo>
                  <a:lnTo>
                    <a:pt x="13325" y="99080"/>
                  </a:lnTo>
                  <a:lnTo>
                    <a:pt x="13325" y="101323"/>
                  </a:lnTo>
                  <a:lnTo>
                    <a:pt x="15765" y="105623"/>
                  </a:lnTo>
                  <a:close/>
                </a:path>
                <a:path w="15875" h="362585">
                  <a:moveTo>
                    <a:pt x="15765" y="162267"/>
                  </a:moveTo>
                  <a:lnTo>
                    <a:pt x="15765" y="202460"/>
                  </a:lnTo>
                  <a:lnTo>
                    <a:pt x="13325" y="206947"/>
                  </a:lnTo>
                  <a:lnTo>
                    <a:pt x="13325" y="209377"/>
                  </a:lnTo>
                  <a:lnTo>
                    <a:pt x="11073" y="209377"/>
                  </a:lnTo>
                  <a:lnTo>
                    <a:pt x="9196" y="211620"/>
                  </a:lnTo>
                  <a:lnTo>
                    <a:pt x="4504" y="209377"/>
                  </a:lnTo>
                  <a:lnTo>
                    <a:pt x="2252" y="209377"/>
                  </a:lnTo>
                  <a:lnTo>
                    <a:pt x="2252" y="206947"/>
                  </a:lnTo>
                  <a:lnTo>
                    <a:pt x="0" y="202460"/>
                  </a:lnTo>
                  <a:lnTo>
                    <a:pt x="0" y="162267"/>
                  </a:lnTo>
                  <a:lnTo>
                    <a:pt x="2252" y="157593"/>
                  </a:lnTo>
                  <a:lnTo>
                    <a:pt x="2252" y="155350"/>
                  </a:lnTo>
                  <a:lnTo>
                    <a:pt x="4504" y="155350"/>
                  </a:lnTo>
                  <a:lnTo>
                    <a:pt x="9196" y="155350"/>
                  </a:lnTo>
                  <a:lnTo>
                    <a:pt x="11073" y="155350"/>
                  </a:lnTo>
                  <a:lnTo>
                    <a:pt x="13325" y="155350"/>
                  </a:lnTo>
                  <a:lnTo>
                    <a:pt x="13325" y="157593"/>
                  </a:lnTo>
                  <a:lnTo>
                    <a:pt x="15765" y="162267"/>
                  </a:lnTo>
                  <a:close/>
                </a:path>
                <a:path w="15875" h="362585">
                  <a:moveTo>
                    <a:pt x="15765" y="258730"/>
                  </a:moveTo>
                  <a:lnTo>
                    <a:pt x="13325" y="263217"/>
                  </a:lnTo>
                  <a:lnTo>
                    <a:pt x="13325" y="265647"/>
                  </a:lnTo>
                  <a:lnTo>
                    <a:pt x="11073" y="265647"/>
                  </a:lnTo>
                  <a:lnTo>
                    <a:pt x="9196" y="267890"/>
                  </a:lnTo>
                  <a:lnTo>
                    <a:pt x="4504" y="265647"/>
                  </a:lnTo>
                  <a:lnTo>
                    <a:pt x="2252" y="265647"/>
                  </a:lnTo>
                  <a:lnTo>
                    <a:pt x="2252" y="263217"/>
                  </a:lnTo>
                  <a:lnTo>
                    <a:pt x="0" y="258730"/>
                  </a:lnTo>
                  <a:lnTo>
                    <a:pt x="2252" y="256300"/>
                  </a:lnTo>
                  <a:lnTo>
                    <a:pt x="2252" y="254431"/>
                  </a:lnTo>
                  <a:lnTo>
                    <a:pt x="4504" y="254431"/>
                  </a:lnTo>
                  <a:lnTo>
                    <a:pt x="9196" y="252187"/>
                  </a:lnTo>
                  <a:lnTo>
                    <a:pt x="11073" y="254431"/>
                  </a:lnTo>
                  <a:lnTo>
                    <a:pt x="13325" y="254431"/>
                  </a:lnTo>
                  <a:lnTo>
                    <a:pt x="13325" y="256300"/>
                  </a:lnTo>
                  <a:lnTo>
                    <a:pt x="15765" y="258730"/>
                  </a:lnTo>
                  <a:close/>
                </a:path>
                <a:path w="15875" h="362585">
                  <a:moveTo>
                    <a:pt x="15765" y="315000"/>
                  </a:moveTo>
                  <a:lnTo>
                    <a:pt x="15765" y="355567"/>
                  </a:lnTo>
                  <a:lnTo>
                    <a:pt x="13325" y="357811"/>
                  </a:lnTo>
                  <a:lnTo>
                    <a:pt x="13325" y="360054"/>
                  </a:lnTo>
                  <a:lnTo>
                    <a:pt x="11073" y="362484"/>
                  </a:lnTo>
                  <a:lnTo>
                    <a:pt x="9196" y="362484"/>
                  </a:lnTo>
                  <a:lnTo>
                    <a:pt x="4504" y="362484"/>
                  </a:lnTo>
                  <a:lnTo>
                    <a:pt x="2252" y="360054"/>
                  </a:lnTo>
                  <a:lnTo>
                    <a:pt x="2252" y="357811"/>
                  </a:lnTo>
                  <a:lnTo>
                    <a:pt x="0" y="355567"/>
                  </a:lnTo>
                  <a:lnTo>
                    <a:pt x="0" y="315000"/>
                  </a:lnTo>
                  <a:lnTo>
                    <a:pt x="2252" y="313131"/>
                  </a:lnTo>
                  <a:lnTo>
                    <a:pt x="2252" y="310701"/>
                  </a:lnTo>
                  <a:lnTo>
                    <a:pt x="4504" y="310701"/>
                  </a:lnTo>
                  <a:lnTo>
                    <a:pt x="9196" y="308457"/>
                  </a:lnTo>
                  <a:lnTo>
                    <a:pt x="11073" y="310701"/>
                  </a:lnTo>
                  <a:lnTo>
                    <a:pt x="13325" y="310701"/>
                  </a:lnTo>
                  <a:lnTo>
                    <a:pt x="13325" y="313131"/>
                  </a:lnTo>
                  <a:lnTo>
                    <a:pt x="15765" y="315000"/>
                  </a:lnTo>
                  <a:close/>
                </a:path>
              </a:pathLst>
            </a:custGeom>
            <a:ln w="3175">
              <a:solidFill>
                <a:srgbClr val="000000"/>
              </a:solidFill>
            </a:ln>
          </p:spPr>
          <p:txBody>
            <a:bodyPr wrap="square" lIns="0" tIns="0" rIns="0" bIns="0" rtlCol="0"/>
            <a:lstStyle/>
            <a:p/>
          </p:txBody>
        </p:sp>
        <p:sp>
          <p:nvSpPr>
            <p:cNvPr id="74" name="object 74" descr=""/>
            <p:cNvSpPr/>
            <p:nvPr/>
          </p:nvSpPr>
          <p:spPr>
            <a:xfrm>
              <a:off x="8523766" y="2691826"/>
              <a:ext cx="212090" cy="13970"/>
            </a:xfrm>
            <a:custGeom>
              <a:avLst/>
              <a:gdLst/>
              <a:ahLst/>
              <a:cxnLst/>
              <a:rect l="l" t="t" r="r" b="b"/>
              <a:pathLst>
                <a:path w="212090" h="13969">
                  <a:moveTo>
                    <a:pt x="52177" y="0"/>
                  </a:moveTo>
                  <a:lnTo>
                    <a:pt x="4692" y="0"/>
                  </a:lnTo>
                  <a:lnTo>
                    <a:pt x="2439" y="1869"/>
                  </a:lnTo>
                  <a:lnTo>
                    <a:pt x="0" y="4112"/>
                  </a:lnTo>
                  <a:lnTo>
                    <a:pt x="0" y="8786"/>
                  </a:lnTo>
                  <a:lnTo>
                    <a:pt x="2439" y="11029"/>
                  </a:lnTo>
                  <a:lnTo>
                    <a:pt x="4692" y="13459"/>
                  </a:lnTo>
                  <a:lnTo>
                    <a:pt x="52177" y="13459"/>
                  </a:lnTo>
                  <a:lnTo>
                    <a:pt x="54054" y="11029"/>
                  </a:lnTo>
                  <a:lnTo>
                    <a:pt x="56306" y="8786"/>
                  </a:lnTo>
                  <a:lnTo>
                    <a:pt x="56306" y="4112"/>
                  </a:lnTo>
                  <a:lnTo>
                    <a:pt x="52177" y="0"/>
                  </a:lnTo>
                  <a:close/>
                </a:path>
                <a:path w="212090" h="13969">
                  <a:moveTo>
                    <a:pt x="108296" y="0"/>
                  </a:moveTo>
                  <a:lnTo>
                    <a:pt x="103791" y="0"/>
                  </a:lnTo>
                  <a:lnTo>
                    <a:pt x="101351" y="1869"/>
                  </a:lnTo>
                  <a:lnTo>
                    <a:pt x="99474" y="4112"/>
                  </a:lnTo>
                  <a:lnTo>
                    <a:pt x="99474" y="8786"/>
                  </a:lnTo>
                  <a:lnTo>
                    <a:pt x="101351" y="11029"/>
                  </a:lnTo>
                  <a:lnTo>
                    <a:pt x="103791" y="13459"/>
                  </a:lnTo>
                  <a:lnTo>
                    <a:pt x="108296" y="13459"/>
                  </a:lnTo>
                  <a:lnTo>
                    <a:pt x="112988" y="8786"/>
                  </a:lnTo>
                  <a:lnTo>
                    <a:pt x="112988" y="4112"/>
                  </a:lnTo>
                  <a:lnTo>
                    <a:pt x="110736" y="1869"/>
                  </a:lnTo>
                  <a:lnTo>
                    <a:pt x="108296" y="0"/>
                  </a:lnTo>
                  <a:close/>
                </a:path>
                <a:path w="212090" h="13969">
                  <a:moveTo>
                    <a:pt x="207395" y="0"/>
                  </a:moveTo>
                  <a:lnTo>
                    <a:pt x="160473" y="0"/>
                  </a:lnTo>
                  <a:lnTo>
                    <a:pt x="158033" y="1869"/>
                  </a:lnTo>
                  <a:lnTo>
                    <a:pt x="155781" y="4112"/>
                  </a:lnTo>
                  <a:lnTo>
                    <a:pt x="155781" y="8786"/>
                  </a:lnTo>
                  <a:lnTo>
                    <a:pt x="160473" y="13459"/>
                  </a:lnTo>
                  <a:lnTo>
                    <a:pt x="207395" y="13459"/>
                  </a:lnTo>
                  <a:lnTo>
                    <a:pt x="209648" y="11029"/>
                  </a:lnTo>
                  <a:lnTo>
                    <a:pt x="209648" y="8786"/>
                  </a:lnTo>
                  <a:lnTo>
                    <a:pt x="212088" y="6543"/>
                  </a:lnTo>
                  <a:lnTo>
                    <a:pt x="209648" y="4112"/>
                  </a:lnTo>
                  <a:lnTo>
                    <a:pt x="209648" y="1869"/>
                  </a:lnTo>
                  <a:lnTo>
                    <a:pt x="207395" y="0"/>
                  </a:lnTo>
                  <a:close/>
                </a:path>
              </a:pathLst>
            </a:custGeom>
            <a:solidFill>
              <a:srgbClr val="000000"/>
            </a:solidFill>
          </p:spPr>
          <p:txBody>
            <a:bodyPr wrap="square" lIns="0" tIns="0" rIns="0" bIns="0" rtlCol="0"/>
            <a:lstStyle/>
            <a:p/>
          </p:txBody>
        </p:sp>
        <p:sp>
          <p:nvSpPr>
            <p:cNvPr id="75" name="object 75" descr=""/>
            <p:cNvSpPr/>
            <p:nvPr/>
          </p:nvSpPr>
          <p:spPr>
            <a:xfrm>
              <a:off x="8523766" y="2691826"/>
              <a:ext cx="212090" cy="13970"/>
            </a:xfrm>
            <a:custGeom>
              <a:avLst/>
              <a:gdLst/>
              <a:ahLst/>
              <a:cxnLst/>
              <a:rect l="l" t="t" r="r" b="b"/>
              <a:pathLst>
                <a:path w="212090" h="13969">
                  <a:moveTo>
                    <a:pt x="6944" y="0"/>
                  </a:moveTo>
                  <a:lnTo>
                    <a:pt x="49737" y="0"/>
                  </a:lnTo>
                  <a:lnTo>
                    <a:pt x="52177" y="0"/>
                  </a:lnTo>
                  <a:lnTo>
                    <a:pt x="54054" y="1869"/>
                  </a:lnTo>
                  <a:lnTo>
                    <a:pt x="56306" y="4112"/>
                  </a:lnTo>
                  <a:lnTo>
                    <a:pt x="56306" y="6543"/>
                  </a:lnTo>
                  <a:lnTo>
                    <a:pt x="56306" y="8786"/>
                  </a:lnTo>
                  <a:lnTo>
                    <a:pt x="54054" y="11029"/>
                  </a:lnTo>
                  <a:lnTo>
                    <a:pt x="52177" y="13459"/>
                  </a:lnTo>
                  <a:lnTo>
                    <a:pt x="49737" y="13459"/>
                  </a:lnTo>
                  <a:lnTo>
                    <a:pt x="6944" y="13459"/>
                  </a:lnTo>
                  <a:lnTo>
                    <a:pt x="4692" y="13459"/>
                  </a:lnTo>
                  <a:lnTo>
                    <a:pt x="2439" y="11029"/>
                  </a:lnTo>
                  <a:lnTo>
                    <a:pt x="0" y="8786"/>
                  </a:lnTo>
                  <a:lnTo>
                    <a:pt x="0" y="6543"/>
                  </a:lnTo>
                  <a:lnTo>
                    <a:pt x="0" y="4112"/>
                  </a:lnTo>
                  <a:lnTo>
                    <a:pt x="2439" y="1869"/>
                  </a:lnTo>
                  <a:lnTo>
                    <a:pt x="4692" y="0"/>
                  </a:lnTo>
                  <a:lnTo>
                    <a:pt x="6944" y="0"/>
                  </a:lnTo>
                  <a:close/>
                </a:path>
                <a:path w="212090" h="13969">
                  <a:moveTo>
                    <a:pt x="106044" y="0"/>
                  </a:moveTo>
                  <a:lnTo>
                    <a:pt x="108296" y="0"/>
                  </a:lnTo>
                  <a:lnTo>
                    <a:pt x="110736" y="1869"/>
                  </a:lnTo>
                  <a:lnTo>
                    <a:pt x="112988" y="4112"/>
                  </a:lnTo>
                  <a:lnTo>
                    <a:pt x="112988" y="6543"/>
                  </a:lnTo>
                  <a:lnTo>
                    <a:pt x="112988" y="8786"/>
                  </a:lnTo>
                  <a:lnTo>
                    <a:pt x="110736" y="11029"/>
                  </a:lnTo>
                  <a:lnTo>
                    <a:pt x="108296" y="13459"/>
                  </a:lnTo>
                  <a:lnTo>
                    <a:pt x="106044" y="13459"/>
                  </a:lnTo>
                  <a:lnTo>
                    <a:pt x="103791" y="13459"/>
                  </a:lnTo>
                  <a:lnTo>
                    <a:pt x="101351" y="11029"/>
                  </a:lnTo>
                  <a:lnTo>
                    <a:pt x="99474" y="8786"/>
                  </a:lnTo>
                  <a:lnTo>
                    <a:pt x="99474" y="6543"/>
                  </a:lnTo>
                  <a:lnTo>
                    <a:pt x="99474" y="4112"/>
                  </a:lnTo>
                  <a:lnTo>
                    <a:pt x="101351" y="1869"/>
                  </a:lnTo>
                  <a:lnTo>
                    <a:pt x="103791" y="0"/>
                  </a:lnTo>
                  <a:lnTo>
                    <a:pt x="106044" y="0"/>
                  </a:lnTo>
                  <a:close/>
                </a:path>
                <a:path w="212090" h="13969">
                  <a:moveTo>
                    <a:pt x="162350" y="0"/>
                  </a:moveTo>
                  <a:lnTo>
                    <a:pt x="205519" y="0"/>
                  </a:lnTo>
                  <a:lnTo>
                    <a:pt x="207395" y="0"/>
                  </a:lnTo>
                  <a:lnTo>
                    <a:pt x="209648" y="1869"/>
                  </a:lnTo>
                  <a:lnTo>
                    <a:pt x="209648" y="4112"/>
                  </a:lnTo>
                  <a:lnTo>
                    <a:pt x="212088" y="6543"/>
                  </a:lnTo>
                  <a:lnTo>
                    <a:pt x="209648" y="8786"/>
                  </a:lnTo>
                  <a:lnTo>
                    <a:pt x="209648" y="11029"/>
                  </a:lnTo>
                  <a:lnTo>
                    <a:pt x="207395" y="13459"/>
                  </a:lnTo>
                  <a:lnTo>
                    <a:pt x="205519" y="13459"/>
                  </a:lnTo>
                  <a:lnTo>
                    <a:pt x="162350" y="13459"/>
                  </a:lnTo>
                  <a:lnTo>
                    <a:pt x="160473" y="13459"/>
                  </a:lnTo>
                  <a:lnTo>
                    <a:pt x="158033" y="11029"/>
                  </a:lnTo>
                  <a:lnTo>
                    <a:pt x="155781" y="8786"/>
                  </a:lnTo>
                  <a:lnTo>
                    <a:pt x="155781" y="6543"/>
                  </a:lnTo>
                  <a:lnTo>
                    <a:pt x="155781" y="4112"/>
                  </a:lnTo>
                  <a:lnTo>
                    <a:pt x="158033" y="1869"/>
                  </a:lnTo>
                  <a:lnTo>
                    <a:pt x="160473" y="0"/>
                  </a:lnTo>
                  <a:lnTo>
                    <a:pt x="162350" y="0"/>
                  </a:lnTo>
                  <a:close/>
                </a:path>
              </a:pathLst>
            </a:custGeom>
            <a:ln w="3175">
              <a:solidFill>
                <a:srgbClr val="000000"/>
              </a:solidFill>
            </a:ln>
          </p:spPr>
          <p:txBody>
            <a:bodyPr wrap="square" lIns="0" tIns="0" rIns="0" bIns="0" rtlCol="0"/>
            <a:lstStyle/>
            <a:p/>
          </p:txBody>
        </p:sp>
        <p:sp>
          <p:nvSpPr>
            <p:cNvPr id="76" name="object 76" descr=""/>
            <p:cNvSpPr/>
            <p:nvPr/>
          </p:nvSpPr>
          <p:spPr>
            <a:xfrm>
              <a:off x="4936097" y="2405428"/>
              <a:ext cx="2921635" cy="349250"/>
            </a:xfrm>
            <a:custGeom>
              <a:avLst/>
              <a:gdLst/>
              <a:ahLst/>
              <a:cxnLst/>
              <a:rect l="l" t="t" r="r" b="b"/>
              <a:pathLst>
                <a:path w="2921634" h="349250">
                  <a:moveTo>
                    <a:pt x="0" y="114783"/>
                  </a:moveTo>
                  <a:lnTo>
                    <a:pt x="0" y="0"/>
                  </a:lnTo>
                </a:path>
                <a:path w="2921634" h="349250">
                  <a:moveTo>
                    <a:pt x="0" y="0"/>
                  </a:moveTo>
                  <a:lnTo>
                    <a:pt x="117117" y="0"/>
                  </a:lnTo>
                </a:path>
                <a:path w="2921634" h="349250">
                  <a:moveTo>
                    <a:pt x="2132143" y="114783"/>
                  </a:moveTo>
                  <a:lnTo>
                    <a:pt x="2132143" y="348650"/>
                  </a:lnTo>
                </a:path>
                <a:path w="2921634" h="349250">
                  <a:moveTo>
                    <a:pt x="2132143" y="348650"/>
                  </a:moveTo>
                  <a:lnTo>
                    <a:pt x="2802004" y="348650"/>
                  </a:lnTo>
                </a:path>
                <a:path w="2921634" h="349250">
                  <a:moveTo>
                    <a:pt x="2802004" y="348650"/>
                  </a:moveTo>
                  <a:lnTo>
                    <a:pt x="2802004" y="172923"/>
                  </a:lnTo>
                </a:path>
                <a:path w="2921634" h="349250">
                  <a:moveTo>
                    <a:pt x="2802004" y="172923"/>
                  </a:moveTo>
                  <a:lnTo>
                    <a:pt x="2921561" y="172923"/>
                  </a:lnTo>
                </a:path>
              </a:pathLst>
            </a:custGeom>
            <a:ln w="13455">
              <a:solidFill>
                <a:srgbClr val="000000"/>
              </a:solidFill>
            </a:ln>
          </p:spPr>
          <p:txBody>
            <a:bodyPr wrap="square" lIns="0" tIns="0" rIns="0" bIns="0" rtlCol="0"/>
            <a:lstStyle/>
            <a:p/>
          </p:txBody>
        </p:sp>
        <p:pic>
          <p:nvPicPr>
            <p:cNvPr id="77" name="object 77" descr=""/>
            <p:cNvPicPr/>
            <p:nvPr/>
          </p:nvPicPr>
          <p:blipFill>
            <a:blip r:embed="rId5" cstate="print"/>
            <a:stretch>
              <a:fillRect/>
            </a:stretch>
          </p:blipFill>
          <p:spPr>
            <a:xfrm>
              <a:off x="5723639" y="2171149"/>
              <a:ext cx="198518" cy="756413"/>
            </a:xfrm>
            <a:prstGeom prst="rect">
              <a:avLst/>
            </a:prstGeom>
          </p:spPr>
        </p:pic>
        <p:sp>
          <p:nvSpPr>
            <p:cNvPr id="78" name="object 78" descr=""/>
            <p:cNvSpPr/>
            <p:nvPr/>
          </p:nvSpPr>
          <p:spPr>
            <a:xfrm>
              <a:off x="5725891" y="2171149"/>
              <a:ext cx="196215" cy="756920"/>
            </a:xfrm>
            <a:custGeom>
              <a:avLst/>
              <a:gdLst/>
              <a:ahLst/>
              <a:cxnLst/>
              <a:rect l="l" t="t" r="r" b="b"/>
              <a:pathLst>
                <a:path w="196214" h="756919">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79" name="object 79" descr=""/>
            <p:cNvPicPr/>
            <p:nvPr/>
          </p:nvPicPr>
          <p:blipFill>
            <a:blip r:embed="rId4" cstate="print"/>
            <a:stretch>
              <a:fillRect/>
            </a:stretch>
          </p:blipFill>
          <p:spPr>
            <a:xfrm>
              <a:off x="4658506" y="2171149"/>
              <a:ext cx="198518" cy="756413"/>
            </a:xfrm>
            <a:prstGeom prst="rect">
              <a:avLst/>
            </a:prstGeom>
          </p:spPr>
        </p:pic>
        <p:sp>
          <p:nvSpPr>
            <p:cNvPr id="80" name="object 80" descr=""/>
            <p:cNvSpPr/>
            <p:nvPr/>
          </p:nvSpPr>
          <p:spPr>
            <a:xfrm>
              <a:off x="4658506" y="2171149"/>
              <a:ext cx="198755" cy="756920"/>
            </a:xfrm>
            <a:custGeom>
              <a:avLst/>
              <a:gdLst/>
              <a:ahLst/>
              <a:cxnLst/>
              <a:rect l="l" t="t" r="r" b="b"/>
              <a:pathLst>
                <a:path w="198754" h="756919">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81" name="object 81" descr=""/>
            <p:cNvPicPr/>
            <p:nvPr/>
          </p:nvPicPr>
          <p:blipFill>
            <a:blip r:embed="rId5" cstate="print"/>
            <a:stretch>
              <a:fillRect/>
            </a:stretch>
          </p:blipFill>
          <p:spPr>
            <a:xfrm>
              <a:off x="7855219" y="2171149"/>
              <a:ext cx="198987" cy="756413"/>
            </a:xfrm>
            <a:prstGeom prst="rect">
              <a:avLst/>
            </a:prstGeom>
          </p:spPr>
        </p:pic>
        <p:sp>
          <p:nvSpPr>
            <p:cNvPr id="82" name="object 82" descr=""/>
            <p:cNvSpPr/>
            <p:nvPr/>
          </p:nvSpPr>
          <p:spPr>
            <a:xfrm>
              <a:off x="6831002" y="2171149"/>
              <a:ext cx="1223645" cy="1346835"/>
            </a:xfrm>
            <a:custGeom>
              <a:avLst/>
              <a:gdLst/>
              <a:ahLst/>
              <a:cxnLst/>
              <a:rect l="l" t="t" r="r" b="b"/>
              <a:pathLst>
                <a:path w="1223645" h="1346835">
                  <a:moveTo>
                    <a:pt x="1026657" y="756413"/>
                  </a:moveTo>
                  <a:lnTo>
                    <a:pt x="1223317" y="756413"/>
                  </a:lnTo>
                  <a:lnTo>
                    <a:pt x="1223317" y="0"/>
                  </a:lnTo>
                  <a:lnTo>
                    <a:pt x="1026657" y="0"/>
                  </a:lnTo>
                  <a:lnTo>
                    <a:pt x="1026657" y="756413"/>
                  </a:lnTo>
                  <a:close/>
                </a:path>
                <a:path w="1223645" h="1346835">
                  <a:moveTo>
                    <a:pt x="0" y="1346222"/>
                  </a:moveTo>
                  <a:lnTo>
                    <a:pt x="433373" y="1346222"/>
                  </a:lnTo>
                </a:path>
                <a:path w="1223645" h="1346835">
                  <a:moveTo>
                    <a:pt x="38663" y="1048794"/>
                  </a:moveTo>
                  <a:lnTo>
                    <a:pt x="431120" y="1044681"/>
                  </a:lnTo>
                </a:path>
              </a:pathLst>
            </a:custGeom>
            <a:ln w="13455">
              <a:solidFill>
                <a:srgbClr val="000000"/>
              </a:solidFill>
            </a:ln>
          </p:spPr>
          <p:txBody>
            <a:bodyPr wrap="square" lIns="0" tIns="0" rIns="0" bIns="0" rtlCol="0"/>
            <a:lstStyle/>
            <a:p/>
          </p:txBody>
        </p:sp>
      </p:grpSp>
      <p:sp>
        <p:nvSpPr>
          <p:cNvPr id="83" name="object 83" descr=""/>
          <p:cNvSpPr txBox="1"/>
          <p:nvPr/>
        </p:nvSpPr>
        <p:spPr>
          <a:xfrm>
            <a:off x="5053215" y="3161766"/>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84" name="object 84" descr=""/>
          <p:cNvSpPr txBox="1"/>
          <p:nvPr/>
        </p:nvSpPr>
        <p:spPr>
          <a:xfrm>
            <a:off x="6204748" y="3206572"/>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85" name="object 85" descr=""/>
          <p:cNvSpPr/>
          <p:nvPr/>
        </p:nvSpPr>
        <p:spPr>
          <a:xfrm>
            <a:off x="7264375" y="2986076"/>
            <a:ext cx="0" cy="216535"/>
          </a:xfrm>
          <a:custGeom>
            <a:avLst/>
            <a:gdLst/>
            <a:ahLst/>
            <a:cxnLst/>
            <a:rect l="l" t="t" r="r" b="b"/>
            <a:pathLst>
              <a:path w="0" h="216535">
                <a:moveTo>
                  <a:pt x="0" y="0"/>
                </a:moveTo>
                <a:lnTo>
                  <a:pt x="0" y="215920"/>
                </a:lnTo>
              </a:path>
            </a:pathLst>
          </a:custGeom>
          <a:ln w="13482">
            <a:solidFill>
              <a:srgbClr val="000000"/>
            </a:solidFill>
          </a:ln>
        </p:spPr>
        <p:txBody>
          <a:bodyPr wrap="square" lIns="0" tIns="0" rIns="0" bIns="0" rtlCol="0"/>
          <a:lstStyle/>
          <a:p/>
        </p:txBody>
      </p:sp>
      <p:sp>
        <p:nvSpPr>
          <p:cNvPr id="86" name="object 86" descr=""/>
          <p:cNvSpPr/>
          <p:nvPr/>
        </p:nvSpPr>
        <p:spPr>
          <a:xfrm>
            <a:off x="7264375" y="2986076"/>
            <a:ext cx="316230" cy="756920"/>
          </a:xfrm>
          <a:custGeom>
            <a:avLst/>
            <a:gdLst/>
            <a:ahLst/>
            <a:cxnLst/>
            <a:rect l="l" t="t" r="r" b="b"/>
            <a:pathLst>
              <a:path w="316229" h="756920">
                <a:moveTo>
                  <a:pt x="315692" y="161893"/>
                </a:moveTo>
                <a:lnTo>
                  <a:pt x="315692" y="594108"/>
                </a:lnTo>
              </a:path>
              <a:path w="316229" h="756920">
                <a:moveTo>
                  <a:pt x="0" y="0"/>
                </a:moveTo>
                <a:lnTo>
                  <a:pt x="315692" y="161893"/>
                </a:lnTo>
              </a:path>
              <a:path w="316229" h="756920">
                <a:moveTo>
                  <a:pt x="315692" y="594108"/>
                </a:moveTo>
                <a:lnTo>
                  <a:pt x="0" y="756469"/>
                </a:lnTo>
              </a:path>
              <a:path w="316229" h="756920">
                <a:moveTo>
                  <a:pt x="0" y="540081"/>
                </a:moveTo>
                <a:lnTo>
                  <a:pt x="0" y="756469"/>
                </a:lnTo>
              </a:path>
              <a:path w="316229" h="756920">
                <a:moveTo>
                  <a:pt x="0" y="215920"/>
                </a:moveTo>
                <a:lnTo>
                  <a:pt x="94782" y="378188"/>
                </a:lnTo>
              </a:path>
              <a:path w="316229" h="756920">
                <a:moveTo>
                  <a:pt x="94782" y="378188"/>
                </a:moveTo>
                <a:lnTo>
                  <a:pt x="0" y="540081"/>
                </a:lnTo>
              </a:path>
            </a:pathLst>
          </a:custGeom>
          <a:ln w="13455">
            <a:solidFill>
              <a:srgbClr val="000000"/>
            </a:solidFill>
          </a:ln>
        </p:spPr>
        <p:txBody>
          <a:bodyPr wrap="square" lIns="0" tIns="0" rIns="0" bIns="0" rtlCol="0"/>
          <a:lstStyle/>
          <a:p/>
        </p:txBody>
      </p:sp>
      <p:sp>
        <p:nvSpPr>
          <p:cNvPr id="87" name="object 87" descr=""/>
          <p:cNvSpPr txBox="1"/>
          <p:nvPr/>
        </p:nvSpPr>
        <p:spPr>
          <a:xfrm>
            <a:off x="7331987" y="3157890"/>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88" name="object 88" descr=""/>
          <p:cNvSpPr txBox="1"/>
          <p:nvPr/>
        </p:nvSpPr>
        <p:spPr>
          <a:xfrm>
            <a:off x="8252744" y="3161766"/>
            <a:ext cx="474345" cy="349250"/>
          </a:xfrm>
          <a:prstGeom prst="rect">
            <a:avLst/>
          </a:prstGeom>
          <a:ln w="13447">
            <a:solidFill>
              <a:srgbClr val="000000"/>
            </a:solidFill>
          </a:ln>
        </p:spPr>
        <p:txBody>
          <a:bodyPr wrap="square" lIns="0" tIns="61594" rIns="0" bIns="0" rtlCol="0" vert="horz">
            <a:spAutoFit/>
          </a:bodyPr>
          <a:lstStyle/>
          <a:p>
            <a:pPr marL="135255">
              <a:lnSpc>
                <a:spcPct val="100000"/>
              </a:lnSpc>
              <a:spcBef>
                <a:spcPts val="484"/>
              </a:spcBef>
            </a:pPr>
            <a:r>
              <a:rPr dirty="0" sz="1300" spc="-25">
                <a:latin typeface="Times New Roman"/>
                <a:cs typeface="Times New Roman"/>
              </a:rPr>
              <a:t>DM</a:t>
            </a:r>
            <a:endParaRPr sz="1300">
              <a:latin typeface="Times New Roman"/>
              <a:cs typeface="Times New Roman"/>
            </a:endParaRPr>
          </a:p>
        </p:txBody>
      </p:sp>
      <p:grpSp>
        <p:nvGrpSpPr>
          <p:cNvPr id="89" name="object 89" descr=""/>
          <p:cNvGrpSpPr/>
          <p:nvPr/>
        </p:nvGrpSpPr>
        <p:grpSpPr>
          <a:xfrm>
            <a:off x="5519956" y="2979147"/>
            <a:ext cx="3608704" cy="1360170"/>
            <a:chOff x="5519956" y="2979147"/>
            <a:chExt cx="3608704" cy="1360170"/>
          </a:xfrm>
        </p:grpSpPr>
        <p:sp>
          <p:nvSpPr>
            <p:cNvPr id="90" name="object 90" descr=""/>
            <p:cNvSpPr/>
            <p:nvPr/>
          </p:nvSpPr>
          <p:spPr>
            <a:xfrm>
              <a:off x="5526941" y="3161804"/>
              <a:ext cx="1264285" cy="349250"/>
            </a:xfrm>
            <a:custGeom>
              <a:avLst/>
              <a:gdLst/>
              <a:ahLst/>
              <a:cxnLst/>
              <a:rect l="l" t="t" r="r" b="b"/>
              <a:pathLst>
                <a:path w="1264284" h="349250">
                  <a:moveTo>
                    <a:pt x="0" y="172923"/>
                  </a:moveTo>
                  <a:lnTo>
                    <a:pt x="198949" y="172923"/>
                  </a:lnTo>
                </a:path>
                <a:path w="1264284" h="349250">
                  <a:moveTo>
                    <a:pt x="395272" y="172923"/>
                  </a:moveTo>
                  <a:lnTo>
                    <a:pt x="593659" y="172923"/>
                  </a:lnTo>
                </a:path>
                <a:path w="1264284" h="349250">
                  <a:moveTo>
                    <a:pt x="1067573" y="101136"/>
                  </a:moveTo>
                  <a:lnTo>
                    <a:pt x="1263707" y="101136"/>
                  </a:lnTo>
                </a:path>
                <a:path w="1264284" h="349250">
                  <a:moveTo>
                    <a:pt x="1067573" y="267517"/>
                  </a:moveTo>
                  <a:lnTo>
                    <a:pt x="1263707" y="267517"/>
                  </a:lnTo>
                </a:path>
                <a:path w="1264284" h="349250">
                  <a:moveTo>
                    <a:pt x="830334" y="0"/>
                  </a:moveTo>
                  <a:lnTo>
                    <a:pt x="1067573" y="0"/>
                  </a:lnTo>
                </a:path>
                <a:path w="1264284" h="349250">
                  <a:moveTo>
                    <a:pt x="1067573" y="0"/>
                  </a:moveTo>
                  <a:lnTo>
                    <a:pt x="1067573" y="348650"/>
                  </a:lnTo>
                </a:path>
                <a:path w="1264284" h="349250">
                  <a:moveTo>
                    <a:pt x="830334" y="348650"/>
                  </a:moveTo>
                  <a:lnTo>
                    <a:pt x="1067573" y="348650"/>
                  </a:lnTo>
                </a:path>
              </a:pathLst>
            </a:custGeom>
            <a:ln w="13455">
              <a:solidFill>
                <a:srgbClr val="000000"/>
              </a:solidFill>
            </a:ln>
          </p:spPr>
          <p:txBody>
            <a:bodyPr wrap="square" lIns="0" tIns="0" rIns="0" bIns="0" rtlCol="0"/>
            <a:lstStyle/>
            <a:p/>
          </p:txBody>
        </p:sp>
        <p:sp>
          <p:nvSpPr>
            <p:cNvPr id="91" name="object 91" descr=""/>
            <p:cNvSpPr/>
            <p:nvPr/>
          </p:nvSpPr>
          <p:spPr>
            <a:xfrm>
              <a:off x="6114219" y="3155448"/>
              <a:ext cx="269240" cy="15875"/>
            </a:xfrm>
            <a:custGeom>
              <a:avLst/>
              <a:gdLst/>
              <a:ahLst/>
              <a:cxnLst/>
              <a:rect l="l" t="t" r="r" b="b"/>
              <a:pathLst>
                <a:path w="269239" h="15875">
                  <a:moveTo>
                    <a:pt x="51989" y="13273"/>
                  </a:moveTo>
                  <a:lnTo>
                    <a:pt x="4692" y="13273"/>
                  </a:lnTo>
                  <a:lnTo>
                    <a:pt x="9196" y="15703"/>
                  </a:lnTo>
                  <a:lnTo>
                    <a:pt x="49737" y="15703"/>
                  </a:lnTo>
                  <a:lnTo>
                    <a:pt x="51989" y="13273"/>
                  </a:lnTo>
                  <a:close/>
                </a:path>
                <a:path w="269239" h="15875">
                  <a:moveTo>
                    <a:pt x="54429" y="2243"/>
                  </a:moveTo>
                  <a:lnTo>
                    <a:pt x="2252" y="2243"/>
                  </a:lnTo>
                  <a:lnTo>
                    <a:pt x="2252" y="4486"/>
                  </a:lnTo>
                  <a:lnTo>
                    <a:pt x="0" y="9160"/>
                  </a:lnTo>
                  <a:lnTo>
                    <a:pt x="2252" y="11029"/>
                  </a:lnTo>
                  <a:lnTo>
                    <a:pt x="2252" y="13273"/>
                  </a:lnTo>
                  <a:lnTo>
                    <a:pt x="54429" y="13273"/>
                  </a:lnTo>
                  <a:lnTo>
                    <a:pt x="56681" y="11029"/>
                  </a:lnTo>
                  <a:lnTo>
                    <a:pt x="56681" y="4486"/>
                  </a:lnTo>
                  <a:lnTo>
                    <a:pt x="54429" y="2243"/>
                  </a:lnTo>
                  <a:close/>
                </a:path>
                <a:path w="269239" h="15875">
                  <a:moveTo>
                    <a:pt x="49737" y="0"/>
                  </a:moveTo>
                  <a:lnTo>
                    <a:pt x="9196" y="0"/>
                  </a:lnTo>
                  <a:lnTo>
                    <a:pt x="4692" y="2243"/>
                  </a:lnTo>
                  <a:lnTo>
                    <a:pt x="51989" y="2243"/>
                  </a:lnTo>
                  <a:lnTo>
                    <a:pt x="49737" y="0"/>
                  </a:lnTo>
                  <a:close/>
                </a:path>
                <a:path w="269239" h="15875">
                  <a:moveTo>
                    <a:pt x="110548" y="13273"/>
                  </a:moveTo>
                  <a:lnTo>
                    <a:pt x="104167" y="13273"/>
                  </a:lnTo>
                  <a:lnTo>
                    <a:pt x="106044" y="15703"/>
                  </a:lnTo>
                  <a:lnTo>
                    <a:pt x="110548" y="13273"/>
                  </a:lnTo>
                  <a:close/>
                </a:path>
                <a:path w="269239" h="15875">
                  <a:moveTo>
                    <a:pt x="112988" y="2243"/>
                  </a:moveTo>
                  <a:lnTo>
                    <a:pt x="101727" y="2243"/>
                  </a:lnTo>
                  <a:lnTo>
                    <a:pt x="99474" y="4486"/>
                  </a:lnTo>
                  <a:lnTo>
                    <a:pt x="99474" y="11029"/>
                  </a:lnTo>
                  <a:lnTo>
                    <a:pt x="101727" y="13273"/>
                  </a:lnTo>
                  <a:lnTo>
                    <a:pt x="112988" y="13273"/>
                  </a:lnTo>
                  <a:lnTo>
                    <a:pt x="112988" y="11029"/>
                  </a:lnTo>
                  <a:lnTo>
                    <a:pt x="115240" y="9160"/>
                  </a:lnTo>
                  <a:lnTo>
                    <a:pt x="112988" y="4486"/>
                  </a:lnTo>
                  <a:lnTo>
                    <a:pt x="112988" y="2243"/>
                  </a:lnTo>
                  <a:close/>
                </a:path>
                <a:path w="269239" h="15875">
                  <a:moveTo>
                    <a:pt x="106044" y="0"/>
                  </a:moveTo>
                  <a:lnTo>
                    <a:pt x="104167" y="2243"/>
                  </a:lnTo>
                  <a:lnTo>
                    <a:pt x="110548" y="2243"/>
                  </a:lnTo>
                  <a:lnTo>
                    <a:pt x="106044" y="0"/>
                  </a:lnTo>
                  <a:close/>
                </a:path>
                <a:path w="269239" h="15875">
                  <a:moveTo>
                    <a:pt x="207771" y="13273"/>
                  </a:moveTo>
                  <a:lnTo>
                    <a:pt x="160286" y="13273"/>
                  </a:lnTo>
                  <a:lnTo>
                    <a:pt x="162726" y="15703"/>
                  </a:lnTo>
                  <a:lnTo>
                    <a:pt x="205519" y="15703"/>
                  </a:lnTo>
                  <a:lnTo>
                    <a:pt x="207771" y="13273"/>
                  </a:lnTo>
                  <a:close/>
                </a:path>
                <a:path w="269239" h="15875">
                  <a:moveTo>
                    <a:pt x="210023" y="2243"/>
                  </a:moveTo>
                  <a:lnTo>
                    <a:pt x="158033" y="2243"/>
                  </a:lnTo>
                  <a:lnTo>
                    <a:pt x="158033" y="4486"/>
                  </a:lnTo>
                  <a:lnTo>
                    <a:pt x="155781" y="9160"/>
                  </a:lnTo>
                  <a:lnTo>
                    <a:pt x="158033" y="11029"/>
                  </a:lnTo>
                  <a:lnTo>
                    <a:pt x="158033" y="13273"/>
                  </a:lnTo>
                  <a:lnTo>
                    <a:pt x="210023" y="13273"/>
                  </a:lnTo>
                  <a:lnTo>
                    <a:pt x="211900" y="11029"/>
                  </a:lnTo>
                  <a:lnTo>
                    <a:pt x="211900" y="4486"/>
                  </a:lnTo>
                  <a:lnTo>
                    <a:pt x="210023" y="2243"/>
                  </a:lnTo>
                  <a:close/>
                </a:path>
                <a:path w="269239" h="15875">
                  <a:moveTo>
                    <a:pt x="205519" y="0"/>
                  </a:moveTo>
                  <a:lnTo>
                    <a:pt x="162726" y="0"/>
                  </a:lnTo>
                  <a:lnTo>
                    <a:pt x="160286" y="2243"/>
                  </a:lnTo>
                  <a:lnTo>
                    <a:pt x="207771" y="2243"/>
                  </a:lnTo>
                  <a:lnTo>
                    <a:pt x="205519" y="0"/>
                  </a:lnTo>
                  <a:close/>
                </a:path>
                <a:path w="269239" h="15875">
                  <a:moveTo>
                    <a:pt x="264077" y="13273"/>
                  </a:moveTo>
                  <a:lnTo>
                    <a:pt x="259385" y="13273"/>
                  </a:lnTo>
                  <a:lnTo>
                    <a:pt x="261637" y="15703"/>
                  </a:lnTo>
                  <a:lnTo>
                    <a:pt x="264077" y="13273"/>
                  </a:lnTo>
                  <a:close/>
                </a:path>
                <a:path w="269239" h="15875">
                  <a:moveTo>
                    <a:pt x="266330" y="2243"/>
                  </a:moveTo>
                  <a:lnTo>
                    <a:pt x="257508" y="2243"/>
                  </a:lnTo>
                  <a:lnTo>
                    <a:pt x="255256" y="4486"/>
                  </a:lnTo>
                  <a:lnTo>
                    <a:pt x="255256" y="11029"/>
                  </a:lnTo>
                  <a:lnTo>
                    <a:pt x="257508" y="13273"/>
                  </a:lnTo>
                  <a:lnTo>
                    <a:pt x="266330" y="13273"/>
                  </a:lnTo>
                  <a:lnTo>
                    <a:pt x="268770" y="11029"/>
                  </a:lnTo>
                  <a:lnTo>
                    <a:pt x="268770" y="4486"/>
                  </a:lnTo>
                  <a:lnTo>
                    <a:pt x="266330" y="2243"/>
                  </a:lnTo>
                  <a:close/>
                </a:path>
                <a:path w="269239" h="15875">
                  <a:moveTo>
                    <a:pt x="261637" y="0"/>
                  </a:moveTo>
                  <a:lnTo>
                    <a:pt x="259385" y="2243"/>
                  </a:lnTo>
                  <a:lnTo>
                    <a:pt x="264077" y="2243"/>
                  </a:lnTo>
                  <a:lnTo>
                    <a:pt x="261637" y="0"/>
                  </a:lnTo>
                  <a:close/>
                </a:path>
              </a:pathLst>
            </a:custGeom>
            <a:solidFill>
              <a:srgbClr val="000000"/>
            </a:solidFill>
          </p:spPr>
          <p:txBody>
            <a:bodyPr wrap="square" lIns="0" tIns="0" rIns="0" bIns="0" rtlCol="0"/>
            <a:lstStyle/>
            <a:p/>
          </p:txBody>
        </p:sp>
        <p:sp>
          <p:nvSpPr>
            <p:cNvPr id="92" name="object 92" descr=""/>
            <p:cNvSpPr/>
            <p:nvPr/>
          </p:nvSpPr>
          <p:spPr>
            <a:xfrm>
              <a:off x="6114219" y="3155448"/>
              <a:ext cx="269240" cy="15875"/>
            </a:xfrm>
            <a:custGeom>
              <a:avLst/>
              <a:gdLst/>
              <a:ahLst/>
              <a:cxnLst/>
              <a:rect l="l" t="t" r="r" b="b"/>
              <a:pathLst>
                <a:path w="269239" h="15875">
                  <a:moveTo>
                    <a:pt x="9196" y="0"/>
                  </a:moveTo>
                  <a:lnTo>
                    <a:pt x="49737" y="0"/>
                  </a:lnTo>
                  <a:lnTo>
                    <a:pt x="51989" y="2243"/>
                  </a:lnTo>
                  <a:lnTo>
                    <a:pt x="54429" y="2243"/>
                  </a:lnTo>
                  <a:lnTo>
                    <a:pt x="56681" y="4486"/>
                  </a:lnTo>
                  <a:lnTo>
                    <a:pt x="56681" y="9160"/>
                  </a:lnTo>
                  <a:lnTo>
                    <a:pt x="56681" y="11029"/>
                  </a:lnTo>
                  <a:lnTo>
                    <a:pt x="54429" y="13273"/>
                  </a:lnTo>
                  <a:lnTo>
                    <a:pt x="51989" y="13273"/>
                  </a:lnTo>
                  <a:lnTo>
                    <a:pt x="49737" y="15703"/>
                  </a:lnTo>
                  <a:lnTo>
                    <a:pt x="9196" y="15703"/>
                  </a:lnTo>
                  <a:lnTo>
                    <a:pt x="4692" y="13273"/>
                  </a:lnTo>
                  <a:lnTo>
                    <a:pt x="2252" y="13273"/>
                  </a:lnTo>
                  <a:lnTo>
                    <a:pt x="2252" y="11029"/>
                  </a:lnTo>
                  <a:lnTo>
                    <a:pt x="0" y="9160"/>
                  </a:lnTo>
                  <a:lnTo>
                    <a:pt x="2252" y="4486"/>
                  </a:lnTo>
                  <a:lnTo>
                    <a:pt x="2252" y="2243"/>
                  </a:lnTo>
                  <a:lnTo>
                    <a:pt x="4692" y="2243"/>
                  </a:lnTo>
                  <a:lnTo>
                    <a:pt x="9196" y="0"/>
                  </a:lnTo>
                  <a:close/>
                </a:path>
                <a:path w="269239" h="15875">
                  <a:moveTo>
                    <a:pt x="106044" y="0"/>
                  </a:moveTo>
                  <a:lnTo>
                    <a:pt x="110548" y="2243"/>
                  </a:lnTo>
                  <a:lnTo>
                    <a:pt x="112988" y="2243"/>
                  </a:lnTo>
                  <a:lnTo>
                    <a:pt x="112988" y="4486"/>
                  </a:lnTo>
                  <a:lnTo>
                    <a:pt x="115240" y="9160"/>
                  </a:lnTo>
                  <a:lnTo>
                    <a:pt x="112988" y="11029"/>
                  </a:lnTo>
                  <a:lnTo>
                    <a:pt x="112988" y="13273"/>
                  </a:lnTo>
                  <a:lnTo>
                    <a:pt x="110548" y="13273"/>
                  </a:lnTo>
                  <a:lnTo>
                    <a:pt x="106044" y="15703"/>
                  </a:lnTo>
                  <a:lnTo>
                    <a:pt x="104167" y="13273"/>
                  </a:lnTo>
                  <a:lnTo>
                    <a:pt x="101727" y="13273"/>
                  </a:lnTo>
                  <a:lnTo>
                    <a:pt x="99474" y="11029"/>
                  </a:lnTo>
                  <a:lnTo>
                    <a:pt x="99474" y="9160"/>
                  </a:lnTo>
                  <a:lnTo>
                    <a:pt x="99474" y="4486"/>
                  </a:lnTo>
                  <a:lnTo>
                    <a:pt x="101727" y="2243"/>
                  </a:lnTo>
                  <a:lnTo>
                    <a:pt x="104167" y="2243"/>
                  </a:lnTo>
                  <a:lnTo>
                    <a:pt x="106044" y="0"/>
                  </a:lnTo>
                  <a:close/>
                </a:path>
                <a:path w="269239" h="15875">
                  <a:moveTo>
                    <a:pt x="162726" y="0"/>
                  </a:moveTo>
                  <a:lnTo>
                    <a:pt x="205519" y="0"/>
                  </a:lnTo>
                  <a:lnTo>
                    <a:pt x="207771" y="2243"/>
                  </a:lnTo>
                  <a:lnTo>
                    <a:pt x="210023" y="2243"/>
                  </a:lnTo>
                  <a:lnTo>
                    <a:pt x="211900" y="4486"/>
                  </a:lnTo>
                  <a:lnTo>
                    <a:pt x="211900" y="9160"/>
                  </a:lnTo>
                  <a:lnTo>
                    <a:pt x="211900" y="11029"/>
                  </a:lnTo>
                  <a:lnTo>
                    <a:pt x="210023" y="13273"/>
                  </a:lnTo>
                  <a:lnTo>
                    <a:pt x="207771" y="13273"/>
                  </a:lnTo>
                  <a:lnTo>
                    <a:pt x="205519" y="15703"/>
                  </a:lnTo>
                  <a:lnTo>
                    <a:pt x="162726" y="15703"/>
                  </a:lnTo>
                  <a:lnTo>
                    <a:pt x="160286" y="13273"/>
                  </a:lnTo>
                  <a:lnTo>
                    <a:pt x="158033" y="13273"/>
                  </a:lnTo>
                  <a:lnTo>
                    <a:pt x="158033" y="11029"/>
                  </a:lnTo>
                  <a:lnTo>
                    <a:pt x="155781" y="9160"/>
                  </a:lnTo>
                  <a:lnTo>
                    <a:pt x="158033" y="4486"/>
                  </a:lnTo>
                  <a:lnTo>
                    <a:pt x="158033" y="2243"/>
                  </a:lnTo>
                  <a:lnTo>
                    <a:pt x="160286" y="2243"/>
                  </a:lnTo>
                  <a:lnTo>
                    <a:pt x="162726" y="0"/>
                  </a:lnTo>
                  <a:close/>
                </a:path>
                <a:path w="269239" h="15875">
                  <a:moveTo>
                    <a:pt x="261638" y="0"/>
                  </a:moveTo>
                  <a:lnTo>
                    <a:pt x="264077" y="2243"/>
                  </a:lnTo>
                  <a:lnTo>
                    <a:pt x="266330" y="2243"/>
                  </a:lnTo>
                  <a:lnTo>
                    <a:pt x="268770" y="4486"/>
                  </a:lnTo>
                  <a:lnTo>
                    <a:pt x="268770" y="9160"/>
                  </a:lnTo>
                  <a:lnTo>
                    <a:pt x="268770" y="11029"/>
                  </a:lnTo>
                  <a:lnTo>
                    <a:pt x="266330" y="13273"/>
                  </a:lnTo>
                  <a:lnTo>
                    <a:pt x="264077" y="13273"/>
                  </a:lnTo>
                  <a:lnTo>
                    <a:pt x="261638" y="15703"/>
                  </a:lnTo>
                  <a:lnTo>
                    <a:pt x="259385" y="13273"/>
                  </a:lnTo>
                  <a:lnTo>
                    <a:pt x="257508" y="13273"/>
                  </a:lnTo>
                  <a:lnTo>
                    <a:pt x="255256" y="11029"/>
                  </a:lnTo>
                  <a:lnTo>
                    <a:pt x="255256" y="9160"/>
                  </a:lnTo>
                  <a:lnTo>
                    <a:pt x="255256" y="4486"/>
                  </a:lnTo>
                  <a:lnTo>
                    <a:pt x="257508" y="2243"/>
                  </a:lnTo>
                  <a:lnTo>
                    <a:pt x="259385" y="2243"/>
                  </a:lnTo>
                  <a:lnTo>
                    <a:pt x="261638" y="0"/>
                  </a:lnTo>
                  <a:close/>
                </a:path>
              </a:pathLst>
            </a:custGeom>
            <a:ln w="3175">
              <a:solidFill>
                <a:srgbClr val="000000"/>
              </a:solidFill>
            </a:ln>
          </p:spPr>
          <p:txBody>
            <a:bodyPr wrap="square" lIns="0" tIns="0" rIns="0" bIns="0" rtlCol="0"/>
            <a:lstStyle/>
            <a:p/>
          </p:txBody>
        </p:sp>
        <p:sp>
          <p:nvSpPr>
            <p:cNvPr id="93" name="object 93" descr=""/>
            <p:cNvSpPr/>
            <p:nvPr/>
          </p:nvSpPr>
          <p:spPr>
            <a:xfrm>
              <a:off x="6114219" y="3155448"/>
              <a:ext cx="15875" cy="365125"/>
            </a:xfrm>
            <a:custGeom>
              <a:avLst/>
              <a:gdLst/>
              <a:ahLst/>
              <a:cxnLst/>
              <a:rect l="l" t="t" r="r" b="b"/>
              <a:pathLst>
                <a:path w="15875" h="365125">
                  <a:moveTo>
                    <a:pt x="13513" y="2243"/>
                  </a:moveTo>
                  <a:lnTo>
                    <a:pt x="2252" y="2243"/>
                  </a:lnTo>
                  <a:lnTo>
                    <a:pt x="2252" y="4486"/>
                  </a:lnTo>
                  <a:lnTo>
                    <a:pt x="0" y="9160"/>
                  </a:lnTo>
                  <a:lnTo>
                    <a:pt x="0" y="49353"/>
                  </a:lnTo>
                  <a:lnTo>
                    <a:pt x="2252" y="51596"/>
                  </a:lnTo>
                  <a:lnTo>
                    <a:pt x="2252" y="53839"/>
                  </a:lnTo>
                  <a:lnTo>
                    <a:pt x="4692" y="56270"/>
                  </a:lnTo>
                  <a:lnTo>
                    <a:pt x="11636" y="56270"/>
                  </a:lnTo>
                  <a:lnTo>
                    <a:pt x="13513" y="53839"/>
                  </a:lnTo>
                  <a:lnTo>
                    <a:pt x="13513" y="51596"/>
                  </a:lnTo>
                  <a:lnTo>
                    <a:pt x="15765" y="49353"/>
                  </a:lnTo>
                  <a:lnTo>
                    <a:pt x="15765" y="9160"/>
                  </a:lnTo>
                  <a:lnTo>
                    <a:pt x="13513" y="4486"/>
                  </a:lnTo>
                  <a:lnTo>
                    <a:pt x="13513" y="2243"/>
                  </a:lnTo>
                  <a:close/>
                </a:path>
                <a:path w="15875" h="365125">
                  <a:moveTo>
                    <a:pt x="9196" y="0"/>
                  </a:moveTo>
                  <a:lnTo>
                    <a:pt x="4692" y="2243"/>
                  </a:lnTo>
                  <a:lnTo>
                    <a:pt x="11636" y="2243"/>
                  </a:lnTo>
                  <a:lnTo>
                    <a:pt x="9196" y="0"/>
                  </a:lnTo>
                  <a:close/>
                </a:path>
                <a:path w="15875" h="365125">
                  <a:moveTo>
                    <a:pt x="11636" y="112540"/>
                  </a:moveTo>
                  <a:lnTo>
                    <a:pt x="4692" y="112540"/>
                  </a:lnTo>
                  <a:lnTo>
                    <a:pt x="9196" y="114783"/>
                  </a:lnTo>
                  <a:lnTo>
                    <a:pt x="11636" y="112540"/>
                  </a:lnTo>
                  <a:close/>
                </a:path>
                <a:path w="15875" h="365125">
                  <a:moveTo>
                    <a:pt x="11636" y="99080"/>
                  </a:moveTo>
                  <a:lnTo>
                    <a:pt x="4692" y="99080"/>
                  </a:lnTo>
                  <a:lnTo>
                    <a:pt x="2252" y="101510"/>
                  </a:lnTo>
                  <a:lnTo>
                    <a:pt x="2252" y="103754"/>
                  </a:lnTo>
                  <a:lnTo>
                    <a:pt x="0" y="105623"/>
                  </a:lnTo>
                  <a:lnTo>
                    <a:pt x="2252" y="110110"/>
                  </a:lnTo>
                  <a:lnTo>
                    <a:pt x="2252" y="112540"/>
                  </a:lnTo>
                  <a:lnTo>
                    <a:pt x="13513" y="112540"/>
                  </a:lnTo>
                  <a:lnTo>
                    <a:pt x="13513" y="110110"/>
                  </a:lnTo>
                  <a:lnTo>
                    <a:pt x="15765" y="105623"/>
                  </a:lnTo>
                  <a:lnTo>
                    <a:pt x="13513" y="103754"/>
                  </a:lnTo>
                  <a:lnTo>
                    <a:pt x="13513" y="101510"/>
                  </a:lnTo>
                  <a:lnTo>
                    <a:pt x="11636" y="99080"/>
                  </a:lnTo>
                  <a:close/>
                </a:path>
                <a:path w="15875" h="365125">
                  <a:moveTo>
                    <a:pt x="13513" y="157780"/>
                  </a:moveTo>
                  <a:lnTo>
                    <a:pt x="2252" y="157780"/>
                  </a:lnTo>
                  <a:lnTo>
                    <a:pt x="2252" y="160024"/>
                  </a:lnTo>
                  <a:lnTo>
                    <a:pt x="0" y="161893"/>
                  </a:lnTo>
                  <a:lnTo>
                    <a:pt x="0" y="204703"/>
                  </a:lnTo>
                  <a:lnTo>
                    <a:pt x="2252" y="207134"/>
                  </a:lnTo>
                  <a:lnTo>
                    <a:pt x="2252" y="209377"/>
                  </a:lnTo>
                  <a:lnTo>
                    <a:pt x="4692" y="211620"/>
                  </a:lnTo>
                  <a:lnTo>
                    <a:pt x="11636" y="211620"/>
                  </a:lnTo>
                  <a:lnTo>
                    <a:pt x="13513" y="209377"/>
                  </a:lnTo>
                  <a:lnTo>
                    <a:pt x="13513" y="207134"/>
                  </a:lnTo>
                  <a:lnTo>
                    <a:pt x="15765" y="204703"/>
                  </a:lnTo>
                  <a:lnTo>
                    <a:pt x="15765" y="161893"/>
                  </a:lnTo>
                  <a:lnTo>
                    <a:pt x="13513" y="160024"/>
                  </a:lnTo>
                  <a:lnTo>
                    <a:pt x="13513" y="157780"/>
                  </a:lnTo>
                  <a:close/>
                </a:path>
                <a:path w="15875" h="365125">
                  <a:moveTo>
                    <a:pt x="9196" y="155350"/>
                  </a:moveTo>
                  <a:lnTo>
                    <a:pt x="4692" y="157780"/>
                  </a:lnTo>
                  <a:lnTo>
                    <a:pt x="11636" y="157780"/>
                  </a:lnTo>
                  <a:lnTo>
                    <a:pt x="9196" y="155350"/>
                  </a:lnTo>
                  <a:close/>
                </a:path>
                <a:path w="15875" h="365125">
                  <a:moveTo>
                    <a:pt x="11636" y="254617"/>
                  </a:moveTo>
                  <a:lnTo>
                    <a:pt x="4692" y="254617"/>
                  </a:lnTo>
                  <a:lnTo>
                    <a:pt x="2252" y="256487"/>
                  </a:lnTo>
                  <a:lnTo>
                    <a:pt x="2252" y="258730"/>
                  </a:lnTo>
                  <a:lnTo>
                    <a:pt x="0" y="260974"/>
                  </a:lnTo>
                  <a:lnTo>
                    <a:pt x="2252" y="263404"/>
                  </a:lnTo>
                  <a:lnTo>
                    <a:pt x="2252" y="265647"/>
                  </a:lnTo>
                  <a:lnTo>
                    <a:pt x="4692" y="267890"/>
                  </a:lnTo>
                  <a:lnTo>
                    <a:pt x="11636" y="267890"/>
                  </a:lnTo>
                  <a:lnTo>
                    <a:pt x="13513" y="265647"/>
                  </a:lnTo>
                  <a:lnTo>
                    <a:pt x="13513" y="263404"/>
                  </a:lnTo>
                  <a:lnTo>
                    <a:pt x="15765" y="260974"/>
                  </a:lnTo>
                  <a:lnTo>
                    <a:pt x="13513" y="258730"/>
                  </a:lnTo>
                  <a:lnTo>
                    <a:pt x="13513" y="256487"/>
                  </a:lnTo>
                  <a:lnTo>
                    <a:pt x="11636" y="254617"/>
                  </a:lnTo>
                  <a:close/>
                </a:path>
                <a:path w="15875" h="365125">
                  <a:moveTo>
                    <a:pt x="11636" y="362484"/>
                  </a:moveTo>
                  <a:lnTo>
                    <a:pt x="4692" y="362484"/>
                  </a:lnTo>
                  <a:lnTo>
                    <a:pt x="9196" y="364728"/>
                  </a:lnTo>
                  <a:lnTo>
                    <a:pt x="11636" y="362484"/>
                  </a:lnTo>
                  <a:close/>
                </a:path>
                <a:path w="15875" h="365125">
                  <a:moveTo>
                    <a:pt x="11636" y="310888"/>
                  </a:moveTo>
                  <a:lnTo>
                    <a:pt x="4692" y="310888"/>
                  </a:lnTo>
                  <a:lnTo>
                    <a:pt x="2252" y="312570"/>
                  </a:lnTo>
                  <a:lnTo>
                    <a:pt x="2252" y="315000"/>
                  </a:lnTo>
                  <a:lnTo>
                    <a:pt x="0" y="317244"/>
                  </a:lnTo>
                  <a:lnTo>
                    <a:pt x="0" y="357811"/>
                  </a:lnTo>
                  <a:lnTo>
                    <a:pt x="2252" y="360241"/>
                  </a:lnTo>
                  <a:lnTo>
                    <a:pt x="2252" y="362484"/>
                  </a:lnTo>
                  <a:lnTo>
                    <a:pt x="13513" y="362484"/>
                  </a:lnTo>
                  <a:lnTo>
                    <a:pt x="13513" y="360241"/>
                  </a:lnTo>
                  <a:lnTo>
                    <a:pt x="15765" y="357811"/>
                  </a:lnTo>
                  <a:lnTo>
                    <a:pt x="15765" y="317244"/>
                  </a:lnTo>
                  <a:lnTo>
                    <a:pt x="13513" y="315000"/>
                  </a:lnTo>
                  <a:lnTo>
                    <a:pt x="13513" y="312570"/>
                  </a:lnTo>
                  <a:lnTo>
                    <a:pt x="11636" y="310888"/>
                  </a:lnTo>
                  <a:close/>
                </a:path>
              </a:pathLst>
            </a:custGeom>
            <a:solidFill>
              <a:srgbClr val="000000"/>
            </a:solidFill>
          </p:spPr>
          <p:txBody>
            <a:bodyPr wrap="square" lIns="0" tIns="0" rIns="0" bIns="0" rtlCol="0"/>
            <a:lstStyle/>
            <a:p/>
          </p:txBody>
        </p:sp>
        <p:sp>
          <p:nvSpPr>
            <p:cNvPr id="94" name="object 94" descr=""/>
            <p:cNvSpPr/>
            <p:nvPr/>
          </p:nvSpPr>
          <p:spPr>
            <a:xfrm>
              <a:off x="6114219" y="3155448"/>
              <a:ext cx="15875" cy="365125"/>
            </a:xfrm>
            <a:custGeom>
              <a:avLst/>
              <a:gdLst/>
              <a:ahLst/>
              <a:cxnLst/>
              <a:rect l="l" t="t" r="r" b="b"/>
              <a:pathLst>
                <a:path w="15875" h="365125">
                  <a:moveTo>
                    <a:pt x="15765" y="9160"/>
                  </a:moveTo>
                  <a:lnTo>
                    <a:pt x="15765" y="49353"/>
                  </a:lnTo>
                  <a:lnTo>
                    <a:pt x="13513" y="51596"/>
                  </a:lnTo>
                  <a:lnTo>
                    <a:pt x="13513" y="53839"/>
                  </a:lnTo>
                  <a:lnTo>
                    <a:pt x="11636" y="56270"/>
                  </a:lnTo>
                  <a:lnTo>
                    <a:pt x="9196" y="56270"/>
                  </a:lnTo>
                  <a:lnTo>
                    <a:pt x="4692" y="56270"/>
                  </a:lnTo>
                  <a:lnTo>
                    <a:pt x="2252" y="53839"/>
                  </a:lnTo>
                  <a:lnTo>
                    <a:pt x="2252" y="51596"/>
                  </a:lnTo>
                  <a:lnTo>
                    <a:pt x="0" y="49353"/>
                  </a:lnTo>
                  <a:lnTo>
                    <a:pt x="0" y="9160"/>
                  </a:lnTo>
                  <a:lnTo>
                    <a:pt x="2252" y="4486"/>
                  </a:lnTo>
                  <a:lnTo>
                    <a:pt x="2252" y="2243"/>
                  </a:lnTo>
                  <a:lnTo>
                    <a:pt x="4692" y="2243"/>
                  </a:lnTo>
                  <a:lnTo>
                    <a:pt x="9196" y="0"/>
                  </a:lnTo>
                  <a:lnTo>
                    <a:pt x="11636" y="2243"/>
                  </a:lnTo>
                  <a:lnTo>
                    <a:pt x="13513" y="2243"/>
                  </a:lnTo>
                  <a:lnTo>
                    <a:pt x="13513" y="4486"/>
                  </a:lnTo>
                  <a:lnTo>
                    <a:pt x="15765" y="9160"/>
                  </a:lnTo>
                  <a:close/>
                </a:path>
                <a:path w="15875" h="365125">
                  <a:moveTo>
                    <a:pt x="15765" y="105623"/>
                  </a:moveTo>
                  <a:lnTo>
                    <a:pt x="13513" y="110110"/>
                  </a:lnTo>
                  <a:lnTo>
                    <a:pt x="13513" y="112540"/>
                  </a:lnTo>
                  <a:lnTo>
                    <a:pt x="11636" y="112540"/>
                  </a:lnTo>
                  <a:lnTo>
                    <a:pt x="9196" y="114783"/>
                  </a:lnTo>
                  <a:lnTo>
                    <a:pt x="4692" y="112540"/>
                  </a:lnTo>
                  <a:lnTo>
                    <a:pt x="2252" y="112540"/>
                  </a:lnTo>
                  <a:lnTo>
                    <a:pt x="2252" y="110110"/>
                  </a:lnTo>
                  <a:lnTo>
                    <a:pt x="0" y="105623"/>
                  </a:lnTo>
                  <a:lnTo>
                    <a:pt x="2252" y="103754"/>
                  </a:lnTo>
                  <a:lnTo>
                    <a:pt x="2252" y="101510"/>
                  </a:lnTo>
                  <a:lnTo>
                    <a:pt x="4692" y="99080"/>
                  </a:lnTo>
                  <a:lnTo>
                    <a:pt x="9196" y="99080"/>
                  </a:lnTo>
                  <a:lnTo>
                    <a:pt x="11636" y="99080"/>
                  </a:lnTo>
                  <a:lnTo>
                    <a:pt x="13513" y="101510"/>
                  </a:lnTo>
                  <a:lnTo>
                    <a:pt x="13513" y="103754"/>
                  </a:lnTo>
                  <a:lnTo>
                    <a:pt x="15765" y="105623"/>
                  </a:lnTo>
                  <a:close/>
                </a:path>
                <a:path w="15875" h="365125">
                  <a:moveTo>
                    <a:pt x="15765" y="161893"/>
                  </a:moveTo>
                  <a:lnTo>
                    <a:pt x="15765" y="204703"/>
                  </a:lnTo>
                  <a:lnTo>
                    <a:pt x="13513" y="207134"/>
                  </a:lnTo>
                  <a:lnTo>
                    <a:pt x="13513" y="209377"/>
                  </a:lnTo>
                  <a:lnTo>
                    <a:pt x="11636" y="211620"/>
                  </a:lnTo>
                  <a:lnTo>
                    <a:pt x="9196" y="211620"/>
                  </a:lnTo>
                  <a:lnTo>
                    <a:pt x="4692" y="211620"/>
                  </a:lnTo>
                  <a:lnTo>
                    <a:pt x="2252" y="209377"/>
                  </a:lnTo>
                  <a:lnTo>
                    <a:pt x="2252" y="207134"/>
                  </a:lnTo>
                  <a:lnTo>
                    <a:pt x="0" y="204703"/>
                  </a:lnTo>
                  <a:lnTo>
                    <a:pt x="0" y="161893"/>
                  </a:lnTo>
                  <a:lnTo>
                    <a:pt x="2252" y="160024"/>
                  </a:lnTo>
                  <a:lnTo>
                    <a:pt x="2252" y="157780"/>
                  </a:lnTo>
                  <a:lnTo>
                    <a:pt x="4692" y="157780"/>
                  </a:lnTo>
                  <a:lnTo>
                    <a:pt x="9196" y="155350"/>
                  </a:lnTo>
                  <a:lnTo>
                    <a:pt x="11636" y="157780"/>
                  </a:lnTo>
                  <a:lnTo>
                    <a:pt x="13513" y="157780"/>
                  </a:lnTo>
                  <a:lnTo>
                    <a:pt x="13513" y="160024"/>
                  </a:lnTo>
                  <a:lnTo>
                    <a:pt x="15765" y="161893"/>
                  </a:lnTo>
                  <a:close/>
                </a:path>
                <a:path w="15875" h="365125">
                  <a:moveTo>
                    <a:pt x="15765" y="260974"/>
                  </a:moveTo>
                  <a:lnTo>
                    <a:pt x="13513" y="263404"/>
                  </a:lnTo>
                  <a:lnTo>
                    <a:pt x="13513" y="265647"/>
                  </a:lnTo>
                  <a:lnTo>
                    <a:pt x="11636" y="267890"/>
                  </a:lnTo>
                  <a:lnTo>
                    <a:pt x="9196" y="267890"/>
                  </a:lnTo>
                  <a:lnTo>
                    <a:pt x="4692" y="267890"/>
                  </a:lnTo>
                  <a:lnTo>
                    <a:pt x="2252" y="265647"/>
                  </a:lnTo>
                  <a:lnTo>
                    <a:pt x="2252" y="263404"/>
                  </a:lnTo>
                  <a:lnTo>
                    <a:pt x="0" y="260974"/>
                  </a:lnTo>
                  <a:lnTo>
                    <a:pt x="2252" y="258730"/>
                  </a:lnTo>
                  <a:lnTo>
                    <a:pt x="2252" y="256487"/>
                  </a:lnTo>
                  <a:lnTo>
                    <a:pt x="4692" y="254617"/>
                  </a:lnTo>
                  <a:lnTo>
                    <a:pt x="9196" y="254617"/>
                  </a:lnTo>
                  <a:lnTo>
                    <a:pt x="11636" y="254617"/>
                  </a:lnTo>
                  <a:lnTo>
                    <a:pt x="13513" y="256487"/>
                  </a:lnTo>
                  <a:lnTo>
                    <a:pt x="13513" y="258730"/>
                  </a:lnTo>
                  <a:lnTo>
                    <a:pt x="15765" y="260974"/>
                  </a:lnTo>
                  <a:close/>
                </a:path>
                <a:path w="15875" h="365125">
                  <a:moveTo>
                    <a:pt x="15765" y="317244"/>
                  </a:moveTo>
                  <a:lnTo>
                    <a:pt x="15765" y="357811"/>
                  </a:lnTo>
                  <a:lnTo>
                    <a:pt x="13513" y="360241"/>
                  </a:lnTo>
                  <a:lnTo>
                    <a:pt x="13513" y="362484"/>
                  </a:lnTo>
                  <a:lnTo>
                    <a:pt x="11636" y="362484"/>
                  </a:lnTo>
                  <a:lnTo>
                    <a:pt x="9196" y="364728"/>
                  </a:lnTo>
                  <a:lnTo>
                    <a:pt x="4692" y="362484"/>
                  </a:lnTo>
                  <a:lnTo>
                    <a:pt x="2252" y="362484"/>
                  </a:lnTo>
                  <a:lnTo>
                    <a:pt x="2252" y="360241"/>
                  </a:lnTo>
                  <a:lnTo>
                    <a:pt x="0" y="357811"/>
                  </a:lnTo>
                  <a:lnTo>
                    <a:pt x="0" y="317244"/>
                  </a:lnTo>
                  <a:lnTo>
                    <a:pt x="2252" y="315000"/>
                  </a:lnTo>
                  <a:lnTo>
                    <a:pt x="2252" y="312570"/>
                  </a:lnTo>
                  <a:lnTo>
                    <a:pt x="4692" y="310888"/>
                  </a:lnTo>
                  <a:lnTo>
                    <a:pt x="9196" y="310888"/>
                  </a:lnTo>
                  <a:lnTo>
                    <a:pt x="11636" y="310888"/>
                  </a:lnTo>
                  <a:lnTo>
                    <a:pt x="13513" y="312570"/>
                  </a:lnTo>
                  <a:lnTo>
                    <a:pt x="13513" y="315000"/>
                  </a:lnTo>
                  <a:lnTo>
                    <a:pt x="15765" y="317244"/>
                  </a:lnTo>
                  <a:close/>
                </a:path>
              </a:pathLst>
            </a:custGeom>
            <a:ln w="3175">
              <a:solidFill>
                <a:srgbClr val="000000"/>
              </a:solidFill>
            </a:ln>
          </p:spPr>
          <p:txBody>
            <a:bodyPr wrap="square" lIns="0" tIns="0" rIns="0" bIns="0" rtlCol="0"/>
            <a:lstStyle/>
            <a:p/>
          </p:txBody>
        </p:sp>
        <p:sp>
          <p:nvSpPr>
            <p:cNvPr id="95" name="object 95" descr=""/>
            <p:cNvSpPr/>
            <p:nvPr/>
          </p:nvSpPr>
          <p:spPr>
            <a:xfrm>
              <a:off x="6114219" y="3504472"/>
              <a:ext cx="269240" cy="15875"/>
            </a:xfrm>
            <a:custGeom>
              <a:avLst/>
              <a:gdLst/>
              <a:ahLst/>
              <a:cxnLst/>
              <a:rect l="l" t="t" r="r" b="b"/>
              <a:pathLst>
                <a:path w="269239" h="15875">
                  <a:moveTo>
                    <a:pt x="51989" y="13459"/>
                  </a:moveTo>
                  <a:lnTo>
                    <a:pt x="4692" y="13459"/>
                  </a:lnTo>
                  <a:lnTo>
                    <a:pt x="9196" y="15703"/>
                  </a:lnTo>
                  <a:lnTo>
                    <a:pt x="49737" y="15703"/>
                  </a:lnTo>
                  <a:lnTo>
                    <a:pt x="51989" y="13459"/>
                  </a:lnTo>
                  <a:close/>
                </a:path>
                <a:path w="269239" h="15875">
                  <a:moveTo>
                    <a:pt x="54429" y="1869"/>
                  </a:moveTo>
                  <a:lnTo>
                    <a:pt x="2252" y="1869"/>
                  </a:lnTo>
                  <a:lnTo>
                    <a:pt x="2252" y="4299"/>
                  </a:lnTo>
                  <a:lnTo>
                    <a:pt x="0" y="8786"/>
                  </a:lnTo>
                  <a:lnTo>
                    <a:pt x="2252" y="11216"/>
                  </a:lnTo>
                  <a:lnTo>
                    <a:pt x="2252" y="13459"/>
                  </a:lnTo>
                  <a:lnTo>
                    <a:pt x="54429" y="13459"/>
                  </a:lnTo>
                  <a:lnTo>
                    <a:pt x="56681" y="11216"/>
                  </a:lnTo>
                  <a:lnTo>
                    <a:pt x="56681" y="4299"/>
                  </a:lnTo>
                  <a:lnTo>
                    <a:pt x="54429" y="1869"/>
                  </a:lnTo>
                  <a:close/>
                </a:path>
                <a:path w="269239" h="15875">
                  <a:moveTo>
                    <a:pt x="49737" y="0"/>
                  </a:moveTo>
                  <a:lnTo>
                    <a:pt x="9196" y="0"/>
                  </a:lnTo>
                  <a:lnTo>
                    <a:pt x="4692" y="1869"/>
                  </a:lnTo>
                  <a:lnTo>
                    <a:pt x="51989" y="1869"/>
                  </a:lnTo>
                  <a:lnTo>
                    <a:pt x="49737" y="0"/>
                  </a:lnTo>
                  <a:close/>
                </a:path>
                <a:path w="269239" h="15875">
                  <a:moveTo>
                    <a:pt x="110548" y="13459"/>
                  </a:moveTo>
                  <a:lnTo>
                    <a:pt x="104167" y="13459"/>
                  </a:lnTo>
                  <a:lnTo>
                    <a:pt x="106044" y="15703"/>
                  </a:lnTo>
                  <a:lnTo>
                    <a:pt x="110548" y="13459"/>
                  </a:lnTo>
                  <a:close/>
                </a:path>
                <a:path w="269239" h="15875">
                  <a:moveTo>
                    <a:pt x="112988" y="1869"/>
                  </a:moveTo>
                  <a:lnTo>
                    <a:pt x="101727" y="1869"/>
                  </a:lnTo>
                  <a:lnTo>
                    <a:pt x="99474" y="4299"/>
                  </a:lnTo>
                  <a:lnTo>
                    <a:pt x="99474" y="11216"/>
                  </a:lnTo>
                  <a:lnTo>
                    <a:pt x="101727" y="13459"/>
                  </a:lnTo>
                  <a:lnTo>
                    <a:pt x="112988" y="13459"/>
                  </a:lnTo>
                  <a:lnTo>
                    <a:pt x="112988" y="11216"/>
                  </a:lnTo>
                  <a:lnTo>
                    <a:pt x="115240" y="8786"/>
                  </a:lnTo>
                  <a:lnTo>
                    <a:pt x="112988" y="4299"/>
                  </a:lnTo>
                  <a:lnTo>
                    <a:pt x="112988" y="1869"/>
                  </a:lnTo>
                  <a:close/>
                </a:path>
                <a:path w="269239" h="15875">
                  <a:moveTo>
                    <a:pt x="106044" y="0"/>
                  </a:moveTo>
                  <a:lnTo>
                    <a:pt x="104167" y="1869"/>
                  </a:lnTo>
                  <a:lnTo>
                    <a:pt x="110548" y="1869"/>
                  </a:lnTo>
                  <a:lnTo>
                    <a:pt x="106044" y="0"/>
                  </a:lnTo>
                  <a:close/>
                </a:path>
                <a:path w="269239" h="15875">
                  <a:moveTo>
                    <a:pt x="207771" y="13459"/>
                  </a:moveTo>
                  <a:lnTo>
                    <a:pt x="160286" y="13459"/>
                  </a:lnTo>
                  <a:lnTo>
                    <a:pt x="162726" y="15703"/>
                  </a:lnTo>
                  <a:lnTo>
                    <a:pt x="205519" y="15703"/>
                  </a:lnTo>
                  <a:lnTo>
                    <a:pt x="207771" y="13459"/>
                  </a:lnTo>
                  <a:close/>
                </a:path>
                <a:path w="269239" h="15875">
                  <a:moveTo>
                    <a:pt x="210023" y="1869"/>
                  </a:moveTo>
                  <a:lnTo>
                    <a:pt x="158033" y="1869"/>
                  </a:lnTo>
                  <a:lnTo>
                    <a:pt x="158033" y="4299"/>
                  </a:lnTo>
                  <a:lnTo>
                    <a:pt x="155781" y="8786"/>
                  </a:lnTo>
                  <a:lnTo>
                    <a:pt x="158033" y="11216"/>
                  </a:lnTo>
                  <a:lnTo>
                    <a:pt x="158033" y="13459"/>
                  </a:lnTo>
                  <a:lnTo>
                    <a:pt x="210023" y="13459"/>
                  </a:lnTo>
                  <a:lnTo>
                    <a:pt x="211900" y="11216"/>
                  </a:lnTo>
                  <a:lnTo>
                    <a:pt x="211900" y="4299"/>
                  </a:lnTo>
                  <a:lnTo>
                    <a:pt x="210023" y="1869"/>
                  </a:lnTo>
                  <a:close/>
                </a:path>
                <a:path w="269239" h="15875">
                  <a:moveTo>
                    <a:pt x="205519" y="0"/>
                  </a:moveTo>
                  <a:lnTo>
                    <a:pt x="162726" y="0"/>
                  </a:lnTo>
                  <a:lnTo>
                    <a:pt x="160286" y="1869"/>
                  </a:lnTo>
                  <a:lnTo>
                    <a:pt x="207771" y="1869"/>
                  </a:lnTo>
                  <a:lnTo>
                    <a:pt x="205519" y="0"/>
                  </a:lnTo>
                  <a:close/>
                </a:path>
                <a:path w="269239" h="15875">
                  <a:moveTo>
                    <a:pt x="264077" y="13459"/>
                  </a:moveTo>
                  <a:lnTo>
                    <a:pt x="259385" y="13459"/>
                  </a:lnTo>
                  <a:lnTo>
                    <a:pt x="261637" y="15703"/>
                  </a:lnTo>
                  <a:lnTo>
                    <a:pt x="264077" y="13459"/>
                  </a:lnTo>
                  <a:close/>
                </a:path>
                <a:path w="269239" h="15875">
                  <a:moveTo>
                    <a:pt x="266330" y="1869"/>
                  </a:moveTo>
                  <a:lnTo>
                    <a:pt x="257508" y="1869"/>
                  </a:lnTo>
                  <a:lnTo>
                    <a:pt x="255256" y="4299"/>
                  </a:lnTo>
                  <a:lnTo>
                    <a:pt x="255256" y="11216"/>
                  </a:lnTo>
                  <a:lnTo>
                    <a:pt x="257508" y="13459"/>
                  </a:lnTo>
                  <a:lnTo>
                    <a:pt x="266330" y="13459"/>
                  </a:lnTo>
                  <a:lnTo>
                    <a:pt x="268770" y="11216"/>
                  </a:lnTo>
                  <a:lnTo>
                    <a:pt x="268770" y="4299"/>
                  </a:lnTo>
                  <a:lnTo>
                    <a:pt x="266330" y="1869"/>
                  </a:lnTo>
                  <a:close/>
                </a:path>
                <a:path w="269239" h="15875">
                  <a:moveTo>
                    <a:pt x="261637" y="0"/>
                  </a:moveTo>
                  <a:lnTo>
                    <a:pt x="259385" y="1869"/>
                  </a:lnTo>
                  <a:lnTo>
                    <a:pt x="264077" y="1869"/>
                  </a:lnTo>
                  <a:lnTo>
                    <a:pt x="261637" y="0"/>
                  </a:lnTo>
                  <a:close/>
                </a:path>
              </a:pathLst>
            </a:custGeom>
            <a:solidFill>
              <a:srgbClr val="000000"/>
            </a:solidFill>
          </p:spPr>
          <p:txBody>
            <a:bodyPr wrap="square" lIns="0" tIns="0" rIns="0" bIns="0" rtlCol="0"/>
            <a:lstStyle/>
            <a:p/>
          </p:txBody>
        </p:sp>
        <p:sp>
          <p:nvSpPr>
            <p:cNvPr id="96" name="object 96" descr=""/>
            <p:cNvSpPr/>
            <p:nvPr/>
          </p:nvSpPr>
          <p:spPr>
            <a:xfrm>
              <a:off x="6114219" y="3504472"/>
              <a:ext cx="269240" cy="15875"/>
            </a:xfrm>
            <a:custGeom>
              <a:avLst/>
              <a:gdLst/>
              <a:ahLst/>
              <a:cxnLst/>
              <a:rect l="l" t="t" r="r" b="b"/>
              <a:pathLst>
                <a:path w="269239" h="15875">
                  <a:moveTo>
                    <a:pt x="9196" y="0"/>
                  </a:moveTo>
                  <a:lnTo>
                    <a:pt x="49737" y="0"/>
                  </a:lnTo>
                  <a:lnTo>
                    <a:pt x="51989" y="1869"/>
                  </a:lnTo>
                  <a:lnTo>
                    <a:pt x="54429" y="1869"/>
                  </a:lnTo>
                  <a:lnTo>
                    <a:pt x="56681" y="4299"/>
                  </a:lnTo>
                  <a:lnTo>
                    <a:pt x="56681" y="8786"/>
                  </a:lnTo>
                  <a:lnTo>
                    <a:pt x="56681" y="11216"/>
                  </a:lnTo>
                  <a:lnTo>
                    <a:pt x="54429" y="13459"/>
                  </a:lnTo>
                  <a:lnTo>
                    <a:pt x="51989" y="13459"/>
                  </a:lnTo>
                  <a:lnTo>
                    <a:pt x="49737" y="15703"/>
                  </a:lnTo>
                  <a:lnTo>
                    <a:pt x="9196" y="15703"/>
                  </a:lnTo>
                  <a:lnTo>
                    <a:pt x="4692" y="13459"/>
                  </a:lnTo>
                  <a:lnTo>
                    <a:pt x="2252" y="13459"/>
                  </a:lnTo>
                  <a:lnTo>
                    <a:pt x="2252" y="11216"/>
                  </a:lnTo>
                  <a:lnTo>
                    <a:pt x="0" y="8786"/>
                  </a:lnTo>
                  <a:lnTo>
                    <a:pt x="2252" y="4299"/>
                  </a:lnTo>
                  <a:lnTo>
                    <a:pt x="2252" y="1869"/>
                  </a:lnTo>
                  <a:lnTo>
                    <a:pt x="4692" y="1869"/>
                  </a:lnTo>
                  <a:lnTo>
                    <a:pt x="9196" y="0"/>
                  </a:lnTo>
                  <a:close/>
                </a:path>
                <a:path w="269239" h="15875">
                  <a:moveTo>
                    <a:pt x="106044" y="0"/>
                  </a:moveTo>
                  <a:lnTo>
                    <a:pt x="110548" y="1869"/>
                  </a:lnTo>
                  <a:lnTo>
                    <a:pt x="112988" y="1869"/>
                  </a:lnTo>
                  <a:lnTo>
                    <a:pt x="112988" y="4299"/>
                  </a:lnTo>
                  <a:lnTo>
                    <a:pt x="115240" y="8786"/>
                  </a:lnTo>
                  <a:lnTo>
                    <a:pt x="112988" y="11216"/>
                  </a:lnTo>
                  <a:lnTo>
                    <a:pt x="112988" y="13459"/>
                  </a:lnTo>
                  <a:lnTo>
                    <a:pt x="110548" y="13459"/>
                  </a:lnTo>
                  <a:lnTo>
                    <a:pt x="106044" y="15703"/>
                  </a:lnTo>
                  <a:lnTo>
                    <a:pt x="104167" y="13459"/>
                  </a:lnTo>
                  <a:lnTo>
                    <a:pt x="101727" y="13459"/>
                  </a:lnTo>
                  <a:lnTo>
                    <a:pt x="99474" y="11216"/>
                  </a:lnTo>
                  <a:lnTo>
                    <a:pt x="99474" y="8786"/>
                  </a:lnTo>
                  <a:lnTo>
                    <a:pt x="99474" y="4299"/>
                  </a:lnTo>
                  <a:lnTo>
                    <a:pt x="101727" y="1869"/>
                  </a:lnTo>
                  <a:lnTo>
                    <a:pt x="104167" y="1869"/>
                  </a:lnTo>
                  <a:lnTo>
                    <a:pt x="106044" y="0"/>
                  </a:lnTo>
                  <a:close/>
                </a:path>
                <a:path w="269239" h="15875">
                  <a:moveTo>
                    <a:pt x="162726" y="0"/>
                  </a:moveTo>
                  <a:lnTo>
                    <a:pt x="205519" y="0"/>
                  </a:lnTo>
                  <a:lnTo>
                    <a:pt x="207771" y="1869"/>
                  </a:lnTo>
                  <a:lnTo>
                    <a:pt x="210023" y="1869"/>
                  </a:lnTo>
                  <a:lnTo>
                    <a:pt x="211900" y="4299"/>
                  </a:lnTo>
                  <a:lnTo>
                    <a:pt x="211900" y="8786"/>
                  </a:lnTo>
                  <a:lnTo>
                    <a:pt x="211900" y="11216"/>
                  </a:lnTo>
                  <a:lnTo>
                    <a:pt x="210023" y="13459"/>
                  </a:lnTo>
                  <a:lnTo>
                    <a:pt x="207771" y="13459"/>
                  </a:lnTo>
                  <a:lnTo>
                    <a:pt x="205519" y="15703"/>
                  </a:lnTo>
                  <a:lnTo>
                    <a:pt x="162726" y="15703"/>
                  </a:lnTo>
                  <a:lnTo>
                    <a:pt x="160286" y="13459"/>
                  </a:lnTo>
                  <a:lnTo>
                    <a:pt x="158033" y="13459"/>
                  </a:lnTo>
                  <a:lnTo>
                    <a:pt x="158033" y="11216"/>
                  </a:lnTo>
                  <a:lnTo>
                    <a:pt x="155781" y="8786"/>
                  </a:lnTo>
                  <a:lnTo>
                    <a:pt x="158033" y="4299"/>
                  </a:lnTo>
                  <a:lnTo>
                    <a:pt x="158033" y="1869"/>
                  </a:lnTo>
                  <a:lnTo>
                    <a:pt x="160286" y="1869"/>
                  </a:lnTo>
                  <a:lnTo>
                    <a:pt x="162726" y="0"/>
                  </a:lnTo>
                  <a:close/>
                </a:path>
                <a:path w="269239" h="15875">
                  <a:moveTo>
                    <a:pt x="261638" y="0"/>
                  </a:moveTo>
                  <a:lnTo>
                    <a:pt x="264077" y="1869"/>
                  </a:lnTo>
                  <a:lnTo>
                    <a:pt x="266330" y="1869"/>
                  </a:lnTo>
                  <a:lnTo>
                    <a:pt x="268770" y="4299"/>
                  </a:lnTo>
                  <a:lnTo>
                    <a:pt x="268770" y="8786"/>
                  </a:lnTo>
                  <a:lnTo>
                    <a:pt x="268770" y="11216"/>
                  </a:lnTo>
                  <a:lnTo>
                    <a:pt x="266330" y="13459"/>
                  </a:lnTo>
                  <a:lnTo>
                    <a:pt x="264077" y="13459"/>
                  </a:lnTo>
                  <a:lnTo>
                    <a:pt x="261638" y="15703"/>
                  </a:lnTo>
                  <a:lnTo>
                    <a:pt x="259385" y="13459"/>
                  </a:lnTo>
                  <a:lnTo>
                    <a:pt x="257508" y="13459"/>
                  </a:lnTo>
                  <a:lnTo>
                    <a:pt x="255256" y="11216"/>
                  </a:lnTo>
                  <a:lnTo>
                    <a:pt x="255256" y="8786"/>
                  </a:lnTo>
                  <a:lnTo>
                    <a:pt x="255256" y="4299"/>
                  </a:lnTo>
                  <a:lnTo>
                    <a:pt x="257508" y="1869"/>
                  </a:lnTo>
                  <a:lnTo>
                    <a:pt x="259385" y="1869"/>
                  </a:lnTo>
                  <a:lnTo>
                    <a:pt x="261638" y="0"/>
                  </a:lnTo>
                  <a:close/>
                </a:path>
              </a:pathLst>
            </a:custGeom>
            <a:ln w="3175">
              <a:solidFill>
                <a:srgbClr val="000000"/>
              </a:solidFill>
            </a:ln>
          </p:spPr>
          <p:txBody>
            <a:bodyPr wrap="square" lIns="0" tIns="0" rIns="0" bIns="0" rtlCol="0"/>
            <a:lstStyle/>
            <a:p/>
          </p:txBody>
        </p:sp>
        <p:sp>
          <p:nvSpPr>
            <p:cNvPr id="97" name="object 97" descr=""/>
            <p:cNvSpPr/>
            <p:nvPr/>
          </p:nvSpPr>
          <p:spPr>
            <a:xfrm>
              <a:off x="7580068" y="3334727"/>
              <a:ext cx="278130" cy="0"/>
            </a:xfrm>
            <a:custGeom>
              <a:avLst/>
              <a:gdLst/>
              <a:ahLst/>
              <a:cxnLst/>
              <a:rect l="l" t="t" r="r" b="b"/>
              <a:pathLst>
                <a:path w="278129" h="0">
                  <a:moveTo>
                    <a:pt x="0" y="0"/>
                  </a:moveTo>
                  <a:lnTo>
                    <a:pt x="277591" y="0"/>
                  </a:lnTo>
                </a:path>
              </a:pathLst>
            </a:custGeom>
            <a:ln w="13428">
              <a:solidFill>
                <a:srgbClr val="000000"/>
              </a:solidFill>
            </a:ln>
          </p:spPr>
          <p:txBody>
            <a:bodyPr wrap="square" lIns="0" tIns="0" rIns="0" bIns="0" rtlCol="0"/>
            <a:lstStyle/>
            <a:p/>
          </p:txBody>
        </p:sp>
        <p:pic>
          <p:nvPicPr>
            <p:cNvPr id="98" name="object 98" descr=""/>
            <p:cNvPicPr/>
            <p:nvPr/>
          </p:nvPicPr>
          <p:blipFill>
            <a:blip r:embed="rId6" cstate="print"/>
            <a:stretch>
              <a:fillRect/>
            </a:stretch>
          </p:blipFill>
          <p:spPr>
            <a:xfrm>
              <a:off x="7855219" y="2986132"/>
              <a:ext cx="198987" cy="756413"/>
            </a:xfrm>
            <a:prstGeom prst="rect">
              <a:avLst/>
            </a:prstGeom>
          </p:spPr>
        </p:pic>
        <p:sp>
          <p:nvSpPr>
            <p:cNvPr id="99" name="object 99" descr=""/>
            <p:cNvSpPr/>
            <p:nvPr/>
          </p:nvSpPr>
          <p:spPr>
            <a:xfrm>
              <a:off x="6001231" y="2986132"/>
              <a:ext cx="2921635" cy="756920"/>
            </a:xfrm>
            <a:custGeom>
              <a:avLst/>
              <a:gdLst/>
              <a:ahLst/>
              <a:cxnLst/>
              <a:rect l="l" t="t" r="r" b="b"/>
              <a:pathLst>
                <a:path w="2921634" h="756920">
                  <a:moveTo>
                    <a:pt x="1856428" y="756413"/>
                  </a:moveTo>
                  <a:lnTo>
                    <a:pt x="2053088" y="756413"/>
                  </a:lnTo>
                  <a:lnTo>
                    <a:pt x="2053088" y="0"/>
                  </a:lnTo>
                  <a:lnTo>
                    <a:pt x="1856428" y="0"/>
                  </a:lnTo>
                  <a:lnTo>
                    <a:pt x="1856428" y="756413"/>
                  </a:lnTo>
                  <a:close/>
                </a:path>
                <a:path w="2921634" h="756920">
                  <a:moveTo>
                    <a:pt x="2052938" y="348594"/>
                  </a:moveTo>
                  <a:lnTo>
                    <a:pt x="2251513" y="348594"/>
                  </a:lnTo>
                </a:path>
                <a:path w="2921634" h="756920">
                  <a:moveTo>
                    <a:pt x="2725239" y="348594"/>
                  </a:moveTo>
                  <a:lnTo>
                    <a:pt x="2921561" y="348594"/>
                  </a:lnTo>
                </a:path>
                <a:path w="2921634" h="756920">
                  <a:moveTo>
                    <a:pt x="0" y="348594"/>
                  </a:moveTo>
                  <a:lnTo>
                    <a:pt x="0" y="231941"/>
                  </a:lnTo>
                </a:path>
                <a:path w="2921634" h="756920">
                  <a:moveTo>
                    <a:pt x="0" y="231941"/>
                  </a:moveTo>
                  <a:lnTo>
                    <a:pt x="119369" y="231941"/>
                  </a:lnTo>
                </a:path>
                <a:path w="2921634" h="756920">
                  <a:moveTo>
                    <a:pt x="2131580" y="348594"/>
                  </a:moveTo>
                  <a:lnTo>
                    <a:pt x="2131580" y="580685"/>
                  </a:lnTo>
                </a:path>
                <a:path w="2921634" h="756920">
                  <a:moveTo>
                    <a:pt x="2131580" y="580685"/>
                  </a:moveTo>
                  <a:lnTo>
                    <a:pt x="2803881" y="580685"/>
                  </a:lnTo>
                </a:path>
                <a:path w="2921634" h="756920">
                  <a:moveTo>
                    <a:pt x="2803881" y="580685"/>
                  </a:moveTo>
                  <a:lnTo>
                    <a:pt x="2803881" y="407295"/>
                  </a:lnTo>
                </a:path>
                <a:path w="2921634" h="756920">
                  <a:moveTo>
                    <a:pt x="2803881" y="407295"/>
                  </a:moveTo>
                  <a:lnTo>
                    <a:pt x="2921561" y="407295"/>
                  </a:lnTo>
                </a:path>
              </a:pathLst>
            </a:custGeom>
            <a:ln w="13455">
              <a:solidFill>
                <a:srgbClr val="000000"/>
              </a:solidFill>
            </a:ln>
          </p:spPr>
          <p:txBody>
            <a:bodyPr wrap="square" lIns="0" tIns="0" rIns="0" bIns="0" rtlCol="0"/>
            <a:lstStyle/>
            <a:p/>
          </p:txBody>
        </p:sp>
        <p:pic>
          <p:nvPicPr>
            <p:cNvPr id="100" name="object 100" descr=""/>
            <p:cNvPicPr/>
            <p:nvPr/>
          </p:nvPicPr>
          <p:blipFill>
            <a:blip r:embed="rId7" cstate="print"/>
            <a:stretch>
              <a:fillRect/>
            </a:stretch>
          </p:blipFill>
          <p:spPr>
            <a:xfrm>
              <a:off x="6790649" y="2986132"/>
              <a:ext cx="198518" cy="756413"/>
            </a:xfrm>
            <a:prstGeom prst="rect">
              <a:avLst/>
            </a:prstGeom>
          </p:spPr>
        </p:pic>
        <p:sp>
          <p:nvSpPr>
            <p:cNvPr id="101" name="object 101" descr=""/>
            <p:cNvSpPr/>
            <p:nvPr/>
          </p:nvSpPr>
          <p:spPr>
            <a:xfrm>
              <a:off x="6790649" y="2986132"/>
              <a:ext cx="198755" cy="756920"/>
            </a:xfrm>
            <a:custGeom>
              <a:avLst/>
              <a:gdLst/>
              <a:ahLst/>
              <a:cxnLst/>
              <a:rect l="l" t="t" r="r" b="b"/>
              <a:pathLst>
                <a:path w="198754" h="756920">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102" name="object 102" descr=""/>
            <p:cNvPicPr/>
            <p:nvPr/>
          </p:nvPicPr>
          <p:blipFill>
            <a:blip r:embed="rId6" cstate="print"/>
            <a:stretch>
              <a:fillRect/>
            </a:stretch>
          </p:blipFill>
          <p:spPr>
            <a:xfrm>
              <a:off x="5723639" y="2986132"/>
              <a:ext cx="198518" cy="756413"/>
            </a:xfrm>
            <a:prstGeom prst="rect">
              <a:avLst/>
            </a:prstGeom>
          </p:spPr>
        </p:pic>
        <p:sp>
          <p:nvSpPr>
            <p:cNvPr id="103" name="object 103" descr=""/>
            <p:cNvSpPr/>
            <p:nvPr/>
          </p:nvSpPr>
          <p:spPr>
            <a:xfrm>
              <a:off x="5725891" y="2986132"/>
              <a:ext cx="196215" cy="756920"/>
            </a:xfrm>
            <a:custGeom>
              <a:avLst/>
              <a:gdLst/>
              <a:ahLst/>
              <a:cxnLst/>
              <a:rect l="l" t="t" r="r" b="b"/>
              <a:pathLst>
                <a:path w="196214" h="756920">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104" name="object 104" descr=""/>
            <p:cNvPicPr/>
            <p:nvPr/>
          </p:nvPicPr>
          <p:blipFill>
            <a:blip r:embed="rId7" cstate="print"/>
            <a:stretch>
              <a:fillRect/>
            </a:stretch>
          </p:blipFill>
          <p:spPr>
            <a:xfrm>
              <a:off x="8922792" y="2986132"/>
              <a:ext cx="198518" cy="756413"/>
            </a:xfrm>
            <a:prstGeom prst="rect">
              <a:avLst/>
            </a:prstGeom>
          </p:spPr>
        </p:pic>
        <p:sp>
          <p:nvSpPr>
            <p:cNvPr id="105" name="object 105" descr=""/>
            <p:cNvSpPr/>
            <p:nvPr/>
          </p:nvSpPr>
          <p:spPr>
            <a:xfrm>
              <a:off x="7896136" y="2986132"/>
              <a:ext cx="1225550" cy="1346200"/>
            </a:xfrm>
            <a:custGeom>
              <a:avLst/>
              <a:gdLst/>
              <a:ahLst/>
              <a:cxnLst/>
              <a:rect l="l" t="t" r="r" b="b"/>
              <a:pathLst>
                <a:path w="1225550" h="1346200">
                  <a:moveTo>
                    <a:pt x="1026657" y="756413"/>
                  </a:moveTo>
                  <a:lnTo>
                    <a:pt x="1225175" y="756413"/>
                  </a:lnTo>
                  <a:lnTo>
                    <a:pt x="1225175" y="0"/>
                  </a:lnTo>
                  <a:lnTo>
                    <a:pt x="1026657" y="0"/>
                  </a:lnTo>
                  <a:lnTo>
                    <a:pt x="1026657" y="756413"/>
                  </a:lnTo>
                  <a:close/>
                </a:path>
                <a:path w="1225550" h="1346200">
                  <a:moveTo>
                    <a:pt x="0" y="1345848"/>
                  </a:moveTo>
                  <a:lnTo>
                    <a:pt x="435250" y="1345848"/>
                  </a:lnTo>
                </a:path>
                <a:path w="1225550" h="1346200">
                  <a:moveTo>
                    <a:pt x="40540" y="1048831"/>
                  </a:moveTo>
                  <a:lnTo>
                    <a:pt x="437502" y="1044214"/>
                  </a:lnTo>
                </a:path>
              </a:pathLst>
            </a:custGeom>
            <a:ln w="13455">
              <a:solidFill>
                <a:srgbClr val="000000"/>
              </a:solidFill>
            </a:ln>
          </p:spPr>
          <p:txBody>
            <a:bodyPr wrap="square" lIns="0" tIns="0" rIns="0" bIns="0" rtlCol="0"/>
            <a:lstStyle/>
            <a:p/>
          </p:txBody>
        </p:sp>
      </p:grpSp>
      <p:sp>
        <p:nvSpPr>
          <p:cNvPr id="106" name="object 106" descr=""/>
          <p:cNvSpPr txBox="1"/>
          <p:nvPr/>
        </p:nvSpPr>
        <p:spPr>
          <a:xfrm>
            <a:off x="6120601" y="3974076"/>
            <a:ext cx="474345" cy="349250"/>
          </a:xfrm>
          <a:prstGeom prst="rect">
            <a:avLst/>
          </a:prstGeom>
          <a:ln w="13447">
            <a:solidFill>
              <a:srgbClr val="000000"/>
            </a:solidFill>
          </a:ln>
        </p:spPr>
        <p:txBody>
          <a:bodyPr wrap="square" lIns="0" tIns="76200" rIns="0" bIns="0" rtlCol="0" vert="horz">
            <a:spAutoFit/>
          </a:bodyPr>
          <a:lstStyle/>
          <a:p>
            <a:pPr marL="135255">
              <a:lnSpc>
                <a:spcPct val="100000"/>
              </a:lnSpc>
              <a:spcBef>
                <a:spcPts val="600"/>
              </a:spcBef>
            </a:pPr>
            <a:r>
              <a:rPr dirty="0" sz="1300" spc="-25">
                <a:latin typeface="Times New Roman"/>
                <a:cs typeface="Times New Roman"/>
              </a:rPr>
              <a:t>IM</a:t>
            </a:r>
            <a:endParaRPr sz="1300">
              <a:latin typeface="Times New Roman"/>
              <a:cs typeface="Times New Roman"/>
            </a:endParaRPr>
          </a:p>
        </p:txBody>
      </p:sp>
      <p:sp>
        <p:nvSpPr>
          <p:cNvPr id="107" name="object 107" descr=""/>
          <p:cNvSpPr txBox="1"/>
          <p:nvPr/>
        </p:nvSpPr>
        <p:spPr>
          <a:xfrm>
            <a:off x="7269881" y="4019275"/>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108" name="object 108" descr=""/>
          <p:cNvSpPr/>
          <p:nvPr/>
        </p:nvSpPr>
        <p:spPr>
          <a:xfrm>
            <a:off x="8331386" y="3801116"/>
            <a:ext cx="0" cy="215900"/>
          </a:xfrm>
          <a:custGeom>
            <a:avLst/>
            <a:gdLst/>
            <a:ahLst/>
            <a:cxnLst/>
            <a:rect l="l" t="t" r="r" b="b"/>
            <a:pathLst>
              <a:path w="0" h="215900">
                <a:moveTo>
                  <a:pt x="0" y="0"/>
                </a:moveTo>
                <a:lnTo>
                  <a:pt x="0" y="215864"/>
                </a:lnTo>
              </a:path>
            </a:pathLst>
          </a:custGeom>
          <a:ln w="13482">
            <a:solidFill>
              <a:srgbClr val="000000"/>
            </a:solidFill>
          </a:ln>
        </p:spPr>
        <p:txBody>
          <a:bodyPr wrap="square" lIns="0" tIns="0" rIns="0" bIns="0" rtlCol="0"/>
          <a:lstStyle/>
          <a:p/>
        </p:txBody>
      </p:sp>
      <p:sp>
        <p:nvSpPr>
          <p:cNvPr id="109" name="object 109" descr=""/>
          <p:cNvSpPr/>
          <p:nvPr/>
        </p:nvSpPr>
        <p:spPr>
          <a:xfrm>
            <a:off x="8331386" y="3801116"/>
            <a:ext cx="316230" cy="756920"/>
          </a:xfrm>
          <a:custGeom>
            <a:avLst/>
            <a:gdLst/>
            <a:ahLst/>
            <a:cxnLst/>
            <a:rect l="l" t="t" r="r" b="b"/>
            <a:pathLst>
              <a:path w="316229" h="756920">
                <a:moveTo>
                  <a:pt x="316067" y="161893"/>
                </a:moveTo>
                <a:lnTo>
                  <a:pt x="316067" y="594071"/>
                </a:lnTo>
              </a:path>
              <a:path w="316229" h="756920">
                <a:moveTo>
                  <a:pt x="0" y="0"/>
                </a:moveTo>
                <a:lnTo>
                  <a:pt x="316067" y="161893"/>
                </a:lnTo>
              </a:path>
              <a:path w="316229" h="756920">
                <a:moveTo>
                  <a:pt x="316067" y="594071"/>
                </a:moveTo>
                <a:lnTo>
                  <a:pt x="0" y="756413"/>
                </a:lnTo>
              </a:path>
              <a:path w="316229" h="756920">
                <a:moveTo>
                  <a:pt x="0" y="540100"/>
                </a:moveTo>
                <a:lnTo>
                  <a:pt x="0" y="756413"/>
                </a:lnTo>
              </a:path>
              <a:path w="316229" h="756920">
                <a:moveTo>
                  <a:pt x="0" y="215864"/>
                </a:moveTo>
                <a:lnTo>
                  <a:pt x="94782" y="378206"/>
                </a:lnTo>
              </a:path>
              <a:path w="316229" h="756920">
                <a:moveTo>
                  <a:pt x="94782" y="378206"/>
                </a:moveTo>
                <a:lnTo>
                  <a:pt x="0" y="540100"/>
                </a:lnTo>
              </a:path>
            </a:pathLst>
          </a:custGeom>
          <a:ln w="13455">
            <a:solidFill>
              <a:srgbClr val="000000"/>
            </a:solidFill>
          </a:ln>
        </p:spPr>
        <p:txBody>
          <a:bodyPr wrap="square" lIns="0" tIns="0" rIns="0" bIns="0" rtlCol="0"/>
          <a:lstStyle/>
          <a:p/>
        </p:txBody>
      </p:sp>
      <p:sp>
        <p:nvSpPr>
          <p:cNvPr id="110" name="object 110" descr=""/>
          <p:cNvSpPr txBox="1"/>
          <p:nvPr/>
        </p:nvSpPr>
        <p:spPr>
          <a:xfrm>
            <a:off x="8399372" y="3972911"/>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grpSp>
        <p:nvGrpSpPr>
          <p:cNvPr id="111" name="object 111" descr=""/>
          <p:cNvGrpSpPr/>
          <p:nvPr/>
        </p:nvGrpSpPr>
        <p:grpSpPr>
          <a:xfrm>
            <a:off x="6587529" y="3794130"/>
            <a:ext cx="2541270" cy="770890"/>
            <a:chOff x="6587529" y="3794130"/>
            <a:chExt cx="2541270" cy="770890"/>
          </a:xfrm>
        </p:grpSpPr>
        <p:sp>
          <p:nvSpPr>
            <p:cNvPr id="112" name="object 112" descr=""/>
            <p:cNvSpPr/>
            <p:nvPr/>
          </p:nvSpPr>
          <p:spPr>
            <a:xfrm>
              <a:off x="6594514" y="3974076"/>
              <a:ext cx="1263650" cy="349250"/>
            </a:xfrm>
            <a:custGeom>
              <a:avLst/>
              <a:gdLst/>
              <a:ahLst/>
              <a:cxnLst/>
              <a:rect l="l" t="t" r="r" b="b"/>
              <a:pathLst>
                <a:path w="1263650" h="349250">
                  <a:moveTo>
                    <a:pt x="0" y="175727"/>
                  </a:moveTo>
                  <a:lnTo>
                    <a:pt x="196134" y="175727"/>
                  </a:lnTo>
                </a:path>
                <a:path w="1263650" h="349250">
                  <a:moveTo>
                    <a:pt x="394709" y="175727"/>
                  </a:moveTo>
                  <a:lnTo>
                    <a:pt x="590843" y="175727"/>
                  </a:lnTo>
                </a:path>
                <a:path w="1263650" h="349250">
                  <a:moveTo>
                    <a:pt x="1064570" y="103772"/>
                  </a:moveTo>
                  <a:lnTo>
                    <a:pt x="1263144" y="103772"/>
                  </a:lnTo>
                </a:path>
                <a:path w="1263650" h="349250">
                  <a:moveTo>
                    <a:pt x="1064570" y="267965"/>
                  </a:moveTo>
                  <a:lnTo>
                    <a:pt x="1263144" y="267965"/>
                  </a:lnTo>
                </a:path>
                <a:path w="1263650" h="349250">
                  <a:moveTo>
                    <a:pt x="827894" y="0"/>
                  </a:moveTo>
                  <a:lnTo>
                    <a:pt x="1064570" y="0"/>
                  </a:lnTo>
                </a:path>
                <a:path w="1263650" h="349250">
                  <a:moveTo>
                    <a:pt x="1064570" y="0"/>
                  </a:moveTo>
                  <a:lnTo>
                    <a:pt x="1064570" y="349155"/>
                  </a:lnTo>
                </a:path>
                <a:path w="1263650" h="349250">
                  <a:moveTo>
                    <a:pt x="827894" y="349155"/>
                  </a:moveTo>
                  <a:lnTo>
                    <a:pt x="1064570" y="349155"/>
                  </a:lnTo>
                </a:path>
              </a:pathLst>
            </a:custGeom>
            <a:ln w="13455">
              <a:solidFill>
                <a:srgbClr val="000000"/>
              </a:solidFill>
            </a:ln>
          </p:spPr>
          <p:txBody>
            <a:bodyPr wrap="square" lIns="0" tIns="0" rIns="0" bIns="0" rtlCol="0"/>
            <a:lstStyle/>
            <a:p/>
          </p:txBody>
        </p:sp>
        <p:sp>
          <p:nvSpPr>
            <p:cNvPr id="113" name="object 113" descr=""/>
            <p:cNvSpPr/>
            <p:nvPr/>
          </p:nvSpPr>
          <p:spPr>
            <a:xfrm>
              <a:off x="7181604" y="3970393"/>
              <a:ext cx="268605" cy="13970"/>
            </a:xfrm>
            <a:custGeom>
              <a:avLst/>
              <a:gdLst/>
              <a:ahLst/>
              <a:cxnLst/>
              <a:rect l="l" t="t" r="r" b="b"/>
              <a:pathLst>
                <a:path w="268604" h="13970">
                  <a:moveTo>
                    <a:pt x="51614" y="0"/>
                  </a:moveTo>
                  <a:lnTo>
                    <a:pt x="4129" y="0"/>
                  </a:lnTo>
                  <a:lnTo>
                    <a:pt x="2252" y="2299"/>
                  </a:lnTo>
                  <a:lnTo>
                    <a:pt x="0" y="4598"/>
                  </a:lnTo>
                  <a:lnTo>
                    <a:pt x="0" y="8748"/>
                  </a:lnTo>
                  <a:lnTo>
                    <a:pt x="2252" y="11067"/>
                  </a:lnTo>
                  <a:lnTo>
                    <a:pt x="4129" y="13366"/>
                  </a:lnTo>
                  <a:lnTo>
                    <a:pt x="51614" y="13366"/>
                  </a:lnTo>
                  <a:lnTo>
                    <a:pt x="53866" y="11067"/>
                  </a:lnTo>
                  <a:lnTo>
                    <a:pt x="56306" y="8748"/>
                  </a:lnTo>
                  <a:lnTo>
                    <a:pt x="56306" y="4598"/>
                  </a:lnTo>
                  <a:lnTo>
                    <a:pt x="53866" y="2299"/>
                  </a:lnTo>
                  <a:lnTo>
                    <a:pt x="51614" y="0"/>
                  </a:lnTo>
                  <a:close/>
                </a:path>
                <a:path w="268604" h="13970">
                  <a:moveTo>
                    <a:pt x="108296" y="0"/>
                  </a:moveTo>
                  <a:lnTo>
                    <a:pt x="103604" y="0"/>
                  </a:lnTo>
                  <a:lnTo>
                    <a:pt x="99099" y="4598"/>
                  </a:lnTo>
                  <a:lnTo>
                    <a:pt x="99099" y="8748"/>
                  </a:lnTo>
                  <a:lnTo>
                    <a:pt x="103604" y="13366"/>
                  </a:lnTo>
                  <a:lnTo>
                    <a:pt x="108296" y="13366"/>
                  </a:lnTo>
                  <a:lnTo>
                    <a:pt x="110173" y="11067"/>
                  </a:lnTo>
                  <a:lnTo>
                    <a:pt x="112425" y="8748"/>
                  </a:lnTo>
                  <a:lnTo>
                    <a:pt x="112425" y="4598"/>
                  </a:lnTo>
                  <a:lnTo>
                    <a:pt x="110173" y="2299"/>
                  </a:lnTo>
                  <a:lnTo>
                    <a:pt x="108296" y="0"/>
                  </a:lnTo>
                  <a:close/>
                </a:path>
                <a:path w="268604" h="13970">
                  <a:moveTo>
                    <a:pt x="207395" y="0"/>
                  </a:moveTo>
                  <a:lnTo>
                    <a:pt x="159910" y="0"/>
                  </a:lnTo>
                  <a:lnTo>
                    <a:pt x="157658" y="2299"/>
                  </a:lnTo>
                  <a:lnTo>
                    <a:pt x="155218" y="4598"/>
                  </a:lnTo>
                  <a:lnTo>
                    <a:pt x="155218" y="8748"/>
                  </a:lnTo>
                  <a:lnTo>
                    <a:pt x="157658" y="11067"/>
                  </a:lnTo>
                  <a:lnTo>
                    <a:pt x="159910" y="13366"/>
                  </a:lnTo>
                  <a:lnTo>
                    <a:pt x="207395" y="13366"/>
                  </a:lnTo>
                  <a:lnTo>
                    <a:pt x="209648" y="11067"/>
                  </a:lnTo>
                  <a:lnTo>
                    <a:pt x="212088" y="8748"/>
                  </a:lnTo>
                  <a:lnTo>
                    <a:pt x="212088" y="4598"/>
                  </a:lnTo>
                  <a:lnTo>
                    <a:pt x="209648" y="2299"/>
                  </a:lnTo>
                  <a:lnTo>
                    <a:pt x="207395" y="0"/>
                  </a:lnTo>
                  <a:close/>
                </a:path>
                <a:path w="268604" h="13970">
                  <a:moveTo>
                    <a:pt x="263702" y="0"/>
                  </a:moveTo>
                  <a:lnTo>
                    <a:pt x="257133" y="0"/>
                  </a:lnTo>
                  <a:lnTo>
                    <a:pt x="254693" y="2299"/>
                  </a:lnTo>
                  <a:lnTo>
                    <a:pt x="254693" y="11067"/>
                  </a:lnTo>
                  <a:lnTo>
                    <a:pt x="257133" y="13366"/>
                  </a:lnTo>
                  <a:lnTo>
                    <a:pt x="263702" y="13366"/>
                  </a:lnTo>
                  <a:lnTo>
                    <a:pt x="268207" y="8748"/>
                  </a:lnTo>
                  <a:lnTo>
                    <a:pt x="268207" y="4598"/>
                  </a:lnTo>
                  <a:lnTo>
                    <a:pt x="263702" y="0"/>
                  </a:lnTo>
                  <a:close/>
                </a:path>
              </a:pathLst>
            </a:custGeom>
            <a:solidFill>
              <a:srgbClr val="000000"/>
            </a:solidFill>
          </p:spPr>
          <p:txBody>
            <a:bodyPr wrap="square" lIns="0" tIns="0" rIns="0" bIns="0" rtlCol="0"/>
            <a:lstStyle/>
            <a:p/>
          </p:txBody>
        </p:sp>
        <p:sp>
          <p:nvSpPr>
            <p:cNvPr id="114" name="object 114" descr=""/>
            <p:cNvSpPr/>
            <p:nvPr/>
          </p:nvSpPr>
          <p:spPr>
            <a:xfrm>
              <a:off x="7181604" y="3970393"/>
              <a:ext cx="268605" cy="13970"/>
            </a:xfrm>
            <a:custGeom>
              <a:avLst/>
              <a:gdLst/>
              <a:ahLst/>
              <a:cxnLst/>
              <a:rect l="l" t="t" r="r" b="b"/>
              <a:pathLst>
                <a:path w="268604" h="13970">
                  <a:moveTo>
                    <a:pt x="6569" y="0"/>
                  </a:moveTo>
                  <a:lnTo>
                    <a:pt x="49362" y="0"/>
                  </a:lnTo>
                  <a:lnTo>
                    <a:pt x="51614" y="0"/>
                  </a:lnTo>
                  <a:lnTo>
                    <a:pt x="53866" y="2299"/>
                  </a:lnTo>
                  <a:lnTo>
                    <a:pt x="56306" y="4598"/>
                  </a:lnTo>
                  <a:lnTo>
                    <a:pt x="56306" y="6449"/>
                  </a:lnTo>
                  <a:lnTo>
                    <a:pt x="56306" y="8748"/>
                  </a:lnTo>
                  <a:lnTo>
                    <a:pt x="53866" y="11067"/>
                  </a:lnTo>
                  <a:lnTo>
                    <a:pt x="51614" y="13366"/>
                  </a:lnTo>
                  <a:lnTo>
                    <a:pt x="49362" y="13366"/>
                  </a:lnTo>
                  <a:lnTo>
                    <a:pt x="6569" y="13366"/>
                  </a:lnTo>
                  <a:lnTo>
                    <a:pt x="4129" y="13366"/>
                  </a:lnTo>
                  <a:lnTo>
                    <a:pt x="2252" y="11067"/>
                  </a:lnTo>
                  <a:lnTo>
                    <a:pt x="0" y="8748"/>
                  </a:lnTo>
                  <a:lnTo>
                    <a:pt x="0" y="6449"/>
                  </a:lnTo>
                  <a:lnTo>
                    <a:pt x="0" y="4598"/>
                  </a:lnTo>
                  <a:lnTo>
                    <a:pt x="2252" y="2299"/>
                  </a:lnTo>
                  <a:lnTo>
                    <a:pt x="4129" y="0"/>
                  </a:lnTo>
                  <a:lnTo>
                    <a:pt x="6569" y="0"/>
                  </a:lnTo>
                  <a:close/>
                </a:path>
                <a:path w="268604" h="13970">
                  <a:moveTo>
                    <a:pt x="106044" y="0"/>
                  </a:moveTo>
                  <a:lnTo>
                    <a:pt x="108296" y="0"/>
                  </a:lnTo>
                  <a:lnTo>
                    <a:pt x="110173" y="2299"/>
                  </a:lnTo>
                  <a:lnTo>
                    <a:pt x="112425" y="4598"/>
                  </a:lnTo>
                  <a:lnTo>
                    <a:pt x="112425" y="6449"/>
                  </a:lnTo>
                  <a:lnTo>
                    <a:pt x="112425" y="8748"/>
                  </a:lnTo>
                  <a:lnTo>
                    <a:pt x="110173" y="11067"/>
                  </a:lnTo>
                  <a:lnTo>
                    <a:pt x="108296" y="13366"/>
                  </a:lnTo>
                  <a:lnTo>
                    <a:pt x="106044" y="13366"/>
                  </a:lnTo>
                  <a:lnTo>
                    <a:pt x="103604" y="13366"/>
                  </a:lnTo>
                  <a:lnTo>
                    <a:pt x="101351" y="11067"/>
                  </a:lnTo>
                  <a:lnTo>
                    <a:pt x="99099" y="8748"/>
                  </a:lnTo>
                  <a:lnTo>
                    <a:pt x="99099" y="6449"/>
                  </a:lnTo>
                  <a:lnTo>
                    <a:pt x="99099" y="4598"/>
                  </a:lnTo>
                  <a:lnTo>
                    <a:pt x="101351" y="2299"/>
                  </a:lnTo>
                  <a:lnTo>
                    <a:pt x="103604" y="0"/>
                  </a:lnTo>
                  <a:lnTo>
                    <a:pt x="106044" y="0"/>
                  </a:lnTo>
                  <a:close/>
                </a:path>
                <a:path w="268604" h="13970">
                  <a:moveTo>
                    <a:pt x="162350" y="0"/>
                  </a:moveTo>
                  <a:lnTo>
                    <a:pt x="204956" y="0"/>
                  </a:lnTo>
                  <a:lnTo>
                    <a:pt x="207395" y="0"/>
                  </a:lnTo>
                  <a:lnTo>
                    <a:pt x="209648" y="2299"/>
                  </a:lnTo>
                  <a:lnTo>
                    <a:pt x="212088" y="4598"/>
                  </a:lnTo>
                  <a:lnTo>
                    <a:pt x="212088" y="6449"/>
                  </a:lnTo>
                  <a:lnTo>
                    <a:pt x="212088" y="8748"/>
                  </a:lnTo>
                  <a:lnTo>
                    <a:pt x="209648" y="11067"/>
                  </a:lnTo>
                  <a:lnTo>
                    <a:pt x="207395" y="13366"/>
                  </a:lnTo>
                  <a:lnTo>
                    <a:pt x="204956" y="13366"/>
                  </a:lnTo>
                  <a:lnTo>
                    <a:pt x="162350" y="13366"/>
                  </a:lnTo>
                  <a:lnTo>
                    <a:pt x="159910" y="13366"/>
                  </a:lnTo>
                  <a:lnTo>
                    <a:pt x="157658" y="11067"/>
                  </a:lnTo>
                  <a:lnTo>
                    <a:pt x="155218" y="8748"/>
                  </a:lnTo>
                  <a:lnTo>
                    <a:pt x="155218" y="6449"/>
                  </a:lnTo>
                  <a:lnTo>
                    <a:pt x="155218" y="4598"/>
                  </a:lnTo>
                  <a:lnTo>
                    <a:pt x="157658" y="2299"/>
                  </a:lnTo>
                  <a:lnTo>
                    <a:pt x="159910" y="0"/>
                  </a:lnTo>
                  <a:lnTo>
                    <a:pt x="162350" y="0"/>
                  </a:lnTo>
                  <a:close/>
                </a:path>
                <a:path w="268604" h="13970">
                  <a:moveTo>
                    <a:pt x="261825" y="0"/>
                  </a:moveTo>
                  <a:lnTo>
                    <a:pt x="263702" y="0"/>
                  </a:lnTo>
                  <a:lnTo>
                    <a:pt x="265954" y="2299"/>
                  </a:lnTo>
                  <a:lnTo>
                    <a:pt x="268207" y="4598"/>
                  </a:lnTo>
                  <a:lnTo>
                    <a:pt x="268207" y="6449"/>
                  </a:lnTo>
                  <a:lnTo>
                    <a:pt x="268207" y="8748"/>
                  </a:lnTo>
                  <a:lnTo>
                    <a:pt x="265954" y="11067"/>
                  </a:lnTo>
                  <a:lnTo>
                    <a:pt x="263702" y="13366"/>
                  </a:lnTo>
                  <a:lnTo>
                    <a:pt x="261825" y="13366"/>
                  </a:lnTo>
                  <a:lnTo>
                    <a:pt x="257133" y="13366"/>
                  </a:lnTo>
                  <a:lnTo>
                    <a:pt x="254693" y="11067"/>
                  </a:lnTo>
                  <a:lnTo>
                    <a:pt x="254693" y="8748"/>
                  </a:lnTo>
                  <a:lnTo>
                    <a:pt x="254693" y="6449"/>
                  </a:lnTo>
                  <a:lnTo>
                    <a:pt x="254693" y="4598"/>
                  </a:lnTo>
                  <a:lnTo>
                    <a:pt x="254693" y="2299"/>
                  </a:lnTo>
                  <a:lnTo>
                    <a:pt x="257133" y="0"/>
                  </a:lnTo>
                  <a:lnTo>
                    <a:pt x="261825" y="0"/>
                  </a:lnTo>
                  <a:close/>
                </a:path>
              </a:pathLst>
            </a:custGeom>
            <a:ln w="3175">
              <a:solidFill>
                <a:srgbClr val="000000"/>
              </a:solidFill>
            </a:ln>
          </p:spPr>
          <p:txBody>
            <a:bodyPr wrap="square" lIns="0" tIns="0" rIns="0" bIns="0" rtlCol="0"/>
            <a:lstStyle/>
            <a:p/>
          </p:txBody>
        </p:sp>
        <p:sp>
          <p:nvSpPr>
            <p:cNvPr id="115" name="object 115" descr=""/>
            <p:cNvSpPr/>
            <p:nvPr/>
          </p:nvSpPr>
          <p:spPr>
            <a:xfrm>
              <a:off x="7181604" y="3970393"/>
              <a:ext cx="13970" cy="362585"/>
            </a:xfrm>
            <a:custGeom>
              <a:avLst/>
              <a:gdLst/>
              <a:ahLst/>
              <a:cxnLst/>
              <a:rect l="l" t="t" r="r" b="b"/>
              <a:pathLst>
                <a:path w="13970" h="362585">
                  <a:moveTo>
                    <a:pt x="8821" y="0"/>
                  </a:moveTo>
                  <a:lnTo>
                    <a:pt x="4129" y="0"/>
                  </a:lnTo>
                  <a:lnTo>
                    <a:pt x="2252" y="2299"/>
                  </a:lnTo>
                  <a:lnTo>
                    <a:pt x="0" y="4598"/>
                  </a:lnTo>
                  <a:lnTo>
                    <a:pt x="0" y="51652"/>
                  </a:lnTo>
                  <a:lnTo>
                    <a:pt x="2252" y="53952"/>
                  </a:lnTo>
                  <a:lnTo>
                    <a:pt x="4129" y="56270"/>
                  </a:lnTo>
                  <a:lnTo>
                    <a:pt x="8821" y="56270"/>
                  </a:lnTo>
                  <a:lnTo>
                    <a:pt x="11073" y="53952"/>
                  </a:lnTo>
                  <a:lnTo>
                    <a:pt x="13513" y="51652"/>
                  </a:lnTo>
                  <a:lnTo>
                    <a:pt x="13513" y="4598"/>
                  </a:lnTo>
                  <a:lnTo>
                    <a:pt x="11073" y="2299"/>
                  </a:lnTo>
                  <a:lnTo>
                    <a:pt x="8821" y="0"/>
                  </a:lnTo>
                  <a:close/>
                </a:path>
                <a:path w="13970" h="362585">
                  <a:moveTo>
                    <a:pt x="8821" y="99155"/>
                  </a:moveTo>
                  <a:lnTo>
                    <a:pt x="4129" y="99155"/>
                  </a:lnTo>
                  <a:lnTo>
                    <a:pt x="2252" y="101005"/>
                  </a:lnTo>
                  <a:lnTo>
                    <a:pt x="0" y="103305"/>
                  </a:lnTo>
                  <a:lnTo>
                    <a:pt x="0" y="107922"/>
                  </a:lnTo>
                  <a:lnTo>
                    <a:pt x="2252" y="110222"/>
                  </a:lnTo>
                  <a:lnTo>
                    <a:pt x="4129" y="112540"/>
                  </a:lnTo>
                  <a:lnTo>
                    <a:pt x="8821" y="112540"/>
                  </a:lnTo>
                  <a:lnTo>
                    <a:pt x="11073" y="110222"/>
                  </a:lnTo>
                  <a:lnTo>
                    <a:pt x="13513" y="107922"/>
                  </a:lnTo>
                  <a:lnTo>
                    <a:pt x="13513" y="103305"/>
                  </a:lnTo>
                  <a:lnTo>
                    <a:pt x="11073" y="101005"/>
                  </a:lnTo>
                  <a:lnTo>
                    <a:pt x="8821" y="99155"/>
                  </a:lnTo>
                  <a:close/>
                </a:path>
                <a:path w="13970" h="362585">
                  <a:moveTo>
                    <a:pt x="8821" y="155425"/>
                  </a:moveTo>
                  <a:lnTo>
                    <a:pt x="4129" y="155425"/>
                  </a:lnTo>
                  <a:lnTo>
                    <a:pt x="2252" y="157276"/>
                  </a:lnTo>
                  <a:lnTo>
                    <a:pt x="0" y="159575"/>
                  </a:lnTo>
                  <a:lnTo>
                    <a:pt x="0" y="207078"/>
                  </a:lnTo>
                  <a:lnTo>
                    <a:pt x="2252" y="209396"/>
                  </a:lnTo>
                  <a:lnTo>
                    <a:pt x="4129" y="211695"/>
                  </a:lnTo>
                  <a:lnTo>
                    <a:pt x="8821" y="211695"/>
                  </a:lnTo>
                  <a:lnTo>
                    <a:pt x="11073" y="209396"/>
                  </a:lnTo>
                  <a:lnTo>
                    <a:pt x="13513" y="207078"/>
                  </a:lnTo>
                  <a:lnTo>
                    <a:pt x="13513" y="159575"/>
                  </a:lnTo>
                  <a:lnTo>
                    <a:pt x="11073" y="157276"/>
                  </a:lnTo>
                  <a:lnTo>
                    <a:pt x="8821" y="155425"/>
                  </a:lnTo>
                  <a:close/>
                </a:path>
                <a:path w="13970" h="362585">
                  <a:moveTo>
                    <a:pt x="8821" y="254131"/>
                  </a:moveTo>
                  <a:lnTo>
                    <a:pt x="4129" y="254131"/>
                  </a:lnTo>
                  <a:lnTo>
                    <a:pt x="2252" y="256431"/>
                  </a:lnTo>
                  <a:lnTo>
                    <a:pt x="0" y="258749"/>
                  </a:lnTo>
                  <a:lnTo>
                    <a:pt x="0" y="263348"/>
                  </a:lnTo>
                  <a:lnTo>
                    <a:pt x="2252" y="265666"/>
                  </a:lnTo>
                  <a:lnTo>
                    <a:pt x="4129" y="267965"/>
                  </a:lnTo>
                  <a:lnTo>
                    <a:pt x="8821" y="267965"/>
                  </a:lnTo>
                  <a:lnTo>
                    <a:pt x="11073" y="265666"/>
                  </a:lnTo>
                  <a:lnTo>
                    <a:pt x="13513" y="263348"/>
                  </a:lnTo>
                  <a:lnTo>
                    <a:pt x="13513" y="258749"/>
                  </a:lnTo>
                  <a:lnTo>
                    <a:pt x="11073" y="256431"/>
                  </a:lnTo>
                  <a:lnTo>
                    <a:pt x="8821" y="254131"/>
                  </a:lnTo>
                  <a:close/>
                </a:path>
                <a:path w="13970" h="362585">
                  <a:moveTo>
                    <a:pt x="8821" y="310402"/>
                  </a:moveTo>
                  <a:lnTo>
                    <a:pt x="4129" y="310402"/>
                  </a:lnTo>
                  <a:lnTo>
                    <a:pt x="2252" y="312701"/>
                  </a:lnTo>
                  <a:lnTo>
                    <a:pt x="0" y="315019"/>
                  </a:lnTo>
                  <a:lnTo>
                    <a:pt x="0" y="357904"/>
                  </a:lnTo>
                  <a:lnTo>
                    <a:pt x="2252" y="360204"/>
                  </a:lnTo>
                  <a:lnTo>
                    <a:pt x="4129" y="362522"/>
                  </a:lnTo>
                  <a:lnTo>
                    <a:pt x="8821" y="362522"/>
                  </a:lnTo>
                  <a:lnTo>
                    <a:pt x="11073" y="360204"/>
                  </a:lnTo>
                  <a:lnTo>
                    <a:pt x="13513" y="357904"/>
                  </a:lnTo>
                  <a:lnTo>
                    <a:pt x="13513" y="315019"/>
                  </a:lnTo>
                  <a:lnTo>
                    <a:pt x="11073" y="312701"/>
                  </a:lnTo>
                  <a:lnTo>
                    <a:pt x="8821" y="310402"/>
                  </a:lnTo>
                  <a:close/>
                </a:path>
              </a:pathLst>
            </a:custGeom>
            <a:solidFill>
              <a:srgbClr val="000000"/>
            </a:solidFill>
          </p:spPr>
          <p:txBody>
            <a:bodyPr wrap="square" lIns="0" tIns="0" rIns="0" bIns="0" rtlCol="0"/>
            <a:lstStyle/>
            <a:p/>
          </p:txBody>
        </p:sp>
        <p:sp>
          <p:nvSpPr>
            <p:cNvPr id="116" name="object 116" descr=""/>
            <p:cNvSpPr/>
            <p:nvPr/>
          </p:nvSpPr>
          <p:spPr>
            <a:xfrm>
              <a:off x="7181604" y="3970393"/>
              <a:ext cx="13970" cy="362585"/>
            </a:xfrm>
            <a:custGeom>
              <a:avLst/>
              <a:gdLst/>
              <a:ahLst/>
              <a:cxnLst/>
              <a:rect l="l" t="t" r="r" b="b"/>
              <a:pathLst>
                <a:path w="13970" h="362585">
                  <a:moveTo>
                    <a:pt x="13513" y="6449"/>
                  </a:moveTo>
                  <a:lnTo>
                    <a:pt x="13513" y="49353"/>
                  </a:lnTo>
                  <a:lnTo>
                    <a:pt x="13513" y="51652"/>
                  </a:lnTo>
                  <a:lnTo>
                    <a:pt x="11073" y="53952"/>
                  </a:lnTo>
                  <a:lnTo>
                    <a:pt x="8821" y="56270"/>
                  </a:lnTo>
                  <a:lnTo>
                    <a:pt x="6569" y="56270"/>
                  </a:lnTo>
                  <a:lnTo>
                    <a:pt x="4129" y="56270"/>
                  </a:lnTo>
                  <a:lnTo>
                    <a:pt x="2252" y="53952"/>
                  </a:lnTo>
                  <a:lnTo>
                    <a:pt x="0" y="51652"/>
                  </a:lnTo>
                  <a:lnTo>
                    <a:pt x="0" y="49353"/>
                  </a:lnTo>
                  <a:lnTo>
                    <a:pt x="0" y="6449"/>
                  </a:lnTo>
                  <a:lnTo>
                    <a:pt x="0" y="4598"/>
                  </a:lnTo>
                  <a:lnTo>
                    <a:pt x="2252" y="2299"/>
                  </a:lnTo>
                  <a:lnTo>
                    <a:pt x="4129" y="0"/>
                  </a:lnTo>
                  <a:lnTo>
                    <a:pt x="6569" y="0"/>
                  </a:lnTo>
                  <a:lnTo>
                    <a:pt x="8821" y="0"/>
                  </a:lnTo>
                  <a:lnTo>
                    <a:pt x="11073" y="2299"/>
                  </a:lnTo>
                  <a:lnTo>
                    <a:pt x="13513" y="4598"/>
                  </a:lnTo>
                  <a:lnTo>
                    <a:pt x="13513" y="6449"/>
                  </a:lnTo>
                  <a:close/>
                </a:path>
                <a:path w="13970" h="362585">
                  <a:moveTo>
                    <a:pt x="13513" y="105623"/>
                  </a:moveTo>
                  <a:lnTo>
                    <a:pt x="13513" y="107922"/>
                  </a:lnTo>
                  <a:lnTo>
                    <a:pt x="11073" y="110222"/>
                  </a:lnTo>
                  <a:lnTo>
                    <a:pt x="8821" y="112540"/>
                  </a:lnTo>
                  <a:lnTo>
                    <a:pt x="6569" y="112540"/>
                  </a:lnTo>
                  <a:lnTo>
                    <a:pt x="4129" y="112540"/>
                  </a:lnTo>
                  <a:lnTo>
                    <a:pt x="2252" y="110222"/>
                  </a:lnTo>
                  <a:lnTo>
                    <a:pt x="0" y="107922"/>
                  </a:lnTo>
                  <a:lnTo>
                    <a:pt x="0" y="105623"/>
                  </a:lnTo>
                  <a:lnTo>
                    <a:pt x="0" y="103305"/>
                  </a:lnTo>
                  <a:lnTo>
                    <a:pt x="2252" y="101005"/>
                  </a:lnTo>
                  <a:lnTo>
                    <a:pt x="4129" y="99155"/>
                  </a:lnTo>
                  <a:lnTo>
                    <a:pt x="6569" y="99155"/>
                  </a:lnTo>
                  <a:lnTo>
                    <a:pt x="8821" y="99155"/>
                  </a:lnTo>
                  <a:lnTo>
                    <a:pt x="11073" y="101005"/>
                  </a:lnTo>
                  <a:lnTo>
                    <a:pt x="13513" y="103305"/>
                  </a:lnTo>
                  <a:lnTo>
                    <a:pt x="13513" y="105623"/>
                  </a:lnTo>
                  <a:close/>
                </a:path>
                <a:path w="13970" h="362585">
                  <a:moveTo>
                    <a:pt x="13513" y="161893"/>
                  </a:moveTo>
                  <a:lnTo>
                    <a:pt x="13513" y="204778"/>
                  </a:lnTo>
                  <a:lnTo>
                    <a:pt x="13513" y="207078"/>
                  </a:lnTo>
                  <a:lnTo>
                    <a:pt x="11073" y="209396"/>
                  </a:lnTo>
                  <a:lnTo>
                    <a:pt x="8821" y="211695"/>
                  </a:lnTo>
                  <a:lnTo>
                    <a:pt x="6569" y="211695"/>
                  </a:lnTo>
                  <a:lnTo>
                    <a:pt x="4129" y="211695"/>
                  </a:lnTo>
                  <a:lnTo>
                    <a:pt x="2252" y="209396"/>
                  </a:lnTo>
                  <a:lnTo>
                    <a:pt x="0" y="207078"/>
                  </a:lnTo>
                  <a:lnTo>
                    <a:pt x="0" y="204778"/>
                  </a:lnTo>
                  <a:lnTo>
                    <a:pt x="0" y="161893"/>
                  </a:lnTo>
                  <a:lnTo>
                    <a:pt x="0" y="159575"/>
                  </a:lnTo>
                  <a:lnTo>
                    <a:pt x="2252" y="157276"/>
                  </a:lnTo>
                  <a:lnTo>
                    <a:pt x="4129" y="155425"/>
                  </a:lnTo>
                  <a:lnTo>
                    <a:pt x="6569" y="155425"/>
                  </a:lnTo>
                  <a:lnTo>
                    <a:pt x="8821" y="155425"/>
                  </a:lnTo>
                  <a:lnTo>
                    <a:pt x="11073" y="157276"/>
                  </a:lnTo>
                  <a:lnTo>
                    <a:pt x="13513" y="159575"/>
                  </a:lnTo>
                  <a:lnTo>
                    <a:pt x="13513" y="161893"/>
                  </a:lnTo>
                  <a:close/>
                </a:path>
                <a:path w="13970" h="362585">
                  <a:moveTo>
                    <a:pt x="13513" y="261048"/>
                  </a:moveTo>
                  <a:lnTo>
                    <a:pt x="13513" y="263348"/>
                  </a:lnTo>
                  <a:lnTo>
                    <a:pt x="11073" y="265666"/>
                  </a:lnTo>
                  <a:lnTo>
                    <a:pt x="8821" y="267965"/>
                  </a:lnTo>
                  <a:lnTo>
                    <a:pt x="6569" y="267965"/>
                  </a:lnTo>
                  <a:lnTo>
                    <a:pt x="4129" y="267965"/>
                  </a:lnTo>
                  <a:lnTo>
                    <a:pt x="2252" y="265666"/>
                  </a:lnTo>
                  <a:lnTo>
                    <a:pt x="0" y="263348"/>
                  </a:lnTo>
                  <a:lnTo>
                    <a:pt x="0" y="261048"/>
                  </a:lnTo>
                  <a:lnTo>
                    <a:pt x="0" y="258749"/>
                  </a:lnTo>
                  <a:lnTo>
                    <a:pt x="2252" y="256431"/>
                  </a:lnTo>
                  <a:lnTo>
                    <a:pt x="4129" y="254131"/>
                  </a:lnTo>
                  <a:lnTo>
                    <a:pt x="6569" y="254131"/>
                  </a:lnTo>
                  <a:lnTo>
                    <a:pt x="8821" y="254131"/>
                  </a:lnTo>
                  <a:lnTo>
                    <a:pt x="11073" y="256431"/>
                  </a:lnTo>
                  <a:lnTo>
                    <a:pt x="13513" y="258749"/>
                  </a:lnTo>
                  <a:lnTo>
                    <a:pt x="13513" y="261048"/>
                  </a:lnTo>
                  <a:close/>
                </a:path>
                <a:path w="13970" h="362585">
                  <a:moveTo>
                    <a:pt x="13513" y="317319"/>
                  </a:moveTo>
                  <a:lnTo>
                    <a:pt x="13513" y="355605"/>
                  </a:lnTo>
                  <a:lnTo>
                    <a:pt x="13513" y="357904"/>
                  </a:lnTo>
                  <a:lnTo>
                    <a:pt x="11073" y="360204"/>
                  </a:lnTo>
                  <a:lnTo>
                    <a:pt x="8821" y="362522"/>
                  </a:lnTo>
                  <a:lnTo>
                    <a:pt x="6569" y="362522"/>
                  </a:lnTo>
                  <a:lnTo>
                    <a:pt x="4129" y="362522"/>
                  </a:lnTo>
                  <a:lnTo>
                    <a:pt x="2252" y="360204"/>
                  </a:lnTo>
                  <a:lnTo>
                    <a:pt x="0" y="357904"/>
                  </a:lnTo>
                  <a:lnTo>
                    <a:pt x="0" y="355605"/>
                  </a:lnTo>
                  <a:lnTo>
                    <a:pt x="0" y="317319"/>
                  </a:lnTo>
                  <a:lnTo>
                    <a:pt x="0" y="315019"/>
                  </a:lnTo>
                  <a:lnTo>
                    <a:pt x="2252" y="312701"/>
                  </a:lnTo>
                  <a:lnTo>
                    <a:pt x="4129" y="310402"/>
                  </a:lnTo>
                  <a:lnTo>
                    <a:pt x="6569" y="310402"/>
                  </a:lnTo>
                  <a:lnTo>
                    <a:pt x="8821" y="310402"/>
                  </a:lnTo>
                  <a:lnTo>
                    <a:pt x="11073" y="312701"/>
                  </a:lnTo>
                  <a:lnTo>
                    <a:pt x="13513" y="315019"/>
                  </a:lnTo>
                  <a:lnTo>
                    <a:pt x="13513" y="317319"/>
                  </a:lnTo>
                  <a:close/>
                </a:path>
              </a:pathLst>
            </a:custGeom>
            <a:ln w="3175">
              <a:solidFill>
                <a:srgbClr val="000000"/>
              </a:solidFill>
            </a:ln>
          </p:spPr>
          <p:txBody>
            <a:bodyPr wrap="square" lIns="0" tIns="0" rIns="0" bIns="0" rtlCol="0"/>
            <a:lstStyle/>
            <a:p/>
          </p:txBody>
        </p:sp>
        <p:sp>
          <p:nvSpPr>
            <p:cNvPr id="117" name="object 117" descr=""/>
            <p:cNvSpPr/>
            <p:nvPr/>
          </p:nvSpPr>
          <p:spPr>
            <a:xfrm>
              <a:off x="7181604" y="4319082"/>
              <a:ext cx="268605" cy="13970"/>
            </a:xfrm>
            <a:custGeom>
              <a:avLst/>
              <a:gdLst/>
              <a:ahLst/>
              <a:cxnLst/>
              <a:rect l="l" t="t" r="r" b="b"/>
              <a:pathLst>
                <a:path w="268604" h="13970">
                  <a:moveTo>
                    <a:pt x="51614" y="0"/>
                  </a:moveTo>
                  <a:lnTo>
                    <a:pt x="4129" y="0"/>
                  </a:lnTo>
                  <a:lnTo>
                    <a:pt x="2252" y="2299"/>
                  </a:lnTo>
                  <a:lnTo>
                    <a:pt x="0" y="4598"/>
                  </a:lnTo>
                  <a:lnTo>
                    <a:pt x="0" y="9216"/>
                  </a:lnTo>
                  <a:lnTo>
                    <a:pt x="2252" y="11515"/>
                  </a:lnTo>
                  <a:lnTo>
                    <a:pt x="4129" y="13833"/>
                  </a:lnTo>
                  <a:lnTo>
                    <a:pt x="51614" y="13833"/>
                  </a:lnTo>
                  <a:lnTo>
                    <a:pt x="53866" y="11515"/>
                  </a:lnTo>
                  <a:lnTo>
                    <a:pt x="56306" y="9216"/>
                  </a:lnTo>
                  <a:lnTo>
                    <a:pt x="56306" y="4598"/>
                  </a:lnTo>
                  <a:lnTo>
                    <a:pt x="53866" y="2299"/>
                  </a:lnTo>
                  <a:lnTo>
                    <a:pt x="51614" y="0"/>
                  </a:lnTo>
                  <a:close/>
                </a:path>
                <a:path w="268604" h="13970">
                  <a:moveTo>
                    <a:pt x="108296" y="0"/>
                  </a:moveTo>
                  <a:lnTo>
                    <a:pt x="103604" y="0"/>
                  </a:lnTo>
                  <a:lnTo>
                    <a:pt x="99099" y="4598"/>
                  </a:lnTo>
                  <a:lnTo>
                    <a:pt x="99099" y="9216"/>
                  </a:lnTo>
                  <a:lnTo>
                    <a:pt x="103604" y="13833"/>
                  </a:lnTo>
                  <a:lnTo>
                    <a:pt x="108296" y="13833"/>
                  </a:lnTo>
                  <a:lnTo>
                    <a:pt x="110173" y="11515"/>
                  </a:lnTo>
                  <a:lnTo>
                    <a:pt x="112425" y="9216"/>
                  </a:lnTo>
                  <a:lnTo>
                    <a:pt x="112425" y="4598"/>
                  </a:lnTo>
                  <a:lnTo>
                    <a:pt x="110173" y="2299"/>
                  </a:lnTo>
                  <a:lnTo>
                    <a:pt x="108296" y="0"/>
                  </a:lnTo>
                  <a:close/>
                </a:path>
                <a:path w="268604" h="13970">
                  <a:moveTo>
                    <a:pt x="207395" y="0"/>
                  </a:moveTo>
                  <a:lnTo>
                    <a:pt x="159910" y="0"/>
                  </a:lnTo>
                  <a:lnTo>
                    <a:pt x="157658" y="2299"/>
                  </a:lnTo>
                  <a:lnTo>
                    <a:pt x="155218" y="4598"/>
                  </a:lnTo>
                  <a:lnTo>
                    <a:pt x="155218" y="9216"/>
                  </a:lnTo>
                  <a:lnTo>
                    <a:pt x="157658" y="11515"/>
                  </a:lnTo>
                  <a:lnTo>
                    <a:pt x="159910" y="13833"/>
                  </a:lnTo>
                  <a:lnTo>
                    <a:pt x="207395" y="13833"/>
                  </a:lnTo>
                  <a:lnTo>
                    <a:pt x="209648" y="11515"/>
                  </a:lnTo>
                  <a:lnTo>
                    <a:pt x="212088" y="9216"/>
                  </a:lnTo>
                  <a:lnTo>
                    <a:pt x="212088" y="4598"/>
                  </a:lnTo>
                  <a:lnTo>
                    <a:pt x="209648" y="2299"/>
                  </a:lnTo>
                  <a:lnTo>
                    <a:pt x="207395" y="0"/>
                  </a:lnTo>
                  <a:close/>
                </a:path>
                <a:path w="268604" h="13970">
                  <a:moveTo>
                    <a:pt x="263702" y="0"/>
                  </a:moveTo>
                  <a:lnTo>
                    <a:pt x="257133" y="0"/>
                  </a:lnTo>
                  <a:lnTo>
                    <a:pt x="254693" y="2299"/>
                  </a:lnTo>
                  <a:lnTo>
                    <a:pt x="254693" y="11515"/>
                  </a:lnTo>
                  <a:lnTo>
                    <a:pt x="257133" y="13833"/>
                  </a:lnTo>
                  <a:lnTo>
                    <a:pt x="263702" y="13833"/>
                  </a:lnTo>
                  <a:lnTo>
                    <a:pt x="268207" y="9216"/>
                  </a:lnTo>
                  <a:lnTo>
                    <a:pt x="268207" y="4598"/>
                  </a:lnTo>
                  <a:lnTo>
                    <a:pt x="263702" y="0"/>
                  </a:lnTo>
                  <a:close/>
                </a:path>
              </a:pathLst>
            </a:custGeom>
            <a:solidFill>
              <a:srgbClr val="000000"/>
            </a:solidFill>
          </p:spPr>
          <p:txBody>
            <a:bodyPr wrap="square" lIns="0" tIns="0" rIns="0" bIns="0" rtlCol="0"/>
            <a:lstStyle/>
            <a:p/>
          </p:txBody>
        </p:sp>
        <p:sp>
          <p:nvSpPr>
            <p:cNvPr id="118" name="object 118" descr=""/>
            <p:cNvSpPr/>
            <p:nvPr/>
          </p:nvSpPr>
          <p:spPr>
            <a:xfrm>
              <a:off x="7181604" y="4319082"/>
              <a:ext cx="268605" cy="13970"/>
            </a:xfrm>
            <a:custGeom>
              <a:avLst/>
              <a:gdLst/>
              <a:ahLst/>
              <a:cxnLst/>
              <a:rect l="l" t="t" r="r" b="b"/>
              <a:pathLst>
                <a:path w="268604" h="13970">
                  <a:moveTo>
                    <a:pt x="6569" y="0"/>
                  </a:moveTo>
                  <a:lnTo>
                    <a:pt x="49362" y="0"/>
                  </a:lnTo>
                  <a:lnTo>
                    <a:pt x="51614" y="0"/>
                  </a:lnTo>
                  <a:lnTo>
                    <a:pt x="53866" y="2299"/>
                  </a:lnTo>
                  <a:lnTo>
                    <a:pt x="56306" y="4598"/>
                  </a:lnTo>
                  <a:lnTo>
                    <a:pt x="56306" y="6916"/>
                  </a:lnTo>
                  <a:lnTo>
                    <a:pt x="56306" y="9216"/>
                  </a:lnTo>
                  <a:lnTo>
                    <a:pt x="53866" y="11515"/>
                  </a:lnTo>
                  <a:lnTo>
                    <a:pt x="51614" y="13833"/>
                  </a:lnTo>
                  <a:lnTo>
                    <a:pt x="49362" y="13833"/>
                  </a:lnTo>
                  <a:lnTo>
                    <a:pt x="6569" y="13833"/>
                  </a:lnTo>
                  <a:lnTo>
                    <a:pt x="4129" y="13833"/>
                  </a:lnTo>
                  <a:lnTo>
                    <a:pt x="2252" y="11515"/>
                  </a:lnTo>
                  <a:lnTo>
                    <a:pt x="0" y="9216"/>
                  </a:lnTo>
                  <a:lnTo>
                    <a:pt x="0" y="6916"/>
                  </a:lnTo>
                  <a:lnTo>
                    <a:pt x="0" y="4598"/>
                  </a:lnTo>
                  <a:lnTo>
                    <a:pt x="2252" y="2299"/>
                  </a:lnTo>
                  <a:lnTo>
                    <a:pt x="4129" y="0"/>
                  </a:lnTo>
                  <a:lnTo>
                    <a:pt x="6569" y="0"/>
                  </a:lnTo>
                  <a:close/>
                </a:path>
                <a:path w="268604" h="13970">
                  <a:moveTo>
                    <a:pt x="106044" y="0"/>
                  </a:moveTo>
                  <a:lnTo>
                    <a:pt x="108296" y="0"/>
                  </a:lnTo>
                  <a:lnTo>
                    <a:pt x="110173" y="2299"/>
                  </a:lnTo>
                  <a:lnTo>
                    <a:pt x="112425" y="4598"/>
                  </a:lnTo>
                  <a:lnTo>
                    <a:pt x="112425" y="6916"/>
                  </a:lnTo>
                  <a:lnTo>
                    <a:pt x="112425" y="9216"/>
                  </a:lnTo>
                  <a:lnTo>
                    <a:pt x="110173" y="11515"/>
                  </a:lnTo>
                  <a:lnTo>
                    <a:pt x="108296" y="13833"/>
                  </a:lnTo>
                  <a:lnTo>
                    <a:pt x="106044" y="13833"/>
                  </a:lnTo>
                  <a:lnTo>
                    <a:pt x="103604" y="13833"/>
                  </a:lnTo>
                  <a:lnTo>
                    <a:pt x="101351" y="11515"/>
                  </a:lnTo>
                  <a:lnTo>
                    <a:pt x="99099" y="9216"/>
                  </a:lnTo>
                  <a:lnTo>
                    <a:pt x="99099" y="6916"/>
                  </a:lnTo>
                  <a:lnTo>
                    <a:pt x="99099" y="4598"/>
                  </a:lnTo>
                  <a:lnTo>
                    <a:pt x="101351" y="2299"/>
                  </a:lnTo>
                  <a:lnTo>
                    <a:pt x="103604" y="0"/>
                  </a:lnTo>
                  <a:lnTo>
                    <a:pt x="106044" y="0"/>
                  </a:lnTo>
                  <a:close/>
                </a:path>
                <a:path w="268604" h="13970">
                  <a:moveTo>
                    <a:pt x="162350" y="0"/>
                  </a:moveTo>
                  <a:lnTo>
                    <a:pt x="204956" y="0"/>
                  </a:lnTo>
                  <a:lnTo>
                    <a:pt x="207395" y="0"/>
                  </a:lnTo>
                  <a:lnTo>
                    <a:pt x="209648" y="2299"/>
                  </a:lnTo>
                  <a:lnTo>
                    <a:pt x="212088" y="4598"/>
                  </a:lnTo>
                  <a:lnTo>
                    <a:pt x="212088" y="6916"/>
                  </a:lnTo>
                  <a:lnTo>
                    <a:pt x="212088" y="9216"/>
                  </a:lnTo>
                  <a:lnTo>
                    <a:pt x="209648" y="11515"/>
                  </a:lnTo>
                  <a:lnTo>
                    <a:pt x="207395" y="13833"/>
                  </a:lnTo>
                  <a:lnTo>
                    <a:pt x="204956" y="13833"/>
                  </a:lnTo>
                  <a:lnTo>
                    <a:pt x="162350" y="13833"/>
                  </a:lnTo>
                  <a:lnTo>
                    <a:pt x="159910" y="13833"/>
                  </a:lnTo>
                  <a:lnTo>
                    <a:pt x="157658" y="11515"/>
                  </a:lnTo>
                  <a:lnTo>
                    <a:pt x="155218" y="9216"/>
                  </a:lnTo>
                  <a:lnTo>
                    <a:pt x="155218" y="6916"/>
                  </a:lnTo>
                  <a:lnTo>
                    <a:pt x="155218" y="4598"/>
                  </a:lnTo>
                  <a:lnTo>
                    <a:pt x="157658" y="2299"/>
                  </a:lnTo>
                  <a:lnTo>
                    <a:pt x="159910" y="0"/>
                  </a:lnTo>
                  <a:lnTo>
                    <a:pt x="162350" y="0"/>
                  </a:lnTo>
                  <a:close/>
                </a:path>
                <a:path w="268604" h="13970">
                  <a:moveTo>
                    <a:pt x="261825" y="0"/>
                  </a:moveTo>
                  <a:lnTo>
                    <a:pt x="263702" y="0"/>
                  </a:lnTo>
                  <a:lnTo>
                    <a:pt x="265954" y="2299"/>
                  </a:lnTo>
                  <a:lnTo>
                    <a:pt x="268207" y="4598"/>
                  </a:lnTo>
                  <a:lnTo>
                    <a:pt x="268207" y="6916"/>
                  </a:lnTo>
                  <a:lnTo>
                    <a:pt x="268207" y="9216"/>
                  </a:lnTo>
                  <a:lnTo>
                    <a:pt x="265954" y="11515"/>
                  </a:lnTo>
                  <a:lnTo>
                    <a:pt x="263702" y="13833"/>
                  </a:lnTo>
                  <a:lnTo>
                    <a:pt x="261825" y="13833"/>
                  </a:lnTo>
                  <a:lnTo>
                    <a:pt x="257133" y="13833"/>
                  </a:lnTo>
                  <a:lnTo>
                    <a:pt x="254693" y="11515"/>
                  </a:lnTo>
                  <a:lnTo>
                    <a:pt x="254693" y="9216"/>
                  </a:lnTo>
                  <a:lnTo>
                    <a:pt x="254693" y="6916"/>
                  </a:lnTo>
                  <a:lnTo>
                    <a:pt x="254693" y="4598"/>
                  </a:lnTo>
                  <a:lnTo>
                    <a:pt x="254693" y="2299"/>
                  </a:lnTo>
                  <a:lnTo>
                    <a:pt x="257133" y="0"/>
                  </a:lnTo>
                  <a:lnTo>
                    <a:pt x="261825" y="0"/>
                  </a:lnTo>
                  <a:close/>
                </a:path>
              </a:pathLst>
            </a:custGeom>
            <a:ln w="3175">
              <a:solidFill>
                <a:srgbClr val="000000"/>
              </a:solidFill>
            </a:ln>
          </p:spPr>
          <p:txBody>
            <a:bodyPr wrap="square" lIns="0" tIns="0" rIns="0" bIns="0" rtlCol="0"/>
            <a:lstStyle/>
            <a:p/>
          </p:txBody>
        </p:sp>
        <p:sp>
          <p:nvSpPr>
            <p:cNvPr id="119" name="object 119" descr=""/>
            <p:cNvSpPr/>
            <p:nvPr/>
          </p:nvSpPr>
          <p:spPr>
            <a:xfrm>
              <a:off x="8647453" y="4149804"/>
              <a:ext cx="275590" cy="0"/>
            </a:xfrm>
            <a:custGeom>
              <a:avLst/>
              <a:gdLst/>
              <a:ahLst/>
              <a:cxnLst/>
              <a:rect l="l" t="t" r="r" b="b"/>
              <a:pathLst>
                <a:path w="275590" h="0">
                  <a:moveTo>
                    <a:pt x="0" y="0"/>
                  </a:moveTo>
                  <a:lnTo>
                    <a:pt x="275339" y="0"/>
                  </a:lnTo>
                </a:path>
              </a:pathLst>
            </a:custGeom>
            <a:ln w="13428">
              <a:solidFill>
                <a:srgbClr val="000000"/>
              </a:solidFill>
            </a:ln>
          </p:spPr>
          <p:txBody>
            <a:bodyPr wrap="square" lIns="0" tIns="0" rIns="0" bIns="0" rtlCol="0"/>
            <a:lstStyle/>
            <a:p/>
          </p:txBody>
        </p:sp>
        <p:pic>
          <p:nvPicPr>
            <p:cNvPr id="120" name="object 120" descr=""/>
            <p:cNvPicPr/>
            <p:nvPr/>
          </p:nvPicPr>
          <p:blipFill>
            <a:blip r:embed="rId3" cstate="print"/>
            <a:stretch>
              <a:fillRect/>
            </a:stretch>
          </p:blipFill>
          <p:spPr>
            <a:xfrm>
              <a:off x="8922792" y="3798816"/>
              <a:ext cx="198518" cy="756413"/>
            </a:xfrm>
            <a:prstGeom prst="rect">
              <a:avLst/>
            </a:prstGeom>
          </p:spPr>
        </p:pic>
        <p:sp>
          <p:nvSpPr>
            <p:cNvPr id="121" name="object 121" descr=""/>
            <p:cNvSpPr/>
            <p:nvPr/>
          </p:nvSpPr>
          <p:spPr>
            <a:xfrm>
              <a:off x="7068240" y="3801115"/>
              <a:ext cx="2053589" cy="756920"/>
            </a:xfrm>
            <a:custGeom>
              <a:avLst/>
              <a:gdLst/>
              <a:ahLst/>
              <a:cxnLst/>
              <a:rect l="l" t="t" r="r" b="b"/>
              <a:pathLst>
                <a:path w="2053590" h="756920">
                  <a:moveTo>
                    <a:pt x="1854551" y="756413"/>
                  </a:moveTo>
                  <a:lnTo>
                    <a:pt x="2053070" y="756413"/>
                  </a:lnTo>
                  <a:lnTo>
                    <a:pt x="2053070" y="0"/>
                  </a:lnTo>
                  <a:lnTo>
                    <a:pt x="1854551" y="0"/>
                  </a:lnTo>
                  <a:lnTo>
                    <a:pt x="1854551" y="756413"/>
                  </a:lnTo>
                  <a:close/>
                </a:path>
                <a:path w="2053590" h="756920">
                  <a:moveTo>
                    <a:pt x="0" y="348688"/>
                  </a:moveTo>
                  <a:lnTo>
                    <a:pt x="0" y="231530"/>
                  </a:lnTo>
                </a:path>
                <a:path w="2053590" h="756920">
                  <a:moveTo>
                    <a:pt x="0" y="231530"/>
                  </a:moveTo>
                  <a:lnTo>
                    <a:pt x="117117" y="231530"/>
                  </a:lnTo>
                </a:path>
              </a:pathLst>
            </a:custGeom>
            <a:ln w="13455">
              <a:solidFill>
                <a:srgbClr val="000000"/>
              </a:solidFill>
            </a:ln>
          </p:spPr>
          <p:txBody>
            <a:bodyPr wrap="square" lIns="0" tIns="0" rIns="0" bIns="0" rtlCol="0"/>
            <a:lstStyle/>
            <a:p/>
          </p:txBody>
        </p:sp>
        <p:pic>
          <p:nvPicPr>
            <p:cNvPr id="122" name="object 122" descr=""/>
            <p:cNvPicPr/>
            <p:nvPr/>
          </p:nvPicPr>
          <p:blipFill>
            <a:blip r:embed="rId2" cstate="print"/>
            <a:stretch>
              <a:fillRect/>
            </a:stretch>
          </p:blipFill>
          <p:spPr>
            <a:xfrm>
              <a:off x="7855219" y="3798816"/>
              <a:ext cx="198987" cy="756413"/>
            </a:xfrm>
            <a:prstGeom prst="rect">
              <a:avLst/>
            </a:prstGeom>
          </p:spPr>
        </p:pic>
        <p:sp>
          <p:nvSpPr>
            <p:cNvPr id="123" name="object 123" descr=""/>
            <p:cNvSpPr/>
            <p:nvPr/>
          </p:nvSpPr>
          <p:spPr>
            <a:xfrm>
              <a:off x="7857659" y="3801115"/>
              <a:ext cx="196850" cy="756920"/>
            </a:xfrm>
            <a:custGeom>
              <a:avLst/>
              <a:gdLst/>
              <a:ahLst/>
              <a:cxnLst/>
              <a:rect l="l" t="t" r="r" b="b"/>
              <a:pathLst>
                <a:path w="196850" h="756920">
                  <a:moveTo>
                    <a:pt x="0" y="756413"/>
                  </a:moveTo>
                  <a:lnTo>
                    <a:pt x="196660" y="756413"/>
                  </a:lnTo>
                  <a:lnTo>
                    <a:pt x="196660" y="0"/>
                  </a:lnTo>
                  <a:lnTo>
                    <a:pt x="0" y="0"/>
                  </a:lnTo>
                  <a:lnTo>
                    <a:pt x="0" y="756413"/>
                  </a:lnTo>
                  <a:close/>
                </a:path>
              </a:pathLst>
            </a:custGeom>
            <a:ln w="13479">
              <a:solidFill>
                <a:srgbClr val="000000"/>
              </a:solidFill>
            </a:ln>
          </p:spPr>
          <p:txBody>
            <a:bodyPr wrap="square" lIns="0" tIns="0" rIns="0" bIns="0" rtlCol="0"/>
            <a:lstStyle/>
            <a:p/>
          </p:txBody>
        </p:sp>
        <p:pic>
          <p:nvPicPr>
            <p:cNvPr id="124" name="object 124" descr=""/>
            <p:cNvPicPr/>
            <p:nvPr/>
          </p:nvPicPr>
          <p:blipFill>
            <a:blip r:embed="rId3" cstate="print"/>
            <a:stretch>
              <a:fillRect/>
            </a:stretch>
          </p:blipFill>
          <p:spPr>
            <a:xfrm>
              <a:off x="6790649" y="3798816"/>
              <a:ext cx="198518" cy="756413"/>
            </a:xfrm>
            <a:prstGeom prst="rect">
              <a:avLst/>
            </a:prstGeom>
          </p:spPr>
        </p:pic>
        <p:sp>
          <p:nvSpPr>
            <p:cNvPr id="125" name="object 125" descr=""/>
            <p:cNvSpPr/>
            <p:nvPr/>
          </p:nvSpPr>
          <p:spPr>
            <a:xfrm>
              <a:off x="6790649" y="3801115"/>
              <a:ext cx="198755" cy="756920"/>
            </a:xfrm>
            <a:custGeom>
              <a:avLst/>
              <a:gdLst/>
              <a:ahLst/>
              <a:cxnLst/>
              <a:rect l="l" t="t" r="r" b="b"/>
              <a:pathLst>
                <a:path w="198754" h="756920">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grpSp>
      <p:sp>
        <p:nvSpPr>
          <p:cNvPr id="126" name="object 126" descr=""/>
          <p:cNvSpPr txBox="1"/>
          <p:nvPr/>
        </p:nvSpPr>
        <p:spPr>
          <a:xfrm>
            <a:off x="1388207" y="1572493"/>
            <a:ext cx="149352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DADD</a:t>
            </a:r>
            <a:r>
              <a:rPr dirty="0" sz="1300" spc="80">
                <a:latin typeface="Times New Roman"/>
                <a:cs typeface="Times New Roman"/>
              </a:rPr>
              <a:t> </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R2</a:t>
            </a:r>
            <a:r>
              <a:rPr dirty="0" sz="1300" spc="-10">
                <a:latin typeface="宋体"/>
                <a:cs typeface="宋体"/>
              </a:rPr>
              <a:t>，</a:t>
            </a:r>
            <a:r>
              <a:rPr dirty="0" sz="1300" spc="-10">
                <a:latin typeface="Times New Roman"/>
                <a:cs typeface="Times New Roman"/>
              </a:rPr>
              <a:t>R3</a:t>
            </a:r>
            <a:endParaRPr sz="1300">
              <a:latin typeface="Times New Roman"/>
              <a:cs typeface="Times New Roman"/>
            </a:endParaRPr>
          </a:p>
        </p:txBody>
      </p:sp>
      <p:sp>
        <p:nvSpPr>
          <p:cNvPr id="127" name="object 127" descr=""/>
          <p:cNvSpPr txBox="1"/>
          <p:nvPr/>
        </p:nvSpPr>
        <p:spPr>
          <a:xfrm>
            <a:off x="1388207" y="2387383"/>
            <a:ext cx="146177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DSUB</a:t>
            </a:r>
            <a:r>
              <a:rPr dirty="0" sz="1300" spc="80">
                <a:latin typeface="Times New Roman"/>
                <a:cs typeface="Times New Roman"/>
              </a:rPr>
              <a:t> </a:t>
            </a:r>
            <a:r>
              <a:rPr dirty="0" sz="1300" spc="-10">
                <a:latin typeface="Times New Roman"/>
                <a:cs typeface="Times New Roman"/>
              </a:rPr>
              <a:t>R4</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R5</a:t>
            </a:r>
            <a:endParaRPr sz="1300">
              <a:latin typeface="Times New Roman"/>
              <a:cs typeface="Times New Roman"/>
            </a:endParaRPr>
          </a:p>
        </p:txBody>
      </p:sp>
      <p:sp>
        <p:nvSpPr>
          <p:cNvPr id="128" name="object 128" descr=""/>
          <p:cNvSpPr txBox="1"/>
          <p:nvPr/>
        </p:nvSpPr>
        <p:spPr>
          <a:xfrm>
            <a:off x="1388207" y="3200216"/>
            <a:ext cx="1367155"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XOR</a:t>
            </a:r>
            <a:r>
              <a:rPr dirty="0" sz="1300" spc="80">
                <a:latin typeface="Times New Roman"/>
                <a:cs typeface="Times New Roman"/>
              </a:rPr>
              <a:t> </a:t>
            </a:r>
            <a:r>
              <a:rPr dirty="0" sz="1300" spc="-10">
                <a:latin typeface="Times New Roman"/>
                <a:cs typeface="Times New Roman"/>
              </a:rPr>
              <a:t>R6</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R7</a:t>
            </a:r>
            <a:endParaRPr sz="1300">
              <a:latin typeface="Times New Roman"/>
              <a:cs typeface="Times New Roman"/>
            </a:endParaRPr>
          </a:p>
        </p:txBody>
      </p:sp>
      <p:sp>
        <p:nvSpPr>
          <p:cNvPr id="129" name="object 129" descr=""/>
          <p:cNvSpPr txBox="1"/>
          <p:nvPr/>
        </p:nvSpPr>
        <p:spPr>
          <a:xfrm>
            <a:off x="1388207" y="4017443"/>
            <a:ext cx="1335405"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AND</a:t>
            </a:r>
            <a:r>
              <a:rPr dirty="0" sz="1300" spc="55">
                <a:latin typeface="Times New Roman"/>
                <a:cs typeface="Times New Roman"/>
              </a:rPr>
              <a:t> </a:t>
            </a:r>
            <a:r>
              <a:rPr dirty="0" sz="1300" spc="-10">
                <a:latin typeface="Times New Roman"/>
                <a:cs typeface="Times New Roman"/>
              </a:rPr>
              <a:t>R8</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R9</a:t>
            </a:r>
            <a:endParaRPr sz="1300">
              <a:latin typeface="Times New Roman"/>
              <a:cs typeface="Times New Roman"/>
            </a:endParaRPr>
          </a:p>
        </p:txBody>
      </p:sp>
      <p:sp>
        <p:nvSpPr>
          <p:cNvPr id="130" name="object 130" descr=""/>
          <p:cNvSpPr txBox="1"/>
          <p:nvPr/>
        </p:nvSpPr>
        <p:spPr>
          <a:xfrm>
            <a:off x="7185359" y="4789059"/>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131" name="object 131" descr=""/>
          <p:cNvSpPr txBox="1"/>
          <p:nvPr/>
        </p:nvSpPr>
        <p:spPr>
          <a:xfrm>
            <a:off x="8336704" y="4834277"/>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132" name="object 132" descr=""/>
          <p:cNvGrpSpPr/>
          <p:nvPr/>
        </p:nvGrpSpPr>
        <p:grpSpPr>
          <a:xfrm>
            <a:off x="5381244" y="1264538"/>
            <a:ext cx="4459605" cy="4112260"/>
            <a:chOff x="5381244" y="1264538"/>
            <a:chExt cx="4459605" cy="4112260"/>
          </a:xfrm>
        </p:grpSpPr>
        <p:sp>
          <p:nvSpPr>
            <p:cNvPr id="133" name="object 133" descr=""/>
            <p:cNvSpPr/>
            <p:nvPr/>
          </p:nvSpPr>
          <p:spPr>
            <a:xfrm>
              <a:off x="7659085" y="4789059"/>
              <a:ext cx="1264285" cy="349250"/>
            </a:xfrm>
            <a:custGeom>
              <a:avLst/>
              <a:gdLst/>
              <a:ahLst/>
              <a:cxnLst/>
              <a:rect l="l" t="t" r="r" b="b"/>
              <a:pathLst>
                <a:path w="1264284" h="349250">
                  <a:moveTo>
                    <a:pt x="0" y="173428"/>
                  </a:moveTo>
                  <a:lnTo>
                    <a:pt x="198574" y="173428"/>
                  </a:lnTo>
                </a:path>
                <a:path w="1264284" h="349250">
                  <a:moveTo>
                    <a:pt x="395084" y="173428"/>
                  </a:moveTo>
                  <a:lnTo>
                    <a:pt x="593659" y="173428"/>
                  </a:lnTo>
                </a:path>
                <a:path w="1264284" h="349250">
                  <a:moveTo>
                    <a:pt x="1067385" y="103791"/>
                  </a:moveTo>
                  <a:lnTo>
                    <a:pt x="1263707" y="103791"/>
                  </a:lnTo>
                </a:path>
                <a:path w="1264284" h="349250">
                  <a:moveTo>
                    <a:pt x="1067385" y="267984"/>
                  </a:moveTo>
                  <a:lnTo>
                    <a:pt x="1263707" y="267984"/>
                  </a:lnTo>
                </a:path>
                <a:path w="1264284" h="349250">
                  <a:moveTo>
                    <a:pt x="830334" y="0"/>
                  </a:moveTo>
                  <a:lnTo>
                    <a:pt x="1067385" y="0"/>
                  </a:lnTo>
                </a:path>
                <a:path w="1264284" h="349250">
                  <a:moveTo>
                    <a:pt x="1067385" y="0"/>
                  </a:moveTo>
                  <a:lnTo>
                    <a:pt x="1067385" y="349155"/>
                  </a:lnTo>
                </a:path>
                <a:path w="1264284" h="349250">
                  <a:moveTo>
                    <a:pt x="830334" y="349155"/>
                  </a:moveTo>
                  <a:lnTo>
                    <a:pt x="1067385" y="349155"/>
                  </a:lnTo>
                </a:path>
              </a:pathLst>
            </a:custGeom>
            <a:ln w="13455">
              <a:solidFill>
                <a:srgbClr val="000000"/>
              </a:solidFill>
            </a:ln>
          </p:spPr>
          <p:txBody>
            <a:bodyPr wrap="square" lIns="0" tIns="0" rIns="0" bIns="0" rtlCol="0"/>
            <a:lstStyle/>
            <a:p/>
          </p:txBody>
        </p:sp>
        <p:sp>
          <p:nvSpPr>
            <p:cNvPr id="134" name="object 134" descr=""/>
            <p:cNvSpPr/>
            <p:nvPr/>
          </p:nvSpPr>
          <p:spPr>
            <a:xfrm>
              <a:off x="8246175" y="4785376"/>
              <a:ext cx="269240" cy="13970"/>
            </a:xfrm>
            <a:custGeom>
              <a:avLst/>
              <a:gdLst/>
              <a:ahLst/>
              <a:cxnLst/>
              <a:rect l="l" t="t" r="r" b="b"/>
              <a:pathLst>
                <a:path w="269240" h="13970">
                  <a:moveTo>
                    <a:pt x="52177" y="0"/>
                  </a:moveTo>
                  <a:lnTo>
                    <a:pt x="4692" y="0"/>
                  </a:lnTo>
                  <a:lnTo>
                    <a:pt x="2439" y="1850"/>
                  </a:lnTo>
                  <a:lnTo>
                    <a:pt x="2439" y="4150"/>
                  </a:lnTo>
                  <a:lnTo>
                    <a:pt x="0" y="6449"/>
                  </a:lnTo>
                  <a:lnTo>
                    <a:pt x="2439" y="8767"/>
                  </a:lnTo>
                  <a:lnTo>
                    <a:pt x="2439" y="11067"/>
                  </a:lnTo>
                  <a:lnTo>
                    <a:pt x="4692" y="13366"/>
                  </a:lnTo>
                  <a:lnTo>
                    <a:pt x="52177" y="13366"/>
                  </a:lnTo>
                  <a:lnTo>
                    <a:pt x="54429" y="11067"/>
                  </a:lnTo>
                  <a:lnTo>
                    <a:pt x="56306" y="8767"/>
                  </a:lnTo>
                  <a:lnTo>
                    <a:pt x="56306" y="4150"/>
                  </a:lnTo>
                  <a:lnTo>
                    <a:pt x="54429" y="1850"/>
                  </a:lnTo>
                  <a:lnTo>
                    <a:pt x="52177" y="0"/>
                  </a:lnTo>
                  <a:close/>
                </a:path>
                <a:path w="269240" h="13970">
                  <a:moveTo>
                    <a:pt x="110736" y="0"/>
                  </a:moveTo>
                  <a:lnTo>
                    <a:pt x="103791" y="0"/>
                  </a:lnTo>
                  <a:lnTo>
                    <a:pt x="101914" y="1850"/>
                  </a:lnTo>
                  <a:lnTo>
                    <a:pt x="99662" y="4150"/>
                  </a:lnTo>
                  <a:lnTo>
                    <a:pt x="99662" y="8767"/>
                  </a:lnTo>
                  <a:lnTo>
                    <a:pt x="101914" y="11067"/>
                  </a:lnTo>
                  <a:lnTo>
                    <a:pt x="103791" y="13366"/>
                  </a:lnTo>
                  <a:lnTo>
                    <a:pt x="110736" y="13366"/>
                  </a:lnTo>
                  <a:lnTo>
                    <a:pt x="112988" y="11067"/>
                  </a:lnTo>
                  <a:lnTo>
                    <a:pt x="112988" y="8767"/>
                  </a:lnTo>
                  <a:lnTo>
                    <a:pt x="115428" y="6449"/>
                  </a:lnTo>
                  <a:lnTo>
                    <a:pt x="112988" y="4150"/>
                  </a:lnTo>
                  <a:lnTo>
                    <a:pt x="112988" y="1850"/>
                  </a:lnTo>
                  <a:lnTo>
                    <a:pt x="110736" y="0"/>
                  </a:lnTo>
                  <a:close/>
                </a:path>
                <a:path w="269240" h="13970">
                  <a:moveTo>
                    <a:pt x="207959" y="0"/>
                  </a:moveTo>
                  <a:lnTo>
                    <a:pt x="160473" y="0"/>
                  </a:lnTo>
                  <a:lnTo>
                    <a:pt x="158221" y="1850"/>
                  </a:lnTo>
                  <a:lnTo>
                    <a:pt x="158221" y="4150"/>
                  </a:lnTo>
                  <a:lnTo>
                    <a:pt x="155781" y="6449"/>
                  </a:lnTo>
                  <a:lnTo>
                    <a:pt x="158221" y="8767"/>
                  </a:lnTo>
                  <a:lnTo>
                    <a:pt x="158221" y="11067"/>
                  </a:lnTo>
                  <a:lnTo>
                    <a:pt x="160473" y="13366"/>
                  </a:lnTo>
                  <a:lnTo>
                    <a:pt x="207959" y="13366"/>
                  </a:lnTo>
                  <a:lnTo>
                    <a:pt x="209835" y="11067"/>
                  </a:lnTo>
                  <a:lnTo>
                    <a:pt x="212088" y="8767"/>
                  </a:lnTo>
                  <a:lnTo>
                    <a:pt x="212088" y="4150"/>
                  </a:lnTo>
                  <a:lnTo>
                    <a:pt x="209835" y="1850"/>
                  </a:lnTo>
                  <a:lnTo>
                    <a:pt x="207959" y="0"/>
                  </a:lnTo>
                  <a:close/>
                </a:path>
                <a:path w="269240" h="13970">
                  <a:moveTo>
                    <a:pt x="264077" y="0"/>
                  </a:moveTo>
                  <a:lnTo>
                    <a:pt x="259573" y="0"/>
                  </a:lnTo>
                  <a:lnTo>
                    <a:pt x="257133" y="1850"/>
                  </a:lnTo>
                  <a:lnTo>
                    <a:pt x="254881" y="4150"/>
                  </a:lnTo>
                  <a:lnTo>
                    <a:pt x="254881" y="8767"/>
                  </a:lnTo>
                  <a:lnTo>
                    <a:pt x="257133" y="11067"/>
                  </a:lnTo>
                  <a:lnTo>
                    <a:pt x="259573" y="13366"/>
                  </a:lnTo>
                  <a:lnTo>
                    <a:pt x="264077" y="13366"/>
                  </a:lnTo>
                  <a:lnTo>
                    <a:pt x="266517" y="11067"/>
                  </a:lnTo>
                  <a:lnTo>
                    <a:pt x="268770" y="8767"/>
                  </a:lnTo>
                  <a:lnTo>
                    <a:pt x="268770" y="4150"/>
                  </a:lnTo>
                  <a:lnTo>
                    <a:pt x="266517" y="1850"/>
                  </a:lnTo>
                  <a:lnTo>
                    <a:pt x="264077" y="0"/>
                  </a:lnTo>
                  <a:close/>
                </a:path>
              </a:pathLst>
            </a:custGeom>
            <a:solidFill>
              <a:srgbClr val="000000"/>
            </a:solidFill>
          </p:spPr>
          <p:txBody>
            <a:bodyPr wrap="square" lIns="0" tIns="0" rIns="0" bIns="0" rtlCol="0"/>
            <a:lstStyle/>
            <a:p/>
          </p:txBody>
        </p:sp>
        <p:sp>
          <p:nvSpPr>
            <p:cNvPr id="135" name="object 135" descr=""/>
            <p:cNvSpPr/>
            <p:nvPr/>
          </p:nvSpPr>
          <p:spPr>
            <a:xfrm>
              <a:off x="8246175" y="4785376"/>
              <a:ext cx="269240" cy="13970"/>
            </a:xfrm>
            <a:custGeom>
              <a:avLst/>
              <a:gdLst/>
              <a:ahLst/>
              <a:cxnLst/>
              <a:rect l="l" t="t" r="r" b="b"/>
              <a:pathLst>
                <a:path w="269240" h="13970">
                  <a:moveTo>
                    <a:pt x="9384" y="0"/>
                  </a:moveTo>
                  <a:lnTo>
                    <a:pt x="49925" y="0"/>
                  </a:lnTo>
                  <a:lnTo>
                    <a:pt x="56306" y="6449"/>
                  </a:lnTo>
                  <a:lnTo>
                    <a:pt x="56306" y="8767"/>
                  </a:lnTo>
                  <a:lnTo>
                    <a:pt x="54429" y="11067"/>
                  </a:lnTo>
                  <a:lnTo>
                    <a:pt x="52177" y="13366"/>
                  </a:lnTo>
                  <a:lnTo>
                    <a:pt x="49925" y="13366"/>
                  </a:lnTo>
                  <a:lnTo>
                    <a:pt x="9384" y="13366"/>
                  </a:lnTo>
                  <a:lnTo>
                    <a:pt x="4692" y="13366"/>
                  </a:lnTo>
                  <a:lnTo>
                    <a:pt x="2439" y="11067"/>
                  </a:lnTo>
                  <a:lnTo>
                    <a:pt x="2439" y="8767"/>
                  </a:lnTo>
                  <a:lnTo>
                    <a:pt x="0" y="6449"/>
                  </a:lnTo>
                  <a:lnTo>
                    <a:pt x="2439" y="4150"/>
                  </a:lnTo>
                  <a:lnTo>
                    <a:pt x="2439" y="1850"/>
                  </a:lnTo>
                  <a:lnTo>
                    <a:pt x="4692" y="0"/>
                  </a:lnTo>
                  <a:lnTo>
                    <a:pt x="9384" y="0"/>
                  </a:lnTo>
                  <a:close/>
                </a:path>
                <a:path w="269240" h="13970">
                  <a:moveTo>
                    <a:pt x="106044" y="0"/>
                  </a:moveTo>
                  <a:lnTo>
                    <a:pt x="110736" y="0"/>
                  </a:lnTo>
                  <a:lnTo>
                    <a:pt x="112988" y="1850"/>
                  </a:lnTo>
                  <a:lnTo>
                    <a:pt x="112988" y="4150"/>
                  </a:lnTo>
                  <a:lnTo>
                    <a:pt x="115428" y="6449"/>
                  </a:lnTo>
                  <a:lnTo>
                    <a:pt x="112988" y="8767"/>
                  </a:lnTo>
                  <a:lnTo>
                    <a:pt x="112988" y="11067"/>
                  </a:lnTo>
                  <a:lnTo>
                    <a:pt x="110736" y="13366"/>
                  </a:lnTo>
                  <a:lnTo>
                    <a:pt x="106044" y="13366"/>
                  </a:lnTo>
                  <a:lnTo>
                    <a:pt x="103791" y="13366"/>
                  </a:lnTo>
                  <a:lnTo>
                    <a:pt x="101914" y="11067"/>
                  </a:lnTo>
                  <a:lnTo>
                    <a:pt x="99662" y="8767"/>
                  </a:lnTo>
                  <a:lnTo>
                    <a:pt x="99662" y="6449"/>
                  </a:lnTo>
                  <a:lnTo>
                    <a:pt x="99662" y="4150"/>
                  </a:lnTo>
                  <a:lnTo>
                    <a:pt x="101914" y="1850"/>
                  </a:lnTo>
                  <a:lnTo>
                    <a:pt x="103791" y="0"/>
                  </a:lnTo>
                  <a:lnTo>
                    <a:pt x="106044" y="0"/>
                  </a:lnTo>
                  <a:close/>
                </a:path>
                <a:path w="269240" h="13970">
                  <a:moveTo>
                    <a:pt x="162726" y="0"/>
                  </a:moveTo>
                  <a:lnTo>
                    <a:pt x="205519" y="0"/>
                  </a:lnTo>
                  <a:lnTo>
                    <a:pt x="212088" y="6449"/>
                  </a:lnTo>
                  <a:lnTo>
                    <a:pt x="212088" y="8767"/>
                  </a:lnTo>
                  <a:lnTo>
                    <a:pt x="209835" y="11067"/>
                  </a:lnTo>
                  <a:lnTo>
                    <a:pt x="207959" y="13366"/>
                  </a:lnTo>
                  <a:lnTo>
                    <a:pt x="205519" y="13366"/>
                  </a:lnTo>
                  <a:lnTo>
                    <a:pt x="162726" y="13366"/>
                  </a:lnTo>
                  <a:lnTo>
                    <a:pt x="160473" y="13366"/>
                  </a:lnTo>
                  <a:lnTo>
                    <a:pt x="158221" y="11067"/>
                  </a:lnTo>
                  <a:lnTo>
                    <a:pt x="158221" y="8767"/>
                  </a:lnTo>
                  <a:lnTo>
                    <a:pt x="155781" y="6449"/>
                  </a:lnTo>
                  <a:lnTo>
                    <a:pt x="158221" y="4150"/>
                  </a:lnTo>
                  <a:lnTo>
                    <a:pt x="158221" y="1850"/>
                  </a:lnTo>
                  <a:lnTo>
                    <a:pt x="160473" y="0"/>
                  </a:lnTo>
                  <a:lnTo>
                    <a:pt x="162726" y="0"/>
                  </a:lnTo>
                  <a:close/>
                </a:path>
                <a:path w="269240" h="13970">
                  <a:moveTo>
                    <a:pt x="261825" y="0"/>
                  </a:moveTo>
                  <a:lnTo>
                    <a:pt x="264077" y="0"/>
                  </a:lnTo>
                  <a:lnTo>
                    <a:pt x="266517" y="1850"/>
                  </a:lnTo>
                  <a:lnTo>
                    <a:pt x="268770" y="4150"/>
                  </a:lnTo>
                  <a:lnTo>
                    <a:pt x="268770" y="6449"/>
                  </a:lnTo>
                  <a:lnTo>
                    <a:pt x="268770" y="8767"/>
                  </a:lnTo>
                  <a:lnTo>
                    <a:pt x="266517" y="11067"/>
                  </a:lnTo>
                  <a:lnTo>
                    <a:pt x="264077" y="13366"/>
                  </a:lnTo>
                  <a:lnTo>
                    <a:pt x="261825" y="13366"/>
                  </a:lnTo>
                  <a:lnTo>
                    <a:pt x="254881" y="4150"/>
                  </a:lnTo>
                  <a:lnTo>
                    <a:pt x="257133" y="1850"/>
                  </a:lnTo>
                  <a:lnTo>
                    <a:pt x="259573" y="0"/>
                  </a:lnTo>
                  <a:lnTo>
                    <a:pt x="261825" y="0"/>
                  </a:lnTo>
                  <a:close/>
                </a:path>
              </a:pathLst>
            </a:custGeom>
            <a:ln w="3175">
              <a:solidFill>
                <a:srgbClr val="000000"/>
              </a:solidFill>
            </a:ln>
          </p:spPr>
          <p:txBody>
            <a:bodyPr wrap="square" lIns="0" tIns="0" rIns="0" bIns="0" rtlCol="0"/>
            <a:lstStyle/>
            <a:p/>
          </p:txBody>
        </p:sp>
        <p:sp>
          <p:nvSpPr>
            <p:cNvPr id="136" name="object 136" descr=""/>
            <p:cNvSpPr/>
            <p:nvPr/>
          </p:nvSpPr>
          <p:spPr>
            <a:xfrm>
              <a:off x="8246175" y="4785376"/>
              <a:ext cx="16510" cy="362585"/>
            </a:xfrm>
            <a:custGeom>
              <a:avLst/>
              <a:gdLst/>
              <a:ahLst/>
              <a:cxnLst/>
              <a:rect l="l" t="t" r="r" b="b"/>
              <a:pathLst>
                <a:path w="16509" h="362585">
                  <a:moveTo>
                    <a:pt x="11261" y="0"/>
                  </a:moveTo>
                  <a:lnTo>
                    <a:pt x="4692" y="0"/>
                  </a:lnTo>
                  <a:lnTo>
                    <a:pt x="2439" y="1850"/>
                  </a:lnTo>
                  <a:lnTo>
                    <a:pt x="2439" y="4150"/>
                  </a:lnTo>
                  <a:lnTo>
                    <a:pt x="0" y="6449"/>
                  </a:lnTo>
                  <a:lnTo>
                    <a:pt x="0" y="49353"/>
                  </a:lnTo>
                  <a:lnTo>
                    <a:pt x="2439" y="51652"/>
                  </a:lnTo>
                  <a:lnTo>
                    <a:pt x="2439" y="53970"/>
                  </a:lnTo>
                  <a:lnTo>
                    <a:pt x="4692" y="56270"/>
                  </a:lnTo>
                  <a:lnTo>
                    <a:pt x="11261" y="56270"/>
                  </a:lnTo>
                  <a:lnTo>
                    <a:pt x="13513" y="53970"/>
                  </a:lnTo>
                  <a:lnTo>
                    <a:pt x="13513" y="51652"/>
                  </a:lnTo>
                  <a:lnTo>
                    <a:pt x="15953" y="49353"/>
                  </a:lnTo>
                  <a:lnTo>
                    <a:pt x="15953" y="6449"/>
                  </a:lnTo>
                  <a:lnTo>
                    <a:pt x="13513" y="4150"/>
                  </a:lnTo>
                  <a:lnTo>
                    <a:pt x="13513" y="1850"/>
                  </a:lnTo>
                  <a:lnTo>
                    <a:pt x="11261" y="0"/>
                  </a:lnTo>
                  <a:close/>
                </a:path>
                <a:path w="16509" h="362585">
                  <a:moveTo>
                    <a:pt x="13513" y="98706"/>
                  </a:moveTo>
                  <a:lnTo>
                    <a:pt x="2439" y="98706"/>
                  </a:lnTo>
                  <a:lnTo>
                    <a:pt x="2439" y="101005"/>
                  </a:lnTo>
                  <a:lnTo>
                    <a:pt x="0" y="105623"/>
                  </a:lnTo>
                  <a:lnTo>
                    <a:pt x="2439" y="107922"/>
                  </a:lnTo>
                  <a:lnTo>
                    <a:pt x="2439" y="110240"/>
                  </a:lnTo>
                  <a:lnTo>
                    <a:pt x="4692" y="112540"/>
                  </a:lnTo>
                  <a:lnTo>
                    <a:pt x="11261" y="112540"/>
                  </a:lnTo>
                  <a:lnTo>
                    <a:pt x="13513" y="110240"/>
                  </a:lnTo>
                  <a:lnTo>
                    <a:pt x="13513" y="107922"/>
                  </a:lnTo>
                  <a:lnTo>
                    <a:pt x="15953" y="105623"/>
                  </a:lnTo>
                  <a:lnTo>
                    <a:pt x="13513" y="101005"/>
                  </a:lnTo>
                  <a:lnTo>
                    <a:pt x="13513" y="98706"/>
                  </a:lnTo>
                  <a:close/>
                </a:path>
                <a:path w="16509" h="362585">
                  <a:moveTo>
                    <a:pt x="11261" y="209396"/>
                  </a:moveTo>
                  <a:lnTo>
                    <a:pt x="4692" y="209396"/>
                  </a:lnTo>
                  <a:lnTo>
                    <a:pt x="9384" y="211246"/>
                  </a:lnTo>
                  <a:lnTo>
                    <a:pt x="11261" y="209396"/>
                  </a:lnTo>
                  <a:close/>
                </a:path>
                <a:path w="16509" h="362585">
                  <a:moveTo>
                    <a:pt x="13513" y="154976"/>
                  </a:moveTo>
                  <a:lnTo>
                    <a:pt x="2439" y="154976"/>
                  </a:lnTo>
                  <a:lnTo>
                    <a:pt x="2439" y="157276"/>
                  </a:lnTo>
                  <a:lnTo>
                    <a:pt x="0" y="161893"/>
                  </a:lnTo>
                  <a:lnTo>
                    <a:pt x="0" y="202479"/>
                  </a:lnTo>
                  <a:lnTo>
                    <a:pt x="2439" y="207096"/>
                  </a:lnTo>
                  <a:lnTo>
                    <a:pt x="2439" y="209396"/>
                  </a:lnTo>
                  <a:lnTo>
                    <a:pt x="13513" y="209396"/>
                  </a:lnTo>
                  <a:lnTo>
                    <a:pt x="13513" y="207096"/>
                  </a:lnTo>
                  <a:lnTo>
                    <a:pt x="15953" y="202479"/>
                  </a:lnTo>
                  <a:lnTo>
                    <a:pt x="15953" y="161893"/>
                  </a:lnTo>
                  <a:lnTo>
                    <a:pt x="13513" y="157276"/>
                  </a:lnTo>
                  <a:lnTo>
                    <a:pt x="13513" y="154976"/>
                  </a:lnTo>
                  <a:close/>
                </a:path>
                <a:path w="16509" h="362585">
                  <a:moveTo>
                    <a:pt x="11261" y="265666"/>
                  </a:moveTo>
                  <a:lnTo>
                    <a:pt x="4692" y="265666"/>
                  </a:lnTo>
                  <a:lnTo>
                    <a:pt x="9384" y="267517"/>
                  </a:lnTo>
                  <a:lnTo>
                    <a:pt x="11261" y="265666"/>
                  </a:lnTo>
                  <a:close/>
                </a:path>
                <a:path w="16509" h="362585">
                  <a:moveTo>
                    <a:pt x="13513" y="254131"/>
                  </a:moveTo>
                  <a:lnTo>
                    <a:pt x="2439" y="254131"/>
                  </a:lnTo>
                  <a:lnTo>
                    <a:pt x="2439" y="256450"/>
                  </a:lnTo>
                  <a:lnTo>
                    <a:pt x="0" y="258749"/>
                  </a:lnTo>
                  <a:lnTo>
                    <a:pt x="2439" y="263366"/>
                  </a:lnTo>
                  <a:lnTo>
                    <a:pt x="2439" y="265666"/>
                  </a:lnTo>
                  <a:lnTo>
                    <a:pt x="13513" y="265666"/>
                  </a:lnTo>
                  <a:lnTo>
                    <a:pt x="13513" y="263366"/>
                  </a:lnTo>
                  <a:lnTo>
                    <a:pt x="15953" y="258749"/>
                  </a:lnTo>
                  <a:lnTo>
                    <a:pt x="13513" y="256450"/>
                  </a:lnTo>
                  <a:lnTo>
                    <a:pt x="13513" y="254131"/>
                  </a:lnTo>
                  <a:close/>
                </a:path>
                <a:path w="16509" h="362585">
                  <a:moveTo>
                    <a:pt x="9384" y="251832"/>
                  </a:moveTo>
                  <a:lnTo>
                    <a:pt x="4692" y="254131"/>
                  </a:lnTo>
                  <a:lnTo>
                    <a:pt x="11261" y="254131"/>
                  </a:lnTo>
                  <a:lnTo>
                    <a:pt x="9384" y="251832"/>
                  </a:lnTo>
                  <a:close/>
                </a:path>
                <a:path w="16509" h="362585">
                  <a:moveTo>
                    <a:pt x="13513" y="310402"/>
                  </a:moveTo>
                  <a:lnTo>
                    <a:pt x="2439" y="310402"/>
                  </a:lnTo>
                  <a:lnTo>
                    <a:pt x="2439" y="312720"/>
                  </a:lnTo>
                  <a:lnTo>
                    <a:pt x="0" y="315019"/>
                  </a:lnTo>
                  <a:lnTo>
                    <a:pt x="0" y="355605"/>
                  </a:lnTo>
                  <a:lnTo>
                    <a:pt x="2439" y="357904"/>
                  </a:lnTo>
                  <a:lnTo>
                    <a:pt x="2439" y="360222"/>
                  </a:lnTo>
                  <a:lnTo>
                    <a:pt x="4692" y="362054"/>
                  </a:lnTo>
                  <a:lnTo>
                    <a:pt x="11261" y="362054"/>
                  </a:lnTo>
                  <a:lnTo>
                    <a:pt x="13513" y="360222"/>
                  </a:lnTo>
                  <a:lnTo>
                    <a:pt x="13513" y="357904"/>
                  </a:lnTo>
                  <a:lnTo>
                    <a:pt x="15953" y="355605"/>
                  </a:lnTo>
                  <a:lnTo>
                    <a:pt x="15953" y="315019"/>
                  </a:lnTo>
                  <a:lnTo>
                    <a:pt x="13513" y="312720"/>
                  </a:lnTo>
                  <a:lnTo>
                    <a:pt x="13513" y="310402"/>
                  </a:lnTo>
                  <a:close/>
                </a:path>
                <a:path w="16509" h="362585">
                  <a:moveTo>
                    <a:pt x="9384" y="308102"/>
                  </a:moveTo>
                  <a:lnTo>
                    <a:pt x="4692" y="310402"/>
                  </a:lnTo>
                  <a:lnTo>
                    <a:pt x="11261" y="310402"/>
                  </a:lnTo>
                  <a:lnTo>
                    <a:pt x="9384" y="308102"/>
                  </a:lnTo>
                  <a:close/>
                </a:path>
              </a:pathLst>
            </a:custGeom>
            <a:solidFill>
              <a:srgbClr val="000000"/>
            </a:solidFill>
          </p:spPr>
          <p:txBody>
            <a:bodyPr wrap="square" lIns="0" tIns="0" rIns="0" bIns="0" rtlCol="0"/>
            <a:lstStyle/>
            <a:p/>
          </p:txBody>
        </p:sp>
        <p:sp>
          <p:nvSpPr>
            <p:cNvPr id="137" name="object 137" descr=""/>
            <p:cNvSpPr/>
            <p:nvPr/>
          </p:nvSpPr>
          <p:spPr>
            <a:xfrm>
              <a:off x="8246175" y="4785376"/>
              <a:ext cx="16510" cy="362585"/>
            </a:xfrm>
            <a:custGeom>
              <a:avLst/>
              <a:gdLst/>
              <a:ahLst/>
              <a:cxnLst/>
              <a:rect l="l" t="t" r="r" b="b"/>
              <a:pathLst>
                <a:path w="16509" h="362585">
                  <a:moveTo>
                    <a:pt x="15953" y="6449"/>
                  </a:moveTo>
                  <a:lnTo>
                    <a:pt x="15953" y="49353"/>
                  </a:lnTo>
                  <a:lnTo>
                    <a:pt x="13513" y="51652"/>
                  </a:lnTo>
                  <a:lnTo>
                    <a:pt x="13513" y="53970"/>
                  </a:lnTo>
                  <a:lnTo>
                    <a:pt x="11261" y="56270"/>
                  </a:lnTo>
                  <a:lnTo>
                    <a:pt x="9384" y="56270"/>
                  </a:lnTo>
                  <a:lnTo>
                    <a:pt x="4692" y="56270"/>
                  </a:lnTo>
                  <a:lnTo>
                    <a:pt x="2439" y="53970"/>
                  </a:lnTo>
                  <a:lnTo>
                    <a:pt x="2439" y="51652"/>
                  </a:lnTo>
                  <a:lnTo>
                    <a:pt x="0" y="49353"/>
                  </a:lnTo>
                  <a:lnTo>
                    <a:pt x="0" y="6449"/>
                  </a:lnTo>
                  <a:lnTo>
                    <a:pt x="2439" y="4150"/>
                  </a:lnTo>
                  <a:lnTo>
                    <a:pt x="2439" y="1850"/>
                  </a:lnTo>
                  <a:lnTo>
                    <a:pt x="4692" y="0"/>
                  </a:lnTo>
                  <a:lnTo>
                    <a:pt x="9384" y="0"/>
                  </a:lnTo>
                  <a:lnTo>
                    <a:pt x="11261" y="0"/>
                  </a:lnTo>
                  <a:lnTo>
                    <a:pt x="13513" y="1850"/>
                  </a:lnTo>
                  <a:lnTo>
                    <a:pt x="13513" y="4150"/>
                  </a:lnTo>
                  <a:lnTo>
                    <a:pt x="15953" y="6449"/>
                  </a:lnTo>
                  <a:close/>
                </a:path>
                <a:path w="16509" h="362585">
                  <a:moveTo>
                    <a:pt x="15953" y="105623"/>
                  </a:moveTo>
                  <a:lnTo>
                    <a:pt x="13513" y="107922"/>
                  </a:lnTo>
                  <a:lnTo>
                    <a:pt x="13513" y="110240"/>
                  </a:lnTo>
                  <a:lnTo>
                    <a:pt x="11261" y="112540"/>
                  </a:lnTo>
                  <a:lnTo>
                    <a:pt x="9384" y="112540"/>
                  </a:lnTo>
                  <a:lnTo>
                    <a:pt x="4692" y="112540"/>
                  </a:lnTo>
                  <a:lnTo>
                    <a:pt x="2439" y="110240"/>
                  </a:lnTo>
                  <a:lnTo>
                    <a:pt x="2439" y="107922"/>
                  </a:lnTo>
                  <a:lnTo>
                    <a:pt x="0" y="105623"/>
                  </a:lnTo>
                  <a:lnTo>
                    <a:pt x="2439" y="101005"/>
                  </a:lnTo>
                  <a:lnTo>
                    <a:pt x="2439" y="98706"/>
                  </a:lnTo>
                  <a:lnTo>
                    <a:pt x="4692" y="98706"/>
                  </a:lnTo>
                  <a:lnTo>
                    <a:pt x="9384" y="98706"/>
                  </a:lnTo>
                  <a:lnTo>
                    <a:pt x="11261" y="98706"/>
                  </a:lnTo>
                  <a:lnTo>
                    <a:pt x="13513" y="98706"/>
                  </a:lnTo>
                  <a:lnTo>
                    <a:pt x="13513" y="101005"/>
                  </a:lnTo>
                  <a:lnTo>
                    <a:pt x="15953" y="105623"/>
                  </a:lnTo>
                  <a:close/>
                </a:path>
                <a:path w="16509" h="362585">
                  <a:moveTo>
                    <a:pt x="15953" y="161893"/>
                  </a:moveTo>
                  <a:lnTo>
                    <a:pt x="15953" y="202479"/>
                  </a:lnTo>
                  <a:lnTo>
                    <a:pt x="13513" y="207096"/>
                  </a:lnTo>
                  <a:lnTo>
                    <a:pt x="13513" y="209396"/>
                  </a:lnTo>
                  <a:lnTo>
                    <a:pt x="11261" y="209396"/>
                  </a:lnTo>
                  <a:lnTo>
                    <a:pt x="9384" y="211246"/>
                  </a:lnTo>
                  <a:lnTo>
                    <a:pt x="4692" y="209396"/>
                  </a:lnTo>
                  <a:lnTo>
                    <a:pt x="2439" y="209396"/>
                  </a:lnTo>
                  <a:lnTo>
                    <a:pt x="2439" y="207096"/>
                  </a:lnTo>
                  <a:lnTo>
                    <a:pt x="0" y="202479"/>
                  </a:lnTo>
                  <a:lnTo>
                    <a:pt x="0" y="161893"/>
                  </a:lnTo>
                  <a:lnTo>
                    <a:pt x="2439" y="157276"/>
                  </a:lnTo>
                  <a:lnTo>
                    <a:pt x="2439" y="154976"/>
                  </a:lnTo>
                  <a:lnTo>
                    <a:pt x="4692" y="154976"/>
                  </a:lnTo>
                  <a:lnTo>
                    <a:pt x="9384" y="154976"/>
                  </a:lnTo>
                  <a:lnTo>
                    <a:pt x="11261" y="154976"/>
                  </a:lnTo>
                  <a:lnTo>
                    <a:pt x="13513" y="154976"/>
                  </a:lnTo>
                  <a:lnTo>
                    <a:pt x="13513" y="157276"/>
                  </a:lnTo>
                  <a:lnTo>
                    <a:pt x="15953" y="161893"/>
                  </a:lnTo>
                  <a:close/>
                </a:path>
                <a:path w="16509" h="362585">
                  <a:moveTo>
                    <a:pt x="15953" y="258749"/>
                  </a:moveTo>
                  <a:lnTo>
                    <a:pt x="13513" y="263366"/>
                  </a:lnTo>
                  <a:lnTo>
                    <a:pt x="13513" y="265666"/>
                  </a:lnTo>
                  <a:lnTo>
                    <a:pt x="11261" y="265666"/>
                  </a:lnTo>
                  <a:lnTo>
                    <a:pt x="9384" y="267517"/>
                  </a:lnTo>
                  <a:lnTo>
                    <a:pt x="4692" y="265666"/>
                  </a:lnTo>
                  <a:lnTo>
                    <a:pt x="2439" y="265666"/>
                  </a:lnTo>
                  <a:lnTo>
                    <a:pt x="2439" y="263366"/>
                  </a:lnTo>
                  <a:lnTo>
                    <a:pt x="0" y="258749"/>
                  </a:lnTo>
                  <a:lnTo>
                    <a:pt x="2439" y="256450"/>
                  </a:lnTo>
                  <a:lnTo>
                    <a:pt x="2439" y="254131"/>
                  </a:lnTo>
                  <a:lnTo>
                    <a:pt x="4692" y="254131"/>
                  </a:lnTo>
                  <a:lnTo>
                    <a:pt x="9384" y="251832"/>
                  </a:lnTo>
                  <a:lnTo>
                    <a:pt x="11261" y="254131"/>
                  </a:lnTo>
                  <a:lnTo>
                    <a:pt x="13513" y="254131"/>
                  </a:lnTo>
                  <a:lnTo>
                    <a:pt x="13513" y="256450"/>
                  </a:lnTo>
                  <a:lnTo>
                    <a:pt x="15953" y="258749"/>
                  </a:lnTo>
                  <a:close/>
                </a:path>
                <a:path w="16509" h="362585">
                  <a:moveTo>
                    <a:pt x="15953" y="315019"/>
                  </a:moveTo>
                  <a:lnTo>
                    <a:pt x="15953" y="355605"/>
                  </a:lnTo>
                  <a:lnTo>
                    <a:pt x="13513" y="357904"/>
                  </a:lnTo>
                  <a:lnTo>
                    <a:pt x="13513" y="360222"/>
                  </a:lnTo>
                  <a:lnTo>
                    <a:pt x="11261" y="362054"/>
                  </a:lnTo>
                  <a:lnTo>
                    <a:pt x="9384" y="362054"/>
                  </a:lnTo>
                  <a:lnTo>
                    <a:pt x="4692" y="362054"/>
                  </a:lnTo>
                  <a:lnTo>
                    <a:pt x="2439" y="360222"/>
                  </a:lnTo>
                  <a:lnTo>
                    <a:pt x="2439" y="357904"/>
                  </a:lnTo>
                  <a:lnTo>
                    <a:pt x="0" y="355605"/>
                  </a:lnTo>
                  <a:lnTo>
                    <a:pt x="0" y="315019"/>
                  </a:lnTo>
                  <a:lnTo>
                    <a:pt x="2439" y="312720"/>
                  </a:lnTo>
                  <a:lnTo>
                    <a:pt x="2439" y="310402"/>
                  </a:lnTo>
                  <a:lnTo>
                    <a:pt x="4692" y="310402"/>
                  </a:lnTo>
                  <a:lnTo>
                    <a:pt x="9384" y="308102"/>
                  </a:lnTo>
                  <a:lnTo>
                    <a:pt x="11261" y="310402"/>
                  </a:lnTo>
                  <a:lnTo>
                    <a:pt x="13513" y="310402"/>
                  </a:lnTo>
                  <a:lnTo>
                    <a:pt x="13513" y="312720"/>
                  </a:lnTo>
                  <a:lnTo>
                    <a:pt x="15953" y="315019"/>
                  </a:lnTo>
                  <a:close/>
                </a:path>
              </a:pathLst>
            </a:custGeom>
            <a:ln w="3175">
              <a:solidFill>
                <a:srgbClr val="000000"/>
              </a:solidFill>
            </a:ln>
          </p:spPr>
          <p:txBody>
            <a:bodyPr wrap="square" lIns="0" tIns="0" rIns="0" bIns="0" rtlCol="0"/>
            <a:lstStyle/>
            <a:p/>
          </p:txBody>
        </p:sp>
        <p:sp>
          <p:nvSpPr>
            <p:cNvPr id="138" name="object 138" descr=""/>
            <p:cNvSpPr/>
            <p:nvPr/>
          </p:nvSpPr>
          <p:spPr>
            <a:xfrm>
              <a:off x="8246175" y="5134065"/>
              <a:ext cx="269240" cy="13970"/>
            </a:xfrm>
            <a:custGeom>
              <a:avLst/>
              <a:gdLst/>
              <a:ahLst/>
              <a:cxnLst/>
              <a:rect l="l" t="t" r="r" b="b"/>
              <a:pathLst>
                <a:path w="269240" h="13970">
                  <a:moveTo>
                    <a:pt x="52177" y="0"/>
                  </a:moveTo>
                  <a:lnTo>
                    <a:pt x="4692" y="0"/>
                  </a:lnTo>
                  <a:lnTo>
                    <a:pt x="2439" y="2299"/>
                  </a:lnTo>
                  <a:lnTo>
                    <a:pt x="2439" y="4617"/>
                  </a:lnTo>
                  <a:lnTo>
                    <a:pt x="0" y="6916"/>
                  </a:lnTo>
                  <a:lnTo>
                    <a:pt x="2439" y="9216"/>
                  </a:lnTo>
                  <a:lnTo>
                    <a:pt x="2439" y="11534"/>
                  </a:lnTo>
                  <a:lnTo>
                    <a:pt x="4692" y="13366"/>
                  </a:lnTo>
                  <a:lnTo>
                    <a:pt x="52177" y="13366"/>
                  </a:lnTo>
                  <a:lnTo>
                    <a:pt x="54429" y="11534"/>
                  </a:lnTo>
                  <a:lnTo>
                    <a:pt x="56306" y="9216"/>
                  </a:lnTo>
                  <a:lnTo>
                    <a:pt x="56306" y="4617"/>
                  </a:lnTo>
                  <a:lnTo>
                    <a:pt x="54429" y="2299"/>
                  </a:lnTo>
                  <a:lnTo>
                    <a:pt x="52177" y="0"/>
                  </a:lnTo>
                  <a:close/>
                </a:path>
                <a:path w="269240" h="13970">
                  <a:moveTo>
                    <a:pt x="110736" y="0"/>
                  </a:moveTo>
                  <a:lnTo>
                    <a:pt x="103791" y="0"/>
                  </a:lnTo>
                  <a:lnTo>
                    <a:pt x="101914" y="2299"/>
                  </a:lnTo>
                  <a:lnTo>
                    <a:pt x="99662" y="4617"/>
                  </a:lnTo>
                  <a:lnTo>
                    <a:pt x="99662" y="9216"/>
                  </a:lnTo>
                  <a:lnTo>
                    <a:pt x="101914" y="11534"/>
                  </a:lnTo>
                  <a:lnTo>
                    <a:pt x="103791" y="13366"/>
                  </a:lnTo>
                  <a:lnTo>
                    <a:pt x="110736" y="13366"/>
                  </a:lnTo>
                  <a:lnTo>
                    <a:pt x="112988" y="11534"/>
                  </a:lnTo>
                  <a:lnTo>
                    <a:pt x="112988" y="9216"/>
                  </a:lnTo>
                  <a:lnTo>
                    <a:pt x="115428" y="6916"/>
                  </a:lnTo>
                  <a:lnTo>
                    <a:pt x="112988" y="4617"/>
                  </a:lnTo>
                  <a:lnTo>
                    <a:pt x="112988" y="2299"/>
                  </a:lnTo>
                  <a:lnTo>
                    <a:pt x="110736" y="0"/>
                  </a:lnTo>
                  <a:close/>
                </a:path>
                <a:path w="269240" h="13970">
                  <a:moveTo>
                    <a:pt x="207959" y="0"/>
                  </a:moveTo>
                  <a:lnTo>
                    <a:pt x="160473" y="0"/>
                  </a:lnTo>
                  <a:lnTo>
                    <a:pt x="158221" y="2299"/>
                  </a:lnTo>
                  <a:lnTo>
                    <a:pt x="158221" y="4617"/>
                  </a:lnTo>
                  <a:lnTo>
                    <a:pt x="155781" y="6916"/>
                  </a:lnTo>
                  <a:lnTo>
                    <a:pt x="158221" y="9216"/>
                  </a:lnTo>
                  <a:lnTo>
                    <a:pt x="158221" y="11534"/>
                  </a:lnTo>
                  <a:lnTo>
                    <a:pt x="160473" y="13366"/>
                  </a:lnTo>
                  <a:lnTo>
                    <a:pt x="207959" y="13366"/>
                  </a:lnTo>
                  <a:lnTo>
                    <a:pt x="209835" y="11534"/>
                  </a:lnTo>
                  <a:lnTo>
                    <a:pt x="212088" y="9216"/>
                  </a:lnTo>
                  <a:lnTo>
                    <a:pt x="212088" y="4617"/>
                  </a:lnTo>
                  <a:lnTo>
                    <a:pt x="209835" y="2299"/>
                  </a:lnTo>
                  <a:lnTo>
                    <a:pt x="207959" y="0"/>
                  </a:lnTo>
                  <a:close/>
                </a:path>
                <a:path w="269240" h="13970">
                  <a:moveTo>
                    <a:pt x="264077" y="0"/>
                  </a:moveTo>
                  <a:lnTo>
                    <a:pt x="259573" y="0"/>
                  </a:lnTo>
                  <a:lnTo>
                    <a:pt x="257133" y="2299"/>
                  </a:lnTo>
                  <a:lnTo>
                    <a:pt x="254881" y="4617"/>
                  </a:lnTo>
                  <a:lnTo>
                    <a:pt x="254881" y="9216"/>
                  </a:lnTo>
                  <a:lnTo>
                    <a:pt x="257133" y="11534"/>
                  </a:lnTo>
                  <a:lnTo>
                    <a:pt x="259573" y="13366"/>
                  </a:lnTo>
                  <a:lnTo>
                    <a:pt x="264077" y="13366"/>
                  </a:lnTo>
                  <a:lnTo>
                    <a:pt x="266517" y="11534"/>
                  </a:lnTo>
                  <a:lnTo>
                    <a:pt x="268770" y="9216"/>
                  </a:lnTo>
                  <a:lnTo>
                    <a:pt x="268770" y="4617"/>
                  </a:lnTo>
                  <a:lnTo>
                    <a:pt x="266517" y="2299"/>
                  </a:lnTo>
                  <a:lnTo>
                    <a:pt x="264077" y="0"/>
                  </a:lnTo>
                  <a:close/>
                </a:path>
              </a:pathLst>
            </a:custGeom>
            <a:solidFill>
              <a:srgbClr val="000000"/>
            </a:solidFill>
          </p:spPr>
          <p:txBody>
            <a:bodyPr wrap="square" lIns="0" tIns="0" rIns="0" bIns="0" rtlCol="0"/>
            <a:lstStyle/>
            <a:p/>
          </p:txBody>
        </p:sp>
        <p:sp>
          <p:nvSpPr>
            <p:cNvPr id="139" name="object 139" descr=""/>
            <p:cNvSpPr/>
            <p:nvPr/>
          </p:nvSpPr>
          <p:spPr>
            <a:xfrm>
              <a:off x="8246175" y="5134065"/>
              <a:ext cx="269240" cy="13970"/>
            </a:xfrm>
            <a:custGeom>
              <a:avLst/>
              <a:gdLst/>
              <a:ahLst/>
              <a:cxnLst/>
              <a:rect l="l" t="t" r="r" b="b"/>
              <a:pathLst>
                <a:path w="269240" h="13970">
                  <a:moveTo>
                    <a:pt x="9384" y="0"/>
                  </a:moveTo>
                  <a:lnTo>
                    <a:pt x="49925" y="0"/>
                  </a:lnTo>
                  <a:lnTo>
                    <a:pt x="52177" y="0"/>
                  </a:lnTo>
                  <a:lnTo>
                    <a:pt x="54429" y="2299"/>
                  </a:lnTo>
                  <a:lnTo>
                    <a:pt x="56306" y="4617"/>
                  </a:lnTo>
                  <a:lnTo>
                    <a:pt x="56306" y="6916"/>
                  </a:lnTo>
                  <a:lnTo>
                    <a:pt x="56306" y="9216"/>
                  </a:lnTo>
                  <a:lnTo>
                    <a:pt x="54429" y="11534"/>
                  </a:lnTo>
                  <a:lnTo>
                    <a:pt x="52177" y="13366"/>
                  </a:lnTo>
                  <a:lnTo>
                    <a:pt x="49925" y="13366"/>
                  </a:lnTo>
                  <a:lnTo>
                    <a:pt x="9384" y="13366"/>
                  </a:lnTo>
                  <a:lnTo>
                    <a:pt x="4692" y="13366"/>
                  </a:lnTo>
                  <a:lnTo>
                    <a:pt x="2439" y="11534"/>
                  </a:lnTo>
                  <a:lnTo>
                    <a:pt x="2439" y="9216"/>
                  </a:lnTo>
                  <a:lnTo>
                    <a:pt x="0" y="6916"/>
                  </a:lnTo>
                  <a:lnTo>
                    <a:pt x="2439" y="4617"/>
                  </a:lnTo>
                  <a:lnTo>
                    <a:pt x="2439" y="2299"/>
                  </a:lnTo>
                  <a:lnTo>
                    <a:pt x="4692" y="0"/>
                  </a:lnTo>
                  <a:lnTo>
                    <a:pt x="9384" y="0"/>
                  </a:lnTo>
                  <a:close/>
                </a:path>
                <a:path w="269240" h="13970">
                  <a:moveTo>
                    <a:pt x="106044" y="0"/>
                  </a:moveTo>
                  <a:lnTo>
                    <a:pt x="110736" y="0"/>
                  </a:lnTo>
                  <a:lnTo>
                    <a:pt x="112988" y="2299"/>
                  </a:lnTo>
                  <a:lnTo>
                    <a:pt x="112988" y="4617"/>
                  </a:lnTo>
                  <a:lnTo>
                    <a:pt x="115428" y="6916"/>
                  </a:lnTo>
                  <a:lnTo>
                    <a:pt x="112988" y="9216"/>
                  </a:lnTo>
                  <a:lnTo>
                    <a:pt x="112988" y="11534"/>
                  </a:lnTo>
                  <a:lnTo>
                    <a:pt x="110736" y="13366"/>
                  </a:lnTo>
                  <a:lnTo>
                    <a:pt x="106044" y="13366"/>
                  </a:lnTo>
                  <a:lnTo>
                    <a:pt x="99662" y="4617"/>
                  </a:lnTo>
                  <a:lnTo>
                    <a:pt x="101914" y="2299"/>
                  </a:lnTo>
                  <a:lnTo>
                    <a:pt x="103791" y="0"/>
                  </a:lnTo>
                  <a:lnTo>
                    <a:pt x="106044" y="0"/>
                  </a:lnTo>
                  <a:close/>
                </a:path>
                <a:path w="269240" h="13970">
                  <a:moveTo>
                    <a:pt x="162726" y="0"/>
                  </a:moveTo>
                  <a:lnTo>
                    <a:pt x="205519" y="0"/>
                  </a:lnTo>
                  <a:lnTo>
                    <a:pt x="207959" y="0"/>
                  </a:lnTo>
                  <a:lnTo>
                    <a:pt x="209835" y="2299"/>
                  </a:lnTo>
                  <a:lnTo>
                    <a:pt x="212088" y="4617"/>
                  </a:lnTo>
                  <a:lnTo>
                    <a:pt x="212088" y="6916"/>
                  </a:lnTo>
                  <a:lnTo>
                    <a:pt x="212088" y="9216"/>
                  </a:lnTo>
                  <a:lnTo>
                    <a:pt x="209835" y="11534"/>
                  </a:lnTo>
                  <a:lnTo>
                    <a:pt x="207959" y="13366"/>
                  </a:lnTo>
                  <a:lnTo>
                    <a:pt x="205519" y="13366"/>
                  </a:lnTo>
                  <a:lnTo>
                    <a:pt x="162726" y="13366"/>
                  </a:lnTo>
                  <a:lnTo>
                    <a:pt x="160473" y="13366"/>
                  </a:lnTo>
                  <a:lnTo>
                    <a:pt x="158221" y="11534"/>
                  </a:lnTo>
                  <a:lnTo>
                    <a:pt x="158221" y="9216"/>
                  </a:lnTo>
                  <a:lnTo>
                    <a:pt x="155781" y="6916"/>
                  </a:lnTo>
                  <a:lnTo>
                    <a:pt x="158221" y="4617"/>
                  </a:lnTo>
                  <a:lnTo>
                    <a:pt x="158221" y="2299"/>
                  </a:lnTo>
                  <a:lnTo>
                    <a:pt x="160473" y="0"/>
                  </a:lnTo>
                  <a:lnTo>
                    <a:pt x="162726" y="0"/>
                  </a:lnTo>
                  <a:close/>
                </a:path>
                <a:path w="269240" h="13970">
                  <a:moveTo>
                    <a:pt x="261825" y="0"/>
                  </a:moveTo>
                  <a:lnTo>
                    <a:pt x="264077" y="0"/>
                  </a:lnTo>
                  <a:lnTo>
                    <a:pt x="266517" y="2299"/>
                  </a:lnTo>
                  <a:lnTo>
                    <a:pt x="268770" y="4617"/>
                  </a:lnTo>
                  <a:lnTo>
                    <a:pt x="268770" y="6916"/>
                  </a:lnTo>
                  <a:lnTo>
                    <a:pt x="268770" y="9216"/>
                  </a:lnTo>
                  <a:lnTo>
                    <a:pt x="266517" y="11534"/>
                  </a:lnTo>
                  <a:lnTo>
                    <a:pt x="264077" y="13366"/>
                  </a:lnTo>
                  <a:lnTo>
                    <a:pt x="261825" y="13366"/>
                  </a:lnTo>
                  <a:lnTo>
                    <a:pt x="254881" y="4617"/>
                  </a:lnTo>
                  <a:lnTo>
                    <a:pt x="257133" y="2299"/>
                  </a:lnTo>
                  <a:lnTo>
                    <a:pt x="259573" y="0"/>
                  </a:lnTo>
                  <a:lnTo>
                    <a:pt x="261825" y="0"/>
                  </a:lnTo>
                  <a:close/>
                </a:path>
              </a:pathLst>
            </a:custGeom>
            <a:ln w="3175">
              <a:solidFill>
                <a:srgbClr val="000000"/>
              </a:solidFill>
            </a:ln>
          </p:spPr>
          <p:txBody>
            <a:bodyPr wrap="square" lIns="0" tIns="0" rIns="0" bIns="0" rtlCol="0"/>
            <a:lstStyle/>
            <a:p/>
          </p:txBody>
        </p:sp>
        <p:sp>
          <p:nvSpPr>
            <p:cNvPr id="140" name="object 140" descr=""/>
            <p:cNvSpPr/>
            <p:nvPr/>
          </p:nvSpPr>
          <p:spPr>
            <a:xfrm>
              <a:off x="8132811" y="4847648"/>
              <a:ext cx="120014" cy="114935"/>
            </a:xfrm>
            <a:custGeom>
              <a:avLst/>
              <a:gdLst/>
              <a:ahLst/>
              <a:cxnLst/>
              <a:rect l="l" t="t" r="r" b="b"/>
              <a:pathLst>
                <a:path w="120015" h="114935">
                  <a:moveTo>
                    <a:pt x="0" y="114839"/>
                  </a:moveTo>
                  <a:lnTo>
                    <a:pt x="0" y="0"/>
                  </a:lnTo>
                </a:path>
                <a:path w="120015" h="114935">
                  <a:moveTo>
                    <a:pt x="0" y="0"/>
                  </a:moveTo>
                  <a:lnTo>
                    <a:pt x="119933" y="0"/>
                  </a:lnTo>
                </a:path>
              </a:pathLst>
            </a:custGeom>
            <a:ln w="13455">
              <a:solidFill>
                <a:srgbClr val="000000"/>
              </a:solidFill>
            </a:ln>
          </p:spPr>
          <p:txBody>
            <a:bodyPr wrap="square" lIns="0" tIns="0" rIns="0" bIns="0" rtlCol="0"/>
            <a:lstStyle/>
            <a:p/>
          </p:txBody>
        </p:sp>
        <p:pic>
          <p:nvPicPr>
            <p:cNvPr id="141" name="object 141" descr=""/>
            <p:cNvPicPr/>
            <p:nvPr/>
          </p:nvPicPr>
          <p:blipFill>
            <a:blip r:embed="rId4" cstate="print"/>
            <a:stretch>
              <a:fillRect/>
            </a:stretch>
          </p:blipFill>
          <p:spPr>
            <a:xfrm>
              <a:off x="8922792" y="4613805"/>
              <a:ext cx="198518" cy="755946"/>
            </a:xfrm>
            <a:prstGeom prst="rect">
              <a:avLst/>
            </a:prstGeom>
          </p:spPr>
        </p:pic>
        <p:sp>
          <p:nvSpPr>
            <p:cNvPr id="142" name="object 142" descr=""/>
            <p:cNvSpPr/>
            <p:nvPr/>
          </p:nvSpPr>
          <p:spPr>
            <a:xfrm>
              <a:off x="8922792" y="4613805"/>
              <a:ext cx="198755" cy="756285"/>
            </a:xfrm>
            <a:custGeom>
              <a:avLst/>
              <a:gdLst/>
              <a:ahLst/>
              <a:cxnLst/>
              <a:rect l="l" t="t" r="r" b="b"/>
              <a:pathLst>
                <a:path w="198754" h="756285">
                  <a:moveTo>
                    <a:pt x="0" y="755946"/>
                  </a:moveTo>
                  <a:lnTo>
                    <a:pt x="198518" y="755946"/>
                  </a:lnTo>
                  <a:lnTo>
                    <a:pt x="198518" y="0"/>
                  </a:lnTo>
                  <a:lnTo>
                    <a:pt x="0" y="0"/>
                  </a:lnTo>
                  <a:lnTo>
                    <a:pt x="0" y="755946"/>
                  </a:lnTo>
                  <a:close/>
                </a:path>
              </a:pathLst>
            </a:custGeom>
            <a:ln w="13478">
              <a:solidFill>
                <a:srgbClr val="000000"/>
              </a:solidFill>
            </a:ln>
          </p:spPr>
          <p:txBody>
            <a:bodyPr wrap="square" lIns="0" tIns="0" rIns="0" bIns="0" rtlCol="0"/>
            <a:lstStyle/>
            <a:p/>
          </p:txBody>
        </p:sp>
        <p:pic>
          <p:nvPicPr>
            <p:cNvPr id="143" name="object 143" descr=""/>
            <p:cNvPicPr/>
            <p:nvPr/>
          </p:nvPicPr>
          <p:blipFill>
            <a:blip r:embed="rId5" cstate="print"/>
            <a:stretch>
              <a:fillRect/>
            </a:stretch>
          </p:blipFill>
          <p:spPr>
            <a:xfrm>
              <a:off x="7855219" y="4613805"/>
              <a:ext cx="198987" cy="755946"/>
            </a:xfrm>
            <a:prstGeom prst="rect">
              <a:avLst/>
            </a:prstGeom>
          </p:spPr>
        </p:pic>
        <p:sp>
          <p:nvSpPr>
            <p:cNvPr id="144" name="object 144" descr=""/>
            <p:cNvSpPr/>
            <p:nvPr/>
          </p:nvSpPr>
          <p:spPr>
            <a:xfrm>
              <a:off x="7857659" y="4613805"/>
              <a:ext cx="196850" cy="756285"/>
            </a:xfrm>
            <a:custGeom>
              <a:avLst/>
              <a:gdLst/>
              <a:ahLst/>
              <a:cxnLst/>
              <a:rect l="l" t="t" r="r" b="b"/>
              <a:pathLst>
                <a:path w="196850" h="756285">
                  <a:moveTo>
                    <a:pt x="0" y="755946"/>
                  </a:moveTo>
                  <a:lnTo>
                    <a:pt x="196660" y="755946"/>
                  </a:lnTo>
                  <a:lnTo>
                    <a:pt x="196660" y="0"/>
                  </a:lnTo>
                  <a:lnTo>
                    <a:pt x="0" y="0"/>
                  </a:lnTo>
                  <a:lnTo>
                    <a:pt x="0" y="755946"/>
                  </a:lnTo>
                  <a:close/>
                </a:path>
              </a:pathLst>
            </a:custGeom>
            <a:ln w="13479">
              <a:solidFill>
                <a:srgbClr val="000000"/>
              </a:solidFill>
            </a:ln>
          </p:spPr>
          <p:txBody>
            <a:bodyPr wrap="square" lIns="0" tIns="0" rIns="0" bIns="0" rtlCol="0"/>
            <a:lstStyle/>
            <a:p/>
          </p:txBody>
        </p:sp>
        <p:pic>
          <p:nvPicPr>
            <p:cNvPr id="145" name="object 145" descr=""/>
            <p:cNvPicPr/>
            <p:nvPr/>
          </p:nvPicPr>
          <p:blipFill>
            <a:blip r:embed="rId8" cstate="print"/>
            <a:stretch>
              <a:fillRect/>
            </a:stretch>
          </p:blipFill>
          <p:spPr>
            <a:xfrm>
              <a:off x="6046115" y="2366918"/>
              <a:ext cx="76710" cy="85432"/>
            </a:xfrm>
            <a:prstGeom prst="rect">
              <a:avLst/>
            </a:prstGeom>
          </p:spPr>
        </p:pic>
        <p:pic>
          <p:nvPicPr>
            <p:cNvPr id="146" name="object 146" descr=""/>
            <p:cNvPicPr/>
            <p:nvPr/>
          </p:nvPicPr>
          <p:blipFill>
            <a:blip r:embed="rId9" cstate="print"/>
            <a:stretch>
              <a:fillRect/>
            </a:stretch>
          </p:blipFill>
          <p:spPr>
            <a:xfrm>
              <a:off x="7120070" y="3177321"/>
              <a:ext cx="76709" cy="83562"/>
            </a:xfrm>
            <a:prstGeom prst="rect">
              <a:avLst/>
            </a:prstGeom>
          </p:spPr>
        </p:pic>
        <p:pic>
          <p:nvPicPr>
            <p:cNvPr id="147" name="object 147" descr=""/>
            <p:cNvPicPr/>
            <p:nvPr/>
          </p:nvPicPr>
          <p:blipFill>
            <a:blip r:embed="rId10" cstate="print"/>
            <a:stretch>
              <a:fillRect/>
            </a:stretch>
          </p:blipFill>
          <p:spPr>
            <a:xfrm>
              <a:off x="7386400" y="4010250"/>
              <a:ext cx="76710" cy="85395"/>
            </a:xfrm>
            <a:prstGeom prst="rect">
              <a:avLst/>
            </a:prstGeom>
          </p:spPr>
        </p:pic>
        <p:sp>
          <p:nvSpPr>
            <p:cNvPr id="148" name="object 148" descr=""/>
            <p:cNvSpPr/>
            <p:nvPr/>
          </p:nvSpPr>
          <p:spPr>
            <a:xfrm>
              <a:off x="5814293" y="1701209"/>
              <a:ext cx="246379" cy="648970"/>
            </a:xfrm>
            <a:custGeom>
              <a:avLst/>
              <a:gdLst/>
              <a:ahLst/>
              <a:cxnLst/>
              <a:rect l="l" t="t" r="r" b="b"/>
              <a:pathLst>
                <a:path w="246379" h="648969">
                  <a:moveTo>
                    <a:pt x="171547" y="556158"/>
                  </a:moveTo>
                  <a:lnTo>
                    <a:pt x="245872" y="648509"/>
                  </a:lnTo>
                  <a:lnTo>
                    <a:pt x="243574" y="587565"/>
                  </a:lnTo>
                  <a:lnTo>
                    <a:pt x="219032" y="587565"/>
                  </a:lnTo>
                  <a:lnTo>
                    <a:pt x="216592" y="585322"/>
                  </a:lnTo>
                  <a:lnTo>
                    <a:pt x="212088" y="585322"/>
                  </a:lnTo>
                  <a:lnTo>
                    <a:pt x="212088" y="580648"/>
                  </a:lnTo>
                  <a:lnTo>
                    <a:pt x="209303" y="573174"/>
                  </a:lnTo>
                  <a:lnTo>
                    <a:pt x="171547" y="556158"/>
                  </a:lnTo>
                  <a:close/>
                </a:path>
                <a:path w="246379" h="648969">
                  <a:moveTo>
                    <a:pt x="209303" y="573174"/>
                  </a:moveTo>
                  <a:lnTo>
                    <a:pt x="212088" y="580648"/>
                  </a:lnTo>
                  <a:lnTo>
                    <a:pt x="212088" y="585322"/>
                  </a:lnTo>
                  <a:lnTo>
                    <a:pt x="216592" y="585322"/>
                  </a:lnTo>
                  <a:lnTo>
                    <a:pt x="219032" y="587565"/>
                  </a:lnTo>
                  <a:lnTo>
                    <a:pt x="223161" y="587565"/>
                  </a:lnTo>
                  <a:lnTo>
                    <a:pt x="225414" y="585322"/>
                  </a:lnTo>
                  <a:lnTo>
                    <a:pt x="227854" y="580648"/>
                  </a:lnTo>
                  <a:lnTo>
                    <a:pt x="230106" y="578405"/>
                  </a:lnTo>
                  <a:lnTo>
                    <a:pt x="220909" y="578405"/>
                  </a:lnTo>
                  <a:lnTo>
                    <a:pt x="209303" y="573174"/>
                  </a:lnTo>
                  <a:close/>
                </a:path>
                <a:path w="246379" h="648969">
                  <a:moveTo>
                    <a:pt x="241367" y="529051"/>
                  </a:moveTo>
                  <a:lnTo>
                    <a:pt x="225426" y="567509"/>
                  </a:lnTo>
                  <a:lnTo>
                    <a:pt x="227854" y="574105"/>
                  </a:lnTo>
                  <a:lnTo>
                    <a:pt x="230106" y="578405"/>
                  </a:lnTo>
                  <a:lnTo>
                    <a:pt x="227854" y="580648"/>
                  </a:lnTo>
                  <a:lnTo>
                    <a:pt x="225414" y="585322"/>
                  </a:lnTo>
                  <a:lnTo>
                    <a:pt x="223161" y="587565"/>
                  </a:lnTo>
                  <a:lnTo>
                    <a:pt x="243574" y="587565"/>
                  </a:lnTo>
                  <a:lnTo>
                    <a:pt x="241367" y="529051"/>
                  </a:lnTo>
                  <a:close/>
                </a:path>
                <a:path w="246379" h="648969">
                  <a:moveTo>
                    <a:pt x="13513" y="0"/>
                  </a:moveTo>
                  <a:lnTo>
                    <a:pt x="6569" y="0"/>
                  </a:lnTo>
                  <a:lnTo>
                    <a:pt x="2252" y="2243"/>
                  </a:lnTo>
                  <a:lnTo>
                    <a:pt x="0" y="4486"/>
                  </a:lnTo>
                  <a:lnTo>
                    <a:pt x="0" y="11403"/>
                  </a:lnTo>
                  <a:lnTo>
                    <a:pt x="209303" y="573174"/>
                  </a:lnTo>
                  <a:lnTo>
                    <a:pt x="220909" y="578405"/>
                  </a:lnTo>
                  <a:lnTo>
                    <a:pt x="225426" y="567509"/>
                  </a:lnTo>
                  <a:lnTo>
                    <a:pt x="18205" y="4486"/>
                  </a:lnTo>
                  <a:lnTo>
                    <a:pt x="15765" y="2243"/>
                  </a:lnTo>
                  <a:lnTo>
                    <a:pt x="13513" y="0"/>
                  </a:lnTo>
                  <a:close/>
                </a:path>
                <a:path w="246379" h="648969">
                  <a:moveTo>
                    <a:pt x="225426" y="567509"/>
                  </a:moveTo>
                  <a:lnTo>
                    <a:pt x="220909" y="578405"/>
                  </a:lnTo>
                  <a:lnTo>
                    <a:pt x="230106" y="578405"/>
                  </a:lnTo>
                  <a:lnTo>
                    <a:pt x="227854" y="574105"/>
                  </a:lnTo>
                  <a:lnTo>
                    <a:pt x="225426" y="567509"/>
                  </a:lnTo>
                  <a:close/>
                </a:path>
              </a:pathLst>
            </a:custGeom>
            <a:solidFill>
              <a:srgbClr val="FF0000"/>
            </a:solidFill>
          </p:spPr>
          <p:txBody>
            <a:bodyPr wrap="square" lIns="0" tIns="0" rIns="0" bIns="0" rtlCol="0"/>
            <a:lstStyle/>
            <a:p/>
          </p:txBody>
        </p:sp>
        <p:sp>
          <p:nvSpPr>
            <p:cNvPr id="149" name="object 149" descr=""/>
            <p:cNvSpPr/>
            <p:nvPr/>
          </p:nvSpPr>
          <p:spPr>
            <a:xfrm>
              <a:off x="5814293" y="1701209"/>
              <a:ext cx="246379" cy="648970"/>
            </a:xfrm>
            <a:custGeom>
              <a:avLst/>
              <a:gdLst/>
              <a:ahLst/>
              <a:cxnLst/>
              <a:rect l="l" t="t" r="r" b="b"/>
              <a:pathLst>
                <a:path w="246379" h="648969">
                  <a:moveTo>
                    <a:pt x="18205" y="4486"/>
                  </a:moveTo>
                  <a:lnTo>
                    <a:pt x="227854" y="574105"/>
                  </a:lnTo>
                  <a:lnTo>
                    <a:pt x="230106" y="578405"/>
                  </a:lnTo>
                  <a:lnTo>
                    <a:pt x="227854" y="580648"/>
                  </a:lnTo>
                  <a:lnTo>
                    <a:pt x="225414" y="585322"/>
                  </a:lnTo>
                  <a:lnTo>
                    <a:pt x="223161" y="587565"/>
                  </a:lnTo>
                  <a:lnTo>
                    <a:pt x="219032" y="587565"/>
                  </a:lnTo>
                  <a:lnTo>
                    <a:pt x="216592" y="585322"/>
                  </a:lnTo>
                  <a:lnTo>
                    <a:pt x="212088" y="585322"/>
                  </a:lnTo>
                  <a:lnTo>
                    <a:pt x="212088" y="580648"/>
                  </a:lnTo>
                  <a:lnTo>
                    <a:pt x="0" y="11403"/>
                  </a:lnTo>
                  <a:lnTo>
                    <a:pt x="0" y="9160"/>
                  </a:lnTo>
                  <a:lnTo>
                    <a:pt x="0" y="4486"/>
                  </a:lnTo>
                  <a:lnTo>
                    <a:pt x="2252" y="2243"/>
                  </a:lnTo>
                  <a:lnTo>
                    <a:pt x="6569" y="0"/>
                  </a:lnTo>
                  <a:lnTo>
                    <a:pt x="8821" y="0"/>
                  </a:lnTo>
                  <a:lnTo>
                    <a:pt x="13513" y="0"/>
                  </a:lnTo>
                  <a:lnTo>
                    <a:pt x="15765" y="2243"/>
                  </a:lnTo>
                  <a:lnTo>
                    <a:pt x="18205" y="4486"/>
                  </a:lnTo>
                  <a:close/>
                </a:path>
                <a:path w="246379" h="648969">
                  <a:moveTo>
                    <a:pt x="220909" y="578405"/>
                  </a:moveTo>
                  <a:lnTo>
                    <a:pt x="241367" y="529051"/>
                  </a:lnTo>
                  <a:lnTo>
                    <a:pt x="245872" y="648509"/>
                  </a:lnTo>
                  <a:lnTo>
                    <a:pt x="171547" y="556158"/>
                  </a:lnTo>
                  <a:lnTo>
                    <a:pt x="220909" y="578405"/>
                  </a:lnTo>
                  <a:close/>
                </a:path>
              </a:pathLst>
            </a:custGeom>
            <a:ln w="3175">
              <a:solidFill>
                <a:srgbClr val="FF0000"/>
              </a:solidFill>
            </a:ln>
          </p:spPr>
          <p:txBody>
            <a:bodyPr wrap="square" lIns="0" tIns="0" rIns="0" bIns="0" rtlCol="0"/>
            <a:lstStyle/>
            <a:p/>
          </p:txBody>
        </p:sp>
        <p:sp>
          <p:nvSpPr>
            <p:cNvPr id="150" name="object 150" descr=""/>
            <p:cNvSpPr/>
            <p:nvPr/>
          </p:nvSpPr>
          <p:spPr>
            <a:xfrm>
              <a:off x="6894816" y="1701209"/>
              <a:ext cx="266700" cy="1463675"/>
            </a:xfrm>
            <a:custGeom>
              <a:avLst/>
              <a:gdLst/>
              <a:ahLst/>
              <a:cxnLst/>
              <a:rect l="l" t="t" r="r" b="b"/>
              <a:pathLst>
                <a:path w="266700" h="1463675">
                  <a:moveTo>
                    <a:pt x="192005" y="1357401"/>
                  </a:moveTo>
                  <a:lnTo>
                    <a:pt x="245872" y="1463398"/>
                  </a:lnTo>
                  <a:lnTo>
                    <a:pt x="257292" y="1397968"/>
                  </a:lnTo>
                  <a:lnTo>
                    <a:pt x="232358" y="1397968"/>
                  </a:lnTo>
                  <a:lnTo>
                    <a:pt x="227666" y="1395538"/>
                  </a:lnTo>
                  <a:lnTo>
                    <a:pt x="225977" y="1393294"/>
                  </a:lnTo>
                  <a:lnTo>
                    <a:pt x="225977" y="1388621"/>
                  </a:lnTo>
                  <a:lnTo>
                    <a:pt x="224779" y="1381312"/>
                  </a:lnTo>
                  <a:lnTo>
                    <a:pt x="192005" y="1357401"/>
                  </a:lnTo>
                  <a:close/>
                </a:path>
                <a:path w="266700" h="1463675">
                  <a:moveTo>
                    <a:pt x="224779" y="1381312"/>
                  </a:moveTo>
                  <a:lnTo>
                    <a:pt x="225977" y="1388621"/>
                  </a:lnTo>
                  <a:lnTo>
                    <a:pt x="225977" y="1393294"/>
                  </a:lnTo>
                  <a:lnTo>
                    <a:pt x="227666" y="1395538"/>
                  </a:lnTo>
                  <a:lnTo>
                    <a:pt x="232358" y="1397968"/>
                  </a:lnTo>
                  <a:lnTo>
                    <a:pt x="237050" y="1397968"/>
                  </a:lnTo>
                  <a:lnTo>
                    <a:pt x="239303" y="1395538"/>
                  </a:lnTo>
                  <a:lnTo>
                    <a:pt x="241743" y="1393294"/>
                  </a:lnTo>
                  <a:lnTo>
                    <a:pt x="243619" y="1391051"/>
                  </a:lnTo>
                  <a:lnTo>
                    <a:pt x="243619" y="1388621"/>
                  </a:lnTo>
                  <a:lnTo>
                    <a:pt x="234798" y="1388621"/>
                  </a:lnTo>
                  <a:lnTo>
                    <a:pt x="224779" y="1381312"/>
                  </a:lnTo>
                  <a:close/>
                </a:path>
                <a:path w="266700" h="1463675">
                  <a:moveTo>
                    <a:pt x="266330" y="1346184"/>
                  </a:moveTo>
                  <a:lnTo>
                    <a:pt x="242254" y="1378586"/>
                  </a:lnTo>
                  <a:lnTo>
                    <a:pt x="243619" y="1386938"/>
                  </a:lnTo>
                  <a:lnTo>
                    <a:pt x="243619" y="1391051"/>
                  </a:lnTo>
                  <a:lnTo>
                    <a:pt x="241743" y="1393294"/>
                  </a:lnTo>
                  <a:lnTo>
                    <a:pt x="239303" y="1395538"/>
                  </a:lnTo>
                  <a:lnTo>
                    <a:pt x="237050" y="1397968"/>
                  </a:lnTo>
                  <a:lnTo>
                    <a:pt x="257292" y="1397968"/>
                  </a:lnTo>
                  <a:lnTo>
                    <a:pt x="266330" y="1346184"/>
                  </a:lnTo>
                  <a:close/>
                </a:path>
                <a:path w="266700" h="1463675">
                  <a:moveTo>
                    <a:pt x="15765" y="0"/>
                  </a:moveTo>
                  <a:lnTo>
                    <a:pt x="4504" y="0"/>
                  </a:lnTo>
                  <a:lnTo>
                    <a:pt x="2252" y="2243"/>
                  </a:lnTo>
                  <a:lnTo>
                    <a:pt x="0" y="6916"/>
                  </a:lnTo>
                  <a:lnTo>
                    <a:pt x="0" y="9160"/>
                  </a:lnTo>
                  <a:lnTo>
                    <a:pt x="224779" y="1381312"/>
                  </a:lnTo>
                  <a:lnTo>
                    <a:pt x="234798" y="1388621"/>
                  </a:lnTo>
                  <a:lnTo>
                    <a:pt x="242254" y="1378586"/>
                  </a:lnTo>
                  <a:lnTo>
                    <a:pt x="18018" y="6916"/>
                  </a:lnTo>
                  <a:lnTo>
                    <a:pt x="18018" y="2243"/>
                  </a:lnTo>
                  <a:lnTo>
                    <a:pt x="15765" y="0"/>
                  </a:lnTo>
                  <a:close/>
                </a:path>
                <a:path w="266700" h="1463675">
                  <a:moveTo>
                    <a:pt x="242254" y="1378586"/>
                  </a:moveTo>
                  <a:lnTo>
                    <a:pt x="234798" y="1388621"/>
                  </a:lnTo>
                  <a:lnTo>
                    <a:pt x="243619" y="1388621"/>
                  </a:lnTo>
                  <a:lnTo>
                    <a:pt x="243619" y="1386938"/>
                  </a:lnTo>
                  <a:lnTo>
                    <a:pt x="242254" y="1378586"/>
                  </a:lnTo>
                  <a:close/>
                </a:path>
              </a:pathLst>
            </a:custGeom>
            <a:solidFill>
              <a:srgbClr val="FF0000"/>
            </a:solidFill>
          </p:spPr>
          <p:txBody>
            <a:bodyPr wrap="square" lIns="0" tIns="0" rIns="0" bIns="0" rtlCol="0"/>
            <a:lstStyle/>
            <a:p/>
          </p:txBody>
        </p:sp>
        <p:sp>
          <p:nvSpPr>
            <p:cNvPr id="151" name="object 151" descr=""/>
            <p:cNvSpPr/>
            <p:nvPr/>
          </p:nvSpPr>
          <p:spPr>
            <a:xfrm>
              <a:off x="6894816" y="1701209"/>
              <a:ext cx="266700" cy="1463675"/>
            </a:xfrm>
            <a:custGeom>
              <a:avLst/>
              <a:gdLst/>
              <a:ahLst/>
              <a:cxnLst/>
              <a:rect l="l" t="t" r="r" b="b"/>
              <a:pathLst>
                <a:path w="266700" h="1463675">
                  <a:moveTo>
                    <a:pt x="18018" y="6916"/>
                  </a:moveTo>
                  <a:lnTo>
                    <a:pt x="243619" y="1386938"/>
                  </a:lnTo>
                  <a:lnTo>
                    <a:pt x="243619" y="1391051"/>
                  </a:lnTo>
                  <a:lnTo>
                    <a:pt x="241743" y="1393294"/>
                  </a:lnTo>
                  <a:lnTo>
                    <a:pt x="239303" y="1395538"/>
                  </a:lnTo>
                  <a:lnTo>
                    <a:pt x="237050" y="1397968"/>
                  </a:lnTo>
                  <a:lnTo>
                    <a:pt x="232358" y="1397968"/>
                  </a:lnTo>
                  <a:lnTo>
                    <a:pt x="227666" y="1395538"/>
                  </a:lnTo>
                  <a:lnTo>
                    <a:pt x="225977" y="1393294"/>
                  </a:lnTo>
                  <a:lnTo>
                    <a:pt x="225977" y="1388621"/>
                  </a:lnTo>
                  <a:lnTo>
                    <a:pt x="0" y="9160"/>
                  </a:lnTo>
                  <a:lnTo>
                    <a:pt x="0" y="6916"/>
                  </a:lnTo>
                  <a:lnTo>
                    <a:pt x="2252" y="2243"/>
                  </a:lnTo>
                  <a:lnTo>
                    <a:pt x="4504" y="0"/>
                  </a:lnTo>
                  <a:lnTo>
                    <a:pt x="9196" y="0"/>
                  </a:lnTo>
                  <a:lnTo>
                    <a:pt x="11636" y="0"/>
                  </a:lnTo>
                  <a:lnTo>
                    <a:pt x="15765" y="0"/>
                  </a:lnTo>
                  <a:lnTo>
                    <a:pt x="18018" y="2243"/>
                  </a:lnTo>
                  <a:lnTo>
                    <a:pt x="18018" y="6916"/>
                  </a:lnTo>
                  <a:close/>
                </a:path>
                <a:path w="266700" h="1463675">
                  <a:moveTo>
                    <a:pt x="234798" y="1388621"/>
                  </a:moveTo>
                  <a:lnTo>
                    <a:pt x="266330" y="1346184"/>
                  </a:lnTo>
                  <a:lnTo>
                    <a:pt x="245872" y="1463398"/>
                  </a:lnTo>
                  <a:lnTo>
                    <a:pt x="192005" y="1357401"/>
                  </a:lnTo>
                  <a:lnTo>
                    <a:pt x="234798" y="1388621"/>
                  </a:lnTo>
                  <a:close/>
                </a:path>
              </a:pathLst>
            </a:custGeom>
            <a:ln w="3175">
              <a:solidFill>
                <a:srgbClr val="FF0000"/>
              </a:solidFill>
            </a:ln>
          </p:spPr>
          <p:txBody>
            <a:bodyPr wrap="square" lIns="0" tIns="0" rIns="0" bIns="0" rtlCol="0"/>
            <a:lstStyle/>
            <a:p/>
          </p:txBody>
        </p:sp>
        <p:pic>
          <p:nvPicPr>
            <p:cNvPr id="152" name="object 152" descr=""/>
            <p:cNvPicPr/>
            <p:nvPr/>
          </p:nvPicPr>
          <p:blipFill>
            <a:blip r:embed="rId11" cstate="print"/>
            <a:stretch>
              <a:fillRect/>
            </a:stretch>
          </p:blipFill>
          <p:spPr>
            <a:xfrm>
              <a:off x="5782038" y="1658026"/>
              <a:ext cx="76709" cy="83001"/>
            </a:xfrm>
            <a:prstGeom prst="rect">
              <a:avLst/>
            </a:prstGeom>
          </p:spPr>
        </p:pic>
        <p:pic>
          <p:nvPicPr>
            <p:cNvPr id="153" name="object 153" descr=""/>
            <p:cNvPicPr/>
            <p:nvPr/>
          </p:nvPicPr>
          <p:blipFill>
            <a:blip r:embed="rId12" cstate="print"/>
            <a:stretch>
              <a:fillRect/>
            </a:stretch>
          </p:blipFill>
          <p:spPr>
            <a:xfrm>
              <a:off x="6847171" y="1658026"/>
              <a:ext cx="76709" cy="83001"/>
            </a:xfrm>
            <a:prstGeom prst="rect">
              <a:avLst/>
            </a:prstGeom>
          </p:spPr>
        </p:pic>
        <p:sp>
          <p:nvSpPr>
            <p:cNvPr id="154" name="object 154" descr=""/>
            <p:cNvSpPr/>
            <p:nvPr/>
          </p:nvSpPr>
          <p:spPr>
            <a:xfrm>
              <a:off x="5381244" y="1264538"/>
              <a:ext cx="4459605" cy="362585"/>
            </a:xfrm>
            <a:custGeom>
              <a:avLst/>
              <a:gdLst/>
              <a:ahLst/>
              <a:cxnLst/>
              <a:rect l="l" t="t" r="r" b="b"/>
              <a:pathLst>
                <a:path w="4459605" h="362585">
                  <a:moveTo>
                    <a:pt x="4383306" y="33183"/>
                  </a:moveTo>
                  <a:lnTo>
                    <a:pt x="0" y="353187"/>
                  </a:lnTo>
                  <a:lnTo>
                    <a:pt x="761" y="362585"/>
                  </a:lnTo>
                  <a:lnTo>
                    <a:pt x="4384007" y="42712"/>
                  </a:lnTo>
                  <a:lnTo>
                    <a:pt x="4383306" y="33183"/>
                  </a:lnTo>
                  <a:close/>
                </a:path>
                <a:path w="4459605" h="362585">
                  <a:moveTo>
                    <a:pt x="4458989" y="32258"/>
                  </a:moveTo>
                  <a:lnTo>
                    <a:pt x="4395978" y="32258"/>
                  </a:lnTo>
                  <a:lnTo>
                    <a:pt x="4396739" y="41783"/>
                  </a:lnTo>
                  <a:lnTo>
                    <a:pt x="4384007" y="42712"/>
                  </a:lnTo>
                  <a:lnTo>
                    <a:pt x="4386453" y="75946"/>
                  </a:lnTo>
                  <a:lnTo>
                    <a:pt x="4459605" y="32512"/>
                  </a:lnTo>
                  <a:lnTo>
                    <a:pt x="4458989" y="32258"/>
                  </a:lnTo>
                  <a:close/>
                </a:path>
                <a:path w="4459605" h="362585">
                  <a:moveTo>
                    <a:pt x="4395978" y="32258"/>
                  </a:moveTo>
                  <a:lnTo>
                    <a:pt x="4383306" y="33183"/>
                  </a:lnTo>
                  <a:lnTo>
                    <a:pt x="4383939" y="41783"/>
                  </a:lnTo>
                  <a:lnTo>
                    <a:pt x="4384007" y="42712"/>
                  </a:lnTo>
                  <a:lnTo>
                    <a:pt x="4396739" y="41783"/>
                  </a:lnTo>
                  <a:lnTo>
                    <a:pt x="4396052" y="33183"/>
                  </a:lnTo>
                  <a:lnTo>
                    <a:pt x="4395978" y="32258"/>
                  </a:lnTo>
                  <a:close/>
                </a:path>
                <a:path w="4459605" h="362585">
                  <a:moveTo>
                    <a:pt x="4380864" y="0"/>
                  </a:moveTo>
                  <a:lnTo>
                    <a:pt x="4383238" y="32258"/>
                  </a:lnTo>
                  <a:lnTo>
                    <a:pt x="4383306" y="33183"/>
                  </a:lnTo>
                  <a:lnTo>
                    <a:pt x="4395978" y="32258"/>
                  </a:lnTo>
                  <a:lnTo>
                    <a:pt x="4458989" y="32258"/>
                  </a:lnTo>
                  <a:lnTo>
                    <a:pt x="4380864" y="0"/>
                  </a:lnTo>
                  <a:close/>
                </a:path>
              </a:pathLst>
            </a:custGeom>
            <a:solidFill>
              <a:srgbClr val="40458B"/>
            </a:solidFill>
          </p:spPr>
          <p:txBody>
            <a:bodyPr wrap="square" lIns="0" tIns="0" rIns="0" bIns="0" rtlCol="0"/>
            <a:lstStyle/>
            <a:p/>
          </p:txBody>
        </p:sp>
      </p:grpSp>
      <p:sp>
        <p:nvSpPr>
          <p:cNvPr id="155" name="object 155" descr=""/>
          <p:cNvSpPr txBox="1"/>
          <p:nvPr/>
        </p:nvSpPr>
        <p:spPr>
          <a:xfrm>
            <a:off x="1388207" y="4829659"/>
            <a:ext cx="140843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OR</a:t>
            </a:r>
            <a:r>
              <a:rPr dirty="0" sz="1300" spc="45">
                <a:latin typeface="Times New Roman"/>
                <a:cs typeface="Times New Roman"/>
              </a:rPr>
              <a:t> </a:t>
            </a:r>
            <a:r>
              <a:rPr dirty="0" sz="1300" spc="-10">
                <a:latin typeface="Times New Roman"/>
                <a:cs typeface="Times New Roman"/>
              </a:rPr>
              <a:t>R10</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R11</a:t>
            </a:r>
            <a:endParaRPr sz="1300">
              <a:latin typeface="Times New Roman"/>
              <a:cs typeface="Times New Roman"/>
            </a:endParaRPr>
          </a:p>
        </p:txBody>
      </p:sp>
      <p:sp>
        <p:nvSpPr>
          <p:cNvPr id="156" name="object 156" descr=""/>
          <p:cNvSpPr txBox="1"/>
          <p:nvPr/>
        </p:nvSpPr>
        <p:spPr>
          <a:xfrm>
            <a:off x="2503170" y="6011062"/>
            <a:ext cx="3864610" cy="330835"/>
          </a:xfrm>
          <a:prstGeom prst="rect">
            <a:avLst/>
          </a:prstGeom>
        </p:spPr>
        <p:txBody>
          <a:bodyPr wrap="square" lIns="0" tIns="12700" rIns="0" bIns="0" rtlCol="0" vert="horz">
            <a:spAutoFit/>
          </a:bodyPr>
          <a:lstStyle/>
          <a:p>
            <a:pPr marL="12700">
              <a:lnSpc>
                <a:spcPct val="100000"/>
              </a:lnSpc>
              <a:spcBef>
                <a:spcPts val="100"/>
              </a:spcBef>
            </a:pPr>
            <a:r>
              <a:rPr dirty="0" sz="2000" spc="-20" b="1">
                <a:solidFill>
                  <a:srgbClr val="FF0000"/>
                </a:solidFill>
                <a:latin typeface="宋体"/>
                <a:cs typeface="宋体"/>
              </a:rPr>
              <a:t>采用定向技术后的流水线数据通路</a:t>
            </a:r>
            <a:endParaRPr sz="2000">
              <a:latin typeface="宋体"/>
              <a:cs typeface="宋体"/>
            </a:endParaRPr>
          </a:p>
        </p:txBody>
      </p:sp>
      <p:sp>
        <p:nvSpPr>
          <p:cNvPr id="157" name="object 157" descr=""/>
          <p:cNvSpPr txBox="1"/>
          <p:nvPr/>
        </p:nvSpPr>
        <p:spPr>
          <a:xfrm>
            <a:off x="365252" y="868426"/>
            <a:ext cx="243903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9FF"/>
                </a:solidFill>
                <a:latin typeface="Tahoma"/>
                <a:cs typeface="Tahoma"/>
              </a:rPr>
              <a:t>R1=1,R2=4,R3=2</a:t>
            </a:r>
            <a:endParaRPr sz="2400">
              <a:latin typeface="Tahoma"/>
              <a:cs typeface="Tahoma"/>
            </a:endParaRPr>
          </a:p>
        </p:txBody>
      </p:sp>
      <p:sp>
        <p:nvSpPr>
          <p:cNvPr id="158" name="object 158" descr=""/>
          <p:cNvSpPr txBox="1"/>
          <p:nvPr/>
        </p:nvSpPr>
        <p:spPr>
          <a:xfrm>
            <a:off x="9480550" y="982725"/>
            <a:ext cx="2519680" cy="4183379"/>
          </a:xfrm>
          <a:prstGeom prst="rect">
            <a:avLst/>
          </a:prstGeom>
          <a:solidFill>
            <a:srgbClr val="D4D6EB"/>
          </a:solidFill>
        </p:spPr>
        <p:txBody>
          <a:bodyPr wrap="square" lIns="0" tIns="22860" rIns="0" bIns="0" rtlCol="0" vert="horz">
            <a:spAutoFit/>
          </a:bodyPr>
          <a:lstStyle/>
          <a:p>
            <a:pPr algn="just" marL="92075" marR="130810">
              <a:lnSpc>
                <a:spcPts val="3600"/>
              </a:lnSpc>
              <a:spcBef>
                <a:spcPts val="180"/>
              </a:spcBef>
            </a:pPr>
            <a:r>
              <a:rPr dirty="0" sz="2000" spc="-5">
                <a:solidFill>
                  <a:srgbClr val="40458B"/>
                </a:solidFill>
                <a:latin typeface="黑体"/>
                <a:cs typeface="黑体"/>
              </a:rPr>
              <a:t>第一条指令</a:t>
            </a:r>
            <a:r>
              <a:rPr dirty="0" sz="2000">
                <a:solidFill>
                  <a:srgbClr val="40458B"/>
                </a:solidFill>
                <a:latin typeface="Tahoma"/>
                <a:cs typeface="Tahoma"/>
              </a:rPr>
              <a:t>3 </a:t>
            </a:r>
            <a:r>
              <a:rPr dirty="0" sz="2000" spc="-20">
                <a:solidFill>
                  <a:srgbClr val="40458B"/>
                </a:solidFill>
                <a:latin typeface="黑体"/>
                <a:cs typeface="黑体"/>
              </a:rPr>
              <a:t>周期末</a:t>
            </a:r>
            <a:r>
              <a:rPr dirty="0" sz="2000" spc="-10">
                <a:solidFill>
                  <a:srgbClr val="40458B"/>
                </a:solidFill>
                <a:latin typeface="黑体"/>
                <a:cs typeface="黑体"/>
              </a:rPr>
              <a:t>已完成计算</a:t>
            </a:r>
            <a:r>
              <a:rPr dirty="0" sz="2000" spc="-20">
                <a:solidFill>
                  <a:srgbClr val="40458B"/>
                </a:solidFill>
                <a:latin typeface="黑体"/>
                <a:cs typeface="黑体"/>
              </a:rPr>
              <a:t>（</a:t>
            </a:r>
            <a:r>
              <a:rPr dirty="0" sz="2000" spc="-5">
                <a:solidFill>
                  <a:srgbClr val="40458B"/>
                </a:solidFill>
                <a:latin typeface="黑体"/>
                <a:cs typeface="黑体"/>
              </a:rPr>
              <a:t>例如</a:t>
            </a:r>
            <a:r>
              <a:rPr dirty="0" sz="2000" spc="-50">
                <a:solidFill>
                  <a:srgbClr val="FF09FF"/>
                </a:solidFill>
                <a:latin typeface="黑体"/>
                <a:cs typeface="黑体"/>
              </a:rPr>
              <a:t>结</a:t>
            </a:r>
            <a:r>
              <a:rPr dirty="0" sz="2000">
                <a:solidFill>
                  <a:srgbClr val="FF09FF"/>
                </a:solidFill>
                <a:latin typeface="黑体"/>
                <a:cs typeface="黑体"/>
              </a:rPr>
              <a:t>果</a:t>
            </a:r>
            <a:r>
              <a:rPr dirty="0" sz="2000">
                <a:solidFill>
                  <a:srgbClr val="40458B"/>
                </a:solidFill>
                <a:latin typeface="黑体"/>
                <a:cs typeface="黑体"/>
              </a:rPr>
              <a:t>为</a:t>
            </a:r>
            <a:r>
              <a:rPr dirty="0" sz="2000" spc="-10">
                <a:solidFill>
                  <a:srgbClr val="40458B"/>
                </a:solidFill>
                <a:latin typeface="Tahoma"/>
                <a:cs typeface="Tahoma"/>
              </a:rPr>
              <a:t>6</a:t>
            </a:r>
            <a:r>
              <a:rPr dirty="0" sz="2000" spc="-10">
                <a:solidFill>
                  <a:srgbClr val="40458B"/>
                </a:solidFill>
                <a:latin typeface="黑体"/>
                <a:cs typeface="黑体"/>
              </a:rPr>
              <a:t>）</a:t>
            </a:r>
            <a:r>
              <a:rPr dirty="0" sz="2000" spc="-20">
                <a:solidFill>
                  <a:srgbClr val="40458B"/>
                </a:solidFill>
                <a:latin typeface="黑体"/>
                <a:cs typeface="黑体"/>
              </a:rPr>
              <a:t>，第二条指</a:t>
            </a:r>
            <a:endParaRPr sz="2000">
              <a:latin typeface="黑体"/>
              <a:cs typeface="黑体"/>
            </a:endParaRPr>
          </a:p>
          <a:p>
            <a:pPr marL="92075">
              <a:lnSpc>
                <a:spcPct val="100000"/>
              </a:lnSpc>
              <a:spcBef>
                <a:spcPts val="880"/>
              </a:spcBef>
            </a:pPr>
            <a:r>
              <a:rPr dirty="0" sz="2000">
                <a:solidFill>
                  <a:srgbClr val="40458B"/>
                </a:solidFill>
                <a:latin typeface="黑体"/>
                <a:cs typeface="黑体"/>
              </a:rPr>
              <a:t>令第</a:t>
            </a:r>
            <a:r>
              <a:rPr dirty="0" sz="2000" spc="-10">
                <a:solidFill>
                  <a:srgbClr val="40458B"/>
                </a:solidFill>
                <a:latin typeface="Tahoma"/>
                <a:cs typeface="Tahoma"/>
              </a:rPr>
              <a:t>4</a:t>
            </a:r>
            <a:r>
              <a:rPr dirty="0" sz="2000" spc="-5">
                <a:solidFill>
                  <a:srgbClr val="40458B"/>
                </a:solidFill>
                <a:latin typeface="黑体"/>
                <a:cs typeface="黑体"/>
              </a:rPr>
              <a:t>周期</a:t>
            </a:r>
            <a:r>
              <a:rPr dirty="0" sz="2000" spc="-5">
                <a:solidFill>
                  <a:srgbClr val="FF09FF"/>
                </a:solidFill>
                <a:latin typeface="黑体"/>
                <a:cs typeface="黑体"/>
              </a:rPr>
              <a:t>开始才</a:t>
            </a:r>
            <a:r>
              <a:rPr dirty="0" sz="2000" spc="-50">
                <a:solidFill>
                  <a:srgbClr val="40458B"/>
                </a:solidFill>
                <a:latin typeface="黑体"/>
                <a:cs typeface="黑体"/>
              </a:rPr>
              <a:t>读</a:t>
            </a:r>
            <a:endParaRPr sz="2000">
              <a:latin typeface="黑体"/>
              <a:cs typeface="黑体"/>
            </a:endParaRPr>
          </a:p>
          <a:p>
            <a:pPr marL="92075">
              <a:lnSpc>
                <a:spcPct val="100000"/>
              </a:lnSpc>
              <a:spcBef>
                <a:spcPts val="1200"/>
              </a:spcBef>
            </a:pPr>
            <a:r>
              <a:rPr dirty="0" sz="2000">
                <a:solidFill>
                  <a:srgbClr val="40458B"/>
                </a:solidFill>
                <a:latin typeface="黑体"/>
                <a:cs typeface="黑体"/>
              </a:rPr>
              <a:t>（</a:t>
            </a:r>
            <a:r>
              <a:rPr dirty="0" sz="2000" spc="-15">
                <a:solidFill>
                  <a:srgbClr val="40458B"/>
                </a:solidFill>
                <a:latin typeface="黑体"/>
                <a:cs typeface="黑体"/>
              </a:rPr>
              <a:t>运算器的一端</a:t>
            </a:r>
            <a:r>
              <a:rPr dirty="0" sz="2000" spc="-25">
                <a:solidFill>
                  <a:srgbClr val="40458B"/>
                </a:solidFill>
                <a:latin typeface="黑体"/>
                <a:cs typeface="黑体"/>
              </a:rPr>
              <a:t>），</a:t>
            </a:r>
            <a:endParaRPr sz="2000">
              <a:latin typeface="黑体"/>
              <a:cs typeface="黑体"/>
            </a:endParaRPr>
          </a:p>
          <a:p>
            <a:pPr marL="92075" marR="106680">
              <a:lnSpc>
                <a:spcPct val="150000"/>
              </a:lnSpc>
              <a:spcBef>
                <a:spcPts val="5"/>
              </a:spcBef>
              <a:tabLst>
                <a:tab pos="1892300" algn="l"/>
              </a:tabLst>
            </a:pPr>
            <a:r>
              <a:rPr dirty="0" sz="2000">
                <a:solidFill>
                  <a:srgbClr val="40458B"/>
                </a:solidFill>
                <a:latin typeface="黑体"/>
                <a:cs typeface="黑体"/>
              </a:rPr>
              <a:t>其实需</a:t>
            </a:r>
            <a:r>
              <a:rPr dirty="0" sz="2000" spc="-15">
                <a:solidFill>
                  <a:srgbClr val="40458B"/>
                </a:solidFill>
                <a:latin typeface="黑体"/>
                <a:cs typeface="黑体"/>
              </a:rPr>
              <a:t>要</a:t>
            </a:r>
            <a:r>
              <a:rPr dirty="0" sz="2000">
                <a:solidFill>
                  <a:srgbClr val="40458B"/>
                </a:solidFill>
                <a:latin typeface="黑体"/>
                <a:cs typeface="黑体"/>
              </a:rPr>
              <a:t>的</a:t>
            </a:r>
            <a:r>
              <a:rPr dirty="0" sz="2000" spc="-15">
                <a:solidFill>
                  <a:srgbClr val="40458B"/>
                </a:solidFill>
                <a:latin typeface="黑体"/>
                <a:cs typeface="黑体"/>
              </a:rPr>
              <a:t>中</a:t>
            </a:r>
            <a:r>
              <a:rPr dirty="0" sz="2000">
                <a:solidFill>
                  <a:srgbClr val="40458B"/>
                </a:solidFill>
                <a:latin typeface="黑体"/>
                <a:cs typeface="黑体"/>
              </a:rPr>
              <a:t>间</a:t>
            </a:r>
            <a:r>
              <a:rPr dirty="0" sz="2000">
                <a:solidFill>
                  <a:srgbClr val="FF09FF"/>
                </a:solidFill>
                <a:latin typeface="黑体"/>
                <a:cs typeface="黑体"/>
              </a:rPr>
              <a:t>结</a:t>
            </a:r>
            <a:r>
              <a:rPr dirty="0" sz="2000" spc="-50">
                <a:solidFill>
                  <a:srgbClr val="FF09FF"/>
                </a:solidFill>
                <a:latin typeface="黑体"/>
                <a:cs typeface="黑体"/>
              </a:rPr>
              <a:t>果 </a:t>
            </a:r>
            <a:r>
              <a:rPr dirty="0" sz="2000" spc="-10">
                <a:solidFill>
                  <a:srgbClr val="FF09FF"/>
                </a:solidFill>
                <a:latin typeface="Tahoma"/>
                <a:cs typeface="Tahoma"/>
              </a:rPr>
              <a:t>6</a:t>
            </a:r>
            <a:r>
              <a:rPr dirty="0" sz="2000" spc="-10">
                <a:solidFill>
                  <a:srgbClr val="FF09FF"/>
                </a:solidFill>
                <a:latin typeface="黑体"/>
                <a:cs typeface="黑体"/>
              </a:rPr>
              <a:t>（</a:t>
            </a:r>
            <a:r>
              <a:rPr dirty="0" sz="2000" spc="-10">
                <a:solidFill>
                  <a:srgbClr val="FF09FF"/>
                </a:solidFill>
                <a:latin typeface="Tahoma"/>
                <a:cs typeface="Tahoma"/>
              </a:rPr>
              <a:t>R2+R4</a:t>
            </a:r>
            <a:r>
              <a:rPr dirty="0" sz="2000" spc="-10">
                <a:solidFill>
                  <a:srgbClr val="FF09FF"/>
                </a:solidFill>
                <a:latin typeface="黑体"/>
                <a:cs typeface="黑体"/>
              </a:rPr>
              <a:t>）</a:t>
            </a:r>
            <a:r>
              <a:rPr dirty="0" sz="2000" spc="-10">
                <a:solidFill>
                  <a:srgbClr val="40458B"/>
                </a:solidFill>
                <a:latin typeface="黑体"/>
                <a:cs typeface="黑体"/>
              </a:rPr>
              <a:t>，</a:t>
            </a:r>
            <a:r>
              <a:rPr dirty="0" sz="2000" spc="-360">
                <a:solidFill>
                  <a:srgbClr val="40458B"/>
                </a:solidFill>
                <a:latin typeface="黑体"/>
                <a:cs typeface="黑体"/>
              </a:rPr>
              <a:t> </a:t>
            </a:r>
            <a:r>
              <a:rPr dirty="0" sz="2000" spc="-50">
                <a:solidFill>
                  <a:srgbClr val="40458B"/>
                </a:solidFill>
                <a:latin typeface="黑体"/>
                <a:cs typeface="黑体"/>
              </a:rPr>
              <a:t>即 </a:t>
            </a:r>
            <a:r>
              <a:rPr dirty="0" sz="2000" spc="-10">
                <a:solidFill>
                  <a:srgbClr val="40458B"/>
                </a:solidFill>
                <a:latin typeface="Tahoma"/>
                <a:cs typeface="Tahoma"/>
              </a:rPr>
              <a:t>R1-R5=R2+R4</a:t>
            </a:r>
            <a:r>
              <a:rPr dirty="0" sz="2000">
                <a:solidFill>
                  <a:srgbClr val="40458B"/>
                </a:solidFill>
                <a:latin typeface="Tahoma"/>
                <a:cs typeface="Tahoma"/>
              </a:rPr>
              <a:t>	</a:t>
            </a:r>
            <a:r>
              <a:rPr dirty="0" sz="2000">
                <a:solidFill>
                  <a:srgbClr val="40458B"/>
                </a:solidFill>
                <a:latin typeface="黑体"/>
                <a:cs typeface="黑体"/>
              </a:rPr>
              <a:t>旁</a:t>
            </a:r>
            <a:r>
              <a:rPr dirty="0" sz="2000" spc="-50">
                <a:solidFill>
                  <a:srgbClr val="40458B"/>
                </a:solidFill>
                <a:latin typeface="黑体"/>
                <a:cs typeface="黑体"/>
              </a:rPr>
              <a:t>路</a:t>
            </a:r>
            <a:endParaRPr sz="2000">
              <a:latin typeface="黑体"/>
              <a:cs typeface="黑体"/>
            </a:endParaRPr>
          </a:p>
          <a:p>
            <a:pPr marL="92075">
              <a:lnSpc>
                <a:spcPct val="100000"/>
              </a:lnSpc>
              <a:spcBef>
                <a:spcPts val="1205"/>
              </a:spcBef>
            </a:pPr>
            <a:r>
              <a:rPr dirty="0" sz="2000" spc="-15">
                <a:solidFill>
                  <a:srgbClr val="40458B"/>
                </a:solidFill>
                <a:latin typeface="黑体"/>
                <a:cs typeface="黑体"/>
              </a:rPr>
              <a:t>引入即可</a:t>
            </a:r>
            <a:endParaRPr sz="2000">
              <a:latin typeface="黑体"/>
              <a:cs typeface="黑体"/>
            </a:endParaRPr>
          </a:p>
        </p:txBody>
      </p:sp>
      <p:sp>
        <p:nvSpPr>
          <p:cNvPr id="159" name="object 159" descr=""/>
          <p:cNvSpPr txBox="1"/>
          <p:nvPr/>
        </p:nvSpPr>
        <p:spPr>
          <a:xfrm>
            <a:off x="6607302" y="5426028"/>
            <a:ext cx="5196840" cy="1122680"/>
          </a:xfrm>
          <a:prstGeom prst="rect">
            <a:avLst/>
          </a:prstGeom>
        </p:spPr>
        <p:txBody>
          <a:bodyPr wrap="square" lIns="0" tIns="12065" rIns="0" bIns="0" rtlCol="0" vert="horz">
            <a:spAutoFit/>
          </a:bodyPr>
          <a:lstStyle/>
          <a:p>
            <a:pPr marL="12700" marR="5080" indent="288925">
              <a:lnSpc>
                <a:spcPct val="150000"/>
              </a:lnSpc>
              <a:spcBef>
                <a:spcPts val="95"/>
              </a:spcBef>
              <a:buFont typeface="Arial"/>
              <a:buChar char="•"/>
              <a:tabLst>
                <a:tab pos="301625" algn="l"/>
              </a:tabLst>
            </a:pPr>
            <a:r>
              <a:rPr dirty="0" sz="2400" spc="-5">
                <a:solidFill>
                  <a:srgbClr val="C6244E"/>
                </a:solidFill>
                <a:latin typeface="黑体"/>
                <a:cs typeface="黑体"/>
              </a:rPr>
              <a:t>从数据产生的位置到数据使用的位置</a:t>
            </a:r>
            <a:r>
              <a:rPr dirty="0" sz="2400" spc="-10">
                <a:solidFill>
                  <a:srgbClr val="C6244E"/>
                </a:solidFill>
                <a:latin typeface="黑体"/>
                <a:cs typeface="黑体"/>
              </a:rPr>
              <a:t>建立数据通路（前两个红线</a:t>
            </a:r>
            <a:r>
              <a:rPr dirty="0" sz="2400" spc="-50">
                <a:solidFill>
                  <a:srgbClr val="C6244E"/>
                </a:solidFill>
                <a:latin typeface="黑体"/>
                <a:cs typeface="黑体"/>
              </a:rPr>
              <a:t>）</a:t>
            </a:r>
            <a:endParaRPr sz="2400">
              <a:latin typeface="黑体"/>
              <a:cs typeface="黑体"/>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8" name="object 8" descr=""/>
          <p:cNvGrpSpPr/>
          <p:nvPr/>
        </p:nvGrpSpPr>
        <p:grpSpPr>
          <a:xfrm>
            <a:off x="7787973" y="1877618"/>
            <a:ext cx="488315" cy="2122170"/>
            <a:chOff x="7787973" y="1877618"/>
            <a:chExt cx="488315" cy="2122170"/>
          </a:xfrm>
        </p:grpSpPr>
        <p:sp>
          <p:nvSpPr>
            <p:cNvPr id="9" name="object 9" descr=""/>
            <p:cNvSpPr/>
            <p:nvPr/>
          </p:nvSpPr>
          <p:spPr>
            <a:xfrm>
              <a:off x="7794958" y="2351576"/>
              <a:ext cx="474345" cy="349250"/>
            </a:xfrm>
            <a:custGeom>
              <a:avLst/>
              <a:gdLst/>
              <a:ahLst/>
              <a:cxnLst/>
              <a:rect l="l" t="t" r="r" b="b"/>
              <a:pathLst>
                <a:path w="474345" h="349250">
                  <a:moveTo>
                    <a:pt x="0" y="348688"/>
                  </a:moveTo>
                  <a:lnTo>
                    <a:pt x="473744" y="348688"/>
                  </a:lnTo>
                  <a:lnTo>
                    <a:pt x="473744" y="0"/>
                  </a:lnTo>
                  <a:lnTo>
                    <a:pt x="0" y="0"/>
                  </a:lnTo>
                  <a:lnTo>
                    <a:pt x="0" y="348688"/>
                  </a:lnTo>
                  <a:close/>
                </a:path>
              </a:pathLst>
            </a:custGeom>
            <a:ln w="13447">
              <a:solidFill>
                <a:srgbClr val="000000"/>
              </a:solidFill>
            </a:ln>
          </p:spPr>
          <p:txBody>
            <a:bodyPr wrap="square" lIns="0" tIns="0" rIns="0" bIns="0" rtlCol="0"/>
            <a:lstStyle/>
            <a:p/>
          </p:txBody>
        </p:sp>
        <p:sp>
          <p:nvSpPr>
            <p:cNvPr id="10" name="object 10" descr=""/>
            <p:cNvSpPr/>
            <p:nvPr/>
          </p:nvSpPr>
          <p:spPr>
            <a:xfrm>
              <a:off x="7996160" y="1879205"/>
              <a:ext cx="76835" cy="2118995"/>
            </a:xfrm>
            <a:custGeom>
              <a:avLst/>
              <a:gdLst/>
              <a:ahLst/>
              <a:cxnLst/>
              <a:rect l="l" t="t" r="r" b="b"/>
              <a:pathLst>
                <a:path w="76834" h="2118995">
                  <a:moveTo>
                    <a:pt x="0" y="2005948"/>
                  </a:moveTo>
                  <a:lnTo>
                    <a:pt x="38663" y="2118488"/>
                  </a:lnTo>
                  <a:lnTo>
                    <a:pt x="60840" y="2052983"/>
                  </a:lnTo>
                  <a:lnTo>
                    <a:pt x="38663" y="2052983"/>
                  </a:lnTo>
                  <a:lnTo>
                    <a:pt x="33971" y="2050684"/>
                  </a:lnTo>
                  <a:lnTo>
                    <a:pt x="31719" y="2050684"/>
                  </a:lnTo>
                  <a:lnTo>
                    <a:pt x="29279" y="2046066"/>
                  </a:lnTo>
                  <a:lnTo>
                    <a:pt x="29279" y="2034927"/>
                  </a:lnTo>
                  <a:lnTo>
                    <a:pt x="0" y="2005948"/>
                  </a:lnTo>
                  <a:close/>
                </a:path>
                <a:path w="76834" h="2118995">
                  <a:moveTo>
                    <a:pt x="42793" y="2050684"/>
                  </a:moveTo>
                  <a:lnTo>
                    <a:pt x="33971" y="2050684"/>
                  </a:lnTo>
                  <a:lnTo>
                    <a:pt x="38663" y="2052983"/>
                  </a:lnTo>
                  <a:lnTo>
                    <a:pt x="42793" y="2050684"/>
                  </a:lnTo>
                  <a:close/>
                </a:path>
                <a:path w="76834" h="2118995">
                  <a:moveTo>
                    <a:pt x="76764" y="2005948"/>
                  </a:moveTo>
                  <a:lnTo>
                    <a:pt x="47485" y="2035355"/>
                  </a:lnTo>
                  <a:lnTo>
                    <a:pt x="47485" y="2046066"/>
                  </a:lnTo>
                  <a:lnTo>
                    <a:pt x="45232" y="2050684"/>
                  </a:lnTo>
                  <a:lnTo>
                    <a:pt x="42793" y="2050684"/>
                  </a:lnTo>
                  <a:lnTo>
                    <a:pt x="38663" y="2052983"/>
                  </a:lnTo>
                  <a:lnTo>
                    <a:pt x="60840" y="2052983"/>
                  </a:lnTo>
                  <a:lnTo>
                    <a:pt x="76764" y="2005948"/>
                  </a:lnTo>
                  <a:close/>
                </a:path>
                <a:path w="76834" h="2118995">
                  <a:moveTo>
                    <a:pt x="29279" y="2034927"/>
                  </a:moveTo>
                  <a:lnTo>
                    <a:pt x="29279" y="2046066"/>
                  </a:lnTo>
                  <a:lnTo>
                    <a:pt x="31719" y="2050684"/>
                  </a:lnTo>
                  <a:lnTo>
                    <a:pt x="45232" y="2050684"/>
                  </a:lnTo>
                  <a:lnTo>
                    <a:pt x="47485" y="2046066"/>
                  </a:lnTo>
                  <a:lnTo>
                    <a:pt x="47485" y="2044215"/>
                  </a:lnTo>
                  <a:lnTo>
                    <a:pt x="38663" y="2044215"/>
                  </a:lnTo>
                  <a:lnTo>
                    <a:pt x="29279" y="2034927"/>
                  </a:lnTo>
                  <a:close/>
                </a:path>
                <a:path w="76834" h="2118995">
                  <a:moveTo>
                    <a:pt x="42792" y="0"/>
                  </a:moveTo>
                  <a:lnTo>
                    <a:pt x="33971" y="0"/>
                  </a:lnTo>
                  <a:lnTo>
                    <a:pt x="31719" y="2430"/>
                  </a:lnTo>
                  <a:lnTo>
                    <a:pt x="29279" y="6916"/>
                  </a:lnTo>
                  <a:lnTo>
                    <a:pt x="29279" y="2034927"/>
                  </a:lnTo>
                  <a:lnTo>
                    <a:pt x="38663" y="2044215"/>
                  </a:lnTo>
                  <a:lnTo>
                    <a:pt x="47485" y="2035355"/>
                  </a:lnTo>
                  <a:lnTo>
                    <a:pt x="47485" y="6916"/>
                  </a:lnTo>
                  <a:lnTo>
                    <a:pt x="45232" y="2430"/>
                  </a:lnTo>
                  <a:lnTo>
                    <a:pt x="42792" y="0"/>
                  </a:lnTo>
                  <a:close/>
                </a:path>
                <a:path w="76834" h="2118995">
                  <a:moveTo>
                    <a:pt x="47485" y="2035355"/>
                  </a:moveTo>
                  <a:lnTo>
                    <a:pt x="38663" y="2044215"/>
                  </a:lnTo>
                  <a:lnTo>
                    <a:pt x="47485" y="2044215"/>
                  </a:lnTo>
                  <a:lnTo>
                    <a:pt x="47485" y="2035355"/>
                  </a:lnTo>
                  <a:close/>
                </a:path>
              </a:pathLst>
            </a:custGeom>
            <a:solidFill>
              <a:srgbClr val="FF0000"/>
            </a:solidFill>
          </p:spPr>
          <p:txBody>
            <a:bodyPr wrap="square" lIns="0" tIns="0" rIns="0" bIns="0" rtlCol="0"/>
            <a:lstStyle/>
            <a:p/>
          </p:txBody>
        </p:sp>
        <p:sp>
          <p:nvSpPr>
            <p:cNvPr id="11" name="object 11" descr=""/>
            <p:cNvSpPr/>
            <p:nvPr/>
          </p:nvSpPr>
          <p:spPr>
            <a:xfrm>
              <a:off x="7996160" y="1879205"/>
              <a:ext cx="76835" cy="2118995"/>
            </a:xfrm>
            <a:custGeom>
              <a:avLst/>
              <a:gdLst/>
              <a:ahLst/>
              <a:cxnLst/>
              <a:rect l="l" t="t" r="r" b="b"/>
              <a:pathLst>
                <a:path w="76834" h="2118995">
                  <a:moveTo>
                    <a:pt x="47485" y="8786"/>
                  </a:moveTo>
                  <a:lnTo>
                    <a:pt x="47485" y="2044215"/>
                  </a:lnTo>
                  <a:lnTo>
                    <a:pt x="47485" y="2046066"/>
                  </a:lnTo>
                  <a:lnTo>
                    <a:pt x="45232" y="2050684"/>
                  </a:lnTo>
                  <a:lnTo>
                    <a:pt x="42793" y="2050684"/>
                  </a:lnTo>
                  <a:lnTo>
                    <a:pt x="38663" y="2052983"/>
                  </a:lnTo>
                  <a:lnTo>
                    <a:pt x="33971" y="2050684"/>
                  </a:lnTo>
                  <a:lnTo>
                    <a:pt x="31719" y="2050684"/>
                  </a:lnTo>
                  <a:lnTo>
                    <a:pt x="29279" y="2046066"/>
                  </a:lnTo>
                  <a:lnTo>
                    <a:pt x="29279" y="2044215"/>
                  </a:lnTo>
                  <a:lnTo>
                    <a:pt x="29279" y="8786"/>
                  </a:lnTo>
                  <a:lnTo>
                    <a:pt x="29279" y="6916"/>
                  </a:lnTo>
                  <a:lnTo>
                    <a:pt x="31719" y="2430"/>
                  </a:lnTo>
                  <a:lnTo>
                    <a:pt x="33971" y="0"/>
                  </a:lnTo>
                  <a:lnTo>
                    <a:pt x="38663" y="0"/>
                  </a:lnTo>
                  <a:lnTo>
                    <a:pt x="42792" y="0"/>
                  </a:lnTo>
                  <a:lnTo>
                    <a:pt x="45232" y="2430"/>
                  </a:lnTo>
                  <a:lnTo>
                    <a:pt x="47485" y="6916"/>
                  </a:lnTo>
                  <a:lnTo>
                    <a:pt x="47485" y="8786"/>
                  </a:lnTo>
                  <a:close/>
                </a:path>
                <a:path w="76834" h="2118995">
                  <a:moveTo>
                    <a:pt x="38663" y="2044215"/>
                  </a:moveTo>
                  <a:lnTo>
                    <a:pt x="76764" y="2005948"/>
                  </a:lnTo>
                  <a:lnTo>
                    <a:pt x="38663" y="2118488"/>
                  </a:lnTo>
                  <a:lnTo>
                    <a:pt x="0" y="2005948"/>
                  </a:lnTo>
                  <a:lnTo>
                    <a:pt x="38663" y="2044215"/>
                  </a:lnTo>
                  <a:close/>
                </a:path>
              </a:pathLst>
            </a:custGeom>
            <a:ln w="3175">
              <a:solidFill>
                <a:srgbClr val="FF0000"/>
              </a:solidFill>
            </a:ln>
          </p:spPr>
          <p:txBody>
            <a:bodyPr wrap="square" lIns="0" tIns="0" rIns="0" bIns="0" rtlCol="0"/>
            <a:lstStyle/>
            <a:p/>
          </p:txBody>
        </p:sp>
      </p:grpSp>
      <p:sp>
        <p:nvSpPr>
          <p:cNvPr id="12" name="object 12"/>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grpSp>
        <p:nvGrpSpPr>
          <p:cNvPr id="13" name="object 13" descr=""/>
          <p:cNvGrpSpPr/>
          <p:nvPr/>
        </p:nvGrpSpPr>
        <p:grpSpPr>
          <a:xfrm>
            <a:off x="4944723" y="860545"/>
            <a:ext cx="4749800" cy="79375"/>
            <a:chOff x="4944723" y="860545"/>
            <a:chExt cx="4749800" cy="79375"/>
          </a:xfrm>
        </p:grpSpPr>
        <p:sp>
          <p:nvSpPr>
            <p:cNvPr id="14" name="object 14" descr=""/>
            <p:cNvSpPr/>
            <p:nvPr/>
          </p:nvSpPr>
          <p:spPr>
            <a:xfrm>
              <a:off x="4946032" y="861855"/>
              <a:ext cx="4747260" cy="76835"/>
            </a:xfrm>
            <a:custGeom>
              <a:avLst/>
              <a:gdLst/>
              <a:ahLst/>
              <a:cxnLst/>
              <a:rect l="l" t="t" r="r" b="b"/>
              <a:pathLst>
                <a:path w="4747259" h="76834">
                  <a:moveTo>
                    <a:pt x="4634220" y="0"/>
                  </a:moveTo>
                  <a:lnTo>
                    <a:pt x="4672321" y="38323"/>
                  </a:lnTo>
                  <a:lnTo>
                    <a:pt x="4634220" y="76460"/>
                  </a:lnTo>
                  <a:lnTo>
                    <a:pt x="4721295" y="46922"/>
                  </a:lnTo>
                  <a:lnTo>
                    <a:pt x="4674573" y="46922"/>
                  </a:lnTo>
                  <a:lnTo>
                    <a:pt x="4679266" y="44679"/>
                  </a:lnTo>
                  <a:lnTo>
                    <a:pt x="4681518" y="42810"/>
                  </a:lnTo>
                  <a:lnTo>
                    <a:pt x="4681518" y="33649"/>
                  </a:lnTo>
                  <a:lnTo>
                    <a:pt x="4679266" y="31219"/>
                  </a:lnTo>
                  <a:lnTo>
                    <a:pt x="4674573" y="28976"/>
                  </a:lnTo>
                  <a:lnTo>
                    <a:pt x="4719225" y="28976"/>
                  </a:lnTo>
                  <a:lnTo>
                    <a:pt x="4634220" y="0"/>
                  </a:lnTo>
                  <a:close/>
                </a:path>
                <a:path w="4747259" h="76834">
                  <a:moveTo>
                    <a:pt x="4663028" y="28976"/>
                  </a:moveTo>
                  <a:lnTo>
                    <a:pt x="4504" y="28976"/>
                  </a:lnTo>
                  <a:lnTo>
                    <a:pt x="2252" y="31219"/>
                  </a:lnTo>
                  <a:lnTo>
                    <a:pt x="0" y="33649"/>
                  </a:lnTo>
                  <a:lnTo>
                    <a:pt x="0" y="42810"/>
                  </a:lnTo>
                  <a:lnTo>
                    <a:pt x="2252" y="44679"/>
                  </a:lnTo>
                  <a:lnTo>
                    <a:pt x="4504" y="46922"/>
                  </a:lnTo>
                  <a:lnTo>
                    <a:pt x="4663730" y="46922"/>
                  </a:lnTo>
                  <a:lnTo>
                    <a:pt x="4672321" y="38323"/>
                  </a:lnTo>
                  <a:lnTo>
                    <a:pt x="4663028" y="28976"/>
                  </a:lnTo>
                  <a:close/>
                </a:path>
                <a:path w="4747259" h="76834">
                  <a:moveTo>
                    <a:pt x="4719225" y="28976"/>
                  </a:moveTo>
                  <a:lnTo>
                    <a:pt x="4674573" y="28976"/>
                  </a:lnTo>
                  <a:lnTo>
                    <a:pt x="4679266" y="31219"/>
                  </a:lnTo>
                  <a:lnTo>
                    <a:pt x="4681518" y="33649"/>
                  </a:lnTo>
                  <a:lnTo>
                    <a:pt x="4681518" y="42810"/>
                  </a:lnTo>
                  <a:lnTo>
                    <a:pt x="4679266" y="44679"/>
                  </a:lnTo>
                  <a:lnTo>
                    <a:pt x="4674573" y="46922"/>
                  </a:lnTo>
                  <a:lnTo>
                    <a:pt x="4721295" y="46922"/>
                  </a:lnTo>
                  <a:lnTo>
                    <a:pt x="4746646" y="38323"/>
                  </a:lnTo>
                  <a:lnTo>
                    <a:pt x="4719225" y="28976"/>
                  </a:lnTo>
                  <a:close/>
                </a:path>
              </a:pathLst>
            </a:custGeom>
            <a:solidFill>
              <a:srgbClr val="000000"/>
            </a:solidFill>
          </p:spPr>
          <p:txBody>
            <a:bodyPr wrap="square" lIns="0" tIns="0" rIns="0" bIns="0" rtlCol="0"/>
            <a:lstStyle/>
            <a:p/>
          </p:txBody>
        </p:sp>
        <p:sp>
          <p:nvSpPr>
            <p:cNvPr id="15" name="object 15" descr=""/>
            <p:cNvSpPr/>
            <p:nvPr/>
          </p:nvSpPr>
          <p:spPr>
            <a:xfrm>
              <a:off x="4946032" y="861855"/>
              <a:ext cx="4747260" cy="76835"/>
            </a:xfrm>
            <a:custGeom>
              <a:avLst/>
              <a:gdLst/>
              <a:ahLst/>
              <a:cxnLst/>
              <a:rect l="l" t="t" r="r" b="b"/>
              <a:pathLst>
                <a:path w="4747259" h="76834">
                  <a:moveTo>
                    <a:pt x="9196" y="28976"/>
                  </a:moveTo>
                  <a:lnTo>
                    <a:pt x="4672321" y="28976"/>
                  </a:lnTo>
                  <a:lnTo>
                    <a:pt x="4674574" y="28976"/>
                  </a:lnTo>
                  <a:lnTo>
                    <a:pt x="4679266" y="31219"/>
                  </a:lnTo>
                  <a:lnTo>
                    <a:pt x="4681518" y="33649"/>
                  </a:lnTo>
                  <a:lnTo>
                    <a:pt x="4681518" y="38323"/>
                  </a:lnTo>
                  <a:lnTo>
                    <a:pt x="4681518" y="42810"/>
                  </a:lnTo>
                  <a:lnTo>
                    <a:pt x="4679266" y="44679"/>
                  </a:lnTo>
                  <a:lnTo>
                    <a:pt x="4674574" y="46922"/>
                  </a:lnTo>
                  <a:lnTo>
                    <a:pt x="4672321" y="46922"/>
                  </a:lnTo>
                  <a:lnTo>
                    <a:pt x="9196" y="46922"/>
                  </a:lnTo>
                  <a:lnTo>
                    <a:pt x="4504" y="46922"/>
                  </a:lnTo>
                  <a:lnTo>
                    <a:pt x="2252" y="44679"/>
                  </a:lnTo>
                  <a:lnTo>
                    <a:pt x="0" y="42810"/>
                  </a:lnTo>
                  <a:lnTo>
                    <a:pt x="0" y="38323"/>
                  </a:lnTo>
                  <a:lnTo>
                    <a:pt x="0" y="33649"/>
                  </a:lnTo>
                  <a:lnTo>
                    <a:pt x="2252" y="31219"/>
                  </a:lnTo>
                  <a:lnTo>
                    <a:pt x="4504" y="28976"/>
                  </a:lnTo>
                  <a:lnTo>
                    <a:pt x="9196" y="28976"/>
                  </a:lnTo>
                  <a:close/>
                </a:path>
                <a:path w="4747259" h="76834">
                  <a:moveTo>
                    <a:pt x="4672321" y="38323"/>
                  </a:moveTo>
                  <a:lnTo>
                    <a:pt x="4634220" y="0"/>
                  </a:lnTo>
                  <a:lnTo>
                    <a:pt x="4746646" y="38323"/>
                  </a:lnTo>
                  <a:lnTo>
                    <a:pt x="4634220" y="76460"/>
                  </a:lnTo>
                  <a:lnTo>
                    <a:pt x="4672321" y="38323"/>
                  </a:lnTo>
                  <a:close/>
                </a:path>
              </a:pathLst>
            </a:custGeom>
            <a:ln w="3175">
              <a:solidFill>
                <a:srgbClr val="000000"/>
              </a:solidFill>
            </a:ln>
          </p:spPr>
          <p:txBody>
            <a:bodyPr wrap="square" lIns="0" tIns="0" rIns="0" bIns="0" rtlCol="0"/>
            <a:lstStyle/>
            <a:p/>
          </p:txBody>
        </p:sp>
      </p:grpSp>
      <p:sp>
        <p:nvSpPr>
          <p:cNvPr id="16" name="object 16" descr=""/>
          <p:cNvSpPr txBox="1"/>
          <p:nvPr/>
        </p:nvSpPr>
        <p:spPr>
          <a:xfrm>
            <a:off x="3577112" y="664140"/>
            <a:ext cx="1379220" cy="610870"/>
          </a:xfrm>
          <a:prstGeom prst="rect">
            <a:avLst/>
          </a:prstGeom>
        </p:spPr>
        <p:txBody>
          <a:bodyPr wrap="square" lIns="0" tIns="106045" rIns="0" bIns="0" rtlCol="0" vert="horz">
            <a:spAutoFit/>
          </a:bodyPr>
          <a:lstStyle/>
          <a:p>
            <a:pPr marL="12700">
              <a:lnSpc>
                <a:spcPct val="100000"/>
              </a:lnSpc>
              <a:spcBef>
                <a:spcPts val="835"/>
              </a:spcBef>
            </a:pPr>
            <a:r>
              <a:rPr dirty="0" sz="1300">
                <a:latin typeface="宋体"/>
                <a:cs typeface="宋体"/>
              </a:rPr>
              <a:t>时间（时钟周期</a:t>
            </a:r>
            <a:r>
              <a:rPr dirty="0" sz="1300" spc="-50">
                <a:latin typeface="宋体"/>
                <a:cs typeface="宋体"/>
              </a:rPr>
              <a:t>）</a:t>
            </a:r>
            <a:endParaRPr sz="1300">
              <a:latin typeface="宋体"/>
              <a:cs typeface="宋体"/>
            </a:endParaRPr>
          </a:p>
          <a:p>
            <a:pPr marL="129539">
              <a:lnSpc>
                <a:spcPct val="100000"/>
              </a:lnSpc>
              <a:spcBef>
                <a:spcPts val="745"/>
              </a:spcBef>
              <a:tabLst>
                <a:tab pos="1196340" algn="l"/>
              </a:tabLst>
            </a:pPr>
            <a:r>
              <a:rPr dirty="0" sz="1300" spc="-50">
                <a:latin typeface="Times New Roman"/>
                <a:cs typeface="Times New Roman"/>
              </a:rPr>
              <a:t>1</a:t>
            </a:r>
            <a:r>
              <a:rPr dirty="0" sz="1300">
                <a:latin typeface="Times New Roman"/>
                <a:cs typeface="Times New Roman"/>
              </a:rPr>
              <a:t>	</a:t>
            </a:r>
            <a:r>
              <a:rPr dirty="0" sz="1300" spc="-50">
                <a:latin typeface="Times New Roman"/>
                <a:cs typeface="Times New Roman"/>
              </a:rPr>
              <a:t>2</a:t>
            </a:r>
            <a:endParaRPr sz="1300">
              <a:latin typeface="Times New Roman"/>
              <a:cs typeface="Times New Roman"/>
            </a:endParaRPr>
          </a:p>
        </p:txBody>
      </p:sp>
      <p:sp>
        <p:nvSpPr>
          <p:cNvPr id="17" name="object 17" descr=""/>
          <p:cNvSpPr txBox="1"/>
          <p:nvPr/>
        </p:nvSpPr>
        <p:spPr>
          <a:xfrm>
            <a:off x="5826355" y="1045897"/>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3</a:t>
            </a:r>
            <a:endParaRPr sz="1300">
              <a:latin typeface="Times New Roman"/>
              <a:cs typeface="Times New Roman"/>
            </a:endParaRPr>
          </a:p>
        </p:txBody>
      </p:sp>
      <p:sp>
        <p:nvSpPr>
          <p:cNvPr id="18" name="object 18" descr=""/>
          <p:cNvSpPr txBox="1"/>
          <p:nvPr/>
        </p:nvSpPr>
        <p:spPr>
          <a:xfrm>
            <a:off x="6852824" y="1045897"/>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4</a:t>
            </a:r>
            <a:endParaRPr sz="1300">
              <a:latin typeface="Times New Roman"/>
              <a:cs typeface="Times New Roman"/>
            </a:endParaRPr>
          </a:p>
        </p:txBody>
      </p:sp>
      <p:sp>
        <p:nvSpPr>
          <p:cNvPr id="19" name="object 19" descr=""/>
          <p:cNvSpPr txBox="1"/>
          <p:nvPr/>
        </p:nvSpPr>
        <p:spPr>
          <a:xfrm>
            <a:off x="7919834" y="1045897"/>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5</a:t>
            </a:r>
            <a:endParaRPr sz="1300">
              <a:latin typeface="Times New Roman"/>
              <a:cs typeface="Times New Roman"/>
            </a:endParaRPr>
          </a:p>
        </p:txBody>
      </p:sp>
      <p:sp>
        <p:nvSpPr>
          <p:cNvPr id="20" name="object 20" descr=""/>
          <p:cNvSpPr txBox="1"/>
          <p:nvPr/>
        </p:nvSpPr>
        <p:spPr>
          <a:xfrm>
            <a:off x="8946303" y="1045897"/>
            <a:ext cx="110489" cy="229235"/>
          </a:xfrm>
          <a:prstGeom prst="rect">
            <a:avLst/>
          </a:prstGeom>
        </p:spPr>
        <p:txBody>
          <a:bodyPr wrap="square" lIns="0" tIns="17145" rIns="0" bIns="0" rtlCol="0" vert="horz">
            <a:spAutoFit/>
          </a:bodyPr>
          <a:lstStyle/>
          <a:p>
            <a:pPr marL="12700">
              <a:lnSpc>
                <a:spcPct val="100000"/>
              </a:lnSpc>
              <a:spcBef>
                <a:spcPts val="135"/>
              </a:spcBef>
            </a:pPr>
            <a:r>
              <a:rPr dirty="0" sz="1300" spc="-50">
                <a:latin typeface="Times New Roman"/>
                <a:cs typeface="Times New Roman"/>
              </a:rPr>
              <a:t>6</a:t>
            </a:r>
            <a:endParaRPr sz="1300">
              <a:latin typeface="Times New Roman"/>
              <a:cs typeface="Times New Roman"/>
            </a:endParaRPr>
          </a:p>
        </p:txBody>
      </p:sp>
      <p:sp>
        <p:nvSpPr>
          <p:cNvPr id="21" name="object 21" descr=""/>
          <p:cNvSpPr/>
          <p:nvPr/>
        </p:nvSpPr>
        <p:spPr>
          <a:xfrm>
            <a:off x="5309022" y="1595237"/>
            <a:ext cx="433070" cy="299720"/>
          </a:xfrm>
          <a:custGeom>
            <a:avLst/>
            <a:gdLst/>
            <a:ahLst/>
            <a:cxnLst/>
            <a:rect l="l" t="t" r="r" b="b"/>
            <a:pathLst>
              <a:path w="433070" h="299719">
                <a:moveTo>
                  <a:pt x="0" y="299297"/>
                </a:moveTo>
                <a:lnTo>
                  <a:pt x="432810" y="299297"/>
                </a:lnTo>
              </a:path>
              <a:path w="433070" h="299719">
                <a:moveTo>
                  <a:pt x="38100" y="8599"/>
                </a:moveTo>
                <a:lnTo>
                  <a:pt x="432810" y="0"/>
                </a:lnTo>
              </a:path>
            </a:pathLst>
          </a:custGeom>
          <a:ln w="13455">
            <a:solidFill>
              <a:srgbClr val="000000"/>
            </a:solidFill>
          </a:ln>
        </p:spPr>
        <p:txBody>
          <a:bodyPr wrap="square" lIns="0" tIns="0" rIns="0" bIns="0" rtlCol="0"/>
          <a:lstStyle/>
          <a:p/>
        </p:txBody>
      </p:sp>
      <p:sp>
        <p:nvSpPr>
          <p:cNvPr id="22" name="object 22" descr=""/>
          <p:cNvSpPr txBox="1"/>
          <p:nvPr/>
        </p:nvSpPr>
        <p:spPr>
          <a:xfrm>
            <a:off x="3531235" y="1536499"/>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23" name="object 23" descr=""/>
          <p:cNvSpPr txBox="1"/>
          <p:nvPr/>
        </p:nvSpPr>
        <p:spPr>
          <a:xfrm>
            <a:off x="4682580" y="158186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24" name="object 24" descr=""/>
          <p:cNvSpPr/>
          <p:nvPr/>
        </p:nvSpPr>
        <p:spPr>
          <a:xfrm>
            <a:off x="5741832" y="1363239"/>
            <a:ext cx="316865" cy="756920"/>
          </a:xfrm>
          <a:custGeom>
            <a:avLst/>
            <a:gdLst/>
            <a:ahLst/>
            <a:cxnLst/>
            <a:rect l="l" t="t" r="r" b="b"/>
            <a:pathLst>
              <a:path w="316864" h="756919">
                <a:moveTo>
                  <a:pt x="316255" y="162267"/>
                </a:moveTo>
                <a:lnTo>
                  <a:pt x="316255" y="592052"/>
                </a:lnTo>
              </a:path>
              <a:path w="316864" h="756919">
                <a:moveTo>
                  <a:pt x="0" y="0"/>
                </a:moveTo>
                <a:lnTo>
                  <a:pt x="316255" y="162267"/>
                </a:lnTo>
              </a:path>
              <a:path w="316864" h="756919">
                <a:moveTo>
                  <a:pt x="316255" y="592052"/>
                </a:moveTo>
                <a:lnTo>
                  <a:pt x="0" y="756376"/>
                </a:lnTo>
              </a:path>
              <a:path w="316864" h="756919">
                <a:moveTo>
                  <a:pt x="0" y="0"/>
                </a:moveTo>
                <a:lnTo>
                  <a:pt x="0" y="216294"/>
                </a:lnTo>
              </a:path>
              <a:path w="316864" h="756919">
                <a:moveTo>
                  <a:pt x="0" y="540081"/>
                </a:moveTo>
                <a:lnTo>
                  <a:pt x="0" y="756376"/>
                </a:lnTo>
              </a:path>
              <a:path w="316864" h="756919">
                <a:moveTo>
                  <a:pt x="0" y="216294"/>
                </a:moveTo>
                <a:lnTo>
                  <a:pt x="94970" y="378188"/>
                </a:lnTo>
              </a:path>
              <a:path w="316864" h="756919">
                <a:moveTo>
                  <a:pt x="94970" y="378188"/>
                </a:moveTo>
                <a:lnTo>
                  <a:pt x="0" y="540081"/>
                </a:lnTo>
              </a:path>
            </a:pathLst>
          </a:custGeom>
          <a:ln w="13455">
            <a:solidFill>
              <a:srgbClr val="000000"/>
            </a:solidFill>
          </a:ln>
        </p:spPr>
        <p:txBody>
          <a:bodyPr wrap="square" lIns="0" tIns="0" rIns="0" bIns="0" rtlCol="0"/>
          <a:lstStyle/>
          <a:p/>
        </p:txBody>
      </p:sp>
      <p:sp>
        <p:nvSpPr>
          <p:cNvPr id="25" name="object 25" descr=""/>
          <p:cNvSpPr txBox="1"/>
          <p:nvPr/>
        </p:nvSpPr>
        <p:spPr>
          <a:xfrm>
            <a:off x="5810006" y="1534866"/>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26" name="object 26" descr=""/>
          <p:cNvSpPr txBox="1"/>
          <p:nvPr/>
        </p:nvSpPr>
        <p:spPr>
          <a:xfrm>
            <a:off x="6852824" y="158186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DM</a:t>
            </a:r>
            <a:endParaRPr sz="1300">
              <a:latin typeface="Times New Roman"/>
              <a:cs typeface="Times New Roman"/>
            </a:endParaRPr>
          </a:p>
        </p:txBody>
      </p:sp>
      <p:sp>
        <p:nvSpPr>
          <p:cNvPr id="27" name="object 27" descr=""/>
          <p:cNvSpPr txBox="1"/>
          <p:nvPr/>
        </p:nvSpPr>
        <p:spPr>
          <a:xfrm>
            <a:off x="7879481" y="158186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28" name="object 28" descr=""/>
          <p:cNvGrpSpPr/>
          <p:nvPr/>
        </p:nvGrpSpPr>
        <p:grpSpPr>
          <a:xfrm>
            <a:off x="3997976" y="1356217"/>
            <a:ext cx="4282440" cy="1358265"/>
            <a:chOff x="3997976" y="1356217"/>
            <a:chExt cx="4282440" cy="1358265"/>
          </a:xfrm>
        </p:grpSpPr>
        <p:sp>
          <p:nvSpPr>
            <p:cNvPr id="29" name="object 29" descr=""/>
            <p:cNvSpPr/>
            <p:nvPr/>
          </p:nvSpPr>
          <p:spPr>
            <a:xfrm>
              <a:off x="4004961" y="1536499"/>
              <a:ext cx="3199130" cy="349250"/>
            </a:xfrm>
            <a:custGeom>
              <a:avLst/>
              <a:gdLst/>
              <a:ahLst/>
              <a:cxnLst/>
              <a:rect l="l" t="t" r="r" b="b"/>
              <a:pathLst>
                <a:path w="3199129" h="349250">
                  <a:moveTo>
                    <a:pt x="0" y="175764"/>
                  </a:moveTo>
                  <a:lnTo>
                    <a:pt x="198574" y="175764"/>
                  </a:lnTo>
                </a:path>
                <a:path w="3199129" h="349250">
                  <a:moveTo>
                    <a:pt x="2725239" y="348688"/>
                  </a:moveTo>
                  <a:lnTo>
                    <a:pt x="3198984" y="348688"/>
                  </a:lnTo>
                  <a:lnTo>
                    <a:pt x="3198984" y="0"/>
                  </a:lnTo>
                  <a:lnTo>
                    <a:pt x="2725239" y="0"/>
                  </a:lnTo>
                  <a:lnTo>
                    <a:pt x="2725239" y="348688"/>
                  </a:lnTo>
                  <a:close/>
                </a:path>
                <a:path w="3199129" h="349250">
                  <a:moveTo>
                    <a:pt x="394709" y="175764"/>
                  </a:moveTo>
                  <a:lnTo>
                    <a:pt x="593283" y="175764"/>
                  </a:lnTo>
                </a:path>
                <a:path w="3199129" h="349250">
                  <a:moveTo>
                    <a:pt x="1067010" y="103417"/>
                  </a:moveTo>
                  <a:lnTo>
                    <a:pt x="1263144" y="103417"/>
                  </a:lnTo>
                </a:path>
                <a:path w="3199129" h="349250">
                  <a:moveTo>
                    <a:pt x="1067010" y="268115"/>
                  </a:moveTo>
                  <a:lnTo>
                    <a:pt x="1263144" y="268115"/>
                  </a:lnTo>
                </a:path>
                <a:path w="3199129" h="349250">
                  <a:moveTo>
                    <a:pt x="829959" y="37"/>
                  </a:moveTo>
                  <a:lnTo>
                    <a:pt x="1067010" y="37"/>
                  </a:lnTo>
                </a:path>
                <a:path w="3199129" h="349250">
                  <a:moveTo>
                    <a:pt x="1067010" y="37"/>
                  </a:moveTo>
                  <a:lnTo>
                    <a:pt x="1067010" y="348688"/>
                  </a:lnTo>
                </a:path>
                <a:path w="3199129" h="349250">
                  <a:moveTo>
                    <a:pt x="829959" y="348688"/>
                  </a:moveTo>
                  <a:lnTo>
                    <a:pt x="1067010" y="348688"/>
                  </a:lnTo>
                </a:path>
              </a:pathLst>
            </a:custGeom>
            <a:ln w="13455">
              <a:solidFill>
                <a:srgbClr val="000000"/>
              </a:solidFill>
            </a:ln>
          </p:spPr>
          <p:txBody>
            <a:bodyPr wrap="square" lIns="0" tIns="0" rIns="0" bIns="0" rtlCol="0"/>
            <a:lstStyle/>
            <a:p/>
          </p:txBody>
        </p:sp>
        <p:sp>
          <p:nvSpPr>
            <p:cNvPr id="30" name="object 30" descr=""/>
            <p:cNvSpPr/>
            <p:nvPr/>
          </p:nvSpPr>
          <p:spPr>
            <a:xfrm>
              <a:off x="4592239" y="1532424"/>
              <a:ext cx="268605" cy="13970"/>
            </a:xfrm>
            <a:custGeom>
              <a:avLst/>
              <a:gdLst/>
              <a:ahLst/>
              <a:cxnLst/>
              <a:rect l="l" t="t" r="r" b="b"/>
              <a:pathLst>
                <a:path w="268604" h="13969">
                  <a:moveTo>
                    <a:pt x="51614" y="0"/>
                  </a:moveTo>
                  <a:lnTo>
                    <a:pt x="4129" y="0"/>
                  </a:lnTo>
                  <a:lnTo>
                    <a:pt x="1689" y="2243"/>
                  </a:lnTo>
                  <a:lnTo>
                    <a:pt x="1689" y="4673"/>
                  </a:lnTo>
                  <a:lnTo>
                    <a:pt x="0" y="6916"/>
                  </a:lnTo>
                  <a:lnTo>
                    <a:pt x="1689" y="9160"/>
                  </a:lnTo>
                  <a:lnTo>
                    <a:pt x="1689" y="11590"/>
                  </a:lnTo>
                  <a:lnTo>
                    <a:pt x="4129" y="13833"/>
                  </a:lnTo>
                  <a:lnTo>
                    <a:pt x="51614" y="13833"/>
                  </a:lnTo>
                  <a:lnTo>
                    <a:pt x="53866" y="11590"/>
                  </a:lnTo>
                  <a:lnTo>
                    <a:pt x="56118" y="9160"/>
                  </a:lnTo>
                  <a:lnTo>
                    <a:pt x="56118" y="4673"/>
                  </a:lnTo>
                  <a:lnTo>
                    <a:pt x="53866" y="2243"/>
                  </a:lnTo>
                  <a:lnTo>
                    <a:pt x="51614" y="0"/>
                  </a:lnTo>
                  <a:close/>
                </a:path>
                <a:path w="268604" h="13969">
                  <a:moveTo>
                    <a:pt x="110173" y="0"/>
                  </a:moveTo>
                  <a:lnTo>
                    <a:pt x="103604" y="0"/>
                  </a:lnTo>
                  <a:lnTo>
                    <a:pt x="98911" y="4673"/>
                  </a:lnTo>
                  <a:lnTo>
                    <a:pt x="98911" y="9160"/>
                  </a:lnTo>
                  <a:lnTo>
                    <a:pt x="103604" y="13833"/>
                  </a:lnTo>
                  <a:lnTo>
                    <a:pt x="110173" y="13833"/>
                  </a:lnTo>
                  <a:lnTo>
                    <a:pt x="112425" y="11590"/>
                  </a:lnTo>
                  <a:lnTo>
                    <a:pt x="112425" y="2243"/>
                  </a:lnTo>
                  <a:lnTo>
                    <a:pt x="110173" y="0"/>
                  </a:lnTo>
                  <a:close/>
                </a:path>
                <a:path w="268604" h="13969">
                  <a:moveTo>
                    <a:pt x="207208" y="0"/>
                  </a:moveTo>
                  <a:lnTo>
                    <a:pt x="159910" y="0"/>
                  </a:lnTo>
                  <a:lnTo>
                    <a:pt x="157470" y="2243"/>
                  </a:lnTo>
                  <a:lnTo>
                    <a:pt x="155218" y="4673"/>
                  </a:lnTo>
                  <a:lnTo>
                    <a:pt x="155218" y="9160"/>
                  </a:lnTo>
                  <a:lnTo>
                    <a:pt x="157470" y="11590"/>
                  </a:lnTo>
                  <a:lnTo>
                    <a:pt x="159910" y="13833"/>
                  </a:lnTo>
                  <a:lnTo>
                    <a:pt x="207208" y="13833"/>
                  </a:lnTo>
                  <a:lnTo>
                    <a:pt x="209648" y="11590"/>
                  </a:lnTo>
                  <a:lnTo>
                    <a:pt x="211900" y="9160"/>
                  </a:lnTo>
                  <a:lnTo>
                    <a:pt x="211900" y="4673"/>
                  </a:lnTo>
                  <a:lnTo>
                    <a:pt x="209648" y="2243"/>
                  </a:lnTo>
                  <a:lnTo>
                    <a:pt x="207208" y="0"/>
                  </a:lnTo>
                  <a:close/>
                </a:path>
                <a:path w="268604" h="13969">
                  <a:moveTo>
                    <a:pt x="263514" y="0"/>
                  </a:moveTo>
                  <a:lnTo>
                    <a:pt x="259385" y="0"/>
                  </a:lnTo>
                  <a:lnTo>
                    <a:pt x="256945" y="2243"/>
                  </a:lnTo>
                  <a:lnTo>
                    <a:pt x="254693" y="4673"/>
                  </a:lnTo>
                  <a:lnTo>
                    <a:pt x="254693" y="9160"/>
                  </a:lnTo>
                  <a:lnTo>
                    <a:pt x="256945" y="11590"/>
                  </a:lnTo>
                  <a:lnTo>
                    <a:pt x="259385" y="13833"/>
                  </a:lnTo>
                  <a:lnTo>
                    <a:pt x="263514" y="13833"/>
                  </a:lnTo>
                  <a:lnTo>
                    <a:pt x="268207" y="9160"/>
                  </a:lnTo>
                  <a:lnTo>
                    <a:pt x="268207" y="4673"/>
                  </a:lnTo>
                  <a:lnTo>
                    <a:pt x="263514" y="0"/>
                  </a:lnTo>
                  <a:close/>
                </a:path>
              </a:pathLst>
            </a:custGeom>
            <a:solidFill>
              <a:srgbClr val="000000"/>
            </a:solidFill>
          </p:spPr>
          <p:txBody>
            <a:bodyPr wrap="square" lIns="0" tIns="0" rIns="0" bIns="0" rtlCol="0"/>
            <a:lstStyle/>
            <a:p/>
          </p:txBody>
        </p:sp>
        <p:sp>
          <p:nvSpPr>
            <p:cNvPr id="31" name="object 31" descr=""/>
            <p:cNvSpPr/>
            <p:nvPr/>
          </p:nvSpPr>
          <p:spPr>
            <a:xfrm>
              <a:off x="4592239" y="1532424"/>
              <a:ext cx="268605" cy="13970"/>
            </a:xfrm>
            <a:custGeom>
              <a:avLst/>
              <a:gdLst/>
              <a:ahLst/>
              <a:cxnLst/>
              <a:rect l="l" t="t" r="r" b="b"/>
              <a:pathLst>
                <a:path w="268604" h="13969">
                  <a:moveTo>
                    <a:pt x="8821" y="0"/>
                  </a:moveTo>
                  <a:lnTo>
                    <a:pt x="49174" y="0"/>
                  </a:lnTo>
                  <a:lnTo>
                    <a:pt x="51614" y="0"/>
                  </a:lnTo>
                  <a:lnTo>
                    <a:pt x="53866" y="2243"/>
                  </a:lnTo>
                  <a:lnTo>
                    <a:pt x="56118" y="4673"/>
                  </a:lnTo>
                  <a:lnTo>
                    <a:pt x="56118" y="6916"/>
                  </a:lnTo>
                  <a:lnTo>
                    <a:pt x="56118" y="9160"/>
                  </a:lnTo>
                  <a:lnTo>
                    <a:pt x="53866" y="11590"/>
                  </a:lnTo>
                  <a:lnTo>
                    <a:pt x="51614" y="13833"/>
                  </a:lnTo>
                  <a:lnTo>
                    <a:pt x="49174" y="13833"/>
                  </a:lnTo>
                  <a:lnTo>
                    <a:pt x="8821" y="13833"/>
                  </a:lnTo>
                  <a:lnTo>
                    <a:pt x="4129" y="13833"/>
                  </a:lnTo>
                  <a:lnTo>
                    <a:pt x="1689" y="11590"/>
                  </a:lnTo>
                  <a:lnTo>
                    <a:pt x="1689" y="9160"/>
                  </a:lnTo>
                  <a:lnTo>
                    <a:pt x="0" y="6916"/>
                  </a:lnTo>
                  <a:lnTo>
                    <a:pt x="1689" y="4673"/>
                  </a:lnTo>
                  <a:lnTo>
                    <a:pt x="1689" y="2243"/>
                  </a:lnTo>
                  <a:lnTo>
                    <a:pt x="4129" y="0"/>
                  </a:lnTo>
                  <a:lnTo>
                    <a:pt x="8821" y="0"/>
                  </a:lnTo>
                  <a:close/>
                </a:path>
                <a:path w="268604" h="13969">
                  <a:moveTo>
                    <a:pt x="105856" y="0"/>
                  </a:moveTo>
                  <a:lnTo>
                    <a:pt x="110173" y="0"/>
                  </a:lnTo>
                  <a:lnTo>
                    <a:pt x="112425" y="2243"/>
                  </a:lnTo>
                  <a:lnTo>
                    <a:pt x="112425" y="4673"/>
                  </a:lnTo>
                  <a:lnTo>
                    <a:pt x="112425" y="6916"/>
                  </a:lnTo>
                  <a:lnTo>
                    <a:pt x="112425" y="9160"/>
                  </a:lnTo>
                  <a:lnTo>
                    <a:pt x="112425" y="11590"/>
                  </a:lnTo>
                  <a:lnTo>
                    <a:pt x="110173" y="13833"/>
                  </a:lnTo>
                  <a:lnTo>
                    <a:pt x="105856" y="13833"/>
                  </a:lnTo>
                  <a:lnTo>
                    <a:pt x="103604" y="13833"/>
                  </a:lnTo>
                  <a:lnTo>
                    <a:pt x="101351" y="11590"/>
                  </a:lnTo>
                  <a:lnTo>
                    <a:pt x="98911" y="9160"/>
                  </a:lnTo>
                  <a:lnTo>
                    <a:pt x="98911" y="6916"/>
                  </a:lnTo>
                  <a:lnTo>
                    <a:pt x="98911" y="4673"/>
                  </a:lnTo>
                  <a:lnTo>
                    <a:pt x="101351" y="2243"/>
                  </a:lnTo>
                  <a:lnTo>
                    <a:pt x="103604" y="0"/>
                  </a:lnTo>
                  <a:lnTo>
                    <a:pt x="105856" y="0"/>
                  </a:lnTo>
                  <a:close/>
                </a:path>
                <a:path w="268604" h="13969">
                  <a:moveTo>
                    <a:pt x="162163" y="0"/>
                  </a:moveTo>
                  <a:lnTo>
                    <a:pt x="204956" y="0"/>
                  </a:lnTo>
                  <a:lnTo>
                    <a:pt x="207208" y="0"/>
                  </a:lnTo>
                  <a:lnTo>
                    <a:pt x="209648" y="2243"/>
                  </a:lnTo>
                  <a:lnTo>
                    <a:pt x="211900" y="4673"/>
                  </a:lnTo>
                  <a:lnTo>
                    <a:pt x="211900" y="6916"/>
                  </a:lnTo>
                  <a:lnTo>
                    <a:pt x="211900" y="9160"/>
                  </a:lnTo>
                  <a:lnTo>
                    <a:pt x="209648" y="11590"/>
                  </a:lnTo>
                  <a:lnTo>
                    <a:pt x="207208" y="13833"/>
                  </a:lnTo>
                  <a:lnTo>
                    <a:pt x="204956" y="13833"/>
                  </a:lnTo>
                  <a:lnTo>
                    <a:pt x="162163" y="13833"/>
                  </a:lnTo>
                  <a:lnTo>
                    <a:pt x="159910" y="13833"/>
                  </a:lnTo>
                  <a:lnTo>
                    <a:pt x="157470" y="11590"/>
                  </a:lnTo>
                  <a:lnTo>
                    <a:pt x="155218" y="9160"/>
                  </a:lnTo>
                  <a:lnTo>
                    <a:pt x="155218" y="6916"/>
                  </a:lnTo>
                  <a:lnTo>
                    <a:pt x="155218" y="4673"/>
                  </a:lnTo>
                  <a:lnTo>
                    <a:pt x="157470" y="2243"/>
                  </a:lnTo>
                  <a:lnTo>
                    <a:pt x="159910" y="0"/>
                  </a:lnTo>
                  <a:lnTo>
                    <a:pt x="162163" y="0"/>
                  </a:lnTo>
                  <a:close/>
                </a:path>
                <a:path w="268604" h="13969">
                  <a:moveTo>
                    <a:pt x="261262" y="0"/>
                  </a:moveTo>
                  <a:lnTo>
                    <a:pt x="263514" y="0"/>
                  </a:lnTo>
                  <a:lnTo>
                    <a:pt x="265767" y="2243"/>
                  </a:lnTo>
                  <a:lnTo>
                    <a:pt x="268207" y="4673"/>
                  </a:lnTo>
                  <a:lnTo>
                    <a:pt x="268207" y="6916"/>
                  </a:lnTo>
                  <a:lnTo>
                    <a:pt x="268207" y="9160"/>
                  </a:lnTo>
                  <a:lnTo>
                    <a:pt x="265767" y="11590"/>
                  </a:lnTo>
                  <a:lnTo>
                    <a:pt x="263514" y="13833"/>
                  </a:lnTo>
                  <a:lnTo>
                    <a:pt x="261262" y="13833"/>
                  </a:lnTo>
                  <a:lnTo>
                    <a:pt x="259385" y="13833"/>
                  </a:lnTo>
                  <a:lnTo>
                    <a:pt x="256945" y="11590"/>
                  </a:lnTo>
                  <a:lnTo>
                    <a:pt x="254693" y="9160"/>
                  </a:lnTo>
                  <a:lnTo>
                    <a:pt x="254693" y="6916"/>
                  </a:lnTo>
                  <a:lnTo>
                    <a:pt x="254693" y="4673"/>
                  </a:lnTo>
                  <a:lnTo>
                    <a:pt x="256945" y="2243"/>
                  </a:lnTo>
                  <a:lnTo>
                    <a:pt x="259385" y="0"/>
                  </a:lnTo>
                  <a:lnTo>
                    <a:pt x="261262" y="0"/>
                  </a:lnTo>
                  <a:close/>
                </a:path>
              </a:pathLst>
            </a:custGeom>
            <a:ln w="3175">
              <a:solidFill>
                <a:srgbClr val="000000"/>
              </a:solidFill>
            </a:ln>
          </p:spPr>
          <p:txBody>
            <a:bodyPr wrap="square" lIns="0" tIns="0" rIns="0" bIns="0" rtlCol="0"/>
            <a:lstStyle/>
            <a:p/>
          </p:txBody>
        </p:sp>
        <p:sp>
          <p:nvSpPr>
            <p:cNvPr id="32" name="object 32" descr=""/>
            <p:cNvSpPr/>
            <p:nvPr/>
          </p:nvSpPr>
          <p:spPr>
            <a:xfrm>
              <a:off x="4592239" y="1532424"/>
              <a:ext cx="15240" cy="362585"/>
            </a:xfrm>
            <a:custGeom>
              <a:avLst/>
              <a:gdLst/>
              <a:ahLst/>
              <a:cxnLst/>
              <a:rect l="l" t="t" r="r" b="b"/>
              <a:pathLst>
                <a:path w="15239" h="362585">
                  <a:moveTo>
                    <a:pt x="11073" y="0"/>
                  </a:moveTo>
                  <a:lnTo>
                    <a:pt x="4129" y="0"/>
                  </a:lnTo>
                  <a:lnTo>
                    <a:pt x="1689" y="2243"/>
                  </a:lnTo>
                  <a:lnTo>
                    <a:pt x="1689" y="4673"/>
                  </a:lnTo>
                  <a:lnTo>
                    <a:pt x="0" y="6916"/>
                  </a:lnTo>
                  <a:lnTo>
                    <a:pt x="0" y="49727"/>
                  </a:lnTo>
                  <a:lnTo>
                    <a:pt x="1689" y="52157"/>
                  </a:lnTo>
                  <a:lnTo>
                    <a:pt x="1689" y="54026"/>
                  </a:lnTo>
                  <a:lnTo>
                    <a:pt x="4129" y="56270"/>
                  </a:lnTo>
                  <a:lnTo>
                    <a:pt x="11073" y="56270"/>
                  </a:lnTo>
                  <a:lnTo>
                    <a:pt x="13325" y="54026"/>
                  </a:lnTo>
                  <a:lnTo>
                    <a:pt x="13325" y="52157"/>
                  </a:lnTo>
                  <a:lnTo>
                    <a:pt x="15202" y="49727"/>
                  </a:lnTo>
                  <a:lnTo>
                    <a:pt x="15202" y="6916"/>
                  </a:lnTo>
                  <a:lnTo>
                    <a:pt x="13325" y="4673"/>
                  </a:lnTo>
                  <a:lnTo>
                    <a:pt x="13325" y="2243"/>
                  </a:lnTo>
                  <a:lnTo>
                    <a:pt x="11073" y="0"/>
                  </a:lnTo>
                  <a:close/>
                </a:path>
                <a:path w="15239" h="362585">
                  <a:moveTo>
                    <a:pt x="11073" y="99080"/>
                  </a:moveTo>
                  <a:lnTo>
                    <a:pt x="4129" y="99080"/>
                  </a:lnTo>
                  <a:lnTo>
                    <a:pt x="1689" y="101510"/>
                  </a:lnTo>
                  <a:lnTo>
                    <a:pt x="1689" y="103754"/>
                  </a:lnTo>
                  <a:lnTo>
                    <a:pt x="0" y="105997"/>
                  </a:lnTo>
                  <a:lnTo>
                    <a:pt x="1689" y="108427"/>
                  </a:lnTo>
                  <a:lnTo>
                    <a:pt x="1689" y="110297"/>
                  </a:lnTo>
                  <a:lnTo>
                    <a:pt x="4129" y="112540"/>
                  </a:lnTo>
                  <a:lnTo>
                    <a:pt x="11073" y="112540"/>
                  </a:lnTo>
                  <a:lnTo>
                    <a:pt x="13325" y="110297"/>
                  </a:lnTo>
                  <a:lnTo>
                    <a:pt x="13325" y="108427"/>
                  </a:lnTo>
                  <a:lnTo>
                    <a:pt x="15202" y="105997"/>
                  </a:lnTo>
                  <a:lnTo>
                    <a:pt x="13325" y="103754"/>
                  </a:lnTo>
                  <a:lnTo>
                    <a:pt x="13325" y="101510"/>
                  </a:lnTo>
                  <a:lnTo>
                    <a:pt x="11073" y="99080"/>
                  </a:lnTo>
                  <a:close/>
                </a:path>
                <a:path w="15239" h="362585">
                  <a:moveTo>
                    <a:pt x="11073" y="155350"/>
                  </a:moveTo>
                  <a:lnTo>
                    <a:pt x="4129" y="155350"/>
                  </a:lnTo>
                  <a:lnTo>
                    <a:pt x="1689" y="157780"/>
                  </a:lnTo>
                  <a:lnTo>
                    <a:pt x="1689" y="160024"/>
                  </a:lnTo>
                  <a:lnTo>
                    <a:pt x="0" y="162267"/>
                  </a:lnTo>
                  <a:lnTo>
                    <a:pt x="0" y="204703"/>
                  </a:lnTo>
                  <a:lnTo>
                    <a:pt x="1689" y="207134"/>
                  </a:lnTo>
                  <a:lnTo>
                    <a:pt x="1689" y="209377"/>
                  </a:lnTo>
                  <a:lnTo>
                    <a:pt x="4129" y="211620"/>
                  </a:lnTo>
                  <a:lnTo>
                    <a:pt x="11073" y="211620"/>
                  </a:lnTo>
                  <a:lnTo>
                    <a:pt x="13325" y="209377"/>
                  </a:lnTo>
                  <a:lnTo>
                    <a:pt x="13325" y="207134"/>
                  </a:lnTo>
                  <a:lnTo>
                    <a:pt x="15202" y="204703"/>
                  </a:lnTo>
                  <a:lnTo>
                    <a:pt x="15202" y="162267"/>
                  </a:lnTo>
                  <a:lnTo>
                    <a:pt x="13325" y="160024"/>
                  </a:lnTo>
                  <a:lnTo>
                    <a:pt x="13325" y="157780"/>
                  </a:lnTo>
                  <a:lnTo>
                    <a:pt x="11073" y="155350"/>
                  </a:lnTo>
                  <a:close/>
                </a:path>
                <a:path w="15239" h="362585">
                  <a:moveTo>
                    <a:pt x="11073" y="254617"/>
                  </a:moveTo>
                  <a:lnTo>
                    <a:pt x="4129" y="254617"/>
                  </a:lnTo>
                  <a:lnTo>
                    <a:pt x="1689" y="256861"/>
                  </a:lnTo>
                  <a:lnTo>
                    <a:pt x="1689" y="259291"/>
                  </a:lnTo>
                  <a:lnTo>
                    <a:pt x="0" y="260974"/>
                  </a:lnTo>
                  <a:lnTo>
                    <a:pt x="1689" y="263404"/>
                  </a:lnTo>
                  <a:lnTo>
                    <a:pt x="1689" y="265647"/>
                  </a:lnTo>
                  <a:lnTo>
                    <a:pt x="4129" y="267890"/>
                  </a:lnTo>
                  <a:lnTo>
                    <a:pt x="11073" y="267890"/>
                  </a:lnTo>
                  <a:lnTo>
                    <a:pt x="13325" y="265647"/>
                  </a:lnTo>
                  <a:lnTo>
                    <a:pt x="13325" y="263404"/>
                  </a:lnTo>
                  <a:lnTo>
                    <a:pt x="15202" y="260974"/>
                  </a:lnTo>
                  <a:lnTo>
                    <a:pt x="13325" y="259291"/>
                  </a:lnTo>
                  <a:lnTo>
                    <a:pt x="13325" y="256861"/>
                  </a:lnTo>
                  <a:lnTo>
                    <a:pt x="11073" y="254617"/>
                  </a:lnTo>
                  <a:close/>
                </a:path>
                <a:path w="15239" h="362585">
                  <a:moveTo>
                    <a:pt x="11073" y="310888"/>
                  </a:moveTo>
                  <a:lnTo>
                    <a:pt x="4129" y="310888"/>
                  </a:lnTo>
                  <a:lnTo>
                    <a:pt x="1689" y="313131"/>
                  </a:lnTo>
                  <a:lnTo>
                    <a:pt x="1689" y="315561"/>
                  </a:lnTo>
                  <a:lnTo>
                    <a:pt x="0" y="317244"/>
                  </a:lnTo>
                  <a:lnTo>
                    <a:pt x="0" y="355567"/>
                  </a:lnTo>
                  <a:lnTo>
                    <a:pt x="1689" y="357998"/>
                  </a:lnTo>
                  <a:lnTo>
                    <a:pt x="1689" y="360241"/>
                  </a:lnTo>
                  <a:lnTo>
                    <a:pt x="4129" y="362484"/>
                  </a:lnTo>
                  <a:lnTo>
                    <a:pt x="11073" y="362484"/>
                  </a:lnTo>
                  <a:lnTo>
                    <a:pt x="13325" y="360241"/>
                  </a:lnTo>
                  <a:lnTo>
                    <a:pt x="13325" y="357998"/>
                  </a:lnTo>
                  <a:lnTo>
                    <a:pt x="15202" y="355567"/>
                  </a:lnTo>
                  <a:lnTo>
                    <a:pt x="15202" y="317244"/>
                  </a:lnTo>
                  <a:lnTo>
                    <a:pt x="13325" y="315561"/>
                  </a:lnTo>
                  <a:lnTo>
                    <a:pt x="13325" y="313131"/>
                  </a:lnTo>
                  <a:lnTo>
                    <a:pt x="11073" y="310888"/>
                  </a:lnTo>
                  <a:close/>
                </a:path>
              </a:pathLst>
            </a:custGeom>
            <a:solidFill>
              <a:srgbClr val="000000"/>
            </a:solidFill>
          </p:spPr>
          <p:txBody>
            <a:bodyPr wrap="square" lIns="0" tIns="0" rIns="0" bIns="0" rtlCol="0"/>
            <a:lstStyle/>
            <a:p/>
          </p:txBody>
        </p:sp>
        <p:sp>
          <p:nvSpPr>
            <p:cNvPr id="33" name="object 33" descr=""/>
            <p:cNvSpPr/>
            <p:nvPr/>
          </p:nvSpPr>
          <p:spPr>
            <a:xfrm>
              <a:off x="4592239" y="1532424"/>
              <a:ext cx="15240" cy="362585"/>
            </a:xfrm>
            <a:custGeom>
              <a:avLst/>
              <a:gdLst/>
              <a:ahLst/>
              <a:cxnLst/>
              <a:rect l="l" t="t" r="r" b="b"/>
              <a:pathLst>
                <a:path w="15239" h="362585">
                  <a:moveTo>
                    <a:pt x="15202" y="6916"/>
                  </a:moveTo>
                  <a:lnTo>
                    <a:pt x="15202" y="49727"/>
                  </a:lnTo>
                  <a:lnTo>
                    <a:pt x="13325" y="52157"/>
                  </a:lnTo>
                  <a:lnTo>
                    <a:pt x="13325" y="54026"/>
                  </a:lnTo>
                  <a:lnTo>
                    <a:pt x="11073" y="56270"/>
                  </a:lnTo>
                  <a:lnTo>
                    <a:pt x="8821" y="56270"/>
                  </a:lnTo>
                  <a:lnTo>
                    <a:pt x="4129" y="56270"/>
                  </a:lnTo>
                  <a:lnTo>
                    <a:pt x="1689" y="54026"/>
                  </a:lnTo>
                  <a:lnTo>
                    <a:pt x="1689" y="52157"/>
                  </a:lnTo>
                  <a:lnTo>
                    <a:pt x="0" y="49727"/>
                  </a:lnTo>
                  <a:lnTo>
                    <a:pt x="0" y="6916"/>
                  </a:lnTo>
                  <a:lnTo>
                    <a:pt x="1689" y="4673"/>
                  </a:lnTo>
                  <a:lnTo>
                    <a:pt x="1689" y="2243"/>
                  </a:lnTo>
                  <a:lnTo>
                    <a:pt x="4129" y="0"/>
                  </a:lnTo>
                  <a:lnTo>
                    <a:pt x="8821" y="0"/>
                  </a:lnTo>
                  <a:lnTo>
                    <a:pt x="11073" y="0"/>
                  </a:lnTo>
                  <a:lnTo>
                    <a:pt x="13325" y="2243"/>
                  </a:lnTo>
                  <a:lnTo>
                    <a:pt x="13325" y="4673"/>
                  </a:lnTo>
                  <a:lnTo>
                    <a:pt x="15202" y="6916"/>
                  </a:lnTo>
                  <a:close/>
                </a:path>
                <a:path w="15239" h="362585">
                  <a:moveTo>
                    <a:pt x="15202" y="105997"/>
                  </a:moveTo>
                  <a:lnTo>
                    <a:pt x="13325" y="108427"/>
                  </a:lnTo>
                  <a:lnTo>
                    <a:pt x="13325" y="110297"/>
                  </a:lnTo>
                  <a:lnTo>
                    <a:pt x="11073" y="112540"/>
                  </a:lnTo>
                  <a:lnTo>
                    <a:pt x="8821" y="112540"/>
                  </a:lnTo>
                  <a:lnTo>
                    <a:pt x="4129" y="112540"/>
                  </a:lnTo>
                  <a:lnTo>
                    <a:pt x="1689" y="110297"/>
                  </a:lnTo>
                  <a:lnTo>
                    <a:pt x="1689" y="108427"/>
                  </a:lnTo>
                  <a:lnTo>
                    <a:pt x="0" y="105997"/>
                  </a:lnTo>
                  <a:lnTo>
                    <a:pt x="1689" y="103754"/>
                  </a:lnTo>
                  <a:lnTo>
                    <a:pt x="1689" y="101510"/>
                  </a:lnTo>
                  <a:lnTo>
                    <a:pt x="4129" y="99080"/>
                  </a:lnTo>
                  <a:lnTo>
                    <a:pt x="8821" y="99080"/>
                  </a:lnTo>
                  <a:lnTo>
                    <a:pt x="11073" y="99080"/>
                  </a:lnTo>
                  <a:lnTo>
                    <a:pt x="13325" y="101510"/>
                  </a:lnTo>
                  <a:lnTo>
                    <a:pt x="13325" y="103754"/>
                  </a:lnTo>
                  <a:lnTo>
                    <a:pt x="15202" y="105997"/>
                  </a:lnTo>
                  <a:close/>
                </a:path>
                <a:path w="15239" h="362585">
                  <a:moveTo>
                    <a:pt x="15202" y="162267"/>
                  </a:moveTo>
                  <a:lnTo>
                    <a:pt x="15202" y="204703"/>
                  </a:lnTo>
                  <a:lnTo>
                    <a:pt x="13325" y="207134"/>
                  </a:lnTo>
                  <a:lnTo>
                    <a:pt x="13325" y="209377"/>
                  </a:lnTo>
                  <a:lnTo>
                    <a:pt x="11073" y="211620"/>
                  </a:lnTo>
                  <a:lnTo>
                    <a:pt x="8821" y="211620"/>
                  </a:lnTo>
                  <a:lnTo>
                    <a:pt x="4129" y="211620"/>
                  </a:lnTo>
                  <a:lnTo>
                    <a:pt x="1689" y="209377"/>
                  </a:lnTo>
                  <a:lnTo>
                    <a:pt x="1689" y="207134"/>
                  </a:lnTo>
                  <a:lnTo>
                    <a:pt x="0" y="204703"/>
                  </a:lnTo>
                  <a:lnTo>
                    <a:pt x="0" y="162267"/>
                  </a:lnTo>
                  <a:lnTo>
                    <a:pt x="1689" y="160024"/>
                  </a:lnTo>
                  <a:lnTo>
                    <a:pt x="1689" y="157780"/>
                  </a:lnTo>
                  <a:lnTo>
                    <a:pt x="4129" y="155350"/>
                  </a:lnTo>
                  <a:lnTo>
                    <a:pt x="8821" y="155350"/>
                  </a:lnTo>
                  <a:lnTo>
                    <a:pt x="11073" y="155350"/>
                  </a:lnTo>
                  <a:lnTo>
                    <a:pt x="13325" y="157780"/>
                  </a:lnTo>
                  <a:lnTo>
                    <a:pt x="13325" y="160024"/>
                  </a:lnTo>
                  <a:lnTo>
                    <a:pt x="15202" y="162267"/>
                  </a:lnTo>
                  <a:close/>
                </a:path>
                <a:path w="15239" h="362585">
                  <a:moveTo>
                    <a:pt x="15202" y="260974"/>
                  </a:moveTo>
                  <a:lnTo>
                    <a:pt x="13325" y="263404"/>
                  </a:lnTo>
                  <a:lnTo>
                    <a:pt x="13325" y="265647"/>
                  </a:lnTo>
                  <a:lnTo>
                    <a:pt x="11073" y="267890"/>
                  </a:lnTo>
                  <a:lnTo>
                    <a:pt x="8821" y="267890"/>
                  </a:lnTo>
                  <a:lnTo>
                    <a:pt x="4129" y="267890"/>
                  </a:lnTo>
                  <a:lnTo>
                    <a:pt x="1689" y="265647"/>
                  </a:lnTo>
                  <a:lnTo>
                    <a:pt x="1689" y="263404"/>
                  </a:lnTo>
                  <a:lnTo>
                    <a:pt x="0" y="260974"/>
                  </a:lnTo>
                  <a:lnTo>
                    <a:pt x="1689" y="259291"/>
                  </a:lnTo>
                  <a:lnTo>
                    <a:pt x="1689" y="256861"/>
                  </a:lnTo>
                  <a:lnTo>
                    <a:pt x="4129" y="254617"/>
                  </a:lnTo>
                  <a:lnTo>
                    <a:pt x="8821" y="254617"/>
                  </a:lnTo>
                  <a:lnTo>
                    <a:pt x="11073" y="254617"/>
                  </a:lnTo>
                  <a:lnTo>
                    <a:pt x="13325" y="256861"/>
                  </a:lnTo>
                  <a:lnTo>
                    <a:pt x="13325" y="259291"/>
                  </a:lnTo>
                  <a:lnTo>
                    <a:pt x="15202" y="260974"/>
                  </a:lnTo>
                  <a:close/>
                </a:path>
                <a:path w="15239" h="362585">
                  <a:moveTo>
                    <a:pt x="15202" y="317244"/>
                  </a:moveTo>
                  <a:lnTo>
                    <a:pt x="15202" y="355567"/>
                  </a:lnTo>
                  <a:lnTo>
                    <a:pt x="13325" y="357998"/>
                  </a:lnTo>
                  <a:lnTo>
                    <a:pt x="13325" y="360241"/>
                  </a:lnTo>
                  <a:lnTo>
                    <a:pt x="11073" y="362484"/>
                  </a:lnTo>
                  <a:lnTo>
                    <a:pt x="8821" y="362484"/>
                  </a:lnTo>
                  <a:lnTo>
                    <a:pt x="4129" y="362484"/>
                  </a:lnTo>
                  <a:lnTo>
                    <a:pt x="1689" y="360241"/>
                  </a:lnTo>
                  <a:lnTo>
                    <a:pt x="1689" y="357998"/>
                  </a:lnTo>
                  <a:lnTo>
                    <a:pt x="0" y="355567"/>
                  </a:lnTo>
                  <a:lnTo>
                    <a:pt x="0" y="317244"/>
                  </a:lnTo>
                  <a:lnTo>
                    <a:pt x="1689" y="315561"/>
                  </a:lnTo>
                  <a:lnTo>
                    <a:pt x="1689" y="313131"/>
                  </a:lnTo>
                  <a:lnTo>
                    <a:pt x="4129" y="310888"/>
                  </a:lnTo>
                  <a:lnTo>
                    <a:pt x="8821" y="310888"/>
                  </a:lnTo>
                  <a:lnTo>
                    <a:pt x="11073" y="310888"/>
                  </a:lnTo>
                  <a:lnTo>
                    <a:pt x="13325" y="313131"/>
                  </a:lnTo>
                  <a:lnTo>
                    <a:pt x="13325" y="315561"/>
                  </a:lnTo>
                  <a:lnTo>
                    <a:pt x="15202" y="317244"/>
                  </a:lnTo>
                  <a:close/>
                </a:path>
              </a:pathLst>
            </a:custGeom>
            <a:ln w="3175">
              <a:solidFill>
                <a:srgbClr val="000000"/>
              </a:solidFill>
            </a:ln>
          </p:spPr>
          <p:txBody>
            <a:bodyPr wrap="square" lIns="0" tIns="0" rIns="0" bIns="0" rtlCol="0"/>
            <a:lstStyle/>
            <a:p/>
          </p:txBody>
        </p:sp>
        <p:sp>
          <p:nvSpPr>
            <p:cNvPr id="34" name="object 34" descr=""/>
            <p:cNvSpPr/>
            <p:nvPr/>
          </p:nvSpPr>
          <p:spPr>
            <a:xfrm>
              <a:off x="4592239" y="1881635"/>
              <a:ext cx="268605" cy="13335"/>
            </a:xfrm>
            <a:custGeom>
              <a:avLst/>
              <a:gdLst/>
              <a:ahLst/>
              <a:cxnLst/>
              <a:rect l="l" t="t" r="r" b="b"/>
              <a:pathLst>
                <a:path w="268604" h="13335">
                  <a:moveTo>
                    <a:pt x="51614" y="0"/>
                  </a:moveTo>
                  <a:lnTo>
                    <a:pt x="4129" y="0"/>
                  </a:lnTo>
                  <a:lnTo>
                    <a:pt x="1689" y="2243"/>
                  </a:lnTo>
                  <a:lnTo>
                    <a:pt x="1689" y="4486"/>
                  </a:lnTo>
                  <a:lnTo>
                    <a:pt x="0" y="6356"/>
                  </a:lnTo>
                  <a:lnTo>
                    <a:pt x="1689" y="8786"/>
                  </a:lnTo>
                  <a:lnTo>
                    <a:pt x="1689" y="11029"/>
                  </a:lnTo>
                  <a:lnTo>
                    <a:pt x="4129" y="13273"/>
                  </a:lnTo>
                  <a:lnTo>
                    <a:pt x="51614" y="13273"/>
                  </a:lnTo>
                  <a:lnTo>
                    <a:pt x="56118" y="8786"/>
                  </a:lnTo>
                  <a:lnTo>
                    <a:pt x="56118" y="4486"/>
                  </a:lnTo>
                  <a:lnTo>
                    <a:pt x="51614" y="0"/>
                  </a:lnTo>
                  <a:close/>
                </a:path>
                <a:path w="268604" h="13335">
                  <a:moveTo>
                    <a:pt x="110173" y="0"/>
                  </a:moveTo>
                  <a:lnTo>
                    <a:pt x="103604" y="0"/>
                  </a:lnTo>
                  <a:lnTo>
                    <a:pt x="101351" y="2243"/>
                  </a:lnTo>
                  <a:lnTo>
                    <a:pt x="98911" y="4486"/>
                  </a:lnTo>
                  <a:lnTo>
                    <a:pt x="98911" y="8786"/>
                  </a:lnTo>
                  <a:lnTo>
                    <a:pt x="101351" y="11029"/>
                  </a:lnTo>
                  <a:lnTo>
                    <a:pt x="103604" y="13273"/>
                  </a:lnTo>
                  <a:lnTo>
                    <a:pt x="110173" y="13273"/>
                  </a:lnTo>
                  <a:lnTo>
                    <a:pt x="112425" y="11029"/>
                  </a:lnTo>
                  <a:lnTo>
                    <a:pt x="112425" y="2243"/>
                  </a:lnTo>
                  <a:lnTo>
                    <a:pt x="110173" y="0"/>
                  </a:lnTo>
                  <a:close/>
                </a:path>
                <a:path w="268604" h="13335">
                  <a:moveTo>
                    <a:pt x="207208" y="0"/>
                  </a:moveTo>
                  <a:lnTo>
                    <a:pt x="159910" y="0"/>
                  </a:lnTo>
                  <a:lnTo>
                    <a:pt x="157470" y="2243"/>
                  </a:lnTo>
                  <a:lnTo>
                    <a:pt x="155218" y="4486"/>
                  </a:lnTo>
                  <a:lnTo>
                    <a:pt x="155218" y="8786"/>
                  </a:lnTo>
                  <a:lnTo>
                    <a:pt x="157470" y="11029"/>
                  </a:lnTo>
                  <a:lnTo>
                    <a:pt x="159910" y="13273"/>
                  </a:lnTo>
                  <a:lnTo>
                    <a:pt x="207208" y="13273"/>
                  </a:lnTo>
                  <a:lnTo>
                    <a:pt x="209648" y="11029"/>
                  </a:lnTo>
                  <a:lnTo>
                    <a:pt x="211900" y="8786"/>
                  </a:lnTo>
                  <a:lnTo>
                    <a:pt x="211900" y="4486"/>
                  </a:lnTo>
                  <a:lnTo>
                    <a:pt x="209648" y="2243"/>
                  </a:lnTo>
                  <a:lnTo>
                    <a:pt x="207208" y="0"/>
                  </a:lnTo>
                  <a:close/>
                </a:path>
                <a:path w="268604" h="13335">
                  <a:moveTo>
                    <a:pt x="263514" y="0"/>
                  </a:moveTo>
                  <a:lnTo>
                    <a:pt x="259385" y="0"/>
                  </a:lnTo>
                  <a:lnTo>
                    <a:pt x="256945" y="2243"/>
                  </a:lnTo>
                  <a:lnTo>
                    <a:pt x="254693" y="4486"/>
                  </a:lnTo>
                  <a:lnTo>
                    <a:pt x="254693" y="8786"/>
                  </a:lnTo>
                  <a:lnTo>
                    <a:pt x="256945" y="11029"/>
                  </a:lnTo>
                  <a:lnTo>
                    <a:pt x="259385" y="13273"/>
                  </a:lnTo>
                  <a:lnTo>
                    <a:pt x="263514" y="13273"/>
                  </a:lnTo>
                  <a:lnTo>
                    <a:pt x="265767" y="11029"/>
                  </a:lnTo>
                  <a:lnTo>
                    <a:pt x="268207" y="8786"/>
                  </a:lnTo>
                  <a:lnTo>
                    <a:pt x="268207" y="4486"/>
                  </a:lnTo>
                  <a:lnTo>
                    <a:pt x="265767" y="2243"/>
                  </a:lnTo>
                  <a:lnTo>
                    <a:pt x="263514" y="0"/>
                  </a:lnTo>
                  <a:close/>
                </a:path>
              </a:pathLst>
            </a:custGeom>
            <a:solidFill>
              <a:srgbClr val="000000"/>
            </a:solidFill>
          </p:spPr>
          <p:txBody>
            <a:bodyPr wrap="square" lIns="0" tIns="0" rIns="0" bIns="0" rtlCol="0"/>
            <a:lstStyle/>
            <a:p/>
          </p:txBody>
        </p:sp>
        <p:sp>
          <p:nvSpPr>
            <p:cNvPr id="35" name="object 35" descr=""/>
            <p:cNvSpPr/>
            <p:nvPr/>
          </p:nvSpPr>
          <p:spPr>
            <a:xfrm>
              <a:off x="4592239" y="1881635"/>
              <a:ext cx="268605" cy="13335"/>
            </a:xfrm>
            <a:custGeom>
              <a:avLst/>
              <a:gdLst/>
              <a:ahLst/>
              <a:cxnLst/>
              <a:rect l="l" t="t" r="r" b="b"/>
              <a:pathLst>
                <a:path w="268604" h="13335">
                  <a:moveTo>
                    <a:pt x="8821" y="0"/>
                  </a:moveTo>
                  <a:lnTo>
                    <a:pt x="49174" y="0"/>
                  </a:lnTo>
                  <a:lnTo>
                    <a:pt x="51614" y="0"/>
                  </a:lnTo>
                  <a:lnTo>
                    <a:pt x="53866" y="2243"/>
                  </a:lnTo>
                  <a:lnTo>
                    <a:pt x="56118" y="4486"/>
                  </a:lnTo>
                  <a:lnTo>
                    <a:pt x="56118" y="6356"/>
                  </a:lnTo>
                  <a:lnTo>
                    <a:pt x="56118" y="8786"/>
                  </a:lnTo>
                  <a:lnTo>
                    <a:pt x="53866" y="11029"/>
                  </a:lnTo>
                  <a:lnTo>
                    <a:pt x="51614" y="13273"/>
                  </a:lnTo>
                  <a:lnTo>
                    <a:pt x="49174" y="13273"/>
                  </a:lnTo>
                  <a:lnTo>
                    <a:pt x="8821" y="13273"/>
                  </a:lnTo>
                  <a:lnTo>
                    <a:pt x="4129" y="13273"/>
                  </a:lnTo>
                  <a:lnTo>
                    <a:pt x="1689" y="11029"/>
                  </a:lnTo>
                  <a:lnTo>
                    <a:pt x="1689" y="8786"/>
                  </a:lnTo>
                  <a:lnTo>
                    <a:pt x="0" y="6356"/>
                  </a:lnTo>
                  <a:lnTo>
                    <a:pt x="1689" y="4486"/>
                  </a:lnTo>
                  <a:lnTo>
                    <a:pt x="1689" y="2243"/>
                  </a:lnTo>
                  <a:lnTo>
                    <a:pt x="4129" y="0"/>
                  </a:lnTo>
                  <a:lnTo>
                    <a:pt x="8821" y="0"/>
                  </a:lnTo>
                  <a:close/>
                </a:path>
                <a:path w="268604" h="13335">
                  <a:moveTo>
                    <a:pt x="105856" y="0"/>
                  </a:moveTo>
                  <a:lnTo>
                    <a:pt x="110173" y="0"/>
                  </a:lnTo>
                  <a:lnTo>
                    <a:pt x="112425" y="2243"/>
                  </a:lnTo>
                  <a:lnTo>
                    <a:pt x="112425" y="4486"/>
                  </a:lnTo>
                  <a:lnTo>
                    <a:pt x="112425" y="6356"/>
                  </a:lnTo>
                  <a:lnTo>
                    <a:pt x="112425" y="8786"/>
                  </a:lnTo>
                  <a:lnTo>
                    <a:pt x="112425" y="11029"/>
                  </a:lnTo>
                  <a:lnTo>
                    <a:pt x="110173" y="13273"/>
                  </a:lnTo>
                  <a:lnTo>
                    <a:pt x="105856" y="13273"/>
                  </a:lnTo>
                  <a:lnTo>
                    <a:pt x="103604" y="13273"/>
                  </a:lnTo>
                  <a:lnTo>
                    <a:pt x="101351" y="11029"/>
                  </a:lnTo>
                  <a:lnTo>
                    <a:pt x="98911" y="8786"/>
                  </a:lnTo>
                  <a:lnTo>
                    <a:pt x="98911" y="6356"/>
                  </a:lnTo>
                  <a:lnTo>
                    <a:pt x="98911" y="4486"/>
                  </a:lnTo>
                  <a:lnTo>
                    <a:pt x="101351" y="2243"/>
                  </a:lnTo>
                  <a:lnTo>
                    <a:pt x="103604" y="0"/>
                  </a:lnTo>
                  <a:lnTo>
                    <a:pt x="105856" y="0"/>
                  </a:lnTo>
                  <a:close/>
                </a:path>
                <a:path w="268604" h="13335">
                  <a:moveTo>
                    <a:pt x="162163" y="0"/>
                  </a:moveTo>
                  <a:lnTo>
                    <a:pt x="204956" y="0"/>
                  </a:lnTo>
                  <a:lnTo>
                    <a:pt x="207208" y="0"/>
                  </a:lnTo>
                  <a:lnTo>
                    <a:pt x="209648" y="2243"/>
                  </a:lnTo>
                  <a:lnTo>
                    <a:pt x="211900" y="4486"/>
                  </a:lnTo>
                  <a:lnTo>
                    <a:pt x="211900" y="6356"/>
                  </a:lnTo>
                  <a:lnTo>
                    <a:pt x="211900" y="8786"/>
                  </a:lnTo>
                  <a:lnTo>
                    <a:pt x="209648" y="11029"/>
                  </a:lnTo>
                  <a:lnTo>
                    <a:pt x="207208" y="13273"/>
                  </a:lnTo>
                  <a:lnTo>
                    <a:pt x="204956" y="13273"/>
                  </a:lnTo>
                  <a:lnTo>
                    <a:pt x="162163" y="13273"/>
                  </a:lnTo>
                  <a:lnTo>
                    <a:pt x="159910" y="13273"/>
                  </a:lnTo>
                  <a:lnTo>
                    <a:pt x="157470" y="11029"/>
                  </a:lnTo>
                  <a:lnTo>
                    <a:pt x="155218" y="8786"/>
                  </a:lnTo>
                  <a:lnTo>
                    <a:pt x="155218" y="6356"/>
                  </a:lnTo>
                  <a:lnTo>
                    <a:pt x="155218" y="4486"/>
                  </a:lnTo>
                  <a:lnTo>
                    <a:pt x="157470" y="2243"/>
                  </a:lnTo>
                  <a:lnTo>
                    <a:pt x="159910" y="0"/>
                  </a:lnTo>
                  <a:lnTo>
                    <a:pt x="162163" y="0"/>
                  </a:lnTo>
                  <a:close/>
                </a:path>
                <a:path w="268604" h="13335">
                  <a:moveTo>
                    <a:pt x="261262" y="0"/>
                  </a:moveTo>
                  <a:lnTo>
                    <a:pt x="263514" y="0"/>
                  </a:lnTo>
                  <a:lnTo>
                    <a:pt x="265767" y="2243"/>
                  </a:lnTo>
                  <a:lnTo>
                    <a:pt x="268207" y="4486"/>
                  </a:lnTo>
                  <a:lnTo>
                    <a:pt x="268207" y="6356"/>
                  </a:lnTo>
                  <a:lnTo>
                    <a:pt x="268207" y="8786"/>
                  </a:lnTo>
                  <a:lnTo>
                    <a:pt x="265767" y="11029"/>
                  </a:lnTo>
                  <a:lnTo>
                    <a:pt x="263514" y="13273"/>
                  </a:lnTo>
                  <a:lnTo>
                    <a:pt x="261262" y="13273"/>
                  </a:lnTo>
                  <a:lnTo>
                    <a:pt x="259385" y="13273"/>
                  </a:lnTo>
                  <a:lnTo>
                    <a:pt x="256945" y="11029"/>
                  </a:lnTo>
                  <a:lnTo>
                    <a:pt x="254693" y="8786"/>
                  </a:lnTo>
                  <a:lnTo>
                    <a:pt x="254693" y="6356"/>
                  </a:lnTo>
                  <a:lnTo>
                    <a:pt x="254693" y="4486"/>
                  </a:lnTo>
                  <a:lnTo>
                    <a:pt x="256945" y="2243"/>
                  </a:lnTo>
                  <a:lnTo>
                    <a:pt x="259385" y="0"/>
                  </a:lnTo>
                  <a:lnTo>
                    <a:pt x="261262" y="0"/>
                  </a:lnTo>
                  <a:close/>
                </a:path>
              </a:pathLst>
            </a:custGeom>
            <a:ln w="3175">
              <a:solidFill>
                <a:srgbClr val="000000"/>
              </a:solidFill>
            </a:ln>
          </p:spPr>
          <p:txBody>
            <a:bodyPr wrap="square" lIns="0" tIns="0" rIns="0" bIns="0" rtlCol="0"/>
            <a:lstStyle/>
            <a:p/>
          </p:txBody>
        </p:sp>
        <p:sp>
          <p:nvSpPr>
            <p:cNvPr id="36" name="object 36" descr=""/>
            <p:cNvSpPr/>
            <p:nvPr/>
          </p:nvSpPr>
          <p:spPr>
            <a:xfrm>
              <a:off x="6058087" y="1712264"/>
              <a:ext cx="277495" cy="0"/>
            </a:xfrm>
            <a:custGeom>
              <a:avLst/>
              <a:gdLst/>
              <a:ahLst/>
              <a:cxnLst/>
              <a:rect l="l" t="t" r="r" b="b"/>
              <a:pathLst>
                <a:path w="277495" h="0">
                  <a:moveTo>
                    <a:pt x="0" y="0"/>
                  </a:moveTo>
                  <a:lnTo>
                    <a:pt x="277403" y="0"/>
                  </a:lnTo>
                </a:path>
              </a:pathLst>
            </a:custGeom>
            <a:ln w="13428">
              <a:solidFill>
                <a:srgbClr val="000000"/>
              </a:solidFill>
            </a:ln>
          </p:spPr>
          <p:txBody>
            <a:bodyPr wrap="square" lIns="0" tIns="0" rIns="0" bIns="0" rtlCol="0"/>
            <a:lstStyle/>
            <a:p/>
          </p:txBody>
        </p:sp>
        <p:pic>
          <p:nvPicPr>
            <p:cNvPr id="37" name="object 37" descr=""/>
            <p:cNvPicPr/>
            <p:nvPr/>
          </p:nvPicPr>
          <p:blipFill>
            <a:blip r:embed="rId2" cstate="print"/>
            <a:stretch>
              <a:fillRect/>
            </a:stretch>
          </p:blipFill>
          <p:spPr>
            <a:xfrm>
              <a:off x="6333239" y="1360772"/>
              <a:ext cx="198518" cy="756413"/>
            </a:xfrm>
            <a:prstGeom prst="rect">
              <a:avLst/>
            </a:prstGeom>
          </p:spPr>
        </p:pic>
        <p:sp>
          <p:nvSpPr>
            <p:cNvPr id="38" name="object 38" descr=""/>
            <p:cNvSpPr/>
            <p:nvPr/>
          </p:nvSpPr>
          <p:spPr>
            <a:xfrm>
              <a:off x="6335491" y="1363202"/>
              <a:ext cx="1696720" cy="756920"/>
            </a:xfrm>
            <a:custGeom>
              <a:avLst/>
              <a:gdLst/>
              <a:ahLst/>
              <a:cxnLst/>
              <a:rect l="l" t="t" r="r" b="b"/>
              <a:pathLst>
                <a:path w="1696720" h="756919">
                  <a:moveTo>
                    <a:pt x="0" y="756413"/>
                  </a:moveTo>
                  <a:lnTo>
                    <a:pt x="196190" y="756413"/>
                  </a:lnTo>
                  <a:lnTo>
                    <a:pt x="196190" y="0"/>
                  </a:lnTo>
                  <a:lnTo>
                    <a:pt x="0" y="0"/>
                  </a:lnTo>
                  <a:lnTo>
                    <a:pt x="0" y="756413"/>
                  </a:lnTo>
                  <a:close/>
                </a:path>
                <a:path w="1696720" h="756919">
                  <a:moveTo>
                    <a:pt x="196322" y="349062"/>
                  </a:moveTo>
                  <a:lnTo>
                    <a:pt x="394709" y="349062"/>
                  </a:lnTo>
                </a:path>
                <a:path w="1696720" h="756919">
                  <a:moveTo>
                    <a:pt x="868623" y="349062"/>
                  </a:moveTo>
                  <a:lnTo>
                    <a:pt x="1064757" y="349062"/>
                  </a:lnTo>
                </a:path>
                <a:path w="1696720" h="756919">
                  <a:moveTo>
                    <a:pt x="1263332" y="349062"/>
                  </a:moveTo>
                  <a:lnTo>
                    <a:pt x="1459467" y="349062"/>
                  </a:lnTo>
                </a:path>
                <a:path w="1696720" h="756919">
                  <a:moveTo>
                    <a:pt x="1459467" y="173334"/>
                  </a:moveTo>
                  <a:lnTo>
                    <a:pt x="1696517" y="173334"/>
                  </a:lnTo>
                </a:path>
                <a:path w="1696720" h="756919">
                  <a:moveTo>
                    <a:pt x="1459467" y="173334"/>
                  </a:moveTo>
                  <a:lnTo>
                    <a:pt x="1459467" y="521985"/>
                  </a:lnTo>
                </a:path>
                <a:path w="1696720" h="756919">
                  <a:moveTo>
                    <a:pt x="1459467" y="521985"/>
                  </a:moveTo>
                  <a:lnTo>
                    <a:pt x="1696517" y="521985"/>
                  </a:lnTo>
                </a:path>
              </a:pathLst>
            </a:custGeom>
            <a:ln w="13455">
              <a:solidFill>
                <a:srgbClr val="000000"/>
              </a:solidFill>
            </a:ln>
          </p:spPr>
          <p:txBody>
            <a:bodyPr wrap="square" lIns="0" tIns="0" rIns="0" bIns="0" rtlCol="0"/>
            <a:lstStyle/>
            <a:p/>
          </p:txBody>
        </p:sp>
        <p:sp>
          <p:nvSpPr>
            <p:cNvPr id="39" name="object 39" descr=""/>
            <p:cNvSpPr/>
            <p:nvPr/>
          </p:nvSpPr>
          <p:spPr>
            <a:xfrm>
              <a:off x="8066356" y="1532424"/>
              <a:ext cx="212090" cy="13970"/>
            </a:xfrm>
            <a:custGeom>
              <a:avLst/>
              <a:gdLst/>
              <a:ahLst/>
              <a:cxnLst/>
              <a:rect l="l" t="t" r="r" b="b"/>
              <a:pathLst>
                <a:path w="212090" h="13969">
                  <a:moveTo>
                    <a:pt x="51614" y="0"/>
                  </a:moveTo>
                  <a:lnTo>
                    <a:pt x="4316" y="0"/>
                  </a:lnTo>
                  <a:lnTo>
                    <a:pt x="2439" y="2243"/>
                  </a:lnTo>
                  <a:lnTo>
                    <a:pt x="2439" y="4673"/>
                  </a:lnTo>
                  <a:lnTo>
                    <a:pt x="0" y="6916"/>
                  </a:lnTo>
                  <a:lnTo>
                    <a:pt x="2439" y="9160"/>
                  </a:lnTo>
                  <a:lnTo>
                    <a:pt x="2439" y="11590"/>
                  </a:lnTo>
                  <a:lnTo>
                    <a:pt x="4316" y="13833"/>
                  </a:lnTo>
                  <a:lnTo>
                    <a:pt x="51614" y="13833"/>
                  </a:lnTo>
                  <a:lnTo>
                    <a:pt x="54054" y="11590"/>
                  </a:lnTo>
                  <a:lnTo>
                    <a:pt x="56306" y="9160"/>
                  </a:lnTo>
                  <a:lnTo>
                    <a:pt x="56306" y="4673"/>
                  </a:lnTo>
                  <a:lnTo>
                    <a:pt x="54054" y="2243"/>
                  </a:lnTo>
                  <a:lnTo>
                    <a:pt x="51614" y="0"/>
                  </a:lnTo>
                  <a:close/>
                </a:path>
                <a:path w="212090" h="13969">
                  <a:moveTo>
                    <a:pt x="110360" y="0"/>
                  </a:moveTo>
                  <a:lnTo>
                    <a:pt x="103791" y="0"/>
                  </a:lnTo>
                  <a:lnTo>
                    <a:pt x="101351" y="2243"/>
                  </a:lnTo>
                  <a:lnTo>
                    <a:pt x="99099" y="4673"/>
                  </a:lnTo>
                  <a:lnTo>
                    <a:pt x="99099" y="9160"/>
                  </a:lnTo>
                  <a:lnTo>
                    <a:pt x="101351" y="11590"/>
                  </a:lnTo>
                  <a:lnTo>
                    <a:pt x="103791" y="13833"/>
                  </a:lnTo>
                  <a:lnTo>
                    <a:pt x="110360" y="13833"/>
                  </a:lnTo>
                  <a:lnTo>
                    <a:pt x="112613" y="11590"/>
                  </a:lnTo>
                  <a:lnTo>
                    <a:pt x="112613" y="9160"/>
                  </a:lnTo>
                  <a:lnTo>
                    <a:pt x="114865" y="6916"/>
                  </a:lnTo>
                  <a:lnTo>
                    <a:pt x="112613" y="4673"/>
                  </a:lnTo>
                  <a:lnTo>
                    <a:pt x="112613" y="2243"/>
                  </a:lnTo>
                  <a:lnTo>
                    <a:pt x="110360" y="0"/>
                  </a:lnTo>
                  <a:close/>
                </a:path>
                <a:path w="212090" h="13969">
                  <a:moveTo>
                    <a:pt x="207395" y="0"/>
                  </a:moveTo>
                  <a:lnTo>
                    <a:pt x="160098" y="0"/>
                  </a:lnTo>
                  <a:lnTo>
                    <a:pt x="157658" y="2243"/>
                  </a:lnTo>
                  <a:lnTo>
                    <a:pt x="157658" y="4673"/>
                  </a:lnTo>
                  <a:lnTo>
                    <a:pt x="155781" y="6916"/>
                  </a:lnTo>
                  <a:lnTo>
                    <a:pt x="157658" y="9160"/>
                  </a:lnTo>
                  <a:lnTo>
                    <a:pt x="157658" y="11590"/>
                  </a:lnTo>
                  <a:lnTo>
                    <a:pt x="160098" y="13833"/>
                  </a:lnTo>
                  <a:lnTo>
                    <a:pt x="207395" y="13833"/>
                  </a:lnTo>
                  <a:lnTo>
                    <a:pt x="209835" y="11590"/>
                  </a:lnTo>
                  <a:lnTo>
                    <a:pt x="212088" y="9160"/>
                  </a:lnTo>
                  <a:lnTo>
                    <a:pt x="212088" y="4673"/>
                  </a:lnTo>
                  <a:lnTo>
                    <a:pt x="209835" y="2243"/>
                  </a:lnTo>
                  <a:lnTo>
                    <a:pt x="207395" y="0"/>
                  </a:lnTo>
                  <a:close/>
                </a:path>
              </a:pathLst>
            </a:custGeom>
            <a:solidFill>
              <a:srgbClr val="000000"/>
            </a:solidFill>
          </p:spPr>
          <p:txBody>
            <a:bodyPr wrap="square" lIns="0" tIns="0" rIns="0" bIns="0" rtlCol="0"/>
            <a:lstStyle/>
            <a:p/>
          </p:txBody>
        </p:sp>
        <p:sp>
          <p:nvSpPr>
            <p:cNvPr id="40" name="object 40" descr=""/>
            <p:cNvSpPr/>
            <p:nvPr/>
          </p:nvSpPr>
          <p:spPr>
            <a:xfrm>
              <a:off x="8066356" y="1532424"/>
              <a:ext cx="212090" cy="13970"/>
            </a:xfrm>
            <a:custGeom>
              <a:avLst/>
              <a:gdLst/>
              <a:ahLst/>
              <a:cxnLst/>
              <a:rect l="l" t="t" r="r" b="b"/>
              <a:pathLst>
                <a:path w="212090" h="13969">
                  <a:moveTo>
                    <a:pt x="9009" y="0"/>
                  </a:moveTo>
                  <a:lnTo>
                    <a:pt x="49362" y="0"/>
                  </a:lnTo>
                  <a:lnTo>
                    <a:pt x="51614" y="0"/>
                  </a:lnTo>
                  <a:lnTo>
                    <a:pt x="54054" y="2243"/>
                  </a:lnTo>
                  <a:lnTo>
                    <a:pt x="56306" y="4673"/>
                  </a:lnTo>
                  <a:lnTo>
                    <a:pt x="56306" y="6916"/>
                  </a:lnTo>
                  <a:lnTo>
                    <a:pt x="56306" y="9160"/>
                  </a:lnTo>
                  <a:lnTo>
                    <a:pt x="54054" y="11590"/>
                  </a:lnTo>
                  <a:lnTo>
                    <a:pt x="51614" y="13833"/>
                  </a:lnTo>
                  <a:lnTo>
                    <a:pt x="49362" y="13833"/>
                  </a:lnTo>
                  <a:lnTo>
                    <a:pt x="9009" y="13833"/>
                  </a:lnTo>
                  <a:lnTo>
                    <a:pt x="4316" y="13833"/>
                  </a:lnTo>
                  <a:lnTo>
                    <a:pt x="2439" y="11590"/>
                  </a:lnTo>
                  <a:lnTo>
                    <a:pt x="2439" y="9160"/>
                  </a:lnTo>
                  <a:lnTo>
                    <a:pt x="0" y="6916"/>
                  </a:lnTo>
                  <a:lnTo>
                    <a:pt x="2439" y="4673"/>
                  </a:lnTo>
                  <a:lnTo>
                    <a:pt x="2439" y="2243"/>
                  </a:lnTo>
                  <a:lnTo>
                    <a:pt x="4316" y="0"/>
                  </a:lnTo>
                  <a:lnTo>
                    <a:pt x="9009" y="0"/>
                  </a:lnTo>
                  <a:close/>
                </a:path>
                <a:path w="212090" h="13969">
                  <a:moveTo>
                    <a:pt x="106044" y="0"/>
                  </a:moveTo>
                  <a:lnTo>
                    <a:pt x="110360" y="0"/>
                  </a:lnTo>
                  <a:lnTo>
                    <a:pt x="112613" y="2243"/>
                  </a:lnTo>
                  <a:lnTo>
                    <a:pt x="112613" y="4673"/>
                  </a:lnTo>
                  <a:lnTo>
                    <a:pt x="114865" y="6916"/>
                  </a:lnTo>
                  <a:lnTo>
                    <a:pt x="112613" y="9160"/>
                  </a:lnTo>
                  <a:lnTo>
                    <a:pt x="112613" y="11590"/>
                  </a:lnTo>
                  <a:lnTo>
                    <a:pt x="110360" y="13833"/>
                  </a:lnTo>
                  <a:lnTo>
                    <a:pt x="106044" y="13833"/>
                  </a:lnTo>
                  <a:lnTo>
                    <a:pt x="103791" y="13833"/>
                  </a:lnTo>
                  <a:lnTo>
                    <a:pt x="101351" y="11590"/>
                  </a:lnTo>
                  <a:lnTo>
                    <a:pt x="99099" y="9160"/>
                  </a:lnTo>
                  <a:lnTo>
                    <a:pt x="99099" y="6916"/>
                  </a:lnTo>
                  <a:lnTo>
                    <a:pt x="99099" y="4673"/>
                  </a:lnTo>
                  <a:lnTo>
                    <a:pt x="101351" y="2243"/>
                  </a:lnTo>
                  <a:lnTo>
                    <a:pt x="103791" y="0"/>
                  </a:lnTo>
                  <a:lnTo>
                    <a:pt x="106044" y="0"/>
                  </a:lnTo>
                  <a:close/>
                </a:path>
                <a:path w="212090" h="13969">
                  <a:moveTo>
                    <a:pt x="162350" y="0"/>
                  </a:moveTo>
                  <a:lnTo>
                    <a:pt x="205143" y="0"/>
                  </a:lnTo>
                  <a:lnTo>
                    <a:pt x="207395" y="0"/>
                  </a:lnTo>
                  <a:lnTo>
                    <a:pt x="209835" y="2243"/>
                  </a:lnTo>
                  <a:lnTo>
                    <a:pt x="212088" y="4673"/>
                  </a:lnTo>
                  <a:lnTo>
                    <a:pt x="212088" y="6916"/>
                  </a:lnTo>
                  <a:lnTo>
                    <a:pt x="212088" y="9160"/>
                  </a:lnTo>
                  <a:lnTo>
                    <a:pt x="209835" y="11590"/>
                  </a:lnTo>
                  <a:lnTo>
                    <a:pt x="207395" y="13833"/>
                  </a:lnTo>
                  <a:lnTo>
                    <a:pt x="205143" y="13833"/>
                  </a:lnTo>
                  <a:lnTo>
                    <a:pt x="162350" y="13833"/>
                  </a:lnTo>
                  <a:lnTo>
                    <a:pt x="160098" y="13833"/>
                  </a:lnTo>
                  <a:lnTo>
                    <a:pt x="157658" y="11590"/>
                  </a:lnTo>
                  <a:lnTo>
                    <a:pt x="157658" y="9160"/>
                  </a:lnTo>
                  <a:lnTo>
                    <a:pt x="155781" y="6916"/>
                  </a:lnTo>
                  <a:lnTo>
                    <a:pt x="157658" y="4673"/>
                  </a:lnTo>
                  <a:lnTo>
                    <a:pt x="157658" y="2243"/>
                  </a:lnTo>
                  <a:lnTo>
                    <a:pt x="160098" y="0"/>
                  </a:lnTo>
                  <a:lnTo>
                    <a:pt x="162350" y="0"/>
                  </a:lnTo>
                  <a:close/>
                </a:path>
              </a:pathLst>
            </a:custGeom>
            <a:ln w="3175">
              <a:solidFill>
                <a:srgbClr val="000000"/>
              </a:solidFill>
            </a:ln>
          </p:spPr>
          <p:txBody>
            <a:bodyPr wrap="square" lIns="0" tIns="0" rIns="0" bIns="0" rtlCol="0"/>
            <a:lstStyle/>
            <a:p/>
          </p:txBody>
        </p:sp>
        <p:sp>
          <p:nvSpPr>
            <p:cNvPr id="41" name="object 41" descr=""/>
            <p:cNvSpPr/>
            <p:nvPr/>
          </p:nvSpPr>
          <p:spPr>
            <a:xfrm>
              <a:off x="8264931" y="1532424"/>
              <a:ext cx="13970" cy="362585"/>
            </a:xfrm>
            <a:custGeom>
              <a:avLst/>
              <a:gdLst/>
              <a:ahLst/>
              <a:cxnLst/>
              <a:rect l="l" t="t" r="r" b="b"/>
              <a:pathLst>
                <a:path w="13970" h="362585">
                  <a:moveTo>
                    <a:pt x="8821" y="0"/>
                  </a:moveTo>
                  <a:lnTo>
                    <a:pt x="4129" y="0"/>
                  </a:lnTo>
                  <a:lnTo>
                    <a:pt x="2439" y="2243"/>
                  </a:lnTo>
                  <a:lnTo>
                    <a:pt x="0" y="4673"/>
                  </a:lnTo>
                  <a:lnTo>
                    <a:pt x="0" y="52157"/>
                  </a:lnTo>
                  <a:lnTo>
                    <a:pt x="2439" y="54026"/>
                  </a:lnTo>
                  <a:lnTo>
                    <a:pt x="4129" y="56270"/>
                  </a:lnTo>
                  <a:lnTo>
                    <a:pt x="8821" y="56270"/>
                  </a:lnTo>
                  <a:lnTo>
                    <a:pt x="11261" y="54026"/>
                  </a:lnTo>
                  <a:lnTo>
                    <a:pt x="13513" y="52157"/>
                  </a:lnTo>
                  <a:lnTo>
                    <a:pt x="13513" y="4673"/>
                  </a:lnTo>
                  <a:lnTo>
                    <a:pt x="11261" y="2243"/>
                  </a:lnTo>
                  <a:lnTo>
                    <a:pt x="8821" y="0"/>
                  </a:lnTo>
                  <a:close/>
                </a:path>
                <a:path w="13970" h="362585">
                  <a:moveTo>
                    <a:pt x="8821" y="99080"/>
                  </a:moveTo>
                  <a:lnTo>
                    <a:pt x="4129" y="99080"/>
                  </a:lnTo>
                  <a:lnTo>
                    <a:pt x="2439" y="101510"/>
                  </a:lnTo>
                  <a:lnTo>
                    <a:pt x="0" y="103754"/>
                  </a:lnTo>
                  <a:lnTo>
                    <a:pt x="0" y="108427"/>
                  </a:lnTo>
                  <a:lnTo>
                    <a:pt x="2439" y="110297"/>
                  </a:lnTo>
                  <a:lnTo>
                    <a:pt x="4129" y="112540"/>
                  </a:lnTo>
                  <a:lnTo>
                    <a:pt x="8821" y="112540"/>
                  </a:lnTo>
                  <a:lnTo>
                    <a:pt x="11261" y="110297"/>
                  </a:lnTo>
                  <a:lnTo>
                    <a:pt x="13513" y="108427"/>
                  </a:lnTo>
                  <a:lnTo>
                    <a:pt x="13513" y="103754"/>
                  </a:lnTo>
                  <a:lnTo>
                    <a:pt x="8821" y="99080"/>
                  </a:lnTo>
                  <a:close/>
                </a:path>
                <a:path w="13970" h="362585">
                  <a:moveTo>
                    <a:pt x="8821" y="155350"/>
                  </a:moveTo>
                  <a:lnTo>
                    <a:pt x="4129" y="155350"/>
                  </a:lnTo>
                  <a:lnTo>
                    <a:pt x="2439" y="157780"/>
                  </a:lnTo>
                  <a:lnTo>
                    <a:pt x="0" y="160024"/>
                  </a:lnTo>
                  <a:lnTo>
                    <a:pt x="0" y="207134"/>
                  </a:lnTo>
                  <a:lnTo>
                    <a:pt x="2439" y="209377"/>
                  </a:lnTo>
                  <a:lnTo>
                    <a:pt x="4129" y="211620"/>
                  </a:lnTo>
                  <a:lnTo>
                    <a:pt x="8821" y="211620"/>
                  </a:lnTo>
                  <a:lnTo>
                    <a:pt x="11261" y="209377"/>
                  </a:lnTo>
                  <a:lnTo>
                    <a:pt x="13513" y="207134"/>
                  </a:lnTo>
                  <a:lnTo>
                    <a:pt x="13513" y="160024"/>
                  </a:lnTo>
                  <a:lnTo>
                    <a:pt x="8821" y="155350"/>
                  </a:lnTo>
                  <a:close/>
                </a:path>
                <a:path w="13970" h="362585">
                  <a:moveTo>
                    <a:pt x="8821" y="254617"/>
                  </a:moveTo>
                  <a:lnTo>
                    <a:pt x="4129" y="254617"/>
                  </a:lnTo>
                  <a:lnTo>
                    <a:pt x="2439" y="256861"/>
                  </a:lnTo>
                  <a:lnTo>
                    <a:pt x="0" y="259291"/>
                  </a:lnTo>
                  <a:lnTo>
                    <a:pt x="0" y="263404"/>
                  </a:lnTo>
                  <a:lnTo>
                    <a:pt x="2439" y="265647"/>
                  </a:lnTo>
                  <a:lnTo>
                    <a:pt x="4129" y="267890"/>
                  </a:lnTo>
                  <a:lnTo>
                    <a:pt x="8821" y="267890"/>
                  </a:lnTo>
                  <a:lnTo>
                    <a:pt x="11261" y="265647"/>
                  </a:lnTo>
                  <a:lnTo>
                    <a:pt x="13513" y="263404"/>
                  </a:lnTo>
                  <a:lnTo>
                    <a:pt x="13513" y="259291"/>
                  </a:lnTo>
                  <a:lnTo>
                    <a:pt x="11261" y="256861"/>
                  </a:lnTo>
                  <a:lnTo>
                    <a:pt x="8821" y="254617"/>
                  </a:lnTo>
                  <a:close/>
                </a:path>
                <a:path w="13970" h="362585">
                  <a:moveTo>
                    <a:pt x="8821" y="310888"/>
                  </a:moveTo>
                  <a:lnTo>
                    <a:pt x="4129" y="310888"/>
                  </a:lnTo>
                  <a:lnTo>
                    <a:pt x="2439" y="313131"/>
                  </a:lnTo>
                  <a:lnTo>
                    <a:pt x="0" y="315561"/>
                  </a:lnTo>
                  <a:lnTo>
                    <a:pt x="0" y="357998"/>
                  </a:lnTo>
                  <a:lnTo>
                    <a:pt x="2439" y="360241"/>
                  </a:lnTo>
                  <a:lnTo>
                    <a:pt x="4129" y="362484"/>
                  </a:lnTo>
                  <a:lnTo>
                    <a:pt x="8821" y="362484"/>
                  </a:lnTo>
                  <a:lnTo>
                    <a:pt x="11261" y="360241"/>
                  </a:lnTo>
                  <a:lnTo>
                    <a:pt x="13513" y="357998"/>
                  </a:lnTo>
                  <a:lnTo>
                    <a:pt x="13513" y="315561"/>
                  </a:lnTo>
                  <a:lnTo>
                    <a:pt x="11261" y="313131"/>
                  </a:lnTo>
                  <a:lnTo>
                    <a:pt x="8821" y="310888"/>
                  </a:lnTo>
                  <a:close/>
                </a:path>
              </a:pathLst>
            </a:custGeom>
            <a:solidFill>
              <a:srgbClr val="000000"/>
            </a:solidFill>
          </p:spPr>
          <p:txBody>
            <a:bodyPr wrap="square" lIns="0" tIns="0" rIns="0" bIns="0" rtlCol="0"/>
            <a:lstStyle/>
            <a:p/>
          </p:txBody>
        </p:sp>
        <p:sp>
          <p:nvSpPr>
            <p:cNvPr id="42" name="object 42" descr=""/>
            <p:cNvSpPr/>
            <p:nvPr/>
          </p:nvSpPr>
          <p:spPr>
            <a:xfrm>
              <a:off x="8264931" y="1532424"/>
              <a:ext cx="13970" cy="362585"/>
            </a:xfrm>
            <a:custGeom>
              <a:avLst/>
              <a:gdLst/>
              <a:ahLst/>
              <a:cxnLst/>
              <a:rect l="l" t="t" r="r" b="b"/>
              <a:pathLst>
                <a:path w="13970" h="362585">
                  <a:moveTo>
                    <a:pt x="13513" y="6916"/>
                  </a:moveTo>
                  <a:lnTo>
                    <a:pt x="13513" y="49727"/>
                  </a:lnTo>
                  <a:lnTo>
                    <a:pt x="13513" y="52157"/>
                  </a:lnTo>
                  <a:lnTo>
                    <a:pt x="11261" y="54026"/>
                  </a:lnTo>
                  <a:lnTo>
                    <a:pt x="8821" y="56270"/>
                  </a:lnTo>
                  <a:lnTo>
                    <a:pt x="6569" y="56270"/>
                  </a:lnTo>
                  <a:lnTo>
                    <a:pt x="4129" y="56270"/>
                  </a:lnTo>
                  <a:lnTo>
                    <a:pt x="2439" y="54026"/>
                  </a:lnTo>
                  <a:lnTo>
                    <a:pt x="0" y="52157"/>
                  </a:lnTo>
                  <a:lnTo>
                    <a:pt x="0" y="49727"/>
                  </a:lnTo>
                  <a:lnTo>
                    <a:pt x="0" y="6916"/>
                  </a:lnTo>
                  <a:lnTo>
                    <a:pt x="0" y="4673"/>
                  </a:lnTo>
                  <a:lnTo>
                    <a:pt x="2439" y="2243"/>
                  </a:lnTo>
                  <a:lnTo>
                    <a:pt x="4129" y="0"/>
                  </a:lnTo>
                  <a:lnTo>
                    <a:pt x="6569" y="0"/>
                  </a:lnTo>
                  <a:lnTo>
                    <a:pt x="8821" y="0"/>
                  </a:lnTo>
                  <a:lnTo>
                    <a:pt x="11261" y="2243"/>
                  </a:lnTo>
                  <a:lnTo>
                    <a:pt x="13513" y="4673"/>
                  </a:lnTo>
                  <a:lnTo>
                    <a:pt x="13513" y="6916"/>
                  </a:lnTo>
                  <a:close/>
                </a:path>
                <a:path w="13970" h="362585">
                  <a:moveTo>
                    <a:pt x="13513" y="105997"/>
                  </a:moveTo>
                  <a:lnTo>
                    <a:pt x="13513" y="108427"/>
                  </a:lnTo>
                  <a:lnTo>
                    <a:pt x="11261" y="110297"/>
                  </a:lnTo>
                  <a:lnTo>
                    <a:pt x="8821" y="112540"/>
                  </a:lnTo>
                  <a:lnTo>
                    <a:pt x="6569" y="112540"/>
                  </a:lnTo>
                  <a:lnTo>
                    <a:pt x="4129" y="112540"/>
                  </a:lnTo>
                  <a:lnTo>
                    <a:pt x="2439" y="110297"/>
                  </a:lnTo>
                  <a:lnTo>
                    <a:pt x="0" y="108427"/>
                  </a:lnTo>
                  <a:lnTo>
                    <a:pt x="0" y="105997"/>
                  </a:lnTo>
                  <a:lnTo>
                    <a:pt x="0" y="103754"/>
                  </a:lnTo>
                  <a:lnTo>
                    <a:pt x="2439" y="101510"/>
                  </a:lnTo>
                  <a:lnTo>
                    <a:pt x="4129" y="99080"/>
                  </a:lnTo>
                  <a:lnTo>
                    <a:pt x="6569" y="99080"/>
                  </a:lnTo>
                  <a:lnTo>
                    <a:pt x="8821" y="99080"/>
                  </a:lnTo>
                  <a:lnTo>
                    <a:pt x="11261" y="101510"/>
                  </a:lnTo>
                  <a:lnTo>
                    <a:pt x="13513" y="103754"/>
                  </a:lnTo>
                  <a:lnTo>
                    <a:pt x="13513" y="105997"/>
                  </a:lnTo>
                  <a:close/>
                </a:path>
                <a:path w="13970" h="362585">
                  <a:moveTo>
                    <a:pt x="13513" y="162267"/>
                  </a:moveTo>
                  <a:lnTo>
                    <a:pt x="13513" y="204703"/>
                  </a:lnTo>
                  <a:lnTo>
                    <a:pt x="13513" y="207134"/>
                  </a:lnTo>
                  <a:lnTo>
                    <a:pt x="11261" y="209377"/>
                  </a:lnTo>
                  <a:lnTo>
                    <a:pt x="8821" y="211620"/>
                  </a:lnTo>
                  <a:lnTo>
                    <a:pt x="6569" y="211620"/>
                  </a:lnTo>
                  <a:lnTo>
                    <a:pt x="4129" y="211620"/>
                  </a:lnTo>
                  <a:lnTo>
                    <a:pt x="2439" y="209377"/>
                  </a:lnTo>
                  <a:lnTo>
                    <a:pt x="0" y="207134"/>
                  </a:lnTo>
                  <a:lnTo>
                    <a:pt x="0" y="204703"/>
                  </a:lnTo>
                  <a:lnTo>
                    <a:pt x="0" y="162267"/>
                  </a:lnTo>
                  <a:lnTo>
                    <a:pt x="0" y="160024"/>
                  </a:lnTo>
                  <a:lnTo>
                    <a:pt x="2439" y="157780"/>
                  </a:lnTo>
                  <a:lnTo>
                    <a:pt x="4129" y="155350"/>
                  </a:lnTo>
                  <a:lnTo>
                    <a:pt x="6569" y="155350"/>
                  </a:lnTo>
                  <a:lnTo>
                    <a:pt x="8821" y="155350"/>
                  </a:lnTo>
                  <a:lnTo>
                    <a:pt x="11261" y="157780"/>
                  </a:lnTo>
                  <a:lnTo>
                    <a:pt x="13513" y="160024"/>
                  </a:lnTo>
                  <a:lnTo>
                    <a:pt x="13513" y="162267"/>
                  </a:lnTo>
                  <a:close/>
                </a:path>
                <a:path w="13970" h="362585">
                  <a:moveTo>
                    <a:pt x="13513" y="260974"/>
                  </a:moveTo>
                  <a:lnTo>
                    <a:pt x="13513" y="263404"/>
                  </a:lnTo>
                  <a:lnTo>
                    <a:pt x="11261" y="265647"/>
                  </a:lnTo>
                  <a:lnTo>
                    <a:pt x="8821" y="267890"/>
                  </a:lnTo>
                  <a:lnTo>
                    <a:pt x="6569" y="267890"/>
                  </a:lnTo>
                  <a:lnTo>
                    <a:pt x="4129" y="267890"/>
                  </a:lnTo>
                  <a:lnTo>
                    <a:pt x="2439" y="265647"/>
                  </a:lnTo>
                  <a:lnTo>
                    <a:pt x="0" y="263404"/>
                  </a:lnTo>
                  <a:lnTo>
                    <a:pt x="0" y="260974"/>
                  </a:lnTo>
                  <a:lnTo>
                    <a:pt x="0" y="259291"/>
                  </a:lnTo>
                  <a:lnTo>
                    <a:pt x="2439" y="256861"/>
                  </a:lnTo>
                  <a:lnTo>
                    <a:pt x="4129" y="254617"/>
                  </a:lnTo>
                  <a:lnTo>
                    <a:pt x="6569" y="254617"/>
                  </a:lnTo>
                  <a:lnTo>
                    <a:pt x="8821" y="254617"/>
                  </a:lnTo>
                  <a:lnTo>
                    <a:pt x="11261" y="256861"/>
                  </a:lnTo>
                  <a:lnTo>
                    <a:pt x="13513" y="259291"/>
                  </a:lnTo>
                  <a:lnTo>
                    <a:pt x="13513" y="260974"/>
                  </a:lnTo>
                  <a:close/>
                </a:path>
                <a:path w="13970" h="362585">
                  <a:moveTo>
                    <a:pt x="13513" y="317244"/>
                  </a:moveTo>
                  <a:lnTo>
                    <a:pt x="13513" y="355567"/>
                  </a:lnTo>
                  <a:lnTo>
                    <a:pt x="13513" y="357998"/>
                  </a:lnTo>
                  <a:lnTo>
                    <a:pt x="11261" y="360241"/>
                  </a:lnTo>
                  <a:lnTo>
                    <a:pt x="8821" y="362484"/>
                  </a:lnTo>
                  <a:lnTo>
                    <a:pt x="6569" y="362484"/>
                  </a:lnTo>
                  <a:lnTo>
                    <a:pt x="4129" y="362484"/>
                  </a:lnTo>
                  <a:lnTo>
                    <a:pt x="2439" y="360241"/>
                  </a:lnTo>
                  <a:lnTo>
                    <a:pt x="0" y="357998"/>
                  </a:lnTo>
                  <a:lnTo>
                    <a:pt x="0" y="355567"/>
                  </a:lnTo>
                  <a:lnTo>
                    <a:pt x="0" y="317244"/>
                  </a:lnTo>
                  <a:lnTo>
                    <a:pt x="0" y="315561"/>
                  </a:lnTo>
                  <a:lnTo>
                    <a:pt x="2439" y="313131"/>
                  </a:lnTo>
                  <a:lnTo>
                    <a:pt x="4129" y="310888"/>
                  </a:lnTo>
                  <a:lnTo>
                    <a:pt x="6569" y="310888"/>
                  </a:lnTo>
                  <a:lnTo>
                    <a:pt x="8821" y="310888"/>
                  </a:lnTo>
                  <a:lnTo>
                    <a:pt x="11261" y="313131"/>
                  </a:lnTo>
                  <a:lnTo>
                    <a:pt x="13513" y="315561"/>
                  </a:lnTo>
                  <a:lnTo>
                    <a:pt x="13513" y="317244"/>
                  </a:lnTo>
                  <a:close/>
                </a:path>
              </a:pathLst>
            </a:custGeom>
            <a:ln w="3175">
              <a:solidFill>
                <a:srgbClr val="000000"/>
              </a:solidFill>
            </a:ln>
          </p:spPr>
          <p:txBody>
            <a:bodyPr wrap="square" lIns="0" tIns="0" rIns="0" bIns="0" rtlCol="0"/>
            <a:lstStyle/>
            <a:p/>
          </p:txBody>
        </p:sp>
        <p:sp>
          <p:nvSpPr>
            <p:cNvPr id="43" name="object 43" descr=""/>
            <p:cNvSpPr/>
            <p:nvPr/>
          </p:nvSpPr>
          <p:spPr>
            <a:xfrm>
              <a:off x="8066356" y="1881635"/>
              <a:ext cx="212090" cy="13335"/>
            </a:xfrm>
            <a:custGeom>
              <a:avLst/>
              <a:gdLst/>
              <a:ahLst/>
              <a:cxnLst/>
              <a:rect l="l" t="t" r="r" b="b"/>
              <a:pathLst>
                <a:path w="212090" h="13335">
                  <a:moveTo>
                    <a:pt x="51614" y="0"/>
                  </a:moveTo>
                  <a:lnTo>
                    <a:pt x="4316" y="0"/>
                  </a:lnTo>
                  <a:lnTo>
                    <a:pt x="2439" y="2243"/>
                  </a:lnTo>
                  <a:lnTo>
                    <a:pt x="2439" y="4486"/>
                  </a:lnTo>
                  <a:lnTo>
                    <a:pt x="0" y="6356"/>
                  </a:lnTo>
                  <a:lnTo>
                    <a:pt x="2439" y="8786"/>
                  </a:lnTo>
                  <a:lnTo>
                    <a:pt x="2439" y="11029"/>
                  </a:lnTo>
                  <a:lnTo>
                    <a:pt x="4316" y="13273"/>
                  </a:lnTo>
                  <a:lnTo>
                    <a:pt x="51614" y="13273"/>
                  </a:lnTo>
                  <a:lnTo>
                    <a:pt x="54054" y="11029"/>
                  </a:lnTo>
                  <a:lnTo>
                    <a:pt x="56306" y="8786"/>
                  </a:lnTo>
                  <a:lnTo>
                    <a:pt x="56306" y="4486"/>
                  </a:lnTo>
                  <a:lnTo>
                    <a:pt x="54054" y="2243"/>
                  </a:lnTo>
                  <a:lnTo>
                    <a:pt x="51614" y="0"/>
                  </a:lnTo>
                  <a:close/>
                </a:path>
                <a:path w="212090" h="13335">
                  <a:moveTo>
                    <a:pt x="110360" y="0"/>
                  </a:moveTo>
                  <a:lnTo>
                    <a:pt x="103791" y="0"/>
                  </a:lnTo>
                  <a:lnTo>
                    <a:pt x="101351" y="2243"/>
                  </a:lnTo>
                  <a:lnTo>
                    <a:pt x="99099" y="4486"/>
                  </a:lnTo>
                  <a:lnTo>
                    <a:pt x="99099" y="8786"/>
                  </a:lnTo>
                  <a:lnTo>
                    <a:pt x="101351" y="11029"/>
                  </a:lnTo>
                  <a:lnTo>
                    <a:pt x="103791" y="13273"/>
                  </a:lnTo>
                  <a:lnTo>
                    <a:pt x="110360" y="13273"/>
                  </a:lnTo>
                  <a:lnTo>
                    <a:pt x="112613" y="11029"/>
                  </a:lnTo>
                  <a:lnTo>
                    <a:pt x="112613" y="8786"/>
                  </a:lnTo>
                  <a:lnTo>
                    <a:pt x="114865" y="6356"/>
                  </a:lnTo>
                  <a:lnTo>
                    <a:pt x="112613" y="4486"/>
                  </a:lnTo>
                  <a:lnTo>
                    <a:pt x="112613" y="2243"/>
                  </a:lnTo>
                  <a:lnTo>
                    <a:pt x="110360" y="0"/>
                  </a:lnTo>
                  <a:close/>
                </a:path>
                <a:path w="212090" h="13335">
                  <a:moveTo>
                    <a:pt x="207395" y="0"/>
                  </a:moveTo>
                  <a:lnTo>
                    <a:pt x="160098" y="0"/>
                  </a:lnTo>
                  <a:lnTo>
                    <a:pt x="157658" y="2243"/>
                  </a:lnTo>
                  <a:lnTo>
                    <a:pt x="157658" y="4486"/>
                  </a:lnTo>
                  <a:lnTo>
                    <a:pt x="155781" y="6356"/>
                  </a:lnTo>
                  <a:lnTo>
                    <a:pt x="157658" y="8786"/>
                  </a:lnTo>
                  <a:lnTo>
                    <a:pt x="157658" y="11029"/>
                  </a:lnTo>
                  <a:lnTo>
                    <a:pt x="160098" y="13273"/>
                  </a:lnTo>
                  <a:lnTo>
                    <a:pt x="207395" y="13273"/>
                  </a:lnTo>
                  <a:lnTo>
                    <a:pt x="209835" y="11029"/>
                  </a:lnTo>
                  <a:lnTo>
                    <a:pt x="212088" y="8786"/>
                  </a:lnTo>
                  <a:lnTo>
                    <a:pt x="212088" y="4486"/>
                  </a:lnTo>
                  <a:lnTo>
                    <a:pt x="209835" y="2243"/>
                  </a:lnTo>
                  <a:lnTo>
                    <a:pt x="207395" y="0"/>
                  </a:lnTo>
                  <a:close/>
                </a:path>
              </a:pathLst>
            </a:custGeom>
            <a:solidFill>
              <a:srgbClr val="000000"/>
            </a:solidFill>
          </p:spPr>
          <p:txBody>
            <a:bodyPr wrap="square" lIns="0" tIns="0" rIns="0" bIns="0" rtlCol="0"/>
            <a:lstStyle/>
            <a:p/>
          </p:txBody>
        </p:sp>
        <p:sp>
          <p:nvSpPr>
            <p:cNvPr id="44" name="object 44" descr=""/>
            <p:cNvSpPr/>
            <p:nvPr/>
          </p:nvSpPr>
          <p:spPr>
            <a:xfrm>
              <a:off x="8066356" y="1881635"/>
              <a:ext cx="212090" cy="13335"/>
            </a:xfrm>
            <a:custGeom>
              <a:avLst/>
              <a:gdLst/>
              <a:ahLst/>
              <a:cxnLst/>
              <a:rect l="l" t="t" r="r" b="b"/>
              <a:pathLst>
                <a:path w="212090" h="13335">
                  <a:moveTo>
                    <a:pt x="9009" y="0"/>
                  </a:moveTo>
                  <a:lnTo>
                    <a:pt x="49362" y="0"/>
                  </a:lnTo>
                  <a:lnTo>
                    <a:pt x="51614" y="0"/>
                  </a:lnTo>
                  <a:lnTo>
                    <a:pt x="54054" y="2243"/>
                  </a:lnTo>
                  <a:lnTo>
                    <a:pt x="56306" y="4486"/>
                  </a:lnTo>
                  <a:lnTo>
                    <a:pt x="56306" y="6356"/>
                  </a:lnTo>
                  <a:lnTo>
                    <a:pt x="56306" y="8786"/>
                  </a:lnTo>
                  <a:lnTo>
                    <a:pt x="54054" y="11029"/>
                  </a:lnTo>
                  <a:lnTo>
                    <a:pt x="51614" y="13273"/>
                  </a:lnTo>
                  <a:lnTo>
                    <a:pt x="49362" y="13273"/>
                  </a:lnTo>
                  <a:lnTo>
                    <a:pt x="9009" y="13273"/>
                  </a:lnTo>
                  <a:lnTo>
                    <a:pt x="4316" y="13273"/>
                  </a:lnTo>
                  <a:lnTo>
                    <a:pt x="2439" y="11029"/>
                  </a:lnTo>
                  <a:lnTo>
                    <a:pt x="2439" y="8786"/>
                  </a:lnTo>
                  <a:lnTo>
                    <a:pt x="0" y="6356"/>
                  </a:lnTo>
                  <a:lnTo>
                    <a:pt x="2439" y="4486"/>
                  </a:lnTo>
                  <a:lnTo>
                    <a:pt x="2439" y="2243"/>
                  </a:lnTo>
                  <a:lnTo>
                    <a:pt x="4316" y="0"/>
                  </a:lnTo>
                  <a:lnTo>
                    <a:pt x="9009" y="0"/>
                  </a:lnTo>
                  <a:close/>
                </a:path>
                <a:path w="212090" h="13335">
                  <a:moveTo>
                    <a:pt x="106044" y="0"/>
                  </a:moveTo>
                  <a:lnTo>
                    <a:pt x="110360" y="0"/>
                  </a:lnTo>
                  <a:lnTo>
                    <a:pt x="112613" y="2243"/>
                  </a:lnTo>
                  <a:lnTo>
                    <a:pt x="112613" y="4486"/>
                  </a:lnTo>
                  <a:lnTo>
                    <a:pt x="114865" y="6356"/>
                  </a:lnTo>
                  <a:lnTo>
                    <a:pt x="112613" y="8786"/>
                  </a:lnTo>
                  <a:lnTo>
                    <a:pt x="112613" y="11029"/>
                  </a:lnTo>
                  <a:lnTo>
                    <a:pt x="110360" y="13273"/>
                  </a:lnTo>
                  <a:lnTo>
                    <a:pt x="106044" y="13273"/>
                  </a:lnTo>
                  <a:lnTo>
                    <a:pt x="103791" y="13273"/>
                  </a:lnTo>
                  <a:lnTo>
                    <a:pt x="101351" y="11029"/>
                  </a:lnTo>
                  <a:lnTo>
                    <a:pt x="99099" y="8786"/>
                  </a:lnTo>
                  <a:lnTo>
                    <a:pt x="99099" y="6356"/>
                  </a:lnTo>
                  <a:lnTo>
                    <a:pt x="99099" y="4486"/>
                  </a:lnTo>
                  <a:lnTo>
                    <a:pt x="101351" y="2243"/>
                  </a:lnTo>
                  <a:lnTo>
                    <a:pt x="103791" y="0"/>
                  </a:lnTo>
                  <a:lnTo>
                    <a:pt x="106044" y="0"/>
                  </a:lnTo>
                  <a:close/>
                </a:path>
                <a:path w="212090" h="13335">
                  <a:moveTo>
                    <a:pt x="162350" y="0"/>
                  </a:moveTo>
                  <a:lnTo>
                    <a:pt x="205143" y="0"/>
                  </a:lnTo>
                  <a:lnTo>
                    <a:pt x="207395" y="0"/>
                  </a:lnTo>
                  <a:lnTo>
                    <a:pt x="209835" y="2243"/>
                  </a:lnTo>
                  <a:lnTo>
                    <a:pt x="212088" y="4486"/>
                  </a:lnTo>
                  <a:lnTo>
                    <a:pt x="212088" y="6356"/>
                  </a:lnTo>
                  <a:lnTo>
                    <a:pt x="212088" y="8786"/>
                  </a:lnTo>
                  <a:lnTo>
                    <a:pt x="209835" y="11029"/>
                  </a:lnTo>
                  <a:lnTo>
                    <a:pt x="207395" y="13273"/>
                  </a:lnTo>
                  <a:lnTo>
                    <a:pt x="205143" y="13273"/>
                  </a:lnTo>
                  <a:lnTo>
                    <a:pt x="162350" y="13273"/>
                  </a:lnTo>
                  <a:lnTo>
                    <a:pt x="160098" y="13273"/>
                  </a:lnTo>
                  <a:lnTo>
                    <a:pt x="157658" y="11029"/>
                  </a:lnTo>
                  <a:lnTo>
                    <a:pt x="157658" y="8786"/>
                  </a:lnTo>
                  <a:lnTo>
                    <a:pt x="155781" y="6356"/>
                  </a:lnTo>
                  <a:lnTo>
                    <a:pt x="157658" y="4486"/>
                  </a:lnTo>
                  <a:lnTo>
                    <a:pt x="157658" y="2243"/>
                  </a:lnTo>
                  <a:lnTo>
                    <a:pt x="160098" y="0"/>
                  </a:lnTo>
                  <a:lnTo>
                    <a:pt x="162350" y="0"/>
                  </a:lnTo>
                  <a:close/>
                </a:path>
              </a:pathLst>
            </a:custGeom>
            <a:ln w="3175">
              <a:solidFill>
                <a:srgbClr val="000000"/>
              </a:solidFill>
            </a:ln>
          </p:spPr>
          <p:txBody>
            <a:bodyPr wrap="square" lIns="0" tIns="0" rIns="0" bIns="0" rtlCol="0"/>
            <a:lstStyle/>
            <a:p/>
          </p:txBody>
        </p:sp>
        <p:sp>
          <p:nvSpPr>
            <p:cNvPr id="45" name="object 45" descr=""/>
            <p:cNvSpPr/>
            <p:nvPr/>
          </p:nvSpPr>
          <p:spPr>
            <a:xfrm>
              <a:off x="4478687" y="1595237"/>
              <a:ext cx="2921635" cy="349250"/>
            </a:xfrm>
            <a:custGeom>
              <a:avLst/>
              <a:gdLst/>
              <a:ahLst/>
              <a:cxnLst/>
              <a:rect l="l" t="t" r="r" b="b"/>
              <a:pathLst>
                <a:path w="2921634" h="349250">
                  <a:moveTo>
                    <a:pt x="0" y="117027"/>
                  </a:moveTo>
                  <a:lnTo>
                    <a:pt x="0" y="0"/>
                  </a:lnTo>
                </a:path>
                <a:path w="2921634" h="349250">
                  <a:moveTo>
                    <a:pt x="0" y="0"/>
                  </a:moveTo>
                  <a:lnTo>
                    <a:pt x="119557" y="0"/>
                  </a:lnTo>
                </a:path>
                <a:path w="2921634" h="349250">
                  <a:moveTo>
                    <a:pt x="2132143" y="117027"/>
                  </a:moveTo>
                  <a:lnTo>
                    <a:pt x="2132143" y="348650"/>
                  </a:lnTo>
                </a:path>
                <a:path w="2921634" h="349250">
                  <a:moveTo>
                    <a:pt x="2132143" y="348650"/>
                  </a:moveTo>
                  <a:lnTo>
                    <a:pt x="2804444" y="348650"/>
                  </a:lnTo>
                </a:path>
                <a:path w="2921634" h="349250">
                  <a:moveTo>
                    <a:pt x="2804444" y="348650"/>
                  </a:moveTo>
                  <a:lnTo>
                    <a:pt x="2804444" y="175727"/>
                  </a:lnTo>
                </a:path>
                <a:path w="2921634" h="349250">
                  <a:moveTo>
                    <a:pt x="2804444" y="175727"/>
                  </a:moveTo>
                  <a:lnTo>
                    <a:pt x="2921561" y="175727"/>
                  </a:lnTo>
                </a:path>
              </a:pathLst>
            </a:custGeom>
            <a:ln w="13455">
              <a:solidFill>
                <a:srgbClr val="000000"/>
              </a:solidFill>
            </a:ln>
          </p:spPr>
          <p:txBody>
            <a:bodyPr wrap="square" lIns="0" tIns="0" rIns="0" bIns="0" rtlCol="0"/>
            <a:lstStyle/>
            <a:p/>
          </p:txBody>
        </p:sp>
        <p:pic>
          <p:nvPicPr>
            <p:cNvPr id="46" name="object 46" descr=""/>
            <p:cNvPicPr/>
            <p:nvPr/>
          </p:nvPicPr>
          <p:blipFill>
            <a:blip r:embed="rId3" cstate="print"/>
            <a:stretch>
              <a:fillRect/>
            </a:stretch>
          </p:blipFill>
          <p:spPr>
            <a:xfrm>
              <a:off x="5268106" y="1360772"/>
              <a:ext cx="198518" cy="756413"/>
            </a:xfrm>
            <a:prstGeom prst="rect">
              <a:avLst/>
            </a:prstGeom>
          </p:spPr>
        </p:pic>
        <p:sp>
          <p:nvSpPr>
            <p:cNvPr id="47" name="object 47" descr=""/>
            <p:cNvSpPr/>
            <p:nvPr/>
          </p:nvSpPr>
          <p:spPr>
            <a:xfrm>
              <a:off x="5268106" y="1363202"/>
              <a:ext cx="198755" cy="756920"/>
            </a:xfrm>
            <a:custGeom>
              <a:avLst/>
              <a:gdLst/>
              <a:ahLst/>
              <a:cxnLst/>
              <a:rect l="l" t="t" r="r" b="b"/>
              <a:pathLst>
                <a:path w="198754" h="756919">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48" name="object 48" descr=""/>
            <p:cNvPicPr/>
            <p:nvPr/>
          </p:nvPicPr>
          <p:blipFill>
            <a:blip r:embed="rId2" cstate="print"/>
            <a:stretch>
              <a:fillRect/>
            </a:stretch>
          </p:blipFill>
          <p:spPr>
            <a:xfrm>
              <a:off x="4201096" y="1360772"/>
              <a:ext cx="198518" cy="756413"/>
            </a:xfrm>
            <a:prstGeom prst="rect">
              <a:avLst/>
            </a:prstGeom>
          </p:spPr>
        </p:pic>
        <p:sp>
          <p:nvSpPr>
            <p:cNvPr id="49" name="object 49" descr=""/>
            <p:cNvSpPr/>
            <p:nvPr/>
          </p:nvSpPr>
          <p:spPr>
            <a:xfrm>
              <a:off x="4203536" y="1363202"/>
              <a:ext cx="196215" cy="756920"/>
            </a:xfrm>
            <a:custGeom>
              <a:avLst/>
              <a:gdLst/>
              <a:ahLst/>
              <a:cxnLst/>
              <a:rect l="l" t="t" r="r" b="b"/>
              <a:pathLst>
                <a:path w="196214" h="756919">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50" name="object 50" descr=""/>
            <p:cNvPicPr/>
            <p:nvPr/>
          </p:nvPicPr>
          <p:blipFill>
            <a:blip r:embed="rId3" cstate="print"/>
            <a:stretch>
              <a:fillRect/>
            </a:stretch>
          </p:blipFill>
          <p:spPr>
            <a:xfrm>
              <a:off x="7400249" y="1360772"/>
              <a:ext cx="198518" cy="756413"/>
            </a:xfrm>
            <a:prstGeom prst="rect">
              <a:avLst/>
            </a:prstGeom>
          </p:spPr>
        </p:pic>
        <p:sp>
          <p:nvSpPr>
            <p:cNvPr id="51" name="object 51" descr=""/>
            <p:cNvSpPr/>
            <p:nvPr/>
          </p:nvSpPr>
          <p:spPr>
            <a:xfrm>
              <a:off x="6373780" y="1363202"/>
              <a:ext cx="1225550" cy="1344295"/>
            </a:xfrm>
            <a:custGeom>
              <a:avLst/>
              <a:gdLst/>
              <a:ahLst/>
              <a:cxnLst/>
              <a:rect l="l" t="t" r="r" b="b"/>
              <a:pathLst>
                <a:path w="1225550" h="1344295">
                  <a:moveTo>
                    <a:pt x="1026469" y="756413"/>
                  </a:moveTo>
                  <a:lnTo>
                    <a:pt x="1224987" y="756413"/>
                  </a:lnTo>
                  <a:lnTo>
                    <a:pt x="1224987" y="0"/>
                  </a:lnTo>
                  <a:lnTo>
                    <a:pt x="1026469" y="0"/>
                  </a:lnTo>
                  <a:lnTo>
                    <a:pt x="1026469" y="756413"/>
                  </a:lnTo>
                  <a:close/>
                </a:path>
                <a:path w="1225550" h="1344295">
                  <a:moveTo>
                    <a:pt x="0" y="1343979"/>
                  </a:moveTo>
                  <a:lnTo>
                    <a:pt x="435625" y="1343979"/>
                  </a:lnTo>
                </a:path>
                <a:path w="1225550" h="1344295">
                  <a:moveTo>
                    <a:pt x="40353" y="1055711"/>
                  </a:moveTo>
                  <a:lnTo>
                    <a:pt x="435625" y="1046924"/>
                  </a:lnTo>
                </a:path>
              </a:pathLst>
            </a:custGeom>
            <a:ln w="13455">
              <a:solidFill>
                <a:srgbClr val="000000"/>
              </a:solidFill>
            </a:ln>
          </p:spPr>
          <p:txBody>
            <a:bodyPr wrap="square" lIns="0" tIns="0" rIns="0" bIns="0" rtlCol="0"/>
            <a:lstStyle/>
            <a:p/>
          </p:txBody>
        </p:sp>
      </p:grpSp>
      <p:sp>
        <p:nvSpPr>
          <p:cNvPr id="52" name="object 52" descr=""/>
          <p:cNvSpPr txBox="1"/>
          <p:nvPr/>
        </p:nvSpPr>
        <p:spPr>
          <a:xfrm>
            <a:off x="4598245" y="2351576"/>
            <a:ext cx="474345" cy="349250"/>
          </a:xfrm>
          <a:prstGeom prst="rect">
            <a:avLst/>
          </a:prstGeom>
          <a:ln w="13447">
            <a:solidFill>
              <a:srgbClr val="000000"/>
            </a:solidFill>
          </a:ln>
        </p:spPr>
        <p:txBody>
          <a:bodyPr wrap="square" lIns="0" tIns="75565" rIns="0" bIns="0" rtlCol="0" vert="horz">
            <a:spAutoFit/>
          </a:bodyPr>
          <a:lstStyle/>
          <a:p>
            <a:pPr marL="135255">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53" name="object 53" descr=""/>
          <p:cNvSpPr txBox="1"/>
          <p:nvPr/>
        </p:nvSpPr>
        <p:spPr>
          <a:xfrm>
            <a:off x="5747338" y="239675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54" name="object 54" descr=""/>
          <p:cNvSpPr/>
          <p:nvPr/>
        </p:nvSpPr>
        <p:spPr>
          <a:xfrm>
            <a:off x="6809405" y="2175885"/>
            <a:ext cx="0" cy="216535"/>
          </a:xfrm>
          <a:custGeom>
            <a:avLst/>
            <a:gdLst/>
            <a:ahLst/>
            <a:cxnLst/>
            <a:rect l="l" t="t" r="r" b="b"/>
            <a:pathLst>
              <a:path w="0" h="216535">
                <a:moveTo>
                  <a:pt x="0" y="0"/>
                </a:moveTo>
                <a:lnTo>
                  <a:pt x="0" y="216294"/>
                </a:lnTo>
              </a:path>
            </a:pathLst>
          </a:custGeom>
          <a:ln w="13482">
            <a:solidFill>
              <a:srgbClr val="000000"/>
            </a:solidFill>
          </a:ln>
        </p:spPr>
        <p:txBody>
          <a:bodyPr wrap="square" lIns="0" tIns="0" rIns="0" bIns="0" rtlCol="0"/>
          <a:lstStyle/>
          <a:p/>
        </p:txBody>
      </p:sp>
      <p:sp>
        <p:nvSpPr>
          <p:cNvPr id="55" name="object 55" descr=""/>
          <p:cNvSpPr/>
          <p:nvPr/>
        </p:nvSpPr>
        <p:spPr>
          <a:xfrm>
            <a:off x="6809405" y="2175885"/>
            <a:ext cx="315595" cy="756920"/>
          </a:xfrm>
          <a:custGeom>
            <a:avLst/>
            <a:gdLst/>
            <a:ahLst/>
            <a:cxnLst/>
            <a:rect l="l" t="t" r="r" b="b"/>
            <a:pathLst>
              <a:path w="315595" h="756919">
                <a:moveTo>
                  <a:pt x="315504" y="164136"/>
                </a:moveTo>
                <a:lnTo>
                  <a:pt x="315504" y="594482"/>
                </a:lnTo>
              </a:path>
              <a:path w="315595" h="756919">
                <a:moveTo>
                  <a:pt x="0" y="0"/>
                </a:moveTo>
                <a:lnTo>
                  <a:pt x="315504" y="164136"/>
                </a:lnTo>
              </a:path>
              <a:path w="315595" h="756919">
                <a:moveTo>
                  <a:pt x="315504" y="594482"/>
                </a:moveTo>
                <a:lnTo>
                  <a:pt x="0" y="756376"/>
                </a:lnTo>
              </a:path>
              <a:path w="315595" h="756919">
                <a:moveTo>
                  <a:pt x="0" y="540081"/>
                </a:moveTo>
                <a:lnTo>
                  <a:pt x="0" y="756376"/>
                </a:lnTo>
              </a:path>
              <a:path w="315595" h="756919">
                <a:moveTo>
                  <a:pt x="0" y="216294"/>
                </a:moveTo>
                <a:lnTo>
                  <a:pt x="94219" y="378188"/>
                </a:lnTo>
              </a:path>
              <a:path w="315595" h="756919">
                <a:moveTo>
                  <a:pt x="94219" y="378188"/>
                </a:moveTo>
                <a:lnTo>
                  <a:pt x="0" y="540081"/>
                </a:lnTo>
              </a:path>
            </a:pathLst>
          </a:custGeom>
          <a:ln w="13455">
            <a:solidFill>
              <a:srgbClr val="000000"/>
            </a:solidFill>
          </a:ln>
        </p:spPr>
        <p:txBody>
          <a:bodyPr wrap="square" lIns="0" tIns="0" rIns="0" bIns="0" rtlCol="0"/>
          <a:lstStyle/>
          <a:p/>
        </p:txBody>
      </p:sp>
      <p:sp>
        <p:nvSpPr>
          <p:cNvPr id="56" name="object 56" descr=""/>
          <p:cNvSpPr txBox="1"/>
          <p:nvPr/>
        </p:nvSpPr>
        <p:spPr>
          <a:xfrm>
            <a:off x="6877016" y="2349943"/>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57" name="object 57" descr=""/>
          <p:cNvSpPr txBox="1"/>
          <p:nvPr/>
        </p:nvSpPr>
        <p:spPr>
          <a:xfrm>
            <a:off x="7919834" y="239675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DM</a:t>
            </a:r>
            <a:endParaRPr sz="1300">
              <a:latin typeface="Times New Roman"/>
              <a:cs typeface="Times New Roman"/>
            </a:endParaRPr>
          </a:p>
        </p:txBody>
      </p:sp>
      <p:sp>
        <p:nvSpPr>
          <p:cNvPr id="58" name="object 58" descr=""/>
          <p:cNvSpPr txBox="1"/>
          <p:nvPr/>
        </p:nvSpPr>
        <p:spPr>
          <a:xfrm>
            <a:off x="8946303" y="2396756"/>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59" name="object 59" descr=""/>
          <p:cNvGrpSpPr/>
          <p:nvPr/>
        </p:nvGrpSpPr>
        <p:grpSpPr>
          <a:xfrm>
            <a:off x="5064986" y="2168863"/>
            <a:ext cx="4282440" cy="1360805"/>
            <a:chOff x="5064986" y="2168863"/>
            <a:chExt cx="4282440" cy="1360805"/>
          </a:xfrm>
        </p:grpSpPr>
        <p:sp>
          <p:nvSpPr>
            <p:cNvPr id="60" name="object 60" descr=""/>
            <p:cNvSpPr/>
            <p:nvPr/>
          </p:nvSpPr>
          <p:spPr>
            <a:xfrm>
              <a:off x="5071971" y="2351613"/>
              <a:ext cx="1263650" cy="349250"/>
            </a:xfrm>
            <a:custGeom>
              <a:avLst/>
              <a:gdLst/>
              <a:ahLst/>
              <a:cxnLst/>
              <a:rect l="l" t="t" r="r" b="b"/>
              <a:pathLst>
                <a:path w="1263650" h="349250">
                  <a:moveTo>
                    <a:pt x="0" y="173297"/>
                  </a:moveTo>
                  <a:lnTo>
                    <a:pt x="196134" y="173297"/>
                  </a:lnTo>
                </a:path>
                <a:path w="1263650" h="349250">
                  <a:moveTo>
                    <a:pt x="394709" y="173297"/>
                  </a:moveTo>
                  <a:lnTo>
                    <a:pt x="590843" y="173297"/>
                  </a:lnTo>
                </a:path>
                <a:path w="1263650" h="349250">
                  <a:moveTo>
                    <a:pt x="1064570" y="103193"/>
                  </a:moveTo>
                  <a:lnTo>
                    <a:pt x="1263520" y="103193"/>
                  </a:lnTo>
                </a:path>
                <a:path w="1263650" h="349250">
                  <a:moveTo>
                    <a:pt x="1064570" y="267890"/>
                  </a:moveTo>
                  <a:lnTo>
                    <a:pt x="1263520" y="267890"/>
                  </a:lnTo>
                </a:path>
                <a:path w="1263650" h="349250">
                  <a:moveTo>
                    <a:pt x="827894" y="0"/>
                  </a:moveTo>
                  <a:lnTo>
                    <a:pt x="1064570" y="0"/>
                  </a:lnTo>
                </a:path>
                <a:path w="1263650" h="349250">
                  <a:moveTo>
                    <a:pt x="1064570" y="0"/>
                  </a:moveTo>
                  <a:lnTo>
                    <a:pt x="1064570" y="348650"/>
                  </a:lnTo>
                </a:path>
                <a:path w="1263650" h="349250">
                  <a:moveTo>
                    <a:pt x="827894" y="348650"/>
                  </a:moveTo>
                  <a:lnTo>
                    <a:pt x="1064570" y="348650"/>
                  </a:lnTo>
                </a:path>
              </a:pathLst>
            </a:custGeom>
            <a:ln w="13455">
              <a:solidFill>
                <a:srgbClr val="000000"/>
              </a:solidFill>
            </a:ln>
          </p:spPr>
          <p:txBody>
            <a:bodyPr wrap="square" lIns="0" tIns="0" rIns="0" bIns="0" rtlCol="0"/>
            <a:lstStyle/>
            <a:p/>
          </p:txBody>
        </p:sp>
        <p:sp>
          <p:nvSpPr>
            <p:cNvPr id="61" name="object 61" descr=""/>
            <p:cNvSpPr/>
            <p:nvPr/>
          </p:nvSpPr>
          <p:spPr>
            <a:xfrm>
              <a:off x="5659061" y="2347500"/>
              <a:ext cx="268605" cy="13335"/>
            </a:xfrm>
            <a:custGeom>
              <a:avLst/>
              <a:gdLst/>
              <a:ahLst/>
              <a:cxnLst/>
              <a:rect l="l" t="t" r="r" b="b"/>
              <a:pathLst>
                <a:path w="268604" h="13335">
                  <a:moveTo>
                    <a:pt x="51614" y="0"/>
                  </a:moveTo>
                  <a:lnTo>
                    <a:pt x="4692" y="0"/>
                  </a:lnTo>
                  <a:lnTo>
                    <a:pt x="2439" y="2243"/>
                  </a:lnTo>
                  <a:lnTo>
                    <a:pt x="0" y="4486"/>
                  </a:lnTo>
                  <a:lnTo>
                    <a:pt x="0" y="9160"/>
                  </a:lnTo>
                  <a:lnTo>
                    <a:pt x="2439" y="11403"/>
                  </a:lnTo>
                  <a:lnTo>
                    <a:pt x="4692" y="13273"/>
                  </a:lnTo>
                  <a:lnTo>
                    <a:pt x="51614" y="13273"/>
                  </a:lnTo>
                  <a:lnTo>
                    <a:pt x="54054" y="11403"/>
                  </a:lnTo>
                  <a:lnTo>
                    <a:pt x="56306" y="9160"/>
                  </a:lnTo>
                  <a:lnTo>
                    <a:pt x="56306" y="4486"/>
                  </a:lnTo>
                  <a:lnTo>
                    <a:pt x="54054" y="2243"/>
                  </a:lnTo>
                  <a:lnTo>
                    <a:pt x="51614" y="0"/>
                  </a:lnTo>
                  <a:close/>
                </a:path>
                <a:path w="268604" h="13335">
                  <a:moveTo>
                    <a:pt x="108484" y="0"/>
                  </a:moveTo>
                  <a:lnTo>
                    <a:pt x="103791" y="0"/>
                  </a:lnTo>
                  <a:lnTo>
                    <a:pt x="101351" y="2243"/>
                  </a:lnTo>
                  <a:lnTo>
                    <a:pt x="99099" y="4486"/>
                  </a:lnTo>
                  <a:lnTo>
                    <a:pt x="99099" y="9160"/>
                  </a:lnTo>
                  <a:lnTo>
                    <a:pt x="101351" y="11403"/>
                  </a:lnTo>
                  <a:lnTo>
                    <a:pt x="103791" y="13273"/>
                  </a:lnTo>
                  <a:lnTo>
                    <a:pt x="108484" y="13273"/>
                  </a:lnTo>
                  <a:lnTo>
                    <a:pt x="110736" y="11403"/>
                  </a:lnTo>
                  <a:lnTo>
                    <a:pt x="112613" y="9160"/>
                  </a:lnTo>
                  <a:lnTo>
                    <a:pt x="112613" y="4486"/>
                  </a:lnTo>
                  <a:lnTo>
                    <a:pt x="110736" y="2243"/>
                  </a:lnTo>
                  <a:lnTo>
                    <a:pt x="108484" y="0"/>
                  </a:lnTo>
                  <a:close/>
                </a:path>
                <a:path w="268604" h="13335">
                  <a:moveTo>
                    <a:pt x="207395" y="0"/>
                  </a:moveTo>
                  <a:lnTo>
                    <a:pt x="159910" y="0"/>
                  </a:lnTo>
                  <a:lnTo>
                    <a:pt x="158221" y="2243"/>
                  </a:lnTo>
                  <a:lnTo>
                    <a:pt x="155781" y="4486"/>
                  </a:lnTo>
                  <a:lnTo>
                    <a:pt x="155781" y="9160"/>
                  </a:lnTo>
                  <a:lnTo>
                    <a:pt x="158221" y="11403"/>
                  </a:lnTo>
                  <a:lnTo>
                    <a:pt x="159910" y="13273"/>
                  </a:lnTo>
                  <a:lnTo>
                    <a:pt x="207395" y="13273"/>
                  </a:lnTo>
                  <a:lnTo>
                    <a:pt x="209835" y="11403"/>
                  </a:lnTo>
                  <a:lnTo>
                    <a:pt x="209835" y="9160"/>
                  </a:lnTo>
                  <a:lnTo>
                    <a:pt x="212088" y="6916"/>
                  </a:lnTo>
                  <a:lnTo>
                    <a:pt x="209835" y="4486"/>
                  </a:lnTo>
                  <a:lnTo>
                    <a:pt x="209835" y="2243"/>
                  </a:lnTo>
                  <a:lnTo>
                    <a:pt x="207395" y="0"/>
                  </a:lnTo>
                  <a:close/>
                </a:path>
                <a:path w="268604" h="13335">
                  <a:moveTo>
                    <a:pt x="264077" y="0"/>
                  </a:moveTo>
                  <a:lnTo>
                    <a:pt x="257133" y="0"/>
                  </a:lnTo>
                  <a:lnTo>
                    <a:pt x="254881" y="2243"/>
                  </a:lnTo>
                  <a:lnTo>
                    <a:pt x="254881" y="4486"/>
                  </a:lnTo>
                  <a:lnTo>
                    <a:pt x="252441" y="6916"/>
                  </a:lnTo>
                  <a:lnTo>
                    <a:pt x="254881" y="9160"/>
                  </a:lnTo>
                  <a:lnTo>
                    <a:pt x="254881" y="11403"/>
                  </a:lnTo>
                  <a:lnTo>
                    <a:pt x="257133" y="13273"/>
                  </a:lnTo>
                  <a:lnTo>
                    <a:pt x="264077" y="13273"/>
                  </a:lnTo>
                  <a:lnTo>
                    <a:pt x="265954" y="11403"/>
                  </a:lnTo>
                  <a:lnTo>
                    <a:pt x="265954" y="9160"/>
                  </a:lnTo>
                  <a:lnTo>
                    <a:pt x="268394" y="6916"/>
                  </a:lnTo>
                  <a:lnTo>
                    <a:pt x="265954" y="4486"/>
                  </a:lnTo>
                  <a:lnTo>
                    <a:pt x="265954" y="2243"/>
                  </a:lnTo>
                  <a:lnTo>
                    <a:pt x="264077" y="0"/>
                  </a:lnTo>
                  <a:close/>
                </a:path>
              </a:pathLst>
            </a:custGeom>
            <a:solidFill>
              <a:srgbClr val="000000"/>
            </a:solidFill>
          </p:spPr>
          <p:txBody>
            <a:bodyPr wrap="square" lIns="0" tIns="0" rIns="0" bIns="0" rtlCol="0"/>
            <a:lstStyle/>
            <a:p/>
          </p:txBody>
        </p:sp>
        <p:sp>
          <p:nvSpPr>
            <p:cNvPr id="62" name="object 62" descr=""/>
            <p:cNvSpPr/>
            <p:nvPr/>
          </p:nvSpPr>
          <p:spPr>
            <a:xfrm>
              <a:off x="5659061" y="2347500"/>
              <a:ext cx="268605" cy="13335"/>
            </a:xfrm>
            <a:custGeom>
              <a:avLst/>
              <a:gdLst/>
              <a:ahLst/>
              <a:cxnLst/>
              <a:rect l="l" t="t" r="r" b="b"/>
              <a:pathLst>
                <a:path w="268604" h="13335">
                  <a:moveTo>
                    <a:pt x="6569" y="0"/>
                  </a:moveTo>
                  <a:lnTo>
                    <a:pt x="49737" y="0"/>
                  </a:lnTo>
                  <a:lnTo>
                    <a:pt x="51614" y="0"/>
                  </a:lnTo>
                  <a:lnTo>
                    <a:pt x="54054" y="2243"/>
                  </a:lnTo>
                  <a:lnTo>
                    <a:pt x="56306" y="4486"/>
                  </a:lnTo>
                  <a:lnTo>
                    <a:pt x="56306" y="6916"/>
                  </a:lnTo>
                  <a:lnTo>
                    <a:pt x="56306" y="9160"/>
                  </a:lnTo>
                  <a:lnTo>
                    <a:pt x="54054" y="11403"/>
                  </a:lnTo>
                  <a:lnTo>
                    <a:pt x="51614" y="13273"/>
                  </a:lnTo>
                  <a:lnTo>
                    <a:pt x="49737" y="13273"/>
                  </a:lnTo>
                  <a:lnTo>
                    <a:pt x="6569" y="13273"/>
                  </a:lnTo>
                  <a:lnTo>
                    <a:pt x="4692" y="13273"/>
                  </a:lnTo>
                  <a:lnTo>
                    <a:pt x="2439" y="11403"/>
                  </a:lnTo>
                  <a:lnTo>
                    <a:pt x="0" y="9160"/>
                  </a:lnTo>
                  <a:lnTo>
                    <a:pt x="0" y="6916"/>
                  </a:lnTo>
                  <a:lnTo>
                    <a:pt x="0" y="4486"/>
                  </a:lnTo>
                  <a:lnTo>
                    <a:pt x="2439" y="2243"/>
                  </a:lnTo>
                  <a:lnTo>
                    <a:pt x="4692" y="0"/>
                  </a:lnTo>
                  <a:lnTo>
                    <a:pt x="6569" y="0"/>
                  </a:lnTo>
                  <a:close/>
                </a:path>
                <a:path w="268604" h="13335">
                  <a:moveTo>
                    <a:pt x="106044" y="0"/>
                  </a:moveTo>
                  <a:lnTo>
                    <a:pt x="108484" y="0"/>
                  </a:lnTo>
                  <a:lnTo>
                    <a:pt x="110736" y="2243"/>
                  </a:lnTo>
                  <a:lnTo>
                    <a:pt x="112613" y="4486"/>
                  </a:lnTo>
                  <a:lnTo>
                    <a:pt x="112613" y="6916"/>
                  </a:lnTo>
                  <a:lnTo>
                    <a:pt x="112613" y="9160"/>
                  </a:lnTo>
                  <a:lnTo>
                    <a:pt x="110736" y="11403"/>
                  </a:lnTo>
                  <a:lnTo>
                    <a:pt x="108484" y="13273"/>
                  </a:lnTo>
                  <a:lnTo>
                    <a:pt x="106044" y="13273"/>
                  </a:lnTo>
                  <a:lnTo>
                    <a:pt x="103791" y="13273"/>
                  </a:lnTo>
                  <a:lnTo>
                    <a:pt x="101351" y="11403"/>
                  </a:lnTo>
                  <a:lnTo>
                    <a:pt x="99099" y="9160"/>
                  </a:lnTo>
                  <a:lnTo>
                    <a:pt x="99099" y="6916"/>
                  </a:lnTo>
                  <a:lnTo>
                    <a:pt x="99099" y="4486"/>
                  </a:lnTo>
                  <a:lnTo>
                    <a:pt x="101351" y="2243"/>
                  </a:lnTo>
                  <a:lnTo>
                    <a:pt x="103791" y="0"/>
                  </a:lnTo>
                  <a:lnTo>
                    <a:pt x="106044" y="0"/>
                  </a:lnTo>
                  <a:close/>
                </a:path>
                <a:path w="268604" h="13335">
                  <a:moveTo>
                    <a:pt x="162350" y="0"/>
                  </a:moveTo>
                  <a:lnTo>
                    <a:pt x="205143" y="0"/>
                  </a:lnTo>
                  <a:lnTo>
                    <a:pt x="207395" y="0"/>
                  </a:lnTo>
                  <a:lnTo>
                    <a:pt x="209835" y="2243"/>
                  </a:lnTo>
                  <a:lnTo>
                    <a:pt x="209835" y="4486"/>
                  </a:lnTo>
                  <a:lnTo>
                    <a:pt x="212088" y="6916"/>
                  </a:lnTo>
                  <a:lnTo>
                    <a:pt x="209835" y="9160"/>
                  </a:lnTo>
                  <a:lnTo>
                    <a:pt x="209835" y="11403"/>
                  </a:lnTo>
                  <a:lnTo>
                    <a:pt x="207395" y="13273"/>
                  </a:lnTo>
                  <a:lnTo>
                    <a:pt x="205143" y="13273"/>
                  </a:lnTo>
                  <a:lnTo>
                    <a:pt x="162350" y="13273"/>
                  </a:lnTo>
                  <a:lnTo>
                    <a:pt x="159910" y="13273"/>
                  </a:lnTo>
                  <a:lnTo>
                    <a:pt x="158221" y="11403"/>
                  </a:lnTo>
                  <a:lnTo>
                    <a:pt x="155781" y="9160"/>
                  </a:lnTo>
                  <a:lnTo>
                    <a:pt x="155781" y="6916"/>
                  </a:lnTo>
                  <a:lnTo>
                    <a:pt x="155781" y="4486"/>
                  </a:lnTo>
                  <a:lnTo>
                    <a:pt x="158221" y="2243"/>
                  </a:lnTo>
                  <a:lnTo>
                    <a:pt x="159910" y="0"/>
                  </a:lnTo>
                  <a:lnTo>
                    <a:pt x="162350" y="0"/>
                  </a:lnTo>
                  <a:close/>
                </a:path>
                <a:path w="268604" h="13335">
                  <a:moveTo>
                    <a:pt x="261825" y="0"/>
                  </a:moveTo>
                  <a:lnTo>
                    <a:pt x="264077" y="0"/>
                  </a:lnTo>
                  <a:lnTo>
                    <a:pt x="265954" y="2243"/>
                  </a:lnTo>
                  <a:lnTo>
                    <a:pt x="265954" y="4486"/>
                  </a:lnTo>
                  <a:lnTo>
                    <a:pt x="268394" y="6916"/>
                  </a:lnTo>
                  <a:lnTo>
                    <a:pt x="265954" y="9160"/>
                  </a:lnTo>
                  <a:lnTo>
                    <a:pt x="265954" y="11403"/>
                  </a:lnTo>
                  <a:lnTo>
                    <a:pt x="264077" y="13273"/>
                  </a:lnTo>
                  <a:lnTo>
                    <a:pt x="261825" y="13273"/>
                  </a:lnTo>
                  <a:lnTo>
                    <a:pt x="257133" y="13273"/>
                  </a:lnTo>
                  <a:lnTo>
                    <a:pt x="254881" y="11403"/>
                  </a:lnTo>
                  <a:lnTo>
                    <a:pt x="254881" y="9160"/>
                  </a:lnTo>
                  <a:lnTo>
                    <a:pt x="252441" y="6916"/>
                  </a:lnTo>
                  <a:lnTo>
                    <a:pt x="254881" y="4486"/>
                  </a:lnTo>
                  <a:lnTo>
                    <a:pt x="254881" y="2243"/>
                  </a:lnTo>
                  <a:lnTo>
                    <a:pt x="257133" y="0"/>
                  </a:lnTo>
                  <a:lnTo>
                    <a:pt x="261825" y="0"/>
                  </a:lnTo>
                  <a:close/>
                </a:path>
              </a:pathLst>
            </a:custGeom>
            <a:ln w="3175">
              <a:solidFill>
                <a:srgbClr val="000000"/>
              </a:solidFill>
            </a:ln>
          </p:spPr>
          <p:txBody>
            <a:bodyPr wrap="square" lIns="0" tIns="0" rIns="0" bIns="0" rtlCol="0"/>
            <a:lstStyle/>
            <a:p/>
          </p:txBody>
        </p:sp>
        <p:sp>
          <p:nvSpPr>
            <p:cNvPr id="63" name="object 63" descr=""/>
            <p:cNvSpPr/>
            <p:nvPr/>
          </p:nvSpPr>
          <p:spPr>
            <a:xfrm>
              <a:off x="5659061" y="2347500"/>
              <a:ext cx="13970" cy="362585"/>
            </a:xfrm>
            <a:custGeom>
              <a:avLst/>
              <a:gdLst/>
              <a:ahLst/>
              <a:cxnLst/>
              <a:rect l="l" t="t" r="r" b="b"/>
              <a:pathLst>
                <a:path w="13970" h="362585">
                  <a:moveTo>
                    <a:pt x="8821" y="0"/>
                  </a:moveTo>
                  <a:lnTo>
                    <a:pt x="4692" y="0"/>
                  </a:lnTo>
                  <a:lnTo>
                    <a:pt x="2439" y="2243"/>
                  </a:lnTo>
                  <a:lnTo>
                    <a:pt x="0" y="4486"/>
                  </a:lnTo>
                  <a:lnTo>
                    <a:pt x="0" y="51596"/>
                  </a:lnTo>
                  <a:lnTo>
                    <a:pt x="2439" y="53839"/>
                  </a:lnTo>
                  <a:lnTo>
                    <a:pt x="4692" y="56270"/>
                  </a:lnTo>
                  <a:lnTo>
                    <a:pt x="8821" y="56270"/>
                  </a:lnTo>
                  <a:lnTo>
                    <a:pt x="13513" y="51596"/>
                  </a:lnTo>
                  <a:lnTo>
                    <a:pt x="13513" y="4486"/>
                  </a:lnTo>
                  <a:lnTo>
                    <a:pt x="11261" y="2243"/>
                  </a:lnTo>
                  <a:lnTo>
                    <a:pt x="8821" y="0"/>
                  </a:lnTo>
                  <a:close/>
                </a:path>
                <a:path w="13970" h="362585">
                  <a:moveTo>
                    <a:pt x="11261" y="99080"/>
                  </a:moveTo>
                  <a:lnTo>
                    <a:pt x="2439" y="99080"/>
                  </a:lnTo>
                  <a:lnTo>
                    <a:pt x="0" y="101323"/>
                  </a:lnTo>
                  <a:lnTo>
                    <a:pt x="0" y="107866"/>
                  </a:lnTo>
                  <a:lnTo>
                    <a:pt x="2439" y="110110"/>
                  </a:lnTo>
                  <a:lnTo>
                    <a:pt x="4692" y="112540"/>
                  </a:lnTo>
                  <a:lnTo>
                    <a:pt x="8821" y="112540"/>
                  </a:lnTo>
                  <a:lnTo>
                    <a:pt x="13513" y="107866"/>
                  </a:lnTo>
                  <a:lnTo>
                    <a:pt x="13513" y="101323"/>
                  </a:lnTo>
                  <a:lnTo>
                    <a:pt x="11261" y="99080"/>
                  </a:lnTo>
                  <a:close/>
                </a:path>
                <a:path w="13970" h="362585">
                  <a:moveTo>
                    <a:pt x="8821" y="209377"/>
                  </a:moveTo>
                  <a:lnTo>
                    <a:pt x="4692" y="209377"/>
                  </a:lnTo>
                  <a:lnTo>
                    <a:pt x="6569" y="211620"/>
                  </a:lnTo>
                  <a:lnTo>
                    <a:pt x="8821" y="209377"/>
                  </a:lnTo>
                  <a:close/>
                </a:path>
                <a:path w="13970" h="362585">
                  <a:moveTo>
                    <a:pt x="11261" y="155350"/>
                  </a:moveTo>
                  <a:lnTo>
                    <a:pt x="2439" y="155350"/>
                  </a:lnTo>
                  <a:lnTo>
                    <a:pt x="0" y="157593"/>
                  </a:lnTo>
                  <a:lnTo>
                    <a:pt x="0" y="206947"/>
                  </a:lnTo>
                  <a:lnTo>
                    <a:pt x="2439" y="209377"/>
                  </a:lnTo>
                  <a:lnTo>
                    <a:pt x="11261" y="209377"/>
                  </a:lnTo>
                  <a:lnTo>
                    <a:pt x="13513" y="206947"/>
                  </a:lnTo>
                  <a:lnTo>
                    <a:pt x="13513" y="157593"/>
                  </a:lnTo>
                  <a:lnTo>
                    <a:pt x="11261" y="155350"/>
                  </a:lnTo>
                  <a:close/>
                </a:path>
                <a:path w="13970" h="362585">
                  <a:moveTo>
                    <a:pt x="8821" y="265647"/>
                  </a:moveTo>
                  <a:lnTo>
                    <a:pt x="4692" y="265647"/>
                  </a:lnTo>
                  <a:lnTo>
                    <a:pt x="6569" y="267890"/>
                  </a:lnTo>
                  <a:lnTo>
                    <a:pt x="8821" y="265647"/>
                  </a:lnTo>
                  <a:close/>
                </a:path>
                <a:path w="13970" h="362585">
                  <a:moveTo>
                    <a:pt x="11261" y="254431"/>
                  </a:moveTo>
                  <a:lnTo>
                    <a:pt x="2439" y="254431"/>
                  </a:lnTo>
                  <a:lnTo>
                    <a:pt x="0" y="256300"/>
                  </a:lnTo>
                  <a:lnTo>
                    <a:pt x="0" y="263217"/>
                  </a:lnTo>
                  <a:lnTo>
                    <a:pt x="2439" y="265647"/>
                  </a:lnTo>
                  <a:lnTo>
                    <a:pt x="11261" y="265647"/>
                  </a:lnTo>
                  <a:lnTo>
                    <a:pt x="13513" y="263217"/>
                  </a:lnTo>
                  <a:lnTo>
                    <a:pt x="13513" y="256300"/>
                  </a:lnTo>
                  <a:lnTo>
                    <a:pt x="11261" y="254431"/>
                  </a:lnTo>
                  <a:close/>
                </a:path>
                <a:path w="13970" h="362585">
                  <a:moveTo>
                    <a:pt x="6569" y="252187"/>
                  </a:moveTo>
                  <a:lnTo>
                    <a:pt x="4692" y="254431"/>
                  </a:lnTo>
                  <a:lnTo>
                    <a:pt x="8821" y="254431"/>
                  </a:lnTo>
                  <a:lnTo>
                    <a:pt x="6569" y="252187"/>
                  </a:lnTo>
                  <a:close/>
                </a:path>
                <a:path w="13970" h="362585">
                  <a:moveTo>
                    <a:pt x="11261" y="310701"/>
                  </a:moveTo>
                  <a:lnTo>
                    <a:pt x="2439" y="310701"/>
                  </a:lnTo>
                  <a:lnTo>
                    <a:pt x="0" y="313131"/>
                  </a:lnTo>
                  <a:lnTo>
                    <a:pt x="0" y="357811"/>
                  </a:lnTo>
                  <a:lnTo>
                    <a:pt x="2439" y="360054"/>
                  </a:lnTo>
                  <a:lnTo>
                    <a:pt x="4692" y="362484"/>
                  </a:lnTo>
                  <a:lnTo>
                    <a:pt x="8821" y="362484"/>
                  </a:lnTo>
                  <a:lnTo>
                    <a:pt x="13513" y="357811"/>
                  </a:lnTo>
                  <a:lnTo>
                    <a:pt x="13513" y="313131"/>
                  </a:lnTo>
                  <a:lnTo>
                    <a:pt x="11261" y="310701"/>
                  </a:lnTo>
                  <a:close/>
                </a:path>
                <a:path w="13970" h="362585">
                  <a:moveTo>
                    <a:pt x="6569" y="308457"/>
                  </a:moveTo>
                  <a:lnTo>
                    <a:pt x="4692" y="310701"/>
                  </a:lnTo>
                  <a:lnTo>
                    <a:pt x="8821" y="310701"/>
                  </a:lnTo>
                  <a:lnTo>
                    <a:pt x="6569" y="308457"/>
                  </a:lnTo>
                  <a:close/>
                </a:path>
              </a:pathLst>
            </a:custGeom>
            <a:solidFill>
              <a:srgbClr val="000000"/>
            </a:solidFill>
          </p:spPr>
          <p:txBody>
            <a:bodyPr wrap="square" lIns="0" tIns="0" rIns="0" bIns="0" rtlCol="0"/>
            <a:lstStyle/>
            <a:p/>
          </p:txBody>
        </p:sp>
        <p:sp>
          <p:nvSpPr>
            <p:cNvPr id="64" name="object 64" descr=""/>
            <p:cNvSpPr/>
            <p:nvPr/>
          </p:nvSpPr>
          <p:spPr>
            <a:xfrm>
              <a:off x="5659061" y="2347500"/>
              <a:ext cx="13970" cy="362585"/>
            </a:xfrm>
            <a:custGeom>
              <a:avLst/>
              <a:gdLst/>
              <a:ahLst/>
              <a:cxnLst/>
              <a:rect l="l" t="t" r="r" b="b"/>
              <a:pathLst>
                <a:path w="13970" h="362585">
                  <a:moveTo>
                    <a:pt x="13513" y="6916"/>
                  </a:moveTo>
                  <a:lnTo>
                    <a:pt x="13513" y="49353"/>
                  </a:lnTo>
                  <a:lnTo>
                    <a:pt x="13513" y="51596"/>
                  </a:lnTo>
                  <a:lnTo>
                    <a:pt x="11261" y="53839"/>
                  </a:lnTo>
                  <a:lnTo>
                    <a:pt x="8821" y="56270"/>
                  </a:lnTo>
                  <a:lnTo>
                    <a:pt x="6569" y="56270"/>
                  </a:lnTo>
                  <a:lnTo>
                    <a:pt x="4692" y="56270"/>
                  </a:lnTo>
                  <a:lnTo>
                    <a:pt x="2439" y="53839"/>
                  </a:lnTo>
                  <a:lnTo>
                    <a:pt x="0" y="51596"/>
                  </a:lnTo>
                  <a:lnTo>
                    <a:pt x="0" y="49353"/>
                  </a:lnTo>
                  <a:lnTo>
                    <a:pt x="0" y="6916"/>
                  </a:lnTo>
                  <a:lnTo>
                    <a:pt x="0" y="4486"/>
                  </a:lnTo>
                  <a:lnTo>
                    <a:pt x="2439" y="2243"/>
                  </a:lnTo>
                  <a:lnTo>
                    <a:pt x="4692" y="0"/>
                  </a:lnTo>
                  <a:lnTo>
                    <a:pt x="6569" y="0"/>
                  </a:lnTo>
                  <a:lnTo>
                    <a:pt x="8821" y="0"/>
                  </a:lnTo>
                  <a:lnTo>
                    <a:pt x="11261" y="2243"/>
                  </a:lnTo>
                  <a:lnTo>
                    <a:pt x="13513" y="4486"/>
                  </a:lnTo>
                  <a:lnTo>
                    <a:pt x="13513" y="6916"/>
                  </a:lnTo>
                  <a:close/>
                </a:path>
                <a:path w="13970" h="362585">
                  <a:moveTo>
                    <a:pt x="13513" y="105623"/>
                  </a:moveTo>
                  <a:lnTo>
                    <a:pt x="13513" y="107866"/>
                  </a:lnTo>
                  <a:lnTo>
                    <a:pt x="11261" y="110110"/>
                  </a:lnTo>
                  <a:lnTo>
                    <a:pt x="8821" y="112540"/>
                  </a:lnTo>
                  <a:lnTo>
                    <a:pt x="6569" y="112540"/>
                  </a:lnTo>
                  <a:lnTo>
                    <a:pt x="4692" y="112540"/>
                  </a:lnTo>
                  <a:lnTo>
                    <a:pt x="2439" y="110110"/>
                  </a:lnTo>
                  <a:lnTo>
                    <a:pt x="0" y="107866"/>
                  </a:lnTo>
                  <a:lnTo>
                    <a:pt x="0" y="105623"/>
                  </a:lnTo>
                  <a:lnTo>
                    <a:pt x="0" y="101323"/>
                  </a:lnTo>
                  <a:lnTo>
                    <a:pt x="2439" y="99080"/>
                  </a:lnTo>
                  <a:lnTo>
                    <a:pt x="4692" y="99080"/>
                  </a:lnTo>
                  <a:lnTo>
                    <a:pt x="6569" y="99080"/>
                  </a:lnTo>
                  <a:lnTo>
                    <a:pt x="8821" y="99080"/>
                  </a:lnTo>
                  <a:lnTo>
                    <a:pt x="11261" y="99080"/>
                  </a:lnTo>
                  <a:lnTo>
                    <a:pt x="13513" y="101323"/>
                  </a:lnTo>
                  <a:lnTo>
                    <a:pt x="13513" y="105623"/>
                  </a:lnTo>
                  <a:close/>
                </a:path>
                <a:path w="13970" h="362585">
                  <a:moveTo>
                    <a:pt x="13513" y="162267"/>
                  </a:moveTo>
                  <a:lnTo>
                    <a:pt x="13513" y="202460"/>
                  </a:lnTo>
                  <a:lnTo>
                    <a:pt x="13513" y="206947"/>
                  </a:lnTo>
                  <a:lnTo>
                    <a:pt x="11261" y="209377"/>
                  </a:lnTo>
                  <a:lnTo>
                    <a:pt x="8821" y="209377"/>
                  </a:lnTo>
                  <a:lnTo>
                    <a:pt x="6569" y="211620"/>
                  </a:lnTo>
                  <a:lnTo>
                    <a:pt x="4692" y="209377"/>
                  </a:lnTo>
                  <a:lnTo>
                    <a:pt x="2439" y="209377"/>
                  </a:lnTo>
                  <a:lnTo>
                    <a:pt x="0" y="206947"/>
                  </a:lnTo>
                  <a:lnTo>
                    <a:pt x="0" y="202460"/>
                  </a:lnTo>
                  <a:lnTo>
                    <a:pt x="0" y="162267"/>
                  </a:lnTo>
                  <a:lnTo>
                    <a:pt x="0" y="157593"/>
                  </a:lnTo>
                  <a:lnTo>
                    <a:pt x="2439" y="155350"/>
                  </a:lnTo>
                  <a:lnTo>
                    <a:pt x="4692" y="155350"/>
                  </a:lnTo>
                  <a:lnTo>
                    <a:pt x="6569" y="155350"/>
                  </a:lnTo>
                  <a:lnTo>
                    <a:pt x="8821" y="155350"/>
                  </a:lnTo>
                  <a:lnTo>
                    <a:pt x="11261" y="155350"/>
                  </a:lnTo>
                  <a:lnTo>
                    <a:pt x="13513" y="157593"/>
                  </a:lnTo>
                  <a:lnTo>
                    <a:pt x="13513" y="162267"/>
                  </a:lnTo>
                  <a:close/>
                </a:path>
                <a:path w="13970" h="362585">
                  <a:moveTo>
                    <a:pt x="13513" y="258730"/>
                  </a:moveTo>
                  <a:lnTo>
                    <a:pt x="13513" y="263217"/>
                  </a:lnTo>
                  <a:lnTo>
                    <a:pt x="11261" y="265647"/>
                  </a:lnTo>
                  <a:lnTo>
                    <a:pt x="8821" y="265647"/>
                  </a:lnTo>
                  <a:lnTo>
                    <a:pt x="6569" y="267890"/>
                  </a:lnTo>
                  <a:lnTo>
                    <a:pt x="4692" y="265647"/>
                  </a:lnTo>
                  <a:lnTo>
                    <a:pt x="2439" y="265647"/>
                  </a:lnTo>
                  <a:lnTo>
                    <a:pt x="0" y="263217"/>
                  </a:lnTo>
                  <a:lnTo>
                    <a:pt x="0" y="258730"/>
                  </a:lnTo>
                  <a:lnTo>
                    <a:pt x="0" y="256300"/>
                  </a:lnTo>
                  <a:lnTo>
                    <a:pt x="2439" y="254431"/>
                  </a:lnTo>
                  <a:lnTo>
                    <a:pt x="4692" y="254431"/>
                  </a:lnTo>
                  <a:lnTo>
                    <a:pt x="6569" y="252187"/>
                  </a:lnTo>
                  <a:lnTo>
                    <a:pt x="8821" y="254431"/>
                  </a:lnTo>
                  <a:lnTo>
                    <a:pt x="11261" y="254431"/>
                  </a:lnTo>
                  <a:lnTo>
                    <a:pt x="13513" y="256300"/>
                  </a:lnTo>
                  <a:lnTo>
                    <a:pt x="13513" y="258730"/>
                  </a:lnTo>
                  <a:close/>
                </a:path>
                <a:path w="13970" h="362585">
                  <a:moveTo>
                    <a:pt x="13513" y="315000"/>
                  </a:moveTo>
                  <a:lnTo>
                    <a:pt x="13513" y="355567"/>
                  </a:lnTo>
                  <a:lnTo>
                    <a:pt x="13513" y="357811"/>
                  </a:lnTo>
                  <a:lnTo>
                    <a:pt x="11261" y="360054"/>
                  </a:lnTo>
                  <a:lnTo>
                    <a:pt x="8821" y="362484"/>
                  </a:lnTo>
                  <a:lnTo>
                    <a:pt x="6569" y="362484"/>
                  </a:lnTo>
                  <a:lnTo>
                    <a:pt x="4692" y="362484"/>
                  </a:lnTo>
                  <a:lnTo>
                    <a:pt x="2439" y="360054"/>
                  </a:lnTo>
                  <a:lnTo>
                    <a:pt x="0" y="357811"/>
                  </a:lnTo>
                  <a:lnTo>
                    <a:pt x="0" y="355567"/>
                  </a:lnTo>
                  <a:lnTo>
                    <a:pt x="0" y="315000"/>
                  </a:lnTo>
                  <a:lnTo>
                    <a:pt x="0" y="313131"/>
                  </a:lnTo>
                  <a:lnTo>
                    <a:pt x="2439" y="310701"/>
                  </a:lnTo>
                  <a:lnTo>
                    <a:pt x="4692" y="310701"/>
                  </a:lnTo>
                  <a:lnTo>
                    <a:pt x="6569" y="308457"/>
                  </a:lnTo>
                  <a:lnTo>
                    <a:pt x="8821" y="310701"/>
                  </a:lnTo>
                  <a:lnTo>
                    <a:pt x="11261" y="310701"/>
                  </a:lnTo>
                  <a:lnTo>
                    <a:pt x="13513" y="313131"/>
                  </a:lnTo>
                  <a:lnTo>
                    <a:pt x="13513" y="315000"/>
                  </a:lnTo>
                  <a:close/>
                </a:path>
              </a:pathLst>
            </a:custGeom>
            <a:ln w="3175">
              <a:solidFill>
                <a:srgbClr val="000000"/>
              </a:solidFill>
            </a:ln>
          </p:spPr>
          <p:txBody>
            <a:bodyPr wrap="square" lIns="0" tIns="0" rIns="0" bIns="0" rtlCol="0"/>
            <a:lstStyle/>
            <a:p/>
          </p:txBody>
        </p:sp>
        <p:sp>
          <p:nvSpPr>
            <p:cNvPr id="65" name="object 65" descr=""/>
            <p:cNvSpPr/>
            <p:nvPr/>
          </p:nvSpPr>
          <p:spPr>
            <a:xfrm>
              <a:off x="5659061" y="2696525"/>
              <a:ext cx="268605" cy="13970"/>
            </a:xfrm>
            <a:custGeom>
              <a:avLst/>
              <a:gdLst/>
              <a:ahLst/>
              <a:cxnLst/>
              <a:rect l="l" t="t" r="r" b="b"/>
              <a:pathLst>
                <a:path w="268604" h="13969">
                  <a:moveTo>
                    <a:pt x="51614" y="0"/>
                  </a:moveTo>
                  <a:lnTo>
                    <a:pt x="4692" y="0"/>
                  </a:lnTo>
                  <a:lnTo>
                    <a:pt x="2439" y="1869"/>
                  </a:lnTo>
                  <a:lnTo>
                    <a:pt x="0" y="4112"/>
                  </a:lnTo>
                  <a:lnTo>
                    <a:pt x="0" y="8786"/>
                  </a:lnTo>
                  <a:lnTo>
                    <a:pt x="2439" y="11029"/>
                  </a:lnTo>
                  <a:lnTo>
                    <a:pt x="4692" y="13459"/>
                  </a:lnTo>
                  <a:lnTo>
                    <a:pt x="51614" y="13459"/>
                  </a:lnTo>
                  <a:lnTo>
                    <a:pt x="56306" y="8786"/>
                  </a:lnTo>
                  <a:lnTo>
                    <a:pt x="56306" y="4112"/>
                  </a:lnTo>
                  <a:lnTo>
                    <a:pt x="54054" y="1869"/>
                  </a:lnTo>
                  <a:lnTo>
                    <a:pt x="51614" y="0"/>
                  </a:lnTo>
                  <a:close/>
                </a:path>
                <a:path w="268604" h="13969">
                  <a:moveTo>
                    <a:pt x="108484" y="0"/>
                  </a:moveTo>
                  <a:lnTo>
                    <a:pt x="103791" y="0"/>
                  </a:lnTo>
                  <a:lnTo>
                    <a:pt x="101351" y="1869"/>
                  </a:lnTo>
                  <a:lnTo>
                    <a:pt x="99099" y="4112"/>
                  </a:lnTo>
                  <a:lnTo>
                    <a:pt x="99099" y="8786"/>
                  </a:lnTo>
                  <a:lnTo>
                    <a:pt x="103791" y="13459"/>
                  </a:lnTo>
                  <a:lnTo>
                    <a:pt x="108484" y="13459"/>
                  </a:lnTo>
                  <a:lnTo>
                    <a:pt x="110736" y="11029"/>
                  </a:lnTo>
                  <a:lnTo>
                    <a:pt x="112613" y="8786"/>
                  </a:lnTo>
                  <a:lnTo>
                    <a:pt x="112613" y="4112"/>
                  </a:lnTo>
                  <a:lnTo>
                    <a:pt x="110736" y="1869"/>
                  </a:lnTo>
                  <a:lnTo>
                    <a:pt x="108484" y="0"/>
                  </a:lnTo>
                  <a:close/>
                </a:path>
                <a:path w="268604" h="13969">
                  <a:moveTo>
                    <a:pt x="207395" y="0"/>
                  </a:moveTo>
                  <a:lnTo>
                    <a:pt x="159910" y="0"/>
                  </a:lnTo>
                  <a:lnTo>
                    <a:pt x="158221" y="1869"/>
                  </a:lnTo>
                  <a:lnTo>
                    <a:pt x="155781" y="4112"/>
                  </a:lnTo>
                  <a:lnTo>
                    <a:pt x="155781" y="8786"/>
                  </a:lnTo>
                  <a:lnTo>
                    <a:pt x="158221" y="11029"/>
                  </a:lnTo>
                  <a:lnTo>
                    <a:pt x="159910" y="13459"/>
                  </a:lnTo>
                  <a:lnTo>
                    <a:pt x="207395" y="13459"/>
                  </a:lnTo>
                  <a:lnTo>
                    <a:pt x="209835" y="11029"/>
                  </a:lnTo>
                  <a:lnTo>
                    <a:pt x="209835" y="8786"/>
                  </a:lnTo>
                  <a:lnTo>
                    <a:pt x="212088" y="6543"/>
                  </a:lnTo>
                  <a:lnTo>
                    <a:pt x="209835" y="4112"/>
                  </a:lnTo>
                  <a:lnTo>
                    <a:pt x="209835" y="1869"/>
                  </a:lnTo>
                  <a:lnTo>
                    <a:pt x="207395" y="0"/>
                  </a:lnTo>
                  <a:close/>
                </a:path>
                <a:path w="268604" h="13969">
                  <a:moveTo>
                    <a:pt x="264077" y="0"/>
                  </a:moveTo>
                  <a:lnTo>
                    <a:pt x="257133" y="0"/>
                  </a:lnTo>
                  <a:lnTo>
                    <a:pt x="254881" y="1869"/>
                  </a:lnTo>
                  <a:lnTo>
                    <a:pt x="254881" y="4112"/>
                  </a:lnTo>
                  <a:lnTo>
                    <a:pt x="252441" y="6543"/>
                  </a:lnTo>
                  <a:lnTo>
                    <a:pt x="254881" y="8786"/>
                  </a:lnTo>
                  <a:lnTo>
                    <a:pt x="254881" y="11029"/>
                  </a:lnTo>
                  <a:lnTo>
                    <a:pt x="257133" y="13459"/>
                  </a:lnTo>
                  <a:lnTo>
                    <a:pt x="264077" y="13459"/>
                  </a:lnTo>
                  <a:lnTo>
                    <a:pt x="265954" y="11029"/>
                  </a:lnTo>
                  <a:lnTo>
                    <a:pt x="265954" y="8786"/>
                  </a:lnTo>
                  <a:lnTo>
                    <a:pt x="268394" y="6543"/>
                  </a:lnTo>
                  <a:lnTo>
                    <a:pt x="265954" y="4112"/>
                  </a:lnTo>
                  <a:lnTo>
                    <a:pt x="265954" y="1869"/>
                  </a:lnTo>
                  <a:lnTo>
                    <a:pt x="264077" y="0"/>
                  </a:lnTo>
                  <a:close/>
                </a:path>
              </a:pathLst>
            </a:custGeom>
            <a:solidFill>
              <a:srgbClr val="000000"/>
            </a:solidFill>
          </p:spPr>
          <p:txBody>
            <a:bodyPr wrap="square" lIns="0" tIns="0" rIns="0" bIns="0" rtlCol="0"/>
            <a:lstStyle/>
            <a:p/>
          </p:txBody>
        </p:sp>
        <p:sp>
          <p:nvSpPr>
            <p:cNvPr id="66" name="object 66" descr=""/>
            <p:cNvSpPr/>
            <p:nvPr/>
          </p:nvSpPr>
          <p:spPr>
            <a:xfrm>
              <a:off x="5659061" y="2696525"/>
              <a:ext cx="268605" cy="13970"/>
            </a:xfrm>
            <a:custGeom>
              <a:avLst/>
              <a:gdLst/>
              <a:ahLst/>
              <a:cxnLst/>
              <a:rect l="l" t="t" r="r" b="b"/>
              <a:pathLst>
                <a:path w="268604" h="13969">
                  <a:moveTo>
                    <a:pt x="6569" y="0"/>
                  </a:moveTo>
                  <a:lnTo>
                    <a:pt x="49737" y="0"/>
                  </a:lnTo>
                  <a:lnTo>
                    <a:pt x="51614" y="0"/>
                  </a:lnTo>
                  <a:lnTo>
                    <a:pt x="54054" y="1869"/>
                  </a:lnTo>
                  <a:lnTo>
                    <a:pt x="56306" y="4112"/>
                  </a:lnTo>
                  <a:lnTo>
                    <a:pt x="56306" y="6543"/>
                  </a:lnTo>
                  <a:lnTo>
                    <a:pt x="56306" y="8786"/>
                  </a:lnTo>
                  <a:lnTo>
                    <a:pt x="54054" y="11029"/>
                  </a:lnTo>
                  <a:lnTo>
                    <a:pt x="51614" y="13459"/>
                  </a:lnTo>
                  <a:lnTo>
                    <a:pt x="49737" y="13459"/>
                  </a:lnTo>
                  <a:lnTo>
                    <a:pt x="6569" y="13459"/>
                  </a:lnTo>
                  <a:lnTo>
                    <a:pt x="4692" y="13459"/>
                  </a:lnTo>
                  <a:lnTo>
                    <a:pt x="2439" y="11029"/>
                  </a:lnTo>
                  <a:lnTo>
                    <a:pt x="0" y="8786"/>
                  </a:lnTo>
                  <a:lnTo>
                    <a:pt x="0" y="6543"/>
                  </a:lnTo>
                  <a:lnTo>
                    <a:pt x="0" y="4112"/>
                  </a:lnTo>
                  <a:lnTo>
                    <a:pt x="2439" y="1869"/>
                  </a:lnTo>
                  <a:lnTo>
                    <a:pt x="4692" y="0"/>
                  </a:lnTo>
                  <a:lnTo>
                    <a:pt x="6569" y="0"/>
                  </a:lnTo>
                  <a:close/>
                </a:path>
                <a:path w="268604" h="13969">
                  <a:moveTo>
                    <a:pt x="106044" y="0"/>
                  </a:moveTo>
                  <a:lnTo>
                    <a:pt x="108484" y="0"/>
                  </a:lnTo>
                  <a:lnTo>
                    <a:pt x="110736" y="1869"/>
                  </a:lnTo>
                  <a:lnTo>
                    <a:pt x="112613" y="4112"/>
                  </a:lnTo>
                  <a:lnTo>
                    <a:pt x="112613" y="6543"/>
                  </a:lnTo>
                  <a:lnTo>
                    <a:pt x="112613" y="8786"/>
                  </a:lnTo>
                  <a:lnTo>
                    <a:pt x="110736" y="11029"/>
                  </a:lnTo>
                  <a:lnTo>
                    <a:pt x="108484" y="13459"/>
                  </a:lnTo>
                  <a:lnTo>
                    <a:pt x="106044" y="13459"/>
                  </a:lnTo>
                  <a:lnTo>
                    <a:pt x="103791" y="13459"/>
                  </a:lnTo>
                  <a:lnTo>
                    <a:pt x="101351" y="11029"/>
                  </a:lnTo>
                  <a:lnTo>
                    <a:pt x="99099" y="8786"/>
                  </a:lnTo>
                  <a:lnTo>
                    <a:pt x="99099" y="6543"/>
                  </a:lnTo>
                  <a:lnTo>
                    <a:pt x="99099" y="4112"/>
                  </a:lnTo>
                  <a:lnTo>
                    <a:pt x="101351" y="1869"/>
                  </a:lnTo>
                  <a:lnTo>
                    <a:pt x="103791" y="0"/>
                  </a:lnTo>
                  <a:lnTo>
                    <a:pt x="106044" y="0"/>
                  </a:lnTo>
                  <a:close/>
                </a:path>
                <a:path w="268604" h="13969">
                  <a:moveTo>
                    <a:pt x="162350" y="0"/>
                  </a:moveTo>
                  <a:lnTo>
                    <a:pt x="205143" y="0"/>
                  </a:lnTo>
                  <a:lnTo>
                    <a:pt x="207395" y="0"/>
                  </a:lnTo>
                  <a:lnTo>
                    <a:pt x="209835" y="1869"/>
                  </a:lnTo>
                  <a:lnTo>
                    <a:pt x="209835" y="4112"/>
                  </a:lnTo>
                  <a:lnTo>
                    <a:pt x="212088" y="6543"/>
                  </a:lnTo>
                  <a:lnTo>
                    <a:pt x="209835" y="8786"/>
                  </a:lnTo>
                  <a:lnTo>
                    <a:pt x="209835" y="11029"/>
                  </a:lnTo>
                  <a:lnTo>
                    <a:pt x="207395" y="13459"/>
                  </a:lnTo>
                  <a:lnTo>
                    <a:pt x="205143" y="13459"/>
                  </a:lnTo>
                  <a:lnTo>
                    <a:pt x="162350" y="13459"/>
                  </a:lnTo>
                  <a:lnTo>
                    <a:pt x="159910" y="13459"/>
                  </a:lnTo>
                  <a:lnTo>
                    <a:pt x="158221" y="11029"/>
                  </a:lnTo>
                  <a:lnTo>
                    <a:pt x="155781" y="8786"/>
                  </a:lnTo>
                  <a:lnTo>
                    <a:pt x="155781" y="6543"/>
                  </a:lnTo>
                  <a:lnTo>
                    <a:pt x="155781" y="4112"/>
                  </a:lnTo>
                  <a:lnTo>
                    <a:pt x="158221" y="1869"/>
                  </a:lnTo>
                  <a:lnTo>
                    <a:pt x="159910" y="0"/>
                  </a:lnTo>
                  <a:lnTo>
                    <a:pt x="162350" y="0"/>
                  </a:lnTo>
                  <a:close/>
                </a:path>
                <a:path w="268604" h="13969">
                  <a:moveTo>
                    <a:pt x="261825" y="0"/>
                  </a:moveTo>
                  <a:lnTo>
                    <a:pt x="264077" y="0"/>
                  </a:lnTo>
                  <a:lnTo>
                    <a:pt x="265954" y="1869"/>
                  </a:lnTo>
                  <a:lnTo>
                    <a:pt x="265954" y="4112"/>
                  </a:lnTo>
                  <a:lnTo>
                    <a:pt x="268394" y="6543"/>
                  </a:lnTo>
                  <a:lnTo>
                    <a:pt x="265954" y="8786"/>
                  </a:lnTo>
                  <a:lnTo>
                    <a:pt x="265954" y="11029"/>
                  </a:lnTo>
                  <a:lnTo>
                    <a:pt x="264077" y="13459"/>
                  </a:lnTo>
                  <a:lnTo>
                    <a:pt x="261825" y="13459"/>
                  </a:lnTo>
                  <a:lnTo>
                    <a:pt x="257133" y="13459"/>
                  </a:lnTo>
                  <a:lnTo>
                    <a:pt x="254881" y="11029"/>
                  </a:lnTo>
                  <a:lnTo>
                    <a:pt x="254881" y="8786"/>
                  </a:lnTo>
                  <a:lnTo>
                    <a:pt x="252441" y="6543"/>
                  </a:lnTo>
                  <a:lnTo>
                    <a:pt x="254881" y="4112"/>
                  </a:lnTo>
                  <a:lnTo>
                    <a:pt x="254881" y="1869"/>
                  </a:lnTo>
                  <a:lnTo>
                    <a:pt x="257133" y="0"/>
                  </a:lnTo>
                  <a:lnTo>
                    <a:pt x="261825" y="0"/>
                  </a:lnTo>
                  <a:close/>
                </a:path>
              </a:pathLst>
            </a:custGeom>
            <a:ln w="3175">
              <a:solidFill>
                <a:srgbClr val="000000"/>
              </a:solidFill>
            </a:ln>
          </p:spPr>
          <p:txBody>
            <a:bodyPr wrap="square" lIns="0" tIns="0" rIns="0" bIns="0" rtlCol="0"/>
            <a:lstStyle/>
            <a:p/>
          </p:txBody>
        </p:sp>
        <p:sp>
          <p:nvSpPr>
            <p:cNvPr id="67" name="object 67" descr=""/>
            <p:cNvSpPr/>
            <p:nvPr/>
          </p:nvSpPr>
          <p:spPr>
            <a:xfrm>
              <a:off x="7124910" y="2524910"/>
              <a:ext cx="275590" cy="0"/>
            </a:xfrm>
            <a:custGeom>
              <a:avLst/>
              <a:gdLst/>
              <a:ahLst/>
              <a:cxnLst/>
              <a:rect l="l" t="t" r="r" b="b"/>
              <a:pathLst>
                <a:path w="275590" h="0">
                  <a:moveTo>
                    <a:pt x="0" y="0"/>
                  </a:moveTo>
                  <a:lnTo>
                    <a:pt x="275339" y="0"/>
                  </a:lnTo>
                </a:path>
              </a:pathLst>
            </a:custGeom>
            <a:ln w="13428">
              <a:solidFill>
                <a:srgbClr val="000000"/>
              </a:solidFill>
            </a:ln>
          </p:spPr>
          <p:txBody>
            <a:bodyPr wrap="square" lIns="0" tIns="0" rIns="0" bIns="0" rtlCol="0"/>
            <a:lstStyle/>
            <a:p/>
          </p:txBody>
        </p:sp>
        <p:pic>
          <p:nvPicPr>
            <p:cNvPr id="68" name="object 68" descr=""/>
            <p:cNvPicPr/>
            <p:nvPr/>
          </p:nvPicPr>
          <p:blipFill>
            <a:blip r:embed="rId4" cstate="print"/>
            <a:stretch>
              <a:fillRect/>
            </a:stretch>
          </p:blipFill>
          <p:spPr>
            <a:xfrm>
              <a:off x="7400249" y="2175848"/>
              <a:ext cx="198518" cy="756413"/>
            </a:xfrm>
            <a:prstGeom prst="rect">
              <a:avLst/>
            </a:prstGeom>
          </p:spPr>
        </p:pic>
        <p:sp>
          <p:nvSpPr>
            <p:cNvPr id="69" name="object 69" descr=""/>
            <p:cNvSpPr/>
            <p:nvPr/>
          </p:nvSpPr>
          <p:spPr>
            <a:xfrm>
              <a:off x="7400249" y="2175848"/>
              <a:ext cx="1699260" cy="756920"/>
            </a:xfrm>
            <a:custGeom>
              <a:avLst/>
              <a:gdLst/>
              <a:ahLst/>
              <a:cxnLst/>
              <a:rect l="l" t="t" r="r" b="b"/>
              <a:pathLst>
                <a:path w="1699259" h="756919">
                  <a:moveTo>
                    <a:pt x="0" y="756413"/>
                  </a:moveTo>
                  <a:lnTo>
                    <a:pt x="198518" y="756413"/>
                  </a:lnTo>
                  <a:lnTo>
                    <a:pt x="198518" y="0"/>
                  </a:lnTo>
                  <a:lnTo>
                    <a:pt x="0" y="0"/>
                  </a:lnTo>
                  <a:lnTo>
                    <a:pt x="0" y="756413"/>
                  </a:lnTo>
                  <a:close/>
                </a:path>
                <a:path w="1699259" h="756919">
                  <a:moveTo>
                    <a:pt x="198574" y="349062"/>
                  </a:moveTo>
                  <a:lnTo>
                    <a:pt x="394709" y="349062"/>
                  </a:lnTo>
                </a:path>
                <a:path w="1699259" h="756919">
                  <a:moveTo>
                    <a:pt x="868435" y="349062"/>
                  </a:moveTo>
                  <a:lnTo>
                    <a:pt x="1067010" y="349062"/>
                  </a:lnTo>
                </a:path>
                <a:path w="1699259" h="756919">
                  <a:moveTo>
                    <a:pt x="1263520" y="349062"/>
                  </a:moveTo>
                  <a:lnTo>
                    <a:pt x="1462094" y="349062"/>
                  </a:lnTo>
                </a:path>
                <a:path w="1699259" h="756919">
                  <a:moveTo>
                    <a:pt x="1462094" y="175764"/>
                  </a:moveTo>
                  <a:lnTo>
                    <a:pt x="1698770" y="175764"/>
                  </a:lnTo>
                </a:path>
                <a:path w="1699259" h="756919">
                  <a:moveTo>
                    <a:pt x="1462094" y="175764"/>
                  </a:moveTo>
                  <a:lnTo>
                    <a:pt x="1462094" y="524415"/>
                  </a:lnTo>
                </a:path>
                <a:path w="1699259" h="756919">
                  <a:moveTo>
                    <a:pt x="1462094" y="524415"/>
                  </a:moveTo>
                  <a:lnTo>
                    <a:pt x="1698770" y="524415"/>
                  </a:lnTo>
                </a:path>
              </a:pathLst>
            </a:custGeom>
            <a:ln w="13455">
              <a:solidFill>
                <a:srgbClr val="000000"/>
              </a:solidFill>
            </a:ln>
          </p:spPr>
          <p:txBody>
            <a:bodyPr wrap="square" lIns="0" tIns="0" rIns="0" bIns="0" rtlCol="0"/>
            <a:lstStyle/>
            <a:p/>
          </p:txBody>
        </p:sp>
        <p:sp>
          <p:nvSpPr>
            <p:cNvPr id="70" name="object 70" descr=""/>
            <p:cNvSpPr/>
            <p:nvPr/>
          </p:nvSpPr>
          <p:spPr>
            <a:xfrm>
              <a:off x="9133366" y="2347500"/>
              <a:ext cx="212090" cy="13335"/>
            </a:xfrm>
            <a:custGeom>
              <a:avLst/>
              <a:gdLst/>
              <a:ahLst/>
              <a:cxnLst/>
              <a:rect l="l" t="t" r="r" b="b"/>
              <a:pathLst>
                <a:path w="212090" h="13335">
                  <a:moveTo>
                    <a:pt x="52177" y="0"/>
                  </a:moveTo>
                  <a:lnTo>
                    <a:pt x="4692" y="0"/>
                  </a:lnTo>
                  <a:lnTo>
                    <a:pt x="2439" y="2243"/>
                  </a:lnTo>
                  <a:lnTo>
                    <a:pt x="0" y="4486"/>
                  </a:lnTo>
                  <a:lnTo>
                    <a:pt x="0" y="9160"/>
                  </a:lnTo>
                  <a:lnTo>
                    <a:pt x="2439" y="11403"/>
                  </a:lnTo>
                  <a:lnTo>
                    <a:pt x="4692" y="13273"/>
                  </a:lnTo>
                  <a:lnTo>
                    <a:pt x="52177" y="13273"/>
                  </a:lnTo>
                  <a:lnTo>
                    <a:pt x="56306" y="9160"/>
                  </a:lnTo>
                  <a:lnTo>
                    <a:pt x="56306" y="4486"/>
                  </a:lnTo>
                  <a:lnTo>
                    <a:pt x="54054" y="2243"/>
                  </a:lnTo>
                  <a:lnTo>
                    <a:pt x="52177" y="0"/>
                  </a:lnTo>
                  <a:close/>
                </a:path>
                <a:path w="212090" h="13335">
                  <a:moveTo>
                    <a:pt x="108296" y="0"/>
                  </a:moveTo>
                  <a:lnTo>
                    <a:pt x="103791" y="0"/>
                  </a:lnTo>
                  <a:lnTo>
                    <a:pt x="101351" y="2243"/>
                  </a:lnTo>
                  <a:lnTo>
                    <a:pt x="99474" y="4486"/>
                  </a:lnTo>
                  <a:lnTo>
                    <a:pt x="99474" y="9160"/>
                  </a:lnTo>
                  <a:lnTo>
                    <a:pt x="101351" y="11403"/>
                  </a:lnTo>
                  <a:lnTo>
                    <a:pt x="103791" y="13273"/>
                  </a:lnTo>
                  <a:lnTo>
                    <a:pt x="108296" y="13273"/>
                  </a:lnTo>
                  <a:lnTo>
                    <a:pt x="110736" y="11403"/>
                  </a:lnTo>
                  <a:lnTo>
                    <a:pt x="112988" y="9160"/>
                  </a:lnTo>
                  <a:lnTo>
                    <a:pt x="112988" y="4486"/>
                  </a:lnTo>
                  <a:lnTo>
                    <a:pt x="110736" y="2243"/>
                  </a:lnTo>
                  <a:lnTo>
                    <a:pt x="108296" y="0"/>
                  </a:lnTo>
                  <a:close/>
                </a:path>
                <a:path w="212090" h="13335">
                  <a:moveTo>
                    <a:pt x="207395" y="0"/>
                  </a:moveTo>
                  <a:lnTo>
                    <a:pt x="160473" y="0"/>
                  </a:lnTo>
                  <a:lnTo>
                    <a:pt x="158033" y="2243"/>
                  </a:lnTo>
                  <a:lnTo>
                    <a:pt x="155781" y="4486"/>
                  </a:lnTo>
                  <a:lnTo>
                    <a:pt x="155781" y="9160"/>
                  </a:lnTo>
                  <a:lnTo>
                    <a:pt x="158033" y="11403"/>
                  </a:lnTo>
                  <a:lnTo>
                    <a:pt x="160473" y="13273"/>
                  </a:lnTo>
                  <a:lnTo>
                    <a:pt x="207395" y="13273"/>
                  </a:lnTo>
                  <a:lnTo>
                    <a:pt x="209648" y="11403"/>
                  </a:lnTo>
                  <a:lnTo>
                    <a:pt x="209648" y="9160"/>
                  </a:lnTo>
                  <a:lnTo>
                    <a:pt x="212088" y="6916"/>
                  </a:lnTo>
                  <a:lnTo>
                    <a:pt x="209648" y="4486"/>
                  </a:lnTo>
                  <a:lnTo>
                    <a:pt x="209648" y="2243"/>
                  </a:lnTo>
                  <a:lnTo>
                    <a:pt x="207395" y="0"/>
                  </a:lnTo>
                  <a:close/>
                </a:path>
              </a:pathLst>
            </a:custGeom>
            <a:solidFill>
              <a:srgbClr val="000000"/>
            </a:solidFill>
          </p:spPr>
          <p:txBody>
            <a:bodyPr wrap="square" lIns="0" tIns="0" rIns="0" bIns="0" rtlCol="0"/>
            <a:lstStyle/>
            <a:p/>
          </p:txBody>
        </p:sp>
        <p:sp>
          <p:nvSpPr>
            <p:cNvPr id="71" name="object 71" descr=""/>
            <p:cNvSpPr/>
            <p:nvPr/>
          </p:nvSpPr>
          <p:spPr>
            <a:xfrm>
              <a:off x="9133366" y="2347500"/>
              <a:ext cx="212090" cy="13335"/>
            </a:xfrm>
            <a:custGeom>
              <a:avLst/>
              <a:gdLst/>
              <a:ahLst/>
              <a:cxnLst/>
              <a:rect l="l" t="t" r="r" b="b"/>
              <a:pathLst>
                <a:path w="212090" h="13335">
                  <a:moveTo>
                    <a:pt x="6944" y="0"/>
                  </a:moveTo>
                  <a:lnTo>
                    <a:pt x="49737" y="0"/>
                  </a:lnTo>
                  <a:lnTo>
                    <a:pt x="52177" y="0"/>
                  </a:lnTo>
                  <a:lnTo>
                    <a:pt x="54054" y="2243"/>
                  </a:lnTo>
                  <a:lnTo>
                    <a:pt x="56306" y="4486"/>
                  </a:lnTo>
                  <a:lnTo>
                    <a:pt x="56306" y="6916"/>
                  </a:lnTo>
                  <a:lnTo>
                    <a:pt x="56306" y="9160"/>
                  </a:lnTo>
                  <a:lnTo>
                    <a:pt x="54054" y="11403"/>
                  </a:lnTo>
                  <a:lnTo>
                    <a:pt x="52177" y="13273"/>
                  </a:lnTo>
                  <a:lnTo>
                    <a:pt x="49737" y="13273"/>
                  </a:lnTo>
                  <a:lnTo>
                    <a:pt x="6944" y="13273"/>
                  </a:lnTo>
                  <a:lnTo>
                    <a:pt x="4692" y="13273"/>
                  </a:lnTo>
                  <a:lnTo>
                    <a:pt x="2439" y="11403"/>
                  </a:lnTo>
                  <a:lnTo>
                    <a:pt x="0" y="9160"/>
                  </a:lnTo>
                  <a:lnTo>
                    <a:pt x="0" y="6916"/>
                  </a:lnTo>
                  <a:lnTo>
                    <a:pt x="0" y="4486"/>
                  </a:lnTo>
                  <a:lnTo>
                    <a:pt x="2439" y="2243"/>
                  </a:lnTo>
                  <a:lnTo>
                    <a:pt x="4692" y="0"/>
                  </a:lnTo>
                  <a:lnTo>
                    <a:pt x="6944" y="0"/>
                  </a:lnTo>
                  <a:close/>
                </a:path>
                <a:path w="212090" h="13335">
                  <a:moveTo>
                    <a:pt x="106044" y="0"/>
                  </a:moveTo>
                  <a:lnTo>
                    <a:pt x="108296" y="0"/>
                  </a:lnTo>
                  <a:lnTo>
                    <a:pt x="110736" y="2243"/>
                  </a:lnTo>
                  <a:lnTo>
                    <a:pt x="112988" y="4486"/>
                  </a:lnTo>
                  <a:lnTo>
                    <a:pt x="112988" y="6916"/>
                  </a:lnTo>
                  <a:lnTo>
                    <a:pt x="112988" y="9160"/>
                  </a:lnTo>
                  <a:lnTo>
                    <a:pt x="110736" y="11403"/>
                  </a:lnTo>
                  <a:lnTo>
                    <a:pt x="108296" y="13273"/>
                  </a:lnTo>
                  <a:lnTo>
                    <a:pt x="106044" y="13273"/>
                  </a:lnTo>
                  <a:lnTo>
                    <a:pt x="103791" y="13273"/>
                  </a:lnTo>
                  <a:lnTo>
                    <a:pt x="101351" y="11403"/>
                  </a:lnTo>
                  <a:lnTo>
                    <a:pt x="99474" y="9160"/>
                  </a:lnTo>
                  <a:lnTo>
                    <a:pt x="99474" y="6916"/>
                  </a:lnTo>
                  <a:lnTo>
                    <a:pt x="99474" y="4486"/>
                  </a:lnTo>
                  <a:lnTo>
                    <a:pt x="101351" y="2243"/>
                  </a:lnTo>
                  <a:lnTo>
                    <a:pt x="103791" y="0"/>
                  </a:lnTo>
                  <a:lnTo>
                    <a:pt x="106044" y="0"/>
                  </a:lnTo>
                  <a:close/>
                </a:path>
                <a:path w="212090" h="13335">
                  <a:moveTo>
                    <a:pt x="162350" y="0"/>
                  </a:moveTo>
                  <a:lnTo>
                    <a:pt x="205519" y="0"/>
                  </a:lnTo>
                  <a:lnTo>
                    <a:pt x="207395" y="0"/>
                  </a:lnTo>
                  <a:lnTo>
                    <a:pt x="209648" y="2243"/>
                  </a:lnTo>
                  <a:lnTo>
                    <a:pt x="209648" y="4486"/>
                  </a:lnTo>
                  <a:lnTo>
                    <a:pt x="212088" y="6916"/>
                  </a:lnTo>
                  <a:lnTo>
                    <a:pt x="209648" y="9160"/>
                  </a:lnTo>
                  <a:lnTo>
                    <a:pt x="209648" y="11403"/>
                  </a:lnTo>
                  <a:lnTo>
                    <a:pt x="207395" y="13273"/>
                  </a:lnTo>
                  <a:lnTo>
                    <a:pt x="205519" y="13273"/>
                  </a:lnTo>
                  <a:lnTo>
                    <a:pt x="162350" y="13273"/>
                  </a:lnTo>
                  <a:lnTo>
                    <a:pt x="160473" y="13273"/>
                  </a:lnTo>
                  <a:lnTo>
                    <a:pt x="158033" y="11403"/>
                  </a:lnTo>
                  <a:lnTo>
                    <a:pt x="155781" y="9160"/>
                  </a:lnTo>
                  <a:lnTo>
                    <a:pt x="155781" y="6916"/>
                  </a:lnTo>
                  <a:lnTo>
                    <a:pt x="155781" y="4486"/>
                  </a:lnTo>
                  <a:lnTo>
                    <a:pt x="158033" y="2243"/>
                  </a:lnTo>
                  <a:lnTo>
                    <a:pt x="160473" y="0"/>
                  </a:lnTo>
                  <a:lnTo>
                    <a:pt x="162350" y="0"/>
                  </a:lnTo>
                  <a:close/>
                </a:path>
              </a:pathLst>
            </a:custGeom>
            <a:ln w="3175">
              <a:solidFill>
                <a:srgbClr val="000000"/>
              </a:solidFill>
            </a:ln>
          </p:spPr>
          <p:txBody>
            <a:bodyPr wrap="square" lIns="0" tIns="0" rIns="0" bIns="0" rtlCol="0"/>
            <a:lstStyle/>
            <a:p/>
          </p:txBody>
        </p:sp>
        <p:sp>
          <p:nvSpPr>
            <p:cNvPr id="72" name="object 72" descr=""/>
            <p:cNvSpPr/>
            <p:nvPr/>
          </p:nvSpPr>
          <p:spPr>
            <a:xfrm>
              <a:off x="9329688" y="2347500"/>
              <a:ext cx="15875" cy="362585"/>
            </a:xfrm>
            <a:custGeom>
              <a:avLst/>
              <a:gdLst/>
              <a:ahLst/>
              <a:cxnLst/>
              <a:rect l="l" t="t" r="r" b="b"/>
              <a:pathLst>
                <a:path w="15875" h="362585">
                  <a:moveTo>
                    <a:pt x="11073" y="0"/>
                  </a:moveTo>
                  <a:lnTo>
                    <a:pt x="4504" y="0"/>
                  </a:lnTo>
                  <a:lnTo>
                    <a:pt x="2252" y="2243"/>
                  </a:lnTo>
                  <a:lnTo>
                    <a:pt x="2252" y="4486"/>
                  </a:lnTo>
                  <a:lnTo>
                    <a:pt x="0" y="6916"/>
                  </a:lnTo>
                  <a:lnTo>
                    <a:pt x="0" y="49353"/>
                  </a:lnTo>
                  <a:lnTo>
                    <a:pt x="2252" y="51596"/>
                  </a:lnTo>
                  <a:lnTo>
                    <a:pt x="2252" y="53839"/>
                  </a:lnTo>
                  <a:lnTo>
                    <a:pt x="4504" y="56270"/>
                  </a:lnTo>
                  <a:lnTo>
                    <a:pt x="11073" y="56270"/>
                  </a:lnTo>
                  <a:lnTo>
                    <a:pt x="13325" y="53839"/>
                  </a:lnTo>
                  <a:lnTo>
                    <a:pt x="13325" y="51596"/>
                  </a:lnTo>
                  <a:lnTo>
                    <a:pt x="15765" y="49353"/>
                  </a:lnTo>
                  <a:lnTo>
                    <a:pt x="15765" y="6916"/>
                  </a:lnTo>
                  <a:lnTo>
                    <a:pt x="13325" y="4486"/>
                  </a:lnTo>
                  <a:lnTo>
                    <a:pt x="13325" y="2243"/>
                  </a:lnTo>
                  <a:lnTo>
                    <a:pt x="11073" y="0"/>
                  </a:lnTo>
                  <a:close/>
                </a:path>
                <a:path w="15875" h="362585">
                  <a:moveTo>
                    <a:pt x="13325" y="99080"/>
                  </a:moveTo>
                  <a:lnTo>
                    <a:pt x="2252" y="99080"/>
                  </a:lnTo>
                  <a:lnTo>
                    <a:pt x="2252" y="101323"/>
                  </a:lnTo>
                  <a:lnTo>
                    <a:pt x="0" y="105623"/>
                  </a:lnTo>
                  <a:lnTo>
                    <a:pt x="2252" y="107866"/>
                  </a:lnTo>
                  <a:lnTo>
                    <a:pt x="2252" y="110110"/>
                  </a:lnTo>
                  <a:lnTo>
                    <a:pt x="4504" y="112540"/>
                  </a:lnTo>
                  <a:lnTo>
                    <a:pt x="11073" y="112540"/>
                  </a:lnTo>
                  <a:lnTo>
                    <a:pt x="13325" y="110110"/>
                  </a:lnTo>
                  <a:lnTo>
                    <a:pt x="13325" y="107866"/>
                  </a:lnTo>
                  <a:lnTo>
                    <a:pt x="15765" y="105623"/>
                  </a:lnTo>
                  <a:lnTo>
                    <a:pt x="13325" y="101323"/>
                  </a:lnTo>
                  <a:lnTo>
                    <a:pt x="13325" y="99080"/>
                  </a:lnTo>
                  <a:close/>
                </a:path>
                <a:path w="15875" h="362585">
                  <a:moveTo>
                    <a:pt x="11073" y="209377"/>
                  </a:moveTo>
                  <a:lnTo>
                    <a:pt x="4504" y="209377"/>
                  </a:lnTo>
                  <a:lnTo>
                    <a:pt x="9196" y="211620"/>
                  </a:lnTo>
                  <a:lnTo>
                    <a:pt x="11073" y="209377"/>
                  </a:lnTo>
                  <a:close/>
                </a:path>
                <a:path w="15875" h="362585">
                  <a:moveTo>
                    <a:pt x="13325" y="155350"/>
                  </a:moveTo>
                  <a:lnTo>
                    <a:pt x="2252" y="155350"/>
                  </a:lnTo>
                  <a:lnTo>
                    <a:pt x="2252" y="157593"/>
                  </a:lnTo>
                  <a:lnTo>
                    <a:pt x="0" y="162267"/>
                  </a:lnTo>
                  <a:lnTo>
                    <a:pt x="0" y="202460"/>
                  </a:lnTo>
                  <a:lnTo>
                    <a:pt x="2252" y="206947"/>
                  </a:lnTo>
                  <a:lnTo>
                    <a:pt x="2252" y="209377"/>
                  </a:lnTo>
                  <a:lnTo>
                    <a:pt x="13325" y="209377"/>
                  </a:lnTo>
                  <a:lnTo>
                    <a:pt x="13325" y="206947"/>
                  </a:lnTo>
                  <a:lnTo>
                    <a:pt x="15765" y="202460"/>
                  </a:lnTo>
                  <a:lnTo>
                    <a:pt x="15765" y="162267"/>
                  </a:lnTo>
                  <a:lnTo>
                    <a:pt x="13325" y="157593"/>
                  </a:lnTo>
                  <a:lnTo>
                    <a:pt x="13325" y="155350"/>
                  </a:lnTo>
                  <a:close/>
                </a:path>
                <a:path w="15875" h="362585">
                  <a:moveTo>
                    <a:pt x="11073" y="265647"/>
                  </a:moveTo>
                  <a:lnTo>
                    <a:pt x="4504" y="265647"/>
                  </a:lnTo>
                  <a:lnTo>
                    <a:pt x="9196" y="267890"/>
                  </a:lnTo>
                  <a:lnTo>
                    <a:pt x="11073" y="265647"/>
                  </a:lnTo>
                  <a:close/>
                </a:path>
                <a:path w="15875" h="362585">
                  <a:moveTo>
                    <a:pt x="13325" y="254431"/>
                  </a:moveTo>
                  <a:lnTo>
                    <a:pt x="2252" y="254431"/>
                  </a:lnTo>
                  <a:lnTo>
                    <a:pt x="2252" y="256300"/>
                  </a:lnTo>
                  <a:lnTo>
                    <a:pt x="0" y="258730"/>
                  </a:lnTo>
                  <a:lnTo>
                    <a:pt x="2252" y="263217"/>
                  </a:lnTo>
                  <a:lnTo>
                    <a:pt x="2252" y="265647"/>
                  </a:lnTo>
                  <a:lnTo>
                    <a:pt x="13325" y="265647"/>
                  </a:lnTo>
                  <a:lnTo>
                    <a:pt x="13325" y="263217"/>
                  </a:lnTo>
                  <a:lnTo>
                    <a:pt x="15765" y="258730"/>
                  </a:lnTo>
                  <a:lnTo>
                    <a:pt x="13325" y="256300"/>
                  </a:lnTo>
                  <a:lnTo>
                    <a:pt x="13325" y="254431"/>
                  </a:lnTo>
                  <a:close/>
                </a:path>
                <a:path w="15875" h="362585">
                  <a:moveTo>
                    <a:pt x="9196" y="252187"/>
                  </a:moveTo>
                  <a:lnTo>
                    <a:pt x="4504" y="254431"/>
                  </a:lnTo>
                  <a:lnTo>
                    <a:pt x="11073" y="254431"/>
                  </a:lnTo>
                  <a:lnTo>
                    <a:pt x="9196" y="252187"/>
                  </a:lnTo>
                  <a:close/>
                </a:path>
                <a:path w="15875" h="362585">
                  <a:moveTo>
                    <a:pt x="13325" y="310701"/>
                  </a:moveTo>
                  <a:lnTo>
                    <a:pt x="2252" y="310701"/>
                  </a:lnTo>
                  <a:lnTo>
                    <a:pt x="2252" y="313131"/>
                  </a:lnTo>
                  <a:lnTo>
                    <a:pt x="0" y="315000"/>
                  </a:lnTo>
                  <a:lnTo>
                    <a:pt x="0" y="355567"/>
                  </a:lnTo>
                  <a:lnTo>
                    <a:pt x="2252" y="357811"/>
                  </a:lnTo>
                  <a:lnTo>
                    <a:pt x="2252" y="360054"/>
                  </a:lnTo>
                  <a:lnTo>
                    <a:pt x="4504" y="362484"/>
                  </a:lnTo>
                  <a:lnTo>
                    <a:pt x="11073" y="362484"/>
                  </a:lnTo>
                  <a:lnTo>
                    <a:pt x="13325" y="360054"/>
                  </a:lnTo>
                  <a:lnTo>
                    <a:pt x="13325" y="357811"/>
                  </a:lnTo>
                  <a:lnTo>
                    <a:pt x="15765" y="355567"/>
                  </a:lnTo>
                  <a:lnTo>
                    <a:pt x="15765" y="315000"/>
                  </a:lnTo>
                  <a:lnTo>
                    <a:pt x="13325" y="313131"/>
                  </a:lnTo>
                  <a:lnTo>
                    <a:pt x="13325" y="310701"/>
                  </a:lnTo>
                  <a:close/>
                </a:path>
                <a:path w="15875" h="362585">
                  <a:moveTo>
                    <a:pt x="9196" y="308457"/>
                  </a:moveTo>
                  <a:lnTo>
                    <a:pt x="4504" y="310701"/>
                  </a:lnTo>
                  <a:lnTo>
                    <a:pt x="11073" y="310701"/>
                  </a:lnTo>
                  <a:lnTo>
                    <a:pt x="9196" y="308457"/>
                  </a:lnTo>
                  <a:close/>
                </a:path>
              </a:pathLst>
            </a:custGeom>
            <a:solidFill>
              <a:srgbClr val="000000"/>
            </a:solidFill>
          </p:spPr>
          <p:txBody>
            <a:bodyPr wrap="square" lIns="0" tIns="0" rIns="0" bIns="0" rtlCol="0"/>
            <a:lstStyle/>
            <a:p/>
          </p:txBody>
        </p:sp>
        <p:sp>
          <p:nvSpPr>
            <p:cNvPr id="73" name="object 73" descr=""/>
            <p:cNvSpPr/>
            <p:nvPr/>
          </p:nvSpPr>
          <p:spPr>
            <a:xfrm>
              <a:off x="9329689" y="2347500"/>
              <a:ext cx="15875" cy="362585"/>
            </a:xfrm>
            <a:custGeom>
              <a:avLst/>
              <a:gdLst/>
              <a:ahLst/>
              <a:cxnLst/>
              <a:rect l="l" t="t" r="r" b="b"/>
              <a:pathLst>
                <a:path w="15875" h="362585">
                  <a:moveTo>
                    <a:pt x="15765" y="6916"/>
                  </a:moveTo>
                  <a:lnTo>
                    <a:pt x="15765" y="49353"/>
                  </a:lnTo>
                  <a:lnTo>
                    <a:pt x="13325" y="51596"/>
                  </a:lnTo>
                  <a:lnTo>
                    <a:pt x="13325" y="53839"/>
                  </a:lnTo>
                  <a:lnTo>
                    <a:pt x="11073" y="56270"/>
                  </a:lnTo>
                  <a:lnTo>
                    <a:pt x="9196" y="56270"/>
                  </a:lnTo>
                  <a:lnTo>
                    <a:pt x="4504" y="56270"/>
                  </a:lnTo>
                  <a:lnTo>
                    <a:pt x="2252" y="53839"/>
                  </a:lnTo>
                  <a:lnTo>
                    <a:pt x="2252" y="51596"/>
                  </a:lnTo>
                  <a:lnTo>
                    <a:pt x="0" y="49353"/>
                  </a:lnTo>
                  <a:lnTo>
                    <a:pt x="0" y="6916"/>
                  </a:lnTo>
                  <a:lnTo>
                    <a:pt x="2252" y="4486"/>
                  </a:lnTo>
                  <a:lnTo>
                    <a:pt x="2252" y="2243"/>
                  </a:lnTo>
                  <a:lnTo>
                    <a:pt x="4504" y="0"/>
                  </a:lnTo>
                  <a:lnTo>
                    <a:pt x="9196" y="0"/>
                  </a:lnTo>
                  <a:lnTo>
                    <a:pt x="11073" y="0"/>
                  </a:lnTo>
                  <a:lnTo>
                    <a:pt x="13325" y="2243"/>
                  </a:lnTo>
                  <a:lnTo>
                    <a:pt x="13325" y="4486"/>
                  </a:lnTo>
                  <a:lnTo>
                    <a:pt x="15765" y="6916"/>
                  </a:lnTo>
                  <a:close/>
                </a:path>
                <a:path w="15875" h="362585">
                  <a:moveTo>
                    <a:pt x="15765" y="105623"/>
                  </a:moveTo>
                  <a:lnTo>
                    <a:pt x="13325" y="107866"/>
                  </a:lnTo>
                  <a:lnTo>
                    <a:pt x="13325" y="110110"/>
                  </a:lnTo>
                  <a:lnTo>
                    <a:pt x="11073" y="112540"/>
                  </a:lnTo>
                  <a:lnTo>
                    <a:pt x="9196" y="112540"/>
                  </a:lnTo>
                  <a:lnTo>
                    <a:pt x="4504" y="112540"/>
                  </a:lnTo>
                  <a:lnTo>
                    <a:pt x="2252" y="110110"/>
                  </a:lnTo>
                  <a:lnTo>
                    <a:pt x="2252" y="107866"/>
                  </a:lnTo>
                  <a:lnTo>
                    <a:pt x="0" y="105623"/>
                  </a:lnTo>
                  <a:lnTo>
                    <a:pt x="2252" y="101323"/>
                  </a:lnTo>
                  <a:lnTo>
                    <a:pt x="2252" y="99080"/>
                  </a:lnTo>
                  <a:lnTo>
                    <a:pt x="4504" y="99080"/>
                  </a:lnTo>
                  <a:lnTo>
                    <a:pt x="9196" y="99080"/>
                  </a:lnTo>
                  <a:lnTo>
                    <a:pt x="11073" y="99080"/>
                  </a:lnTo>
                  <a:lnTo>
                    <a:pt x="13325" y="99080"/>
                  </a:lnTo>
                  <a:lnTo>
                    <a:pt x="13325" y="101323"/>
                  </a:lnTo>
                  <a:lnTo>
                    <a:pt x="15765" y="105623"/>
                  </a:lnTo>
                  <a:close/>
                </a:path>
                <a:path w="15875" h="362585">
                  <a:moveTo>
                    <a:pt x="15765" y="162267"/>
                  </a:moveTo>
                  <a:lnTo>
                    <a:pt x="15765" y="202460"/>
                  </a:lnTo>
                  <a:lnTo>
                    <a:pt x="13325" y="206947"/>
                  </a:lnTo>
                  <a:lnTo>
                    <a:pt x="13325" y="209377"/>
                  </a:lnTo>
                  <a:lnTo>
                    <a:pt x="11073" y="209377"/>
                  </a:lnTo>
                  <a:lnTo>
                    <a:pt x="9196" y="211620"/>
                  </a:lnTo>
                  <a:lnTo>
                    <a:pt x="4504" y="209377"/>
                  </a:lnTo>
                  <a:lnTo>
                    <a:pt x="2252" y="209377"/>
                  </a:lnTo>
                  <a:lnTo>
                    <a:pt x="2252" y="206947"/>
                  </a:lnTo>
                  <a:lnTo>
                    <a:pt x="0" y="202460"/>
                  </a:lnTo>
                  <a:lnTo>
                    <a:pt x="0" y="162267"/>
                  </a:lnTo>
                  <a:lnTo>
                    <a:pt x="2252" y="157593"/>
                  </a:lnTo>
                  <a:lnTo>
                    <a:pt x="2252" y="155350"/>
                  </a:lnTo>
                  <a:lnTo>
                    <a:pt x="4504" y="155350"/>
                  </a:lnTo>
                  <a:lnTo>
                    <a:pt x="9196" y="155350"/>
                  </a:lnTo>
                  <a:lnTo>
                    <a:pt x="11073" y="155350"/>
                  </a:lnTo>
                  <a:lnTo>
                    <a:pt x="13325" y="155350"/>
                  </a:lnTo>
                  <a:lnTo>
                    <a:pt x="13325" y="157593"/>
                  </a:lnTo>
                  <a:lnTo>
                    <a:pt x="15765" y="162267"/>
                  </a:lnTo>
                  <a:close/>
                </a:path>
                <a:path w="15875" h="362585">
                  <a:moveTo>
                    <a:pt x="15765" y="258730"/>
                  </a:moveTo>
                  <a:lnTo>
                    <a:pt x="13325" y="263217"/>
                  </a:lnTo>
                  <a:lnTo>
                    <a:pt x="13325" y="265647"/>
                  </a:lnTo>
                  <a:lnTo>
                    <a:pt x="11073" y="265647"/>
                  </a:lnTo>
                  <a:lnTo>
                    <a:pt x="9196" y="267890"/>
                  </a:lnTo>
                  <a:lnTo>
                    <a:pt x="4504" y="265647"/>
                  </a:lnTo>
                  <a:lnTo>
                    <a:pt x="2252" y="265647"/>
                  </a:lnTo>
                  <a:lnTo>
                    <a:pt x="2252" y="263217"/>
                  </a:lnTo>
                  <a:lnTo>
                    <a:pt x="0" y="258730"/>
                  </a:lnTo>
                  <a:lnTo>
                    <a:pt x="2252" y="256300"/>
                  </a:lnTo>
                  <a:lnTo>
                    <a:pt x="2252" y="254431"/>
                  </a:lnTo>
                  <a:lnTo>
                    <a:pt x="4504" y="254431"/>
                  </a:lnTo>
                  <a:lnTo>
                    <a:pt x="9196" y="252187"/>
                  </a:lnTo>
                  <a:lnTo>
                    <a:pt x="11073" y="254431"/>
                  </a:lnTo>
                  <a:lnTo>
                    <a:pt x="13325" y="254431"/>
                  </a:lnTo>
                  <a:lnTo>
                    <a:pt x="13325" y="256300"/>
                  </a:lnTo>
                  <a:lnTo>
                    <a:pt x="15765" y="258730"/>
                  </a:lnTo>
                  <a:close/>
                </a:path>
                <a:path w="15875" h="362585">
                  <a:moveTo>
                    <a:pt x="15765" y="315000"/>
                  </a:moveTo>
                  <a:lnTo>
                    <a:pt x="15765" y="355567"/>
                  </a:lnTo>
                  <a:lnTo>
                    <a:pt x="13325" y="357811"/>
                  </a:lnTo>
                  <a:lnTo>
                    <a:pt x="13325" y="360054"/>
                  </a:lnTo>
                  <a:lnTo>
                    <a:pt x="11073" y="362484"/>
                  </a:lnTo>
                  <a:lnTo>
                    <a:pt x="9196" y="362484"/>
                  </a:lnTo>
                  <a:lnTo>
                    <a:pt x="4504" y="362484"/>
                  </a:lnTo>
                  <a:lnTo>
                    <a:pt x="2252" y="360054"/>
                  </a:lnTo>
                  <a:lnTo>
                    <a:pt x="2252" y="357811"/>
                  </a:lnTo>
                  <a:lnTo>
                    <a:pt x="0" y="355567"/>
                  </a:lnTo>
                  <a:lnTo>
                    <a:pt x="0" y="315000"/>
                  </a:lnTo>
                  <a:lnTo>
                    <a:pt x="2252" y="313131"/>
                  </a:lnTo>
                  <a:lnTo>
                    <a:pt x="2252" y="310701"/>
                  </a:lnTo>
                  <a:lnTo>
                    <a:pt x="4504" y="310701"/>
                  </a:lnTo>
                  <a:lnTo>
                    <a:pt x="9196" y="308457"/>
                  </a:lnTo>
                  <a:lnTo>
                    <a:pt x="11073" y="310701"/>
                  </a:lnTo>
                  <a:lnTo>
                    <a:pt x="13325" y="310701"/>
                  </a:lnTo>
                  <a:lnTo>
                    <a:pt x="13325" y="313131"/>
                  </a:lnTo>
                  <a:lnTo>
                    <a:pt x="15765" y="315000"/>
                  </a:lnTo>
                  <a:close/>
                </a:path>
              </a:pathLst>
            </a:custGeom>
            <a:ln w="3175">
              <a:solidFill>
                <a:srgbClr val="000000"/>
              </a:solidFill>
            </a:ln>
          </p:spPr>
          <p:txBody>
            <a:bodyPr wrap="square" lIns="0" tIns="0" rIns="0" bIns="0" rtlCol="0"/>
            <a:lstStyle/>
            <a:p/>
          </p:txBody>
        </p:sp>
        <p:sp>
          <p:nvSpPr>
            <p:cNvPr id="74" name="object 74" descr=""/>
            <p:cNvSpPr/>
            <p:nvPr/>
          </p:nvSpPr>
          <p:spPr>
            <a:xfrm>
              <a:off x="9133366" y="2696525"/>
              <a:ext cx="212090" cy="13970"/>
            </a:xfrm>
            <a:custGeom>
              <a:avLst/>
              <a:gdLst/>
              <a:ahLst/>
              <a:cxnLst/>
              <a:rect l="l" t="t" r="r" b="b"/>
              <a:pathLst>
                <a:path w="212090" h="13969">
                  <a:moveTo>
                    <a:pt x="52177" y="0"/>
                  </a:moveTo>
                  <a:lnTo>
                    <a:pt x="4692" y="0"/>
                  </a:lnTo>
                  <a:lnTo>
                    <a:pt x="2439" y="1869"/>
                  </a:lnTo>
                  <a:lnTo>
                    <a:pt x="0" y="4112"/>
                  </a:lnTo>
                  <a:lnTo>
                    <a:pt x="0" y="8786"/>
                  </a:lnTo>
                  <a:lnTo>
                    <a:pt x="2439" y="11029"/>
                  </a:lnTo>
                  <a:lnTo>
                    <a:pt x="4692" y="13459"/>
                  </a:lnTo>
                  <a:lnTo>
                    <a:pt x="52177" y="13459"/>
                  </a:lnTo>
                  <a:lnTo>
                    <a:pt x="54054" y="11029"/>
                  </a:lnTo>
                  <a:lnTo>
                    <a:pt x="56306" y="8786"/>
                  </a:lnTo>
                  <a:lnTo>
                    <a:pt x="56306" y="4112"/>
                  </a:lnTo>
                  <a:lnTo>
                    <a:pt x="52177" y="0"/>
                  </a:lnTo>
                  <a:close/>
                </a:path>
                <a:path w="212090" h="13969">
                  <a:moveTo>
                    <a:pt x="108296" y="0"/>
                  </a:moveTo>
                  <a:lnTo>
                    <a:pt x="103791" y="0"/>
                  </a:lnTo>
                  <a:lnTo>
                    <a:pt x="101351" y="1869"/>
                  </a:lnTo>
                  <a:lnTo>
                    <a:pt x="99474" y="4112"/>
                  </a:lnTo>
                  <a:lnTo>
                    <a:pt x="99474" y="8786"/>
                  </a:lnTo>
                  <a:lnTo>
                    <a:pt x="101351" y="11029"/>
                  </a:lnTo>
                  <a:lnTo>
                    <a:pt x="103791" y="13459"/>
                  </a:lnTo>
                  <a:lnTo>
                    <a:pt x="108296" y="13459"/>
                  </a:lnTo>
                  <a:lnTo>
                    <a:pt x="112988" y="8786"/>
                  </a:lnTo>
                  <a:lnTo>
                    <a:pt x="112988" y="4112"/>
                  </a:lnTo>
                  <a:lnTo>
                    <a:pt x="110736" y="1869"/>
                  </a:lnTo>
                  <a:lnTo>
                    <a:pt x="108296" y="0"/>
                  </a:lnTo>
                  <a:close/>
                </a:path>
                <a:path w="212090" h="13969">
                  <a:moveTo>
                    <a:pt x="207395" y="0"/>
                  </a:moveTo>
                  <a:lnTo>
                    <a:pt x="160473" y="0"/>
                  </a:lnTo>
                  <a:lnTo>
                    <a:pt x="158033" y="1869"/>
                  </a:lnTo>
                  <a:lnTo>
                    <a:pt x="155781" y="4112"/>
                  </a:lnTo>
                  <a:lnTo>
                    <a:pt x="155781" y="8786"/>
                  </a:lnTo>
                  <a:lnTo>
                    <a:pt x="160473" y="13459"/>
                  </a:lnTo>
                  <a:lnTo>
                    <a:pt x="207395" y="13459"/>
                  </a:lnTo>
                  <a:lnTo>
                    <a:pt x="209648" y="11029"/>
                  </a:lnTo>
                  <a:lnTo>
                    <a:pt x="209648" y="8786"/>
                  </a:lnTo>
                  <a:lnTo>
                    <a:pt x="212088" y="6543"/>
                  </a:lnTo>
                  <a:lnTo>
                    <a:pt x="209648" y="4112"/>
                  </a:lnTo>
                  <a:lnTo>
                    <a:pt x="209648" y="1869"/>
                  </a:lnTo>
                  <a:lnTo>
                    <a:pt x="207395" y="0"/>
                  </a:lnTo>
                  <a:close/>
                </a:path>
              </a:pathLst>
            </a:custGeom>
            <a:solidFill>
              <a:srgbClr val="000000"/>
            </a:solidFill>
          </p:spPr>
          <p:txBody>
            <a:bodyPr wrap="square" lIns="0" tIns="0" rIns="0" bIns="0" rtlCol="0"/>
            <a:lstStyle/>
            <a:p/>
          </p:txBody>
        </p:sp>
        <p:sp>
          <p:nvSpPr>
            <p:cNvPr id="75" name="object 75" descr=""/>
            <p:cNvSpPr/>
            <p:nvPr/>
          </p:nvSpPr>
          <p:spPr>
            <a:xfrm>
              <a:off x="9133366" y="2696525"/>
              <a:ext cx="212090" cy="13970"/>
            </a:xfrm>
            <a:custGeom>
              <a:avLst/>
              <a:gdLst/>
              <a:ahLst/>
              <a:cxnLst/>
              <a:rect l="l" t="t" r="r" b="b"/>
              <a:pathLst>
                <a:path w="212090" h="13969">
                  <a:moveTo>
                    <a:pt x="6944" y="0"/>
                  </a:moveTo>
                  <a:lnTo>
                    <a:pt x="49737" y="0"/>
                  </a:lnTo>
                  <a:lnTo>
                    <a:pt x="52177" y="0"/>
                  </a:lnTo>
                  <a:lnTo>
                    <a:pt x="54054" y="1869"/>
                  </a:lnTo>
                  <a:lnTo>
                    <a:pt x="56306" y="4112"/>
                  </a:lnTo>
                  <a:lnTo>
                    <a:pt x="56306" y="6543"/>
                  </a:lnTo>
                  <a:lnTo>
                    <a:pt x="56306" y="8786"/>
                  </a:lnTo>
                  <a:lnTo>
                    <a:pt x="54054" y="11029"/>
                  </a:lnTo>
                  <a:lnTo>
                    <a:pt x="52177" y="13459"/>
                  </a:lnTo>
                  <a:lnTo>
                    <a:pt x="49737" y="13459"/>
                  </a:lnTo>
                  <a:lnTo>
                    <a:pt x="6944" y="13459"/>
                  </a:lnTo>
                  <a:lnTo>
                    <a:pt x="4692" y="13459"/>
                  </a:lnTo>
                  <a:lnTo>
                    <a:pt x="2439" y="11029"/>
                  </a:lnTo>
                  <a:lnTo>
                    <a:pt x="0" y="8786"/>
                  </a:lnTo>
                  <a:lnTo>
                    <a:pt x="0" y="6543"/>
                  </a:lnTo>
                  <a:lnTo>
                    <a:pt x="0" y="4112"/>
                  </a:lnTo>
                  <a:lnTo>
                    <a:pt x="2439" y="1869"/>
                  </a:lnTo>
                  <a:lnTo>
                    <a:pt x="4692" y="0"/>
                  </a:lnTo>
                  <a:lnTo>
                    <a:pt x="6944" y="0"/>
                  </a:lnTo>
                  <a:close/>
                </a:path>
                <a:path w="212090" h="13969">
                  <a:moveTo>
                    <a:pt x="106044" y="0"/>
                  </a:moveTo>
                  <a:lnTo>
                    <a:pt x="108296" y="0"/>
                  </a:lnTo>
                  <a:lnTo>
                    <a:pt x="110736" y="1869"/>
                  </a:lnTo>
                  <a:lnTo>
                    <a:pt x="112988" y="4112"/>
                  </a:lnTo>
                  <a:lnTo>
                    <a:pt x="112988" y="6543"/>
                  </a:lnTo>
                  <a:lnTo>
                    <a:pt x="112988" y="8786"/>
                  </a:lnTo>
                  <a:lnTo>
                    <a:pt x="110736" y="11029"/>
                  </a:lnTo>
                  <a:lnTo>
                    <a:pt x="108296" y="13459"/>
                  </a:lnTo>
                  <a:lnTo>
                    <a:pt x="106044" y="13459"/>
                  </a:lnTo>
                  <a:lnTo>
                    <a:pt x="103791" y="13459"/>
                  </a:lnTo>
                  <a:lnTo>
                    <a:pt x="101351" y="11029"/>
                  </a:lnTo>
                  <a:lnTo>
                    <a:pt x="99474" y="8786"/>
                  </a:lnTo>
                  <a:lnTo>
                    <a:pt x="99474" y="6543"/>
                  </a:lnTo>
                  <a:lnTo>
                    <a:pt x="99474" y="4112"/>
                  </a:lnTo>
                  <a:lnTo>
                    <a:pt x="101351" y="1869"/>
                  </a:lnTo>
                  <a:lnTo>
                    <a:pt x="103791" y="0"/>
                  </a:lnTo>
                  <a:lnTo>
                    <a:pt x="106044" y="0"/>
                  </a:lnTo>
                  <a:close/>
                </a:path>
                <a:path w="212090" h="13969">
                  <a:moveTo>
                    <a:pt x="162350" y="0"/>
                  </a:moveTo>
                  <a:lnTo>
                    <a:pt x="205519" y="0"/>
                  </a:lnTo>
                  <a:lnTo>
                    <a:pt x="207395" y="0"/>
                  </a:lnTo>
                  <a:lnTo>
                    <a:pt x="209648" y="1869"/>
                  </a:lnTo>
                  <a:lnTo>
                    <a:pt x="209648" y="4112"/>
                  </a:lnTo>
                  <a:lnTo>
                    <a:pt x="212088" y="6543"/>
                  </a:lnTo>
                  <a:lnTo>
                    <a:pt x="209648" y="8786"/>
                  </a:lnTo>
                  <a:lnTo>
                    <a:pt x="209648" y="11029"/>
                  </a:lnTo>
                  <a:lnTo>
                    <a:pt x="207395" y="13459"/>
                  </a:lnTo>
                  <a:lnTo>
                    <a:pt x="205519" y="13459"/>
                  </a:lnTo>
                  <a:lnTo>
                    <a:pt x="162350" y="13459"/>
                  </a:lnTo>
                  <a:lnTo>
                    <a:pt x="160473" y="13459"/>
                  </a:lnTo>
                  <a:lnTo>
                    <a:pt x="158033" y="11029"/>
                  </a:lnTo>
                  <a:lnTo>
                    <a:pt x="155781" y="8786"/>
                  </a:lnTo>
                  <a:lnTo>
                    <a:pt x="155781" y="6543"/>
                  </a:lnTo>
                  <a:lnTo>
                    <a:pt x="155781" y="4112"/>
                  </a:lnTo>
                  <a:lnTo>
                    <a:pt x="158033" y="1869"/>
                  </a:lnTo>
                  <a:lnTo>
                    <a:pt x="160473" y="0"/>
                  </a:lnTo>
                  <a:lnTo>
                    <a:pt x="162350" y="0"/>
                  </a:lnTo>
                  <a:close/>
                </a:path>
              </a:pathLst>
            </a:custGeom>
            <a:ln w="3175">
              <a:solidFill>
                <a:srgbClr val="000000"/>
              </a:solidFill>
            </a:ln>
          </p:spPr>
          <p:txBody>
            <a:bodyPr wrap="square" lIns="0" tIns="0" rIns="0" bIns="0" rtlCol="0"/>
            <a:lstStyle/>
            <a:p/>
          </p:txBody>
        </p:sp>
        <p:sp>
          <p:nvSpPr>
            <p:cNvPr id="76" name="object 76" descr=""/>
            <p:cNvSpPr/>
            <p:nvPr/>
          </p:nvSpPr>
          <p:spPr>
            <a:xfrm>
              <a:off x="5545697" y="2410127"/>
              <a:ext cx="2921635" cy="349250"/>
            </a:xfrm>
            <a:custGeom>
              <a:avLst/>
              <a:gdLst/>
              <a:ahLst/>
              <a:cxnLst/>
              <a:rect l="l" t="t" r="r" b="b"/>
              <a:pathLst>
                <a:path w="2921634" h="349250">
                  <a:moveTo>
                    <a:pt x="0" y="114783"/>
                  </a:moveTo>
                  <a:lnTo>
                    <a:pt x="0" y="0"/>
                  </a:lnTo>
                </a:path>
                <a:path w="2921634" h="349250">
                  <a:moveTo>
                    <a:pt x="0" y="0"/>
                  </a:moveTo>
                  <a:lnTo>
                    <a:pt x="117117" y="0"/>
                  </a:lnTo>
                </a:path>
                <a:path w="2921634" h="349250">
                  <a:moveTo>
                    <a:pt x="2132143" y="114783"/>
                  </a:moveTo>
                  <a:lnTo>
                    <a:pt x="2132143" y="348650"/>
                  </a:lnTo>
                </a:path>
                <a:path w="2921634" h="349250">
                  <a:moveTo>
                    <a:pt x="2132143" y="348650"/>
                  </a:moveTo>
                  <a:lnTo>
                    <a:pt x="2802004" y="348650"/>
                  </a:lnTo>
                </a:path>
                <a:path w="2921634" h="349250">
                  <a:moveTo>
                    <a:pt x="2802004" y="348650"/>
                  </a:moveTo>
                  <a:lnTo>
                    <a:pt x="2802004" y="172923"/>
                  </a:lnTo>
                </a:path>
                <a:path w="2921634" h="349250">
                  <a:moveTo>
                    <a:pt x="2802004" y="172923"/>
                  </a:moveTo>
                  <a:lnTo>
                    <a:pt x="2921561" y="172923"/>
                  </a:lnTo>
                </a:path>
              </a:pathLst>
            </a:custGeom>
            <a:ln w="13455">
              <a:solidFill>
                <a:srgbClr val="000000"/>
              </a:solidFill>
            </a:ln>
          </p:spPr>
          <p:txBody>
            <a:bodyPr wrap="square" lIns="0" tIns="0" rIns="0" bIns="0" rtlCol="0"/>
            <a:lstStyle/>
            <a:p/>
          </p:txBody>
        </p:sp>
        <p:pic>
          <p:nvPicPr>
            <p:cNvPr id="77" name="object 77" descr=""/>
            <p:cNvPicPr/>
            <p:nvPr/>
          </p:nvPicPr>
          <p:blipFill>
            <a:blip r:embed="rId5" cstate="print"/>
            <a:stretch>
              <a:fillRect/>
            </a:stretch>
          </p:blipFill>
          <p:spPr>
            <a:xfrm>
              <a:off x="6333239" y="2175848"/>
              <a:ext cx="198518" cy="756413"/>
            </a:xfrm>
            <a:prstGeom prst="rect">
              <a:avLst/>
            </a:prstGeom>
          </p:spPr>
        </p:pic>
        <p:sp>
          <p:nvSpPr>
            <p:cNvPr id="78" name="object 78" descr=""/>
            <p:cNvSpPr/>
            <p:nvPr/>
          </p:nvSpPr>
          <p:spPr>
            <a:xfrm>
              <a:off x="6335491" y="2175848"/>
              <a:ext cx="196215" cy="756920"/>
            </a:xfrm>
            <a:custGeom>
              <a:avLst/>
              <a:gdLst/>
              <a:ahLst/>
              <a:cxnLst/>
              <a:rect l="l" t="t" r="r" b="b"/>
              <a:pathLst>
                <a:path w="196215" h="756919">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79" name="object 79" descr=""/>
            <p:cNvPicPr/>
            <p:nvPr/>
          </p:nvPicPr>
          <p:blipFill>
            <a:blip r:embed="rId4" cstate="print"/>
            <a:stretch>
              <a:fillRect/>
            </a:stretch>
          </p:blipFill>
          <p:spPr>
            <a:xfrm>
              <a:off x="5268106" y="2175848"/>
              <a:ext cx="198518" cy="756413"/>
            </a:xfrm>
            <a:prstGeom prst="rect">
              <a:avLst/>
            </a:prstGeom>
          </p:spPr>
        </p:pic>
        <p:sp>
          <p:nvSpPr>
            <p:cNvPr id="80" name="object 80" descr=""/>
            <p:cNvSpPr/>
            <p:nvPr/>
          </p:nvSpPr>
          <p:spPr>
            <a:xfrm>
              <a:off x="5268106" y="2175848"/>
              <a:ext cx="198755" cy="756920"/>
            </a:xfrm>
            <a:custGeom>
              <a:avLst/>
              <a:gdLst/>
              <a:ahLst/>
              <a:cxnLst/>
              <a:rect l="l" t="t" r="r" b="b"/>
              <a:pathLst>
                <a:path w="198754" h="756919">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81" name="object 81" descr=""/>
            <p:cNvPicPr/>
            <p:nvPr/>
          </p:nvPicPr>
          <p:blipFill>
            <a:blip r:embed="rId5" cstate="print"/>
            <a:stretch>
              <a:fillRect/>
            </a:stretch>
          </p:blipFill>
          <p:spPr>
            <a:xfrm>
              <a:off x="8464819" y="2175848"/>
              <a:ext cx="198987" cy="756413"/>
            </a:xfrm>
            <a:prstGeom prst="rect">
              <a:avLst/>
            </a:prstGeom>
          </p:spPr>
        </p:pic>
        <p:sp>
          <p:nvSpPr>
            <p:cNvPr id="82" name="object 82" descr=""/>
            <p:cNvSpPr/>
            <p:nvPr/>
          </p:nvSpPr>
          <p:spPr>
            <a:xfrm>
              <a:off x="7440602" y="2175848"/>
              <a:ext cx="1223645" cy="1346835"/>
            </a:xfrm>
            <a:custGeom>
              <a:avLst/>
              <a:gdLst/>
              <a:ahLst/>
              <a:cxnLst/>
              <a:rect l="l" t="t" r="r" b="b"/>
              <a:pathLst>
                <a:path w="1223645" h="1346835">
                  <a:moveTo>
                    <a:pt x="1026657" y="756413"/>
                  </a:moveTo>
                  <a:lnTo>
                    <a:pt x="1223317" y="756413"/>
                  </a:lnTo>
                  <a:lnTo>
                    <a:pt x="1223317" y="0"/>
                  </a:lnTo>
                  <a:lnTo>
                    <a:pt x="1026656" y="0"/>
                  </a:lnTo>
                  <a:lnTo>
                    <a:pt x="1026657" y="756413"/>
                  </a:lnTo>
                  <a:close/>
                </a:path>
                <a:path w="1223645" h="1346835">
                  <a:moveTo>
                    <a:pt x="0" y="1346222"/>
                  </a:moveTo>
                  <a:lnTo>
                    <a:pt x="433373" y="1346222"/>
                  </a:lnTo>
                </a:path>
                <a:path w="1223645" h="1346835">
                  <a:moveTo>
                    <a:pt x="38663" y="1048794"/>
                  </a:moveTo>
                  <a:lnTo>
                    <a:pt x="431120" y="1044681"/>
                  </a:lnTo>
                </a:path>
              </a:pathLst>
            </a:custGeom>
            <a:ln w="13455">
              <a:solidFill>
                <a:srgbClr val="000000"/>
              </a:solidFill>
            </a:ln>
          </p:spPr>
          <p:txBody>
            <a:bodyPr wrap="square" lIns="0" tIns="0" rIns="0" bIns="0" rtlCol="0"/>
            <a:lstStyle/>
            <a:p/>
          </p:txBody>
        </p:sp>
      </p:grpSp>
      <p:sp>
        <p:nvSpPr>
          <p:cNvPr id="83" name="object 83" descr=""/>
          <p:cNvSpPr txBox="1"/>
          <p:nvPr/>
        </p:nvSpPr>
        <p:spPr>
          <a:xfrm>
            <a:off x="5662815" y="3166465"/>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84" name="object 84" descr=""/>
          <p:cNvSpPr txBox="1"/>
          <p:nvPr/>
        </p:nvSpPr>
        <p:spPr>
          <a:xfrm>
            <a:off x="6814348" y="3211271"/>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85" name="object 85" descr=""/>
          <p:cNvSpPr/>
          <p:nvPr/>
        </p:nvSpPr>
        <p:spPr>
          <a:xfrm>
            <a:off x="7873975" y="2990775"/>
            <a:ext cx="0" cy="216535"/>
          </a:xfrm>
          <a:custGeom>
            <a:avLst/>
            <a:gdLst/>
            <a:ahLst/>
            <a:cxnLst/>
            <a:rect l="l" t="t" r="r" b="b"/>
            <a:pathLst>
              <a:path w="0" h="216535">
                <a:moveTo>
                  <a:pt x="0" y="0"/>
                </a:moveTo>
                <a:lnTo>
                  <a:pt x="0" y="215920"/>
                </a:lnTo>
              </a:path>
            </a:pathLst>
          </a:custGeom>
          <a:ln w="13482">
            <a:solidFill>
              <a:srgbClr val="000000"/>
            </a:solidFill>
          </a:ln>
        </p:spPr>
        <p:txBody>
          <a:bodyPr wrap="square" lIns="0" tIns="0" rIns="0" bIns="0" rtlCol="0"/>
          <a:lstStyle/>
          <a:p/>
        </p:txBody>
      </p:sp>
      <p:sp>
        <p:nvSpPr>
          <p:cNvPr id="86" name="object 86" descr=""/>
          <p:cNvSpPr/>
          <p:nvPr/>
        </p:nvSpPr>
        <p:spPr>
          <a:xfrm>
            <a:off x="7873975" y="2990775"/>
            <a:ext cx="316230" cy="756920"/>
          </a:xfrm>
          <a:custGeom>
            <a:avLst/>
            <a:gdLst/>
            <a:ahLst/>
            <a:cxnLst/>
            <a:rect l="l" t="t" r="r" b="b"/>
            <a:pathLst>
              <a:path w="316229" h="756920">
                <a:moveTo>
                  <a:pt x="315692" y="161893"/>
                </a:moveTo>
                <a:lnTo>
                  <a:pt x="315692" y="594108"/>
                </a:lnTo>
              </a:path>
              <a:path w="316229" h="756920">
                <a:moveTo>
                  <a:pt x="0" y="0"/>
                </a:moveTo>
                <a:lnTo>
                  <a:pt x="315692" y="161893"/>
                </a:lnTo>
              </a:path>
              <a:path w="316229" h="756920">
                <a:moveTo>
                  <a:pt x="315692" y="594108"/>
                </a:moveTo>
                <a:lnTo>
                  <a:pt x="0" y="756469"/>
                </a:lnTo>
              </a:path>
              <a:path w="316229" h="756920">
                <a:moveTo>
                  <a:pt x="0" y="540081"/>
                </a:moveTo>
                <a:lnTo>
                  <a:pt x="0" y="756469"/>
                </a:lnTo>
              </a:path>
              <a:path w="316229" h="756920">
                <a:moveTo>
                  <a:pt x="0" y="215920"/>
                </a:moveTo>
                <a:lnTo>
                  <a:pt x="94782" y="378188"/>
                </a:lnTo>
              </a:path>
              <a:path w="316229" h="756920">
                <a:moveTo>
                  <a:pt x="94782" y="378188"/>
                </a:moveTo>
                <a:lnTo>
                  <a:pt x="0" y="540081"/>
                </a:lnTo>
              </a:path>
            </a:pathLst>
          </a:custGeom>
          <a:ln w="13455">
            <a:solidFill>
              <a:srgbClr val="000000"/>
            </a:solidFill>
          </a:ln>
        </p:spPr>
        <p:txBody>
          <a:bodyPr wrap="square" lIns="0" tIns="0" rIns="0" bIns="0" rtlCol="0"/>
          <a:lstStyle/>
          <a:p/>
        </p:txBody>
      </p:sp>
      <p:sp>
        <p:nvSpPr>
          <p:cNvPr id="87" name="object 87" descr=""/>
          <p:cNvSpPr txBox="1"/>
          <p:nvPr/>
        </p:nvSpPr>
        <p:spPr>
          <a:xfrm>
            <a:off x="7941587" y="3162589"/>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sp>
        <p:nvSpPr>
          <p:cNvPr id="88" name="object 88" descr=""/>
          <p:cNvSpPr txBox="1"/>
          <p:nvPr/>
        </p:nvSpPr>
        <p:spPr>
          <a:xfrm>
            <a:off x="8862344" y="3166465"/>
            <a:ext cx="474345" cy="349250"/>
          </a:xfrm>
          <a:prstGeom prst="rect">
            <a:avLst/>
          </a:prstGeom>
          <a:ln w="13447">
            <a:solidFill>
              <a:srgbClr val="000000"/>
            </a:solidFill>
          </a:ln>
        </p:spPr>
        <p:txBody>
          <a:bodyPr wrap="square" lIns="0" tIns="61594" rIns="0" bIns="0" rtlCol="0" vert="horz">
            <a:spAutoFit/>
          </a:bodyPr>
          <a:lstStyle/>
          <a:p>
            <a:pPr marL="135255">
              <a:lnSpc>
                <a:spcPct val="100000"/>
              </a:lnSpc>
              <a:spcBef>
                <a:spcPts val="484"/>
              </a:spcBef>
            </a:pPr>
            <a:r>
              <a:rPr dirty="0" sz="1300" spc="-25">
                <a:latin typeface="Times New Roman"/>
                <a:cs typeface="Times New Roman"/>
              </a:rPr>
              <a:t>DM</a:t>
            </a:r>
            <a:endParaRPr sz="1300">
              <a:latin typeface="Times New Roman"/>
              <a:cs typeface="Times New Roman"/>
            </a:endParaRPr>
          </a:p>
        </p:txBody>
      </p:sp>
      <p:grpSp>
        <p:nvGrpSpPr>
          <p:cNvPr id="89" name="object 89" descr=""/>
          <p:cNvGrpSpPr/>
          <p:nvPr/>
        </p:nvGrpSpPr>
        <p:grpSpPr>
          <a:xfrm>
            <a:off x="6129556" y="2983846"/>
            <a:ext cx="3608704" cy="1360170"/>
            <a:chOff x="6129556" y="2983846"/>
            <a:chExt cx="3608704" cy="1360170"/>
          </a:xfrm>
        </p:grpSpPr>
        <p:sp>
          <p:nvSpPr>
            <p:cNvPr id="90" name="object 90" descr=""/>
            <p:cNvSpPr/>
            <p:nvPr/>
          </p:nvSpPr>
          <p:spPr>
            <a:xfrm>
              <a:off x="6136541" y="3166503"/>
              <a:ext cx="1264285" cy="349250"/>
            </a:xfrm>
            <a:custGeom>
              <a:avLst/>
              <a:gdLst/>
              <a:ahLst/>
              <a:cxnLst/>
              <a:rect l="l" t="t" r="r" b="b"/>
              <a:pathLst>
                <a:path w="1264284" h="349250">
                  <a:moveTo>
                    <a:pt x="0" y="172923"/>
                  </a:moveTo>
                  <a:lnTo>
                    <a:pt x="198949" y="172923"/>
                  </a:lnTo>
                </a:path>
                <a:path w="1264284" h="349250">
                  <a:moveTo>
                    <a:pt x="395272" y="172923"/>
                  </a:moveTo>
                  <a:lnTo>
                    <a:pt x="593659" y="172923"/>
                  </a:lnTo>
                </a:path>
                <a:path w="1264284" h="349250">
                  <a:moveTo>
                    <a:pt x="1067573" y="101136"/>
                  </a:moveTo>
                  <a:lnTo>
                    <a:pt x="1263707" y="101136"/>
                  </a:lnTo>
                </a:path>
                <a:path w="1264284" h="349250">
                  <a:moveTo>
                    <a:pt x="1067573" y="267517"/>
                  </a:moveTo>
                  <a:lnTo>
                    <a:pt x="1263707" y="267517"/>
                  </a:lnTo>
                </a:path>
                <a:path w="1264284" h="349250">
                  <a:moveTo>
                    <a:pt x="830334" y="0"/>
                  </a:moveTo>
                  <a:lnTo>
                    <a:pt x="1067573" y="0"/>
                  </a:lnTo>
                </a:path>
                <a:path w="1264284" h="349250">
                  <a:moveTo>
                    <a:pt x="1067573" y="0"/>
                  </a:moveTo>
                  <a:lnTo>
                    <a:pt x="1067573" y="348650"/>
                  </a:lnTo>
                </a:path>
                <a:path w="1264284" h="349250">
                  <a:moveTo>
                    <a:pt x="830334" y="348650"/>
                  </a:moveTo>
                  <a:lnTo>
                    <a:pt x="1067573" y="348650"/>
                  </a:lnTo>
                </a:path>
              </a:pathLst>
            </a:custGeom>
            <a:ln w="13455">
              <a:solidFill>
                <a:srgbClr val="000000"/>
              </a:solidFill>
            </a:ln>
          </p:spPr>
          <p:txBody>
            <a:bodyPr wrap="square" lIns="0" tIns="0" rIns="0" bIns="0" rtlCol="0"/>
            <a:lstStyle/>
            <a:p/>
          </p:txBody>
        </p:sp>
        <p:sp>
          <p:nvSpPr>
            <p:cNvPr id="91" name="object 91" descr=""/>
            <p:cNvSpPr/>
            <p:nvPr/>
          </p:nvSpPr>
          <p:spPr>
            <a:xfrm>
              <a:off x="6723819" y="3160147"/>
              <a:ext cx="269240" cy="15875"/>
            </a:xfrm>
            <a:custGeom>
              <a:avLst/>
              <a:gdLst/>
              <a:ahLst/>
              <a:cxnLst/>
              <a:rect l="l" t="t" r="r" b="b"/>
              <a:pathLst>
                <a:path w="269240" h="15875">
                  <a:moveTo>
                    <a:pt x="51989" y="13273"/>
                  </a:moveTo>
                  <a:lnTo>
                    <a:pt x="4692" y="13273"/>
                  </a:lnTo>
                  <a:lnTo>
                    <a:pt x="9196" y="15703"/>
                  </a:lnTo>
                  <a:lnTo>
                    <a:pt x="49737" y="15703"/>
                  </a:lnTo>
                  <a:lnTo>
                    <a:pt x="51989" y="13273"/>
                  </a:lnTo>
                  <a:close/>
                </a:path>
                <a:path w="269240" h="15875">
                  <a:moveTo>
                    <a:pt x="54429" y="2243"/>
                  </a:moveTo>
                  <a:lnTo>
                    <a:pt x="2252" y="2243"/>
                  </a:lnTo>
                  <a:lnTo>
                    <a:pt x="2252" y="4486"/>
                  </a:lnTo>
                  <a:lnTo>
                    <a:pt x="0" y="9160"/>
                  </a:lnTo>
                  <a:lnTo>
                    <a:pt x="2252" y="11029"/>
                  </a:lnTo>
                  <a:lnTo>
                    <a:pt x="2252" y="13273"/>
                  </a:lnTo>
                  <a:lnTo>
                    <a:pt x="54429" y="13273"/>
                  </a:lnTo>
                  <a:lnTo>
                    <a:pt x="56681" y="11029"/>
                  </a:lnTo>
                  <a:lnTo>
                    <a:pt x="56681" y="4486"/>
                  </a:lnTo>
                  <a:lnTo>
                    <a:pt x="54429" y="2243"/>
                  </a:lnTo>
                  <a:close/>
                </a:path>
                <a:path w="269240" h="15875">
                  <a:moveTo>
                    <a:pt x="49737" y="0"/>
                  </a:moveTo>
                  <a:lnTo>
                    <a:pt x="9196" y="0"/>
                  </a:lnTo>
                  <a:lnTo>
                    <a:pt x="4692" y="2243"/>
                  </a:lnTo>
                  <a:lnTo>
                    <a:pt x="51989" y="2243"/>
                  </a:lnTo>
                  <a:lnTo>
                    <a:pt x="49737" y="0"/>
                  </a:lnTo>
                  <a:close/>
                </a:path>
                <a:path w="269240" h="15875">
                  <a:moveTo>
                    <a:pt x="110548" y="13273"/>
                  </a:moveTo>
                  <a:lnTo>
                    <a:pt x="104167" y="13273"/>
                  </a:lnTo>
                  <a:lnTo>
                    <a:pt x="106044" y="15703"/>
                  </a:lnTo>
                  <a:lnTo>
                    <a:pt x="110548" y="13273"/>
                  </a:lnTo>
                  <a:close/>
                </a:path>
                <a:path w="269240" h="15875">
                  <a:moveTo>
                    <a:pt x="112988" y="2243"/>
                  </a:moveTo>
                  <a:lnTo>
                    <a:pt x="101727" y="2243"/>
                  </a:lnTo>
                  <a:lnTo>
                    <a:pt x="99474" y="4486"/>
                  </a:lnTo>
                  <a:lnTo>
                    <a:pt x="99474" y="11029"/>
                  </a:lnTo>
                  <a:lnTo>
                    <a:pt x="101727" y="13273"/>
                  </a:lnTo>
                  <a:lnTo>
                    <a:pt x="112988" y="13273"/>
                  </a:lnTo>
                  <a:lnTo>
                    <a:pt x="112988" y="11029"/>
                  </a:lnTo>
                  <a:lnTo>
                    <a:pt x="115240" y="9160"/>
                  </a:lnTo>
                  <a:lnTo>
                    <a:pt x="112988" y="4486"/>
                  </a:lnTo>
                  <a:lnTo>
                    <a:pt x="112988" y="2243"/>
                  </a:lnTo>
                  <a:close/>
                </a:path>
                <a:path w="269240" h="15875">
                  <a:moveTo>
                    <a:pt x="106044" y="0"/>
                  </a:moveTo>
                  <a:lnTo>
                    <a:pt x="104167" y="2243"/>
                  </a:lnTo>
                  <a:lnTo>
                    <a:pt x="110548" y="2243"/>
                  </a:lnTo>
                  <a:lnTo>
                    <a:pt x="106044" y="0"/>
                  </a:lnTo>
                  <a:close/>
                </a:path>
                <a:path w="269240" h="15875">
                  <a:moveTo>
                    <a:pt x="207771" y="13273"/>
                  </a:moveTo>
                  <a:lnTo>
                    <a:pt x="160286" y="13273"/>
                  </a:lnTo>
                  <a:lnTo>
                    <a:pt x="162726" y="15703"/>
                  </a:lnTo>
                  <a:lnTo>
                    <a:pt x="205519" y="15703"/>
                  </a:lnTo>
                  <a:lnTo>
                    <a:pt x="207771" y="13273"/>
                  </a:lnTo>
                  <a:close/>
                </a:path>
                <a:path w="269240" h="15875">
                  <a:moveTo>
                    <a:pt x="210023" y="2243"/>
                  </a:moveTo>
                  <a:lnTo>
                    <a:pt x="158033" y="2243"/>
                  </a:lnTo>
                  <a:lnTo>
                    <a:pt x="158033" y="4486"/>
                  </a:lnTo>
                  <a:lnTo>
                    <a:pt x="155781" y="9160"/>
                  </a:lnTo>
                  <a:lnTo>
                    <a:pt x="158033" y="11029"/>
                  </a:lnTo>
                  <a:lnTo>
                    <a:pt x="158033" y="13273"/>
                  </a:lnTo>
                  <a:lnTo>
                    <a:pt x="210023" y="13273"/>
                  </a:lnTo>
                  <a:lnTo>
                    <a:pt x="211900" y="11029"/>
                  </a:lnTo>
                  <a:lnTo>
                    <a:pt x="211900" y="4486"/>
                  </a:lnTo>
                  <a:lnTo>
                    <a:pt x="210023" y="2243"/>
                  </a:lnTo>
                  <a:close/>
                </a:path>
                <a:path w="269240" h="15875">
                  <a:moveTo>
                    <a:pt x="205519" y="0"/>
                  </a:moveTo>
                  <a:lnTo>
                    <a:pt x="162726" y="0"/>
                  </a:lnTo>
                  <a:lnTo>
                    <a:pt x="160286" y="2243"/>
                  </a:lnTo>
                  <a:lnTo>
                    <a:pt x="207771" y="2243"/>
                  </a:lnTo>
                  <a:lnTo>
                    <a:pt x="205519" y="0"/>
                  </a:lnTo>
                  <a:close/>
                </a:path>
                <a:path w="269240" h="15875">
                  <a:moveTo>
                    <a:pt x="264077" y="13273"/>
                  </a:moveTo>
                  <a:lnTo>
                    <a:pt x="259385" y="13273"/>
                  </a:lnTo>
                  <a:lnTo>
                    <a:pt x="261637" y="15703"/>
                  </a:lnTo>
                  <a:lnTo>
                    <a:pt x="264077" y="13273"/>
                  </a:lnTo>
                  <a:close/>
                </a:path>
                <a:path w="269240" h="15875">
                  <a:moveTo>
                    <a:pt x="266330" y="2243"/>
                  </a:moveTo>
                  <a:lnTo>
                    <a:pt x="257508" y="2243"/>
                  </a:lnTo>
                  <a:lnTo>
                    <a:pt x="255256" y="4486"/>
                  </a:lnTo>
                  <a:lnTo>
                    <a:pt x="255256" y="11029"/>
                  </a:lnTo>
                  <a:lnTo>
                    <a:pt x="257508" y="13273"/>
                  </a:lnTo>
                  <a:lnTo>
                    <a:pt x="266330" y="13273"/>
                  </a:lnTo>
                  <a:lnTo>
                    <a:pt x="268770" y="11029"/>
                  </a:lnTo>
                  <a:lnTo>
                    <a:pt x="268770" y="4486"/>
                  </a:lnTo>
                  <a:lnTo>
                    <a:pt x="266330" y="2243"/>
                  </a:lnTo>
                  <a:close/>
                </a:path>
                <a:path w="269240" h="15875">
                  <a:moveTo>
                    <a:pt x="261637" y="0"/>
                  </a:moveTo>
                  <a:lnTo>
                    <a:pt x="259385" y="2243"/>
                  </a:lnTo>
                  <a:lnTo>
                    <a:pt x="264077" y="2243"/>
                  </a:lnTo>
                  <a:lnTo>
                    <a:pt x="261637" y="0"/>
                  </a:lnTo>
                  <a:close/>
                </a:path>
              </a:pathLst>
            </a:custGeom>
            <a:solidFill>
              <a:srgbClr val="000000"/>
            </a:solidFill>
          </p:spPr>
          <p:txBody>
            <a:bodyPr wrap="square" lIns="0" tIns="0" rIns="0" bIns="0" rtlCol="0"/>
            <a:lstStyle/>
            <a:p/>
          </p:txBody>
        </p:sp>
        <p:sp>
          <p:nvSpPr>
            <p:cNvPr id="92" name="object 92" descr=""/>
            <p:cNvSpPr/>
            <p:nvPr/>
          </p:nvSpPr>
          <p:spPr>
            <a:xfrm>
              <a:off x="6723819" y="3160147"/>
              <a:ext cx="269240" cy="15875"/>
            </a:xfrm>
            <a:custGeom>
              <a:avLst/>
              <a:gdLst/>
              <a:ahLst/>
              <a:cxnLst/>
              <a:rect l="l" t="t" r="r" b="b"/>
              <a:pathLst>
                <a:path w="269240" h="15875">
                  <a:moveTo>
                    <a:pt x="9196" y="0"/>
                  </a:moveTo>
                  <a:lnTo>
                    <a:pt x="49737" y="0"/>
                  </a:lnTo>
                  <a:lnTo>
                    <a:pt x="51989" y="2243"/>
                  </a:lnTo>
                  <a:lnTo>
                    <a:pt x="54429" y="2243"/>
                  </a:lnTo>
                  <a:lnTo>
                    <a:pt x="56681" y="4486"/>
                  </a:lnTo>
                  <a:lnTo>
                    <a:pt x="56681" y="9160"/>
                  </a:lnTo>
                  <a:lnTo>
                    <a:pt x="56681" y="11029"/>
                  </a:lnTo>
                  <a:lnTo>
                    <a:pt x="54429" y="13273"/>
                  </a:lnTo>
                  <a:lnTo>
                    <a:pt x="51989" y="13273"/>
                  </a:lnTo>
                  <a:lnTo>
                    <a:pt x="49737" y="15703"/>
                  </a:lnTo>
                  <a:lnTo>
                    <a:pt x="9196" y="15703"/>
                  </a:lnTo>
                  <a:lnTo>
                    <a:pt x="4692" y="13273"/>
                  </a:lnTo>
                  <a:lnTo>
                    <a:pt x="2252" y="13273"/>
                  </a:lnTo>
                  <a:lnTo>
                    <a:pt x="2252" y="11029"/>
                  </a:lnTo>
                  <a:lnTo>
                    <a:pt x="0" y="9160"/>
                  </a:lnTo>
                  <a:lnTo>
                    <a:pt x="2252" y="4486"/>
                  </a:lnTo>
                  <a:lnTo>
                    <a:pt x="2252" y="2243"/>
                  </a:lnTo>
                  <a:lnTo>
                    <a:pt x="4692" y="2243"/>
                  </a:lnTo>
                  <a:lnTo>
                    <a:pt x="9196" y="0"/>
                  </a:lnTo>
                  <a:close/>
                </a:path>
                <a:path w="269240" h="15875">
                  <a:moveTo>
                    <a:pt x="106044" y="0"/>
                  </a:moveTo>
                  <a:lnTo>
                    <a:pt x="110548" y="2243"/>
                  </a:lnTo>
                  <a:lnTo>
                    <a:pt x="112988" y="2243"/>
                  </a:lnTo>
                  <a:lnTo>
                    <a:pt x="112988" y="4486"/>
                  </a:lnTo>
                  <a:lnTo>
                    <a:pt x="115240" y="9160"/>
                  </a:lnTo>
                  <a:lnTo>
                    <a:pt x="112988" y="11029"/>
                  </a:lnTo>
                  <a:lnTo>
                    <a:pt x="112988" y="13273"/>
                  </a:lnTo>
                  <a:lnTo>
                    <a:pt x="110548" y="13273"/>
                  </a:lnTo>
                  <a:lnTo>
                    <a:pt x="106044" y="15703"/>
                  </a:lnTo>
                  <a:lnTo>
                    <a:pt x="104167" y="13273"/>
                  </a:lnTo>
                  <a:lnTo>
                    <a:pt x="101727" y="13273"/>
                  </a:lnTo>
                  <a:lnTo>
                    <a:pt x="99474" y="11029"/>
                  </a:lnTo>
                  <a:lnTo>
                    <a:pt x="99474" y="9160"/>
                  </a:lnTo>
                  <a:lnTo>
                    <a:pt x="99474" y="4486"/>
                  </a:lnTo>
                  <a:lnTo>
                    <a:pt x="101727" y="2243"/>
                  </a:lnTo>
                  <a:lnTo>
                    <a:pt x="104167" y="2243"/>
                  </a:lnTo>
                  <a:lnTo>
                    <a:pt x="106044" y="0"/>
                  </a:lnTo>
                  <a:close/>
                </a:path>
                <a:path w="269240" h="15875">
                  <a:moveTo>
                    <a:pt x="162726" y="0"/>
                  </a:moveTo>
                  <a:lnTo>
                    <a:pt x="205519" y="0"/>
                  </a:lnTo>
                  <a:lnTo>
                    <a:pt x="207771" y="2243"/>
                  </a:lnTo>
                  <a:lnTo>
                    <a:pt x="210023" y="2243"/>
                  </a:lnTo>
                  <a:lnTo>
                    <a:pt x="211900" y="4486"/>
                  </a:lnTo>
                  <a:lnTo>
                    <a:pt x="211900" y="9160"/>
                  </a:lnTo>
                  <a:lnTo>
                    <a:pt x="211900" y="11029"/>
                  </a:lnTo>
                  <a:lnTo>
                    <a:pt x="210023" y="13273"/>
                  </a:lnTo>
                  <a:lnTo>
                    <a:pt x="207771" y="13273"/>
                  </a:lnTo>
                  <a:lnTo>
                    <a:pt x="205519" y="15703"/>
                  </a:lnTo>
                  <a:lnTo>
                    <a:pt x="162726" y="15703"/>
                  </a:lnTo>
                  <a:lnTo>
                    <a:pt x="160286" y="13273"/>
                  </a:lnTo>
                  <a:lnTo>
                    <a:pt x="158033" y="13273"/>
                  </a:lnTo>
                  <a:lnTo>
                    <a:pt x="158033" y="11029"/>
                  </a:lnTo>
                  <a:lnTo>
                    <a:pt x="155781" y="9160"/>
                  </a:lnTo>
                  <a:lnTo>
                    <a:pt x="158033" y="4486"/>
                  </a:lnTo>
                  <a:lnTo>
                    <a:pt x="158033" y="2243"/>
                  </a:lnTo>
                  <a:lnTo>
                    <a:pt x="160286" y="2243"/>
                  </a:lnTo>
                  <a:lnTo>
                    <a:pt x="162726" y="0"/>
                  </a:lnTo>
                  <a:close/>
                </a:path>
                <a:path w="269240" h="15875">
                  <a:moveTo>
                    <a:pt x="261638" y="0"/>
                  </a:moveTo>
                  <a:lnTo>
                    <a:pt x="264077" y="2243"/>
                  </a:lnTo>
                  <a:lnTo>
                    <a:pt x="266330" y="2243"/>
                  </a:lnTo>
                  <a:lnTo>
                    <a:pt x="268770" y="4486"/>
                  </a:lnTo>
                  <a:lnTo>
                    <a:pt x="268770" y="9160"/>
                  </a:lnTo>
                  <a:lnTo>
                    <a:pt x="268770" y="11029"/>
                  </a:lnTo>
                  <a:lnTo>
                    <a:pt x="266330" y="13273"/>
                  </a:lnTo>
                  <a:lnTo>
                    <a:pt x="264077" y="13273"/>
                  </a:lnTo>
                  <a:lnTo>
                    <a:pt x="261638" y="15703"/>
                  </a:lnTo>
                  <a:lnTo>
                    <a:pt x="259385" y="13273"/>
                  </a:lnTo>
                  <a:lnTo>
                    <a:pt x="257508" y="13273"/>
                  </a:lnTo>
                  <a:lnTo>
                    <a:pt x="255256" y="11029"/>
                  </a:lnTo>
                  <a:lnTo>
                    <a:pt x="255256" y="9160"/>
                  </a:lnTo>
                  <a:lnTo>
                    <a:pt x="255256" y="4486"/>
                  </a:lnTo>
                  <a:lnTo>
                    <a:pt x="257508" y="2243"/>
                  </a:lnTo>
                  <a:lnTo>
                    <a:pt x="259385" y="2243"/>
                  </a:lnTo>
                  <a:lnTo>
                    <a:pt x="261638" y="0"/>
                  </a:lnTo>
                  <a:close/>
                </a:path>
              </a:pathLst>
            </a:custGeom>
            <a:ln w="3175">
              <a:solidFill>
                <a:srgbClr val="000000"/>
              </a:solidFill>
            </a:ln>
          </p:spPr>
          <p:txBody>
            <a:bodyPr wrap="square" lIns="0" tIns="0" rIns="0" bIns="0" rtlCol="0"/>
            <a:lstStyle/>
            <a:p/>
          </p:txBody>
        </p:sp>
        <p:sp>
          <p:nvSpPr>
            <p:cNvPr id="93" name="object 93" descr=""/>
            <p:cNvSpPr/>
            <p:nvPr/>
          </p:nvSpPr>
          <p:spPr>
            <a:xfrm>
              <a:off x="6723819" y="3160147"/>
              <a:ext cx="15875" cy="365125"/>
            </a:xfrm>
            <a:custGeom>
              <a:avLst/>
              <a:gdLst/>
              <a:ahLst/>
              <a:cxnLst/>
              <a:rect l="l" t="t" r="r" b="b"/>
              <a:pathLst>
                <a:path w="15875" h="365125">
                  <a:moveTo>
                    <a:pt x="13513" y="2243"/>
                  </a:moveTo>
                  <a:lnTo>
                    <a:pt x="2252" y="2243"/>
                  </a:lnTo>
                  <a:lnTo>
                    <a:pt x="2252" y="4486"/>
                  </a:lnTo>
                  <a:lnTo>
                    <a:pt x="0" y="9160"/>
                  </a:lnTo>
                  <a:lnTo>
                    <a:pt x="0" y="49353"/>
                  </a:lnTo>
                  <a:lnTo>
                    <a:pt x="2252" y="51596"/>
                  </a:lnTo>
                  <a:lnTo>
                    <a:pt x="2252" y="53839"/>
                  </a:lnTo>
                  <a:lnTo>
                    <a:pt x="4692" y="56270"/>
                  </a:lnTo>
                  <a:lnTo>
                    <a:pt x="11636" y="56270"/>
                  </a:lnTo>
                  <a:lnTo>
                    <a:pt x="13513" y="53839"/>
                  </a:lnTo>
                  <a:lnTo>
                    <a:pt x="13513" y="51596"/>
                  </a:lnTo>
                  <a:lnTo>
                    <a:pt x="15765" y="49353"/>
                  </a:lnTo>
                  <a:lnTo>
                    <a:pt x="15765" y="9160"/>
                  </a:lnTo>
                  <a:lnTo>
                    <a:pt x="13513" y="4486"/>
                  </a:lnTo>
                  <a:lnTo>
                    <a:pt x="13513" y="2243"/>
                  </a:lnTo>
                  <a:close/>
                </a:path>
                <a:path w="15875" h="365125">
                  <a:moveTo>
                    <a:pt x="9196" y="0"/>
                  </a:moveTo>
                  <a:lnTo>
                    <a:pt x="4692" y="2243"/>
                  </a:lnTo>
                  <a:lnTo>
                    <a:pt x="11636" y="2243"/>
                  </a:lnTo>
                  <a:lnTo>
                    <a:pt x="9196" y="0"/>
                  </a:lnTo>
                  <a:close/>
                </a:path>
                <a:path w="15875" h="365125">
                  <a:moveTo>
                    <a:pt x="11636" y="112540"/>
                  </a:moveTo>
                  <a:lnTo>
                    <a:pt x="4692" y="112540"/>
                  </a:lnTo>
                  <a:lnTo>
                    <a:pt x="9196" y="114783"/>
                  </a:lnTo>
                  <a:lnTo>
                    <a:pt x="11636" y="112540"/>
                  </a:lnTo>
                  <a:close/>
                </a:path>
                <a:path w="15875" h="365125">
                  <a:moveTo>
                    <a:pt x="11636" y="99080"/>
                  </a:moveTo>
                  <a:lnTo>
                    <a:pt x="4692" y="99080"/>
                  </a:lnTo>
                  <a:lnTo>
                    <a:pt x="2252" y="101510"/>
                  </a:lnTo>
                  <a:lnTo>
                    <a:pt x="2252" y="103754"/>
                  </a:lnTo>
                  <a:lnTo>
                    <a:pt x="0" y="105623"/>
                  </a:lnTo>
                  <a:lnTo>
                    <a:pt x="2252" y="110110"/>
                  </a:lnTo>
                  <a:lnTo>
                    <a:pt x="2252" y="112540"/>
                  </a:lnTo>
                  <a:lnTo>
                    <a:pt x="13513" y="112540"/>
                  </a:lnTo>
                  <a:lnTo>
                    <a:pt x="13513" y="110110"/>
                  </a:lnTo>
                  <a:lnTo>
                    <a:pt x="15765" y="105623"/>
                  </a:lnTo>
                  <a:lnTo>
                    <a:pt x="13513" y="103754"/>
                  </a:lnTo>
                  <a:lnTo>
                    <a:pt x="13513" y="101510"/>
                  </a:lnTo>
                  <a:lnTo>
                    <a:pt x="11636" y="99080"/>
                  </a:lnTo>
                  <a:close/>
                </a:path>
                <a:path w="15875" h="365125">
                  <a:moveTo>
                    <a:pt x="13513" y="157780"/>
                  </a:moveTo>
                  <a:lnTo>
                    <a:pt x="2252" y="157780"/>
                  </a:lnTo>
                  <a:lnTo>
                    <a:pt x="2252" y="160024"/>
                  </a:lnTo>
                  <a:lnTo>
                    <a:pt x="0" y="161893"/>
                  </a:lnTo>
                  <a:lnTo>
                    <a:pt x="0" y="204703"/>
                  </a:lnTo>
                  <a:lnTo>
                    <a:pt x="2252" y="207134"/>
                  </a:lnTo>
                  <a:lnTo>
                    <a:pt x="2252" y="209377"/>
                  </a:lnTo>
                  <a:lnTo>
                    <a:pt x="4692" y="211620"/>
                  </a:lnTo>
                  <a:lnTo>
                    <a:pt x="11636" y="211620"/>
                  </a:lnTo>
                  <a:lnTo>
                    <a:pt x="13513" y="209377"/>
                  </a:lnTo>
                  <a:lnTo>
                    <a:pt x="13513" y="207134"/>
                  </a:lnTo>
                  <a:lnTo>
                    <a:pt x="15765" y="204703"/>
                  </a:lnTo>
                  <a:lnTo>
                    <a:pt x="15765" y="161893"/>
                  </a:lnTo>
                  <a:lnTo>
                    <a:pt x="13513" y="160024"/>
                  </a:lnTo>
                  <a:lnTo>
                    <a:pt x="13513" y="157780"/>
                  </a:lnTo>
                  <a:close/>
                </a:path>
                <a:path w="15875" h="365125">
                  <a:moveTo>
                    <a:pt x="9196" y="155350"/>
                  </a:moveTo>
                  <a:lnTo>
                    <a:pt x="4692" y="157780"/>
                  </a:lnTo>
                  <a:lnTo>
                    <a:pt x="11636" y="157780"/>
                  </a:lnTo>
                  <a:lnTo>
                    <a:pt x="9196" y="155350"/>
                  </a:lnTo>
                  <a:close/>
                </a:path>
                <a:path w="15875" h="365125">
                  <a:moveTo>
                    <a:pt x="11636" y="254617"/>
                  </a:moveTo>
                  <a:lnTo>
                    <a:pt x="4692" y="254617"/>
                  </a:lnTo>
                  <a:lnTo>
                    <a:pt x="2252" y="256487"/>
                  </a:lnTo>
                  <a:lnTo>
                    <a:pt x="2252" y="258730"/>
                  </a:lnTo>
                  <a:lnTo>
                    <a:pt x="0" y="260974"/>
                  </a:lnTo>
                  <a:lnTo>
                    <a:pt x="2252" y="263404"/>
                  </a:lnTo>
                  <a:lnTo>
                    <a:pt x="2252" y="265647"/>
                  </a:lnTo>
                  <a:lnTo>
                    <a:pt x="4692" y="267890"/>
                  </a:lnTo>
                  <a:lnTo>
                    <a:pt x="11636" y="267890"/>
                  </a:lnTo>
                  <a:lnTo>
                    <a:pt x="13513" y="265647"/>
                  </a:lnTo>
                  <a:lnTo>
                    <a:pt x="13513" y="263404"/>
                  </a:lnTo>
                  <a:lnTo>
                    <a:pt x="15765" y="260974"/>
                  </a:lnTo>
                  <a:lnTo>
                    <a:pt x="13513" y="258730"/>
                  </a:lnTo>
                  <a:lnTo>
                    <a:pt x="13513" y="256487"/>
                  </a:lnTo>
                  <a:lnTo>
                    <a:pt x="11636" y="254617"/>
                  </a:lnTo>
                  <a:close/>
                </a:path>
                <a:path w="15875" h="365125">
                  <a:moveTo>
                    <a:pt x="11636" y="362484"/>
                  </a:moveTo>
                  <a:lnTo>
                    <a:pt x="4692" y="362484"/>
                  </a:lnTo>
                  <a:lnTo>
                    <a:pt x="9196" y="364728"/>
                  </a:lnTo>
                  <a:lnTo>
                    <a:pt x="11636" y="362484"/>
                  </a:lnTo>
                  <a:close/>
                </a:path>
                <a:path w="15875" h="365125">
                  <a:moveTo>
                    <a:pt x="11636" y="310888"/>
                  </a:moveTo>
                  <a:lnTo>
                    <a:pt x="4692" y="310888"/>
                  </a:lnTo>
                  <a:lnTo>
                    <a:pt x="2252" y="312570"/>
                  </a:lnTo>
                  <a:lnTo>
                    <a:pt x="2252" y="315000"/>
                  </a:lnTo>
                  <a:lnTo>
                    <a:pt x="0" y="317244"/>
                  </a:lnTo>
                  <a:lnTo>
                    <a:pt x="0" y="357811"/>
                  </a:lnTo>
                  <a:lnTo>
                    <a:pt x="2252" y="360241"/>
                  </a:lnTo>
                  <a:lnTo>
                    <a:pt x="2252" y="362484"/>
                  </a:lnTo>
                  <a:lnTo>
                    <a:pt x="13513" y="362484"/>
                  </a:lnTo>
                  <a:lnTo>
                    <a:pt x="13513" y="360241"/>
                  </a:lnTo>
                  <a:lnTo>
                    <a:pt x="15765" y="357811"/>
                  </a:lnTo>
                  <a:lnTo>
                    <a:pt x="15765" y="317244"/>
                  </a:lnTo>
                  <a:lnTo>
                    <a:pt x="13513" y="315000"/>
                  </a:lnTo>
                  <a:lnTo>
                    <a:pt x="13513" y="312570"/>
                  </a:lnTo>
                  <a:lnTo>
                    <a:pt x="11636" y="310888"/>
                  </a:lnTo>
                  <a:close/>
                </a:path>
              </a:pathLst>
            </a:custGeom>
            <a:solidFill>
              <a:srgbClr val="000000"/>
            </a:solidFill>
          </p:spPr>
          <p:txBody>
            <a:bodyPr wrap="square" lIns="0" tIns="0" rIns="0" bIns="0" rtlCol="0"/>
            <a:lstStyle/>
            <a:p/>
          </p:txBody>
        </p:sp>
        <p:sp>
          <p:nvSpPr>
            <p:cNvPr id="94" name="object 94" descr=""/>
            <p:cNvSpPr/>
            <p:nvPr/>
          </p:nvSpPr>
          <p:spPr>
            <a:xfrm>
              <a:off x="6723819" y="3160147"/>
              <a:ext cx="15875" cy="365125"/>
            </a:xfrm>
            <a:custGeom>
              <a:avLst/>
              <a:gdLst/>
              <a:ahLst/>
              <a:cxnLst/>
              <a:rect l="l" t="t" r="r" b="b"/>
              <a:pathLst>
                <a:path w="15875" h="365125">
                  <a:moveTo>
                    <a:pt x="15765" y="9160"/>
                  </a:moveTo>
                  <a:lnTo>
                    <a:pt x="15765" y="49353"/>
                  </a:lnTo>
                  <a:lnTo>
                    <a:pt x="13513" y="51596"/>
                  </a:lnTo>
                  <a:lnTo>
                    <a:pt x="13513" y="53839"/>
                  </a:lnTo>
                  <a:lnTo>
                    <a:pt x="11636" y="56270"/>
                  </a:lnTo>
                  <a:lnTo>
                    <a:pt x="9196" y="56270"/>
                  </a:lnTo>
                  <a:lnTo>
                    <a:pt x="4692" y="56270"/>
                  </a:lnTo>
                  <a:lnTo>
                    <a:pt x="2252" y="53839"/>
                  </a:lnTo>
                  <a:lnTo>
                    <a:pt x="2252" y="51596"/>
                  </a:lnTo>
                  <a:lnTo>
                    <a:pt x="0" y="49353"/>
                  </a:lnTo>
                  <a:lnTo>
                    <a:pt x="0" y="9160"/>
                  </a:lnTo>
                  <a:lnTo>
                    <a:pt x="2252" y="4486"/>
                  </a:lnTo>
                  <a:lnTo>
                    <a:pt x="2252" y="2243"/>
                  </a:lnTo>
                  <a:lnTo>
                    <a:pt x="4692" y="2243"/>
                  </a:lnTo>
                  <a:lnTo>
                    <a:pt x="9196" y="0"/>
                  </a:lnTo>
                  <a:lnTo>
                    <a:pt x="11636" y="2243"/>
                  </a:lnTo>
                  <a:lnTo>
                    <a:pt x="13513" y="2243"/>
                  </a:lnTo>
                  <a:lnTo>
                    <a:pt x="13513" y="4486"/>
                  </a:lnTo>
                  <a:lnTo>
                    <a:pt x="15765" y="9160"/>
                  </a:lnTo>
                  <a:close/>
                </a:path>
                <a:path w="15875" h="365125">
                  <a:moveTo>
                    <a:pt x="15765" y="105623"/>
                  </a:moveTo>
                  <a:lnTo>
                    <a:pt x="13513" y="110110"/>
                  </a:lnTo>
                  <a:lnTo>
                    <a:pt x="13513" y="112540"/>
                  </a:lnTo>
                  <a:lnTo>
                    <a:pt x="11636" y="112540"/>
                  </a:lnTo>
                  <a:lnTo>
                    <a:pt x="9196" y="114783"/>
                  </a:lnTo>
                  <a:lnTo>
                    <a:pt x="4692" y="112540"/>
                  </a:lnTo>
                  <a:lnTo>
                    <a:pt x="2252" y="112540"/>
                  </a:lnTo>
                  <a:lnTo>
                    <a:pt x="2252" y="110110"/>
                  </a:lnTo>
                  <a:lnTo>
                    <a:pt x="0" y="105623"/>
                  </a:lnTo>
                  <a:lnTo>
                    <a:pt x="2252" y="103754"/>
                  </a:lnTo>
                  <a:lnTo>
                    <a:pt x="2252" y="101510"/>
                  </a:lnTo>
                  <a:lnTo>
                    <a:pt x="4692" y="99080"/>
                  </a:lnTo>
                  <a:lnTo>
                    <a:pt x="9196" y="99080"/>
                  </a:lnTo>
                  <a:lnTo>
                    <a:pt x="11636" y="99080"/>
                  </a:lnTo>
                  <a:lnTo>
                    <a:pt x="13513" y="101510"/>
                  </a:lnTo>
                  <a:lnTo>
                    <a:pt x="13513" y="103754"/>
                  </a:lnTo>
                  <a:lnTo>
                    <a:pt x="15765" y="105623"/>
                  </a:lnTo>
                  <a:close/>
                </a:path>
                <a:path w="15875" h="365125">
                  <a:moveTo>
                    <a:pt x="15765" y="161893"/>
                  </a:moveTo>
                  <a:lnTo>
                    <a:pt x="15765" y="204703"/>
                  </a:lnTo>
                  <a:lnTo>
                    <a:pt x="13513" y="207134"/>
                  </a:lnTo>
                  <a:lnTo>
                    <a:pt x="13513" y="209377"/>
                  </a:lnTo>
                  <a:lnTo>
                    <a:pt x="11636" y="211620"/>
                  </a:lnTo>
                  <a:lnTo>
                    <a:pt x="9196" y="211620"/>
                  </a:lnTo>
                  <a:lnTo>
                    <a:pt x="4692" y="211620"/>
                  </a:lnTo>
                  <a:lnTo>
                    <a:pt x="2252" y="209377"/>
                  </a:lnTo>
                  <a:lnTo>
                    <a:pt x="2252" y="207134"/>
                  </a:lnTo>
                  <a:lnTo>
                    <a:pt x="0" y="204703"/>
                  </a:lnTo>
                  <a:lnTo>
                    <a:pt x="0" y="161893"/>
                  </a:lnTo>
                  <a:lnTo>
                    <a:pt x="2252" y="160024"/>
                  </a:lnTo>
                  <a:lnTo>
                    <a:pt x="2252" y="157780"/>
                  </a:lnTo>
                  <a:lnTo>
                    <a:pt x="4692" y="157780"/>
                  </a:lnTo>
                  <a:lnTo>
                    <a:pt x="9196" y="155350"/>
                  </a:lnTo>
                  <a:lnTo>
                    <a:pt x="11636" y="157780"/>
                  </a:lnTo>
                  <a:lnTo>
                    <a:pt x="13513" y="157780"/>
                  </a:lnTo>
                  <a:lnTo>
                    <a:pt x="13513" y="160024"/>
                  </a:lnTo>
                  <a:lnTo>
                    <a:pt x="15765" y="161893"/>
                  </a:lnTo>
                  <a:close/>
                </a:path>
                <a:path w="15875" h="365125">
                  <a:moveTo>
                    <a:pt x="15765" y="260974"/>
                  </a:moveTo>
                  <a:lnTo>
                    <a:pt x="13513" y="263404"/>
                  </a:lnTo>
                  <a:lnTo>
                    <a:pt x="13513" y="265647"/>
                  </a:lnTo>
                  <a:lnTo>
                    <a:pt x="11636" y="267890"/>
                  </a:lnTo>
                  <a:lnTo>
                    <a:pt x="9196" y="267890"/>
                  </a:lnTo>
                  <a:lnTo>
                    <a:pt x="4692" y="267890"/>
                  </a:lnTo>
                  <a:lnTo>
                    <a:pt x="2252" y="265647"/>
                  </a:lnTo>
                  <a:lnTo>
                    <a:pt x="2252" y="263404"/>
                  </a:lnTo>
                  <a:lnTo>
                    <a:pt x="0" y="260974"/>
                  </a:lnTo>
                  <a:lnTo>
                    <a:pt x="2252" y="258730"/>
                  </a:lnTo>
                  <a:lnTo>
                    <a:pt x="2252" y="256487"/>
                  </a:lnTo>
                  <a:lnTo>
                    <a:pt x="4692" y="254617"/>
                  </a:lnTo>
                  <a:lnTo>
                    <a:pt x="9196" y="254617"/>
                  </a:lnTo>
                  <a:lnTo>
                    <a:pt x="11636" y="254617"/>
                  </a:lnTo>
                  <a:lnTo>
                    <a:pt x="13513" y="256487"/>
                  </a:lnTo>
                  <a:lnTo>
                    <a:pt x="13513" y="258730"/>
                  </a:lnTo>
                  <a:lnTo>
                    <a:pt x="15765" y="260974"/>
                  </a:lnTo>
                  <a:close/>
                </a:path>
                <a:path w="15875" h="365125">
                  <a:moveTo>
                    <a:pt x="15765" y="317244"/>
                  </a:moveTo>
                  <a:lnTo>
                    <a:pt x="15765" y="357811"/>
                  </a:lnTo>
                  <a:lnTo>
                    <a:pt x="13513" y="360241"/>
                  </a:lnTo>
                  <a:lnTo>
                    <a:pt x="13513" y="362484"/>
                  </a:lnTo>
                  <a:lnTo>
                    <a:pt x="11636" y="362484"/>
                  </a:lnTo>
                  <a:lnTo>
                    <a:pt x="9196" y="364728"/>
                  </a:lnTo>
                  <a:lnTo>
                    <a:pt x="4692" y="362484"/>
                  </a:lnTo>
                  <a:lnTo>
                    <a:pt x="2252" y="362484"/>
                  </a:lnTo>
                  <a:lnTo>
                    <a:pt x="2252" y="360241"/>
                  </a:lnTo>
                  <a:lnTo>
                    <a:pt x="0" y="357811"/>
                  </a:lnTo>
                  <a:lnTo>
                    <a:pt x="0" y="317244"/>
                  </a:lnTo>
                  <a:lnTo>
                    <a:pt x="2252" y="315000"/>
                  </a:lnTo>
                  <a:lnTo>
                    <a:pt x="2252" y="312570"/>
                  </a:lnTo>
                  <a:lnTo>
                    <a:pt x="4692" y="310888"/>
                  </a:lnTo>
                  <a:lnTo>
                    <a:pt x="9196" y="310888"/>
                  </a:lnTo>
                  <a:lnTo>
                    <a:pt x="11636" y="310888"/>
                  </a:lnTo>
                  <a:lnTo>
                    <a:pt x="13513" y="312570"/>
                  </a:lnTo>
                  <a:lnTo>
                    <a:pt x="13513" y="315000"/>
                  </a:lnTo>
                  <a:lnTo>
                    <a:pt x="15765" y="317244"/>
                  </a:lnTo>
                  <a:close/>
                </a:path>
              </a:pathLst>
            </a:custGeom>
            <a:ln w="3175">
              <a:solidFill>
                <a:srgbClr val="000000"/>
              </a:solidFill>
            </a:ln>
          </p:spPr>
          <p:txBody>
            <a:bodyPr wrap="square" lIns="0" tIns="0" rIns="0" bIns="0" rtlCol="0"/>
            <a:lstStyle/>
            <a:p/>
          </p:txBody>
        </p:sp>
        <p:sp>
          <p:nvSpPr>
            <p:cNvPr id="95" name="object 95" descr=""/>
            <p:cNvSpPr/>
            <p:nvPr/>
          </p:nvSpPr>
          <p:spPr>
            <a:xfrm>
              <a:off x="6723819" y="3509171"/>
              <a:ext cx="269240" cy="15875"/>
            </a:xfrm>
            <a:custGeom>
              <a:avLst/>
              <a:gdLst/>
              <a:ahLst/>
              <a:cxnLst/>
              <a:rect l="l" t="t" r="r" b="b"/>
              <a:pathLst>
                <a:path w="269240" h="15875">
                  <a:moveTo>
                    <a:pt x="51989" y="13459"/>
                  </a:moveTo>
                  <a:lnTo>
                    <a:pt x="4692" y="13459"/>
                  </a:lnTo>
                  <a:lnTo>
                    <a:pt x="9196" y="15703"/>
                  </a:lnTo>
                  <a:lnTo>
                    <a:pt x="49737" y="15703"/>
                  </a:lnTo>
                  <a:lnTo>
                    <a:pt x="51989" y="13459"/>
                  </a:lnTo>
                  <a:close/>
                </a:path>
                <a:path w="269240" h="15875">
                  <a:moveTo>
                    <a:pt x="54429" y="1869"/>
                  </a:moveTo>
                  <a:lnTo>
                    <a:pt x="2252" y="1869"/>
                  </a:lnTo>
                  <a:lnTo>
                    <a:pt x="2252" y="4299"/>
                  </a:lnTo>
                  <a:lnTo>
                    <a:pt x="0" y="8786"/>
                  </a:lnTo>
                  <a:lnTo>
                    <a:pt x="2252" y="11216"/>
                  </a:lnTo>
                  <a:lnTo>
                    <a:pt x="2252" y="13459"/>
                  </a:lnTo>
                  <a:lnTo>
                    <a:pt x="54429" y="13459"/>
                  </a:lnTo>
                  <a:lnTo>
                    <a:pt x="56681" y="11216"/>
                  </a:lnTo>
                  <a:lnTo>
                    <a:pt x="56681" y="4299"/>
                  </a:lnTo>
                  <a:lnTo>
                    <a:pt x="54429" y="1869"/>
                  </a:lnTo>
                  <a:close/>
                </a:path>
                <a:path w="269240" h="15875">
                  <a:moveTo>
                    <a:pt x="49737" y="0"/>
                  </a:moveTo>
                  <a:lnTo>
                    <a:pt x="9196" y="0"/>
                  </a:lnTo>
                  <a:lnTo>
                    <a:pt x="4692" y="1869"/>
                  </a:lnTo>
                  <a:lnTo>
                    <a:pt x="51989" y="1869"/>
                  </a:lnTo>
                  <a:lnTo>
                    <a:pt x="49737" y="0"/>
                  </a:lnTo>
                  <a:close/>
                </a:path>
                <a:path w="269240" h="15875">
                  <a:moveTo>
                    <a:pt x="110548" y="13459"/>
                  </a:moveTo>
                  <a:lnTo>
                    <a:pt x="104167" y="13459"/>
                  </a:lnTo>
                  <a:lnTo>
                    <a:pt x="106044" y="15703"/>
                  </a:lnTo>
                  <a:lnTo>
                    <a:pt x="110548" y="13459"/>
                  </a:lnTo>
                  <a:close/>
                </a:path>
                <a:path w="269240" h="15875">
                  <a:moveTo>
                    <a:pt x="112988" y="1869"/>
                  </a:moveTo>
                  <a:lnTo>
                    <a:pt x="101727" y="1869"/>
                  </a:lnTo>
                  <a:lnTo>
                    <a:pt x="99474" y="4299"/>
                  </a:lnTo>
                  <a:lnTo>
                    <a:pt x="99474" y="11216"/>
                  </a:lnTo>
                  <a:lnTo>
                    <a:pt x="101727" y="13459"/>
                  </a:lnTo>
                  <a:lnTo>
                    <a:pt x="112988" y="13459"/>
                  </a:lnTo>
                  <a:lnTo>
                    <a:pt x="112988" y="11216"/>
                  </a:lnTo>
                  <a:lnTo>
                    <a:pt x="115240" y="8786"/>
                  </a:lnTo>
                  <a:lnTo>
                    <a:pt x="112988" y="4299"/>
                  </a:lnTo>
                  <a:lnTo>
                    <a:pt x="112988" y="1869"/>
                  </a:lnTo>
                  <a:close/>
                </a:path>
                <a:path w="269240" h="15875">
                  <a:moveTo>
                    <a:pt x="106044" y="0"/>
                  </a:moveTo>
                  <a:lnTo>
                    <a:pt x="104167" y="1869"/>
                  </a:lnTo>
                  <a:lnTo>
                    <a:pt x="110548" y="1869"/>
                  </a:lnTo>
                  <a:lnTo>
                    <a:pt x="106044" y="0"/>
                  </a:lnTo>
                  <a:close/>
                </a:path>
                <a:path w="269240" h="15875">
                  <a:moveTo>
                    <a:pt x="207771" y="13459"/>
                  </a:moveTo>
                  <a:lnTo>
                    <a:pt x="160286" y="13459"/>
                  </a:lnTo>
                  <a:lnTo>
                    <a:pt x="162726" y="15703"/>
                  </a:lnTo>
                  <a:lnTo>
                    <a:pt x="205519" y="15703"/>
                  </a:lnTo>
                  <a:lnTo>
                    <a:pt x="207771" y="13459"/>
                  </a:lnTo>
                  <a:close/>
                </a:path>
                <a:path w="269240" h="15875">
                  <a:moveTo>
                    <a:pt x="210023" y="1869"/>
                  </a:moveTo>
                  <a:lnTo>
                    <a:pt x="158033" y="1869"/>
                  </a:lnTo>
                  <a:lnTo>
                    <a:pt x="158033" y="4299"/>
                  </a:lnTo>
                  <a:lnTo>
                    <a:pt x="155781" y="8786"/>
                  </a:lnTo>
                  <a:lnTo>
                    <a:pt x="158033" y="11216"/>
                  </a:lnTo>
                  <a:lnTo>
                    <a:pt x="158033" y="13459"/>
                  </a:lnTo>
                  <a:lnTo>
                    <a:pt x="210023" y="13459"/>
                  </a:lnTo>
                  <a:lnTo>
                    <a:pt x="211900" y="11216"/>
                  </a:lnTo>
                  <a:lnTo>
                    <a:pt x="211900" y="4299"/>
                  </a:lnTo>
                  <a:lnTo>
                    <a:pt x="210023" y="1869"/>
                  </a:lnTo>
                  <a:close/>
                </a:path>
                <a:path w="269240" h="15875">
                  <a:moveTo>
                    <a:pt x="205519" y="0"/>
                  </a:moveTo>
                  <a:lnTo>
                    <a:pt x="162726" y="0"/>
                  </a:lnTo>
                  <a:lnTo>
                    <a:pt x="160286" y="1869"/>
                  </a:lnTo>
                  <a:lnTo>
                    <a:pt x="207771" y="1869"/>
                  </a:lnTo>
                  <a:lnTo>
                    <a:pt x="205519" y="0"/>
                  </a:lnTo>
                  <a:close/>
                </a:path>
                <a:path w="269240" h="15875">
                  <a:moveTo>
                    <a:pt x="264077" y="13459"/>
                  </a:moveTo>
                  <a:lnTo>
                    <a:pt x="259385" y="13459"/>
                  </a:lnTo>
                  <a:lnTo>
                    <a:pt x="261637" y="15703"/>
                  </a:lnTo>
                  <a:lnTo>
                    <a:pt x="264077" y="13459"/>
                  </a:lnTo>
                  <a:close/>
                </a:path>
                <a:path w="269240" h="15875">
                  <a:moveTo>
                    <a:pt x="266330" y="1869"/>
                  </a:moveTo>
                  <a:lnTo>
                    <a:pt x="257508" y="1869"/>
                  </a:lnTo>
                  <a:lnTo>
                    <a:pt x="255256" y="4299"/>
                  </a:lnTo>
                  <a:lnTo>
                    <a:pt x="255256" y="11216"/>
                  </a:lnTo>
                  <a:lnTo>
                    <a:pt x="257508" y="13459"/>
                  </a:lnTo>
                  <a:lnTo>
                    <a:pt x="266330" y="13459"/>
                  </a:lnTo>
                  <a:lnTo>
                    <a:pt x="268770" y="11216"/>
                  </a:lnTo>
                  <a:lnTo>
                    <a:pt x="268770" y="4299"/>
                  </a:lnTo>
                  <a:lnTo>
                    <a:pt x="266330" y="1869"/>
                  </a:lnTo>
                  <a:close/>
                </a:path>
                <a:path w="269240" h="15875">
                  <a:moveTo>
                    <a:pt x="261637" y="0"/>
                  </a:moveTo>
                  <a:lnTo>
                    <a:pt x="259385" y="1869"/>
                  </a:lnTo>
                  <a:lnTo>
                    <a:pt x="264077" y="1869"/>
                  </a:lnTo>
                  <a:lnTo>
                    <a:pt x="261637" y="0"/>
                  </a:lnTo>
                  <a:close/>
                </a:path>
              </a:pathLst>
            </a:custGeom>
            <a:solidFill>
              <a:srgbClr val="000000"/>
            </a:solidFill>
          </p:spPr>
          <p:txBody>
            <a:bodyPr wrap="square" lIns="0" tIns="0" rIns="0" bIns="0" rtlCol="0"/>
            <a:lstStyle/>
            <a:p/>
          </p:txBody>
        </p:sp>
        <p:sp>
          <p:nvSpPr>
            <p:cNvPr id="96" name="object 96" descr=""/>
            <p:cNvSpPr/>
            <p:nvPr/>
          </p:nvSpPr>
          <p:spPr>
            <a:xfrm>
              <a:off x="6723819" y="3509171"/>
              <a:ext cx="269240" cy="15875"/>
            </a:xfrm>
            <a:custGeom>
              <a:avLst/>
              <a:gdLst/>
              <a:ahLst/>
              <a:cxnLst/>
              <a:rect l="l" t="t" r="r" b="b"/>
              <a:pathLst>
                <a:path w="269240" h="15875">
                  <a:moveTo>
                    <a:pt x="9196" y="0"/>
                  </a:moveTo>
                  <a:lnTo>
                    <a:pt x="49737" y="0"/>
                  </a:lnTo>
                  <a:lnTo>
                    <a:pt x="51989" y="1869"/>
                  </a:lnTo>
                  <a:lnTo>
                    <a:pt x="54429" y="1869"/>
                  </a:lnTo>
                  <a:lnTo>
                    <a:pt x="56681" y="4299"/>
                  </a:lnTo>
                  <a:lnTo>
                    <a:pt x="56681" y="8786"/>
                  </a:lnTo>
                  <a:lnTo>
                    <a:pt x="56681" y="11216"/>
                  </a:lnTo>
                  <a:lnTo>
                    <a:pt x="54429" y="13459"/>
                  </a:lnTo>
                  <a:lnTo>
                    <a:pt x="51989" y="13459"/>
                  </a:lnTo>
                  <a:lnTo>
                    <a:pt x="49737" y="15703"/>
                  </a:lnTo>
                  <a:lnTo>
                    <a:pt x="9196" y="15703"/>
                  </a:lnTo>
                  <a:lnTo>
                    <a:pt x="4692" y="13459"/>
                  </a:lnTo>
                  <a:lnTo>
                    <a:pt x="2252" y="13459"/>
                  </a:lnTo>
                  <a:lnTo>
                    <a:pt x="2252" y="11216"/>
                  </a:lnTo>
                  <a:lnTo>
                    <a:pt x="0" y="8786"/>
                  </a:lnTo>
                  <a:lnTo>
                    <a:pt x="2252" y="4299"/>
                  </a:lnTo>
                  <a:lnTo>
                    <a:pt x="2252" y="1869"/>
                  </a:lnTo>
                  <a:lnTo>
                    <a:pt x="4692" y="1869"/>
                  </a:lnTo>
                  <a:lnTo>
                    <a:pt x="9196" y="0"/>
                  </a:lnTo>
                  <a:close/>
                </a:path>
                <a:path w="269240" h="15875">
                  <a:moveTo>
                    <a:pt x="106044" y="0"/>
                  </a:moveTo>
                  <a:lnTo>
                    <a:pt x="110548" y="1869"/>
                  </a:lnTo>
                  <a:lnTo>
                    <a:pt x="112988" y="1869"/>
                  </a:lnTo>
                  <a:lnTo>
                    <a:pt x="112988" y="4299"/>
                  </a:lnTo>
                  <a:lnTo>
                    <a:pt x="115240" y="8786"/>
                  </a:lnTo>
                  <a:lnTo>
                    <a:pt x="112988" y="11216"/>
                  </a:lnTo>
                  <a:lnTo>
                    <a:pt x="112988" y="13459"/>
                  </a:lnTo>
                  <a:lnTo>
                    <a:pt x="110548" y="13459"/>
                  </a:lnTo>
                  <a:lnTo>
                    <a:pt x="106044" y="15703"/>
                  </a:lnTo>
                  <a:lnTo>
                    <a:pt x="104167" y="13459"/>
                  </a:lnTo>
                  <a:lnTo>
                    <a:pt x="101727" y="13459"/>
                  </a:lnTo>
                  <a:lnTo>
                    <a:pt x="99474" y="11216"/>
                  </a:lnTo>
                  <a:lnTo>
                    <a:pt x="99474" y="8786"/>
                  </a:lnTo>
                  <a:lnTo>
                    <a:pt x="99474" y="4299"/>
                  </a:lnTo>
                  <a:lnTo>
                    <a:pt x="101727" y="1869"/>
                  </a:lnTo>
                  <a:lnTo>
                    <a:pt x="104167" y="1869"/>
                  </a:lnTo>
                  <a:lnTo>
                    <a:pt x="106044" y="0"/>
                  </a:lnTo>
                  <a:close/>
                </a:path>
                <a:path w="269240" h="15875">
                  <a:moveTo>
                    <a:pt x="162726" y="0"/>
                  </a:moveTo>
                  <a:lnTo>
                    <a:pt x="205519" y="0"/>
                  </a:lnTo>
                  <a:lnTo>
                    <a:pt x="207771" y="1869"/>
                  </a:lnTo>
                  <a:lnTo>
                    <a:pt x="210023" y="1869"/>
                  </a:lnTo>
                  <a:lnTo>
                    <a:pt x="211900" y="4299"/>
                  </a:lnTo>
                  <a:lnTo>
                    <a:pt x="211900" y="8786"/>
                  </a:lnTo>
                  <a:lnTo>
                    <a:pt x="211900" y="11216"/>
                  </a:lnTo>
                  <a:lnTo>
                    <a:pt x="210023" y="13459"/>
                  </a:lnTo>
                  <a:lnTo>
                    <a:pt x="207771" y="13459"/>
                  </a:lnTo>
                  <a:lnTo>
                    <a:pt x="205519" y="15703"/>
                  </a:lnTo>
                  <a:lnTo>
                    <a:pt x="162726" y="15703"/>
                  </a:lnTo>
                  <a:lnTo>
                    <a:pt x="160286" y="13459"/>
                  </a:lnTo>
                  <a:lnTo>
                    <a:pt x="158033" y="13459"/>
                  </a:lnTo>
                  <a:lnTo>
                    <a:pt x="158033" y="11216"/>
                  </a:lnTo>
                  <a:lnTo>
                    <a:pt x="155781" y="8786"/>
                  </a:lnTo>
                  <a:lnTo>
                    <a:pt x="158033" y="4299"/>
                  </a:lnTo>
                  <a:lnTo>
                    <a:pt x="158033" y="1869"/>
                  </a:lnTo>
                  <a:lnTo>
                    <a:pt x="160286" y="1869"/>
                  </a:lnTo>
                  <a:lnTo>
                    <a:pt x="162726" y="0"/>
                  </a:lnTo>
                  <a:close/>
                </a:path>
                <a:path w="269240" h="15875">
                  <a:moveTo>
                    <a:pt x="261638" y="0"/>
                  </a:moveTo>
                  <a:lnTo>
                    <a:pt x="264077" y="1869"/>
                  </a:lnTo>
                  <a:lnTo>
                    <a:pt x="266330" y="1869"/>
                  </a:lnTo>
                  <a:lnTo>
                    <a:pt x="268770" y="4299"/>
                  </a:lnTo>
                  <a:lnTo>
                    <a:pt x="268770" y="8786"/>
                  </a:lnTo>
                  <a:lnTo>
                    <a:pt x="268770" y="11216"/>
                  </a:lnTo>
                  <a:lnTo>
                    <a:pt x="266330" y="13459"/>
                  </a:lnTo>
                  <a:lnTo>
                    <a:pt x="264077" y="13459"/>
                  </a:lnTo>
                  <a:lnTo>
                    <a:pt x="261638" y="15703"/>
                  </a:lnTo>
                  <a:lnTo>
                    <a:pt x="259385" y="13459"/>
                  </a:lnTo>
                  <a:lnTo>
                    <a:pt x="257508" y="13459"/>
                  </a:lnTo>
                  <a:lnTo>
                    <a:pt x="255256" y="11216"/>
                  </a:lnTo>
                  <a:lnTo>
                    <a:pt x="255256" y="8786"/>
                  </a:lnTo>
                  <a:lnTo>
                    <a:pt x="255256" y="4299"/>
                  </a:lnTo>
                  <a:lnTo>
                    <a:pt x="257508" y="1869"/>
                  </a:lnTo>
                  <a:lnTo>
                    <a:pt x="259385" y="1869"/>
                  </a:lnTo>
                  <a:lnTo>
                    <a:pt x="261638" y="0"/>
                  </a:lnTo>
                  <a:close/>
                </a:path>
              </a:pathLst>
            </a:custGeom>
            <a:ln w="3175">
              <a:solidFill>
                <a:srgbClr val="000000"/>
              </a:solidFill>
            </a:ln>
          </p:spPr>
          <p:txBody>
            <a:bodyPr wrap="square" lIns="0" tIns="0" rIns="0" bIns="0" rtlCol="0"/>
            <a:lstStyle/>
            <a:p/>
          </p:txBody>
        </p:sp>
        <p:sp>
          <p:nvSpPr>
            <p:cNvPr id="97" name="object 97" descr=""/>
            <p:cNvSpPr/>
            <p:nvPr/>
          </p:nvSpPr>
          <p:spPr>
            <a:xfrm>
              <a:off x="8189668" y="3339426"/>
              <a:ext cx="278130" cy="0"/>
            </a:xfrm>
            <a:custGeom>
              <a:avLst/>
              <a:gdLst/>
              <a:ahLst/>
              <a:cxnLst/>
              <a:rect l="l" t="t" r="r" b="b"/>
              <a:pathLst>
                <a:path w="278129" h="0">
                  <a:moveTo>
                    <a:pt x="0" y="0"/>
                  </a:moveTo>
                  <a:lnTo>
                    <a:pt x="277591" y="0"/>
                  </a:lnTo>
                </a:path>
              </a:pathLst>
            </a:custGeom>
            <a:ln w="13428">
              <a:solidFill>
                <a:srgbClr val="000000"/>
              </a:solidFill>
            </a:ln>
          </p:spPr>
          <p:txBody>
            <a:bodyPr wrap="square" lIns="0" tIns="0" rIns="0" bIns="0" rtlCol="0"/>
            <a:lstStyle/>
            <a:p/>
          </p:txBody>
        </p:sp>
        <p:pic>
          <p:nvPicPr>
            <p:cNvPr id="98" name="object 98" descr=""/>
            <p:cNvPicPr/>
            <p:nvPr/>
          </p:nvPicPr>
          <p:blipFill>
            <a:blip r:embed="rId6" cstate="print"/>
            <a:stretch>
              <a:fillRect/>
            </a:stretch>
          </p:blipFill>
          <p:spPr>
            <a:xfrm>
              <a:off x="8464819" y="2990831"/>
              <a:ext cx="198987" cy="756413"/>
            </a:xfrm>
            <a:prstGeom prst="rect">
              <a:avLst/>
            </a:prstGeom>
          </p:spPr>
        </p:pic>
        <p:sp>
          <p:nvSpPr>
            <p:cNvPr id="99" name="object 99" descr=""/>
            <p:cNvSpPr/>
            <p:nvPr/>
          </p:nvSpPr>
          <p:spPr>
            <a:xfrm>
              <a:off x="6610831" y="2990831"/>
              <a:ext cx="2921635" cy="756920"/>
            </a:xfrm>
            <a:custGeom>
              <a:avLst/>
              <a:gdLst/>
              <a:ahLst/>
              <a:cxnLst/>
              <a:rect l="l" t="t" r="r" b="b"/>
              <a:pathLst>
                <a:path w="2921634" h="756920">
                  <a:moveTo>
                    <a:pt x="1856428" y="756413"/>
                  </a:moveTo>
                  <a:lnTo>
                    <a:pt x="2053088" y="756413"/>
                  </a:lnTo>
                  <a:lnTo>
                    <a:pt x="2053088" y="0"/>
                  </a:lnTo>
                  <a:lnTo>
                    <a:pt x="1856428" y="0"/>
                  </a:lnTo>
                  <a:lnTo>
                    <a:pt x="1856428" y="756413"/>
                  </a:lnTo>
                  <a:close/>
                </a:path>
                <a:path w="2921634" h="756920">
                  <a:moveTo>
                    <a:pt x="2052938" y="348594"/>
                  </a:moveTo>
                  <a:lnTo>
                    <a:pt x="2251513" y="348594"/>
                  </a:lnTo>
                </a:path>
                <a:path w="2921634" h="756920">
                  <a:moveTo>
                    <a:pt x="2725239" y="348594"/>
                  </a:moveTo>
                  <a:lnTo>
                    <a:pt x="2921561" y="348594"/>
                  </a:lnTo>
                </a:path>
                <a:path w="2921634" h="756920">
                  <a:moveTo>
                    <a:pt x="0" y="348594"/>
                  </a:moveTo>
                  <a:lnTo>
                    <a:pt x="0" y="231941"/>
                  </a:lnTo>
                </a:path>
                <a:path w="2921634" h="756920">
                  <a:moveTo>
                    <a:pt x="0" y="231941"/>
                  </a:moveTo>
                  <a:lnTo>
                    <a:pt x="119369" y="231941"/>
                  </a:lnTo>
                </a:path>
                <a:path w="2921634" h="756920">
                  <a:moveTo>
                    <a:pt x="2131580" y="348594"/>
                  </a:moveTo>
                  <a:lnTo>
                    <a:pt x="2131580" y="580685"/>
                  </a:lnTo>
                </a:path>
                <a:path w="2921634" h="756920">
                  <a:moveTo>
                    <a:pt x="2131580" y="580685"/>
                  </a:moveTo>
                  <a:lnTo>
                    <a:pt x="2803881" y="580685"/>
                  </a:lnTo>
                </a:path>
                <a:path w="2921634" h="756920">
                  <a:moveTo>
                    <a:pt x="2803881" y="580685"/>
                  </a:moveTo>
                  <a:lnTo>
                    <a:pt x="2803881" y="407295"/>
                  </a:lnTo>
                </a:path>
                <a:path w="2921634" h="756920">
                  <a:moveTo>
                    <a:pt x="2803881" y="407295"/>
                  </a:moveTo>
                  <a:lnTo>
                    <a:pt x="2921561" y="407295"/>
                  </a:lnTo>
                </a:path>
              </a:pathLst>
            </a:custGeom>
            <a:ln w="13455">
              <a:solidFill>
                <a:srgbClr val="000000"/>
              </a:solidFill>
            </a:ln>
          </p:spPr>
          <p:txBody>
            <a:bodyPr wrap="square" lIns="0" tIns="0" rIns="0" bIns="0" rtlCol="0"/>
            <a:lstStyle/>
            <a:p/>
          </p:txBody>
        </p:sp>
        <p:pic>
          <p:nvPicPr>
            <p:cNvPr id="100" name="object 100" descr=""/>
            <p:cNvPicPr/>
            <p:nvPr/>
          </p:nvPicPr>
          <p:blipFill>
            <a:blip r:embed="rId7" cstate="print"/>
            <a:stretch>
              <a:fillRect/>
            </a:stretch>
          </p:blipFill>
          <p:spPr>
            <a:xfrm>
              <a:off x="7400249" y="2990831"/>
              <a:ext cx="198518" cy="756413"/>
            </a:xfrm>
            <a:prstGeom prst="rect">
              <a:avLst/>
            </a:prstGeom>
          </p:spPr>
        </p:pic>
        <p:sp>
          <p:nvSpPr>
            <p:cNvPr id="101" name="object 101" descr=""/>
            <p:cNvSpPr/>
            <p:nvPr/>
          </p:nvSpPr>
          <p:spPr>
            <a:xfrm>
              <a:off x="7400249" y="2990831"/>
              <a:ext cx="198755" cy="756920"/>
            </a:xfrm>
            <a:custGeom>
              <a:avLst/>
              <a:gdLst/>
              <a:ahLst/>
              <a:cxnLst/>
              <a:rect l="l" t="t" r="r" b="b"/>
              <a:pathLst>
                <a:path w="198754" h="756920">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pic>
          <p:nvPicPr>
            <p:cNvPr id="102" name="object 102" descr=""/>
            <p:cNvPicPr/>
            <p:nvPr/>
          </p:nvPicPr>
          <p:blipFill>
            <a:blip r:embed="rId6" cstate="print"/>
            <a:stretch>
              <a:fillRect/>
            </a:stretch>
          </p:blipFill>
          <p:spPr>
            <a:xfrm>
              <a:off x="6333239" y="2990831"/>
              <a:ext cx="198518" cy="756413"/>
            </a:xfrm>
            <a:prstGeom prst="rect">
              <a:avLst/>
            </a:prstGeom>
          </p:spPr>
        </p:pic>
        <p:sp>
          <p:nvSpPr>
            <p:cNvPr id="103" name="object 103" descr=""/>
            <p:cNvSpPr/>
            <p:nvPr/>
          </p:nvSpPr>
          <p:spPr>
            <a:xfrm>
              <a:off x="6335491" y="2990831"/>
              <a:ext cx="196215" cy="756920"/>
            </a:xfrm>
            <a:custGeom>
              <a:avLst/>
              <a:gdLst/>
              <a:ahLst/>
              <a:cxnLst/>
              <a:rect l="l" t="t" r="r" b="b"/>
              <a:pathLst>
                <a:path w="196215" h="756920">
                  <a:moveTo>
                    <a:pt x="0" y="756413"/>
                  </a:moveTo>
                  <a:lnTo>
                    <a:pt x="196190" y="756413"/>
                  </a:lnTo>
                  <a:lnTo>
                    <a:pt x="196190" y="0"/>
                  </a:lnTo>
                  <a:lnTo>
                    <a:pt x="0" y="0"/>
                  </a:lnTo>
                  <a:lnTo>
                    <a:pt x="0" y="756413"/>
                  </a:lnTo>
                  <a:close/>
                </a:path>
              </a:pathLst>
            </a:custGeom>
            <a:ln w="13479">
              <a:solidFill>
                <a:srgbClr val="000000"/>
              </a:solidFill>
            </a:ln>
          </p:spPr>
          <p:txBody>
            <a:bodyPr wrap="square" lIns="0" tIns="0" rIns="0" bIns="0" rtlCol="0"/>
            <a:lstStyle/>
            <a:p/>
          </p:txBody>
        </p:sp>
        <p:pic>
          <p:nvPicPr>
            <p:cNvPr id="104" name="object 104" descr=""/>
            <p:cNvPicPr/>
            <p:nvPr/>
          </p:nvPicPr>
          <p:blipFill>
            <a:blip r:embed="rId7" cstate="print"/>
            <a:stretch>
              <a:fillRect/>
            </a:stretch>
          </p:blipFill>
          <p:spPr>
            <a:xfrm>
              <a:off x="9532392" y="2990831"/>
              <a:ext cx="198518" cy="756413"/>
            </a:xfrm>
            <a:prstGeom prst="rect">
              <a:avLst/>
            </a:prstGeom>
          </p:spPr>
        </p:pic>
        <p:sp>
          <p:nvSpPr>
            <p:cNvPr id="105" name="object 105" descr=""/>
            <p:cNvSpPr/>
            <p:nvPr/>
          </p:nvSpPr>
          <p:spPr>
            <a:xfrm>
              <a:off x="8505736" y="2990831"/>
              <a:ext cx="1225550" cy="1346200"/>
            </a:xfrm>
            <a:custGeom>
              <a:avLst/>
              <a:gdLst/>
              <a:ahLst/>
              <a:cxnLst/>
              <a:rect l="l" t="t" r="r" b="b"/>
              <a:pathLst>
                <a:path w="1225550" h="1346200">
                  <a:moveTo>
                    <a:pt x="1026657" y="756413"/>
                  </a:moveTo>
                  <a:lnTo>
                    <a:pt x="1225175" y="756413"/>
                  </a:lnTo>
                  <a:lnTo>
                    <a:pt x="1225175" y="0"/>
                  </a:lnTo>
                  <a:lnTo>
                    <a:pt x="1026656" y="0"/>
                  </a:lnTo>
                  <a:lnTo>
                    <a:pt x="1026657" y="756413"/>
                  </a:lnTo>
                  <a:close/>
                </a:path>
                <a:path w="1225550" h="1346200">
                  <a:moveTo>
                    <a:pt x="0" y="1345848"/>
                  </a:moveTo>
                  <a:lnTo>
                    <a:pt x="435250" y="1345848"/>
                  </a:lnTo>
                </a:path>
                <a:path w="1225550" h="1346200">
                  <a:moveTo>
                    <a:pt x="40540" y="1048831"/>
                  </a:moveTo>
                  <a:lnTo>
                    <a:pt x="437502" y="1044214"/>
                  </a:lnTo>
                </a:path>
              </a:pathLst>
            </a:custGeom>
            <a:ln w="13455">
              <a:solidFill>
                <a:srgbClr val="000000"/>
              </a:solidFill>
            </a:ln>
          </p:spPr>
          <p:txBody>
            <a:bodyPr wrap="square" lIns="0" tIns="0" rIns="0" bIns="0" rtlCol="0"/>
            <a:lstStyle/>
            <a:p/>
          </p:txBody>
        </p:sp>
      </p:grpSp>
      <p:sp>
        <p:nvSpPr>
          <p:cNvPr id="106" name="object 106" descr=""/>
          <p:cNvSpPr txBox="1"/>
          <p:nvPr/>
        </p:nvSpPr>
        <p:spPr>
          <a:xfrm>
            <a:off x="6730200" y="3978775"/>
            <a:ext cx="474345" cy="349250"/>
          </a:xfrm>
          <a:prstGeom prst="rect">
            <a:avLst/>
          </a:prstGeom>
          <a:ln w="13447">
            <a:solidFill>
              <a:srgbClr val="000000"/>
            </a:solidFill>
          </a:ln>
        </p:spPr>
        <p:txBody>
          <a:bodyPr wrap="square" lIns="0" tIns="76200" rIns="0" bIns="0" rtlCol="0" vert="horz">
            <a:spAutoFit/>
          </a:bodyPr>
          <a:lstStyle/>
          <a:p>
            <a:pPr marL="135255">
              <a:lnSpc>
                <a:spcPct val="100000"/>
              </a:lnSpc>
              <a:spcBef>
                <a:spcPts val="600"/>
              </a:spcBef>
            </a:pPr>
            <a:r>
              <a:rPr dirty="0" sz="1300" spc="-25">
                <a:latin typeface="Times New Roman"/>
                <a:cs typeface="Times New Roman"/>
              </a:rPr>
              <a:t>IM</a:t>
            </a:r>
            <a:endParaRPr sz="1300">
              <a:latin typeface="Times New Roman"/>
              <a:cs typeface="Times New Roman"/>
            </a:endParaRPr>
          </a:p>
        </p:txBody>
      </p:sp>
      <p:sp>
        <p:nvSpPr>
          <p:cNvPr id="107" name="object 107" descr=""/>
          <p:cNvSpPr txBox="1"/>
          <p:nvPr/>
        </p:nvSpPr>
        <p:spPr>
          <a:xfrm>
            <a:off x="7879481" y="4023974"/>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sp>
        <p:nvSpPr>
          <p:cNvPr id="108" name="object 108" descr=""/>
          <p:cNvSpPr/>
          <p:nvPr/>
        </p:nvSpPr>
        <p:spPr>
          <a:xfrm>
            <a:off x="8940986" y="3805814"/>
            <a:ext cx="0" cy="215900"/>
          </a:xfrm>
          <a:custGeom>
            <a:avLst/>
            <a:gdLst/>
            <a:ahLst/>
            <a:cxnLst/>
            <a:rect l="l" t="t" r="r" b="b"/>
            <a:pathLst>
              <a:path w="0" h="215900">
                <a:moveTo>
                  <a:pt x="0" y="0"/>
                </a:moveTo>
                <a:lnTo>
                  <a:pt x="0" y="215864"/>
                </a:lnTo>
              </a:path>
            </a:pathLst>
          </a:custGeom>
          <a:ln w="13482">
            <a:solidFill>
              <a:srgbClr val="000000"/>
            </a:solidFill>
          </a:ln>
        </p:spPr>
        <p:txBody>
          <a:bodyPr wrap="square" lIns="0" tIns="0" rIns="0" bIns="0" rtlCol="0"/>
          <a:lstStyle/>
          <a:p/>
        </p:txBody>
      </p:sp>
      <p:sp>
        <p:nvSpPr>
          <p:cNvPr id="109" name="object 109" descr=""/>
          <p:cNvSpPr/>
          <p:nvPr/>
        </p:nvSpPr>
        <p:spPr>
          <a:xfrm>
            <a:off x="8940986" y="3805814"/>
            <a:ext cx="316230" cy="756920"/>
          </a:xfrm>
          <a:custGeom>
            <a:avLst/>
            <a:gdLst/>
            <a:ahLst/>
            <a:cxnLst/>
            <a:rect l="l" t="t" r="r" b="b"/>
            <a:pathLst>
              <a:path w="316229" h="756920">
                <a:moveTo>
                  <a:pt x="316067" y="161893"/>
                </a:moveTo>
                <a:lnTo>
                  <a:pt x="316067" y="594071"/>
                </a:lnTo>
              </a:path>
              <a:path w="316229" h="756920">
                <a:moveTo>
                  <a:pt x="0" y="0"/>
                </a:moveTo>
                <a:lnTo>
                  <a:pt x="316067" y="161893"/>
                </a:lnTo>
              </a:path>
              <a:path w="316229" h="756920">
                <a:moveTo>
                  <a:pt x="316067" y="594071"/>
                </a:moveTo>
                <a:lnTo>
                  <a:pt x="0" y="756413"/>
                </a:lnTo>
              </a:path>
              <a:path w="316229" h="756920">
                <a:moveTo>
                  <a:pt x="0" y="540100"/>
                </a:moveTo>
                <a:lnTo>
                  <a:pt x="0" y="756413"/>
                </a:lnTo>
              </a:path>
              <a:path w="316229" h="756920">
                <a:moveTo>
                  <a:pt x="0" y="215864"/>
                </a:moveTo>
                <a:lnTo>
                  <a:pt x="94782" y="378206"/>
                </a:lnTo>
              </a:path>
              <a:path w="316229" h="756920">
                <a:moveTo>
                  <a:pt x="94782" y="378206"/>
                </a:moveTo>
                <a:lnTo>
                  <a:pt x="0" y="540100"/>
                </a:lnTo>
              </a:path>
            </a:pathLst>
          </a:custGeom>
          <a:ln w="13455">
            <a:solidFill>
              <a:srgbClr val="000000"/>
            </a:solidFill>
          </a:ln>
        </p:spPr>
        <p:txBody>
          <a:bodyPr wrap="square" lIns="0" tIns="0" rIns="0" bIns="0" rtlCol="0"/>
          <a:lstStyle/>
          <a:p/>
        </p:txBody>
      </p:sp>
      <p:sp>
        <p:nvSpPr>
          <p:cNvPr id="110" name="object 110" descr=""/>
          <p:cNvSpPr txBox="1"/>
          <p:nvPr/>
        </p:nvSpPr>
        <p:spPr>
          <a:xfrm>
            <a:off x="9008972" y="3977609"/>
            <a:ext cx="213995" cy="374650"/>
          </a:xfrm>
          <a:prstGeom prst="rect">
            <a:avLst/>
          </a:prstGeom>
        </p:spPr>
        <p:txBody>
          <a:bodyPr wrap="square" lIns="0" tIns="0" rIns="0" bIns="0" rtlCol="0" vert="vert">
            <a:spAutoFit/>
          </a:bodyPr>
          <a:lstStyle/>
          <a:p>
            <a:pPr marL="12700">
              <a:lnSpc>
                <a:spcPts val="1555"/>
              </a:lnSpc>
            </a:pPr>
            <a:r>
              <a:rPr dirty="0" sz="1300" spc="-25">
                <a:latin typeface="Times New Roman"/>
                <a:cs typeface="Times New Roman"/>
              </a:rPr>
              <a:t>ALU</a:t>
            </a:r>
            <a:endParaRPr sz="1300">
              <a:latin typeface="Times New Roman"/>
              <a:cs typeface="Times New Roman"/>
            </a:endParaRPr>
          </a:p>
        </p:txBody>
      </p:sp>
      <p:grpSp>
        <p:nvGrpSpPr>
          <p:cNvPr id="111" name="object 111" descr=""/>
          <p:cNvGrpSpPr/>
          <p:nvPr/>
        </p:nvGrpSpPr>
        <p:grpSpPr>
          <a:xfrm>
            <a:off x="7197129" y="3798829"/>
            <a:ext cx="2541270" cy="770890"/>
            <a:chOff x="7197129" y="3798829"/>
            <a:chExt cx="2541270" cy="770890"/>
          </a:xfrm>
        </p:grpSpPr>
        <p:sp>
          <p:nvSpPr>
            <p:cNvPr id="112" name="object 112" descr=""/>
            <p:cNvSpPr/>
            <p:nvPr/>
          </p:nvSpPr>
          <p:spPr>
            <a:xfrm>
              <a:off x="7204114" y="3978775"/>
              <a:ext cx="1263650" cy="349250"/>
            </a:xfrm>
            <a:custGeom>
              <a:avLst/>
              <a:gdLst/>
              <a:ahLst/>
              <a:cxnLst/>
              <a:rect l="l" t="t" r="r" b="b"/>
              <a:pathLst>
                <a:path w="1263650" h="349250">
                  <a:moveTo>
                    <a:pt x="0" y="175727"/>
                  </a:moveTo>
                  <a:lnTo>
                    <a:pt x="196134" y="175727"/>
                  </a:lnTo>
                </a:path>
                <a:path w="1263650" h="349250">
                  <a:moveTo>
                    <a:pt x="394709" y="175727"/>
                  </a:moveTo>
                  <a:lnTo>
                    <a:pt x="590843" y="175727"/>
                  </a:lnTo>
                </a:path>
                <a:path w="1263650" h="349250">
                  <a:moveTo>
                    <a:pt x="1064570" y="103772"/>
                  </a:moveTo>
                  <a:lnTo>
                    <a:pt x="1263144" y="103772"/>
                  </a:lnTo>
                </a:path>
                <a:path w="1263650" h="349250">
                  <a:moveTo>
                    <a:pt x="1064570" y="267965"/>
                  </a:moveTo>
                  <a:lnTo>
                    <a:pt x="1263144" y="267965"/>
                  </a:lnTo>
                </a:path>
                <a:path w="1263650" h="349250">
                  <a:moveTo>
                    <a:pt x="827894" y="0"/>
                  </a:moveTo>
                  <a:lnTo>
                    <a:pt x="1064570" y="0"/>
                  </a:lnTo>
                </a:path>
                <a:path w="1263650" h="349250">
                  <a:moveTo>
                    <a:pt x="1064570" y="0"/>
                  </a:moveTo>
                  <a:lnTo>
                    <a:pt x="1064570" y="349155"/>
                  </a:lnTo>
                </a:path>
                <a:path w="1263650" h="349250">
                  <a:moveTo>
                    <a:pt x="827894" y="349155"/>
                  </a:moveTo>
                  <a:lnTo>
                    <a:pt x="1064570" y="349155"/>
                  </a:lnTo>
                </a:path>
              </a:pathLst>
            </a:custGeom>
            <a:ln w="13455">
              <a:solidFill>
                <a:srgbClr val="000000"/>
              </a:solidFill>
            </a:ln>
          </p:spPr>
          <p:txBody>
            <a:bodyPr wrap="square" lIns="0" tIns="0" rIns="0" bIns="0" rtlCol="0"/>
            <a:lstStyle/>
            <a:p/>
          </p:txBody>
        </p:sp>
        <p:sp>
          <p:nvSpPr>
            <p:cNvPr id="113" name="object 113" descr=""/>
            <p:cNvSpPr/>
            <p:nvPr/>
          </p:nvSpPr>
          <p:spPr>
            <a:xfrm>
              <a:off x="7791204" y="3975092"/>
              <a:ext cx="268605" cy="13970"/>
            </a:xfrm>
            <a:custGeom>
              <a:avLst/>
              <a:gdLst/>
              <a:ahLst/>
              <a:cxnLst/>
              <a:rect l="l" t="t" r="r" b="b"/>
              <a:pathLst>
                <a:path w="268604" h="13970">
                  <a:moveTo>
                    <a:pt x="51614" y="0"/>
                  </a:moveTo>
                  <a:lnTo>
                    <a:pt x="4129" y="0"/>
                  </a:lnTo>
                  <a:lnTo>
                    <a:pt x="2252" y="2299"/>
                  </a:lnTo>
                  <a:lnTo>
                    <a:pt x="0" y="4598"/>
                  </a:lnTo>
                  <a:lnTo>
                    <a:pt x="0" y="8748"/>
                  </a:lnTo>
                  <a:lnTo>
                    <a:pt x="2252" y="11067"/>
                  </a:lnTo>
                  <a:lnTo>
                    <a:pt x="4129" y="13366"/>
                  </a:lnTo>
                  <a:lnTo>
                    <a:pt x="51614" y="13366"/>
                  </a:lnTo>
                  <a:lnTo>
                    <a:pt x="53866" y="11067"/>
                  </a:lnTo>
                  <a:lnTo>
                    <a:pt x="56306" y="8748"/>
                  </a:lnTo>
                  <a:lnTo>
                    <a:pt x="56306" y="4598"/>
                  </a:lnTo>
                  <a:lnTo>
                    <a:pt x="53866" y="2299"/>
                  </a:lnTo>
                  <a:lnTo>
                    <a:pt x="51614" y="0"/>
                  </a:lnTo>
                  <a:close/>
                </a:path>
                <a:path w="268604" h="13970">
                  <a:moveTo>
                    <a:pt x="108296" y="0"/>
                  </a:moveTo>
                  <a:lnTo>
                    <a:pt x="103604" y="0"/>
                  </a:lnTo>
                  <a:lnTo>
                    <a:pt x="99099" y="4598"/>
                  </a:lnTo>
                  <a:lnTo>
                    <a:pt x="99099" y="8748"/>
                  </a:lnTo>
                  <a:lnTo>
                    <a:pt x="103604" y="13366"/>
                  </a:lnTo>
                  <a:lnTo>
                    <a:pt x="108296" y="13366"/>
                  </a:lnTo>
                  <a:lnTo>
                    <a:pt x="110173" y="11067"/>
                  </a:lnTo>
                  <a:lnTo>
                    <a:pt x="112425" y="8748"/>
                  </a:lnTo>
                  <a:lnTo>
                    <a:pt x="112425" y="4598"/>
                  </a:lnTo>
                  <a:lnTo>
                    <a:pt x="110173" y="2299"/>
                  </a:lnTo>
                  <a:lnTo>
                    <a:pt x="108296" y="0"/>
                  </a:lnTo>
                  <a:close/>
                </a:path>
                <a:path w="268604" h="13970">
                  <a:moveTo>
                    <a:pt x="207395" y="0"/>
                  </a:moveTo>
                  <a:lnTo>
                    <a:pt x="159910" y="0"/>
                  </a:lnTo>
                  <a:lnTo>
                    <a:pt x="157658" y="2299"/>
                  </a:lnTo>
                  <a:lnTo>
                    <a:pt x="155218" y="4598"/>
                  </a:lnTo>
                  <a:lnTo>
                    <a:pt x="155218" y="8748"/>
                  </a:lnTo>
                  <a:lnTo>
                    <a:pt x="157658" y="11067"/>
                  </a:lnTo>
                  <a:lnTo>
                    <a:pt x="159910" y="13366"/>
                  </a:lnTo>
                  <a:lnTo>
                    <a:pt x="207395" y="13366"/>
                  </a:lnTo>
                  <a:lnTo>
                    <a:pt x="209648" y="11067"/>
                  </a:lnTo>
                  <a:lnTo>
                    <a:pt x="212088" y="8748"/>
                  </a:lnTo>
                  <a:lnTo>
                    <a:pt x="212088" y="4598"/>
                  </a:lnTo>
                  <a:lnTo>
                    <a:pt x="209648" y="2299"/>
                  </a:lnTo>
                  <a:lnTo>
                    <a:pt x="207395" y="0"/>
                  </a:lnTo>
                  <a:close/>
                </a:path>
                <a:path w="268604" h="13970">
                  <a:moveTo>
                    <a:pt x="263702" y="0"/>
                  </a:moveTo>
                  <a:lnTo>
                    <a:pt x="257133" y="0"/>
                  </a:lnTo>
                  <a:lnTo>
                    <a:pt x="254693" y="2299"/>
                  </a:lnTo>
                  <a:lnTo>
                    <a:pt x="254693" y="11067"/>
                  </a:lnTo>
                  <a:lnTo>
                    <a:pt x="257133" y="13366"/>
                  </a:lnTo>
                  <a:lnTo>
                    <a:pt x="263702" y="13366"/>
                  </a:lnTo>
                  <a:lnTo>
                    <a:pt x="268207" y="8748"/>
                  </a:lnTo>
                  <a:lnTo>
                    <a:pt x="268207" y="4598"/>
                  </a:lnTo>
                  <a:lnTo>
                    <a:pt x="263702" y="0"/>
                  </a:lnTo>
                  <a:close/>
                </a:path>
              </a:pathLst>
            </a:custGeom>
            <a:solidFill>
              <a:srgbClr val="000000"/>
            </a:solidFill>
          </p:spPr>
          <p:txBody>
            <a:bodyPr wrap="square" lIns="0" tIns="0" rIns="0" bIns="0" rtlCol="0"/>
            <a:lstStyle/>
            <a:p/>
          </p:txBody>
        </p:sp>
        <p:sp>
          <p:nvSpPr>
            <p:cNvPr id="114" name="object 114" descr=""/>
            <p:cNvSpPr/>
            <p:nvPr/>
          </p:nvSpPr>
          <p:spPr>
            <a:xfrm>
              <a:off x="7791204" y="3975092"/>
              <a:ext cx="268605" cy="13970"/>
            </a:xfrm>
            <a:custGeom>
              <a:avLst/>
              <a:gdLst/>
              <a:ahLst/>
              <a:cxnLst/>
              <a:rect l="l" t="t" r="r" b="b"/>
              <a:pathLst>
                <a:path w="268604" h="13970">
                  <a:moveTo>
                    <a:pt x="6569" y="0"/>
                  </a:moveTo>
                  <a:lnTo>
                    <a:pt x="49362" y="0"/>
                  </a:lnTo>
                  <a:lnTo>
                    <a:pt x="51614" y="0"/>
                  </a:lnTo>
                  <a:lnTo>
                    <a:pt x="53866" y="2299"/>
                  </a:lnTo>
                  <a:lnTo>
                    <a:pt x="56306" y="4598"/>
                  </a:lnTo>
                  <a:lnTo>
                    <a:pt x="56306" y="6449"/>
                  </a:lnTo>
                  <a:lnTo>
                    <a:pt x="56306" y="8748"/>
                  </a:lnTo>
                  <a:lnTo>
                    <a:pt x="53866" y="11067"/>
                  </a:lnTo>
                  <a:lnTo>
                    <a:pt x="51614" y="13366"/>
                  </a:lnTo>
                  <a:lnTo>
                    <a:pt x="49362" y="13366"/>
                  </a:lnTo>
                  <a:lnTo>
                    <a:pt x="6569" y="13366"/>
                  </a:lnTo>
                  <a:lnTo>
                    <a:pt x="4129" y="13366"/>
                  </a:lnTo>
                  <a:lnTo>
                    <a:pt x="2252" y="11067"/>
                  </a:lnTo>
                  <a:lnTo>
                    <a:pt x="0" y="8748"/>
                  </a:lnTo>
                  <a:lnTo>
                    <a:pt x="0" y="6449"/>
                  </a:lnTo>
                  <a:lnTo>
                    <a:pt x="0" y="4598"/>
                  </a:lnTo>
                  <a:lnTo>
                    <a:pt x="2252" y="2299"/>
                  </a:lnTo>
                  <a:lnTo>
                    <a:pt x="4129" y="0"/>
                  </a:lnTo>
                  <a:lnTo>
                    <a:pt x="6569" y="0"/>
                  </a:lnTo>
                  <a:close/>
                </a:path>
                <a:path w="268604" h="13970">
                  <a:moveTo>
                    <a:pt x="106044" y="0"/>
                  </a:moveTo>
                  <a:lnTo>
                    <a:pt x="108296" y="0"/>
                  </a:lnTo>
                  <a:lnTo>
                    <a:pt x="110173" y="2299"/>
                  </a:lnTo>
                  <a:lnTo>
                    <a:pt x="112425" y="4598"/>
                  </a:lnTo>
                  <a:lnTo>
                    <a:pt x="112425" y="6449"/>
                  </a:lnTo>
                  <a:lnTo>
                    <a:pt x="112425" y="8748"/>
                  </a:lnTo>
                  <a:lnTo>
                    <a:pt x="110173" y="11067"/>
                  </a:lnTo>
                  <a:lnTo>
                    <a:pt x="108296" y="13366"/>
                  </a:lnTo>
                  <a:lnTo>
                    <a:pt x="106044" y="13366"/>
                  </a:lnTo>
                  <a:lnTo>
                    <a:pt x="103604" y="13366"/>
                  </a:lnTo>
                  <a:lnTo>
                    <a:pt x="101351" y="11067"/>
                  </a:lnTo>
                  <a:lnTo>
                    <a:pt x="99099" y="8748"/>
                  </a:lnTo>
                  <a:lnTo>
                    <a:pt x="99099" y="6449"/>
                  </a:lnTo>
                  <a:lnTo>
                    <a:pt x="99099" y="4598"/>
                  </a:lnTo>
                  <a:lnTo>
                    <a:pt x="101351" y="2299"/>
                  </a:lnTo>
                  <a:lnTo>
                    <a:pt x="103604" y="0"/>
                  </a:lnTo>
                  <a:lnTo>
                    <a:pt x="106044" y="0"/>
                  </a:lnTo>
                  <a:close/>
                </a:path>
                <a:path w="268604" h="13970">
                  <a:moveTo>
                    <a:pt x="162350" y="0"/>
                  </a:moveTo>
                  <a:lnTo>
                    <a:pt x="204956" y="0"/>
                  </a:lnTo>
                  <a:lnTo>
                    <a:pt x="207395" y="0"/>
                  </a:lnTo>
                  <a:lnTo>
                    <a:pt x="209648" y="2299"/>
                  </a:lnTo>
                  <a:lnTo>
                    <a:pt x="212088" y="4598"/>
                  </a:lnTo>
                  <a:lnTo>
                    <a:pt x="212088" y="6449"/>
                  </a:lnTo>
                  <a:lnTo>
                    <a:pt x="212088" y="8748"/>
                  </a:lnTo>
                  <a:lnTo>
                    <a:pt x="209648" y="11067"/>
                  </a:lnTo>
                  <a:lnTo>
                    <a:pt x="207395" y="13366"/>
                  </a:lnTo>
                  <a:lnTo>
                    <a:pt x="204956" y="13366"/>
                  </a:lnTo>
                  <a:lnTo>
                    <a:pt x="162350" y="13366"/>
                  </a:lnTo>
                  <a:lnTo>
                    <a:pt x="159910" y="13366"/>
                  </a:lnTo>
                  <a:lnTo>
                    <a:pt x="157658" y="11067"/>
                  </a:lnTo>
                  <a:lnTo>
                    <a:pt x="155218" y="8748"/>
                  </a:lnTo>
                  <a:lnTo>
                    <a:pt x="155218" y="6449"/>
                  </a:lnTo>
                  <a:lnTo>
                    <a:pt x="155218" y="4598"/>
                  </a:lnTo>
                  <a:lnTo>
                    <a:pt x="157658" y="2299"/>
                  </a:lnTo>
                  <a:lnTo>
                    <a:pt x="159910" y="0"/>
                  </a:lnTo>
                  <a:lnTo>
                    <a:pt x="162350" y="0"/>
                  </a:lnTo>
                  <a:close/>
                </a:path>
                <a:path w="268604" h="13970">
                  <a:moveTo>
                    <a:pt x="261825" y="0"/>
                  </a:moveTo>
                  <a:lnTo>
                    <a:pt x="263702" y="0"/>
                  </a:lnTo>
                  <a:lnTo>
                    <a:pt x="265954" y="2299"/>
                  </a:lnTo>
                  <a:lnTo>
                    <a:pt x="268207" y="4598"/>
                  </a:lnTo>
                  <a:lnTo>
                    <a:pt x="268207" y="6449"/>
                  </a:lnTo>
                  <a:lnTo>
                    <a:pt x="268207" y="8748"/>
                  </a:lnTo>
                  <a:lnTo>
                    <a:pt x="265954" y="11067"/>
                  </a:lnTo>
                  <a:lnTo>
                    <a:pt x="263702" y="13366"/>
                  </a:lnTo>
                  <a:lnTo>
                    <a:pt x="261825" y="13366"/>
                  </a:lnTo>
                  <a:lnTo>
                    <a:pt x="257133" y="13366"/>
                  </a:lnTo>
                  <a:lnTo>
                    <a:pt x="254693" y="11067"/>
                  </a:lnTo>
                  <a:lnTo>
                    <a:pt x="254693" y="8748"/>
                  </a:lnTo>
                  <a:lnTo>
                    <a:pt x="254693" y="6449"/>
                  </a:lnTo>
                  <a:lnTo>
                    <a:pt x="254693" y="4598"/>
                  </a:lnTo>
                  <a:lnTo>
                    <a:pt x="254693" y="2299"/>
                  </a:lnTo>
                  <a:lnTo>
                    <a:pt x="257133" y="0"/>
                  </a:lnTo>
                  <a:lnTo>
                    <a:pt x="261825" y="0"/>
                  </a:lnTo>
                  <a:close/>
                </a:path>
              </a:pathLst>
            </a:custGeom>
            <a:ln w="3175">
              <a:solidFill>
                <a:srgbClr val="000000"/>
              </a:solidFill>
            </a:ln>
          </p:spPr>
          <p:txBody>
            <a:bodyPr wrap="square" lIns="0" tIns="0" rIns="0" bIns="0" rtlCol="0"/>
            <a:lstStyle/>
            <a:p/>
          </p:txBody>
        </p:sp>
        <p:sp>
          <p:nvSpPr>
            <p:cNvPr id="115" name="object 115" descr=""/>
            <p:cNvSpPr/>
            <p:nvPr/>
          </p:nvSpPr>
          <p:spPr>
            <a:xfrm>
              <a:off x="7791204" y="3975092"/>
              <a:ext cx="13970" cy="362585"/>
            </a:xfrm>
            <a:custGeom>
              <a:avLst/>
              <a:gdLst/>
              <a:ahLst/>
              <a:cxnLst/>
              <a:rect l="l" t="t" r="r" b="b"/>
              <a:pathLst>
                <a:path w="13970" h="362585">
                  <a:moveTo>
                    <a:pt x="8821" y="0"/>
                  </a:moveTo>
                  <a:lnTo>
                    <a:pt x="4129" y="0"/>
                  </a:lnTo>
                  <a:lnTo>
                    <a:pt x="2252" y="2299"/>
                  </a:lnTo>
                  <a:lnTo>
                    <a:pt x="0" y="4598"/>
                  </a:lnTo>
                  <a:lnTo>
                    <a:pt x="0" y="51652"/>
                  </a:lnTo>
                  <a:lnTo>
                    <a:pt x="2252" y="53952"/>
                  </a:lnTo>
                  <a:lnTo>
                    <a:pt x="4129" y="56270"/>
                  </a:lnTo>
                  <a:lnTo>
                    <a:pt x="8821" y="56270"/>
                  </a:lnTo>
                  <a:lnTo>
                    <a:pt x="11073" y="53952"/>
                  </a:lnTo>
                  <a:lnTo>
                    <a:pt x="13513" y="51652"/>
                  </a:lnTo>
                  <a:lnTo>
                    <a:pt x="13513" y="4598"/>
                  </a:lnTo>
                  <a:lnTo>
                    <a:pt x="11073" y="2299"/>
                  </a:lnTo>
                  <a:lnTo>
                    <a:pt x="8821" y="0"/>
                  </a:lnTo>
                  <a:close/>
                </a:path>
                <a:path w="13970" h="362585">
                  <a:moveTo>
                    <a:pt x="8821" y="99155"/>
                  </a:moveTo>
                  <a:lnTo>
                    <a:pt x="4129" y="99155"/>
                  </a:lnTo>
                  <a:lnTo>
                    <a:pt x="2252" y="101005"/>
                  </a:lnTo>
                  <a:lnTo>
                    <a:pt x="0" y="103305"/>
                  </a:lnTo>
                  <a:lnTo>
                    <a:pt x="0" y="107922"/>
                  </a:lnTo>
                  <a:lnTo>
                    <a:pt x="2252" y="110222"/>
                  </a:lnTo>
                  <a:lnTo>
                    <a:pt x="4129" y="112540"/>
                  </a:lnTo>
                  <a:lnTo>
                    <a:pt x="8821" y="112540"/>
                  </a:lnTo>
                  <a:lnTo>
                    <a:pt x="11073" y="110222"/>
                  </a:lnTo>
                  <a:lnTo>
                    <a:pt x="13513" y="107922"/>
                  </a:lnTo>
                  <a:lnTo>
                    <a:pt x="13513" y="103305"/>
                  </a:lnTo>
                  <a:lnTo>
                    <a:pt x="11073" y="101005"/>
                  </a:lnTo>
                  <a:lnTo>
                    <a:pt x="8821" y="99155"/>
                  </a:lnTo>
                  <a:close/>
                </a:path>
                <a:path w="13970" h="362585">
                  <a:moveTo>
                    <a:pt x="8821" y="155425"/>
                  </a:moveTo>
                  <a:lnTo>
                    <a:pt x="4129" y="155425"/>
                  </a:lnTo>
                  <a:lnTo>
                    <a:pt x="2252" y="157276"/>
                  </a:lnTo>
                  <a:lnTo>
                    <a:pt x="0" y="159575"/>
                  </a:lnTo>
                  <a:lnTo>
                    <a:pt x="0" y="207078"/>
                  </a:lnTo>
                  <a:lnTo>
                    <a:pt x="2252" y="209396"/>
                  </a:lnTo>
                  <a:lnTo>
                    <a:pt x="4129" y="211695"/>
                  </a:lnTo>
                  <a:lnTo>
                    <a:pt x="8821" y="211695"/>
                  </a:lnTo>
                  <a:lnTo>
                    <a:pt x="11073" y="209396"/>
                  </a:lnTo>
                  <a:lnTo>
                    <a:pt x="13513" y="207078"/>
                  </a:lnTo>
                  <a:lnTo>
                    <a:pt x="13513" y="159575"/>
                  </a:lnTo>
                  <a:lnTo>
                    <a:pt x="11073" y="157276"/>
                  </a:lnTo>
                  <a:lnTo>
                    <a:pt x="8821" y="155425"/>
                  </a:lnTo>
                  <a:close/>
                </a:path>
                <a:path w="13970" h="362585">
                  <a:moveTo>
                    <a:pt x="8821" y="254131"/>
                  </a:moveTo>
                  <a:lnTo>
                    <a:pt x="4129" y="254131"/>
                  </a:lnTo>
                  <a:lnTo>
                    <a:pt x="2252" y="256431"/>
                  </a:lnTo>
                  <a:lnTo>
                    <a:pt x="0" y="258749"/>
                  </a:lnTo>
                  <a:lnTo>
                    <a:pt x="0" y="263348"/>
                  </a:lnTo>
                  <a:lnTo>
                    <a:pt x="2252" y="265666"/>
                  </a:lnTo>
                  <a:lnTo>
                    <a:pt x="4129" y="267965"/>
                  </a:lnTo>
                  <a:lnTo>
                    <a:pt x="8821" y="267965"/>
                  </a:lnTo>
                  <a:lnTo>
                    <a:pt x="11073" y="265666"/>
                  </a:lnTo>
                  <a:lnTo>
                    <a:pt x="13513" y="263348"/>
                  </a:lnTo>
                  <a:lnTo>
                    <a:pt x="13513" y="258749"/>
                  </a:lnTo>
                  <a:lnTo>
                    <a:pt x="11073" y="256431"/>
                  </a:lnTo>
                  <a:lnTo>
                    <a:pt x="8821" y="254131"/>
                  </a:lnTo>
                  <a:close/>
                </a:path>
                <a:path w="13970" h="362585">
                  <a:moveTo>
                    <a:pt x="8821" y="310402"/>
                  </a:moveTo>
                  <a:lnTo>
                    <a:pt x="4129" y="310402"/>
                  </a:lnTo>
                  <a:lnTo>
                    <a:pt x="2252" y="312701"/>
                  </a:lnTo>
                  <a:lnTo>
                    <a:pt x="0" y="315019"/>
                  </a:lnTo>
                  <a:lnTo>
                    <a:pt x="0" y="357904"/>
                  </a:lnTo>
                  <a:lnTo>
                    <a:pt x="2252" y="360204"/>
                  </a:lnTo>
                  <a:lnTo>
                    <a:pt x="4129" y="362522"/>
                  </a:lnTo>
                  <a:lnTo>
                    <a:pt x="8821" y="362522"/>
                  </a:lnTo>
                  <a:lnTo>
                    <a:pt x="11073" y="360204"/>
                  </a:lnTo>
                  <a:lnTo>
                    <a:pt x="13513" y="357904"/>
                  </a:lnTo>
                  <a:lnTo>
                    <a:pt x="13513" y="315019"/>
                  </a:lnTo>
                  <a:lnTo>
                    <a:pt x="11073" y="312701"/>
                  </a:lnTo>
                  <a:lnTo>
                    <a:pt x="8821" y="310402"/>
                  </a:lnTo>
                  <a:close/>
                </a:path>
              </a:pathLst>
            </a:custGeom>
            <a:solidFill>
              <a:srgbClr val="000000"/>
            </a:solidFill>
          </p:spPr>
          <p:txBody>
            <a:bodyPr wrap="square" lIns="0" tIns="0" rIns="0" bIns="0" rtlCol="0"/>
            <a:lstStyle/>
            <a:p/>
          </p:txBody>
        </p:sp>
        <p:sp>
          <p:nvSpPr>
            <p:cNvPr id="116" name="object 116" descr=""/>
            <p:cNvSpPr/>
            <p:nvPr/>
          </p:nvSpPr>
          <p:spPr>
            <a:xfrm>
              <a:off x="7791204" y="3975092"/>
              <a:ext cx="13970" cy="362585"/>
            </a:xfrm>
            <a:custGeom>
              <a:avLst/>
              <a:gdLst/>
              <a:ahLst/>
              <a:cxnLst/>
              <a:rect l="l" t="t" r="r" b="b"/>
              <a:pathLst>
                <a:path w="13970" h="362585">
                  <a:moveTo>
                    <a:pt x="13513" y="6449"/>
                  </a:moveTo>
                  <a:lnTo>
                    <a:pt x="13513" y="49353"/>
                  </a:lnTo>
                  <a:lnTo>
                    <a:pt x="13513" y="51652"/>
                  </a:lnTo>
                  <a:lnTo>
                    <a:pt x="11073" y="53952"/>
                  </a:lnTo>
                  <a:lnTo>
                    <a:pt x="8821" y="56270"/>
                  </a:lnTo>
                  <a:lnTo>
                    <a:pt x="6569" y="56270"/>
                  </a:lnTo>
                  <a:lnTo>
                    <a:pt x="4129" y="56270"/>
                  </a:lnTo>
                  <a:lnTo>
                    <a:pt x="2252" y="53952"/>
                  </a:lnTo>
                  <a:lnTo>
                    <a:pt x="0" y="51652"/>
                  </a:lnTo>
                  <a:lnTo>
                    <a:pt x="0" y="49353"/>
                  </a:lnTo>
                  <a:lnTo>
                    <a:pt x="0" y="6449"/>
                  </a:lnTo>
                  <a:lnTo>
                    <a:pt x="0" y="4598"/>
                  </a:lnTo>
                  <a:lnTo>
                    <a:pt x="2252" y="2299"/>
                  </a:lnTo>
                  <a:lnTo>
                    <a:pt x="4129" y="0"/>
                  </a:lnTo>
                  <a:lnTo>
                    <a:pt x="6569" y="0"/>
                  </a:lnTo>
                  <a:lnTo>
                    <a:pt x="8821" y="0"/>
                  </a:lnTo>
                  <a:lnTo>
                    <a:pt x="11073" y="2299"/>
                  </a:lnTo>
                  <a:lnTo>
                    <a:pt x="13513" y="4598"/>
                  </a:lnTo>
                  <a:lnTo>
                    <a:pt x="13513" y="6449"/>
                  </a:lnTo>
                  <a:close/>
                </a:path>
                <a:path w="13970" h="362585">
                  <a:moveTo>
                    <a:pt x="13513" y="105623"/>
                  </a:moveTo>
                  <a:lnTo>
                    <a:pt x="13513" y="107922"/>
                  </a:lnTo>
                  <a:lnTo>
                    <a:pt x="11073" y="110222"/>
                  </a:lnTo>
                  <a:lnTo>
                    <a:pt x="8821" y="112540"/>
                  </a:lnTo>
                  <a:lnTo>
                    <a:pt x="6569" y="112540"/>
                  </a:lnTo>
                  <a:lnTo>
                    <a:pt x="4129" y="112540"/>
                  </a:lnTo>
                  <a:lnTo>
                    <a:pt x="2252" y="110222"/>
                  </a:lnTo>
                  <a:lnTo>
                    <a:pt x="0" y="107922"/>
                  </a:lnTo>
                  <a:lnTo>
                    <a:pt x="0" y="105623"/>
                  </a:lnTo>
                  <a:lnTo>
                    <a:pt x="0" y="103305"/>
                  </a:lnTo>
                  <a:lnTo>
                    <a:pt x="2252" y="101005"/>
                  </a:lnTo>
                  <a:lnTo>
                    <a:pt x="4129" y="99155"/>
                  </a:lnTo>
                  <a:lnTo>
                    <a:pt x="6569" y="99155"/>
                  </a:lnTo>
                  <a:lnTo>
                    <a:pt x="8821" y="99155"/>
                  </a:lnTo>
                  <a:lnTo>
                    <a:pt x="11073" y="101005"/>
                  </a:lnTo>
                  <a:lnTo>
                    <a:pt x="13513" y="103305"/>
                  </a:lnTo>
                  <a:lnTo>
                    <a:pt x="13513" y="105623"/>
                  </a:lnTo>
                  <a:close/>
                </a:path>
                <a:path w="13970" h="362585">
                  <a:moveTo>
                    <a:pt x="13513" y="161893"/>
                  </a:moveTo>
                  <a:lnTo>
                    <a:pt x="13513" y="204778"/>
                  </a:lnTo>
                  <a:lnTo>
                    <a:pt x="13513" y="207078"/>
                  </a:lnTo>
                  <a:lnTo>
                    <a:pt x="11073" y="209396"/>
                  </a:lnTo>
                  <a:lnTo>
                    <a:pt x="8821" y="211695"/>
                  </a:lnTo>
                  <a:lnTo>
                    <a:pt x="6569" y="211695"/>
                  </a:lnTo>
                  <a:lnTo>
                    <a:pt x="4129" y="211695"/>
                  </a:lnTo>
                  <a:lnTo>
                    <a:pt x="2252" y="209396"/>
                  </a:lnTo>
                  <a:lnTo>
                    <a:pt x="0" y="207078"/>
                  </a:lnTo>
                  <a:lnTo>
                    <a:pt x="0" y="204778"/>
                  </a:lnTo>
                  <a:lnTo>
                    <a:pt x="0" y="161893"/>
                  </a:lnTo>
                  <a:lnTo>
                    <a:pt x="0" y="159575"/>
                  </a:lnTo>
                  <a:lnTo>
                    <a:pt x="2252" y="157276"/>
                  </a:lnTo>
                  <a:lnTo>
                    <a:pt x="4129" y="155425"/>
                  </a:lnTo>
                  <a:lnTo>
                    <a:pt x="6569" y="155425"/>
                  </a:lnTo>
                  <a:lnTo>
                    <a:pt x="8821" y="155425"/>
                  </a:lnTo>
                  <a:lnTo>
                    <a:pt x="11073" y="157276"/>
                  </a:lnTo>
                  <a:lnTo>
                    <a:pt x="13513" y="159575"/>
                  </a:lnTo>
                  <a:lnTo>
                    <a:pt x="13513" y="161893"/>
                  </a:lnTo>
                  <a:close/>
                </a:path>
                <a:path w="13970" h="362585">
                  <a:moveTo>
                    <a:pt x="13513" y="261048"/>
                  </a:moveTo>
                  <a:lnTo>
                    <a:pt x="13513" y="263348"/>
                  </a:lnTo>
                  <a:lnTo>
                    <a:pt x="11073" y="265666"/>
                  </a:lnTo>
                  <a:lnTo>
                    <a:pt x="8821" y="267965"/>
                  </a:lnTo>
                  <a:lnTo>
                    <a:pt x="6569" y="267965"/>
                  </a:lnTo>
                  <a:lnTo>
                    <a:pt x="4129" y="267965"/>
                  </a:lnTo>
                  <a:lnTo>
                    <a:pt x="2252" y="265666"/>
                  </a:lnTo>
                  <a:lnTo>
                    <a:pt x="0" y="263348"/>
                  </a:lnTo>
                  <a:lnTo>
                    <a:pt x="0" y="261048"/>
                  </a:lnTo>
                  <a:lnTo>
                    <a:pt x="0" y="258749"/>
                  </a:lnTo>
                  <a:lnTo>
                    <a:pt x="2252" y="256431"/>
                  </a:lnTo>
                  <a:lnTo>
                    <a:pt x="4129" y="254131"/>
                  </a:lnTo>
                  <a:lnTo>
                    <a:pt x="6569" y="254131"/>
                  </a:lnTo>
                  <a:lnTo>
                    <a:pt x="8821" y="254131"/>
                  </a:lnTo>
                  <a:lnTo>
                    <a:pt x="11073" y="256431"/>
                  </a:lnTo>
                  <a:lnTo>
                    <a:pt x="13513" y="258749"/>
                  </a:lnTo>
                  <a:lnTo>
                    <a:pt x="13513" y="261048"/>
                  </a:lnTo>
                  <a:close/>
                </a:path>
                <a:path w="13970" h="362585">
                  <a:moveTo>
                    <a:pt x="13513" y="317319"/>
                  </a:moveTo>
                  <a:lnTo>
                    <a:pt x="13513" y="355605"/>
                  </a:lnTo>
                  <a:lnTo>
                    <a:pt x="13513" y="357904"/>
                  </a:lnTo>
                  <a:lnTo>
                    <a:pt x="11073" y="360204"/>
                  </a:lnTo>
                  <a:lnTo>
                    <a:pt x="8821" y="362522"/>
                  </a:lnTo>
                  <a:lnTo>
                    <a:pt x="6569" y="362522"/>
                  </a:lnTo>
                  <a:lnTo>
                    <a:pt x="4129" y="362522"/>
                  </a:lnTo>
                  <a:lnTo>
                    <a:pt x="2252" y="360204"/>
                  </a:lnTo>
                  <a:lnTo>
                    <a:pt x="0" y="357904"/>
                  </a:lnTo>
                  <a:lnTo>
                    <a:pt x="0" y="355605"/>
                  </a:lnTo>
                  <a:lnTo>
                    <a:pt x="0" y="317319"/>
                  </a:lnTo>
                  <a:lnTo>
                    <a:pt x="0" y="315019"/>
                  </a:lnTo>
                  <a:lnTo>
                    <a:pt x="2252" y="312701"/>
                  </a:lnTo>
                  <a:lnTo>
                    <a:pt x="4129" y="310402"/>
                  </a:lnTo>
                  <a:lnTo>
                    <a:pt x="6569" y="310402"/>
                  </a:lnTo>
                  <a:lnTo>
                    <a:pt x="8821" y="310402"/>
                  </a:lnTo>
                  <a:lnTo>
                    <a:pt x="11073" y="312701"/>
                  </a:lnTo>
                  <a:lnTo>
                    <a:pt x="13513" y="315019"/>
                  </a:lnTo>
                  <a:lnTo>
                    <a:pt x="13513" y="317319"/>
                  </a:lnTo>
                  <a:close/>
                </a:path>
              </a:pathLst>
            </a:custGeom>
            <a:ln w="3175">
              <a:solidFill>
                <a:srgbClr val="000000"/>
              </a:solidFill>
            </a:ln>
          </p:spPr>
          <p:txBody>
            <a:bodyPr wrap="square" lIns="0" tIns="0" rIns="0" bIns="0" rtlCol="0"/>
            <a:lstStyle/>
            <a:p/>
          </p:txBody>
        </p:sp>
        <p:sp>
          <p:nvSpPr>
            <p:cNvPr id="117" name="object 117" descr=""/>
            <p:cNvSpPr/>
            <p:nvPr/>
          </p:nvSpPr>
          <p:spPr>
            <a:xfrm>
              <a:off x="7791204" y="4323780"/>
              <a:ext cx="268605" cy="13970"/>
            </a:xfrm>
            <a:custGeom>
              <a:avLst/>
              <a:gdLst/>
              <a:ahLst/>
              <a:cxnLst/>
              <a:rect l="l" t="t" r="r" b="b"/>
              <a:pathLst>
                <a:path w="268604" h="13970">
                  <a:moveTo>
                    <a:pt x="51614" y="0"/>
                  </a:moveTo>
                  <a:lnTo>
                    <a:pt x="4129" y="0"/>
                  </a:lnTo>
                  <a:lnTo>
                    <a:pt x="2252" y="2299"/>
                  </a:lnTo>
                  <a:lnTo>
                    <a:pt x="0" y="4598"/>
                  </a:lnTo>
                  <a:lnTo>
                    <a:pt x="0" y="9216"/>
                  </a:lnTo>
                  <a:lnTo>
                    <a:pt x="2252" y="11515"/>
                  </a:lnTo>
                  <a:lnTo>
                    <a:pt x="4129" y="13833"/>
                  </a:lnTo>
                  <a:lnTo>
                    <a:pt x="51614" y="13833"/>
                  </a:lnTo>
                  <a:lnTo>
                    <a:pt x="53866" y="11515"/>
                  </a:lnTo>
                  <a:lnTo>
                    <a:pt x="56306" y="9216"/>
                  </a:lnTo>
                  <a:lnTo>
                    <a:pt x="56306" y="4598"/>
                  </a:lnTo>
                  <a:lnTo>
                    <a:pt x="53866" y="2299"/>
                  </a:lnTo>
                  <a:lnTo>
                    <a:pt x="51614" y="0"/>
                  </a:lnTo>
                  <a:close/>
                </a:path>
                <a:path w="268604" h="13970">
                  <a:moveTo>
                    <a:pt x="108296" y="0"/>
                  </a:moveTo>
                  <a:lnTo>
                    <a:pt x="103604" y="0"/>
                  </a:lnTo>
                  <a:lnTo>
                    <a:pt x="99099" y="4598"/>
                  </a:lnTo>
                  <a:lnTo>
                    <a:pt x="99099" y="9216"/>
                  </a:lnTo>
                  <a:lnTo>
                    <a:pt x="103604" y="13833"/>
                  </a:lnTo>
                  <a:lnTo>
                    <a:pt x="108296" y="13833"/>
                  </a:lnTo>
                  <a:lnTo>
                    <a:pt x="110173" y="11515"/>
                  </a:lnTo>
                  <a:lnTo>
                    <a:pt x="112425" y="9216"/>
                  </a:lnTo>
                  <a:lnTo>
                    <a:pt x="112425" y="4598"/>
                  </a:lnTo>
                  <a:lnTo>
                    <a:pt x="110173" y="2299"/>
                  </a:lnTo>
                  <a:lnTo>
                    <a:pt x="108296" y="0"/>
                  </a:lnTo>
                  <a:close/>
                </a:path>
                <a:path w="268604" h="13970">
                  <a:moveTo>
                    <a:pt x="207395" y="0"/>
                  </a:moveTo>
                  <a:lnTo>
                    <a:pt x="159910" y="0"/>
                  </a:lnTo>
                  <a:lnTo>
                    <a:pt x="157658" y="2299"/>
                  </a:lnTo>
                  <a:lnTo>
                    <a:pt x="155218" y="4598"/>
                  </a:lnTo>
                  <a:lnTo>
                    <a:pt x="155218" y="9216"/>
                  </a:lnTo>
                  <a:lnTo>
                    <a:pt x="157658" y="11515"/>
                  </a:lnTo>
                  <a:lnTo>
                    <a:pt x="159910" y="13833"/>
                  </a:lnTo>
                  <a:lnTo>
                    <a:pt x="207395" y="13833"/>
                  </a:lnTo>
                  <a:lnTo>
                    <a:pt x="209648" y="11515"/>
                  </a:lnTo>
                  <a:lnTo>
                    <a:pt x="212088" y="9216"/>
                  </a:lnTo>
                  <a:lnTo>
                    <a:pt x="212088" y="4598"/>
                  </a:lnTo>
                  <a:lnTo>
                    <a:pt x="209648" y="2299"/>
                  </a:lnTo>
                  <a:lnTo>
                    <a:pt x="207395" y="0"/>
                  </a:lnTo>
                  <a:close/>
                </a:path>
                <a:path w="268604" h="13970">
                  <a:moveTo>
                    <a:pt x="263702" y="0"/>
                  </a:moveTo>
                  <a:lnTo>
                    <a:pt x="257133" y="0"/>
                  </a:lnTo>
                  <a:lnTo>
                    <a:pt x="254693" y="2299"/>
                  </a:lnTo>
                  <a:lnTo>
                    <a:pt x="254693" y="11515"/>
                  </a:lnTo>
                  <a:lnTo>
                    <a:pt x="257133" y="13833"/>
                  </a:lnTo>
                  <a:lnTo>
                    <a:pt x="263702" y="13833"/>
                  </a:lnTo>
                  <a:lnTo>
                    <a:pt x="268207" y="9216"/>
                  </a:lnTo>
                  <a:lnTo>
                    <a:pt x="268207" y="4598"/>
                  </a:lnTo>
                  <a:lnTo>
                    <a:pt x="263702" y="0"/>
                  </a:lnTo>
                  <a:close/>
                </a:path>
              </a:pathLst>
            </a:custGeom>
            <a:solidFill>
              <a:srgbClr val="000000"/>
            </a:solidFill>
          </p:spPr>
          <p:txBody>
            <a:bodyPr wrap="square" lIns="0" tIns="0" rIns="0" bIns="0" rtlCol="0"/>
            <a:lstStyle/>
            <a:p/>
          </p:txBody>
        </p:sp>
        <p:sp>
          <p:nvSpPr>
            <p:cNvPr id="118" name="object 118" descr=""/>
            <p:cNvSpPr/>
            <p:nvPr/>
          </p:nvSpPr>
          <p:spPr>
            <a:xfrm>
              <a:off x="7791204" y="4323780"/>
              <a:ext cx="268605" cy="13970"/>
            </a:xfrm>
            <a:custGeom>
              <a:avLst/>
              <a:gdLst/>
              <a:ahLst/>
              <a:cxnLst/>
              <a:rect l="l" t="t" r="r" b="b"/>
              <a:pathLst>
                <a:path w="268604" h="13970">
                  <a:moveTo>
                    <a:pt x="6569" y="0"/>
                  </a:moveTo>
                  <a:lnTo>
                    <a:pt x="49362" y="0"/>
                  </a:lnTo>
                  <a:lnTo>
                    <a:pt x="51614" y="0"/>
                  </a:lnTo>
                  <a:lnTo>
                    <a:pt x="53866" y="2299"/>
                  </a:lnTo>
                  <a:lnTo>
                    <a:pt x="56306" y="4598"/>
                  </a:lnTo>
                  <a:lnTo>
                    <a:pt x="56306" y="6916"/>
                  </a:lnTo>
                  <a:lnTo>
                    <a:pt x="56306" y="9216"/>
                  </a:lnTo>
                  <a:lnTo>
                    <a:pt x="53866" y="11515"/>
                  </a:lnTo>
                  <a:lnTo>
                    <a:pt x="51614" y="13833"/>
                  </a:lnTo>
                  <a:lnTo>
                    <a:pt x="49362" y="13833"/>
                  </a:lnTo>
                  <a:lnTo>
                    <a:pt x="6569" y="13833"/>
                  </a:lnTo>
                  <a:lnTo>
                    <a:pt x="4129" y="13833"/>
                  </a:lnTo>
                  <a:lnTo>
                    <a:pt x="2252" y="11515"/>
                  </a:lnTo>
                  <a:lnTo>
                    <a:pt x="0" y="9216"/>
                  </a:lnTo>
                  <a:lnTo>
                    <a:pt x="0" y="6916"/>
                  </a:lnTo>
                  <a:lnTo>
                    <a:pt x="0" y="4598"/>
                  </a:lnTo>
                  <a:lnTo>
                    <a:pt x="2252" y="2299"/>
                  </a:lnTo>
                  <a:lnTo>
                    <a:pt x="4129" y="0"/>
                  </a:lnTo>
                  <a:lnTo>
                    <a:pt x="6569" y="0"/>
                  </a:lnTo>
                  <a:close/>
                </a:path>
                <a:path w="268604" h="13970">
                  <a:moveTo>
                    <a:pt x="106044" y="0"/>
                  </a:moveTo>
                  <a:lnTo>
                    <a:pt x="108296" y="0"/>
                  </a:lnTo>
                  <a:lnTo>
                    <a:pt x="110173" y="2299"/>
                  </a:lnTo>
                  <a:lnTo>
                    <a:pt x="112425" y="4598"/>
                  </a:lnTo>
                  <a:lnTo>
                    <a:pt x="112425" y="6916"/>
                  </a:lnTo>
                  <a:lnTo>
                    <a:pt x="112425" y="9216"/>
                  </a:lnTo>
                  <a:lnTo>
                    <a:pt x="110173" y="11515"/>
                  </a:lnTo>
                  <a:lnTo>
                    <a:pt x="108296" y="13833"/>
                  </a:lnTo>
                  <a:lnTo>
                    <a:pt x="106044" y="13833"/>
                  </a:lnTo>
                  <a:lnTo>
                    <a:pt x="103604" y="13833"/>
                  </a:lnTo>
                  <a:lnTo>
                    <a:pt x="101351" y="11515"/>
                  </a:lnTo>
                  <a:lnTo>
                    <a:pt x="99099" y="9216"/>
                  </a:lnTo>
                  <a:lnTo>
                    <a:pt x="99099" y="6916"/>
                  </a:lnTo>
                  <a:lnTo>
                    <a:pt x="99099" y="4598"/>
                  </a:lnTo>
                  <a:lnTo>
                    <a:pt x="101351" y="2299"/>
                  </a:lnTo>
                  <a:lnTo>
                    <a:pt x="103604" y="0"/>
                  </a:lnTo>
                  <a:lnTo>
                    <a:pt x="106044" y="0"/>
                  </a:lnTo>
                  <a:close/>
                </a:path>
                <a:path w="268604" h="13970">
                  <a:moveTo>
                    <a:pt x="162350" y="0"/>
                  </a:moveTo>
                  <a:lnTo>
                    <a:pt x="204956" y="0"/>
                  </a:lnTo>
                  <a:lnTo>
                    <a:pt x="207395" y="0"/>
                  </a:lnTo>
                  <a:lnTo>
                    <a:pt x="209648" y="2299"/>
                  </a:lnTo>
                  <a:lnTo>
                    <a:pt x="212088" y="4598"/>
                  </a:lnTo>
                  <a:lnTo>
                    <a:pt x="212088" y="6916"/>
                  </a:lnTo>
                  <a:lnTo>
                    <a:pt x="212088" y="9216"/>
                  </a:lnTo>
                  <a:lnTo>
                    <a:pt x="209648" y="11515"/>
                  </a:lnTo>
                  <a:lnTo>
                    <a:pt x="207395" y="13833"/>
                  </a:lnTo>
                  <a:lnTo>
                    <a:pt x="204956" y="13833"/>
                  </a:lnTo>
                  <a:lnTo>
                    <a:pt x="162350" y="13833"/>
                  </a:lnTo>
                  <a:lnTo>
                    <a:pt x="159910" y="13833"/>
                  </a:lnTo>
                  <a:lnTo>
                    <a:pt x="157658" y="11515"/>
                  </a:lnTo>
                  <a:lnTo>
                    <a:pt x="155218" y="9216"/>
                  </a:lnTo>
                  <a:lnTo>
                    <a:pt x="155218" y="6916"/>
                  </a:lnTo>
                  <a:lnTo>
                    <a:pt x="155218" y="4598"/>
                  </a:lnTo>
                  <a:lnTo>
                    <a:pt x="157658" y="2299"/>
                  </a:lnTo>
                  <a:lnTo>
                    <a:pt x="159910" y="0"/>
                  </a:lnTo>
                  <a:lnTo>
                    <a:pt x="162350" y="0"/>
                  </a:lnTo>
                  <a:close/>
                </a:path>
                <a:path w="268604" h="13970">
                  <a:moveTo>
                    <a:pt x="261825" y="0"/>
                  </a:moveTo>
                  <a:lnTo>
                    <a:pt x="263702" y="0"/>
                  </a:lnTo>
                  <a:lnTo>
                    <a:pt x="265954" y="2299"/>
                  </a:lnTo>
                  <a:lnTo>
                    <a:pt x="268207" y="4598"/>
                  </a:lnTo>
                  <a:lnTo>
                    <a:pt x="268207" y="6916"/>
                  </a:lnTo>
                  <a:lnTo>
                    <a:pt x="268207" y="9216"/>
                  </a:lnTo>
                  <a:lnTo>
                    <a:pt x="265954" y="11515"/>
                  </a:lnTo>
                  <a:lnTo>
                    <a:pt x="263702" y="13833"/>
                  </a:lnTo>
                  <a:lnTo>
                    <a:pt x="261825" y="13833"/>
                  </a:lnTo>
                  <a:lnTo>
                    <a:pt x="257133" y="13833"/>
                  </a:lnTo>
                  <a:lnTo>
                    <a:pt x="254693" y="11515"/>
                  </a:lnTo>
                  <a:lnTo>
                    <a:pt x="254693" y="9216"/>
                  </a:lnTo>
                  <a:lnTo>
                    <a:pt x="254693" y="6916"/>
                  </a:lnTo>
                  <a:lnTo>
                    <a:pt x="254693" y="4598"/>
                  </a:lnTo>
                  <a:lnTo>
                    <a:pt x="254693" y="2299"/>
                  </a:lnTo>
                  <a:lnTo>
                    <a:pt x="257133" y="0"/>
                  </a:lnTo>
                  <a:lnTo>
                    <a:pt x="261825" y="0"/>
                  </a:lnTo>
                  <a:close/>
                </a:path>
              </a:pathLst>
            </a:custGeom>
            <a:ln w="3175">
              <a:solidFill>
                <a:srgbClr val="000000"/>
              </a:solidFill>
            </a:ln>
          </p:spPr>
          <p:txBody>
            <a:bodyPr wrap="square" lIns="0" tIns="0" rIns="0" bIns="0" rtlCol="0"/>
            <a:lstStyle/>
            <a:p/>
          </p:txBody>
        </p:sp>
        <p:sp>
          <p:nvSpPr>
            <p:cNvPr id="119" name="object 119" descr=""/>
            <p:cNvSpPr/>
            <p:nvPr/>
          </p:nvSpPr>
          <p:spPr>
            <a:xfrm>
              <a:off x="9257053" y="4154503"/>
              <a:ext cx="275590" cy="0"/>
            </a:xfrm>
            <a:custGeom>
              <a:avLst/>
              <a:gdLst/>
              <a:ahLst/>
              <a:cxnLst/>
              <a:rect l="l" t="t" r="r" b="b"/>
              <a:pathLst>
                <a:path w="275590" h="0">
                  <a:moveTo>
                    <a:pt x="0" y="0"/>
                  </a:moveTo>
                  <a:lnTo>
                    <a:pt x="275339" y="0"/>
                  </a:lnTo>
                </a:path>
              </a:pathLst>
            </a:custGeom>
            <a:ln w="13428">
              <a:solidFill>
                <a:srgbClr val="000000"/>
              </a:solidFill>
            </a:ln>
          </p:spPr>
          <p:txBody>
            <a:bodyPr wrap="square" lIns="0" tIns="0" rIns="0" bIns="0" rtlCol="0"/>
            <a:lstStyle/>
            <a:p/>
          </p:txBody>
        </p:sp>
        <p:pic>
          <p:nvPicPr>
            <p:cNvPr id="120" name="object 120" descr=""/>
            <p:cNvPicPr/>
            <p:nvPr/>
          </p:nvPicPr>
          <p:blipFill>
            <a:blip r:embed="rId3" cstate="print"/>
            <a:stretch>
              <a:fillRect/>
            </a:stretch>
          </p:blipFill>
          <p:spPr>
            <a:xfrm>
              <a:off x="9532392" y="3803515"/>
              <a:ext cx="198518" cy="756413"/>
            </a:xfrm>
            <a:prstGeom prst="rect">
              <a:avLst/>
            </a:prstGeom>
          </p:spPr>
        </p:pic>
        <p:sp>
          <p:nvSpPr>
            <p:cNvPr id="121" name="object 121" descr=""/>
            <p:cNvSpPr/>
            <p:nvPr/>
          </p:nvSpPr>
          <p:spPr>
            <a:xfrm>
              <a:off x="7677840" y="3805814"/>
              <a:ext cx="2053589" cy="756920"/>
            </a:xfrm>
            <a:custGeom>
              <a:avLst/>
              <a:gdLst/>
              <a:ahLst/>
              <a:cxnLst/>
              <a:rect l="l" t="t" r="r" b="b"/>
              <a:pathLst>
                <a:path w="2053590" h="756920">
                  <a:moveTo>
                    <a:pt x="1854551" y="756413"/>
                  </a:moveTo>
                  <a:lnTo>
                    <a:pt x="2053070" y="756413"/>
                  </a:lnTo>
                  <a:lnTo>
                    <a:pt x="2053070" y="0"/>
                  </a:lnTo>
                  <a:lnTo>
                    <a:pt x="1854551" y="0"/>
                  </a:lnTo>
                  <a:lnTo>
                    <a:pt x="1854551" y="756413"/>
                  </a:lnTo>
                  <a:close/>
                </a:path>
                <a:path w="2053590" h="756920">
                  <a:moveTo>
                    <a:pt x="0" y="348688"/>
                  </a:moveTo>
                  <a:lnTo>
                    <a:pt x="0" y="231530"/>
                  </a:lnTo>
                </a:path>
                <a:path w="2053590" h="756920">
                  <a:moveTo>
                    <a:pt x="0" y="231530"/>
                  </a:moveTo>
                  <a:lnTo>
                    <a:pt x="117117" y="231530"/>
                  </a:lnTo>
                </a:path>
              </a:pathLst>
            </a:custGeom>
            <a:ln w="13455">
              <a:solidFill>
                <a:srgbClr val="000000"/>
              </a:solidFill>
            </a:ln>
          </p:spPr>
          <p:txBody>
            <a:bodyPr wrap="square" lIns="0" tIns="0" rIns="0" bIns="0" rtlCol="0"/>
            <a:lstStyle/>
            <a:p/>
          </p:txBody>
        </p:sp>
        <p:pic>
          <p:nvPicPr>
            <p:cNvPr id="122" name="object 122" descr=""/>
            <p:cNvPicPr/>
            <p:nvPr/>
          </p:nvPicPr>
          <p:blipFill>
            <a:blip r:embed="rId2" cstate="print"/>
            <a:stretch>
              <a:fillRect/>
            </a:stretch>
          </p:blipFill>
          <p:spPr>
            <a:xfrm>
              <a:off x="8464819" y="3803515"/>
              <a:ext cx="198987" cy="756413"/>
            </a:xfrm>
            <a:prstGeom prst="rect">
              <a:avLst/>
            </a:prstGeom>
          </p:spPr>
        </p:pic>
        <p:sp>
          <p:nvSpPr>
            <p:cNvPr id="123" name="object 123" descr=""/>
            <p:cNvSpPr/>
            <p:nvPr/>
          </p:nvSpPr>
          <p:spPr>
            <a:xfrm>
              <a:off x="8467259" y="3805814"/>
              <a:ext cx="196850" cy="756920"/>
            </a:xfrm>
            <a:custGeom>
              <a:avLst/>
              <a:gdLst/>
              <a:ahLst/>
              <a:cxnLst/>
              <a:rect l="l" t="t" r="r" b="b"/>
              <a:pathLst>
                <a:path w="196850" h="756920">
                  <a:moveTo>
                    <a:pt x="0" y="756413"/>
                  </a:moveTo>
                  <a:lnTo>
                    <a:pt x="196660" y="756413"/>
                  </a:lnTo>
                  <a:lnTo>
                    <a:pt x="196660" y="0"/>
                  </a:lnTo>
                  <a:lnTo>
                    <a:pt x="0" y="0"/>
                  </a:lnTo>
                  <a:lnTo>
                    <a:pt x="0" y="756413"/>
                  </a:lnTo>
                  <a:close/>
                </a:path>
              </a:pathLst>
            </a:custGeom>
            <a:ln w="13479">
              <a:solidFill>
                <a:srgbClr val="000000"/>
              </a:solidFill>
            </a:ln>
          </p:spPr>
          <p:txBody>
            <a:bodyPr wrap="square" lIns="0" tIns="0" rIns="0" bIns="0" rtlCol="0"/>
            <a:lstStyle/>
            <a:p/>
          </p:txBody>
        </p:sp>
        <p:pic>
          <p:nvPicPr>
            <p:cNvPr id="124" name="object 124" descr=""/>
            <p:cNvPicPr/>
            <p:nvPr/>
          </p:nvPicPr>
          <p:blipFill>
            <a:blip r:embed="rId3" cstate="print"/>
            <a:stretch>
              <a:fillRect/>
            </a:stretch>
          </p:blipFill>
          <p:spPr>
            <a:xfrm>
              <a:off x="7400249" y="3803515"/>
              <a:ext cx="198518" cy="756413"/>
            </a:xfrm>
            <a:prstGeom prst="rect">
              <a:avLst/>
            </a:prstGeom>
          </p:spPr>
        </p:pic>
        <p:sp>
          <p:nvSpPr>
            <p:cNvPr id="125" name="object 125" descr=""/>
            <p:cNvSpPr/>
            <p:nvPr/>
          </p:nvSpPr>
          <p:spPr>
            <a:xfrm>
              <a:off x="7400249" y="3805814"/>
              <a:ext cx="198755" cy="756920"/>
            </a:xfrm>
            <a:custGeom>
              <a:avLst/>
              <a:gdLst/>
              <a:ahLst/>
              <a:cxnLst/>
              <a:rect l="l" t="t" r="r" b="b"/>
              <a:pathLst>
                <a:path w="198754" h="756920">
                  <a:moveTo>
                    <a:pt x="0" y="756413"/>
                  </a:moveTo>
                  <a:lnTo>
                    <a:pt x="198518" y="756413"/>
                  </a:lnTo>
                  <a:lnTo>
                    <a:pt x="198518" y="0"/>
                  </a:lnTo>
                  <a:lnTo>
                    <a:pt x="0" y="0"/>
                  </a:lnTo>
                  <a:lnTo>
                    <a:pt x="0" y="756413"/>
                  </a:lnTo>
                  <a:close/>
                </a:path>
              </a:pathLst>
            </a:custGeom>
            <a:ln w="13478">
              <a:solidFill>
                <a:srgbClr val="000000"/>
              </a:solidFill>
            </a:ln>
          </p:spPr>
          <p:txBody>
            <a:bodyPr wrap="square" lIns="0" tIns="0" rIns="0" bIns="0" rtlCol="0"/>
            <a:lstStyle/>
            <a:p/>
          </p:txBody>
        </p:sp>
      </p:grpSp>
      <p:sp>
        <p:nvSpPr>
          <p:cNvPr id="126" name="object 126" descr=""/>
          <p:cNvSpPr txBox="1"/>
          <p:nvPr/>
        </p:nvSpPr>
        <p:spPr>
          <a:xfrm>
            <a:off x="1997807" y="1577192"/>
            <a:ext cx="149352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DADD</a:t>
            </a:r>
            <a:r>
              <a:rPr dirty="0" sz="1300" spc="80">
                <a:latin typeface="Times New Roman"/>
                <a:cs typeface="Times New Roman"/>
              </a:rPr>
              <a:t> </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R2</a:t>
            </a:r>
            <a:r>
              <a:rPr dirty="0" sz="1300" spc="-10">
                <a:latin typeface="宋体"/>
                <a:cs typeface="宋体"/>
              </a:rPr>
              <a:t>，</a:t>
            </a:r>
            <a:r>
              <a:rPr dirty="0" sz="1300" spc="-10">
                <a:latin typeface="Times New Roman"/>
                <a:cs typeface="Times New Roman"/>
              </a:rPr>
              <a:t>R3</a:t>
            </a:r>
            <a:endParaRPr sz="1300">
              <a:latin typeface="Times New Roman"/>
              <a:cs typeface="Times New Roman"/>
            </a:endParaRPr>
          </a:p>
        </p:txBody>
      </p:sp>
      <p:sp>
        <p:nvSpPr>
          <p:cNvPr id="127" name="object 127" descr=""/>
          <p:cNvSpPr txBox="1"/>
          <p:nvPr/>
        </p:nvSpPr>
        <p:spPr>
          <a:xfrm>
            <a:off x="1997807" y="2392082"/>
            <a:ext cx="146177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DSUB</a:t>
            </a:r>
            <a:r>
              <a:rPr dirty="0" sz="1300" spc="80">
                <a:latin typeface="Times New Roman"/>
                <a:cs typeface="Times New Roman"/>
              </a:rPr>
              <a:t> </a:t>
            </a:r>
            <a:r>
              <a:rPr dirty="0" sz="1300" spc="-10">
                <a:latin typeface="Times New Roman"/>
                <a:cs typeface="Times New Roman"/>
              </a:rPr>
              <a:t>R4</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R5</a:t>
            </a:r>
            <a:endParaRPr sz="1300">
              <a:latin typeface="Times New Roman"/>
              <a:cs typeface="Times New Roman"/>
            </a:endParaRPr>
          </a:p>
        </p:txBody>
      </p:sp>
      <p:sp>
        <p:nvSpPr>
          <p:cNvPr id="128" name="object 128" descr=""/>
          <p:cNvSpPr txBox="1"/>
          <p:nvPr/>
        </p:nvSpPr>
        <p:spPr>
          <a:xfrm>
            <a:off x="1997807" y="3204915"/>
            <a:ext cx="1367155"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XOR</a:t>
            </a:r>
            <a:r>
              <a:rPr dirty="0" sz="1300" spc="80">
                <a:latin typeface="Times New Roman"/>
                <a:cs typeface="Times New Roman"/>
              </a:rPr>
              <a:t> </a:t>
            </a:r>
            <a:r>
              <a:rPr dirty="0" sz="1300" spc="-10">
                <a:latin typeface="Times New Roman"/>
                <a:cs typeface="Times New Roman"/>
              </a:rPr>
              <a:t>R6</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R7</a:t>
            </a:r>
            <a:endParaRPr sz="1300">
              <a:latin typeface="Times New Roman"/>
              <a:cs typeface="Times New Roman"/>
            </a:endParaRPr>
          </a:p>
        </p:txBody>
      </p:sp>
      <p:sp>
        <p:nvSpPr>
          <p:cNvPr id="129" name="object 129" descr=""/>
          <p:cNvSpPr txBox="1"/>
          <p:nvPr/>
        </p:nvSpPr>
        <p:spPr>
          <a:xfrm>
            <a:off x="1997807" y="4022142"/>
            <a:ext cx="1335405"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AND</a:t>
            </a:r>
            <a:r>
              <a:rPr dirty="0" sz="1300" spc="55">
                <a:latin typeface="Times New Roman"/>
                <a:cs typeface="Times New Roman"/>
              </a:rPr>
              <a:t> </a:t>
            </a:r>
            <a:r>
              <a:rPr dirty="0" sz="1300" spc="-10">
                <a:latin typeface="Times New Roman"/>
                <a:cs typeface="Times New Roman"/>
              </a:rPr>
              <a:t>R8</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R9</a:t>
            </a:r>
            <a:endParaRPr sz="1300">
              <a:latin typeface="Times New Roman"/>
              <a:cs typeface="Times New Roman"/>
            </a:endParaRPr>
          </a:p>
        </p:txBody>
      </p:sp>
      <p:sp>
        <p:nvSpPr>
          <p:cNvPr id="130" name="object 130" descr=""/>
          <p:cNvSpPr txBox="1"/>
          <p:nvPr/>
        </p:nvSpPr>
        <p:spPr>
          <a:xfrm>
            <a:off x="7794959" y="4793758"/>
            <a:ext cx="474345" cy="349250"/>
          </a:xfrm>
          <a:prstGeom prst="rect">
            <a:avLst/>
          </a:prstGeom>
          <a:ln w="13447">
            <a:solidFill>
              <a:srgbClr val="000000"/>
            </a:solidFill>
          </a:ln>
        </p:spPr>
        <p:txBody>
          <a:bodyPr wrap="square" lIns="0" tIns="75565" rIns="0" bIns="0" rtlCol="0" vert="horz">
            <a:spAutoFit/>
          </a:bodyPr>
          <a:lstStyle/>
          <a:p>
            <a:pPr marL="137160">
              <a:lnSpc>
                <a:spcPct val="100000"/>
              </a:lnSpc>
              <a:spcBef>
                <a:spcPts val="595"/>
              </a:spcBef>
            </a:pPr>
            <a:r>
              <a:rPr dirty="0" sz="1300" spc="-25">
                <a:latin typeface="Times New Roman"/>
                <a:cs typeface="Times New Roman"/>
              </a:rPr>
              <a:t>IM</a:t>
            </a:r>
            <a:endParaRPr sz="1300">
              <a:latin typeface="Times New Roman"/>
              <a:cs typeface="Times New Roman"/>
            </a:endParaRPr>
          </a:p>
        </p:txBody>
      </p:sp>
      <p:sp>
        <p:nvSpPr>
          <p:cNvPr id="131" name="object 131" descr=""/>
          <p:cNvSpPr txBox="1"/>
          <p:nvPr/>
        </p:nvSpPr>
        <p:spPr>
          <a:xfrm>
            <a:off x="8946304" y="4838975"/>
            <a:ext cx="297815" cy="229235"/>
          </a:xfrm>
          <a:prstGeom prst="rect">
            <a:avLst/>
          </a:prstGeom>
        </p:spPr>
        <p:txBody>
          <a:bodyPr wrap="square" lIns="0" tIns="17145" rIns="0" bIns="0" rtlCol="0" vert="horz">
            <a:spAutoFit/>
          </a:bodyPr>
          <a:lstStyle/>
          <a:p>
            <a:pPr marL="12700">
              <a:lnSpc>
                <a:spcPct val="100000"/>
              </a:lnSpc>
              <a:spcBef>
                <a:spcPts val="135"/>
              </a:spcBef>
            </a:pPr>
            <a:r>
              <a:rPr dirty="0" sz="1300" spc="-25">
                <a:latin typeface="Times New Roman"/>
                <a:cs typeface="Times New Roman"/>
              </a:rPr>
              <a:t>Reg</a:t>
            </a:r>
            <a:endParaRPr sz="1300">
              <a:latin typeface="Times New Roman"/>
              <a:cs typeface="Times New Roman"/>
            </a:endParaRPr>
          </a:p>
        </p:txBody>
      </p:sp>
      <p:grpSp>
        <p:nvGrpSpPr>
          <p:cNvPr id="132" name="object 132" descr=""/>
          <p:cNvGrpSpPr/>
          <p:nvPr/>
        </p:nvGrpSpPr>
        <p:grpSpPr>
          <a:xfrm>
            <a:off x="6391638" y="1030605"/>
            <a:ext cx="4015104" cy="4351020"/>
            <a:chOff x="6391638" y="1030605"/>
            <a:chExt cx="4015104" cy="4351020"/>
          </a:xfrm>
        </p:grpSpPr>
        <p:sp>
          <p:nvSpPr>
            <p:cNvPr id="133" name="object 133" descr=""/>
            <p:cNvSpPr/>
            <p:nvPr/>
          </p:nvSpPr>
          <p:spPr>
            <a:xfrm>
              <a:off x="8268685" y="4793758"/>
              <a:ext cx="1264285" cy="349250"/>
            </a:xfrm>
            <a:custGeom>
              <a:avLst/>
              <a:gdLst/>
              <a:ahLst/>
              <a:cxnLst/>
              <a:rect l="l" t="t" r="r" b="b"/>
              <a:pathLst>
                <a:path w="1264284" h="349250">
                  <a:moveTo>
                    <a:pt x="0" y="173428"/>
                  </a:moveTo>
                  <a:lnTo>
                    <a:pt x="198574" y="173428"/>
                  </a:lnTo>
                </a:path>
                <a:path w="1264284" h="349250">
                  <a:moveTo>
                    <a:pt x="395084" y="173428"/>
                  </a:moveTo>
                  <a:lnTo>
                    <a:pt x="593659" y="173428"/>
                  </a:lnTo>
                </a:path>
                <a:path w="1264284" h="349250">
                  <a:moveTo>
                    <a:pt x="1067385" y="103791"/>
                  </a:moveTo>
                  <a:lnTo>
                    <a:pt x="1263707" y="103791"/>
                  </a:lnTo>
                </a:path>
                <a:path w="1264284" h="349250">
                  <a:moveTo>
                    <a:pt x="1067385" y="267984"/>
                  </a:moveTo>
                  <a:lnTo>
                    <a:pt x="1263707" y="267984"/>
                  </a:lnTo>
                </a:path>
                <a:path w="1264284" h="349250">
                  <a:moveTo>
                    <a:pt x="830334" y="0"/>
                  </a:moveTo>
                  <a:lnTo>
                    <a:pt x="1067385" y="0"/>
                  </a:lnTo>
                </a:path>
                <a:path w="1264284" h="349250">
                  <a:moveTo>
                    <a:pt x="1067385" y="0"/>
                  </a:moveTo>
                  <a:lnTo>
                    <a:pt x="1067385" y="349155"/>
                  </a:lnTo>
                </a:path>
                <a:path w="1264284" h="349250">
                  <a:moveTo>
                    <a:pt x="830334" y="349155"/>
                  </a:moveTo>
                  <a:lnTo>
                    <a:pt x="1067385" y="349155"/>
                  </a:lnTo>
                </a:path>
              </a:pathLst>
            </a:custGeom>
            <a:ln w="13455">
              <a:solidFill>
                <a:srgbClr val="000000"/>
              </a:solidFill>
            </a:ln>
          </p:spPr>
          <p:txBody>
            <a:bodyPr wrap="square" lIns="0" tIns="0" rIns="0" bIns="0" rtlCol="0"/>
            <a:lstStyle/>
            <a:p/>
          </p:txBody>
        </p:sp>
        <p:sp>
          <p:nvSpPr>
            <p:cNvPr id="134" name="object 134" descr=""/>
            <p:cNvSpPr/>
            <p:nvPr/>
          </p:nvSpPr>
          <p:spPr>
            <a:xfrm>
              <a:off x="8855774" y="4790075"/>
              <a:ext cx="269240" cy="13970"/>
            </a:xfrm>
            <a:custGeom>
              <a:avLst/>
              <a:gdLst/>
              <a:ahLst/>
              <a:cxnLst/>
              <a:rect l="l" t="t" r="r" b="b"/>
              <a:pathLst>
                <a:path w="269240" h="13970">
                  <a:moveTo>
                    <a:pt x="52177" y="0"/>
                  </a:moveTo>
                  <a:lnTo>
                    <a:pt x="4692" y="0"/>
                  </a:lnTo>
                  <a:lnTo>
                    <a:pt x="2439" y="1850"/>
                  </a:lnTo>
                  <a:lnTo>
                    <a:pt x="2439" y="4150"/>
                  </a:lnTo>
                  <a:lnTo>
                    <a:pt x="0" y="6449"/>
                  </a:lnTo>
                  <a:lnTo>
                    <a:pt x="2439" y="8767"/>
                  </a:lnTo>
                  <a:lnTo>
                    <a:pt x="2439" y="11067"/>
                  </a:lnTo>
                  <a:lnTo>
                    <a:pt x="4692" y="13366"/>
                  </a:lnTo>
                  <a:lnTo>
                    <a:pt x="52177" y="13366"/>
                  </a:lnTo>
                  <a:lnTo>
                    <a:pt x="54429" y="11067"/>
                  </a:lnTo>
                  <a:lnTo>
                    <a:pt x="56306" y="8767"/>
                  </a:lnTo>
                  <a:lnTo>
                    <a:pt x="56306" y="4150"/>
                  </a:lnTo>
                  <a:lnTo>
                    <a:pt x="54429" y="1850"/>
                  </a:lnTo>
                  <a:lnTo>
                    <a:pt x="52177" y="0"/>
                  </a:lnTo>
                  <a:close/>
                </a:path>
                <a:path w="269240" h="13970">
                  <a:moveTo>
                    <a:pt x="110736" y="0"/>
                  </a:moveTo>
                  <a:lnTo>
                    <a:pt x="103791" y="0"/>
                  </a:lnTo>
                  <a:lnTo>
                    <a:pt x="101914" y="1850"/>
                  </a:lnTo>
                  <a:lnTo>
                    <a:pt x="99662" y="4150"/>
                  </a:lnTo>
                  <a:lnTo>
                    <a:pt x="99662" y="8767"/>
                  </a:lnTo>
                  <a:lnTo>
                    <a:pt x="101914" y="11067"/>
                  </a:lnTo>
                  <a:lnTo>
                    <a:pt x="103791" y="13366"/>
                  </a:lnTo>
                  <a:lnTo>
                    <a:pt x="110736" y="13366"/>
                  </a:lnTo>
                  <a:lnTo>
                    <a:pt x="112988" y="11067"/>
                  </a:lnTo>
                  <a:lnTo>
                    <a:pt x="112988" y="8767"/>
                  </a:lnTo>
                  <a:lnTo>
                    <a:pt x="115428" y="6449"/>
                  </a:lnTo>
                  <a:lnTo>
                    <a:pt x="112988" y="4150"/>
                  </a:lnTo>
                  <a:lnTo>
                    <a:pt x="112988" y="1850"/>
                  </a:lnTo>
                  <a:lnTo>
                    <a:pt x="110736" y="0"/>
                  </a:lnTo>
                  <a:close/>
                </a:path>
                <a:path w="269240" h="13970">
                  <a:moveTo>
                    <a:pt x="207959" y="0"/>
                  </a:moveTo>
                  <a:lnTo>
                    <a:pt x="160473" y="0"/>
                  </a:lnTo>
                  <a:lnTo>
                    <a:pt x="158221" y="1850"/>
                  </a:lnTo>
                  <a:lnTo>
                    <a:pt x="158221" y="4150"/>
                  </a:lnTo>
                  <a:lnTo>
                    <a:pt x="155781" y="6449"/>
                  </a:lnTo>
                  <a:lnTo>
                    <a:pt x="158221" y="8767"/>
                  </a:lnTo>
                  <a:lnTo>
                    <a:pt x="158221" y="11067"/>
                  </a:lnTo>
                  <a:lnTo>
                    <a:pt x="160473" y="13366"/>
                  </a:lnTo>
                  <a:lnTo>
                    <a:pt x="207959" y="13366"/>
                  </a:lnTo>
                  <a:lnTo>
                    <a:pt x="209835" y="11067"/>
                  </a:lnTo>
                  <a:lnTo>
                    <a:pt x="212088" y="8767"/>
                  </a:lnTo>
                  <a:lnTo>
                    <a:pt x="212088" y="4150"/>
                  </a:lnTo>
                  <a:lnTo>
                    <a:pt x="209835" y="1850"/>
                  </a:lnTo>
                  <a:lnTo>
                    <a:pt x="207959" y="0"/>
                  </a:lnTo>
                  <a:close/>
                </a:path>
                <a:path w="269240" h="13970">
                  <a:moveTo>
                    <a:pt x="264077" y="0"/>
                  </a:moveTo>
                  <a:lnTo>
                    <a:pt x="259573" y="0"/>
                  </a:lnTo>
                  <a:lnTo>
                    <a:pt x="257133" y="1850"/>
                  </a:lnTo>
                  <a:lnTo>
                    <a:pt x="254881" y="4150"/>
                  </a:lnTo>
                  <a:lnTo>
                    <a:pt x="254881" y="8767"/>
                  </a:lnTo>
                  <a:lnTo>
                    <a:pt x="257133" y="11067"/>
                  </a:lnTo>
                  <a:lnTo>
                    <a:pt x="259573" y="13366"/>
                  </a:lnTo>
                  <a:lnTo>
                    <a:pt x="264077" y="13366"/>
                  </a:lnTo>
                  <a:lnTo>
                    <a:pt x="266517" y="11067"/>
                  </a:lnTo>
                  <a:lnTo>
                    <a:pt x="268770" y="8767"/>
                  </a:lnTo>
                  <a:lnTo>
                    <a:pt x="268770" y="4150"/>
                  </a:lnTo>
                  <a:lnTo>
                    <a:pt x="266517" y="1850"/>
                  </a:lnTo>
                  <a:lnTo>
                    <a:pt x="264077" y="0"/>
                  </a:lnTo>
                  <a:close/>
                </a:path>
              </a:pathLst>
            </a:custGeom>
            <a:solidFill>
              <a:srgbClr val="000000"/>
            </a:solidFill>
          </p:spPr>
          <p:txBody>
            <a:bodyPr wrap="square" lIns="0" tIns="0" rIns="0" bIns="0" rtlCol="0"/>
            <a:lstStyle/>
            <a:p/>
          </p:txBody>
        </p:sp>
        <p:sp>
          <p:nvSpPr>
            <p:cNvPr id="135" name="object 135" descr=""/>
            <p:cNvSpPr/>
            <p:nvPr/>
          </p:nvSpPr>
          <p:spPr>
            <a:xfrm>
              <a:off x="8855775" y="4790075"/>
              <a:ext cx="269240" cy="13970"/>
            </a:xfrm>
            <a:custGeom>
              <a:avLst/>
              <a:gdLst/>
              <a:ahLst/>
              <a:cxnLst/>
              <a:rect l="l" t="t" r="r" b="b"/>
              <a:pathLst>
                <a:path w="269240" h="13970">
                  <a:moveTo>
                    <a:pt x="9384" y="0"/>
                  </a:moveTo>
                  <a:lnTo>
                    <a:pt x="49925" y="0"/>
                  </a:lnTo>
                  <a:lnTo>
                    <a:pt x="52177" y="0"/>
                  </a:lnTo>
                  <a:lnTo>
                    <a:pt x="54429" y="1850"/>
                  </a:lnTo>
                  <a:lnTo>
                    <a:pt x="56306" y="4150"/>
                  </a:lnTo>
                  <a:lnTo>
                    <a:pt x="56306" y="6449"/>
                  </a:lnTo>
                  <a:lnTo>
                    <a:pt x="56306" y="8767"/>
                  </a:lnTo>
                  <a:lnTo>
                    <a:pt x="54429" y="11067"/>
                  </a:lnTo>
                  <a:lnTo>
                    <a:pt x="52177" y="13366"/>
                  </a:lnTo>
                  <a:lnTo>
                    <a:pt x="49925" y="13366"/>
                  </a:lnTo>
                  <a:lnTo>
                    <a:pt x="9384" y="13366"/>
                  </a:lnTo>
                  <a:lnTo>
                    <a:pt x="4692" y="13366"/>
                  </a:lnTo>
                  <a:lnTo>
                    <a:pt x="2439" y="11067"/>
                  </a:lnTo>
                  <a:lnTo>
                    <a:pt x="2439" y="8767"/>
                  </a:lnTo>
                  <a:lnTo>
                    <a:pt x="0" y="6449"/>
                  </a:lnTo>
                  <a:lnTo>
                    <a:pt x="2439" y="4150"/>
                  </a:lnTo>
                  <a:lnTo>
                    <a:pt x="2439" y="1850"/>
                  </a:lnTo>
                  <a:lnTo>
                    <a:pt x="4692" y="0"/>
                  </a:lnTo>
                  <a:lnTo>
                    <a:pt x="9384" y="0"/>
                  </a:lnTo>
                  <a:close/>
                </a:path>
                <a:path w="269240" h="13970">
                  <a:moveTo>
                    <a:pt x="106044" y="0"/>
                  </a:moveTo>
                  <a:lnTo>
                    <a:pt x="110736" y="0"/>
                  </a:lnTo>
                  <a:lnTo>
                    <a:pt x="112988" y="1850"/>
                  </a:lnTo>
                  <a:lnTo>
                    <a:pt x="112988" y="4150"/>
                  </a:lnTo>
                  <a:lnTo>
                    <a:pt x="115428" y="6449"/>
                  </a:lnTo>
                  <a:lnTo>
                    <a:pt x="112988" y="8767"/>
                  </a:lnTo>
                  <a:lnTo>
                    <a:pt x="112988" y="11067"/>
                  </a:lnTo>
                  <a:lnTo>
                    <a:pt x="110736" y="13366"/>
                  </a:lnTo>
                  <a:lnTo>
                    <a:pt x="106044" y="13366"/>
                  </a:lnTo>
                  <a:lnTo>
                    <a:pt x="103791" y="13366"/>
                  </a:lnTo>
                  <a:lnTo>
                    <a:pt x="101914" y="11067"/>
                  </a:lnTo>
                  <a:lnTo>
                    <a:pt x="99662" y="8767"/>
                  </a:lnTo>
                  <a:lnTo>
                    <a:pt x="99662" y="6449"/>
                  </a:lnTo>
                  <a:lnTo>
                    <a:pt x="99662" y="4150"/>
                  </a:lnTo>
                  <a:lnTo>
                    <a:pt x="101914" y="1850"/>
                  </a:lnTo>
                  <a:lnTo>
                    <a:pt x="103791" y="0"/>
                  </a:lnTo>
                  <a:lnTo>
                    <a:pt x="106044" y="0"/>
                  </a:lnTo>
                  <a:close/>
                </a:path>
                <a:path w="269240" h="13970">
                  <a:moveTo>
                    <a:pt x="162726" y="0"/>
                  </a:moveTo>
                  <a:lnTo>
                    <a:pt x="205519" y="0"/>
                  </a:lnTo>
                  <a:lnTo>
                    <a:pt x="207959" y="0"/>
                  </a:lnTo>
                  <a:lnTo>
                    <a:pt x="209835" y="1850"/>
                  </a:lnTo>
                  <a:lnTo>
                    <a:pt x="212088" y="4150"/>
                  </a:lnTo>
                  <a:lnTo>
                    <a:pt x="212088" y="6449"/>
                  </a:lnTo>
                  <a:lnTo>
                    <a:pt x="212088" y="8767"/>
                  </a:lnTo>
                  <a:lnTo>
                    <a:pt x="209835" y="11067"/>
                  </a:lnTo>
                  <a:lnTo>
                    <a:pt x="207959" y="13366"/>
                  </a:lnTo>
                  <a:lnTo>
                    <a:pt x="205519" y="13366"/>
                  </a:lnTo>
                  <a:lnTo>
                    <a:pt x="162726" y="13366"/>
                  </a:lnTo>
                  <a:lnTo>
                    <a:pt x="160473" y="13366"/>
                  </a:lnTo>
                  <a:lnTo>
                    <a:pt x="158221" y="11067"/>
                  </a:lnTo>
                  <a:lnTo>
                    <a:pt x="158221" y="8767"/>
                  </a:lnTo>
                  <a:lnTo>
                    <a:pt x="155781" y="6449"/>
                  </a:lnTo>
                  <a:lnTo>
                    <a:pt x="158221" y="4150"/>
                  </a:lnTo>
                  <a:lnTo>
                    <a:pt x="158221" y="1850"/>
                  </a:lnTo>
                  <a:lnTo>
                    <a:pt x="160473" y="0"/>
                  </a:lnTo>
                  <a:lnTo>
                    <a:pt x="162726" y="0"/>
                  </a:lnTo>
                  <a:close/>
                </a:path>
                <a:path w="269240" h="13970">
                  <a:moveTo>
                    <a:pt x="261825" y="0"/>
                  </a:moveTo>
                  <a:lnTo>
                    <a:pt x="264077" y="0"/>
                  </a:lnTo>
                  <a:lnTo>
                    <a:pt x="266517" y="1850"/>
                  </a:lnTo>
                  <a:lnTo>
                    <a:pt x="268770" y="4150"/>
                  </a:lnTo>
                  <a:lnTo>
                    <a:pt x="268770" y="6449"/>
                  </a:lnTo>
                  <a:lnTo>
                    <a:pt x="268770" y="8767"/>
                  </a:lnTo>
                  <a:lnTo>
                    <a:pt x="266517" y="11067"/>
                  </a:lnTo>
                  <a:lnTo>
                    <a:pt x="264077" y="13366"/>
                  </a:lnTo>
                  <a:lnTo>
                    <a:pt x="261825" y="13366"/>
                  </a:lnTo>
                  <a:lnTo>
                    <a:pt x="259573" y="13366"/>
                  </a:lnTo>
                  <a:lnTo>
                    <a:pt x="257133" y="11067"/>
                  </a:lnTo>
                  <a:lnTo>
                    <a:pt x="254881" y="8767"/>
                  </a:lnTo>
                  <a:lnTo>
                    <a:pt x="254881" y="6449"/>
                  </a:lnTo>
                  <a:lnTo>
                    <a:pt x="254881" y="4150"/>
                  </a:lnTo>
                  <a:lnTo>
                    <a:pt x="257133" y="1850"/>
                  </a:lnTo>
                  <a:lnTo>
                    <a:pt x="259573" y="0"/>
                  </a:lnTo>
                  <a:lnTo>
                    <a:pt x="261825" y="0"/>
                  </a:lnTo>
                  <a:close/>
                </a:path>
              </a:pathLst>
            </a:custGeom>
            <a:ln w="3175">
              <a:solidFill>
                <a:srgbClr val="000000"/>
              </a:solidFill>
            </a:ln>
          </p:spPr>
          <p:txBody>
            <a:bodyPr wrap="square" lIns="0" tIns="0" rIns="0" bIns="0" rtlCol="0"/>
            <a:lstStyle/>
            <a:p/>
          </p:txBody>
        </p:sp>
        <p:sp>
          <p:nvSpPr>
            <p:cNvPr id="136" name="object 136" descr=""/>
            <p:cNvSpPr/>
            <p:nvPr/>
          </p:nvSpPr>
          <p:spPr>
            <a:xfrm>
              <a:off x="8855774" y="4790075"/>
              <a:ext cx="16510" cy="362585"/>
            </a:xfrm>
            <a:custGeom>
              <a:avLst/>
              <a:gdLst/>
              <a:ahLst/>
              <a:cxnLst/>
              <a:rect l="l" t="t" r="r" b="b"/>
              <a:pathLst>
                <a:path w="16509" h="362585">
                  <a:moveTo>
                    <a:pt x="11261" y="0"/>
                  </a:moveTo>
                  <a:lnTo>
                    <a:pt x="4692" y="0"/>
                  </a:lnTo>
                  <a:lnTo>
                    <a:pt x="2439" y="1850"/>
                  </a:lnTo>
                  <a:lnTo>
                    <a:pt x="2439" y="4150"/>
                  </a:lnTo>
                  <a:lnTo>
                    <a:pt x="0" y="6449"/>
                  </a:lnTo>
                  <a:lnTo>
                    <a:pt x="0" y="49353"/>
                  </a:lnTo>
                  <a:lnTo>
                    <a:pt x="2439" y="51652"/>
                  </a:lnTo>
                  <a:lnTo>
                    <a:pt x="2439" y="53970"/>
                  </a:lnTo>
                  <a:lnTo>
                    <a:pt x="4692" y="56270"/>
                  </a:lnTo>
                  <a:lnTo>
                    <a:pt x="11261" y="56270"/>
                  </a:lnTo>
                  <a:lnTo>
                    <a:pt x="13513" y="53970"/>
                  </a:lnTo>
                  <a:lnTo>
                    <a:pt x="13513" y="51652"/>
                  </a:lnTo>
                  <a:lnTo>
                    <a:pt x="15953" y="49353"/>
                  </a:lnTo>
                  <a:lnTo>
                    <a:pt x="15953" y="6449"/>
                  </a:lnTo>
                  <a:lnTo>
                    <a:pt x="13513" y="4150"/>
                  </a:lnTo>
                  <a:lnTo>
                    <a:pt x="13513" y="1850"/>
                  </a:lnTo>
                  <a:lnTo>
                    <a:pt x="11261" y="0"/>
                  </a:lnTo>
                  <a:close/>
                </a:path>
                <a:path w="16509" h="362585">
                  <a:moveTo>
                    <a:pt x="13513" y="98706"/>
                  </a:moveTo>
                  <a:lnTo>
                    <a:pt x="2439" y="98706"/>
                  </a:lnTo>
                  <a:lnTo>
                    <a:pt x="2439" y="101005"/>
                  </a:lnTo>
                  <a:lnTo>
                    <a:pt x="0" y="105623"/>
                  </a:lnTo>
                  <a:lnTo>
                    <a:pt x="2439" y="107922"/>
                  </a:lnTo>
                  <a:lnTo>
                    <a:pt x="2439" y="110240"/>
                  </a:lnTo>
                  <a:lnTo>
                    <a:pt x="4692" y="112540"/>
                  </a:lnTo>
                  <a:lnTo>
                    <a:pt x="11261" y="112540"/>
                  </a:lnTo>
                  <a:lnTo>
                    <a:pt x="13513" y="110240"/>
                  </a:lnTo>
                  <a:lnTo>
                    <a:pt x="13513" y="107922"/>
                  </a:lnTo>
                  <a:lnTo>
                    <a:pt x="15953" y="105623"/>
                  </a:lnTo>
                  <a:lnTo>
                    <a:pt x="13513" y="101005"/>
                  </a:lnTo>
                  <a:lnTo>
                    <a:pt x="13513" y="98706"/>
                  </a:lnTo>
                  <a:close/>
                </a:path>
                <a:path w="16509" h="362585">
                  <a:moveTo>
                    <a:pt x="11261" y="209396"/>
                  </a:moveTo>
                  <a:lnTo>
                    <a:pt x="4692" y="209396"/>
                  </a:lnTo>
                  <a:lnTo>
                    <a:pt x="9384" y="211246"/>
                  </a:lnTo>
                  <a:lnTo>
                    <a:pt x="11261" y="209396"/>
                  </a:lnTo>
                  <a:close/>
                </a:path>
                <a:path w="16509" h="362585">
                  <a:moveTo>
                    <a:pt x="13513" y="154976"/>
                  </a:moveTo>
                  <a:lnTo>
                    <a:pt x="2439" y="154976"/>
                  </a:lnTo>
                  <a:lnTo>
                    <a:pt x="2439" y="157276"/>
                  </a:lnTo>
                  <a:lnTo>
                    <a:pt x="0" y="161893"/>
                  </a:lnTo>
                  <a:lnTo>
                    <a:pt x="0" y="202479"/>
                  </a:lnTo>
                  <a:lnTo>
                    <a:pt x="2439" y="207096"/>
                  </a:lnTo>
                  <a:lnTo>
                    <a:pt x="2439" y="209396"/>
                  </a:lnTo>
                  <a:lnTo>
                    <a:pt x="13513" y="209396"/>
                  </a:lnTo>
                  <a:lnTo>
                    <a:pt x="13513" y="207096"/>
                  </a:lnTo>
                  <a:lnTo>
                    <a:pt x="15953" y="202479"/>
                  </a:lnTo>
                  <a:lnTo>
                    <a:pt x="15953" y="161893"/>
                  </a:lnTo>
                  <a:lnTo>
                    <a:pt x="13513" y="157276"/>
                  </a:lnTo>
                  <a:lnTo>
                    <a:pt x="13513" y="154976"/>
                  </a:lnTo>
                  <a:close/>
                </a:path>
                <a:path w="16509" h="362585">
                  <a:moveTo>
                    <a:pt x="11261" y="265666"/>
                  </a:moveTo>
                  <a:lnTo>
                    <a:pt x="4692" y="265666"/>
                  </a:lnTo>
                  <a:lnTo>
                    <a:pt x="9384" y="267517"/>
                  </a:lnTo>
                  <a:lnTo>
                    <a:pt x="11261" y="265666"/>
                  </a:lnTo>
                  <a:close/>
                </a:path>
                <a:path w="16509" h="362585">
                  <a:moveTo>
                    <a:pt x="13513" y="254131"/>
                  </a:moveTo>
                  <a:lnTo>
                    <a:pt x="2439" y="254131"/>
                  </a:lnTo>
                  <a:lnTo>
                    <a:pt x="2439" y="256450"/>
                  </a:lnTo>
                  <a:lnTo>
                    <a:pt x="0" y="258749"/>
                  </a:lnTo>
                  <a:lnTo>
                    <a:pt x="2439" y="263366"/>
                  </a:lnTo>
                  <a:lnTo>
                    <a:pt x="2439" y="265666"/>
                  </a:lnTo>
                  <a:lnTo>
                    <a:pt x="13513" y="265666"/>
                  </a:lnTo>
                  <a:lnTo>
                    <a:pt x="13513" y="263366"/>
                  </a:lnTo>
                  <a:lnTo>
                    <a:pt x="15953" y="258749"/>
                  </a:lnTo>
                  <a:lnTo>
                    <a:pt x="13513" y="256450"/>
                  </a:lnTo>
                  <a:lnTo>
                    <a:pt x="13513" y="254131"/>
                  </a:lnTo>
                  <a:close/>
                </a:path>
                <a:path w="16509" h="362585">
                  <a:moveTo>
                    <a:pt x="9384" y="251832"/>
                  </a:moveTo>
                  <a:lnTo>
                    <a:pt x="4692" y="254131"/>
                  </a:lnTo>
                  <a:lnTo>
                    <a:pt x="11261" y="254131"/>
                  </a:lnTo>
                  <a:lnTo>
                    <a:pt x="9384" y="251832"/>
                  </a:lnTo>
                  <a:close/>
                </a:path>
                <a:path w="16509" h="362585">
                  <a:moveTo>
                    <a:pt x="13513" y="310402"/>
                  </a:moveTo>
                  <a:lnTo>
                    <a:pt x="2439" y="310402"/>
                  </a:lnTo>
                  <a:lnTo>
                    <a:pt x="2439" y="312720"/>
                  </a:lnTo>
                  <a:lnTo>
                    <a:pt x="0" y="315019"/>
                  </a:lnTo>
                  <a:lnTo>
                    <a:pt x="0" y="355605"/>
                  </a:lnTo>
                  <a:lnTo>
                    <a:pt x="2439" y="357904"/>
                  </a:lnTo>
                  <a:lnTo>
                    <a:pt x="2439" y="360222"/>
                  </a:lnTo>
                  <a:lnTo>
                    <a:pt x="4692" y="362054"/>
                  </a:lnTo>
                  <a:lnTo>
                    <a:pt x="11261" y="362054"/>
                  </a:lnTo>
                  <a:lnTo>
                    <a:pt x="13513" y="360222"/>
                  </a:lnTo>
                  <a:lnTo>
                    <a:pt x="13513" y="357904"/>
                  </a:lnTo>
                  <a:lnTo>
                    <a:pt x="15953" y="355605"/>
                  </a:lnTo>
                  <a:lnTo>
                    <a:pt x="15953" y="315019"/>
                  </a:lnTo>
                  <a:lnTo>
                    <a:pt x="13513" y="312720"/>
                  </a:lnTo>
                  <a:lnTo>
                    <a:pt x="13513" y="310402"/>
                  </a:lnTo>
                  <a:close/>
                </a:path>
                <a:path w="16509" h="362585">
                  <a:moveTo>
                    <a:pt x="9384" y="308102"/>
                  </a:moveTo>
                  <a:lnTo>
                    <a:pt x="4692" y="310402"/>
                  </a:lnTo>
                  <a:lnTo>
                    <a:pt x="11261" y="310402"/>
                  </a:lnTo>
                  <a:lnTo>
                    <a:pt x="9384" y="308102"/>
                  </a:lnTo>
                  <a:close/>
                </a:path>
              </a:pathLst>
            </a:custGeom>
            <a:solidFill>
              <a:srgbClr val="000000"/>
            </a:solidFill>
          </p:spPr>
          <p:txBody>
            <a:bodyPr wrap="square" lIns="0" tIns="0" rIns="0" bIns="0" rtlCol="0"/>
            <a:lstStyle/>
            <a:p/>
          </p:txBody>
        </p:sp>
        <p:sp>
          <p:nvSpPr>
            <p:cNvPr id="137" name="object 137" descr=""/>
            <p:cNvSpPr/>
            <p:nvPr/>
          </p:nvSpPr>
          <p:spPr>
            <a:xfrm>
              <a:off x="8855775" y="4790075"/>
              <a:ext cx="16510" cy="362585"/>
            </a:xfrm>
            <a:custGeom>
              <a:avLst/>
              <a:gdLst/>
              <a:ahLst/>
              <a:cxnLst/>
              <a:rect l="l" t="t" r="r" b="b"/>
              <a:pathLst>
                <a:path w="16509" h="362585">
                  <a:moveTo>
                    <a:pt x="15953" y="6449"/>
                  </a:moveTo>
                  <a:lnTo>
                    <a:pt x="15953" y="49353"/>
                  </a:lnTo>
                  <a:lnTo>
                    <a:pt x="13513" y="51652"/>
                  </a:lnTo>
                  <a:lnTo>
                    <a:pt x="13513" y="53970"/>
                  </a:lnTo>
                  <a:lnTo>
                    <a:pt x="11261" y="56270"/>
                  </a:lnTo>
                  <a:lnTo>
                    <a:pt x="9384" y="56270"/>
                  </a:lnTo>
                  <a:lnTo>
                    <a:pt x="4692" y="56270"/>
                  </a:lnTo>
                  <a:lnTo>
                    <a:pt x="2439" y="53970"/>
                  </a:lnTo>
                  <a:lnTo>
                    <a:pt x="2439" y="51652"/>
                  </a:lnTo>
                  <a:lnTo>
                    <a:pt x="0" y="49353"/>
                  </a:lnTo>
                  <a:lnTo>
                    <a:pt x="0" y="6449"/>
                  </a:lnTo>
                  <a:lnTo>
                    <a:pt x="2439" y="4150"/>
                  </a:lnTo>
                  <a:lnTo>
                    <a:pt x="2439" y="1850"/>
                  </a:lnTo>
                  <a:lnTo>
                    <a:pt x="4692" y="0"/>
                  </a:lnTo>
                  <a:lnTo>
                    <a:pt x="9384" y="0"/>
                  </a:lnTo>
                  <a:lnTo>
                    <a:pt x="11261" y="0"/>
                  </a:lnTo>
                  <a:lnTo>
                    <a:pt x="13513" y="1850"/>
                  </a:lnTo>
                  <a:lnTo>
                    <a:pt x="13513" y="4150"/>
                  </a:lnTo>
                  <a:lnTo>
                    <a:pt x="15953" y="6449"/>
                  </a:lnTo>
                  <a:close/>
                </a:path>
                <a:path w="16509" h="362585">
                  <a:moveTo>
                    <a:pt x="15953" y="105623"/>
                  </a:moveTo>
                  <a:lnTo>
                    <a:pt x="13513" y="107922"/>
                  </a:lnTo>
                  <a:lnTo>
                    <a:pt x="13513" y="110240"/>
                  </a:lnTo>
                  <a:lnTo>
                    <a:pt x="11261" y="112540"/>
                  </a:lnTo>
                  <a:lnTo>
                    <a:pt x="9384" y="112540"/>
                  </a:lnTo>
                  <a:lnTo>
                    <a:pt x="4692" y="112540"/>
                  </a:lnTo>
                  <a:lnTo>
                    <a:pt x="2439" y="110240"/>
                  </a:lnTo>
                  <a:lnTo>
                    <a:pt x="2439" y="107922"/>
                  </a:lnTo>
                  <a:lnTo>
                    <a:pt x="0" y="105623"/>
                  </a:lnTo>
                  <a:lnTo>
                    <a:pt x="2439" y="101005"/>
                  </a:lnTo>
                  <a:lnTo>
                    <a:pt x="2439" y="98706"/>
                  </a:lnTo>
                  <a:lnTo>
                    <a:pt x="4692" y="98706"/>
                  </a:lnTo>
                  <a:lnTo>
                    <a:pt x="9384" y="98706"/>
                  </a:lnTo>
                  <a:lnTo>
                    <a:pt x="11261" y="98706"/>
                  </a:lnTo>
                  <a:lnTo>
                    <a:pt x="13513" y="98706"/>
                  </a:lnTo>
                  <a:lnTo>
                    <a:pt x="13513" y="101005"/>
                  </a:lnTo>
                  <a:lnTo>
                    <a:pt x="15953" y="105623"/>
                  </a:lnTo>
                  <a:close/>
                </a:path>
                <a:path w="16509" h="362585">
                  <a:moveTo>
                    <a:pt x="15953" y="161893"/>
                  </a:moveTo>
                  <a:lnTo>
                    <a:pt x="15953" y="202479"/>
                  </a:lnTo>
                  <a:lnTo>
                    <a:pt x="13513" y="207096"/>
                  </a:lnTo>
                  <a:lnTo>
                    <a:pt x="13513" y="209396"/>
                  </a:lnTo>
                  <a:lnTo>
                    <a:pt x="11261" y="209396"/>
                  </a:lnTo>
                  <a:lnTo>
                    <a:pt x="9384" y="211246"/>
                  </a:lnTo>
                  <a:lnTo>
                    <a:pt x="4692" y="209396"/>
                  </a:lnTo>
                  <a:lnTo>
                    <a:pt x="2439" y="209396"/>
                  </a:lnTo>
                  <a:lnTo>
                    <a:pt x="2439" y="207096"/>
                  </a:lnTo>
                  <a:lnTo>
                    <a:pt x="0" y="202479"/>
                  </a:lnTo>
                  <a:lnTo>
                    <a:pt x="0" y="161893"/>
                  </a:lnTo>
                  <a:lnTo>
                    <a:pt x="2439" y="157276"/>
                  </a:lnTo>
                  <a:lnTo>
                    <a:pt x="2439" y="154976"/>
                  </a:lnTo>
                  <a:lnTo>
                    <a:pt x="4692" y="154976"/>
                  </a:lnTo>
                  <a:lnTo>
                    <a:pt x="9384" y="154976"/>
                  </a:lnTo>
                  <a:lnTo>
                    <a:pt x="11261" y="154976"/>
                  </a:lnTo>
                  <a:lnTo>
                    <a:pt x="13513" y="154976"/>
                  </a:lnTo>
                  <a:lnTo>
                    <a:pt x="13513" y="157276"/>
                  </a:lnTo>
                  <a:lnTo>
                    <a:pt x="15953" y="161893"/>
                  </a:lnTo>
                  <a:close/>
                </a:path>
                <a:path w="16509" h="362585">
                  <a:moveTo>
                    <a:pt x="15953" y="258749"/>
                  </a:moveTo>
                  <a:lnTo>
                    <a:pt x="13513" y="263366"/>
                  </a:lnTo>
                  <a:lnTo>
                    <a:pt x="13513" y="265666"/>
                  </a:lnTo>
                  <a:lnTo>
                    <a:pt x="11261" y="265666"/>
                  </a:lnTo>
                  <a:lnTo>
                    <a:pt x="9384" y="267517"/>
                  </a:lnTo>
                  <a:lnTo>
                    <a:pt x="4692" y="265666"/>
                  </a:lnTo>
                  <a:lnTo>
                    <a:pt x="2439" y="265666"/>
                  </a:lnTo>
                  <a:lnTo>
                    <a:pt x="2439" y="263366"/>
                  </a:lnTo>
                  <a:lnTo>
                    <a:pt x="0" y="258749"/>
                  </a:lnTo>
                  <a:lnTo>
                    <a:pt x="2439" y="256450"/>
                  </a:lnTo>
                  <a:lnTo>
                    <a:pt x="2439" y="254131"/>
                  </a:lnTo>
                  <a:lnTo>
                    <a:pt x="4692" y="254131"/>
                  </a:lnTo>
                  <a:lnTo>
                    <a:pt x="9384" y="251832"/>
                  </a:lnTo>
                  <a:lnTo>
                    <a:pt x="11261" y="254131"/>
                  </a:lnTo>
                  <a:lnTo>
                    <a:pt x="13513" y="254131"/>
                  </a:lnTo>
                  <a:lnTo>
                    <a:pt x="13513" y="256450"/>
                  </a:lnTo>
                  <a:lnTo>
                    <a:pt x="15953" y="258749"/>
                  </a:lnTo>
                  <a:close/>
                </a:path>
                <a:path w="16509" h="362585">
                  <a:moveTo>
                    <a:pt x="15953" y="315019"/>
                  </a:moveTo>
                  <a:lnTo>
                    <a:pt x="15953" y="355605"/>
                  </a:lnTo>
                  <a:lnTo>
                    <a:pt x="13513" y="357904"/>
                  </a:lnTo>
                  <a:lnTo>
                    <a:pt x="13513" y="360222"/>
                  </a:lnTo>
                  <a:lnTo>
                    <a:pt x="11261" y="362054"/>
                  </a:lnTo>
                  <a:lnTo>
                    <a:pt x="9384" y="362054"/>
                  </a:lnTo>
                  <a:lnTo>
                    <a:pt x="4692" y="362054"/>
                  </a:lnTo>
                  <a:lnTo>
                    <a:pt x="2439" y="360222"/>
                  </a:lnTo>
                  <a:lnTo>
                    <a:pt x="2439" y="357904"/>
                  </a:lnTo>
                  <a:lnTo>
                    <a:pt x="0" y="355605"/>
                  </a:lnTo>
                  <a:lnTo>
                    <a:pt x="0" y="315019"/>
                  </a:lnTo>
                  <a:lnTo>
                    <a:pt x="2439" y="312720"/>
                  </a:lnTo>
                  <a:lnTo>
                    <a:pt x="2439" y="310402"/>
                  </a:lnTo>
                  <a:lnTo>
                    <a:pt x="4692" y="310402"/>
                  </a:lnTo>
                  <a:lnTo>
                    <a:pt x="9384" y="308102"/>
                  </a:lnTo>
                  <a:lnTo>
                    <a:pt x="11261" y="310402"/>
                  </a:lnTo>
                  <a:lnTo>
                    <a:pt x="13513" y="310402"/>
                  </a:lnTo>
                  <a:lnTo>
                    <a:pt x="13513" y="312720"/>
                  </a:lnTo>
                  <a:lnTo>
                    <a:pt x="15953" y="315019"/>
                  </a:lnTo>
                  <a:close/>
                </a:path>
              </a:pathLst>
            </a:custGeom>
            <a:ln w="3175">
              <a:solidFill>
                <a:srgbClr val="000000"/>
              </a:solidFill>
            </a:ln>
          </p:spPr>
          <p:txBody>
            <a:bodyPr wrap="square" lIns="0" tIns="0" rIns="0" bIns="0" rtlCol="0"/>
            <a:lstStyle/>
            <a:p/>
          </p:txBody>
        </p:sp>
        <p:sp>
          <p:nvSpPr>
            <p:cNvPr id="138" name="object 138" descr=""/>
            <p:cNvSpPr/>
            <p:nvPr/>
          </p:nvSpPr>
          <p:spPr>
            <a:xfrm>
              <a:off x="8855774" y="5138764"/>
              <a:ext cx="269240" cy="13970"/>
            </a:xfrm>
            <a:custGeom>
              <a:avLst/>
              <a:gdLst/>
              <a:ahLst/>
              <a:cxnLst/>
              <a:rect l="l" t="t" r="r" b="b"/>
              <a:pathLst>
                <a:path w="269240" h="13970">
                  <a:moveTo>
                    <a:pt x="52177" y="0"/>
                  </a:moveTo>
                  <a:lnTo>
                    <a:pt x="4692" y="0"/>
                  </a:lnTo>
                  <a:lnTo>
                    <a:pt x="2439" y="2299"/>
                  </a:lnTo>
                  <a:lnTo>
                    <a:pt x="2439" y="4617"/>
                  </a:lnTo>
                  <a:lnTo>
                    <a:pt x="0" y="6916"/>
                  </a:lnTo>
                  <a:lnTo>
                    <a:pt x="2439" y="9216"/>
                  </a:lnTo>
                  <a:lnTo>
                    <a:pt x="2439" y="11534"/>
                  </a:lnTo>
                  <a:lnTo>
                    <a:pt x="4692" y="13366"/>
                  </a:lnTo>
                  <a:lnTo>
                    <a:pt x="52177" y="13366"/>
                  </a:lnTo>
                  <a:lnTo>
                    <a:pt x="54429" y="11534"/>
                  </a:lnTo>
                  <a:lnTo>
                    <a:pt x="56306" y="9216"/>
                  </a:lnTo>
                  <a:lnTo>
                    <a:pt x="56306" y="4617"/>
                  </a:lnTo>
                  <a:lnTo>
                    <a:pt x="54429" y="2299"/>
                  </a:lnTo>
                  <a:lnTo>
                    <a:pt x="52177" y="0"/>
                  </a:lnTo>
                  <a:close/>
                </a:path>
                <a:path w="269240" h="13970">
                  <a:moveTo>
                    <a:pt x="110736" y="0"/>
                  </a:moveTo>
                  <a:lnTo>
                    <a:pt x="103791" y="0"/>
                  </a:lnTo>
                  <a:lnTo>
                    <a:pt x="101914" y="2299"/>
                  </a:lnTo>
                  <a:lnTo>
                    <a:pt x="99662" y="4617"/>
                  </a:lnTo>
                  <a:lnTo>
                    <a:pt x="99662" y="9216"/>
                  </a:lnTo>
                  <a:lnTo>
                    <a:pt x="101914" y="11534"/>
                  </a:lnTo>
                  <a:lnTo>
                    <a:pt x="103791" y="13366"/>
                  </a:lnTo>
                  <a:lnTo>
                    <a:pt x="110736" y="13366"/>
                  </a:lnTo>
                  <a:lnTo>
                    <a:pt x="112988" y="11534"/>
                  </a:lnTo>
                  <a:lnTo>
                    <a:pt x="112988" y="9216"/>
                  </a:lnTo>
                  <a:lnTo>
                    <a:pt x="115428" y="6916"/>
                  </a:lnTo>
                  <a:lnTo>
                    <a:pt x="112988" y="4617"/>
                  </a:lnTo>
                  <a:lnTo>
                    <a:pt x="112988" y="2299"/>
                  </a:lnTo>
                  <a:lnTo>
                    <a:pt x="110736" y="0"/>
                  </a:lnTo>
                  <a:close/>
                </a:path>
                <a:path w="269240" h="13970">
                  <a:moveTo>
                    <a:pt x="207959" y="0"/>
                  </a:moveTo>
                  <a:lnTo>
                    <a:pt x="160473" y="0"/>
                  </a:lnTo>
                  <a:lnTo>
                    <a:pt x="158221" y="2299"/>
                  </a:lnTo>
                  <a:lnTo>
                    <a:pt x="158221" y="4617"/>
                  </a:lnTo>
                  <a:lnTo>
                    <a:pt x="155781" y="6916"/>
                  </a:lnTo>
                  <a:lnTo>
                    <a:pt x="158221" y="9216"/>
                  </a:lnTo>
                  <a:lnTo>
                    <a:pt x="158221" y="11534"/>
                  </a:lnTo>
                  <a:lnTo>
                    <a:pt x="160473" y="13366"/>
                  </a:lnTo>
                  <a:lnTo>
                    <a:pt x="207959" y="13366"/>
                  </a:lnTo>
                  <a:lnTo>
                    <a:pt x="209835" y="11534"/>
                  </a:lnTo>
                  <a:lnTo>
                    <a:pt x="212088" y="9216"/>
                  </a:lnTo>
                  <a:lnTo>
                    <a:pt x="212088" y="4617"/>
                  </a:lnTo>
                  <a:lnTo>
                    <a:pt x="209835" y="2299"/>
                  </a:lnTo>
                  <a:lnTo>
                    <a:pt x="207959" y="0"/>
                  </a:lnTo>
                  <a:close/>
                </a:path>
                <a:path w="269240" h="13970">
                  <a:moveTo>
                    <a:pt x="264077" y="0"/>
                  </a:moveTo>
                  <a:lnTo>
                    <a:pt x="259573" y="0"/>
                  </a:lnTo>
                  <a:lnTo>
                    <a:pt x="257133" y="2299"/>
                  </a:lnTo>
                  <a:lnTo>
                    <a:pt x="254881" y="4617"/>
                  </a:lnTo>
                  <a:lnTo>
                    <a:pt x="254881" y="9216"/>
                  </a:lnTo>
                  <a:lnTo>
                    <a:pt x="257133" y="11534"/>
                  </a:lnTo>
                  <a:lnTo>
                    <a:pt x="259573" y="13366"/>
                  </a:lnTo>
                  <a:lnTo>
                    <a:pt x="264077" y="13366"/>
                  </a:lnTo>
                  <a:lnTo>
                    <a:pt x="266517" y="11534"/>
                  </a:lnTo>
                  <a:lnTo>
                    <a:pt x="268770" y="9216"/>
                  </a:lnTo>
                  <a:lnTo>
                    <a:pt x="268770" y="4617"/>
                  </a:lnTo>
                  <a:lnTo>
                    <a:pt x="266517" y="2299"/>
                  </a:lnTo>
                  <a:lnTo>
                    <a:pt x="264077" y="0"/>
                  </a:lnTo>
                  <a:close/>
                </a:path>
              </a:pathLst>
            </a:custGeom>
            <a:solidFill>
              <a:srgbClr val="000000"/>
            </a:solidFill>
          </p:spPr>
          <p:txBody>
            <a:bodyPr wrap="square" lIns="0" tIns="0" rIns="0" bIns="0" rtlCol="0"/>
            <a:lstStyle/>
            <a:p/>
          </p:txBody>
        </p:sp>
        <p:sp>
          <p:nvSpPr>
            <p:cNvPr id="139" name="object 139" descr=""/>
            <p:cNvSpPr/>
            <p:nvPr/>
          </p:nvSpPr>
          <p:spPr>
            <a:xfrm>
              <a:off x="8855775" y="5138764"/>
              <a:ext cx="269240" cy="13970"/>
            </a:xfrm>
            <a:custGeom>
              <a:avLst/>
              <a:gdLst/>
              <a:ahLst/>
              <a:cxnLst/>
              <a:rect l="l" t="t" r="r" b="b"/>
              <a:pathLst>
                <a:path w="269240" h="13970">
                  <a:moveTo>
                    <a:pt x="9384" y="0"/>
                  </a:moveTo>
                  <a:lnTo>
                    <a:pt x="49925" y="0"/>
                  </a:lnTo>
                  <a:lnTo>
                    <a:pt x="52177" y="0"/>
                  </a:lnTo>
                  <a:lnTo>
                    <a:pt x="54429" y="2299"/>
                  </a:lnTo>
                  <a:lnTo>
                    <a:pt x="56306" y="4617"/>
                  </a:lnTo>
                  <a:lnTo>
                    <a:pt x="56306" y="6916"/>
                  </a:lnTo>
                  <a:lnTo>
                    <a:pt x="56306" y="9216"/>
                  </a:lnTo>
                  <a:lnTo>
                    <a:pt x="54429" y="11534"/>
                  </a:lnTo>
                  <a:lnTo>
                    <a:pt x="52177" y="13366"/>
                  </a:lnTo>
                  <a:lnTo>
                    <a:pt x="49925" y="13366"/>
                  </a:lnTo>
                  <a:lnTo>
                    <a:pt x="9384" y="13366"/>
                  </a:lnTo>
                  <a:lnTo>
                    <a:pt x="4692" y="13366"/>
                  </a:lnTo>
                  <a:lnTo>
                    <a:pt x="2439" y="11534"/>
                  </a:lnTo>
                  <a:lnTo>
                    <a:pt x="2439" y="9216"/>
                  </a:lnTo>
                  <a:lnTo>
                    <a:pt x="0" y="6916"/>
                  </a:lnTo>
                  <a:lnTo>
                    <a:pt x="2439" y="4617"/>
                  </a:lnTo>
                  <a:lnTo>
                    <a:pt x="2439" y="2299"/>
                  </a:lnTo>
                  <a:lnTo>
                    <a:pt x="4692" y="0"/>
                  </a:lnTo>
                  <a:lnTo>
                    <a:pt x="9384" y="0"/>
                  </a:lnTo>
                  <a:close/>
                </a:path>
                <a:path w="269240" h="13970">
                  <a:moveTo>
                    <a:pt x="106044" y="0"/>
                  </a:moveTo>
                  <a:lnTo>
                    <a:pt x="110736" y="0"/>
                  </a:lnTo>
                  <a:lnTo>
                    <a:pt x="112988" y="2299"/>
                  </a:lnTo>
                  <a:lnTo>
                    <a:pt x="112988" y="4617"/>
                  </a:lnTo>
                  <a:lnTo>
                    <a:pt x="115428" y="6916"/>
                  </a:lnTo>
                  <a:lnTo>
                    <a:pt x="112988" y="9216"/>
                  </a:lnTo>
                  <a:lnTo>
                    <a:pt x="112988" y="11534"/>
                  </a:lnTo>
                  <a:lnTo>
                    <a:pt x="110736" y="13366"/>
                  </a:lnTo>
                  <a:lnTo>
                    <a:pt x="106044" y="13366"/>
                  </a:lnTo>
                  <a:lnTo>
                    <a:pt x="103791" y="13366"/>
                  </a:lnTo>
                  <a:lnTo>
                    <a:pt x="101914" y="11534"/>
                  </a:lnTo>
                  <a:lnTo>
                    <a:pt x="99662" y="9216"/>
                  </a:lnTo>
                  <a:lnTo>
                    <a:pt x="99662" y="6916"/>
                  </a:lnTo>
                  <a:lnTo>
                    <a:pt x="99662" y="4617"/>
                  </a:lnTo>
                  <a:lnTo>
                    <a:pt x="101914" y="2299"/>
                  </a:lnTo>
                  <a:lnTo>
                    <a:pt x="103791" y="0"/>
                  </a:lnTo>
                  <a:lnTo>
                    <a:pt x="106044" y="0"/>
                  </a:lnTo>
                  <a:close/>
                </a:path>
                <a:path w="269240" h="13970">
                  <a:moveTo>
                    <a:pt x="162726" y="0"/>
                  </a:moveTo>
                  <a:lnTo>
                    <a:pt x="205519" y="0"/>
                  </a:lnTo>
                  <a:lnTo>
                    <a:pt x="207959" y="0"/>
                  </a:lnTo>
                  <a:lnTo>
                    <a:pt x="209835" y="2299"/>
                  </a:lnTo>
                  <a:lnTo>
                    <a:pt x="212088" y="4617"/>
                  </a:lnTo>
                  <a:lnTo>
                    <a:pt x="212088" y="6916"/>
                  </a:lnTo>
                  <a:lnTo>
                    <a:pt x="212088" y="9216"/>
                  </a:lnTo>
                  <a:lnTo>
                    <a:pt x="209835" y="11534"/>
                  </a:lnTo>
                  <a:lnTo>
                    <a:pt x="207959" y="13366"/>
                  </a:lnTo>
                  <a:lnTo>
                    <a:pt x="205519" y="13366"/>
                  </a:lnTo>
                  <a:lnTo>
                    <a:pt x="162726" y="13366"/>
                  </a:lnTo>
                  <a:lnTo>
                    <a:pt x="160473" y="13366"/>
                  </a:lnTo>
                  <a:lnTo>
                    <a:pt x="158221" y="11534"/>
                  </a:lnTo>
                  <a:lnTo>
                    <a:pt x="158221" y="9216"/>
                  </a:lnTo>
                  <a:lnTo>
                    <a:pt x="155781" y="6916"/>
                  </a:lnTo>
                  <a:lnTo>
                    <a:pt x="158221" y="4617"/>
                  </a:lnTo>
                  <a:lnTo>
                    <a:pt x="158221" y="2299"/>
                  </a:lnTo>
                  <a:lnTo>
                    <a:pt x="160473" y="0"/>
                  </a:lnTo>
                  <a:lnTo>
                    <a:pt x="162726" y="0"/>
                  </a:lnTo>
                  <a:close/>
                </a:path>
                <a:path w="269240" h="13970">
                  <a:moveTo>
                    <a:pt x="261825" y="0"/>
                  </a:moveTo>
                  <a:lnTo>
                    <a:pt x="264077" y="0"/>
                  </a:lnTo>
                  <a:lnTo>
                    <a:pt x="266517" y="2299"/>
                  </a:lnTo>
                  <a:lnTo>
                    <a:pt x="268770" y="4617"/>
                  </a:lnTo>
                  <a:lnTo>
                    <a:pt x="268770" y="6916"/>
                  </a:lnTo>
                  <a:lnTo>
                    <a:pt x="268770" y="9216"/>
                  </a:lnTo>
                  <a:lnTo>
                    <a:pt x="266517" y="11534"/>
                  </a:lnTo>
                  <a:lnTo>
                    <a:pt x="264077" y="13366"/>
                  </a:lnTo>
                  <a:lnTo>
                    <a:pt x="261825" y="13366"/>
                  </a:lnTo>
                  <a:lnTo>
                    <a:pt x="259573" y="13366"/>
                  </a:lnTo>
                  <a:lnTo>
                    <a:pt x="257133" y="11534"/>
                  </a:lnTo>
                  <a:lnTo>
                    <a:pt x="254881" y="9216"/>
                  </a:lnTo>
                  <a:lnTo>
                    <a:pt x="254881" y="6916"/>
                  </a:lnTo>
                  <a:lnTo>
                    <a:pt x="254881" y="4617"/>
                  </a:lnTo>
                  <a:lnTo>
                    <a:pt x="257133" y="2299"/>
                  </a:lnTo>
                  <a:lnTo>
                    <a:pt x="259573" y="0"/>
                  </a:lnTo>
                  <a:lnTo>
                    <a:pt x="261825" y="0"/>
                  </a:lnTo>
                  <a:close/>
                </a:path>
              </a:pathLst>
            </a:custGeom>
            <a:ln w="3175">
              <a:solidFill>
                <a:srgbClr val="000000"/>
              </a:solidFill>
            </a:ln>
          </p:spPr>
          <p:txBody>
            <a:bodyPr wrap="square" lIns="0" tIns="0" rIns="0" bIns="0" rtlCol="0"/>
            <a:lstStyle/>
            <a:p/>
          </p:txBody>
        </p:sp>
        <p:sp>
          <p:nvSpPr>
            <p:cNvPr id="140" name="object 140" descr=""/>
            <p:cNvSpPr/>
            <p:nvPr/>
          </p:nvSpPr>
          <p:spPr>
            <a:xfrm>
              <a:off x="8742411" y="4852346"/>
              <a:ext cx="120014" cy="114935"/>
            </a:xfrm>
            <a:custGeom>
              <a:avLst/>
              <a:gdLst/>
              <a:ahLst/>
              <a:cxnLst/>
              <a:rect l="l" t="t" r="r" b="b"/>
              <a:pathLst>
                <a:path w="120015" h="114935">
                  <a:moveTo>
                    <a:pt x="0" y="114839"/>
                  </a:moveTo>
                  <a:lnTo>
                    <a:pt x="0" y="0"/>
                  </a:lnTo>
                </a:path>
                <a:path w="120015" h="114935">
                  <a:moveTo>
                    <a:pt x="0" y="0"/>
                  </a:moveTo>
                  <a:lnTo>
                    <a:pt x="119933" y="0"/>
                  </a:lnTo>
                </a:path>
              </a:pathLst>
            </a:custGeom>
            <a:ln w="13455">
              <a:solidFill>
                <a:srgbClr val="000000"/>
              </a:solidFill>
            </a:ln>
          </p:spPr>
          <p:txBody>
            <a:bodyPr wrap="square" lIns="0" tIns="0" rIns="0" bIns="0" rtlCol="0"/>
            <a:lstStyle/>
            <a:p/>
          </p:txBody>
        </p:sp>
        <p:pic>
          <p:nvPicPr>
            <p:cNvPr id="141" name="object 141" descr=""/>
            <p:cNvPicPr/>
            <p:nvPr/>
          </p:nvPicPr>
          <p:blipFill>
            <a:blip r:embed="rId4" cstate="print"/>
            <a:stretch>
              <a:fillRect/>
            </a:stretch>
          </p:blipFill>
          <p:spPr>
            <a:xfrm>
              <a:off x="9532392" y="4618504"/>
              <a:ext cx="198518" cy="755946"/>
            </a:xfrm>
            <a:prstGeom prst="rect">
              <a:avLst/>
            </a:prstGeom>
          </p:spPr>
        </p:pic>
        <p:sp>
          <p:nvSpPr>
            <p:cNvPr id="142" name="object 142" descr=""/>
            <p:cNvSpPr/>
            <p:nvPr/>
          </p:nvSpPr>
          <p:spPr>
            <a:xfrm>
              <a:off x="9532392" y="4618504"/>
              <a:ext cx="198755" cy="756285"/>
            </a:xfrm>
            <a:custGeom>
              <a:avLst/>
              <a:gdLst/>
              <a:ahLst/>
              <a:cxnLst/>
              <a:rect l="l" t="t" r="r" b="b"/>
              <a:pathLst>
                <a:path w="198754" h="756285">
                  <a:moveTo>
                    <a:pt x="0" y="755946"/>
                  </a:moveTo>
                  <a:lnTo>
                    <a:pt x="198518" y="755946"/>
                  </a:lnTo>
                  <a:lnTo>
                    <a:pt x="198518" y="0"/>
                  </a:lnTo>
                  <a:lnTo>
                    <a:pt x="0" y="0"/>
                  </a:lnTo>
                  <a:lnTo>
                    <a:pt x="0" y="755946"/>
                  </a:lnTo>
                  <a:close/>
                </a:path>
              </a:pathLst>
            </a:custGeom>
            <a:ln w="13478">
              <a:solidFill>
                <a:srgbClr val="000000"/>
              </a:solidFill>
            </a:ln>
          </p:spPr>
          <p:txBody>
            <a:bodyPr wrap="square" lIns="0" tIns="0" rIns="0" bIns="0" rtlCol="0"/>
            <a:lstStyle/>
            <a:p/>
          </p:txBody>
        </p:sp>
        <p:pic>
          <p:nvPicPr>
            <p:cNvPr id="143" name="object 143" descr=""/>
            <p:cNvPicPr/>
            <p:nvPr/>
          </p:nvPicPr>
          <p:blipFill>
            <a:blip r:embed="rId5" cstate="print"/>
            <a:stretch>
              <a:fillRect/>
            </a:stretch>
          </p:blipFill>
          <p:spPr>
            <a:xfrm>
              <a:off x="8464819" y="4618504"/>
              <a:ext cx="198987" cy="755946"/>
            </a:xfrm>
            <a:prstGeom prst="rect">
              <a:avLst/>
            </a:prstGeom>
          </p:spPr>
        </p:pic>
        <p:sp>
          <p:nvSpPr>
            <p:cNvPr id="144" name="object 144" descr=""/>
            <p:cNvSpPr/>
            <p:nvPr/>
          </p:nvSpPr>
          <p:spPr>
            <a:xfrm>
              <a:off x="8467259" y="4618504"/>
              <a:ext cx="196850" cy="756285"/>
            </a:xfrm>
            <a:custGeom>
              <a:avLst/>
              <a:gdLst/>
              <a:ahLst/>
              <a:cxnLst/>
              <a:rect l="l" t="t" r="r" b="b"/>
              <a:pathLst>
                <a:path w="196850" h="756285">
                  <a:moveTo>
                    <a:pt x="0" y="755946"/>
                  </a:moveTo>
                  <a:lnTo>
                    <a:pt x="196660" y="755946"/>
                  </a:lnTo>
                  <a:lnTo>
                    <a:pt x="196660" y="0"/>
                  </a:lnTo>
                  <a:lnTo>
                    <a:pt x="0" y="0"/>
                  </a:lnTo>
                  <a:lnTo>
                    <a:pt x="0" y="755946"/>
                  </a:lnTo>
                  <a:close/>
                </a:path>
              </a:pathLst>
            </a:custGeom>
            <a:ln w="13479">
              <a:solidFill>
                <a:srgbClr val="000000"/>
              </a:solidFill>
            </a:ln>
          </p:spPr>
          <p:txBody>
            <a:bodyPr wrap="square" lIns="0" tIns="0" rIns="0" bIns="0" rtlCol="0"/>
            <a:lstStyle/>
            <a:p/>
          </p:txBody>
        </p:sp>
        <p:pic>
          <p:nvPicPr>
            <p:cNvPr id="145" name="object 145" descr=""/>
            <p:cNvPicPr/>
            <p:nvPr/>
          </p:nvPicPr>
          <p:blipFill>
            <a:blip r:embed="rId8" cstate="print"/>
            <a:stretch>
              <a:fillRect/>
            </a:stretch>
          </p:blipFill>
          <p:spPr>
            <a:xfrm>
              <a:off x="6655715" y="2371616"/>
              <a:ext cx="76710" cy="85432"/>
            </a:xfrm>
            <a:prstGeom prst="rect">
              <a:avLst/>
            </a:prstGeom>
          </p:spPr>
        </p:pic>
        <p:pic>
          <p:nvPicPr>
            <p:cNvPr id="146" name="object 146" descr=""/>
            <p:cNvPicPr/>
            <p:nvPr/>
          </p:nvPicPr>
          <p:blipFill>
            <a:blip r:embed="rId9" cstate="print"/>
            <a:stretch>
              <a:fillRect/>
            </a:stretch>
          </p:blipFill>
          <p:spPr>
            <a:xfrm>
              <a:off x="7729670" y="3182020"/>
              <a:ext cx="76709" cy="83562"/>
            </a:xfrm>
            <a:prstGeom prst="rect">
              <a:avLst/>
            </a:prstGeom>
          </p:spPr>
        </p:pic>
        <p:pic>
          <p:nvPicPr>
            <p:cNvPr id="147" name="object 147" descr=""/>
            <p:cNvPicPr/>
            <p:nvPr/>
          </p:nvPicPr>
          <p:blipFill>
            <a:blip r:embed="rId10" cstate="print"/>
            <a:stretch>
              <a:fillRect/>
            </a:stretch>
          </p:blipFill>
          <p:spPr>
            <a:xfrm>
              <a:off x="7996000" y="4014949"/>
              <a:ext cx="76710" cy="85395"/>
            </a:xfrm>
            <a:prstGeom prst="rect">
              <a:avLst/>
            </a:prstGeom>
          </p:spPr>
        </p:pic>
        <p:sp>
          <p:nvSpPr>
            <p:cNvPr id="148" name="object 148" descr=""/>
            <p:cNvSpPr/>
            <p:nvPr/>
          </p:nvSpPr>
          <p:spPr>
            <a:xfrm>
              <a:off x="6423892" y="1705908"/>
              <a:ext cx="246379" cy="648970"/>
            </a:xfrm>
            <a:custGeom>
              <a:avLst/>
              <a:gdLst/>
              <a:ahLst/>
              <a:cxnLst/>
              <a:rect l="l" t="t" r="r" b="b"/>
              <a:pathLst>
                <a:path w="246379" h="648969">
                  <a:moveTo>
                    <a:pt x="171547" y="556158"/>
                  </a:moveTo>
                  <a:lnTo>
                    <a:pt x="245872" y="648509"/>
                  </a:lnTo>
                  <a:lnTo>
                    <a:pt x="243574" y="587565"/>
                  </a:lnTo>
                  <a:lnTo>
                    <a:pt x="219032" y="587565"/>
                  </a:lnTo>
                  <a:lnTo>
                    <a:pt x="216592" y="585322"/>
                  </a:lnTo>
                  <a:lnTo>
                    <a:pt x="212088" y="585322"/>
                  </a:lnTo>
                  <a:lnTo>
                    <a:pt x="212088" y="580648"/>
                  </a:lnTo>
                  <a:lnTo>
                    <a:pt x="209303" y="573174"/>
                  </a:lnTo>
                  <a:lnTo>
                    <a:pt x="171547" y="556158"/>
                  </a:lnTo>
                  <a:close/>
                </a:path>
                <a:path w="246379" h="648969">
                  <a:moveTo>
                    <a:pt x="209303" y="573174"/>
                  </a:moveTo>
                  <a:lnTo>
                    <a:pt x="212088" y="580648"/>
                  </a:lnTo>
                  <a:lnTo>
                    <a:pt x="212088" y="585322"/>
                  </a:lnTo>
                  <a:lnTo>
                    <a:pt x="216592" y="585322"/>
                  </a:lnTo>
                  <a:lnTo>
                    <a:pt x="219032" y="587565"/>
                  </a:lnTo>
                  <a:lnTo>
                    <a:pt x="223161" y="587565"/>
                  </a:lnTo>
                  <a:lnTo>
                    <a:pt x="225414" y="585322"/>
                  </a:lnTo>
                  <a:lnTo>
                    <a:pt x="227854" y="580648"/>
                  </a:lnTo>
                  <a:lnTo>
                    <a:pt x="230106" y="578405"/>
                  </a:lnTo>
                  <a:lnTo>
                    <a:pt x="220909" y="578405"/>
                  </a:lnTo>
                  <a:lnTo>
                    <a:pt x="209303" y="573174"/>
                  </a:lnTo>
                  <a:close/>
                </a:path>
                <a:path w="246379" h="648969">
                  <a:moveTo>
                    <a:pt x="241367" y="529051"/>
                  </a:moveTo>
                  <a:lnTo>
                    <a:pt x="225426" y="567509"/>
                  </a:lnTo>
                  <a:lnTo>
                    <a:pt x="227854" y="574105"/>
                  </a:lnTo>
                  <a:lnTo>
                    <a:pt x="230106" y="578405"/>
                  </a:lnTo>
                  <a:lnTo>
                    <a:pt x="227854" y="580648"/>
                  </a:lnTo>
                  <a:lnTo>
                    <a:pt x="225414" y="585322"/>
                  </a:lnTo>
                  <a:lnTo>
                    <a:pt x="223161" y="587565"/>
                  </a:lnTo>
                  <a:lnTo>
                    <a:pt x="243574" y="587565"/>
                  </a:lnTo>
                  <a:lnTo>
                    <a:pt x="241367" y="529051"/>
                  </a:lnTo>
                  <a:close/>
                </a:path>
                <a:path w="246379" h="648969">
                  <a:moveTo>
                    <a:pt x="13513" y="0"/>
                  </a:moveTo>
                  <a:lnTo>
                    <a:pt x="6569" y="0"/>
                  </a:lnTo>
                  <a:lnTo>
                    <a:pt x="2252" y="2243"/>
                  </a:lnTo>
                  <a:lnTo>
                    <a:pt x="0" y="4486"/>
                  </a:lnTo>
                  <a:lnTo>
                    <a:pt x="0" y="11403"/>
                  </a:lnTo>
                  <a:lnTo>
                    <a:pt x="209303" y="573174"/>
                  </a:lnTo>
                  <a:lnTo>
                    <a:pt x="220909" y="578405"/>
                  </a:lnTo>
                  <a:lnTo>
                    <a:pt x="225426" y="567509"/>
                  </a:lnTo>
                  <a:lnTo>
                    <a:pt x="18205" y="4486"/>
                  </a:lnTo>
                  <a:lnTo>
                    <a:pt x="15765" y="2243"/>
                  </a:lnTo>
                  <a:lnTo>
                    <a:pt x="13513" y="0"/>
                  </a:lnTo>
                  <a:close/>
                </a:path>
                <a:path w="246379" h="648969">
                  <a:moveTo>
                    <a:pt x="225426" y="567509"/>
                  </a:moveTo>
                  <a:lnTo>
                    <a:pt x="220909" y="578405"/>
                  </a:lnTo>
                  <a:lnTo>
                    <a:pt x="230106" y="578405"/>
                  </a:lnTo>
                  <a:lnTo>
                    <a:pt x="227854" y="574105"/>
                  </a:lnTo>
                  <a:lnTo>
                    <a:pt x="225426" y="567509"/>
                  </a:lnTo>
                  <a:close/>
                </a:path>
              </a:pathLst>
            </a:custGeom>
            <a:solidFill>
              <a:srgbClr val="FF0000"/>
            </a:solidFill>
          </p:spPr>
          <p:txBody>
            <a:bodyPr wrap="square" lIns="0" tIns="0" rIns="0" bIns="0" rtlCol="0"/>
            <a:lstStyle/>
            <a:p/>
          </p:txBody>
        </p:sp>
        <p:sp>
          <p:nvSpPr>
            <p:cNvPr id="149" name="object 149" descr=""/>
            <p:cNvSpPr/>
            <p:nvPr/>
          </p:nvSpPr>
          <p:spPr>
            <a:xfrm>
              <a:off x="6423892" y="1705908"/>
              <a:ext cx="246379" cy="648970"/>
            </a:xfrm>
            <a:custGeom>
              <a:avLst/>
              <a:gdLst/>
              <a:ahLst/>
              <a:cxnLst/>
              <a:rect l="l" t="t" r="r" b="b"/>
              <a:pathLst>
                <a:path w="246379" h="648969">
                  <a:moveTo>
                    <a:pt x="18205" y="4486"/>
                  </a:moveTo>
                  <a:lnTo>
                    <a:pt x="227854" y="574105"/>
                  </a:lnTo>
                  <a:lnTo>
                    <a:pt x="230106" y="578405"/>
                  </a:lnTo>
                  <a:lnTo>
                    <a:pt x="227854" y="580648"/>
                  </a:lnTo>
                  <a:lnTo>
                    <a:pt x="225414" y="585322"/>
                  </a:lnTo>
                  <a:lnTo>
                    <a:pt x="223161" y="587565"/>
                  </a:lnTo>
                  <a:lnTo>
                    <a:pt x="219032" y="587565"/>
                  </a:lnTo>
                  <a:lnTo>
                    <a:pt x="216592" y="585322"/>
                  </a:lnTo>
                  <a:lnTo>
                    <a:pt x="212088" y="585322"/>
                  </a:lnTo>
                  <a:lnTo>
                    <a:pt x="212088" y="580648"/>
                  </a:lnTo>
                  <a:lnTo>
                    <a:pt x="0" y="11403"/>
                  </a:lnTo>
                  <a:lnTo>
                    <a:pt x="0" y="9160"/>
                  </a:lnTo>
                  <a:lnTo>
                    <a:pt x="0" y="4486"/>
                  </a:lnTo>
                  <a:lnTo>
                    <a:pt x="2252" y="2243"/>
                  </a:lnTo>
                  <a:lnTo>
                    <a:pt x="6569" y="0"/>
                  </a:lnTo>
                  <a:lnTo>
                    <a:pt x="8821" y="0"/>
                  </a:lnTo>
                  <a:lnTo>
                    <a:pt x="13513" y="0"/>
                  </a:lnTo>
                  <a:lnTo>
                    <a:pt x="15765" y="2243"/>
                  </a:lnTo>
                  <a:lnTo>
                    <a:pt x="18205" y="4486"/>
                  </a:lnTo>
                  <a:close/>
                </a:path>
                <a:path w="246379" h="648969">
                  <a:moveTo>
                    <a:pt x="220909" y="578405"/>
                  </a:moveTo>
                  <a:lnTo>
                    <a:pt x="241367" y="529051"/>
                  </a:lnTo>
                  <a:lnTo>
                    <a:pt x="245872" y="648509"/>
                  </a:lnTo>
                  <a:lnTo>
                    <a:pt x="171547" y="556158"/>
                  </a:lnTo>
                  <a:lnTo>
                    <a:pt x="220909" y="578405"/>
                  </a:lnTo>
                  <a:close/>
                </a:path>
              </a:pathLst>
            </a:custGeom>
            <a:ln w="3175">
              <a:solidFill>
                <a:srgbClr val="FF0000"/>
              </a:solidFill>
            </a:ln>
          </p:spPr>
          <p:txBody>
            <a:bodyPr wrap="square" lIns="0" tIns="0" rIns="0" bIns="0" rtlCol="0"/>
            <a:lstStyle/>
            <a:p/>
          </p:txBody>
        </p:sp>
        <p:sp>
          <p:nvSpPr>
            <p:cNvPr id="150" name="object 150" descr=""/>
            <p:cNvSpPr/>
            <p:nvPr/>
          </p:nvSpPr>
          <p:spPr>
            <a:xfrm>
              <a:off x="7504416" y="1705908"/>
              <a:ext cx="266700" cy="1463675"/>
            </a:xfrm>
            <a:custGeom>
              <a:avLst/>
              <a:gdLst/>
              <a:ahLst/>
              <a:cxnLst/>
              <a:rect l="l" t="t" r="r" b="b"/>
              <a:pathLst>
                <a:path w="266700" h="1463675">
                  <a:moveTo>
                    <a:pt x="192005" y="1357401"/>
                  </a:moveTo>
                  <a:lnTo>
                    <a:pt x="245872" y="1463398"/>
                  </a:lnTo>
                  <a:lnTo>
                    <a:pt x="257292" y="1397968"/>
                  </a:lnTo>
                  <a:lnTo>
                    <a:pt x="232358" y="1397968"/>
                  </a:lnTo>
                  <a:lnTo>
                    <a:pt x="227666" y="1395538"/>
                  </a:lnTo>
                  <a:lnTo>
                    <a:pt x="225977" y="1393294"/>
                  </a:lnTo>
                  <a:lnTo>
                    <a:pt x="225977" y="1388621"/>
                  </a:lnTo>
                  <a:lnTo>
                    <a:pt x="224779" y="1381312"/>
                  </a:lnTo>
                  <a:lnTo>
                    <a:pt x="192005" y="1357401"/>
                  </a:lnTo>
                  <a:close/>
                </a:path>
                <a:path w="266700" h="1463675">
                  <a:moveTo>
                    <a:pt x="224779" y="1381312"/>
                  </a:moveTo>
                  <a:lnTo>
                    <a:pt x="225977" y="1388621"/>
                  </a:lnTo>
                  <a:lnTo>
                    <a:pt x="225977" y="1393294"/>
                  </a:lnTo>
                  <a:lnTo>
                    <a:pt x="227666" y="1395538"/>
                  </a:lnTo>
                  <a:lnTo>
                    <a:pt x="232358" y="1397968"/>
                  </a:lnTo>
                  <a:lnTo>
                    <a:pt x="237050" y="1397968"/>
                  </a:lnTo>
                  <a:lnTo>
                    <a:pt x="239303" y="1395538"/>
                  </a:lnTo>
                  <a:lnTo>
                    <a:pt x="241743" y="1393294"/>
                  </a:lnTo>
                  <a:lnTo>
                    <a:pt x="243619" y="1391051"/>
                  </a:lnTo>
                  <a:lnTo>
                    <a:pt x="243619" y="1388621"/>
                  </a:lnTo>
                  <a:lnTo>
                    <a:pt x="234798" y="1388621"/>
                  </a:lnTo>
                  <a:lnTo>
                    <a:pt x="224779" y="1381312"/>
                  </a:lnTo>
                  <a:close/>
                </a:path>
                <a:path w="266700" h="1463675">
                  <a:moveTo>
                    <a:pt x="266330" y="1346184"/>
                  </a:moveTo>
                  <a:lnTo>
                    <a:pt x="242254" y="1378586"/>
                  </a:lnTo>
                  <a:lnTo>
                    <a:pt x="243619" y="1386938"/>
                  </a:lnTo>
                  <a:lnTo>
                    <a:pt x="243619" y="1391051"/>
                  </a:lnTo>
                  <a:lnTo>
                    <a:pt x="241743" y="1393294"/>
                  </a:lnTo>
                  <a:lnTo>
                    <a:pt x="239303" y="1395538"/>
                  </a:lnTo>
                  <a:lnTo>
                    <a:pt x="237050" y="1397968"/>
                  </a:lnTo>
                  <a:lnTo>
                    <a:pt x="257292" y="1397968"/>
                  </a:lnTo>
                  <a:lnTo>
                    <a:pt x="266330" y="1346184"/>
                  </a:lnTo>
                  <a:close/>
                </a:path>
                <a:path w="266700" h="1463675">
                  <a:moveTo>
                    <a:pt x="15765" y="0"/>
                  </a:moveTo>
                  <a:lnTo>
                    <a:pt x="4504" y="0"/>
                  </a:lnTo>
                  <a:lnTo>
                    <a:pt x="2252" y="2243"/>
                  </a:lnTo>
                  <a:lnTo>
                    <a:pt x="0" y="6916"/>
                  </a:lnTo>
                  <a:lnTo>
                    <a:pt x="0" y="9160"/>
                  </a:lnTo>
                  <a:lnTo>
                    <a:pt x="224779" y="1381312"/>
                  </a:lnTo>
                  <a:lnTo>
                    <a:pt x="234798" y="1388621"/>
                  </a:lnTo>
                  <a:lnTo>
                    <a:pt x="242254" y="1378586"/>
                  </a:lnTo>
                  <a:lnTo>
                    <a:pt x="18018" y="6916"/>
                  </a:lnTo>
                  <a:lnTo>
                    <a:pt x="18018" y="2243"/>
                  </a:lnTo>
                  <a:lnTo>
                    <a:pt x="15765" y="0"/>
                  </a:lnTo>
                  <a:close/>
                </a:path>
                <a:path w="266700" h="1463675">
                  <a:moveTo>
                    <a:pt x="242254" y="1378586"/>
                  </a:moveTo>
                  <a:lnTo>
                    <a:pt x="234798" y="1388621"/>
                  </a:lnTo>
                  <a:lnTo>
                    <a:pt x="243619" y="1388621"/>
                  </a:lnTo>
                  <a:lnTo>
                    <a:pt x="243619" y="1386938"/>
                  </a:lnTo>
                  <a:lnTo>
                    <a:pt x="242254" y="1378586"/>
                  </a:lnTo>
                  <a:close/>
                </a:path>
              </a:pathLst>
            </a:custGeom>
            <a:solidFill>
              <a:srgbClr val="FF0000"/>
            </a:solidFill>
          </p:spPr>
          <p:txBody>
            <a:bodyPr wrap="square" lIns="0" tIns="0" rIns="0" bIns="0" rtlCol="0"/>
            <a:lstStyle/>
            <a:p/>
          </p:txBody>
        </p:sp>
        <p:sp>
          <p:nvSpPr>
            <p:cNvPr id="151" name="object 151" descr=""/>
            <p:cNvSpPr/>
            <p:nvPr/>
          </p:nvSpPr>
          <p:spPr>
            <a:xfrm>
              <a:off x="7504416" y="1705908"/>
              <a:ext cx="266700" cy="1463675"/>
            </a:xfrm>
            <a:custGeom>
              <a:avLst/>
              <a:gdLst/>
              <a:ahLst/>
              <a:cxnLst/>
              <a:rect l="l" t="t" r="r" b="b"/>
              <a:pathLst>
                <a:path w="266700" h="1463675">
                  <a:moveTo>
                    <a:pt x="18018" y="6916"/>
                  </a:moveTo>
                  <a:lnTo>
                    <a:pt x="243619" y="1386938"/>
                  </a:lnTo>
                  <a:lnTo>
                    <a:pt x="243619" y="1391051"/>
                  </a:lnTo>
                  <a:lnTo>
                    <a:pt x="241743" y="1393294"/>
                  </a:lnTo>
                  <a:lnTo>
                    <a:pt x="239303" y="1395538"/>
                  </a:lnTo>
                  <a:lnTo>
                    <a:pt x="237050" y="1397968"/>
                  </a:lnTo>
                  <a:lnTo>
                    <a:pt x="232358" y="1397968"/>
                  </a:lnTo>
                  <a:lnTo>
                    <a:pt x="227666" y="1395538"/>
                  </a:lnTo>
                  <a:lnTo>
                    <a:pt x="225977" y="1393294"/>
                  </a:lnTo>
                  <a:lnTo>
                    <a:pt x="225977" y="1388621"/>
                  </a:lnTo>
                  <a:lnTo>
                    <a:pt x="0" y="9160"/>
                  </a:lnTo>
                  <a:lnTo>
                    <a:pt x="0" y="6916"/>
                  </a:lnTo>
                  <a:lnTo>
                    <a:pt x="2252" y="2243"/>
                  </a:lnTo>
                  <a:lnTo>
                    <a:pt x="4504" y="0"/>
                  </a:lnTo>
                  <a:lnTo>
                    <a:pt x="9196" y="0"/>
                  </a:lnTo>
                  <a:lnTo>
                    <a:pt x="11636" y="0"/>
                  </a:lnTo>
                  <a:lnTo>
                    <a:pt x="15765" y="0"/>
                  </a:lnTo>
                  <a:lnTo>
                    <a:pt x="18018" y="2243"/>
                  </a:lnTo>
                  <a:lnTo>
                    <a:pt x="18018" y="6916"/>
                  </a:lnTo>
                  <a:close/>
                </a:path>
                <a:path w="266700" h="1463675">
                  <a:moveTo>
                    <a:pt x="234798" y="1388621"/>
                  </a:moveTo>
                  <a:lnTo>
                    <a:pt x="266330" y="1346184"/>
                  </a:lnTo>
                  <a:lnTo>
                    <a:pt x="245872" y="1463398"/>
                  </a:lnTo>
                  <a:lnTo>
                    <a:pt x="192005" y="1357401"/>
                  </a:lnTo>
                  <a:lnTo>
                    <a:pt x="234798" y="1388621"/>
                  </a:lnTo>
                  <a:close/>
                </a:path>
              </a:pathLst>
            </a:custGeom>
            <a:ln w="3175">
              <a:solidFill>
                <a:srgbClr val="FF0000"/>
              </a:solidFill>
            </a:ln>
          </p:spPr>
          <p:txBody>
            <a:bodyPr wrap="square" lIns="0" tIns="0" rIns="0" bIns="0" rtlCol="0"/>
            <a:lstStyle/>
            <a:p/>
          </p:txBody>
        </p:sp>
        <p:pic>
          <p:nvPicPr>
            <p:cNvPr id="152" name="object 152" descr=""/>
            <p:cNvPicPr/>
            <p:nvPr/>
          </p:nvPicPr>
          <p:blipFill>
            <a:blip r:embed="rId11" cstate="print"/>
            <a:stretch>
              <a:fillRect/>
            </a:stretch>
          </p:blipFill>
          <p:spPr>
            <a:xfrm>
              <a:off x="6391638" y="1662725"/>
              <a:ext cx="76709" cy="83001"/>
            </a:xfrm>
            <a:prstGeom prst="rect">
              <a:avLst/>
            </a:prstGeom>
          </p:spPr>
        </p:pic>
        <p:pic>
          <p:nvPicPr>
            <p:cNvPr id="153" name="object 153" descr=""/>
            <p:cNvPicPr/>
            <p:nvPr/>
          </p:nvPicPr>
          <p:blipFill>
            <a:blip r:embed="rId12" cstate="print"/>
            <a:stretch>
              <a:fillRect/>
            </a:stretch>
          </p:blipFill>
          <p:spPr>
            <a:xfrm>
              <a:off x="7456771" y="1662725"/>
              <a:ext cx="76709" cy="83001"/>
            </a:xfrm>
            <a:prstGeom prst="rect">
              <a:avLst/>
            </a:prstGeom>
          </p:spPr>
        </p:pic>
        <p:sp>
          <p:nvSpPr>
            <p:cNvPr id="154" name="object 154" descr=""/>
            <p:cNvSpPr/>
            <p:nvPr/>
          </p:nvSpPr>
          <p:spPr>
            <a:xfrm>
              <a:off x="7584058" y="1030605"/>
              <a:ext cx="2822575" cy="626110"/>
            </a:xfrm>
            <a:custGeom>
              <a:avLst/>
              <a:gdLst/>
              <a:ahLst/>
              <a:cxnLst/>
              <a:rect l="l" t="t" r="r" b="b"/>
              <a:pathLst>
                <a:path w="2822575" h="626110">
                  <a:moveTo>
                    <a:pt x="2747094" y="32600"/>
                  </a:moveTo>
                  <a:lnTo>
                    <a:pt x="0" y="616712"/>
                  </a:lnTo>
                  <a:lnTo>
                    <a:pt x="2032" y="625983"/>
                  </a:lnTo>
                  <a:lnTo>
                    <a:pt x="2749070" y="41883"/>
                  </a:lnTo>
                  <a:lnTo>
                    <a:pt x="2747094" y="32600"/>
                  </a:lnTo>
                  <a:close/>
                </a:path>
                <a:path w="2822575" h="626110">
                  <a:moveTo>
                    <a:pt x="2811774" y="29972"/>
                  </a:moveTo>
                  <a:lnTo>
                    <a:pt x="2759456" y="29972"/>
                  </a:lnTo>
                  <a:lnTo>
                    <a:pt x="2761488" y="39243"/>
                  </a:lnTo>
                  <a:lnTo>
                    <a:pt x="2749070" y="41883"/>
                  </a:lnTo>
                  <a:lnTo>
                    <a:pt x="2756027" y="74549"/>
                  </a:lnTo>
                  <a:lnTo>
                    <a:pt x="2811774" y="29972"/>
                  </a:lnTo>
                  <a:close/>
                </a:path>
                <a:path w="2822575" h="626110">
                  <a:moveTo>
                    <a:pt x="2759456" y="29972"/>
                  </a:moveTo>
                  <a:lnTo>
                    <a:pt x="2747094" y="32600"/>
                  </a:lnTo>
                  <a:lnTo>
                    <a:pt x="2749070" y="41883"/>
                  </a:lnTo>
                  <a:lnTo>
                    <a:pt x="2761488" y="39243"/>
                  </a:lnTo>
                  <a:lnTo>
                    <a:pt x="2759456" y="29972"/>
                  </a:lnTo>
                  <a:close/>
                </a:path>
                <a:path w="2822575" h="626110">
                  <a:moveTo>
                    <a:pt x="2740152" y="0"/>
                  </a:moveTo>
                  <a:lnTo>
                    <a:pt x="2747094" y="32600"/>
                  </a:lnTo>
                  <a:lnTo>
                    <a:pt x="2759456" y="29972"/>
                  </a:lnTo>
                  <a:lnTo>
                    <a:pt x="2811774" y="29972"/>
                  </a:lnTo>
                  <a:lnTo>
                    <a:pt x="2822575" y="21336"/>
                  </a:lnTo>
                  <a:lnTo>
                    <a:pt x="2740152" y="0"/>
                  </a:lnTo>
                  <a:close/>
                </a:path>
              </a:pathLst>
            </a:custGeom>
            <a:solidFill>
              <a:srgbClr val="40458B"/>
            </a:solidFill>
          </p:spPr>
          <p:txBody>
            <a:bodyPr wrap="square" lIns="0" tIns="0" rIns="0" bIns="0" rtlCol="0"/>
            <a:lstStyle/>
            <a:p/>
          </p:txBody>
        </p:sp>
      </p:grpSp>
      <p:sp>
        <p:nvSpPr>
          <p:cNvPr id="155" name="object 155" descr=""/>
          <p:cNvSpPr txBox="1"/>
          <p:nvPr/>
        </p:nvSpPr>
        <p:spPr>
          <a:xfrm>
            <a:off x="1997807" y="4834358"/>
            <a:ext cx="1408430" cy="229235"/>
          </a:xfrm>
          <a:prstGeom prst="rect">
            <a:avLst/>
          </a:prstGeom>
        </p:spPr>
        <p:txBody>
          <a:bodyPr wrap="square" lIns="0" tIns="17145" rIns="0" bIns="0" rtlCol="0" vert="horz">
            <a:spAutoFit/>
          </a:bodyPr>
          <a:lstStyle/>
          <a:p>
            <a:pPr marL="12700">
              <a:lnSpc>
                <a:spcPct val="100000"/>
              </a:lnSpc>
              <a:spcBef>
                <a:spcPts val="135"/>
              </a:spcBef>
            </a:pPr>
            <a:r>
              <a:rPr dirty="0" sz="1300">
                <a:latin typeface="Times New Roman"/>
                <a:cs typeface="Times New Roman"/>
              </a:rPr>
              <a:t>OR</a:t>
            </a:r>
            <a:r>
              <a:rPr dirty="0" sz="1300" spc="45">
                <a:latin typeface="Times New Roman"/>
                <a:cs typeface="Times New Roman"/>
              </a:rPr>
              <a:t> </a:t>
            </a:r>
            <a:r>
              <a:rPr dirty="0" sz="1300" spc="-10">
                <a:latin typeface="Times New Roman"/>
                <a:cs typeface="Times New Roman"/>
              </a:rPr>
              <a:t>R10</a:t>
            </a:r>
            <a:r>
              <a:rPr dirty="0" sz="1300" spc="-10">
                <a:latin typeface="宋体"/>
                <a:cs typeface="宋体"/>
              </a:rPr>
              <a:t>，</a:t>
            </a:r>
            <a:r>
              <a:rPr dirty="0" sz="1300" spc="-10" b="1">
                <a:solidFill>
                  <a:srgbClr val="0000FF"/>
                </a:solidFill>
                <a:latin typeface="Times New Roman"/>
                <a:cs typeface="Times New Roman"/>
              </a:rPr>
              <a:t>R1</a:t>
            </a:r>
            <a:r>
              <a:rPr dirty="0" sz="1300" spc="-10">
                <a:latin typeface="宋体"/>
                <a:cs typeface="宋体"/>
              </a:rPr>
              <a:t>，</a:t>
            </a:r>
            <a:r>
              <a:rPr dirty="0" sz="1300" spc="-10">
                <a:latin typeface="Times New Roman"/>
                <a:cs typeface="Times New Roman"/>
              </a:rPr>
              <a:t>R11</a:t>
            </a:r>
            <a:endParaRPr sz="1300">
              <a:latin typeface="Times New Roman"/>
              <a:cs typeface="Times New Roman"/>
            </a:endParaRPr>
          </a:p>
        </p:txBody>
      </p:sp>
      <p:sp>
        <p:nvSpPr>
          <p:cNvPr id="156" name="object 156" descr=""/>
          <p:cNvSpPr txBox="1"/>
          <p:nvPr/>
        </p:nvSpPr>
        <p:spPr>
          <a:xfrm>
            <a:off x="558190" y="5437733"/>
            <a:ext cx="33782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第一条指令分别和其他三</a:t>
            </a:r>
            <a:endParaRPr sz="2400">
              <a:latin typeface="黑体"/>
              <a:cs typeface="黑体"/>
            </a:endParaRPr>
          </a:p>
        </p:txBody>
      </p:sp>
      <p:sp>
        <p:nvSpPr>
          <p:cNvPr id="157" name="object 157" descr=""/>
          <p:cNvSpPr txBox="1"/>
          <p:nvPr/>
        </p:nvSpPr>
        <p:spPr>
          <a:xfrm>
            <a:off x="558190" y="5794044"/>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条指令分析相关</a:t>
            </a:r>
            <a:endParaRPr sz="2400">
              <a:latin typeface="黑体"/>
              <a:cs typeface="黑体"/>
            </a:endParaRPr>
          </a:p>
        </p:txBody>
      </p:sp>
      <p:sp>
        <p:nvSpPr>
          <p:cNvPr id="158" name="object 158" descr=""/>
          <p:cNvSpPr txBox="1"/>
          <p:nvPr/>
        </p:nvSpPr>
        <p:spPr>
          <a:xfrm>
            <a:off x="10482326" y="796925"/>
            <a:ext cx="1710055" cy="4645025"/>
          </a:xfrm>
          <a:prstGeom prst="rect">
            <a:avLst/>
          </a:prstGeom>
          <a:solidFill>
            <a:srgbClr val="D4D6EB"/>
          </a:solidFill>
        </p:spPr>
        <p:txBody>
          <a:bodyPr wrap="square" lIns="0" tIns="134620" rIns="0" bIns="0" rtlCol="0" vert="horz">
            <a:spAutoFit/>
          </a:bodyPr>
          <a:lstStyle/>
          <a:p>
            <a:pPr marL="92075">
              <a:lnSpc>
                <a:spcPct val="100000"/>
              </a:lnSpc>
              <a:spcBef>
                <a:spcPts val="1060"/>
              </a:spcBef>
            </a:pPr>
            <a:r>
              <a:rPr dirty="0" sz="2000" spc="-5">
                <a:solidFill>
                  <a:srgbClr val="40458B"/>
                </a:solidFill>
                <a:latin typeface="黑体"/>
                <a:cs typeface="黑体"/>
              </a:rPr>
              <a:t>第一条指令</a:t>
            </a:r>
            <a:r>
              <a:rPr dirty="0" sz="2000" spc="-50">
                <a:solidFill>
                  <a:srgbClr val="40458B"/>
                </a:solidFill>
                <a:latin typeface="Tahoma"/>
                <a:cs typeface="Tahoma"/>
              </a:rPr>
              <a:t>4</a:t>
            </a:r>
            <a:endParaRPr sz="2000">
              <a:latin typeface="Tahoma"/>
              <a:cs typeface="Tahoma"/>
            </a:endParaRPr>
          </a:p>
          <a:p>
            <a:pPr marL="92075" marR="84455">
              <a:lnSpc>
                <a:spcPct val="150000"/>
              </a:lnSpc>
            </a:pPr>
            <a:r>
              <a:rPr dirty="0" sz="2000">
                <a:solidFill>
                  <a:srgbClr val="40458B"/>
                </a:solidFill>
                <a:latin typeface="黑体"/>
                <a:cs typeface="黑体"/>
              </a:rPr>
              <a:t>周期已</a:t>
            </a:r>
            <a:r>
              <a:rPr dirty="0" sz="2000" spc="-25">
                <a:solidFill>
                  <a:srgbClr val="FF0000"/>
                </a:solidFill>
                <a:latin typeface="黑体"/>
                <a:cs typeface="黑体"/>
              </a:rPr>
              <a:t>完成运</a:t>
            </a:r>
            <a:r>
              <a:rPr dirty="0" sz="2000" spc="-15">
                <a:solidFill>
                  <a:srgbClr val="FF0000"/>
                </a:solidFill>
                <a:latin typeface="黑体"/>
                <a:cs typeface="黑体"/>
              </a:rPr>
              <a:t>算结果，只是</a:t>
            </a:r>
            <a:r>
              <a:rPr dirty="0" sz="2000" spc="-5">
                <a:solidFill>
                  <a:srgbClr val="FF0000"/>
                </a:solidFill>
                <a:latin typeface="黑体"/>
                <a:cs typeface="黑体"/>
              </a:rPr>
              <a:t>还未保存</a:t>
            </a:r>
            <a:r>
              <a:rPr dirty="0" sz="2000" spc="-25">
                <a:solidFill>
                  <a:srgbClr val="40458B"/>
                </a:solidFill>
                <a:latin typeface="黑体"/>
                <a:cs typeface="黑体"/>
              </a:rPr>
              <a:t>，第</a:t>
            </a:r>
            <a:r>
              <a:rPr dirty="0" sz="2000" spc="-5">
                <a:solidFill>
                  <a:srgbClr val="40458B"/>
                </a:solidFill>
                <a:latin typeface="黑体"/>
                <a:cs typeface="黑体"/>
              </a:rPr>
              <a:t>三条指令第</a:t>
            </a:r>
            <a:r>
              <a:rPr dirty="0" sz="2000" spc="-50">
                <a:solidFill>
                  <a:srgbClr val="40458B"/>
                </a:solidFill>
                <a:latin typeface="Tahoma"/>
                <a:cs typeface="Tahoma"/>
              </a:rPr>
              <a:t>5</a:t>
            </a:r>
            <a:r>
              <a:rPr dirty="0" sz="2000" spc="-15">
                <a:solidFill>
                  <a:srgbClr val="40458B"/>
                </a:solidFill>
                <a:latin typeface="黑体"/>
                <a:cs typeface="黑体"/>
              </a:rPr>
              <a:t>周期开始读，引入一条旁路</a:t>
            </a:r>
            <a:endParaRPr sz="2000">
              <a:latin typeface="黑体"/>
              <a:cs typeface="黑体"/>
            </a:endParaRPr>
          </a:p>
          <a:p>
            <a:pPr marL="92075">
              <a:lnSpc>
                <a:spcPct val="100000"/>
              </a:lnSpc>
              <a:spcBef>
                <a:spcPts val="1200"/>
              </a:spcBef>
            </a:pPr>
            <a:r>
              <a:rPr dirty="0" sz="2000" spc="-15">
                <a:solidFill>
                  <a:srgbClr val="40458B"/>
                </a:solidFill>
                <a:latin typeface="黑体"/>
                <a:cs typeface="黑体"/>
              </a:rPr>
              <a:t>，避免了相关</a:t>
            </a:r>
            <a:endParaRPr sz="2000">
              <a:latin typeface="黑体"/>
              <a:cs typeface="黑体"/>
            </a:endParaRPr>
          </a:p>
        </p:txBody>
      </p:sp>
      <p:sp>
        <p:nvSpPr>
          <p:cNvPr id="159" name="object 159" descr=""/>
          <p:cNvSpPr txBox="1"/>
          <p:nvPr/>
        </p:nvSpPr>
        <p:spPr>
          <a:xfrm>
            <a:off x="3798823" y="5988811"/>
            <a:ext cx="6162675"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FF0000"/>
                </a:solidFill>
                <a:latin typeface="宋体"/>
                <a:cs typeface="宋体"/>
              </a:rPr>
              <a:t>采用定向技术后的流水线数据通路</a:t>
            </a:r>
            <a:r>
              <a:rPr dirty="0" sz="2000" spc="-20" b="1">
                <a:solidFill>
                  <a:srgbClr val="FF0000"/>
                </a:solidFill>
                <a:latin typeface="宋体"/>
                <a:cs typeface="宋体"/>
              </a:rPr>
              <a:t>（注意旁路的起点</a:t>
            </a:r>
            <a:r>
              <a:rPr dirty="0" sz="2000" spc="-50" b="1">
                <a:solidFill>
                  <a:srgbClr val="FF0000"/>
                </a:solidFill>
                <a:latin typeface="宋体"/>
                <a:cs typeface="宋体"/>
              </a:rPr>
              <a:t>）</a:t>
            </a:r>
            <a:endParaRPr sz="2000">
              <a:latin typeface="宋体"/>
              <a:cs typeface="宋体"/>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28264"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grpSp>
        <p:nvGrpSpPr>
          <p:cNvPr id="10" name="object 10" descr=""/>
          <p:cNvGrpSpPr/>
          <p:nvPr/>
        </p:nvGrpSpPr>
        <p:grpSpPr>
          <a:xfrm>
            <a:off x="7643130" y="1920930"/>
            <a:ext cx="488950" cy="2273935"/>
            <a:chOff x="7643130" y="1920930"/>
            <a:chExt cx="488950" cy="2273935"/>
          </a:xfrm>
        </p:grpSpPr>
        <p:sp>
          <p:nvSpPr>
            <p:cNvPr id="11" name="object 11" descr=""/>
            <p:cNvSpPr/>
            <p:nvPr/>
          </p:nvSpPr>
          <p:spPr>
            <a:xfrm>
              <a:off x="7650432" y="2428800"/>
              <a:ext cx="474345" cy="374015"/>
            </a:xfrm>
            <a:custGeom>
              <a:avLst/>
              <a:gdLst/>
              <a:ahLst/>
              <a:cxnLst/>
              <a:rect l="l" t="t" r="r" b="b"/>
              <a:pathLst>
                <a:path w="474345" h="374014">
                  <a:moveTo>
                    <a:pt x="0" y="373721"/>
                  </a:moveTo>
                  <a:lnTo>
                    <a:pt x="473744" y="373721"/>
                  </a:lnTo>
                  <a:lnTo>
                    <a:pt x="473744" y="0"/>
                  </a:lnTo>
                  <a:lnTo>
                    <a:pt x="0" y="0"/>
                  </a:lnTo>
                  <a:lnTo>
                    <a:pt x="0" y="373721"/>
                  </a:lnTo>
                  <a:close/>
                </a:path>
              </a:pathLst>
            </a:custGeom>
            <a:ln w="14043">
              <a:solidFill>
                <a:srgbClr val="000000"/>
              </a:solidFill>
            </a:ln>
          </p:spPr>
          <p:txBody>
            <a:bodyPr wrap="square" lIns="0" tIns="0" rIns="0" bIns="0" rtlCol="0"/>
            <a:lstStyle/>
            <a:p/>
          </p:txBody>
        </p:sp>
        <p:sp>
          <p:nvSpPr>
            <p:cNvPr id="12" name="object 12" descr=""/>
            <p:cNvSpPr/>
            <p:nvPr/>
          </p:nvSpPr>
          <p:spPr>
            <a:xfrm>
              <a:off x="7851634" y="1922517"/>
              <a:ext cx="76835" cy="2270760"/>
            </a:xfrm>
            <a:custGeom>
              <a:avLst/>
              <a:gdLst/>
              <a:ahLst/>
              <a:cxnLst/>
              <a:rect l="l" t="t" r="r" b="b"/>
              <a:pathLst>
                <a:path w="76834" h="2270760">
                  <a:moveTo>
                    <a:pt x="0" y="2149959"/>
                  </a:moveTo>
                  <a:lnTo>
                    <a:pt x="38663" y="2270578"/>
                  </a:lnTo>
                  <a:lnTo>
                    <a:pt x="60840" y="2200370"/>
                  </a:lnTo>
                  <a:lnTo>
                    <a:pt x="38663" y="2200370"/>
                  </a:lnTo>
                  <a:lnTo>
                    <a:pt x="33971" y="2197906"/>
                  </a:lnTo>
                  <a:lnTo>
                    <a:pt x="31719" y="2197906"/>
                  </a:lnTo>
                  <a:lnTo>
                    <a:pt x="29279" y="2192957"/>
                  </a:lnTo>
                  <a:lnTo>
                    <a:pt x="29279" y="2181018"/>
                  </a:lnTo>
                  <a:lnTo>
                    <a:pt x="0" y="2149959"/>
                  </a:lnTo>
                  <a:close/>
                </a:path>
                <a:path w="76834" h="2270760">
                  <a:moveTo>
                    <a:pt x="42793" y="2197906"/>
                  </a:moveTo>
                  <a:lnTo>
                    <a:pt x="33971" y="2197906"/>
                  </a:lnTo>
                  <a:lnTo>
                    <a:pt x="38663" y="2200370"/>
                  </a:lnTo>
                  <a:lnTo>
                    <a:pt x="42793" y="2197906"/>
                  </a:lnTo>
                  <a:close/>
                </a:path>
                <a:path w="76834" h="2270760">
                  <a:moveTo>
                    <a:pt x="76764" y="2149959"/>
                  </a:moveTo>
                  <a:lnTo>
                    <a:pt x="47485" y="2181477"/>
                  </a:lnTo>
                  <a:lnTo>
                    <a:pt x="47485" y="2192957"/>
                  </a:lnTo>
                  <a:lnTo>
                    <a:pt x="45232" y="2197906"/>
                  </a:lnTo>
                  <a:lnTo>
                    <a:pt x="42793" y="2197906"/>
                  </a:lnTo>
                  <a:lnTo>
                    <a:pt x="38663" y="2200370"/>
                  </a:lnTo>
                  <a:lnTo>
                    <a:pt x="60840" y="2200370"/>
                  </a:lnTo>
                  <a:lnTo>
                    <a:pt x="76764" y="2149959"/>
                  </a:lnTo>
                  <a:close/>
                </a:path>
                <a:path w="76834" h="2270760">
                  <a:moveTo>
                    <a:pt x="29279" y="2181018"/>
                  </a:moveTo>
                  <a:lnTo>
                    <a:pt x="29279" y="2192957"/>
                  </a:lnTo>
                  <a:lnTo>
                    <a:pt x="31719" y="2197906"/>
                  </a:lnTo>
                  <a:lnTo>
                    <a:pt x="45232" y="2197906"/>
                  </a:lnTo>
                  <a:lnTo>
                    <a:pt x="47485" y="2192957"/>
                  </a:lnTo>
                  <a:lnTo>
                    <a:pt x="47485" y="2190973"/>
                  </a:lnTo>
                  <a:lnTo>
                    <a:pt x="38663" y="2190973"/>
                  </a:lnTo>
                  <a:lnTo>
                    <a:pt x="29279" y="2181018"/>
                  </a:lnTo>
                  <a:close/>
                </a:path>
                <a:path w="76834" h="2270760">
                  <a:moveTo>
                    <a:pt x="42792" y="0"/>
                  </a:moveTo>
                  <a:lnTo>
                    <a:pt x="33971" y="0"/>
                  </a:lnTo>
                  <a:lnTo>
                    <a:pt x="31719" y="2604"/>
                  </a:lnTo>
                  <a:lnTo>
                    <a:pt x="29279" y="7413"/>
                  </a:lnTo>
                  <a:lnTo>
                    <a:pt x="29279" y="2181018"/>
                  </a:lnTo>
                  <a:lnTo>
                    <a:pt x="38663" y="2190973"/>
                  </a:lnTo>
                  <a:lnTo>
                    <a:pt x="47485" y="2181477"/>
                  </a:lnTo>
                  <a:lnTo>
                    <a:pt x="47485" y="7413"/>
                  </a:lnTo>
                  <a:lnTo>
                    <a:pt x="45232" y="2604"/>
                  </a:lnTo>
                  <a:lnTo>
                    <a:pt x="42792" y="0"/>
                  </a:lnTo>
                  <a:close/>
                </a:path>
                <a:path w="76834" h="2270760">
                  <a:moveTo>
                    <a:pt x="47485" y="2181477"/>
                  </a:moveTo>
                  <a:lnTo>
                    <a:pt x="38663" y="2190973"/>
                  </a:lnTo>
                  <a:lnTo>
                    <a:pt x="47485" y="2190973"/>
                  </a:lnTo>
                  <a:lnTo>
                    <a:pt x="47485" y="2181477"/>
                  </a:lnTo>
                  <a:close/>
                </a:path>
              </a:pathLst>
            </a:custGeom>
            <a:solidFill>
              <a:srgbClr val="FF0000"/>
            </a:solidFill>
          </p:spPr>
          <p:txBody>
            <a:bodyPr wrap="square" lIns="0" tIns="0" rIns="0" bIns="0" rtlCol="0"/>
            <a:lstStyle/>
            <a:p/>
          </p:txBody>
        </p:sp>
        <p:sp>
          <p:nvSpPr>
            <p:cNvPr id="13" name="object 13" descr=""/>
            <p:cNvSpPr/>
            <p:nvPr/>
          </p:nvSpPr>
          <p:spPr>
            <a:xfrm>
              <a:off x="7851635" y="1922517"/>
              <a:ext cx="76835" cy="2270760"/>
            </a:xfrm>
            <a:custGeom>
              <a:avLst/>
              <a:gdLst/>
              <a:ahLst/>
              <a:cxnLst/>
              <a:rect l="l" t="t" r="r" b="b"/>
              <a:pathLst>
                <a:path w="76834" h="2270760">
                  <a:moveTo>
                    <a:pt x="47485" y="9417"/>
                  </a:moveTo>
                  <a:lnTo>
                    <a:pt x="47485" y="2190973"/>
                  </a:lnTo>
                  <a:lnTo>
                    <a:pt x="47485" y="2192957"/>
                  </a:lnTo>
                  <a:lnTo>
                    <a:pt x="45232" y="2197906"/>
                  </a:lnTo>
                  <a:lnTo>
                    <a:pt x="42793" y="2197906"/>
                  </a:lnTo>
                  <a:lnTo>
                    <a:pt x="38663" y="2200370"/>
                  </a:lnTo>
                  <a:lnTo>
                    <a:pt x="33971" y="2197906"/>
                  </a:lnTo>
                  <a:lnTo>
                    <a:pt x="31719" y="2197906"/>
                  </a:lnTo>
                  <a:lnTo>
                    <a:pt x="29279" y="2192957"/>
                  </a:lnTo>
                  <a:lnTo>
                    <a:pt x="29279" y="2190973"/>
                  </a:lnTo>
                  <a:lnTo>
                    <a:pt x="29279" y="9417"/>
                  </a:lnTo>
                  <a:lnTo>
                    <a:pt x="29279" y="7413"/>
                  </a:lnTo>
                  <a:lnTo>
                    <a:pt x="31719" y="2604"/>
                  </a:lnTo>
                  <a:lnTo>
                    <a:pt x="33971" y="0"/>
                  </a:lnTo>
                  <a:lnTo>
                    <a:pt x="38663" y="0"/>
                  </a:lnTo>
                  <a:lnTo>
                    <a:pt x="42792" y="0"/>
                  </a:lnTo>
                  <a:lnTo>
                    <a:pt x="45232" y="2604"/>
                  </a:lnTo>
                  <a:lnTo>
                    <a:pt x="47485" y="7413"/>
                  </a:lnTo>
                  <a:lnTo>
                    <a:pt x="47485" y="9417"/>
                  </a:lnTo>
                  <a:close/>
                </a:path>
                <a:path w="76834" h="2270760">
                  <a:moveTo>
                    <a:pt x="38663" y="2190973"/>
                  </a:moveTo>
                  <a:lnTo>
                    <a:pt x="76764" y="2149959"/>
                  </a:lnTo>
                  <a:lnTo>
                    <a:pt x="38663" y="2270578"/>
                  </a:lnTo>
                  <a:lnTo>
                    <a:pt x="0" y="2149959"/>
                  </a:lnTo>
                  <a:lnTo>
                    <a:pt x="38663" y="2190973"/>
                  </a:lnTo>
                  <a:close/>
                </a:path>
              </a:pathLst>
            </a:custGeom>
            <a:ln w="3175">
              <a:solidFill>
                <a:srgbClr val="FF0000"/>
              </a:solidFill>
            </a:ln>
          </p:spPr>
          <p:txBody>
            <a:bodyPr wrap="square" lIns="0" tIns="0" rIns="0" bIns="0" rtlCol="0"/>
            <a:lstStyle/>
            <a:p/>
          </p:txBody>
        </p:sp>
      </p:grpSp>
      <p:grpSp>
        <p:nvGrpSpPr>
          <p:cNvPr id="14" name="object 14" descr=""/>
          <p:cNvGrpSpPr/>
          <p:nvPr/>
        </p:nvGrpSpPr>
        <p:grpSpPr>
          <a:xfrm>
            <a:off x="4800103" y="830755"/>
            <a:ext cx="4749800" cy="85090"/>
            <a:chOff x="4800103" y="830755"/>
            <a:chExt cx="4749800" cy="85090"/>
          </a:xfrm>
        </p:grpSpPr>
        <p:sp>
          <p:nvSpPr>
            <p:cNvPr id="15" name="object 15" descr=""/>
            <p:cNvSpPr/>
            <p:nvPr/>
          </p:nvSpPr>
          <p:spPr>
            <a:xfrm>
              <a:off x="4801506" y="832130"/>
              <a:ext cx="4747260" cy="82550"/>
            </a:xfrm>
            <a:custGeom>
              <a:avLst/>
              <a:gdLst/>
              <a:ahLst/>
              <a:cxnLst/>
              <a:rect l="l" t="t" r="r" b="b"/>
              <a:pathLst>
                <a:path w="4747259" h="82550">
                  <a:moveTo>
                    <a:pt x="4634220" y="0"/>
                  </a:moveTo>
                  <a:lnTo>
                    <a:pt x="4672321" y="41074"/>
                  </a:lnTo>
                  <a:lnTo>
                    <a:pt x="4634220" y="81949"/>
                  </a:lnTo>
                  <a:lnTo>
                    <a:pt x="4721295" y="50291"/>
                  </a:lnTo>
                  <a:lnTo>
                    <a:pt x="4674573" y="50291"/>
                  </a:lnTo>
                  <a:lnTo>
                    <a:pt x="4679266" y="47887"/>
                  </a:lnTo>
                  <a:lnTo>
                    <a:pt x="4681518" y="45883"/>
                  </a:lnTo>
                  <a:lnTo>
                    <a:pt x="4681518" y="36065"/>
                  </a:lnTo>
                  <a:lnTo>
                    <a:pt x="4679266" y="33460"/>
                  </a:lnTo>
                  <a:lnTo>
                    <a:pt x="4674573" y="31056"/>
                  </a:lnTo>
                  <a:lnTo>
                    <a:pt x="4719225" y="31056"/>
                  </a:lnTo>
                  <a:lnTo>
                    <a:pt x="4634220" y="0"/>
                  </a:lnTo>
                  <a:close/>
                </a:path>
                <a:path w="4747259" h="82550">
                  <a:moveTo>
                    <a:pt x="4663028" y="31056"/>
                  </a:moveTo>
                  <a:lnTo>
                    <a:pt x="4504" y="31056"/>
                  </a:lnTo>
                  <a:lnTo>
                    <a:pt x="2252" y="33460"/>
                  </a:lnTo>
                  <a:lnTo>
                    <a:pt x="0" y="36065"/>
                  </a:lnTo>
                  <a:lnTo>
                    <a:pt x="0" y="45883"/>
                  </a:lnTo>
                  <a:lnTo>
                    <a:pt x="2252" y="47887"/>
                  </a:lnTo>
                  <a:lnTo>
                    <a:pt x="4504" y="50291"/>
                  </a:lnTo>
                  <a:lnTo>
                    <a:pt x="4663730" y="50291"/>
                  </a:lnTo>
                  <a:lnTo>
                    <a:pt x="4672321" y="41074"/>
                  </a:lnTo>
                  <a:lnTo>
                    <a:pt x="4663028" y="31056"/>
                  </a:lnTo>
                  <a:close/>
                </a:path>
                <a:path w="4747259" h="82550">
                  <a:moveTo>
                    <a:pt x="4719225" y="31056"/>
                  </a:moveTo>
                  <a:lnTo>
                    <a:pt x="4674573" y="31056"/>
                  </a:lnTo>
                  <a:lnTo>
                    <a:pt x="4679266" y="33460"/>
                  </a:lnTo>
                  <a:lnTo>
                    <a:pt x="4681518" y="36065"/>
                  </a:lnTo>
                  <a:lnTo>
                    <a:pt x="4681518" y="45883"/>
                  </a:lnTo>
                  <a:lnTo>
                    <a:pt x="4679266" y="47887"/>
                  </a:lnTo>
                  <a:lnTo>
                    <a:pt x="4674573" y="50291"/>
                  </a:lnTo>
                  <a:lnTo>
                    <a:pt x="4721295" y="50291"/>
                  </a:lnTo>
                  <a:lnTo>
                    <a:pt x="4746646" y="41074"/>
                  </a:lnTo>
                  <a:lnTo>
                    <a:pt x="4719225" y="31056"/>
                  </a:lnTo>
                  <a:close/>
                </a:path>
              </a:pathLst>
            </a:custGeom>
            <a:solidFill>
              <a:srgbClr val="000000"/>
            </a:solidFill>
          </p:spPr>
          <p:txBody>
            <a:bodyPr wrap="square" lIns="0" tIns="0" rIns="0" bIns="0" rtlCol="0"/>
            <a:lstStyle/>
            <a:p/>
          </p:txBody>
        </p:sp>
        <p:sp>
          <p:nvSpPr>
            <p:cNvPr id="16" name="object 16" descr=""/>
            <p:cNvSpPr/>
            <p:nvPr/>
          </p:nvSpPr>
          <p:spPr>
            <a:xfrm>
              <a:off x="4801506" y="832129"/>
              <a:ext cx="4747260" cy="82550"/>
            </a:xfrm>
            <a:custGeom>
              <a:avLst/>
              <a:gdLst/>
              <a:ahLst/>
              <a:cxnLst/>
              <a:rect l="l" t="t" r="r" b="b"/>
              <a:pathLst>
                <a:path w="4747259" h="82550">
                  <a:moveTo>
                    <a:pt x="9196" y="31056"/>
                  </a:moveTo>
                  <a:lnTo>
                    <a:pt x="4672321" y="31056"/>
                  </a:lnTo>
                  <a:lnTo>
                    <a:pt x="4681518" y="45883"/>
                  </a:lnTo>
                  <a:lnTo>
                    <a:pt x="4679266" y="47887"/>
                  </a:lnTo>
                  <a:lnTo>
                    <a:pt x="4674574" y="50291"/>
                  </a:lnTo>
                  <a:lnTo>
                    <a:pt x="4672321" y="50291"/>
                  </a:lnTo>
                  <a:lnTo>
                    <a:pt x="9196" y="50291"/>
                  </a:lnTo>
                  <a:lnTo>
                    <a:pt x="4504" y="50291"/>
                  </a:lnTo>
                  <a:lnTo>
                    <a:pt x="2252" y="47887"/>
                  </a:lnTo>
                  <a:lnTo>
                    <a:pt x="0" y="45883"/>
                  </a:lnTo>
                  <a:lnTo>
                    <a:pt x="0" y="41074"/>
                  </a:lnTo>
                  <a:lnTo>
                    <a:pt x="0" y="36065"/>
                  </a:lnTo>
                  <a:lnTo>
                    <a:pt x="2252" y="33460"/>
                  </a:lnTo>
                  <a:lnTo>
                    <a:pt x="4504" y="31056"/>
                  </a:lnTo>
                  <a:lnTo>
                    <a:pt x="9196" y="31056"/>
                  </a:lnTo>
                  <a:close/>
                </a:path>
                <a:path w="4747259" h="82550">
                  <a:moveTo>
                    <a:pt x="4672321" y="41074"/>
                  </a:moveTo>
                  <a:lnTo>
                    <a:pt x="4634220" y="0"/>
                  </a:lnTo>
                  <a:lnTo>
                    <a:pt x="4746646" y="41074"/>
                  </a:lnTo>
                  <a:lnTo>
                    <a:pt x="4634220" y="81949"/>
                  </a:lnTo>
                  <a:lnTo>
                    <a:pt x="4672321" y="41074"/>
                  </a:lnTo>
                  <a:close/>
                </a:path>
              </a:pathLst>
            </a:custGeom>
            <a:ln w="3175">
              <a:solidFill>
                <a:srgbClr val="000000"/>
              </a:solidFill>
            </a:ln>
          </p:spPr>
          <p:txBody>
            <a:bodyPr wrap="square" lIns="0" tIns="0" rIns="0" bIns="0" rtlCol="0"/>
            <a:lstStyle/>
            <a:p/>
          </p:txBody>
        </p:sp>
      </p:grpSp>
      <p:sp>
        <p:nvSpPr>
          <p:cNvPr id="17" name="object 17" descr=""/>
          <p:cNvSpPr txBox="1"/>
          <p:nvPr/>
        </p:nvSpPr>
        <p:spPr>
          <a:xfrm>
            <a:off x="3432586" y="621132"/>
            <a:ext cx="1379220" cy="652780"/>
          </a:xfrm>
          <a:prstGeom prst="rect">
            <a:avLst/>
          </a:prstGeom>
        </p:spPr>
        <p:txBody>
          <a:bodyPr wrap="square" lIns="0" tIns="111760" rIns="0" bIns="0" rtlCol="0" vert="horz">
            <a:spAutoFit/>
          </a:bodyPr>
          <a:lstStyle/>
          <a:p>
            <a:pPr marL="12700">
              <a:lnSpc>
                <a:spcPct val="100000"/>
              </a:lnSpc>
              <a:spcBef>
                <a:spcPts val="880"/>
              </a:spcBef>
            </a:pPr>
            <a:r>
              <a:rPr dirty="0" sz="1400" spc="-80">
                <a:latin typeface="宋体"/>
                <a:cs typeface="宋体"/>
              </a:rPr>
              <a:t>时间（时钟周期</a:t>
            </a:r>
            <a:r>
              <a:rPr dirty="0" sz="1400" spc="-50">
                <a:latin typeface="宋体"/>
                <a:cs typeface="宋体"/>
              </a:rPr>
              <a:t>）</a:t>
            </a:r>
            <a:endParaRPr sz="1400">
              <a:latin typeface="宋体"/>
              <a:cs typeface="宋体"/>
            </a:endParaRPr>
          </a:p>
          <a:p>
            <a:pPr marL="129539">
              <a:lnSpc>
                <a:spcPct val="100000"/>
              </a:lnSpc>
              <a:spcBef>
                <a:spcPts val="790"/>
              </a:spcBef>
              <a:tabLst>
                <a:tab pos="1196340" algn="l"/>
              </a:tabLst>
            </a:pPr>
            <a:r>
              <a:rPr dirty="0" sz="1400" spc="-50">
                <a:latin typeface="Times New Roman"/>
                <a:cs typeface="Times New Roman"/>
              </a:rPr>
              <a:t>1</a:t>
            </a:r>
            <a:r>
              <a:rPr dirty="0" sz="1400">
                <a:latin typeface="Times New Roman"/>
                <a:cs typeface="Times New Roman"/>
              </a:rPr>
              <a:t>	</a:t>
            </a:r>
            <a:r>
              <a:rPr dirty="0" sz="1400" spc="-50">
                <a:latin typeface="Times New Roman"/>
                <a:cs typeface="Times New Roman"/>
              </a:rPr>
              <a:t>2</a:t>
            </a:r>
            <a:endParaRPr sz="1400">
              <a:latin typeface="Times New Roman"/>
              <a:cs typeface="Times New Roman"/>
            </a:endParaRPr>
          </a:p>
        </p:txBody>
      </p:sp>
      <p:sp>
        <p:nvSpPr>
          <p:cNvPr id="18" name="object 18" descr=""/>
          <p:cNvSpPr txBox="1"/>
          <p:nvPr/>
        </p:nvSpPr>
        <p:spPr>
          <a:xfrm>
            <a:off x="5681829" y="1030296"/>
            <a:ext cx="110489" cy="243840"/>
          </a:xfrm>
          <a:prstGeom prst="rect">
            <a:avLst/>
          </a:prstGeom>
        </p:spPr>
        <p:txBody>
          <a:bodyPr wrap="square" lIns="0" tIns="16510" rIns="0" bIns="0" rtlCol="0" vert="horz">
            <a:spAutoFit/>
          </a:bodyPr>
          <a:lstStyle/>
          <a:p>
            <a:pPr marL="12700">
              <a:lnSpc>
                <a:spcPct val="100000"/>
              </a:lnSpc>
              <a:spcBef>
                <a:spcPts val="130"/>
              </a:spcBef>
            </a:pPr>
            <a:r>
              <a:rPr dirty="0" sz="1400" spc="-50">
                <a:latin typeface="Times New Roman"/>
                <a:cs typeface="Times New Roman"/>
              </a:rPr>
              <a:t>3</a:t>
            </a:r>
            <a:endParaRPr sz="1400">
              <a:latin typeface="Times New Roman"/>
              <a:cs typeface="Times New Roman"/>
            </a:endParaRPr>
          </a:p>
        </p:txBody>
      </p:sp>
      <p:sp>
        <p:nvSpPr>
          <p:cNvPr id="19" name="object 19" descr=""/>
          <p:cNvSpPr txBox="1"/>
          <p:nvPr/>
        </p:nvSpPr>
        <p:spPr>
          <a:xfrm>
            <a:off x="6708298" y="1030296"/>
            <a:ext cx="110489" cy="243840"/>
          </a:xfrm>
          <a:prstGeom prst="rect">
            <a:avLst/>
          </a:prstGeom>
        </p:spPr>
        <p:txBody>
          <a:bodyPr wrap="square" lIns="0" tIns="16510" rIns="0" bIns="0" rtlCol="0" vert="horz">
            <a:spAutoFit/>
          </a:bodyPr>
          <a:lstStyle/>
          <a:p>
            <a:pPr marL="12700">
              <a:lnSpc>
                <a:spcPct val="100000"/>
              </a:lnSpc>
              <a:spcBef>
                <a:spcPts val="130"/>
              </a:spcBef>
            </a:pPr>
            <a:r>
              <a:rPr dirty="0" sz="1400" spc="-50">
                <a:latin typeface="Times New Roman"/>
                <a:cs typeface="Times New Roman"/>
              </a:rPr>
              <a:t>4</a:t>
            </a:r>
            <a:endParaRPr sz="1400">
              <a:latin typeface="Times New Roman"/>
              <a:cs typeface="Times New Roman"/>
            </a:endParaRPr>
          </a:p>
        </p:txBody>
      </p:sp>
      <p:sp>
        <p:nvSpPr>
          <p:cNvPr id="20" name="object 20" descr=""/>
          <p:cNvSpPr txBox="1"/>
          <p:nvPr/>
        </p:nvSpPr>
        <p:spPr>
          <a:xfrm>
            <a:off x="7775308" y="1030296"/>
            <a:ext cx="110489" cy="243840"/>
          </a:xfrm>
          <a:prstGeom prst="rect">
            <a:avLst/>
          </a:prstGeom>
        </p:spPr>
        <p:txBody>
          <a:bodyPr wrap="square" lIns="0" tIns="16510" rIns="0" bIns="0" rtlCol="0" vert="horz">
            <a:spAutoFit/>
          </a:bodyPr>
          <a:lstStyle/>
          <a:p>
            <a:pPr marL="12700">
              <a:lnSpc>
                <a:spcPct val="100000"/>
              </a:lnSpc>
              <a:spcBef>
                <a:spcPts val="130"/>
              </a:spcBef>
            </a:pPr>
            <a:r>
              <a:rPr dirty="0" sz="1400" spc="-50">
                <a:latin typeface="Times New Roman"/>
                <a:cs typeface="Times New Roman"/>
              </a:rPr>
              <a:t>5</a:t>
            </a:r>
            <a:endParaRPr sz="1400">
              <a:latin typeface="Times New Roman"/>
              <a:cs typeface="Times New Roman"/>
            </a:endParaRPr>
          </a:p>
        </p:txBody>
      </p:sp>
      <p:sp>
        <p:nvSpPr>
          <p:cNvPr id="21" name="object 21" descr=""/>
          <p:cNvSpPr txBox="1"/>
          <p:nvPr/>
        </p:nvSpPr>
        <p:spPr>
          <a:xfrm>
            <a:off x="8801777" y="1030296"/>
            <a:ext cx="110489" cy="243840"/>
          </a:xfrm>
          <a:prstGeom prst="rect">
            <a:avLst/>
          </a:prstGeom>
        </p:spPr>
        <p:txBody>
          <a:bodyPr wrap="square" lIns="0" tIns="16510" rIns="0" bIns="0" rtlCol="0" vert="horz">
            <a:spAutoFit/>
          </a:bodyPr>
          <a:lstStyle/>
          <a:p>
            <a:pPr marL="12700">
              <a:lnSpc>
                <a:spcPct val="100000"/>
              </a:lnSpc>
              <a:spcBef>
                <a:spcPts val="130"/>
              </a:spcBef>
            </a:pPr>
            <a:r>
              <a:rPr dirty="0" sz="1400" spc="-50">
                <a:latin typeface="Times New Roman"/>
                <a:cs typeface="Times New Roman"/>
              </a:rPr>
              <a:t>6</a:t>
            </a:r>
            <a:endParaRPr sz="1400">
              <a:latin typeface="Times New Roman"/>
              <a:cs typeface="Times New Roman"/>
            </a:endParaRPr>
          </a:p>
        </p:txBody>
      </p:sp>
      <p:sp>
        <p:nvSpPr>
          <p:cNvPr id="22" name="object 22" descr=""/>
          <p:cNvSpPr/>
          <p:nvPr/>
        </p:nvSpPr>
        <p:spPr>
          <a:xfrm>
            <a:off x="5164496" y="1618162"/>
            <a:ext cx="433070" cy="321310"/>
          </a:xfrm>
          <a:custGeom>
            <a:avLst/>
            <a:gdLst/>
            <a:ahLst/>
            <a:cxnLst/>
            <a:rect l="l" t="t" r="r" b="b"/>
            <a:pathLst>
              <a:path w="433070" h="321310">
                <a:moveTo>
                  <a:pt x="0" y="320784"/>
                </a:moveTo>
                <a:lnTo>
                  <a:pt x="432810" y="320784"/>
                </a:lnTo>
              </a:path>
              <a:path w="433070" h="321310">
                <a:moveTo>
                  <a:pt x="38100" y="9216"/>
                </a:moveTo>
                <a:lnTo>
                  <a:pt x="432810" y="0"/>
                </a:lnTo>
              </a:path>
            </a:pathLst>
          </a:custGeom>
          <a:ln w="13937">
            <a:solidFill>
              <a:srgbClr val="000000"/>
            </a:solidFill>
          </a:ln>
        </p:spPr>
        <p:txBody>
          <a:bodyPr wrap="square" lIns="0" tIns="0" rIns="0" bIns="0" rtlCol="0"/>
          <a:lstStyle/>
          <a:p/>
        </p:txBody>
      </p:sp>
      <p:sp>
        <p:nvSpPr>
          <p:cNvPr id="23" name="object 23" descr=""/>
          <p:cNvSpPr txBox="1"/>
          <p:nvPr/>
        </p:nvSpPr>
        <p:spPr>
          <a:xfrm>
            <a:off x="3386709" y="1555207"/>
            <a:ext cx="474345" cy="374015"/>
          </a:xfrm>
          <a:prstGeom prst="rect">
            <a:avLst/>
          </a:prstGeom>
          <a:ln w="14071">
            <a:solidFill>
              <a:srgbClr val="000000"/>
            </a:solidFill>
          </a:ln>
        </p:spPr>
        <p:txBody>
          <a:bodyPr wrap="square" lIns="0" tIns="80010" rIns="0" bIns="0" rtlCol="0" vert="horz">
            <a:spAutoFit/>
          </a:bodyPr>
          <a:lstStyle/>
          <a:p>
            <a:pPr marL="137160">
              <a:lnSpc>
                <a:spcPct val="100000"/>
              </a:lnSpc>
              <a:spcBef>
                <a:spcPts val="630"/>
              </a:spcBef>
            </a:pPr>
            <a:r>
              <a:rPr dirty="0" sz="1400" spc="-25">
                <a:latin typeface="Times New Roman"/>
                <a:cs typeface="Times New Roman"/>
              </a:rPr>
              <a:t>IM</a:t>
            </a:r>
            <a:endParaRPr sz="1400">
              <a:latin typeface="Times New Roman"/>
              <a:cs typeface="Times New Roman"/>
            </a:endParaRPr>
          </a:p>
        </p:txBody>
      </p:sp>
      <p:sp>
        <p:nvSpPr>
          <p:cNvPr id="24" name="object 24" descr=""/>
          <p:cNvSpPr txBox="1"/>
          <p:nvPr/>
        </p:nvSpPr>
        <p:spPr>
          <a:xfrm>
            <a:off x="4538054" y="1604743"/>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sp>
        <p:nvSpPr>
          <p:cNvPr id="25" name="object 25" descr=""/>
          <p:cNvSpPr/>
          <p:nvPr/>
        </p:nvSpPr>
        <p:spPr>
          <a:xfrm>
            <a:off x="5597306" y="1369509"/>
            <a:ext cx="316865" cy="810895"/>
          </a:xfrm>
          <a:custGeom>
            <a:avLst/>
            <a:gdLst/>
            <a:ahLst/>
            <a:cxnLst/>
            <a:rect l="l" t="t" r="r" b="b"/>
            <a:pathLst>
              <a:path w="316864" h="810894">
                <a:moveTo>
                  <a:pt x="316255" y="173917"/>
                </a:moveTo>
                <a:lnTo>
                  <a:pt x="316255" y="634556"/>
                </a:lnTo>
              </a:path>
              <a:path w="316864" h="810894">
                <a:moveTo>
                  <a:pt x="0" y="0"/>
                </a:moveTo>
                <a:lnTo>
                  <a:pt x="316255" y="173917"/>
                </a:lnTo>
              </a:path>
              <a:path w="316864" h="810894">
                <a:moveTo>
                  <a:pt x="316255" y="634556"/>
                </a:moveTo>
                <a:lnTo>
                  <a:pt x="0" y="810677"/>
                </a:lnTo>
              </a:path>
              <a:path w="316864" h="810894">
                <a:moveTo>
                  <a:pt x="0" y="0"/>
                </a:moveTo>
                <a:lnTo>
                  <a:pt x="0" y="231822"/>
                </a:lnTo>
              </a:path>
              <a:path w="316864" h="810894">
                <a:moveTo>
                  <a:pt x="0" y="578855"/>
                </a:moveTo>
                <a:lnTo>
                  <a:pt x="0" y="810677"/>
                </a:lnTo>
              </a:path>
              <a:path w="316864" h="810894">
                <a:moveTo>
                  <a:pt x="0" y="231822"/>
                </a:moveTo>
                <a:lnTo>
                  <a:pt x="94970" y="405338"/>
                </a:lnTo>
              </a:path>
              <a:path w="316864" h="810894">
                <a:moveTo>
                  <a:pt x="94970" y="405338"/>
                </a:moveTo>
                <a:lnTo>
                  <a:pt x="0" y="578855"/>
                </a:lnTo>
              </a:path>
            </a:pathLst>
          </a:custGeom>
          <a:ln w="13937">
            <a:solidFill>
              <a:srgbClr val="000000"/>
            </a:solidFill>
          </a:ln>
        </p:spPr>
        <p:txBody>
          <a:bodyPr wrap="square" lIns="0" tIns="0" rIns="0" bIns="0" rtlCol="0"/>
          <a:lstStyle/>
          <a:p/>
        </p:txBody>
      </p:sp>
      <p:sp>
        <p:nvSpPr>
          <p:cNvPr id="26" name="object 26" descr=""/>
          <p:cNvSpPr txBox="1"/>
          <p:nvPr/>
        </p:nvSpPr>
        <p:spPr>
          <a:xfrm>
            <a:off x="5665480" y="1554369"/>
            <a:ext cx="213995" cy="399415"/>
          </a:xfrm>
          <a:prstGeom prst="rect">
            <a:avLst/>
          </a:prstGeom>
        </p:spPr>
        <p:txBody>
          <a:bodyPr wrap="square" lIns="0" tIns="0" rIns="0" bIns="0" rtlCol="0" vert="vert">
            <a:spAutoFit/>
          </a:bodyPr>
          <a:lstStyle/>
          <a:p>
            <a:pPr marL="12700">
              <a:lnSpc>
                <a:spcPts val="1555"/>
              </a:lnSpc>
            </a:pPr>
            <a:r>
              <a:rPr dirty="0" sz="1300" spc="55">
                <a:latin typeface="Times New Roman"/>
                <a:cs typeface="Times New Roman"/>
              </a:rPr>
              <a:t>ALU</a:t>
            </a:r>
            <a:endParaRPr sz="1300">
              <a:latin typeface="Times New Roman"/>
              <a:cs typeface="Times New Roman"/>
            </a:endParaRPr>
          </a:p>
        </p:txBody>
      </p:sp>
      <p:sp>
        <p:nvSpPr>
          <p:cNvPr id="27" name="object 27" descr=""/>
          <p:cNvSpPr txBox="1"/>
          <p:nvPr/>
        </p:nvSpPr>
        <p:spPr>
          <a:xfrm>
            <a:off x="6585674" y="1555228"/>
            <a:ext cx="474345" cy="374015"/>
          </a:xfrm>
          <a:prstGeom prst="rect">
            <a:avLst/>
          </a:prstGeom>
          <a:ln w="14071">
            <a:solidFill>
              <a:srgbClr val="000000"/>
            </a:solidFill>
          </a:ln>
        </p:spPr>
        <p:txBody>
          <a:bodyPr wrap="square" lIns="0" tIns="66040" rIns="0" bIns="0" rtlCol="0" vert="horz">
            <a:spAutoFit/>
          </a:bodyPr>
          <a:lstStyle/>
          <a:p>
            <a:pPr marL="135255">
              <a:lnSpc>
                <a:spcPct val="100000"/>
              </a:lnSpc>
              <a:spcBef>
                <a:spcPts val="520"/>
              </a:spcBef>
            </a:pPr>
            <a:r>
              <a:rPr dirty="0" sz="1400" spc="-25">
                <a:latin typeface="Times New Roman"/>
                <a:cs typeface="Times New Roman"/>
              </a:rPr>
              <a:t>DM</a:t>
            </a:r>
            <a:endParaRPr sz="1400">
              <a:latin typeface="Times New Roman"/>
              <a:cs typeface="Times New Roman"/>
            </a:endParaRPr>
          </a:p>
        </p:txBody>
      </p:sp>
      <p:sp>
        <p:nvSpPr>
          <p:cNvPr id="28" name="object 28" descr=""/>
          <p:cNvSpPr txBox="1"/>
          <p:nvPr/>
        </p:nvSpPr>
        <p:spPr>
          <a:xfrm>
            <a:off x="7734955" y="1604743"/>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grpSp>
        <p:nvGrpSpPr>
          <p:cNvPr id="29" name="object 29" descr=""/>
          <p:cNvGrpSpPr/>
          <p:nvPr/>
        </p:nvGrpSpPr>
        <p:grpSpPr>
          <a:xfrm>
            <a:off x="3853133" y="1362484"/>
            <a:ext cx="4282440" cy="1454785"/>
            <a:chOff x="3853133" y="1362484"/>
            <a:chExt cx="4282440" cy="1454785"/>
          </a:xfrm>
        </p:grpSpPr>
        <p:sp>
          <p:nvSpPr>
            <p:cNvPr id="30" name="object 30" descr=""/>
            <p:cNvSpPr/>
            <p:nvPr/>
          </p:nvSpPr>
          <p:spPr>
            <a:xfrm>
              <a:off x="3860435" y="1555248"/>
              <a:ext cx="1263650" cy="374015"/>
            </a:xfrm>
            <a:custGeom>
              <a:avLst/>
              <a:gdLst/>
              <a:ahLst/>
              <a:cxnLst/>
              <a:rect l="l" t="t" r="r" b="b"/>
              <a:pathLst>
                <a:path w="1263650" h="374014">
                  <a:moveTo>
                    <a:pt x="0" y="188343"/>
                  </a:moveTo>
                  <a:lnTo>
                    <a:pt x="198574" y="188343"/>
                  </a:lnTo>
                </a:path>
                <a:path w="1263650" h="374014">
                  <a:moveTo>
                    <a:pt x="394709" y="188343"/>
                  </a:moveTo>
                  <a:lnTo>
                    <a:pt x="593283" y="188343"/>
                  </a:lnTo>
                </a:path>
                <a:path w="1263650" h="374014">
                  <a:moveTo>
                    <a:pt x="1067010" y="110801"/>
                  </a:moveTo>
                  <a:lnTo>
                    <a:pt x="1263144" y="110801"/>
                  </a:lnTo>
                </a:path>
                <a:path w="1263650" h="374014">
                  <a:moveTo>
                    <a:pt x="1067010" y="287323"/>
                  </a:moveTo>
                  <a:lnTo>
                    <a:pt x="1263144" y="287323"/>
                  </a:lnTo>
                </a:path>
                <a:path w="1263650" h="374014">
                  <a:moveTo>
                    <a:pt x="829959" y="0"/>
                  </a:moveTo>
                  <a:lnTo>
                    <a:pt x="1067010" y="0"/>
                  </a:lnTo>
                </a:path>
                <a:path w="1263650" h="374014">
                  <a:moveTo>
                    <a:pt x="1067010" y="0"/>
                  </a:moveTo>
                  <a:lnTo>
                    <a:pt x="1067010" y="373681"/>
                  </a:lnTo>
                </a:path>
                <a:path w="1263650" h="374014">
                  <a:moveTo>
                    <a:pt x="829959" y="373681"/>
                  </a:moveTo>
                  <a:lnTo>
                    <a:pt x="1067010" y="373681"/>
                  </a:lnTo>
                </a:path>
              </a:pathLst>
            </a:custGeom>
            <a:ln w="13937">
              <a:solidFill>
                <a:srgbClr val="000000"/>
              </a:solidFill>
            </a:ln>
          </p:spPr>
          <p:txBody>
            <a:bodyPr wrap="square" lIns="0" tIns="0" rIns="0" bIns="0" rtlCol="0"/>
            <a:lstStyle/>
            <a:p/>
          </p:txBody>
        </p:sp>
        <p:sp>
          <p:nvSpPr>
            <p:cNvPr id="31" name="object 31" descr=""/>
            <p:cNvSpPr/>
            <p:nvPr/>
          </p:nvSpPr>
          <p:spPr>
            <a:xfrm>
              <a:off x="4447713" y="1550840"/>
              <a:ext cx="268605" cy="15240"/>
            </a:xfrm>
            <a:custGeom>
              <a:avLst/>
              <a:gdLst/>
              <a:ahLst/>
              <a:cxnLst/>
              <a:rect l="l" t="t" r="r" b="b"/>
              <a:pathLst>
                <a:path w="268604" h="15240">
                  <a:moveTo>
                    <a:pt x="51614" y="0"/>
                  </a:moveTo>
                  <a:lnTo>
                    <a:pt x="4129" y="0"/>
                  </a:lnTo>
                  <a:lnTo>
                    <a:pt x="1689" y="2404"/>
                  </a:lnTo>
                  <a:lnTo>
                    <a:pt x="1689" y="5009"/>
                  </a:lnTo>
                  <a:lnTo>
                    <a:pt x="0" y="7413"/>
                  </a:lnTo>
                  <a:lnTo>
                    <a:pt x="1689" y="9817"/>
                  </a:lnTo>
                  <a:lnTo>
                    <a:pt x="1689" y="12422"/>
                  </a:lnTo>
                  <a:lnTo>
                    <a:pt x="4129" y="14827"/>
                  </a:lnTo>
                  <a:lnTo>
                    <a:pt x="51614" y="14827"/>
                  </a:lnTo>
                  <a:lnTo>
                    <a:pt x="53866" y="12422"/>
                  </a:lnTo>
                  <a:lnTo>
                    <a:pt x="56118" y="9817"/>
                  </a:lnTo>
                  <a:lnTo>
                    <a:pt x="56118" y="5009"/>
                  </a:lnTo>
                  <a:lnTo>
                    <a:pt x="53866" y="2404"/>
                  </a:lnTo>
                  <a:lnTo>
                    <a:pt x="51614" y="0"/>
                  </a:lnTo>
                  <a:close/>
                </a:path>
                <a:path w="268604" h="15240">
                  <a:moveTo>
                    <a:pt x="110173" y="0"/>
                  </a:moveTo>
                  <a:lnTo>
                    <a:pt x="103604" y="0"/>
                  </a:lnTo>
                  <a:lnTo>
                    <a:pt x="98911" y="5009"/>
                  </a:lnTo>
                  <a:lnTo>
                    <a:pt x="98911" y="9817"/>
                  </a:lnTo>
                  <a:lnTo>
                    <a:pt x="103604" y="14827"/>
                  </a:lnTo>
                  <a:lnTo>
                    <a:pt x="110173" y="14827"/>
                  </a:lnTo>
                  <a:lnTo>
                    <a:pt x="112425" y="12422"/>
                  </a:lnTo>
                  <a:lnTo>
                    <a:pt x="112425" y="2404"/>
                  </a:lnTo>
                  <a:lnTo>
                    <a:pt x="110173" y="0"/>
                  </a:lnTo>
                  <a:close/>
                </a:path>
                <a:path w="268604" h="15240">
                  <a:moveTo>
                    <a:pt x="207208" y="0"/>
                  </a:moveTo>
                  <a:lnTo>
                    <a:pt x="159910" y="0"/>
                  </a:lnTo>
                  <a:lnTo>
                    <a:pt x="157470" y="2404"/>
                  </a:lnTo>
                  <a:lnTo>
                    <a:pt x="155218" y="5009"/>
                  </a:lnTo>
                  <a:lnTo>
                    <a:pt x="155218" y="9817"/>
                  </a:lnTo>
                  <a:lnTo>
                    <a:pt x="157470" y="12422"/>
                  </a:lnTo>
                  <a:lnTo>
                    <a:pt x="159910" y="14827"/>
                  </a:lnTo>
                  <a:lnTo>
                    <a:pt x="207208" y="14827"/>
                  </a:lnTo>
                  <a:lnTo>
                    <a:pt x="209648" y="12422"/>
                  </a:lnTo>
                  <a:lnTo>
                    <a:pt x="211900" y="9817"/>
                  </a:lnTo>
                  <a:lnTo>
                    <a:pt x="211900" y="5009"/>
                  </a:lnTo>
                  <a:lnTo>
                    <a:pt x="209648" y="2404"/>
                  </a:lnTo>
                  <a:lnTo>
                    <a:pt x="207208" y="0"/>
                  </a:lnTo>
                  <a:close/>
                </a:path>
                <a:path w="268604" h="15240">
                  <a:moveTo>
                    <a:pt x="263514" y="0"/>
                  </a:moveTo>
                  <a:lnTo>
                    <a:pt x="259385" y="0"/>
                  </a:lnTo>
                  <a:lnTo>
                    <a:pt x="256945" y="2404"/>
                  </a:lnTo>
                  <a:lnTo>
                    <a:pt x="254693" y="5009"/>
                  </a:lnTo>
                  <a:lnTo>
                    <a:pt x="254693" y="9817"/>
                  </a:lnTo>
                  <a:lnTo>
                    <a:pt x="256945" y="12422"/>
                  </a:lnTo>
                  <a:lnTo>
                    <a:pt x="259385" y="14827"/>
                  </a:lnTo>
                  <a:lnTo>
                    <a:pt x="263514" y="14827"/>
                  </a:lnTo>
                  <a:lnTo>
                    <a:pt x="268207" y="9817"/>
                  </a:lnTo>
                  <a:lnTo>
                    <a:pt x="268207" y="5009"/>
                  </a:lnTo>
                  <a:lnTo>
                    <a:pt x="263514" y="0"/>
                  </a:lnTo>
                  <a:close/>
                </a:path>
              </a:pathLst>
            </a:custGeom>
            <a:solidFill>
              <a:srgbClr val="000000"/>
            </a:solidFill>
          </p:spPr>
          <p:txBody>
            <a:bodyPr wrap="square" lIns="0" tIns="0" rIns="0" bIns="0" rtlCol="0"/>
            <a:lstStyle/>
            <a:p/>
          </p:txBody>
        </p:sp>
        <p:sp>
          <p:nvSpPr>
            <p:cNvPr id="32" name="object 32" descr=""/>
            <p:cNvSpPr/>
            <p:nvPr/>
          </p:nvSpPr>
          <p:spPr>
            <a:xfrm>
              <a:off x="4447713" y="1550839"/>
              <a:ext cx="268605" cy="15240"/>
            </a:xfrm>
            <a:custGeom>
              <a:avLst/>
              <a:gdLst/>
              <a:ahLst/>
              <a:cxnLst/>
              <a:rect l="l" t="t" r="r" b="b"/>
              <a:pathLst>
                <a:path w="268604" h="15240">
                  <a:moveTo>
                    <a:pt x="8821" y="0"/>
                  </a:moveTo>
                  <a:lnTo>
                    <a:pt x="49174" y="0"/>
                  </a:lnTo>
                  <a:lnTo>
                    <a:pt x="51614" y="0"/>
                  </a:lnTo>
                  <a:lnTo>
                    <a:pt x="53866" y="2404"/>
                  </a:lnTo>
                  <a:lnTo>
                    <a:pt x="56118" y="5009"/>
                  </a:lnTo>
                  <a:lnTo>
                    <a:pt x="56118" y="7413"/>
                  </a:lnTo>
                  <a:lnTo>
                    <a:pt x="56118" y="9817"/>
                  </a:lnTo>
                  <a:lnTo>
                    <a:pt x="53866" y="12422"/>
                  </a:lnTo>
                  <a:lnTo>
                    <a:pt x="51614" y="14827"/>
                  </a:lnTo>
                  <a:lnTo>
                    <a:pt x="49174" y="14827"/>
                  </a:lnTo>
                  <a:lnTo>
                    <a:pt x="8821" y="14827"/>
                  </a:lnTo>
                  <a:lnTo>
                    <a:pt x="4129" y="14827"/>
                  </a:lnTo>
                  <a:lnTo>
                    <a:pt x="1689" y="12422"/>
                  </a:lnTo>
                  <a:lnTo>
                    <a:pt x="1689" y="9817"/>
                  </a:lnTo>
                  <a:lnTo>
                    <a:pt x="0" y="7413"/>
                  </a:lnTo>
                  <a:lnTo>
                    <a:pt x="1689" y="5009"/>
                  </a:lnTo>
                  <a:lnTo>
                    <a:pt x="1689" y="2404"/>
                  </a:lnTo>
                  <a:lnTo>
                    <a:pt x="4129" y="0"/>
                  </a:lnTo>
                  <a:lnTo>
                    <a:pt x="8821" y="0"/>
                  </a:lnTo>
                  <a:close/>
                </a:path>
                <a:path w="268604" h="15240">
                  <a:moveTo>
                    <a:pt x="105856" y="0"/>
                  </a:moveTo>
                  <a:lnTo>
                    <a:pt x="110173" y="0"/>
                  </a:lnTo>
                  <a:lnTo>
                    <a:pt x="112425" y="2404"/>
                  </a:lnTo>
                  <a:lnTo>
                    <a:pt x="112425" y="5009"/>
                  </a:lnTo>
                  <a:lnTo>
                    <a:pt x="112425" y="7413"/>
                  </a:lnTo>
                  <a:lnTo>
                    <a:pt x="112425" y="9817"/>
                  </a:lnTo>
                  <a:lnTo>
                    <a:pt x="112425" y="12422"/>
                  </a:lnTo>
                  <a:lnTo>
                    <a:pt x="110173" y="14827"/>
                  </a:lnTo>
                  <a:lnTo>
                    <a:pt x="105856" y="14827"/>
                  </a:lnTo>
                  <a:lnTo>
                    <a:pt x="98911" y="5009"/>
                  </a:lnTo>
                  <a:lnTo>
                    <a:pt x="101351" y="2404"/>
                  </a:lnTo>
                  <a:lnTo>
                    <a:pt x="103604" y="0"/>
                  </a:lnTo>
                  <a:lnTo>
                    <a:pt x="105856" y="0"/>
                  </a:lnTo>
                  <a:close/>
                </a:path>
                <a:path w="268604" h="15240">
                  <a:moveTo>
                    <a:pt x="162163" y="0"/>
                  </a:moveTo>
                  <a:lnTo>
                    <a:pt x="204956" y="0"/>
                  </a:lnTo>
                  <a:lnTo>
                    <a:pt x="211900" y="7413"/>
                  </a:lnTo>
                  <a:lnTo>
                    <a:pt x="211900" y="9817"/>
                  </a:lnTo>
                  <a:lnTo>
                    <a:pt x="209648" y="12422"/>
                  </a:lnTo>
                  <a:lnTo>
                    <a:pt x="207208" y="14827"/>
                  </a:lnTo>
                  <a:lnTo>
                    <a:pt x="204956" y="14827"/>
                  </a:lnTo>
                  <a:lnTo>
                    <a:pt x="162163" y="14827"/>
                  </a:lnTo>
                  <a:lnTo>
                    <a:pt x="155218" y="5009"/>
                  </a:lnTo>
                  <a:lnTo>
                    <a:pt x="157470" y="2404"/>
                  </a:lnTo>
                  <a:lnTo>
                    <a:pt x="159910" y="0"/>
                  </a:lnTo>
                  <a:lnTo>
                    <a:pt x="162163" y="0"/>
                  </a:lnTo>
                  <a:close/>
                </a:path>
                <a:path w="268604" h="15240">
                  <a:moveTo>
                    <a:pt x="261262" y="0"/>
                  </a:moveTo>
                  <a:lnTo>
                    <a:pt x="263514" y="0"/>
                  </a:lnTo>
                  <a:lnTo>
                    <a:pt x="265767" y="2404"/>
                  </a:lnTo>
                  <a:lnTo>
                    <a:pt x="268207" y="5009"/>
                  </a:lnTo>
                  <a:lnTo>
                    <a:pt x="268207" y="7413"/>
                  </a:lnTo>
                  <a:lnTo>
                    <a:pt x="268207" y="9817"/>
                  </a:lnTo>
                  <a:lnTo>
                    <a:pt x="265767" y="12422"/>
                  </a:lnTo>
                  <a:lnTo>
                    <a:pt x="263514" y="14827"/>
                  </a:lnTo>
                  <a:lnTo>
                    <a:pt x="261262" y="14827"/>
                  </a:lnTo>
                  <a:lnTo>
                    <a:pt x="254693" y="5009"/>
                  </a:lnTo>
                  <a:lnTo>
                    <a:pt x="256945" y="2404"/>
                  </a:lnTo>
                  <a:lnTo>
                    <a:pt x="259385" y="0"/>
                  </a:lnTo>
                  <a:lnTo>
                    <a:pt x="261262" y="0"/>
                  </a:lnTo>
                  <a:close/>
                </a:path>
              </a:pathLst>
            </a:custGeom>
            <a:ln w="3175">
              <a:solidFill>
                <a:srgbClr val="000000"/>
              </a:solidFill>
            </a:ln>
          </p:spPr>
          <p:txBody>
            <a:bodyPr wrap="square" lIns="0" tIns="0" rIns="0" bIns="0" rtlCol="0"/>
            <a:lstStyle/>
            <a:p/>
          </p:txBody>
        </p:sp>
        <p:sp>
          <p:nvSpPr>
            <p:cNvPr id="33" name="object 33" descr=""/>
            <p:cNvSpPr/>
            <p:nvPr/>
          </p:nvSpPr>
          <p:spPr>
            <a:xfrm>
              <a:off x="4447713" y="1550840"/>
              <a:ext cx="15240" cy="388620"/>
            </a:xfrm>
            <a:custGeom>
              <a:avLst/>
              <a:gdLst/>
              <a:ahLst/>
              <a:cxnLst/>
              <a:rect l="l" t="t" r="r" b="b"/>
              <a:pathLst>
                <a:path w="15239" h="388619">
                  <a:moveTo>
                    <a:pt x="11073" y="0"/>
                  </a:moveTo>
                  <a:lnTo>
                    <a:pt x="4129" y="0"/>
                  </a:lnTo>
                  <a:lnTo>
                    <a:pt x="1689" y="2404"/>
                  </a:lnTo>
                  <a:lnTo>
                    <a:pt x="1689" y="5009"/>
                  </a:lnTo>
                  <a:lnTo>
                    <a:pt x="0" y="7413"/>
                  </a:lnTo>
                  <a:lnTo>
                    <a:pt x="0" y="53297"/>
                  </a:lnTo>
                  <a:lnTo>
                    <a:pt x="1689" y="55901"/>
                  </a:lnTo>
                  <a:lnTo>
                    <a:pt x="1689" y="57905"/>
                  </a:lnTo>
                  <a:lnTo>
                    <a:pt x="4129" y="60309"/>
                  </a:lnTo>
                  <a:lnTo>
                    <a:pt x="11073" y="60309"/>
                  </a:lnTo>
                  <a:lnTo>
                    <a:pt x="13325" y="57905"/>
                  </a:lnTo>
                  <a:lnTo>
                    <a:pt x="13325" y="55901"/>
                  </a:lnTo>
                  <a:lnTo>
                    <a:pt x="15202" y="53297"/>
                  </a:lnTo>
                  <a:lnTo>
                    <a:pt x="15202" y="7413"/>
                  </a:lnTo>
                  <a:lnTo>
                    <a:pt x="13325" y="5009"/>
                  </a:lnTo>
                  <a:lnTo>
                    <a:pt x="13325" y="2404"/>
                  </a:lnTo>
                  <a:lnTo>
                    <a:pt x="11073" y="0"/>
                  </a:lnTo>
                  <a:close/>
                </a:path>
                <a:path w="15239" h="388619">
                  <a:moveTo>
                    <a:pt x="11073" y="106193"/>
                  </a:moveTo>
                  <a:lnTo>
                    <a:pt x="4129" y="106193"/>
                  </a:lnTo>
                  <a:lnTo>
                    <a:pt x="1689" y="108798"/>
                  </a:lnTo>
                  <a:lnTo>
                    <a:pt x="1689" y="111202"/>
                  </a:lnTo>
                  <a:lnTo>
                    <a:pt x="0" y="113607"/>
                  </a:lnTo>
                  <a:lnTo>
                    <a:pt x="1689" y="116211"/>
                  </a:lnTo>
                  <a:lnTo>
                    <a:pt x="1689" y="118215"/>
                  </a:lnTo>
                  <a:lnTo>
                    <a:pt x="4129" y="120619"/>
                  </a:lnTo>
                  <a:lnTo>
                    <a:pt x="11073" y="120619"/>
                  </a:lnTo>
                  <a:lnTo>
                    <a:pt x="13325" y="118215"/>
                  </a:lnTo>
                  <a:lnTo>
                    <a:pt x="13325" y="116211"/>
                  </a:lnTo>
                  <a:lnTo>
                    <a:pt x="15202" y="113607"/>
                  </a:lnTo>
                  <a:lnTo>
                    <a:pt x="13325" y="111202"/>
                  </a:lnTo>
                  <a:lnTo>
                    <a:pt x="13325" y="108798"/>
                  </a:lnTo>
                  <a:lnTo>
                    <a:pt x="11073" y="106193"/>
                  </a:lnTo>
                  <a:close/>
                </a:path>
                <a:path w="15239" h="388619">
                  <a:moveTo>
                    <a:pt x="11073" y="166503"/>
                  </a:moveTo>
                  <a:lnTo>
                    <a:pt x="4129" y="166503"/>
                  </a:lnTo>
                  <a:lnTo>
                    <a:pt x="1689" y="169108"/>
                  </a:lnTo>
                  <a:lnTo>
                    <a:pt x="1689" y="171512"/>
                  </a:lnTo>
                  <a:lnTo>
                    <a:pt x="0" y="173917"/>
                  </a:lnTo>
                  <a:lnTo>
                    <a:pt x="0" y="219399"/>
                  </a:lnTo>
                  <a:lnTo>
                    <a:pt x="1689" y="222004"/>
                  </a:lnTo>
                  <a:lnTo>
                    <a:pt x="1689" y="224409"/>
                  </a:lnTo>
                  <a:lnTo>
                    <a:pt x="4129" y="226813"/>
                  </a:lnTo>
                  <a:lnTo>
                    <a:pt x="11073" y="226813"/>
                  </a:lnTo>
                  <a:lnTo>
                    <a:pt x="13325" y="224409"/>
                  </a:lnTo>
                  <a:lnTo>
                    <a:pt x="13325" y="222004"/>
                  </a:lnTo>
                  <a:lnTo>
                    <a:pt x="15202" y="219399"/>
                  </a:lnTo>
                  <a:lnTo>
                    <a:pt x="15202" y="173917"/>
                  </a:lnTo>
                  <a:lnTo>
                    <a:pt x="13325" y="171512"/>
                  </a:lnTo>
                  <a:lnTo>
                    <a:pt x="13325" y="169108"/>
                  </a:lnTo>
                  <a:lnTo>
                    <a:pt x="11073" y="166503"/>
                  </a:lnTo>
                  <a:close/>
                </a:path>
                <a:path w="15239" h="388619">
                  <a:moveTo>
                    <a:pt x="11073" y="272897"/>
                  </a:moveTo>
                  <a:lnTo>
                    <a:pt x="4129" y="272897"/>
                  </a:lnTo>
                  <a:lnTo>
                    <a:pt x="1689" y="275301"/>
                  </a:lnTo>
                  <a:lnTo>
                    <a:pt x="1689" y="277906"/>
                  </a:lnTo>
                  <a:lnTo>
                    <a:pt x="0" y="279709"/>
                  </a:lnTo>
                  <a:lnTo>
                    <a:pt x="1689" y="282314"/>
                  </a:lnTo>
                  <a:lnTo>
                    <a:pt x="1689" y="284718"/>
                  </a:lnTo>
                  <a:lnTo>
                    <a:pt x="4129" y="287123"/>
                  </a:lnTo>
                  <a:lnTo>
                    <a:pt x="11073" y="287123"/>
                  </a:lnTo>
                  <a:lnTo>
                    <a:pt x="13325" y="284718"/>
                  </a:lnTo>
                  <a:lnTo>
                    <a:pt x="13325" y="282314"/>
                  </a:lnTo>
                  <a:lnTo>
                    <a:pt x="15202" y="279709"/>
                  </a:lnTo>
                  <a:lnTo>
                    <a:pt x="13325" y="277906"/>
                  </a:lnTo>
                  <a:lnTo>
                    <a:pt x="13325" y="275301"/>
                  </a:lnTo>
                  <a:lnTo>
                    <a:pt x="11073" y="272897"/>
                  </a:lnTo>
                  <a:close/>
                </a:path>
                <a:path w="15239" h="388619">
                  <a:moveTo>
                    <a:pt x="11073" y="333207"/>
                  </a:moveTo>
                  <a:lnTo>
                    <a:pt x="4129" y="333207"/>
                  </a:lnTo>
                  <a:lnTo>
                    <a:pt x="1689" y="335611"/>
                  </a:lnTo>
                  <a:lnTo>
                    <a:pt x="1689" y="338216"/>
                  </a:lnTo>
                  <a:lnTo>
                    <a:pt x="0" y="340019"/>
                  </a:lnTo>
                  <a:lnTo>
                    <a:pt x="0" y="381094"/>
                  </a:lnTo>
                  <a:lnTo>
                    <a:pt x="1689" y="383699"/>
                  </a:lnTo>
                  <a:lnTo>
                    <a:pt x="1689" y="386103"/>
                  </a:lnTo>
                  <a:lnTo>
                    <a:pt x="4129" y="388508"/>
                  </a:lnTo>
                  <a:lnTo>
                    <a:pt x="11073" y="388508"/>
                  </a:lnTo>
                  <a:lnTo>
                    <a:pt x="13325" y="386103"/>
                  </a:lnTo>
                  <a:lnTo>
                    <a:pt x="13325" y="383699"/>
                  </a:lnTo>
                  <a:lnTo>
                    <a:pt x="15202" y="381094"/>
                  </a:lnTo>
                  <a:lnTo>
                    <a:pt x="15202" y="340019"/>
                  </a:lnTo>
                  <a:lnTo>
                    <a:pt x="13325" y="338216"/>
                  </a:lnTo>
                  <a:lnTo>
                    <a:pt x="13325" y="335611"/>
                  </a:lnTo>
                  <a:lnTo>
                    <a:pt x="11073" y="333207"/>
                  </a:lnTo>
                  <a:close/>
                </a:path>
              </a:pathLst>
            </a:custGeom>
            <a:solidFill>
              <a:srgbClr val="000000"/>
            </a:solidFill>
          </p:spPr>
          <p:txBody>
            <a:bodyPr wrap="square" lIns="0" tIns="0" rIns="0" bIns="0" rtlCol="0"/>
            <a:lstStyle/>
            <a:p/>
          </p:txBody>
        </p:sp>
        <p:sp>
          <p:nvSpPr>
            <p:cNvPr id="34" name="object 34" descr=""/>
            <p:cNvSpPr/>
            <p:nvPr/>
          </p:nvSpPr>
          <p:spPr>
            <a:xfrm>
              <a:off x="4447713" y="1550839"/>
              <a:ext cx="15240" cy="388620"/>
            </a:xfrm>
            <a:custGeom>
              <a:avLst/>
              <a:gdLst/>
              <a:ahLst/>
              <a:cxnLst/>
              <a:rect l="l" t="t" r="r" b="b"/>
              <a:pathLst>
                <a:path w="15239" h="388619">
                  <a:moveTo>
                    <a:pt x="15202" y="7413"/>
                  </a:moveTo>
                  <a:lnTo>
                    <a:pt x="15202" y="53297"/>
                  </a:lnTo>
                  <a:lnTo>
                    <a:pt x="13325" y="55901"/>
                  </a:lnTo>
                  <a:lnTo>
                    <a:pt x="13325" y="57905"/>
                  </a:lnTo>
                  <a:lnTo>
                    <a:pt x="11073" y="60309"/>
                  </a:lnTo>
                  <a:lnTo>
                    <a:pt x="8821" y="60309"/>
                  </a:lnTo>
                  <a:lnTo>
                    <a:pt x="4129" y="60309"/>
                  </a:lnTo>
                  <a:lnTo>
                    <a:pt x="1689" y="57905"/>
                  </a:lnTo>
                  <a:lnTo>
                    <a:pt x="1689" y="55901"/>
                  </a:lnTo>
                  <a:lnTo>
                    <a:pt x="0" y="53297"/>
                  </a:lnTo>
                  <a:lnTo>
                    <a:pt x="0" y="7413"/>
                  </a:lnTo>
                  <a:lnTo>
                    <a:pt x="1689" y="5009"/>
                  </a:lnTo>
                  <a:lnTo>
                    <a:pt x="1689" y="2404"/>
                  </a:lnTo>
                  <a:lnTo>
                    <a:pt x="4129" y="0"/>
                  </a:lnTo>
                  <a:lnTo>
                    <a:pt x="8821" y="0"/>
                  </a:lnTo>
                  <a:lnTo>
                    <a:pt x="11073" y="0"/>
                  </a:lnTo>
                  <a:lnTo>
                    <a:pt x="13325" y="2404"/>
                  </a:lnTo>
                  <a:lnTo>
                    <a:pt x="13325" y="5009"/>
                  </a:lnTo>
                  <a:lnTo>
                    <a:pt x="15202" y="7413"/>
                  </a:lnTo>
                  <a:close/>
                </a:path>
                <a:path w="15239" h="388619">
                  <a:moveTo>
                    <a:pt x="15202" y="113607"/>
                  </a:moveTo>
                  <a:lnTo>
                    <a:pt x="13325" y="116211"/>
                  </a:lnTo>
                  <a:lnTo>
                    <a:pt x="13325" y="118215"/>
                  </a:lnTo>
                  <a:lnTo>
                    <a:pt x="11073" y="120619"/>
                  </a:lnTo>
                  <a:lnTo>
                    <a:pt x="8821" y="120619"/>
                  </a:lnTo>
                  <a:lnTo>
                    <a:pt x="4129" y="120619"/>
                  </a:lnTo>
                  <a:lnTo>
                    <a:pt x="1689" y="118215"/>
                  </a:lnTo>
                  <a:lnTo>
                    <a:pt x="1689" y="116211"/>
                  </a:lnTo>
                  <a:lnTo>
                    <a:pt x="0" y="113607"/>
                  </a:lnTo>
                  <a:lnTo>
                    <a:pt x="1689" y="111202"/>
                  </a:lnTo>
                  <a:lnTo>
                    <a:pt x="1689" y="108798"/>
                  </a:lnTo>
                  <a:lnTo>
                    <a:pt x="4129" y="106193"/>
                  </a:lnTo>
                  <a:lnTo>
                    <a:pt x="8821" y="106193"/>
                  </a:lnTo>
                  <a:lnTo>
                    <a:pt x="11073" y="106193"/>
                  </a:lnTo>
                  <a:lnTo>
                    <a:pt x="13325" y="108798"/>
                  </a:lnTo>
                  <a:lnTo>
                    <a:pt x="13325" y="111202"/>
                  </a:lnTo>
                  <a:lnTo>
                    <a:pt x="15202" y="113607"/>
                  </a:lnTo>
                  <a:close/>
                </a:path>
                <a:path w="15239" h="388619">
                  <a:moveTo>
                    <a:pt x="15202" y="173917"/>
                  </a:moveTo>
                  <a:lnTo>
                    <a:pt x="15202" y="219399"/>
                  </a:lnTo>
                  <a:lnTo>
                    <a:pt x="13325" y="222004"/>
                  </a:lnTo>
                  <a:lnTo>
                    <a:pt x="13325" y="224409"/>
                  </a:lnTo>
                  <a:lnTo>
                    <a:pt x="11073" y="226813"/>
                  </a:lnTo>
                  <a:lnTo>
                    <a:pt x="8821" y="226813"/>
                  </a:lnTo>
                  <a:lnTo>
                    <a:pt x="4129" y="226813"/>
                  </a:lnTo>
                  <a:lnTo>
                    <a:pt x="1689" y="224409"/>
                  </a:lnTo>
                  <a:lnTo>
                    <a:pt x="1689" y="222004"/>
                  </a:lnTo>
                  <a:lnTo>
                    <a:pt x="0" y="219399"/>
                  </a:lnTo>
                  <a:lnTo>
                    <a:pt x="0" y="173917"/>
                  </a:lnTo>
                  <a:lnTo>
                    <a:pt x="1689" y="171512"/>
                  </a:lnTo>
                  <a:lnTo>
                    <a:pt x="1689" y="169108"/>
                  </a:lnTo>
                  <a:lnTo>
                    <a:pt x="4129" y="166503"/>
                  </a:lnTo>
                  <a:lnTo>
                    <a:pt x="8821" y="166503"/>
                  </a:lnTo>
                  <a:lnTo>
                    <a:pt x="11073" y="166503"/>
                  </a:lnTo>
                  <a:lnTo>
                    <a:pt x="13325" y="169108"/>
                  </a:lnTo>
                  <a:lnTo>
                    <a:pt x="13325" y="171512"/>
                  </a:lnTo>
                  <a:lnTo>
                    <a:pt x="15202" y="173917"/>
                  </a:lnTo>
                  <a:close/>
                </a:path>
                <a:path w="15239" h="388619">
                  <a:moveTo>
                    <a:pt x="15202" y="279709"/>
                  </a:moveTo>
                  <a:lnTo>
                    <a:pt x="13325" y="282314"/>
                  </a:lnTo>
                  <a:lnTo>
                    <a:pt x="13325" y="284719"/>
                  </a:lnTo>
                  <a:lnTo>
                    <a:pt x="11073" y="287123"/>
                  </a:lnTo>
                  <a:lnTo>
                    <a:pt x="8821" y="287123"/>
                  </a:lnTo>
                  <a:lnTo>
                    <a:pt x="4129" y="287123"/>
                  </a:lnTo>
                  <a:lnTo>
                    <a:pt x="1689" y="284719"/>
                  </a:lnTo>
                  <a:lnTo>
                    <a:pt x="1689" y="282314"/>
                  </a:lnTo>
                  <a:lnTo>
                    <a:pt x="0" y="279709"/>
                  </a:lnTo>
                  <a:lnTo>
                    <a:pt x="1689" y="277906"/>
                  </a:lnTo>
                  <a:lnTo>
                    <a:pt x="1689" y="275301"/>
                  </a:lnTo>
                  <a:lnTo>
                    <a:pt x="4129" y="272897"/>
                  </a:lnTo>
                  <a:lnTo>
                    <a:pt x="8821" y="272897"/>
                  </a:lnTo>
                  <a:lnTo>
                    <a:pt x="11073" y="272897"/>
                  </a:lnTo>
                  <a:lnTo>
                    <a:pt x="13325" y="275301"/>
                  </a:lnTo>
                  <a:lnTo>
                    <a:pt x="13325" y="277906"/>
                  </a:lnTo>
                  <a:lnTo>
                    <a:pt x="15202" y="279709"/>
                  </a:lnTo>
                  <a:close/>
                </a:path>
                <a:path w="15239" h="388619">
                  <a:moveTo>
                    <a:pt x="15202" y="340019"/>
                  </a:moveTo>
                  <a:lnTo>
                    <a:pt x="15202" y="381094"/>
                  </a:lnTo>
                  <a:lnTo>
                    <a:pt x="13325" y="383699"/>
                  </a:lnTo>
                  <a:lnTo>
                    <a:pt x="13325" y="386103"/>
                  </a:lnTo>
                  <a:lnTo>
                    <a:pt x="11073" y="388508"/>
                  </a:lnTo>
                  <a:lnTo>
                    <a:pt x="8821" y="388508"/>
                  </a:lnTo>
                  <a:lnTo>
                    <a:pt x="4129" y="388508"/>
                  </a:lnTo>
                  <a:lnTo>
                    <a:pt x="1689" y="386103"/>
                  </a:lnTo>
                  <a:lnTo>
                    <a:pt x="1689" y="383699"/>
                  </a:lnTo>
                  <a:lnTo>
                    <a:pt x="0" y="381094"/>
                  </a:lnTo>
                  <a:lnTo>
                    <a:pt x="0" y="340019"/>
                  </a:lnTo>
                  <a:lnTo>
                    <a:pt x="1689" y="338216"/>
                  </a:lnTo>
                  <a:lnTo>
                    <a:pt x="1689" y="335611"/>
                  </a:lnTo>
                  <a:lnTo>
                    <a:pt x="4129" y="333207"/>
                  </a:lnTo>
                  <a:lnTo>
                    <a:pt x="8821" y="333207"/>
                  </a:lnTo>
                  <a:lnTo>
                    <a:pt x="11073" y="333207"/>
                  </a:lnTo>
                  <a:lnTo>
                    <a:pt x="13325" y="335611"/>
                  </a:lnTo>
                  <a:lnTo>
                    <a:pt x="13325" y="338216"/>
                  </a:lnTo>
                  <a:lnTo>
                    <a:pt x="15202" y="340019"/>
                  </a:lnTo>
                  <a:close/>
                </a:path>
              </a:pathLst>
            </a:custGeom>
            <a:ln w="3175">
              <a:solidFill>
                <a:srgbClr val="000000"/>
              </a:solidFill>
            </a:ln>
          </p:spPr>
          <p:txBody>
            <a:bodyPr wrap="square" lIns="0" tIns="0" rIns="0" bIns="0" rtlCol="0"/>
            <a:lstStyle/>
            <a:p/>
          </p:txBody>
        </p:sp>
        <p:sp>
          <p:nvSpPr>
            <p:cNvPr id="35" name="object 35" descr=""/>
            <p:cNvSpPr/>
            <p:nvPr/>
          </p:nvSpPr>
          <p:spPr>
            <a:xfrm>
              <a:off x="4447713" y="1925122"/>
              <a:ext cx="268605" cy="14604"/>
            </a:xfrm>
            <a:custGeom>
              <a:avLst/>
              <a:gdLst/>
              <a:ahLst/>
              <a:cxnLst/>
              <a:rect l="l" t="t" r="r" b="b"/>
              <a:pathLst>
                <a:path w="268604" h="14605">
                  <a:moveTo>
                    <a:pt x="51614" y="0"/>
                  </a:moveTo>
                  <a:lnTo>
                    <a:pt x="4129" y="0"/>
                  </a:lnTo>
                  <a:lnTo>
                    <a:pt x="1689" y="2404"/>
                  </a:lnTo>
                  <a:lnTo>
                    <a:pt x="1689" y="4808"/>
                  </a:lnTo>
                  <a:lnTo>
                    <a:pt x="0" y="6812"/>
                  </a:lnTo>
                  <a:lnTo>
                    <a:pt x="1689" y="9417"/>
                  </a:lnTo>
                  <a:lnTo>
                    <a:pt x="1689" y="11821"/>
                  </a:lnTo>
                  <a:lnTo>
                    <a:pt x="4129" y="14225"/>
                  </a:lnTo>
                  <a:lnTo>
                    <a:pt x="51614" y="14225"/>
                  </a:lnTo>
                  <a:lnTo>
                    <a:pt x="56118" y="9417"/>
                  </a:lnTo>
                  <a:lnTo>
                    <a:pt x="56118" y="4808"/>
                  </a:lnTo>
                  <a:lnTo>
                    <a:pt x="51614" y="0"/>
                  </a:lnTo>
                  <a:close/>
                </a:path>
                <a:path w="268604" h="14605">
                  <a:moveTo>
                    <a:pt x="110173" y="0"/>
                  </a:moveTo>
                  <a:lnTo>
                    <a:pt x="103604" y="0"/>
                  </a:lnTo>
                  <a:lnTo>
                    <a:pt x="101351" y="2404"/>
                  </a:lnTo>
                  <a:lnTo>
                    <a:pt x="98911" y="4808"/>
                  </a:lnTo>
                  <a:lnTo>
                    <a:pt x="98911" y="9417"/>
                  </a:lnTo>
                  <a:lnTo>
                    <a:pt x="101351" y="11821"/>
                  </a:lnTo>
                  <a:lnTo>
                    <a:pt x="103604" y="14225"/>
                  </a:lnTo>
                  <a:lnTo>
                    <a:pt x="110173" y="14225"/>
                  </a:lnTo>
                  <a:lnTo>
                    <a:pt x="112425" y="11821"/>
                  </a:lnTo>
                  <a:lnTo>
                    <a:pt x="112425" y="2404"/>
                  </a:lnTo>
                  <a:lnTo>
                    <a:pt x="110173" y="0"/>
                  </a:lnTo>
                  <a:close/>
                </a:path>
                <a:path w="268604" h="14605">
                  <a:moveTo>
                    <a:pt x="207208" y="0"/>
                  </a:moveTo>
                  <a:lnTo>
                    <a:pt x="159910" y="0"/>
                  </a:lnTo>
                  <a:lnTo>
                    <a:pt x="157470" y="2404"/>
                  </a:lnTo>
                  <a:lnTo>
                    <a:pt x="155218" y="4808"/>
                  </a:lnTo>
                  <a:lnTo>
                    <a:pt x="155218" y="9417"/>
                  </a:lnTo>
                  <a:lnTo>
                    <a:pt x="157470" y="11821"/>
                  </a:lnTo>
                  <a:lnTo>
                    <a:pt x="159910" y="14225"/>
                  </a:lnTo>
                  <a:lnTo>
                    <a:pt x="207208" y="14225"/>
                  </a:lnTo>
                  <a:lnTo>
                    <a:pt x="209648" y="11821"/>
                  </a:lnTo>
                  <a:lnTo>
                    <a:pt x="211900" y="9417"/>
                  </a:lnTo>
                  <a:lnTo>
                    <a:pt x="211900" y="4808"/>
                  </a:lnTo>
                  <a:lnTo>
                    <a:pt x="209648" y="2404"/>
                  </a:lnTo>
                  <a:lnTo>
                    <a:pt x="207208" y="0"/>
                  </a:lnTo>
                  <a:close/>
                </a:path>
                <a:path w="268604" h="14605">
                  <a:moveTo>
                    <a:pt x="263514" y="0"/>
                  </a:moveTo>
                  <a:lnTo>
                    <a:pt x="259385" y="0"/>
                  </a:lnTo>
                  <a:lnTo>
                    <a:pt x="256945" y="2404"/>
                  </a:lnTo>
                  <a:lnTo>
                    <a:pt x="254693" y="4808"/>
                  </a:lnTo>
                  <a:lnTo>
                    <a:pt x="254693" y="9417"/>
                  </a:lnTo>
                  <a:lnTo>
                    <a:pt x="256945" y="11821"/>
                  </a:lnTo>
                  <a:lnTo>
                    <a:pt x="259385" y="14225"/>
                  </a:lnTo>
                  <a:lnTo>
                    <a:pt x="263514" y="14225"/>
                  </a:lnTo>
                  <a:lnTo>
                    <a:pt x="265767" y="11821"/>
                  </a:lnTo>
                  <a:lnTo>
                    <a:pt x="268207" y="9417"/>
                  </a:lnTo>
                  <a:lnTo>
                    <a:pt x="268207" y="4808"/>
                  </a:lnTo>
                  <a:lnTo>
                    <a:pt x="265767" y="2404"/>
                  </a:lnTo>
                  <a:lnTo>
                    <a:pt x="263514" y="0"/>
                  </a:lnTo>
                  <a:close/>
                </a:path>
              </a:pathLst>
            </a:custGeom>
            <a:solidFill>
              <a:srgbClr val="000000"/>
            </a:solidFill>
          </p:spPr>
          <p:txBody>
            <a:bodyPr wrap="square" lIns="0" tIns="0" rIns="0" bIns="0" rtlCol="0"/>
            <a:lstStyle/>
            <a:p/>
          </p:txBody>
        </p:sp>
        <p:sp>
          <p:nvSpPr>
            <p:cNvPr id="36" name="object 36" descr=""/>
            <p:cNvSpPr/>
            <p:nvPr/>
          </p:nvSpPr>
          <p:spPr>
            <a:xfrm>
              <a:off x="4447713" y="1925122"/>
              <a:ext cx="268605" cy="14604"/>
            </a:xfrm>
            <a:custGeom>
              <a:avLst/>
              <a:gdLst/>
              <a:ahLst/>
              <a:cxnLst/>
              <a:rect l="l" t="t" r="r" b="b"/>
              <a:pathLst>
                <a:path w="268604" h="14605">
                  <a:moveTo>
                    <a:pt x="8821" y="0"/>
                  </a:moveTo>
                  <a:lnTo>
                    <a:pt x="49174" y="0"/>
                  </a:lnTo>
                  <a:lnTo>
                    <a:pt x="51614" y="0"/>
                  </a:lnTo>
                  <a:lnTo>
                    <a:pt x="53866" y="2404"/>
                  </a:lnTo>
                  <a:lnTo>
                    <a:pt x="56118" y="4808"/>
                  </a:lnTo>
                  <a:lnTo>
                    <a:pt x="56118" y="6812"/>
                  </a:lnTo>
                  <a:lnTo>
                    <a:pt x="56118" y="9417"/>
                  </a:lnTo>
                  <a:lnTo>
                    <a:pt x="53866" y="11821"/>
                  </a:lnTo>
                  <a:lnTo>
                    <a:pt x="51614" y="14225"/>
                  </a:lnTo>
                  <a:lnTo>
                    <a:pt x="8821" y="14225"/>
                  </a:lnTo>
                  <a:lnTo>
                    <a:pt x="1689" y="9417"/>
                  </a:lnTo>
                  <a:lnTo>
                    <a:pt x="0" y="6812"/>
                  </a:lnTo>
                  <a:lnTo>
                    <a:pt x="1689" y="4808"/>
                  </a:lnTo>
                  <a:lnTo>
                    <a:pt x="1689" y="2404"/>
                  </a:lnTo>
                  <a:lnTo>
                    <a:pt x="4129" y="0"/>
                  </a:lnTo>
                  <a:lnTo>
                    <a:pt x="8821" y="0"/>
                  </a:lnTo>
                  <a:close/>
                </a:path>
                <a:path w="268604" h="14605">
                  <a:moveTo>
                    <a:pt x="105856" y="0"/>
                  </a:moveTo>
                  <a:lnTo>
                    <a:pt x="110173" y="0"/>
                  </a:lnTo>
                  <a:lnTo>
                    <a:pt x="112425" y="2404"/>
                  </a:lnTo>
                  <a:lnTo>
                    <a:pt x="112425" y="4808"/>
                  </a:lnTo>
                  <a:lnTo>
                    <a:pt x="112425" y="6812"/>
                  </a:lnTo>
                  <a:lnTo>
                    <a:pt x="112425" y="9417"/>
                  </a:lnTo>
                  <a:lnTo>
                    <a:pt x="112425" y="11821"/>
                  </a:lnTo>
                  <a:lnTo>
                    <a:pt x="110173" y="14225"/>
                  </a:lnTo>
                  <a:lnTo>
                    <a:pt x="105856" y="14225"/>
                  </a:lnTo>
                  <a:lnTo>
                    <a:pt x="103604" y="14225"/>
                  </a:lnTo>
                  <a:lnTo>
                    <a:pt x="101351" y="11821"/>
                  </a:lnTo>
                  <a:lnTo>
                    <a:pt x="98911" y="9417"/>
                  </a:lnTo>
                  <a:lnTo>
                    <a:pt x="98911" y="6812"/>
                  </a:lnTo>
                  <a:lnTo>
                    <a:pt x="98911" y="4808"/>
                  </a:lnTo>
                  <a:lnTo>
                    <a:pt x="101351" y="2404"/>
                  </a:lnTo>
                  <a:lnTo>
                    <a:pt x="103604" y="0"/>
                  </a:lnTo>
                  <a:lnTo>
                    <a:pt x="105856" y="0"/>
                  </a:lnTo>
                  <a:close/>
                </a:path>
                <a:path w="268604" h="14605">
                  <a:moveTo>
                    <a:pt x="162163" y="0"/>
                  </a:moveTo>
                  <a:lnTo>
                    <a:pt x="204956" y="0"/>
                  </a:lnTo>
                  <a:lnTo>
                    <a:pt x="211900" y="9417"/>
                  </a:lnTo>
                  <a:lnTo>
                    <a:pt x="209648" y="11821"/>
                  </a:lnTo>
                  <a:lnTo>
                    <a:pt x="207208" y="14225"/>
                  </a:lnTo>
                  <a:lnTo>
                    <a:pt x="204956" y="14225"/>
                  </a:lnTo>
                  <a:lnTo>
                    <a:pt x="162163" y="14225"/>
                  </a:lnTo>
                  <a:lnTo>
                    <a:pt x="159910" y="14225"/>
                  </a:lnTo>
                  <a:lnTo>
                    <a:pt x="157470" y="11821"/>
                  </a:lnTo>
                  <a:lnTo>
                    <a:pt x="155218" y="9417"/>
                  </a:lnTo>
                  <a:lnTo>
                    <a:pt x="155218" y="6812"/>
                  </a:lnTo>
                  <a:lnTo>
                    <a:pt x="155218" y="4808"/>
                  </a:lnTo>
                  <a:lnTo>
                    <a:pt x="157470" y="2404"/>
                  </a:lnTo>
                  <a:lnTo>
                    <a:pt x="159910" y="0"/>
                  </a:lnTo>
                  <a:lnTo>
                    <a:pt x="162163" y="0"/>
                  </a:lnTo>
                  <a:close/>
                </a:path>
                <a:path w="268604" h="14605">
                  <a:moveTo>
                    <a:pt x="261262" y="0"/>
                  </a:moveTo>
                  <a:lnTo>
                    <a:pt x="263514" y="0"/>
                  </a:lnTo>
                  <a:lnTo>
                    <a:pt x="265767" y="2404"/>
                  </a:lnTo>
                  <a:lnTo>
                    <a:pt x="268207" y="4808"/>
                  </a:lnTo>
                  <a:lnTo>
                    <a:pt x="268207" y="6812"/>
                  </a:lnTo>
                  <a:lnTo>
                    <a:pt x="268207" y="9417"/>
                  </a:lnTo>
                  <a:lnTo>
                    <a:pt x="265767" y="11821"/>
                  </a:lnTo>
                  <a:lnTo>
                    <a:pt x="263514" y="14225"/>
                  </a:lnTo>
                  <a:lnTo>
                    <a:pt x="261262" y="14225"/>
                  </a:lnTo>
                  <a:lnTo>
                    <a:pt x="259385" y="14225"/>
                  </a:lnTo>
                  <a:lnTo>
                    <a:pt x="256945" y="11821"/>
                  </a:lnTo>
                  <a:lnTo>
                    <a:pt x="254693" y="9417"/>
                  </a:lnTo>
                  <a:lnTo>
                    <a:pt x="254693" y="6812"/>
                  </a:lnTo>
                  <a:lnTo>
                    <a:pt x="254693" y="4808"/>
                  </a:lnTo>
                  <a:lnTo>
                    <a:pt x="256945" y="2404"/>
                  </a:lnTo>
                  <a:lnTo>
                    <a:pt x="259385" y="0"/>
                  </a:lnTo>
                  <a:lnTo>
                    <a:pt x="261262" y="0"/>
                  </a:lnTo>
                  <a:close/>
                </a:path>
              </a:pathLst>
            </a:custGeom>
            <a:ln w="3175">
              <a:solidFill>
                <a:srgbClr val="000000"/>
              </a:solidFill>
            </a:ln>
          </p:spPr>
          <p:txBody>
            <a:bodyPr wrap="square" lIns="0" tIns="0" rIns="0" bIns="0" rtlCol="0"/>
            <a:lstStyle/>
            <a:p/>
          </p:txBody>
        </p:sp>
        <p:sp>
          <p:nvSpPr>
            <p:cNvPr id="37" name="object 37" descr=""/>
            <p:cNvSpPr/>
            <p:nvPr/>
          </p:nvSpPr>
          <p:spPr>
            <a:xfrm>
              <a:off x="5913561" y="1743591"/>
              <a:ext cx="277495" cy="0"/>
            </a:xfrm>
            <a:custGeom>
              <a:avLst/>
              <a:gdLst/>
              <a:ahLst/>
              <a:cxnLst/>
              <a:rect l="l" t="t" r="r" b="b"/>
              <a:pathLst>
                <a:path w="277495" h="0">
                  <a:moveTo>
                    <a:pt x="0" y="0"/>
                  </a:moveTo>
                  <a:lnTo>
                    <a:pt x="277403" y="0"/>
                  </a:lnTo>
                </a:path>
              </a:pathLst>
            </a:custGeom>
            <a:ln w="14393">
              <a:solidFill>
                <a:srgbClr val="000000"/>
              </a:solidFill>
            </a:ln>
          </p:spPr>
          <p:txBody>
            <a:bodyPr wrap="square" lIns="0" tIns="0" rIns="0" bIns="0" rtlCol="0"/>
            <a:lstStyle/>
            <a:p/>
          </p:txBody>
        </p:sp>
        <p:pic>
          <p:nvPicPr>
            <p:cNvPr id="38" name="object 38" descr=""/>
            <p:cNvPicPr/>
            <p:nvPr/>
          </p:nvPicPr>
          <p:blipFill>
            <a:blip r:embed="rId2" cstate="print"/>
            <a:stretch>
              <a:fillRect/>
            </a:stretch>
          </p:blipFill>
          <p:spPr>
            <a:xfrm>
              <a:off x="6188713" y="1366864"/>
              <a:ext cx="198518" cy="810717"/>
            </a:xfrm>
            <a:prstGeom prst="rect">
              <a:avLst/>
            </a:prstGeom>
          </p:spPr>
        </p:pic>
        <p:sp>
          <p:nvSpPr>
            <p:cNvPr id="39" name="object 39" descr=""/>
            <p:cNvSpPr/>
            <p:nvPr/>
          </p:nvSpPr>
          <p:spPr>
            <a:xfrm>
              <a:off x="6190965" y="1369469"/>
              <a:ext cx="1696720" cy="810895"/>
            </a:xfrm>
            <a:custGeom>
              <a:avLst/>
              <a:gdLst/>
              <a:ahLst/>
              <a:cxnLst/>
              <a:rect l="l" t="t" r="r" b="b"/>
              <a:pathLst>
                <a:path w="1696720" h="810894">
                  <a:moveTo>
                    <a:pt x="0" y="810717"/>
                  </a:moveTo>
                  <a:lnTo>
                    <a:pt x="196190" y="810717"/>
                  </a:lnTo>
                  <a:lnTo>
                    <a:pt x="196190" y="0"/>
                  </a:lnTo>
                  <a:lnTo>
                    <a:pt x="0" y="0"/>
                  </a:lnTo>
                  <a:lnTo>
                    <a:pt x="0" y="810717"/>
                  </a:lnTo>
                  <a:close/>
                </a:path>
                <a:path w="1696720" h="810894">
                  <a:moveTo>
                    <a:pt x="196322" y="374121"/>
                  </a:moveTo>
                  <a:lnTo>
                    <a:pt x="394709" y="374121"/>
                  </a:lnTo>
                </a:path>
                <a:path w="1696720" h="810894">
                  <a:moveTo>
                    <a:pt x="868623" y="374121"/>
                  </a:moveTo>
                  <a:lnTo>
                    <a:pt x="1064757" y="374121"/>
                  </a:lnTo>
                </a:path>
                <a:path w="1696720" h="810894">
                  <a:moveTo>
                    <a:pt x="1263332" y="374121"/>
                  </a:moveTo>
                  <a:lnTo>
                    <a:pt x="1459467" y="374121"/>
                  </a:lnTo>
                </a:path>
                <a:path w="1696720" h="810894">
                  <a:moveTo>
                    <a:pt x="1459467" y="185778"/>
                  </a:moveTo>
                  <a:lnTo>
                    <a:pt x="1696517" y="185778"/>
                  </a:lnTo>
                </a:path>
                <a:path w="1696720" h="810894">
                  <a:moveTo>
                    <a:pt x="1459467" y="185778"/>
                  </a:moveTo>
                  <a:lnTo>
                    <a:pt x="1459467" y="559459"/>
                  </a:lnTo>
                </a:path>
                <a:path w="1696720" h="810894">
                  <a:moveTo>
                    <a:pt x="1459467" y="559459"/>
                  </a:moveTo>
                  <a:lnTo>
                    <a:pt x="1696517" y="559459"/>
                  </a:lnTo>
                </a:path>
              </a:pathLst>
            </a:custGeom>
            <a:ln w="13937">
              <a:solidFill>
                <a:srgbClr val="000000"/>
              </a:solidFill>
            </a:ln>
          </p:spPr>
          <p:txBody>
            <a:bodyPr wrap="square" lIns="0" tIns="0" rIns="0" bIns="0" rtlCol="0"/>
            <a:lstStyle/>
            <a:p/>
          </p:txBody>
        </p:sp>
        <p:sp>
          <p:nvSpPr>
            <p:cNvPr id="40" name="object 40" descr=""/>
            <p:cNvSpPr/>
            <p:nvPr/>
          </p:nvSpPr>
          <p:spPr>
            <a:xfrm>
              <a:off x="7921830" y="1550840"/>
              <a:ext cx="212090" cy="15240"/>
            </a:xfrm>
            <a:custGeom>
              <a:avLst/>
              <a:gdLst/>
              <a:ahLst/>
              <a:cxnLst/>
              <a:rect l="l" t="t" r="r" b="b"/>
              <a:pathLst>
                <a:path w="212090" h="15240">
                  <a:moveTo>
                    <a:pt x="51614" y="0"/>
                  </a:moveTo>
                  <a:lnTo>
                    <a:pt x="4316" y="0"/>
                  </a:lnTo>
                  <a:lnTo>
                    <a:pt x="2439" y="2404"/>
                  </a:lnTo>
                  <a:lnTo>
                    <a:pt x="2439" y="5009"/>
                  </a:lnTo>
                  <a:lnTo>
                    <a:pt x="0" y="7413"/>
                  </a:lnTo>
                  <a:lnTo>
                    <a:pt x="2439" y="9817"/>
                  </a:lnTo>
                  <a:lnTo>
                    <a:pt x="2439" y="12422"/>
                  </a:lnTo>
                  <a:lnTo>
                    <a:pt x="4316" y="14827"/>
                  </a:lnTo>
                  <a:lnTo>
                    <a:pt x="51614" y="14827"/>
                  </a:lnTo>
                  <a:lnTo>
                    <a:pt x="54054" y="12422"/>
                  </a:lnTo>
                  <a:lnTo>
                    <a:pt x="56306" y="9817"/>
                  </a:lnTo>
                  <a:lnTo>
                    <a:pt x="56306" y="5009"/>
                  </a:lnTo>
                  <a:lnTo>
                    <a:pt x="54054" y="2404"/>
                  </a:lnTo>
                  <a:lnTo>
                    <a:pt x="51614" y="0"/>
                  </a:lnTo>
                  <a:close/>
                </a:path>
                <a:path w="212090" h="15240">
                  <a:moveTo>
                    <a:pt x="110360" y="0"/>
                  </a:moveTo>
                  <a:lnTo>
                    <a:pt x="103791" y="0"/>
                  </a:lnTo>
                  <a:lnTo>
                    <a:pt x="101351" y="2404"/>
                  </a:lnTo>
                  <a:lnTo>
                    <a:pt x="99099" y="5009"/>
                  </a:lnTo>
                  <a:lnTo>
                    <a:pt x="99099" y="9817"/>
                  </a:lnTo>
                  <a:lnTo>
                    <a:pt x="101351" y="12422"/>
                  </a:lnTo>
                  <a:lnTo>
                    <a:pt x="103791" y="14827"/>
                  </a:lnTo>
                  <a:lnTo>
                    <a:pt x="110360" y="14827"/>
                  </a:lnTo>
                  <a:lnTo>
                    <a:pt x="112613" y="12422"/>
                  </a:lnTo>
                  <a:lnTo>
                    <a:pt x="112613" y="9817"/>
                  </a:lnTo>
                  <a:lnTo>
                    <a:pt x="114865" y="7413"/>
                  </a:lnTo>
                  <a:lnTo>
                    <a:pt x="112613" y="5009"/>
                  </a:lnTo>
                  <a:lnTo>
                    <a:pt x="112613" y="2404"/>
                  </a:lnTo>
                  <a:lnTo>
                    <a:pt x="110360" y="0"/>
                  </a:lnTo>
                  <a:close/>
                </a:path>
                <a:path w="212090" h="15240">
                  <a:moveTo>
                    <a:pt x="207395" y="0"/>
                  </a:moveTo>
                  <a:lnTo>
                    <a:pt x="160098" y="0"/>
                  </a:lnTo>
                  <a:lnTo>
                    <a:pt x="157658" y="2404"/>
                  </a:lnTo>
                  <a:lnTo>
                    <a:pt x="157658" y="5009"/>
                  </a:lnTo>
                  <a:lnTo>
                    <a:pt x="155781" y="7413"/>
                  </a:lnTo>
                  <a:lnTo>
                    <a:pt x="157658" y="9817"/>
                  </a:lnTo>
                  <a:lnTo>
                    <a:pt x="157658" y="12422"/>
                  </a:lnTo>
                  <a:lnTo>
                    <a:pt x="160098" y="14827"/>
                  </a:lnTo>
                  <a:lnTo>
                    <a:pt x="207395" y="14827"/>
                  </a:lnTo>
                  <a:lnTo>
                    <a:pt x="209835" y="12422"/>
                  </a:lnTo>
                  <a:lnTo>
                    <a:pt x="212088" y="9817"/>
                  </a:lnTo>
                  <a:lnTo>
                    <a:pt x="212088" y="5009"/>
                  </a:lnTo>
                  <a:lnTo>
                    <a:pt x="209835" y="2404"/>
                  </a:lnTo>
                  <a:lnTo>
                    <a:pt x="207395" y="0"/>
                  </a:lnTo>
                  <a:close/>
                </a:path>
              </a:pathLst>
            </a:custGeom>
            <a:solidFill>
              <a:srgbClr val="000000"/>
            </a:solidFill>
          </p:spPr>
          <p:txBody>
            <a:bodyPr wrap="square" lIns="0" tIns="0" rIns="0" bIns="0" rtlCol="0"/>
            <a:lstStyle/>
            <a:p/>
          </p:txBody>
        </p:sp>
        <p:sp>
          <p:nvSpPr>
            <p:cNvPr id="41" name="object 41" descr=""/>
            <p:cNvSpPr/>
            <p:nvPr/>
          </p:nvSpPr>
          <p:spPr>
            <a:xfrm>
              <a:off x="7921830" y="1550840"/>
              <a:ext cx="212090" cy="15240"/>
            </a:xfrm>
            <a:custGeom>
              <a:avLst/>
              <a:gdLst/>
              <a:ahLst/>
              <a:cxnLst/>
              <a:rect l="l" t="t" r="r" b="b"/>
              <a:pathLst>
                <a:path w="212090" h="15240">
                  <a:moveTo>
                    <a:pt x="9009" y="0"/>
                  </a:moveTo>
                  <a:lnTo>
                    <a:pt x="49362" y="0"/>
                  </a:lnTo>
                  <a:lnTo>
                    <a:pt x="56306" y="7413"/>
                  </a:lnTo>
                  <a:lnTo>
                    <a:pt x="56306" y="9817"/>
                  </a:lnTo>
                  <a:lnTo>
                    <a:pt x="54054" y="12422"/>
                  </a:lnTo>
                  <a:lnTo>
                    <a:pt x="51614" y="14827"/>
                  </a:lnTo>
                  <a:lnTo>
                    <a:pt x="49362" y="14827"/>
                  </a:lnTo>
                  <a:lnTo>
                    <a:pt x="9009" y="14827"/>
                  </a:lnTo>
                  <a:lnTo>
                    <a:pt x="4316" y="14827"/>
                  </a:lnTo>
                  <a:lnTo>
                    <a:pt x="2439" y="12422"/>
                  </a:lnTo>
                  <a:lnTo>
                    <a:pt x="2439" y="9817"/>
                  </a:lnTo>
                  <a:lnTo>
                    <a:pt x="0" y="7413"/>
                  </a:lnTo>
                  <a:lnTo>
                    <a:pt x="2439" y="5009"/>
                  </a:lnTo>
                  <a:lnTo>
                    <a:pt x="2439" y="2404"/>
                  </a:lnTo>
                  <a:lnTo>
                    <a:pt x="4316" y="0"/>
                  </a:lnTo>
                  <a:lnTo>
                    <a:pt x="9009" y="0"/>
                  </a:lnTo>
                  <a:close/>
                </a:path>
                <a:path w="212090" h="15240">
                  <a:moveTo>
                    <a:pt x="106044" y="0"/>
                  </a:moveTo>
                  <a:lnTo>
                    <a:pt x="110360" y="0"/>
                  </a:lnTo>
                  <a:lnTo>
                    <a:pt x="112613" y="2404"/>
                  </a:lnTo>
                  <a:lnTo>
                    <a:pt x="112613" y="5009"/>
                  </a:lnTo>
                  <a:lnTo>
                    <a:pt x="114865" y="7413"/>
                  </a:lnTo>
                  <a:lnTo>
                    <a:pt x="112613" y="9817"/>
                  </a:lnTo>
                  <a:lnTo>
                    <a:pt x="112613" y="12422"/>
                  </a:lnTo>
                  <a:lnTo>
                    <a:pt x="110360" y="14827"/>
                  </a:lnTo>
                  <a:lnTo>
                    <a:pt x="106044" y="14827"/>
                  </a:lnTo>
                  <a:lnTo>
                    <a:pt x="103791" y="14827"/>
                  </a:lnTo>
                  <a:lnTo>
                    <a:pt x="101351" y="12422"/>
                  </a:lnTo>
                  <a:lnTo>
                    <a:pt x="99099" y="9817"/>
                  </a:lnTo>
                  <a:lnTo>
                    <a:pt x="99099" y="7413"/>
                  </a:lnTo>
                  <a:lnTo>
                    <a:pt x="99099" y="5009"/>
                  </a:lnTo>
                  <a:lnTo>
                    <a:pt x="101351" y="2404"/>
                  </a:lnTo>
                  <a:lnTo>
                    <a:pt x="103791" y="0"/>
                  </a:lnTo>
                  <a:lnTo>
                    <a:pt x="106044" y="0"/>
                  </a:lnTo>
                  <a:close/>
                </a:path>
                <a:path w="212090" h="15240">
                  <a:moveTo>
                    <a:pt x="162350" y="0"/>
                  </a:moveTo>
                  <a:lnTo>
                    <a:pt x="205143" y="0"/>
                  </a:lnTo>
                  <a:lnTo>
                    <a:pt x="212088" y="7413"/>
                  </a:lnTo>
                  <a:lnTo>
                    <a:pt x="212088" y="9817"/>
                  </a:lnTo>
                  <a:lnTo>
                    <a:pt x="209835" y="12422"/>
                  </a:lnTo>
                  <a:lnTo>
                    <a:pt x="207395" y="14827"/>
                  </a:lnTo>
                  <a:lnTo>
                    <a:pt x="205143" y="14827"/>
                  </a:lnTo>
                  <a:lnTo>
                    <a:pt x="162350" y="14827"/>
                  </a:lnTo>
                  <a:lnTo>
                    <a:pt x="160098" y="14827"/>
                  </a:lnTo>
                  <a:lnTo>
                    <a:pt x="157658" y="12422"/>
                  </a:lnTo>
                  <a:lnTo>
                    <a:pt x="157658" y="9817"/>
                  </a:lnTo>
                  <a:lnTo>
                    <a:pt x="155781" y="7413"/>
                  </a:lnTo>
                  <a:lnTo>
                    <a:pt x="157658" y="5009"/>
                  </a:lnTo>
                  <a:lnTo>
                    <a:pt x="157658" y="2404"/>
                  </a:lnTo>
                  <a:lnTo>
                    <a:pt x="160098" y="0"/>
                  </a:lnTo>
                  <a:lnTo>
                    <a:pt x="162350" y="0"/>
                  </a:lnTo>
                  <a:close/>
                </a:path>
              </a:pathLst>
            </a:custGeom>
            <a:ln w="3175">
              <a:solidFill>
                <a:srgbClr val="000000"/>
              </a:solidFill>
            </a:ln>
          </p:spPr>
          <p:txBody>
            <a:bodyPr wrap="square" lIns="0" tIns="0" rIns="0" bIns="0" rtlCol="0"/>
            <a:lstStyle/>
            <a:p/>
          </p:txBody>
        </p:sp>
        <p:sp>
          <p:nvSpPr>
            <p:cNvPr id="42" name="object 42" descr=""/>
            <p:cNvSpPr/>
            <p:nvPr/>
          </p:nvSpPr>
          <p:spPr>
            <a:xfrm>
              <a:off x="8120405" y="1550840"/>
              <a:ext cx="13970" cy="388620"/>
            </a:xfrm>
            <a:custGeom>
              <a:avLst/>
              <a:gdLst/>
              <a:ahLst/>
              <a:cxnLst/>
              <a:rect l="l" t="t" r="r" b="b"/>
              <a:pathLst>
                <a:path w="13970" h="388619">
                  <a:moveTo>
                    <a:pt x="8821" y="0"/>
                  </a:moveTo>
                  <a:lnTo>
                    <a:pt x="4129" y="0"/>
                  </a:lnTo>
                  <a:lnTo>
                    <a:pt x="2439" y="2404"/>
                  </a:lnTo>
                  <a:lnTo>
                    <a:pt x="0" y="5009"/>
                  </a:lnTo>
                  <a:lnTo>
                    <a:pt x="0" y="55901"/>
                  </a:lnTo>
                  <a:lnTo>
                    <a:pt x="2439" y="57905"/>
                  </a:lnTo>
                  <a:lnTo>
                    <a:pt x="4129" y="60309"/>
                  </a:lnTo>
                  <a:lnTo>
                    <a:pt x="8821" y="60309"/>
                  </a:lnTo>
                  <a:lnTo>
                    <a:pt x="11261" y="57905"/>
                  </a:lnTo>
                  <a:lnTo>
                    <a:pt x="13513" y="55901"/>
                  </a:lnTo>
                  <a:lnTo>
                    <a:pt x="13513" y="5009"/>
                  </a:lnTo>
                  <a:lnTo>
                    <a:pt x="11261" y="2404"/>
                  </a:lnTo>
                  <a:lnTo>
                    <a:pt x="8821" y="0"/>
                  </a:lnTo>
                  <a:close/>
                </a:path>
                <a:path w="13970" h="388619">
                  <a:moveTo>
                    <a:pt x="8821" y="106193"/>
                  </a:moveTo>
                  <a:lnTo>
                    <a:pt x="4129" y="106193"/>
                  </a:lnTo>
                  <a:lnTo>
                    <a:pt x="2439" y="108798"/>
                  </a:lnTo>
                  <a:lnTo>
                    <a:pt x="0" y="111202"/>
                  </a:lnTo>
                  <a:lnTo>
                    <a:pt x="0" y="116211"/>
                  </a:lnTo>
                  <a:lnTo>
                    <a:pt x="2439" y="118215"/>
                  </a:lnTo>
                  <a:lnTo>
                    <a:pt x="4129" y="120619"/>
                  </a:lnTo>
                  <a:lnTo>
                    <a:pt x="8821" y="120619"/>
                  </a:lnTo>
                  <a:lnTo>
                    <a:pt x="11261" y="118215"/>
                  </a:lnTo>
                  <a:lnTo>
                    <a:pt x="13513" y="116211"/>
                  </a:lnTo>
                  <a:lnTo>
                    <a:pt x="13513" y="111202"/>
                  </a:lnTo>
                  <a:lnTo>
                    <a:pt x="8821" y="106193"/>
                  </a:lnTo>
                  <a:close/>
                </a:path>
                <a:path w="13970" h="388619">
                  <a:moveTo>
                    <a:pt x="8821" y="166503"/>
                  </a:moveTo>
                  <a:lnTo>
                    <a:pt x="4129" y="166503"/>
                  </a:lnTo>
                  <a:lnTo>
                    <a:pt x="2439" y="169108"/>
                  </a:lnTo>
                  <a:lnTo>
                    <a:pt x="0" y="171512"/>
                  </a:lnTo>
                  <a:lnTo>
                    <a:pt x="0" y="222004"/>
                  </a:lnTo>
                  <a:lnTo>
                    <a:pt x="2439" y="224409"/>
                  </a:lnTo>
                  <a:lnTo>
                    <a:pt x="4129" y="226813"/>
                  </a:lnTo>
                  <a:lnTo>
                    <a:pt x="8821" y="226813"/>
                  </a:lnTo>
                  <a:lnTo>
                    <a:pt x="11261" y="224409"/>
                  </a:lnTo>
                  <a:lnTo>
                    <a:pt x="13513" y="222004"/>
                  </a:lnTo>
                  <a:lnTo>
                    <a:pt x="13513" y="171512"/>
                  </a:lnTo>
                  <a:lnTo>
                    <a:pt x="8821" y="166503"/>
                  </a:lnTo>
                  <a:close/>
                </a:path>
                <a:path w="13970" h="388619">
                  <a:moveTo>
                    <a:pt x="8821" y="272897"/>
                  </a:moveTo>
                  <a:lnTo>
                    <a:pt x="4129" y="272897"/>
                  </a:lnTo>
                  <a:lnTo>
                    <a:pt x="2439" y="275301"/>
                  </a:lnTo>
                  <a:lnTo>
                    <a:pt x="0" y="277906"/>
                  </a:lnTo>
                  <a:lnTo>
                    <a:pt x="0" y="282314"/>
                  </a:lnTo>
                  <a:lnTo>
                    <a:pt x="2439" y="284718"/>
                  </a:lnTo>
                  <a:lnTo>
                    <a:pt x="4129" y="287123"/>
                  </a:lnTo>
                  <a:lnTo>
                    <a:pt x="8821" y="287123"/>
                  </a:lnTo>
                  <a:lnTo>
                    <a:pt x="11261" y="284718"/>
                  </a:lnTo>
                  <a:lnTo>
                    <a:pt x="13513" y="282314"/>
                  </a:lnTo>
                  <a:lnTo>
                    <a:pt x="13513" y="277906"/>
                  </a:lnTo>
                  <a:lnTo>
                    <a:pt x="11261" y="275301"/>
                  </a:lnTo>
                  <a:lnTo>
                    <a:pt x="8821" y="272897"/>
                  </a:lnTo>
                  <a:close/>
                </a:path>
                <a:path w="13970" h="388619">
                  <a:moveTo>
                    <a:pt x="8821" y="333207"/>
                  </a:moveTo>
                  <a:lnTo>
                    <a:pt x="4129" y="333207"/>
                  </a:lnTo>
                  <a:lnTo>
                    <a:pt x="2439" y="335611"/>
                  </a:lnTo>
                  <a:lnTo>
                    <a:pt x="0" y="338216"/>
                  </a:lnTo>
                  <a:lnTo>
                    <a:pt x="0" y="383699"/>
                  </a:lnTo>
                  <a:lnTo>
                    <a:pt x="2439" y="386103"/>
                  </a:lnTo>
                  <a:lnTo>
                    <a:pt x="4129" y="388508"/>
                  </a:lnTo>
                  <a:lnTo>
                    <a:pt x="8821" y="388508"/>
                  </a:lnTo>
                  <a:lnTo>
                    <a:pt x="11261" y="386103"/>
                  </a:lnTo>
                  <a:lnTo>
                    <a:pt x="13513" y="383699"/>
                  </a:lnTo>
                  <a:lnTo>
                    <a:pt x="13513" y="338216"/>
                  </a:lnTo>
                  <a:lnTo>
                    <a:pt x="11261" y="335611"/>
                  </a:lnTo>
                  <a:lnTo>
                    <a:pt x="8821" y="333207"/>
                  </a:lnTo>
                  <a:close/>
                </a:path>
              </a:pathLst>
            </a:custGeom>
            <a:solidFill>
              <a:srgbClr val="000000"/>
            </a:solidFill>
          </p:spPr>
          <p:txBody>
            <a:bodyPr wrap="square" lIns="0" tIns="0" rIns="0" bIns="0" rtlCol="0"/>
            <a:lstStyle/>
            <a:p/>
          </p:txBody>
        </p:sp>
        <p:sp>
          <p:nvSpPr>
            <p:cNvPr id="43" name="object 43" descr=""/>
            <p:cNvSpPr/>
            <p:nvPr/>
          </p:nvSpPr>
          <p:spPr>
            <a:xfrm>
              <a:off x="8120405" y="1550840"/>
              <a:ext cx="13970" cy="388620"/>
            </a:xfrm>
            <a:custGeom>
              <a:avLst/>
              <a:gdLst/>
              <a:ahLst/>
              <a:cxnLst/>
              <a:rect l="l" t="t" r="r" b="b"/>
              <a:pathLst>
                <a:path w="13970" h="388619">
                  <a:moveTo>
                    <a:pt x="13513" y="7413"/>
                  </a:moveTo>
                  <a:lnTo>
                    <a:pt x="13513" y="53297"/>
                  </a:lnTo>
                  <a:lnTo>
                    <a:pt x="13513" y="55901"/>
                  </a:lnTo>
                  <a:lnTo>
                    <a:pt x="11261" y="57905"/>
                  </a:lnTo>
                  <a:lnTo>
                    <a:pt x="8821" y="60309"/>
                  </a:lnTo>
                  <a:lnTo>
                    <a:pt x="6569" y="60309"/>
                  </a:lnTo>
                  <a:lnTo>
                    <a:pt x="4129" y="60309"/>
                  </a:lnTo>
                  <a:lnTo>
                    <a:pt x="2439" y="57905"/>
                  </a:lnTo>
                  <a:lnTo>
                    <a:pt x="0" y="55901"/>
                  </a:lnTo>
                  <a:lnTo>
                    <a:pt x="0" y="53297"/>
                  </a:lnTo>
                  <a:lnTo>
                    <a:pt x="0" y="7413"/>
                  </a:lnTo>
                  <a:lnTo>
                    <a:pt x="0" y="5009"/>
                  </a:lnTo>
                  <a:lnTo>
                    <a:pt x="2439" y="2404"/>
                  </a:lnTo>
                  <a:lnTo>
                    <a:pt x="4129" y="0"/>
                  </a:lnTo>
                  <a:lnTo>
                    <a:pt x="13513" y="7413"/>
                  </a:lnTo>
                  <a:close/>
                </a:path>
                <a:path w="13970" h="388619">
                  <a:moveTo>
                    <a:pt x="13513" y="113607"/>
                  </a:moveTo>
                  <a:lnTo>
                    <a:pt x="13513" y="116211"/>
                  </a:lnTo>
                  <a:lnTo>
                    <a:pt x="11261" y="118215"/>
                  </a:lnTo>
                  <a:lnTo>
                    <a:pt x="8821" y="120619"/>
                  </a:lnTo>
                  <a:lnTo>
                    <a:pt x="6569" y="120619"/>
                  </a:lnTo>
                  <a:lnTo>
                    <a:pt x="4129" y="120619"/>
                  </a:lnTo>
                  <a:lnTo>
                    <a:pt x="2439" y="118215"/>
                  </a:lnTo>
                  <a:lnTo>
                    <a:pt x="0" y="116211"/>
                  </a:lnTo>
                  <a:lnTo>
                    <a:pt x="0" y="113607"/>
                  </a:lnTo>
                  <a:lnTo>
                    <a:pt x="0" y="111202"/>
                  </a:lnTo>
                  <a:lnTo>
                    <a:pt x="2439" y="108798"/>
                  </a:lnTo>
                  <a:lnTo>
                    <a:pt x="4129" y="106193"/>
                  </a:lnTo>
                  <a:lnTo>
                    <a:pt x="6569" y="106193"/>
                  </a:lnTo>
                  <a:lnTo>
                    <a:pt x="8821" y="106193"/>
                  </a:lnTo>
                  <a:lnTo>
                    <a:pt x="11261" y="108798"/>
                  </a:lnTo>
                  <a:lnTo>
                    <a:pt x="13513" y="111202"/>
                  </a:lnTo>
                  <a:lnTo>
                    <a:pt x="13513" y="113607"/>
                  </a:lnTo>
                  <a:close/>
                </a:path>
                <a:path w="13970" h="388619">
                  <a:moveTo>
                    <a:pt x="13513" y="173917"/>
                  </a:moveTo>
                  <a:lnTo>
                    <a:pt x="13513" y="219399"/>
                  </a:lnTo>
                  <a:lnTo>
                    <a:pt x="13513" y="222004"/>
                  </a:lnTo>
                  <a:lnTo>
                    <a:pt x="11261" y="224409"/>
                  </a:lnTo>
                  <a:lnTo>
                    <a:pt x="8821" y="226813"/>
                  </a:lnTo>
                  <a:lnTo>
                    <a:pt x="6569" y="226813"/>
                  </a:lnTo>
                  <a:lnTo>
                    <a:pt x="4129" y="226813"/>
                  </a:lnTo>
                  <a:lnTo>
                    <a:pt x="2439" y="224409"/>
                  </a:lnTo>
                  <a:lnTo>
                    <a:pt x="0" y="222004"/>
                  </a:lnTo>
                  <a:lnTo>
                    <a:pt x="0" y="219399"/>
                  </a:lnTo>
                  <a:lnTo>
                    <a:pt x="0" y="173917"/>
                  </a:lnTo>
                  <a:lnTo>
                    <a:pt x="0" y="171512"/>
                  </a:lnTo>
                  <a:lnTo>
                    <a:pt x="2439" y="169108"/>
                  </a:lnTo>
                  <a:lnTo>
                    <a:pt x="4129" y="166503"/>
                  </a:lnTo>
                  <a:lnTo>
                    <a:pt x="13513" y="173917"/>
                  </a:lnTo>
                  <a:close/>
                </a:path>
                <a:path w="13970" h="388619">
                  <a:moveTo>
                    <a:pt x="13513" y="279709"/>
                  </a:moveTo>
                  <a:lnTo>
                    <a:pt x="13513" y="282314"/>
                  </a:lnTo>
                  <a:lnTo>
                    <a:pt x="11261" y="284719"/>
                  </a:lnTo>
                  <a:lnTo>
                    <a:pt x="8821" y="287123"/>
                  </a:lnTo>
                  <a:lnTo>
                    <a:pt x="6569" y="287123"/>
                  </a:lnTo>
                  <a:lnTo>
                    <a:pt x="4129" y="287123"/>
                  </a:lnTo>
                  <a:lnTo>
                    <a:pt x="2439" y="284719"/>
                  </a:lnTo>
                  <a:lnTo>
                    <a:pt x="0" y="282314"/>
                  </a:lnTo>
                  <a:lnTo>
                    <a:pt x="0" y="279709"/>
                  </a:lnTo>
                  <a:lnTo>
                    <a:pt x="0" y="277906"/>
                  </a:lnTo>
                  <a:lnTo>
                    <a:pt x="2439" y="275301"/>
                  </a:lnTo>
                  <a:lnTo>
                    <a:pt x="4129" y="272897"/>
                  </a:lnTo>
                  <a:lnTo>
                    <a:pt x="6569" y="272897"/>
                  </a:lnTo>
                  <a:lnTo>
                    <a:pt x="8821" y="272897"/>
                  </a:lnTo>
                  <a:lnTo>
                    <a:pt x="11261" y="275301"/>
                  </a:lnTo>
                  <a:lnTo>
                    <a:pt x="13513" y="277906"/>
                  </a:lnTo>
                  <a:lnTo>
                    <a:pt x="13513" y="279709"/>
                  </a:lnTo>
                  <a:close/>
                </a:path>
                <a:path w="13970" h="388619">
                  <a:moveTo>
                    <a:pt x="13513" y="340019"/>
                  </a:moveTo>
                  <a:lnTo>
                    <a:pt x="13513" y="381094"/>
                  </a:lnTo>
                  <a:lnTo>
                    <a:pt x="13513" y="383699"/>
                  </a:lnTo>
                  <a:lnTo>
                    <a:pt x="11261" y="386103"/>
                  </a:lnTo>
                  <a:lnTo>
                    <a:pt x="8821" y="388508"/>
                  </a:lnTo>
                  <a:lnTo>
                    <a:pt x="6569" y="388508"/>
                  </a:lnTo>
                  <a:lnTo>
                    <a:pt x="4129" y="388508"/>
                  </a:lnTo>
                  <a:lnTo>
                    <a:pt x="2439" y="386103"/>
                  </a:lnTo>
                  <a:lnTo>
                    <a:pt x="0" y="383699"/>
                  </a:lnTo>
                  <a:lnTo>
                    <a:pt x="0" y="381094"/>
                  </a:lnTo>
                  <a:lnTo>
                    <a:pt x="0" y="340019"/>
                  </a:lnTo>
                  <a:lnTo>
                    <a:pt x="0" y="338216"/>
                  </a:lnTo>
                  <a:lnTo>
                    <a:pt x="2439" y="335611"/>
                  </a:lnTo>
                  <a:lnTo>
                    <a:pt x="4129" y="333207"/>
                  </a:lnTo>
                  <a:lnTo>
                    <a:pt x="6569" y="333207"/>
                  </a:lnTo>
                  <a:lnTo>
                    <a:pt x="8821" y="333207"/>
                  </a:lnTo>
                  <a:lnTo>
                    <a:pt x="11261" y="335611"/>
                  </a:lnTo>
                  <a:lnTo>
                    <a:pt x="13513" y="338216"/>
                  </a:lnTo>
                  <a:lnTo>
                    <a:pt x="13513" y="340019"/>
                  </a:lnTo>
                  <a:close/>
                </a:path>
              </a:pathLst>
            </a:custGeom>
            <a:ln w="3175">
              <a:solidFill>
                <a:srgbClr val="000000"/>
              </a:solidFill>
            </a:ln>
          </p:spPr>
          <p:txBody>
            <a:bodyPr wrap="square" lIns="0" tIns="0" rIns="0" bIns="0" rtlCol="0"/>
            <a:lstStyle/>
            <a:p/>
          </p:txBody>
        </p:sp>
        <p:sp>
          <p:nvSpPr>
            <p:cNvPr id="44" name="object 44" descr=""/>
            <p:cNvSpPr/>
            <p:nvPr/>
          </p:nvSpPr>
          <p:spPr>
            <a:xfrm>
              <a:off x="7921830" y="1925122"/>
              <a:ext cx="212090" cy="14604"/>
            </a:xfrm>
            <a:custGeom>
              <a:avLst/>
              <a:gdLst/>
              <a:ahLst/>
              <a:cxnLst/>
              <a:rect l="l" t="t" r="r" b="b"/>
              <a:pathLst>
                <a:path w="212090" h="14605">
                  <a:moveTo>
                    <a:pt x="51614" y="0"/>
                  </a:moveTo>
                  <a:lnTo>
                    <a:pt x="4316" y="0"/>
                  </a:lnTo>
                  <a:lnTo>
                    <a:pt x="2439" y="2404"/>
                  </a:lnTo>
                  <a:lnTo>
                    <a:pt x="2439" y="4808"/>
                  </a:lnTo>
                  <a:lnTo>
                    <a:pt x="0" y="6812"/>
                  </a:lnTo>
                  <a:lnTo>
                    <a:pt x="2439" y="9417"/>
                  </a:lnTo>
                  <a:lnTo>
                    <a:pt x="2439" y="11821"/>
                  </a:lnTo>
                  <a:lnTo>
                    <a:pt x="4316" y="14225"/>
                  </a:lnTo>
                  <a:lnTo>
                    <a:pt x="51614" y="14225"/>
                  </a:lnTo>
                  <a:lnTo>
                    <a:pt x="54054" y="11821"/>
                  </a:lnTo>
                  <a:lnTo>
                    <a:pt x="56306" y="9417"/>
                  </a:lnTo>
                  <a:lnTo>
                    <a:pt x="56306" y="4808"/>
                  </a:lnTo>
                  <a:lnTo>
                    <a:pt x="54054" y="2404"/>
                  </a:lnTo>
                  <a:lnTo>
                    <a:pt x="51614" y="0"/>
                  </a:lnTo>
                  <a:close/>
                </a:path>
                <a:path w="212090" h="14605">
                  <a:moveTo>
                    <a:pt x="110360" y="0"/>
                  </a:moveTo>
                  <a:lnTo>
                    <a:pt x="103791" y="0"/>
                  </a:lnTo>
                  <a:lnTo>
                    <a:pt x="101351" y="2404"/>
                  </a:lnTo>
                  <a:lnTo>
                    <a:pt x="99099" y="4808"/>
                  </a:lnTo>
                  <a:lnTo>
                    <a:pt x="99099" y="9417"/>
                  </a:lnTo>
                  <a:lnTo>
                    <a:pt x="101351" y="11821"/>
                  </a:lnTo>
                  <a:lnTo>
                    <a:pt x="103791" y="14225"/>
                  </a:lnTo>
                  <a:lnTo>
                    <a:pt x="110360" y="14225"/>
                  </a:lnTo>
                  <a:lnTo>
                    <a:pt x="112613" y="11821"/>
                  </a:lnTo>
                  <a:lnTo>
                    <a:pt x="112613" y="9417"/>
                  </a:lnTo>
                  <a:lnTo>
                    <a:pt x="114865" y="6812"/>
                  </a:lnTo>
                  <a:lnTo>
                    <a:pt x="112613" y="4808"/>
                  </a:lnTo>
                  <a:lnTo>
                    <a:pt x="112613" y="2404"/>
                  </a:lnTo>
                  <a:lnTo>
                    <a:pt x="110360" y="0"/>
                  </a:lnTo>
                  <a:close/>
                </a:path>
                <a:path w="212090" h="14605">
                  <a:moveTo>
                    <a:pt x="207395" y="0"/>
                  </a:moveTo>
                  <a:lnTo>
                    <a:pt x="160098" y="0"/>
                  </a:lnTo>
                  <a:lnTo>
                    <a:pt x="157658" y="2404"/>
                  </a:lnTo>
                  <a:lnTo>
                    <a:pt x="157658" y="4808"/>
                  </a:lnTo>
                  <a:lnTo>
                    <a:pt x="155781" y="6812"/>
                  </a:lnTo>
                  <a:lnTo>
                    <a:pt x="157658" y="9417"/>
                  </a:lnTo>
                  <a:lnTo>
                    <a:pt x="157658" y="11821"/>
                  </a:lnTo>
                  <a:lnTo>
                    <a:pt x="160098" y="14225"/>
                  </a:lnTo>
                  <a:lnTo>
                    <a:pt x="207395" y="14225"/>
                  </a:lnTo>
                  <a:lnTo>
                    <a:pt x="209835" y="11821"/>
                  </a:lnTo>
                  <a:lnTo>
                    <a:pt x="212088" y="9417"/>
                  </a:lnTo>
                  <a:lnTo>
                    <a:pt x="212088" y="4808"/>
                  </a:lnTo>
                  <a:lnTo>
                    <a:pt x="209835" y="2404"/>
                  </a:lnTo>
                  <a:lnTo>
                    <a:pt x="207395" y="0"/>
                  </a:lnTo>
                  <a:close/>
                </a:path>
              </a:pathLst>
            </a:custGeom>
            <a:solidFill>
              <a:srgbClr val="000000"/>
            </a:solidFill>
          </p:spPr>
          <p:txBody>
            <a:bodyPr wrap="square" lIns="0" tIns="0" rIns="0" bIns="0" rtlCol="0"/>
            <a:lstStyle/>
            <a:p/>
          </p:txBody>
        </p:sp>
        <p:sp>
          <p:nvSpPr>
            <p:cNvPr id="45" name="object 45" descr=""/>
            <p:cNvSpPr/>
            <p:nvPr/>
          </p:nvSpPr>
          <p:spPr>
            <a:xfrm>
              <a:off x="7921830" y="1925122"/>
              <a:ext cx="212090" cy="14604"/>
            </a:xfrm>
            <a:custGeom>
              <a:avLst/>
              <a:gdLst/>
              <a:ahLst/>
              <a:cxnLst/>
              <a:rect l="l" t="t" r="r" b="b"/>
              <a:pathLst>
                <a:path w="212090" h="14605">
                  <a:moveTo>
                    <a:pt x="9009" y="0"/>
                  </a:moveTo>
                  <a:lnTo>
                    <a:pt x="49362" y="0"/>
                  </a:lnTo>
                  <a:lnTo>
                    <a:pt x="56306" y="9417"/>
                  </a:lnTo>
                  <a:lnTo>
                    <a:pt x="54054" y="11821"/>
                  </a:lnTo>
                  <a:lnTo>
                    <a:pt x="51614" y="14225"/>
                  </a:lnTo>
                  <a:lnTo>
                    <a:pt x="49362" y="14225"/>
                  </a:lnTo>
                  <a:lnTo>
                    <a:pt x="9009" y="14225"/>
                  </a:lnTo>
                  <a:lnTo>
                    <a:pt x="4316" y="14225"/>
                  </a:lnTo>
                  <a:lnTo>
                    <a:pt x="2439" y="11821"/>
                  </a:lnTo>
                  <a:lnTo>
                    <a:pt x="2439" y="9417"/>
                  </a:lnTo>
                  <a:lnTo>
                    <a:pt x="0" y="6812"/>
                  </a:lnTo>
                  <a:lnTo>
                    <a:pt x="2439" y="4808"/>
                  </a:lnTo>
                  <a:lnTo>
                    <a:pt x="2439" y="2404"/>
                  </a:lnTo>
                  <a:lnTo>
                    <a:pt x="4316" y="0"/>
                  </a:lnTo>
                  <a:lnTo>
                    <a:pt x="9009" y="0"/>
                  </a:lnTo>
                  <a:close/>
                </a:path>
                <a:path w="212090" h="14605">
                  <a:moveTo>
                    <a:pt x="106044" y="0"/>
                  </a:moveTo>
                  <a:lnTo>
                    <a:pt x="110360" y="0"/>
                  </a:lnTo>
                  <a:lnTo>
                    <a:pt x="112613" y="2404"/>
                  </a:lnTo>
                  <a:lnTo>
                    <a:pt x="112613" y="4808"/>
                  </a:lnTo>
                  <a:lnTo>
                    <a:pt x="114865" y="6812"/>
                  </a:lnTo>
                  <a:lnTo>
                    <a:pt x="112613" y="9417"/>
                  </a:lnTo>
                  <a:lnTo>
                    <a:pt x="112613" y="11821"/>
                  </a:lnTo>
                  <a:lnTo>
                    <a:pt x="110360" y="14225"/>
                  </a:lnTo>
                  <a:lnTo>
                    <a:pt x="106044" y="14225"/>
                  </a:lnTo>
                  <a:lnTo>
                    <a:pt x="103791" y="14225"/>
                  </a:lnTo>
                  <a:lnTo>
                    <a:pt x="101351" y="11821"/>
                  </a:lnTo>
                  <a:lnTo>
                    <a:pt x="99099" y="9417"/>
                  </a:lnTo>
                  <a:lnTo>
                    <a:pt x="99099" y="6812"/>
                  </a:lnTo>
                  <a:lnTo>
                    <a:pt x="99099" y="4808"/>
                  </a:lnTo>
                  <a:lnTo>
                    <a:pt x="101351" y="2404"/>
                  </a:lnTo>
                  <a:lnTo>
                    <a:pt x="103791" y="0"/>
                  </a:lnTo>
                  <a:lnTo>
                    <a:pt x="106044" y="0"/>
                  </a:lnTo>
                  <a:close/>
                </a:path>
                <a:path w="212090" h="14605">
                  <a:moveTo>
                    <a:pt x="162350" y="0"/>
                  </a:moveTo>
                  <a:lnTo>
                    <a:pt x="205143" y="0"/>
                  </a:lnTo>
                  <a:lnTo>
                    <a:pt x="212088" y="9417"/>
                  </a:lnTo>
                  <a:lnTo>
                    <a:pt x="209835" y="11821"/>
                  </a:lnTo>
                  <a:lnTo>
                    <a:pt x="207395" y="14225"/>
                  </a:lnTo>
                  <a:lnTo>
                    <a:pt x="205143" y="14225"/>
                  </a:lnTo>
                  <a:lnTo>
                    <a:pt x="162350" y="14225"/>
                  </a:lnTo>
                  <a:lnTo>
                    <a:pt x="160098" y="14225"/>
                  </a:lnTo>
                  <a:lnTo>
                    <a:pt x="157658" y="11821"/>
                  </a:lnTo>
                  <a:lnTo>
                    <a:pt x="157658" y="9417"/>
                  </a:lnTo>
                  <a:lnTo>
                    <a:pt x="155781" y="6812"/>
                  </a:lnTo>
                  <a:lnTo>
                    <a:pt x="157658" y="4808"/>
                  </a:lnTo>
                  <a:lnTo>
                    <a:pt x="157658" y="2404"/>
                  </a:lnTo>
                  <a:lnTo>
                    <a:pt x="160098" y="0"/>
                  </a:lnTo>
                  <a:lnTo>
                    <a:pt x="162350" y="0"/>
                  </a:lnTo>
                  <a:close/>
                </a:path>
              </a:pathLst>
            </a:custGeom>
            <a:ln w="3175">
              <a:solidFill>
                <a:srgbClr val="000000"/>
              </a:solidFill>
            </a:ln>
          </p:spPr>
          <p:txBody>
            <a:bodyPr wrap="square" lIns="0" tIns="0" rIns="0" bIns="0" rtlCol="0"/>
            <a:lstStyle/>
            <a:p/>
          </p:txBody>
        </p:sp>
        <p:sp>
          <p:nvSpPr>
            <p:cNvPr id="46" name="object 46" descr=""/>
            <p:cNvSpPr/>
            <p:nvPr/>
          </p:nvSpPr>
          <p:spPr>
            <a:xfrm>
              <a:off x="4334161" y="1618162"/>
              <a:ext cx="2921635" cy="374015"/>
            </a:xfrm>
            <a:custGeom>
              <a:avLst/>
              <a:gdLst/>
              <a:ahLst/>
              <a:cxnLst/>
              <a:rect l="l" t="t" r="r" b="b"/>
              <a:pathLst>
                <a:path w="2921634" h="374014">
                  <a:moveTo>
                    <a:pt x="0" y="125428"/>
                  </a:moveTo>
                  <a:lnTo>
                    <a:pt x="0" y="0"/>
                  </a:lnTo>
                </a:path>
                <a:path w="2921634" h="374014">
                  <a:moveTo>
                    <a:pt x="0" y="0"/>
                  </a:moveTo>
                  <a:lnTo>
                    <a:pt x="119557" y="0"/>
                  </a:lnTo>
                </a:path>
                <a:path w="2921634" h="374014">
                  <a:moveTo>
                    <a:pt x="2132143" y="125428"/>
                  </a:moveTo>
                  <a:lnTo>
                    <a:pt x="2132143" y="373681"/>
                  </a:lnTo>
                </a:path>
                <a:path w="2921634" h="374014">
                  <a:moveTo>
                    <a:pt x="2132143" y="373681"/>
                  </a:moveTo>
                  <a:lnTo>
                    <a:pt x="2804444" y="373681"/>
                  </a:lnTo>
                </a:path>
                <a:path w="2921634" h="374014">
                  <a:moveTo>
                    <a:pt x="2804444" y="373681"/>
                  </a:moveTo>
                  <a:lnTo>
                    <a:pt x="2804444" y="188343"/>
                  </a:lnTo>
                </a:path>
                <a:path w="2921634" h="374014">
                  <a:moveTo>
                    <a:pt x="2804444" y="188343"/>
                  </a:moveTo>
                  <a:lnTo>
                    <a:pt x="2921561" y="188343"/>
                  </a:lnTo>
                </a:path>
              </a:pathLst>
            </a:custGeom>
            <a:ln w="13937">
              <a:solidFill>
                <a:srgbClr val="000000"/>
              </a:solidFill>
            </a:ln>
          </p:spPr>
          <p:txBody>
            <a:bodyPr wrap="square" lIns="0" tIns="0" rIns="0" bIns="0" rtlCol="0"/>
            <a:lstStyle/>
            <a:p/>
          </p:txBody>
        </p:sp>
        <p:pic>
          <p:nvPicPr>
            <p:cNvPr id="47" name="object 47" descr=""/>
            <p:cNvPicPr/>
            <p:nvPr/>
          </p:nvPicPr>
          <p:blipFill>
            <a:blip r:embed="rId3" cstate="print"/>
            <a:stretch>
              <a:fillRect/>
            </a:stretch>
          </p:blipFill>
          <p:spPr>
            <a:xfrm>
              <a:off x="5123580" y="1366864"/>
              <a:ext cx="198518" cy="810717"/>
            </a:xfrm>
            <a:prstGeom prst="rect">
              <a:avLst/>
            </a:prstGeom>
          </p:spPr>
        </p:pic>
        <p:sp>
          <p:nvSpPr>
            <p:cNvPr id="48" name="object 48" descr=""/>
            <p:cNvSpPr/>
            <p:nvPr/>
          </p:nvSpPr>
          <p:spPr>
            <a:xfrm>
              <a:off x="5123580" y="1369469"/>
              <a:ext cx="198755" cy="810895"/>
            </a:xfrm>
            <a:custGeom>
              <a:avLst/>
              <a:gdLst/>
              <a:ahLst/>
              <a:cxnLst/>
              <a:rect l="l" t="t" r="r" b="b"/>
              <a:pathLst>
                <a:path w="198754" h="810894">
                  <a:moveTo>
                    <a:pt x="0" y="810717"/>
                  </a:moveTo>
                  <a:lnTo>
                    <a:pt x="198518" y="810717"/>
                  </a:lnTo>
                  <a:lnTo>
                    <a:pt x="198518" y="0"/>
                  </a:lnTo>
                  <a:lnTo>
                    <a:pt x="0" y="0"/>
                  </a:lnTo>
                  <a:lnTo>
                    <a:pt x="0" y="810717"/>
                  </a:lnTo>
                  <a:close/>
                </a:path>
              </a:pathLst>
            </a:custGeom>
            <a:ln w="13533">
              <a:solidFill>
                <a:srgbClr val="000000"/>
              </a:solidFill>
            </a:ln>
          </p:spPr>
          <p:txBody>
            <a:bodyPr wrap="square" lIns="0" tIns="0" rIns="0" bIns="0" rtlCol="0"/>
            <a:lstStyle/>
            <a:p/>
          </p:txBody>
        </p:sp>
        <p:pic>
          <p:nvPicPr>
            <p:cNvPr id="49" name="object 49" descr=""/>
            <p:cNvPicPr/>
            <p:nvPr/>
          </p:nvPicPr>
          <p:blipFill>
            <a:blip r:embed="rId2" cstate="print"/>
            <a:stretch>
              <a:fillRect/>
            </a:stretch>
          </p:blipFill>
          <p:spPr>
            <a:xfrm>
              <a:off x="4056570" y="1366864"/>
              <a:ext cx="198518" cy="810717"/>
            </a:xfrm>
            <a:prstGeom prst="rect">
              <a:avLst/>
            </a:prstGeom>
          </p:spPr>
        </p:pic>
        <p:sp>
          <p:nvSpPr>
            <p:cNvPr id="50" name="object 50" descr=""/>
            <p:cNvSpPr/>
            <p:nvPr/>
          </p:nvSpPr>
          <p:spPr>
            <a:xfrm>
              <a:off x="4059010" y="1369469"/>
              <a:ext cx="196215" cy="810895"/>
            </a:xfrm>
            <a:custGeom>
              <a:avLst/>
              <a:gdLst/>
              <a:ahLst/>
              <a:cxnLst/>
              <a:rect l="l" t="t" r="r" b="b"/>
              <a:pathLst>
                <a:path w="196214" h="810894">
                  <a:moveTo>
                    <a:pt x="0" y="810717"/>
                  </a:moveTo>
                  <a:lnTo>
                    <a:pt x="196190" y="810717"/>
                  </a:lnTo>
                  <a:lnTo>
                    <a:pt x="196190" y="0"/>
                  </a:lnTo>
                  <a:lnTo>
                    <a:pt x="0" y="0"/>
                  </a:lnTo>
                  <a:lnTo>
                    <a:pt x="0" y="810717"/>
                  </a:lnTo>
                  <a:close/>
                </a:path>
              </a:pathLst>
            </a:custGeom>
            <a:ln w="13532">
              <a:solidFill>
                <a:srgbClr val="000000"/>
              </a:solidFill>
            </a:ln>
          </p:spPr>
          <p:txBody>
            <a:bodyPr wrap="square" lIns="0" tIns="0" rIns="0" bIns="0" rtlCol="0"/>
            <a:lstStyle/>
            <a:p/>
          </p:txBody>
        </p:sp>
        <p:pic>
          <p:nvPicPr>
            <p:cNvPr id="51" name="object 51" descr=""/>
            <p:cNvPicPr/>
            <p:nvPr/>
          </p:nvPicPr>
          <p:blipFill>
            <a:blip r:embed="rId3" cstate="print"/>
            <a:stretch>
              <a:fillRect/>
            </a:stretch>
          </p:blipFill>
          <p:spPr>
            <a:xfrm>
              <a:off x="7255723" y="1366864"/>
              <a:ext cx="198518" cy="810717"/>
            </a:xfrm>
            <a:prstGeom prst="rect">
              <a:avLst/>
            </a:prstGeom>
          </p:spPr>
        </p:pic>
        <p:sp>
          <p:nvSpPr>
            <p:cNvPr id="52" name="object 52" descr=""/>
            <p:cNvSpPr/>
            <p:nvPr/>
          </p:nvSpPr>
          <p:spPr>
            <a:xfrm>
              <a:off x="6229254" y="1369469"/>
              <a:ext cx="1225550" cy="1440815"/>
            </a:xfrm>
            <a:custGeom>
              <a:avLst/>
              <a:gdLst/>
              <a:ahLst/>
              <a:cxnLst/>
              <a:rect l="l" t="t" r="r" b="b"/>
              <a:pathLst>
                <a:path w="1225550" h="1440814">
                  <a:moveTo>
                    <a:pt x="1026469" y="810717"/>
                  </a:moveTo>
                  <a:lnTo>
                    <a:pt x="1224987" y="810717"/>
                  </a:lnTo>
                  <a:lnTo>
                    <a:pt x="1224987" y="0"/>
                  </a:lnTo>
                  <a:lnTo>
                    <a:pt x="1026469" y="0"/>
                  </a:lnTo>
                  <a:lnTo>
                    <a:pt x="1026469" y="810717"/>
                  </a:lnTo>
                  <a:close/>
                </a:path>
                <a:path w="1225550" h="1440814">
                  <a:moveTo>
                    <a:pt x="0" y="1440465"/>
                  </a:moveTo>
                  <a:lnTo>
                    <a:pt x="435625" y="1440465"/>
                  </a:lnTo>
                </a:path>
                <a:path w="1225550" h="1440814">
                  <a:moveTo>
                    <a:pt x="40353" y="1131502"/>
                  </a:moveTo>
                  <a:lnTo>
                    <a:pt x="435625" y="1122085"/>
                  </a:lnTo>
                </a:path>
              </a:pathLst>
            </a:custGeom>
            <a:ln w="13937">
              <a:solidFill>
                <a:srgbClr val="000000"/>
              </a:solidFill>
            </a:ln>
          </p:spPr>
          <p:txBody>
            <a:bodyPr wrap="square" lIns="0" tIns="0" rIns="0" bIns="0" rtlCol="0"/>
            <a:lstStyle/>
            <a:p/>
          </p:txBody>
        </p:sp>
      </p:grpSp>
      <p:sp>
        <p:nvSpPr>
          <p:cNvPr id="53" name="object 53" descr=""/>
          <p:cNvSpPr txBox="1"/>
          <p:nvPr/>
        </p:nvSpPr>
        <p:spPr>
          <a:xfrm>
            <a:off x="4453719" y="2428800"/>
            <a:ext cx="474345" cy="374015"/>
          </a:xfrm>
          <a:prstGeom prst="rect">
            <a:avLst/>
          </a:prstGeom>
          <a:ln w="14071">
            <a:solidFill>
              <a:srgbClr val="000000"/>
            </a:solidFill>
          </a:ln>
        </p:spPr>
        <p:txBody>
          <a:bodyPr wrap="square" lIns="0" tIns="80010" rIns="0" bIns="0" rtlCol="0" vert="horz">
            <a:spAutoFit/>
          </a:bodyPr>
          <a:lstStyle/>
          <a:p>
            <a:pPr marL="135255">
              <a:lnSpc>
                <a:spcPct val="100000"/>
              </a:lnSpc>
              <a:spcBef>
                <a:spcPts val="630"/>
              </a:spcBef>
            </a:pPr>
            <a:r>
              <a:rPr dirty="0" sz="1400" spc="-25">
                <a:latin typeface="Times New Roman"/>
                <a:cs typeface="Times New Roman"/>
              </a:rPr>
              <a:t>IM</a:t>
            </a:r>
            <a:endParaRPr sz="1400">
              <a:latin typeface="Times New Roman"/>
              <a:cs typeface="Times New Roman"/>
            </a:endParaRPr>
          </a:p>
        </p:txBody>
      </p:sp>
      <p:sp>
        <p:nvSpPr>
          <p:cNvPr id="54" name="object 54" descr=""/>
          <p:cNvSpPr txBox="1"/>
          <p:nvPr/>
        </p:nvSpPr>
        <p:spPr>
          <a:xfrm>
            <a:off x="5602812" y="2478135"/>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sp>
        <p:nvSpPr>
          <p:cNvPr id="55" name="object 55" descr=""/>
          <p:cNvSpPr/>
          <p:nvPr/>
        </p:nvSpPr>
        <p:spPr>
          <a:xfrm>
            <a:off x="6664880" y="2240497"/>
            <a:ext cx="0" cy="232410"/>
          </a:xfrm>
          <a:custGeom>
            <a:avLst/>
            <a:gdLst/>
            <a:ahLst/>
            <a:cxnLst/>
            <a:rect l="l" t="t" r="r" b="b"/>
            <a:pathLst>
              <a:path w="0" h="232410">
                <a:moveTo>
                  <a:pt x="0" y="0"/>
                </a:moveTo>
                <a:lnTo>
                  <a:pt x="0" y="231822"/>
                </a:lnTo>
              </a:path>
            </a:pathLst>
          </a:custGeom>
          <a:ln w="13482">
            <a:solidFill>
              <a:srgbClr val="000000"/>
            </a:solidFill>
          </a:ln>
        </p:spPr>
        <p:txBody>
          <a:bodyPr wrap="square" lIns="0" tIns="0" rIns="0" bIns="0" rtlCol="0"/>
          <a:lstStyle/>
          <a:p/>
        </p:txBody>
      </p:sp>
      <p:sp>
        <p:nvSpPr>
          <p:cNvPr id="56" name="object 56" descr=""/>
          <p:cNvSpPr/>
          <p:nvPr/>
        </p:nvSpPr>
        <p:spPr>
          <a:xfrm>
            <a:off x="6664880" y="2240497"/>
            <a:ext cx="315595" cy="810895"/>
          </a:xfrm>
          <a:custGeom>
            <a:avLst/>
            <a:gdLst/>
            <a:ahLst/>
            <a:cxnLst/>
            <a:rect l="l" t="t" r="r" b="b"/>
            <a:pathLst>
              <a:path w="315595" h="810894">
                <a:moveTo>
                  <a:pt x="315504" y="175920"/>
                </a:moveTo>
                <a:lnTo>
                  <a:pt x="315504" y="637161"/>
                </a:lnTo>
              </a:path>
              <a:path w="315595" h="810894">
                <a:moveTo>
                  <a:pt x="0" y="0"/>
                </a:moveTo>
                <a:lnTo>
                  <a:pt x="315504" y="175920"/>
                </a:lnTo>
              </a:path>
              <a:path w="315595" h="810894">
                <a:moveTo>
                  <a:pt x="315504" y="637161"/>
                </a:moveTo>
                <a:lnTo>
                  <a:pt x="0" y="810677"/>
                </a:lnTo>
              </a:path>
              <a:path w="315595" h="810894">
                <a:moveTo>
                  <a:pt x="0" y="578855"/>
                </a:moveTo>
                <a:lnTo>
                  <a:pt x="0" y="810677"/>
                </a:lnTo>
              </a:path>
              <a:path w="315595" h="810894">
                <a:moveTo>
                  <a:pt x="0" y="231822"/>
                </a:moveTo>
                <a:lnTo>
                  <a:pt x="94219" y="405338"/>
                </a:lnTo>
              </a:path>
              <a:path w="315595" h="810894">
                <a:moveTo>
                  <a:pt x="94219" y="405338"/>
                </a:moveTo>
                <a:lnTo>
                  <a:pt x="0" y="578855"/>
                </a:lnTo>
              </a:path>
            </a:pathLst>
          </a:custGeom>
          <a:ln w="13937">
            <a:solidFill>
              <a:srgbClr val="000000"/>
            </a:solidFill>
          </a:ln>
        </p:spPr>
        <p:txBody>
          <a:bodyPr wrap="square" lIns="0" tIns="0" rIns="0" bIns="0" rtlCol="0"/>
          <a:lstStyle/>
          <a:p/>
        </p:txBody>
      </p:sp>
      <p:sp>
        <p:nvSpPr>
          <p:cNvPr id="57" name="object 57" descr=""/>
          <p:cNvSpPr txBox="1"/>
          <p:nvPr/>
        </p:nvSpPr>
        <p:spPr>
          <a:xfrm>
            <a:off x="6732490" y="2427962"/>
            <a:ext cx="213995" cy="399415"/>
          </a:xfrm>
          <a:prstGeom prst="rect">
            <a:avLst/>
          </a:prstGeom>
        </p:spPr>
        <p:txBody>
          <a:bodyPr wrap="square" lIns="0" tIns="0" rIns="0" bIns="0" rtlCol="0" vert="vert">
            <a:spAutoFit/>
          </a:bodyPr>
          <a:lstStyle/>
          <a:p>
            <a:pPr marL="12700">
              <a:lnSpc>
                <a:spcPts val="1555"/>
              </a:lnSpc>
            </a:pPr>
            <a:r>
              <a:rPr dirty="0" sz="1300" spc="55">
                <a:latin typeface="Times New Roman"/>
                <a:cs typeface="Times New Roman"/>
              </a:rPr>
              <a:t>ALU</a:t>
            </a:r>
            <a:endParaRPr sz="1300">
              <a:latin typeface="Times New Roman"/>
              <a:cs typeface="Times New Roman"/>
            </a:endParaRPr>
          </a:p>
        </p:txBody>
      </p:sp>
      <p:sp>
        <p:nvSpPr>
          <p:cNvPr id="58" name="object 58" descr=""/>
          <p:cNvSpPr txBox="1"/>
          <p:nvPr/>
        </p:nvSpPr>
        <p:spPr>
          <a:xfrm>
            <a:off x="7775308" y="2478135"/>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40">
                <a:latin typeface="Times New Roman"/>
                <a:cs typeface="Times New Roman"/>
              </a:rPr>
              <a:t>DM</a:t>
            </a:r>
            <a:endParaRPr sz="1400">
              <a:latin typeface="Times New Roman"/>
              <a:cs typeface="Times New Roman"/>
            </a:endParaRPr>
          </a:p>
        </p:txBody>
      </p:sp>
      <p:sp>
        <p:nvSpPr>
          <p:cNvPr id="59" name="object 59" descr=""/>
          <p:cNvSpPr txBox="1"/>
          <p:nvPr/>
        </p:nvSpPr>
        <p:spPr>
          <a:xfrm>
            <a:off x="8801777" y="2478135"/>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grpSp>
        <p:nvGrpSpPr>
          <p:cNvPr id="60" name="object 60" descr=""/>
          <p:cNvGrpSpPr/>
          <p:nvPr/>
        </p:nvGrpSpPr>
        <p:grpSpPr>
          <a:xfrm>
            <a:off x="4920143" y="2233472"/>
            <a:ext cx="4282440" cy="1457325"/>
            <a:chOff x="4920143" y="2233472"/>
            <a:chExt cx="4282440" cy="1457325"/>
          </a:xfrm>
        </p:grpSpPr>
        <p:sp>
          <p:nvSpPr>
            <p:cNvPr id="61" name="object 61" descr=""/>
            <p:cNvSpPr/>
            <p:nvPr/>
          </p:nvSpPr>
          <p:spPr>
            <a:xfrm>
              <a:off x="4927445" y="2428840"/>
              <a:ext cx="1263650" cy="374015"/>
            </a:xfrm>
            <a:custGeom>
              <a:avLst/>
              <a:gdLst/>
              <a:ahLst/>
              <a:cxnLst/>
              <a:rect l="l" t="t" r="r" b="b"/>
              <a:pathLst>
                <a:path w="1263650" h="374014">
                  <a:moveTo>
                    <a:pt x="0" y="185738"/>
                  </a:moveTo>
                  <a:lnTo>
                    <a:pt x="196134" y="185738"/>
                  </a:lnTo>
                </a:path>
                <a:path w="1263650" h="374014">
                  <a:moveTo>
                    <a:pt x="394709" y="185738"/>
                  </a:moveTo>
                  <a:lnTo>
                    <a:pt x="590843" y="185738"/>
                  </a:lnTo>
                </a:path>
                <a:path w="1263650" h="374014">
                  <a:moveTo>
                    <a:pt x="1064570" y="110601"/>
                  </a:moveTo>
                  <a:lnTo>
                    <a:pt x="1263520" y="110601"/>
                  </a:lnTo>
                </a:path>
                <a:path w="1263650" h="374014">
                  <a:moveTo>
                    <a:pt x="1064570" y="287123"/>
                  </a:moveTo>
                  <a:lnTo>
                    <a:pt x="1263520" y="287123"/>
                  </a:lnTo>
                </a:path>
                <a:path w="1263650" h="374014">
                  <a:moveTo>
                    <a:pt x="827894" y="0"/>
                  </a:moveTo>
                  <a:lnTo>
                    <a:pt x="1064570" y="0"/>
                  </a:lnTo>
                </a:path>
                <a:path w="1263650" h="374014">
                  <a:moveTo>
                    <a:pt x="1064570" y="0"/>
                  </a:moveTo>
                  <a:lnTo>
                    <a:pt x="1064570" y="373681"/>
                  </a:lnTo>
                </a:path>
                <a:path w="1263650" h="374014">
                  <a:moveTo>
                    <a:pt x="827894" y="373681"/>
                  </a:moveTo>
                  <a:lnTo>
                    <a:pt x="1064570" y="373681"/>
                  </a:lnTo>
                </a:path>
              </a:pathLst>
            </a:custGeom>
            <a:ln w="13937">
              <a:solidFill>
                <a:srgbClr val="000000"/>
              </a:solidFill>
            </a:ln>
          </p:spPr>
          <p:txBody>
            <a:bodyPr wrap="square" lIns="0" tIns="0" rIns="0" bIns="0" rtlCol="0"/>
            <a:lstStyle/>
            <a:p/>
          </p:txBody>
        </p:sp>
        <p:sp>
          <p:nvSpPr>
            <p:cNvPr id="62" name="object 62" descr=""/>
            <p:cNvSpPr/>
            <p:nvPr/>
          </p:nvSpPr>
          <p:spPr>
            <a:xfrm>
              <a:off x="5514535" y="2424432"/>
              <a:ext cx="268605" cy="14604"/>
            </a:xfrm>
            <a:custGeom>
              <a:avLst/>
              <a:gdLst/>
              <a:ahLst/>
              <a:cxnLst/>
              <a:rect l="l" t="t" r="r" b="b"/>
              <a:pathLst>
                <a:path w="268604" h="14605">
                  <a:moveTo>
                    <a:pt x="51614" y="0"/>
                  </a:moveTo>
                  <a:lnTo>
                    <a:pt x="4692" y="0"/>
                  </a:lnTo>
                  <a:lnTo>
                    <a:pt x="2439" y="2404"/>
                  </a:lnTo>
                  <a:lnTo>
                    <a:pt x="0" y="4808"/>
                  </a:lnTo>
                  <a:lnTo>
                    <a:pt x="0" y="9817"/>
                  </a:lnTo>
                  <a:lnTo>
                    <a:pt x="2439" y="12222"/>
                  </a:lnTo>
                  <a:lnTo>
                    <a:pt x="4692" y="14225"/>
                  </a:lnTo>
                  <a:lnTo>
                    <a:pt x="51614" y="14225"/>
                  </a:lnTo>
                  <a:lnTo>
                    <a:pt x="54054" y="12222"/>
                  </a:lnTo>
                  <a:lnTo>
                    <a:pt x="56306" y="9817"/>
                  </a:lnTo>
                  <a:lnTo>
                    <a:pt x="56306" y="4808"/>
                  </a:lnTo>
                  <a:lnTo>
                    <a:pt x="54054" y="2404"/>
                  </a:lnTo>
                  <a:lnTo>
                    <a:pt x="51614" y="0"/>
                  </a:lnTo>
                  <a:close/>
                </a:path>
                <a:path w="268604" h="14605">
                  <a:moveTo>
                    <a:pt x="108484" y="0"/>
                  </a:moveTo>
                  <a:lnTo>
                    <a:pt x="103791" y="0"/>
                  </a:lnTo>
                  <a:lnTo>
                    <a:pt x="101351" y="2404"/>
                  </a:lnTo>
                  <a:lnTo>
                    <a:pt x="99099" y="4808"/>
                  </a:lnTo>
                  <a:lnTo>
                    <a:pt x="99099" y="9817"/>
                  </a:lnTo>
                  <a:lnTo>
                    <a:pt x="101351" y="12222"/>
                  </a:lnTo>
                  <a:lnTo>
                    <a:pt x="103791" y="14225"/>
                  </a:lnTo>
                  <a:lnTo>
                    <a:pt x="108484" y="14225"/>
                  </a:lnTo>
                  <a:lnTo>
                    <a:pt x="110736" y="12222"/>
                  </a:lnTo>
                  <a:lnTo>
                    <a:pt x="112613" y="9817"/>
                  </a:lnTo>
                  <a:lnTo>
                    <a:pt x="112613" y="4808"/>
                  </a:lnTo>
                  <a:lnTo>
                    <a:pt x="110736" y="2404"/>
                  </a:lnTo>
                  <a:lnTo>
                    <a:pt x="108484" y="0"/>
                  </a:lnTo>
                  <a:close/>
                </a:path>
                <a:path w="268604" h="14605">
                  <a:moveTo>
                    <a:pt x="207395" y="0"/>
                  </a:moveTo>
                  <a:lnTo>
                    <a:pt x="159910" y="0"/>
                  </a:lnTo>
                  <a:lnTo>
                    <a:pt x="158221" y="2404"/>
                  </a:lnTo>
                  <a:lnTo>
                    <a:pt x="155781" y="4808"/>
                  </a:lnTo>
                  <a:lnTo>
                    <a:pt x="155781" y="9817"/>
                  </a:lnTo>
                  <a:lnTo>
                    <a:pt x="158221" y="12222"/>
                  </a:lnTo>
                  <a:lnTo>
                    <a:pt x="159910" y="14225"/>
                  </a:lnTo>
                  <a:lnTo>
                    <a:pt x="207395" y="14225"/>
                  </a:lnTo>
                  <a:lnTo>
                    <a:pt x="209835" y="12222"/>
                  </a:lnTo>
                  <a:lnTo>
                    <a:pt x="209835" y="9817"/>
                  </a:lnTo>
                  <a:lnTo>
                    <a:pt x="212088" y="7413"/>
                  </a:lnTo>
                  <a:lnTo>
                    <a:pt x="209835" y="4808"/>
                  </a:lnTo>
                  <a:lnTo>
                    <a:pt x="209835" y="2404"/>
                  </a:lnTo>
                  <a:lnTo>
                    <a:pt x="207395" y="0"/>
                  </a:lnTo>
                  <a:close/>
                </a:path>
                <a:path w="268604" h="14605">
                  <a:moveTo>
                    <a:pt x="264077" y="0"/>
                  </a:moveTo>
                  <a:lnTo>
                    <a:pt x="257133" y="0"/>
                  </a:lnTo>
                  <a:lnTo>
                    <a:pt x="254881" y="2404"/>
                  </a:lnTo>
                  <a:lnTo>
                    <a:pt x="254881" y="4808"/>
                  </a:lnTo>
                  <a:lnTo>
                    <a:pt x="252441" y="7413"/>
                  </a:lnTo>
                  <a:lnTo>
                    <a:pt x="254881" y="9817"/>
                  </a:lnTo>
                  <a:lnTo>
                    <a:pt x="254881" y="12222"/>
                  </a:lnTo>
                  <a:lnTo>
                    <a:pt x="257133" y="14225"/>
                  </a:lnTo>
                  <a:lnTo>
                    <a:pt x="264077" y="14225"/>
                  </a:lnTo>
                  <a:lnTo>
                    <a:pt x="265954" y="12222"/>
                  </a:lnTo>
                  <a:lnTo>
                    <a:pt x="265954" y="9817"/>
                  </a:lnTo>
                  <a:lnTo>
                    <a:pt x="268394" y="7413"/>
                  </a:lnTo>
                  <a:lnTo>
                    <a:pt x="265954" y="4808"/>
                  </a:lnTo>
                  <a:lnTo>
                    <a:pt x="265954" y="2404"/>
                  </a:lnTo>
                  <a:lnTo>
                    <a:pt x="264077" y="0"/>
                  </a:lnTo>
                  <a:close/>
                </a:path>
              </a:pathLst>
            </a:custGeom>
            <a:solidFill>
              <a:srgbClr val="000000"/>
            </a:solidFill>
          </p:spPr>
          <p:txBody>
            <a:bodyPr wrap="square" lIns="0" tIns="0" rIns="0" bIns="0" rtlCol="0"/>
            <a:lstStyle/>
            <a:p/>
          </p:txBody>
        </p:sp>
        <p:sp>
          <p:nvSpPr>
            <p:cNvPr id="63" name="object 63" descr=""/>
            <p:cNvSpPr/>
            <p:nvPr/>
          </p:nvSpPr>
          <p:spPr>
            <a:xfrm>
              <a:off x="5514535" y="2424432"/>
              <a:ext cx="268605" cy="14604"/>
            </a:xfrm>
            <a:custGeom>
              <a:avLst/>
              <a:gdLst/>
              <a:ahLst/>
              <a:cxnLst/>
              <a:rect l="l" t="t" r="r" b="b"/>
              <a:pathLst>
                <a:path w="268604" h="14605">
                  <a:moveTo>
                    <a:pt x="6569" y="0"/>
                  </a:moveTo>
                  <a:lnTo>
                    <a:pt x="49737" y="0"/>
                  </a:lnTo>
                  <a:lnTo>
                    <a:pt x="51614" y="0"/>
                  </a:lnTo>
                  <a:lnTo>
                    <a:pt x="54054" y="2404"/>
                  </a:lnTo>
                  <a:lnTo>
                    <a:pt x="56306" y="4808"/>
                  </a:lnTo>
                  <a:lnTo>
                    <a:pt x="56306" y="7413"/>
                  </a:lnTo>
                  <a:lnTo>
                    <a:pt x="56306" y="9817"/>
                  </a:lnTo>
                  <a:lnTo>
                    <a:pt x="54054" y="12222"/>
                  </a:lnTo>
                  <a:lnTo>
                    <a:pt x="51614" y="14225"/>
                  </a:lnTo>
                  <a:lnTo>
                    <a:pt x="49737" y="14225"/>
                  </a:lnTo>
                  <a:lnTo>
                    <a:pt x="6569" y="14225"/>
                  </a:lnTo>
                  <a:lnTo>
                    <a:pt x="4692" y="14225"/>
                  </a:lnTo>
                  <a:lnTo>
                    <a:pt x="2439" y="12222"/>
                  </a:lnTo>
                  <a:lnTo>
                    <a:pt x="0" y="9817"/>
                  </a:lnTo>
                  <a:lnTo>
                    <a:pt x="0" y="7413"/>
                  </a:lnTo>
                  <a:lnTo>
                    <a:pt x="0" y="4808"/>
                  </a:lnTo>
                  <a:lnTo>
                    <a:pt x="2439" y="2404"/>
                  </a:lnTo>
                  <a:lnTo>
                    <a:pt x="4692" y="0"/>
                  </a:lnTo>
                  <a:lnTo>
                    <a:pt x="6569" y="0"/>
                  </a:lnTo>
                  <a:close/>
                </a:path>
                <a:path w="268604" h="14605">
                  <a:moveTo>
                    <a:pt x="106044" y="0"/>
                  </a:moveTo>
                  <a:lnTo>
                    <a:pt x="108484" y="0"/>
                  </a:lnTo>
                  <a:lnTo>
                    <a:pt x="110736" y="2404"/>
                  </a:lnTo>
                  <a:lnTo>
                    <a:pt x="112613" y="4808"/>
                  </a:lnTo>
                  <a:lnTo>
                    <a:pt x="112613" y="7413"/>
                  </a:lnTo>
                  <a:lnTo>
                    <a:pt x="112613" y="9817"/>
                  </a:lnTo>
                  <a:lnTo>
                    <a:pt x="110736" y="12222"/>
                  </a:lnTo>
                  <a:lnTo>
                    <a:pt x="108484" y="14225"/>
                  </a:lnTo>
                  <a:lnTo>
                    <a:pt x="106044" y="14225"/>
                  </a:lnTo>
                  <a:lnTo>
                    <a:pt x="103791" y="14225"/>
                  </a:lnTo>
                  <a:lnTo>
                    <a:pt x="101351" y="12222"/>
                  </a:lnTo>
                  <a:lnTo>
                    <a:pt x="99099" y="9817"/>
                  </a:lnTo>
                  <a:lnTo>
                    <a:pt x="99099" y="7413"/>
                  </a:lnTo>
                  <a:lnTo>
                    <a:pt x="99099" y="4808"/>
                  </a:lnTo>
                  <a:lnTo>
                    <a:pt x="101351" y="2404"/>
                  </a:lnTo>
                  <a:lnTo>
                    <a:pt x="103791" y="0"/>
                  </a:lnTo>
                  <a:lnTo>
                    <a:pt x="106044" y="0"/>
                  </a:lnTo>
                  <a:close/>
                </a:path>
                <a:path w="268604" h="14605">
                  <a:moveTo>
                    <a:pt x="162350" y="0"/>
                  </a:moveTo>
                  <a:lnTo>
                    <a:pt x="205143" y="0"/>
                  </a:lnTo>
                  <a:lnTo>
                    <a:pt x="207395" y="0"/>
                  </a:lnTo>
                  <a:lnTo>
                    <a:pt x="209835" y="2404"/>
                  </a:lnTo>
                  <a:lnTo>
                    <a:pt x="209835" y="4808"/>
                  </a:lnTo>
                  <a:lnTo>
                    <a:pt x="212088" y="7413"/>
                  </a:lnTo>
                  <a:lnTo>
                    <a:pt x="209835" y="9817"/>
                  </a:lnTo>
                  <a:lnTo>
                    <a:pt x="209835" y="12222"/>
                  </a:lnTo>
                  <a:lnTo>
                    <a:pt x="207395" y="14225"/>
                  </a:lnTo>
                  <a:lnTo>
                    <a:pt x="205143" y="14225"/>
                  </a:lnTo>
                  <a:lnTo>
                    <a:pt x="162350" y="14225"/>
                  </a:lnTo>
                  <a:lnTo>
                    <a:pt x="159910" y="14225"/>
                  </a:lnTo>
                  <a:lnTo>
                    <a:pt x="158221" y="12222"/>
                  </a:lnTo>
                  <a:lnTo>
                    <a:pt x="155781" y="9817"/>
                  </a:lnTo>
                  <a:lnTo>
                    <a:pt x="155781" y="7413"/>
                  </a:lnTo>
                  <a:lnTo>
                    <a:pt x="155781" y="4808"/>
                  </a:lnTo>
                  <a:lnTo>
                    <a:pt x="158221" y="2404"/>
                  </a:lnTo>
                  <a:lnTo>
                    <a:pt x="159910" y="0"/>
                  </a:lnTo>
                  <a:lnTo>
                    <a:pt x="162350" y="0"/>
                  </a:lnTo>
                  <a:close/>
                </a:path>
                <a:path w="268604" h="14605">
                  <a:moveTo>
                    <a:pt x="261825" y="0"/>
                  </a:moveTo>
                  <a:lnTo>
                    <a:pt x="264077" y="0"/>
                  </a:lnTo>
                  <a:lnTo>
                    <a:pt x="265954" y="2404"/>
                  </a:lnTo>
                  <a:lnTo>
                    <a:pt x="265954" y="4808"/>
                  </a:lnTo>
                  <a:lnTo>
                    <a:pt x="268394" y="7413"/>
                  </a:lnTo>
                  <a:lnTo>
                    <a:pt x="265954" y="9817"/>
                  </a:lnTo>
                  <a:lnTo>
                    <a:pt x="265954" y="12222"/>
                  </a:lnTo>
                  <a:lnTo>
                    <a:pt x="264077" y="14225"/>
                  </a:lnTo>
                  <a:lnTo>
                    <a:pt x="261825" y="14225"/>
                  </a:lnTo>
                  <a:lnTo>
                    <a:pt x="257133" y="14225"/>
                  </a:lnTo>
                  <a:lnTo>
                    <a:pt x="254881" y="12222"/>
                  </a:lnTo>
                  <a:lnTo>
                    <a:pt x="254881" y="9817"/>
                  </a:lnTo>
                  <a:lnTo>
                    <a:pt x="252441" y="7413"/>
                  </a:lnTo>
                  <a:lnTo>
                    <a:pt x="254881" y="4808"/>
                  </a:lnTo>
                  <a:lnTo>
                    <a:pt x="254881" y="2404"/>
                  </a:lnTo>
                  <a:lnTo>
                    <a:pt x="257133" y="0"/>
                  </a:lnTo>
                  <a:lnTo>
                    <a:pt x="261825" y="0"/>
                  </a:lnTo>
                  <a:close/>
                </a:path>
              </a:pathLst>
            </a:custGeom>
            <a:ln w="3175">
              <a:solidFill>
                <a:srgbClr val="000000"/>
              </a:solidFill>
            </a:ln>
          </p:spPr>
          <p:txBody>
            <a:bodyPr wrap="square" lIns="0" tIns="0" rIns="0" bIns="0" rtlCol="0"/>
            <a:lstStyle/>
            <a:p/>
          </p:txBody>
        </p:sp>
        <p:sp>
          <p:nvSpPr>
            <p:cNvPr id="64" name="object 64" descr=""/>
            <p:cNvSpPr/>
            <p:nvPr/>
          </p:nvSpPr>
          <p:spPr>
            <a:xfrm>
              <a:off x="5514535" y="2424432"/>
              <a:ext cx="13970" cy="388620"/>
            </a:xfrm>
            <a:custGeom>
              <a:avLst/>
              <a:gdLst/>
              <a:ahLst/>
              <a:cxnLst/>
              <a:rect l="l" t="t" r="r" b="b"/>
              <a:pathLst>
                <a:path w="13970" h="388619">
                  <a:moveTo>
                    <a:pt x="8821" y="0"/>
                  </a:moveTo>
                  <a:lnTo>
                    <a:pt x="4692" y="0"/>
                  </a:lnTo>
                  <a:lnTo>
                    <a:pt x="2439" y="2404"/>
                  </a:lnTo>
                  <a:lnTo>
                    <a:pt x="0" y="4808"/>
                  </a:lnTo>
                  <a:lnTo>
                    <a:pt x="0" y="55300"/>
                  </a:lnTo>
                  <a:lnTo>
                    <a:pt x="2439" y="57705"/>
                  </a:lnTo>
                  <a:lnTo>
                    <a:pt x="4692" y="60309"/>
                  </a:lnTo>
                  <a:lnTo>
                    <a:pt x="8821" y="60309"/>
                  </a:lnTo>
                  <a:lnTo>
                    <a:pt x="13513" y="55300"/>
                  </a:lnTo>
                  <a:lnTo>
                    <a:pt x="13513" y="4808"/>
                  </a:lnTo>
                  <a:lnTo>
                    <a:pt x="11261" y="2404"/>
                  </a:lnTo>
                  <a:lnTo>
                    <a:pt x="8821" y="0"/>
                  </a:lnTo>
                  <a:close/>
                </a:path>
                <a:path w="13970" h="388619">
                  <a:moveTo>
                    <a:pt x="11261" y="106193"/>
                  </a:moveTo>
                  <a:lnTo>
                    <a:pt x="2439" y="106193"/>
                  </a:lnTo>
                  <a:lnTo>
                    <a:pt x="0" y="108597"/>
                  </a:lnTo>
                  <a:lnTo>
                    <a:pt x="0" y="115610"/>
                  </a:lnTo>
                  <a:lnTo>
                    <a:pt x="2439" y="118015"/>
                  </a:lnTo>
                  <a:lnTo>
                    <a:pt x="4692" y="120619"/>
                  </a:lnTo>
                  <a:lnTo>
                    <a:pt x="8821" y="120619"/>
                  </a:lnTo>
                  <a:lnTo>
                    <a:pt x="13513" y="115610"/>
                  </a:lnTo>
                  <a:lnTo>
                    <a:pt x="13513" y="108597"/>
                  </a:lnTo>
                  <a:lnTo>
                    <a:pt x="11261" y="106193"/>
                  </a:lnTo>
                  <a:close/>
                </a:path>
                <a:path w="13970" h="388619">
                  <a:moveTo>
                    <a:pt x="8821" y="224409"/>
                  </a:moveTo>
                  <a:lnTo>
                    <a:pt x="4692" y="224409"/>
                  </a:lnTo>
                  <a:lnTo>
                    <a:pt x="6569" y="226813"/>
                  </a:lnTo>
                  <a:lnTo>
                    <a:pt x="8821" y="224409"/>
                  </a:lnTo>
                  <a:close/>
                </a:path>
                <a:path w="13970" h="388619">
                  <a:moveTo>
                    <a:pt x="11261" y="166503"/>
                  </a:moveTo>
                  <a:lnTo>
                    <a:pt x="2439" y="166503"/>
                  </a:lnTo>
                  <a:lnTo>
                    <a:pt x="0" y="168907"/>
                  </a:lnTo>
                  <a:lnTo>
                    <a:pt x="0" y="221804"/>
                  </a:lnTo>
                  <a:lnTo>
                    <a:pt x="2439" y="224409"/>
                  </a:lnTo>
                  <a:lnTo>
                    <a:pt x="11261" y="224409"/>
                  </a:lnTo>
                  <a:lnTo>
                    <a:pt x="13513" y="221804"/>
                  </a:lnTo>
                  <a:lnTo>
                    <a:pt x="13513" y="168907"/>
                  </a:lnTo>
                  <a:lnTo>
                    <a:pt x="11261" y="166503"/>
                  </a:lnTo>
                  <a:close/>
                </a:path>
                <a:path w="13970" h="388619">
                  <a:moveTo>
                    <a:pt x="8821" y="284718"/>
                  </a:moveTo>
                  <a:lnTo>
                    <a:pt x="4692" y="284718"/>
                  </a:lnTo>
                  <a:lnTo>
                    <a:pt x="6569" y="287123"/>
                  </a:lnTo>
                  <a:lnTo>
                    <a:pt x="8821" y="284718"/>
                  </a:lnTo>
                  <a:close/>
                </a:path>
                <a:path w="13970" h="388619">
                  <a:moveTo>
                    <a:pt x="11261" y="272697"/>
                  </a:moveTo>
                  <a:lnTo>
                    <a:pt x="2439" y="272697"/>
                  </a:lnTo>
                  <a:lnTo>
                    <a:pt x="0" y="274700"/>
                  </a:lnTo>
                  <a:lnTo>
                    <a:pt x="0" y="282114"/>
                  </a:lnTo>
                  <a:lnTo>
                    <a:pt x="2439" y="284718"/>
                  </a:lnTo>
                  <a:lnTo>
                    <a:pt x="11261" y="284718"/>
                  </a:lnTo>
                  <a:lnTo>
                    <a:pt x="13513" y="282114"/>
                  </a:lnTo>
                  <a:lnTo>
                    <a:pt x="13513" y="274700"/>
                  </a:lnTo>
                  <a:lnTo>
                    <a:pt x="11261" y="272697"/>
                  </a:lnTo>
                  <a:close/>
                </a:path>
                <a:path w="13970" h="388619">
                  <a:moveTo>
                    <a:pt x="6569" y="270292"/>
                  </a:moveTo>
                  <a:lnTo>
                    <a:pt x="4692" y="272697"/>
                  </a:lnTo>
                  <a:lnTo>
                    <a:pt x="8821" y="272697"/>
                  </a:lnTo>
                  <a:lnTo>
                    <a:pt x="6569" y="270292"/>
                  </a:lnTo>
                  <a:close/>
                </a:path>
                <a:path w="13970" h="388619">
                  <a:moveTo>
                    <a:pt x="11261" y="333007"/>
                  </a:moveTo>
                  <a:lnTo>
                    <a:pt x="2439" y="333007"/>
                  </a:lnTo>
                  <a:lnTo>
                    <a:pt x="0" y="335611"/>
                  </a:lnTo>
                  <a:lnTo>
                    <a:pt x="0" y="383499"/>
                  </a:lnTo>
                  <a:lnTo>
                    <a:pt x="2439" y="385903"/>
                  </a:lnTo>
                  <a:lnTo>
                    <a:pt x="4692" y="388508"/>
                  </a:lnTo>
                  <a:lnTo>
                    <a:pt x="8821" y="388508"/>
                  </a:lnTo>
                  <a:lnTo>
                    <a:pt x="13513" y="383499"/>
                  </a:lnTo>
                  <a:lnTo>
                    <a:pt x="13513" y="335611"/>
                  </a:lnTo>
                  <a:lnTo>
                    <a:pt x="11261" y="333007"/>
                  </a:lnTo>
                  <a:close/>
                </a:path>
                <a:path w="13970" h="388619">
                  <a:moveTo>
                    <a:pt x="6569" y="330602"/>
                  </a:moveTo>
                  <a:lnTo>
                    <a:pt x="4692" y="333007"/>
                  </a:lnTo>
                  <a:lnTo>
                    <a:pt x="8821" y="333007"/>
                  </a:lnTo>
                  <a:lnTo>
                    <a:pt x="6569" y="330602"/>
                  </a:lnTo>
                  <a:close/>
                </a:path>
              </a:pathLst>
            </a:custGeom>
            <a:solidFill>
              <a:srgbClr val="000000"/>
            </a:solidFill>
          </p:spPr>
          <p:txBody>
            <a:bodyPr wrap="square" lIns="0" tIns="0" rIns="0" bIns="0" rtlCol="0"/>
            <a:lstStyle/>
            <a:p/>
          </p:txBody>
        </p:sp>
        <p:sp>
          <p:nvSpPr>
            <p:cNvPr id="65" name="object 65" descr=""/>
            <p:cNvSpPr/>
            <p:nvPr/>
          </p:nvSpPr>
          <p:spPr>
            <a:xfrm>
              <a:off x="5514535" y="2424432"/>
              <a:ext cx="13970" cy="388620"/>
            </a:xfrm>
            <a:custGeom>
              <a:avLst/>
              <a:gdLst/>
              <a:ahLst/>
              <a:cxnLst/>
              <a:rect l="l" t="t" r="r" b="b"/>
              <a:pathLst>
                <a:path w="13970" h="388619">
                  <a:moveTo>
                    <a:pt x="13513" y="7413"/>
                  </a:moveTo>
                  <a:lnTo>
                    <a:pt x="13513" y="52896"/>
                  </a:lnTo>
                  <a:lnTo>
                    <a:pt x="13513" y="55300"/>
                  </a:lnTo>
                  <a:lnTo>
                    <a:pt x="11261" y="57705"/>
                  </a:lnTo>
                  <a:lnTo>
                    <a:pt x="8821" y="60309"/>
                  </a:lnTo>
                  <a:lnTo>
                    <a:pt x="6569" y="60309"/>
                  </a:lnTo>
                  <a:lnTo>
                    <a:pt x="4692" y="60309"/>
                  </a:lnTo>
                  <a:lnTo>
                    <a:pt x="2439" y="57705"/>
                  </a:lnTo>
                  <a:lnTo>
                    <a:pt x="0" y="55300"/>
                  </a:lnTo>
                  <a:lnTo>
                    <a:pt x="0" y="52896"/>
                  </a:lnTo>
                  <a:lnTo>
                    <a:pt x="0" y="7413"/>
                  </a:lnTo>
                  <a:lnTo>
                    <a:pt x="0" y="4808"/>
                  </a:lnTo>
                  <a:lnTo>
                    <a:pt x="2439" y="2404"/>
                  </a:lnTo>
                  <a:lnTo>
                    <a:pt x="4692" y="0"/>
                  </a:lnTo>
                  <a:lnTo>
                    <a:pt x="6569" y="0"/>
                  </a:lnTo>
                  <a:lnTo>
                    <a:pt x="8821" y="0"/>
                  </a:lnTo>
                  <a:lnTo>
                    <a:pt x="11261" y="2404"/>
                  </a:lnTo>
                  <a:lnTo>
                    <a:pt x="13513" y="4808"/>
                  </a:lnTo>
                  <a:lnTo>
                    <a:pt x="13513" y="7413"/>
                  </a:lnTo>
                  <a:close/>
                </a:path>
                <a:path w="13970" h="388619">
                  <a:moveTo>
                    <a:pt x="13513" y="113206"/>
                  </a:moveTo>
                  <a:lnTo>
                    <a:pt x="13513" y="115610"/>
                  </a:lnTo>
                  <a:lnTo>
                    <a:pt x="11261" y="118015"/>
                  </a:lnTo>
                  <a:lnTo>
                    <a:pt x="8821" y="120619"/>
                  </a:lnTo>
                  <a:lnTo>
                    <a:pt x="6569" y="120619"/>
                  </a:lnTo>
                  <a:lnTo>
                    <a:pt x="4692" y="120619"/>
                  </a:lnTo>
                  <a:lnTo>
                    <a:pt x="2439" y="118015"/>
                  </a:lnTo>
                  <a:lnTo>
                    <a:pt x="0" y="115610"/>
                  </a:lnTo>
                  <a:lnTo>
                    <a:pt x="0" y="113206"/>
                  </a:lnTo>
                  <a:lnTo>
                    <a:pt x="0" y="108597"/>
                  </a:lnTo>
                  <a:lnTo>
                    <a:pt x="2439" y="106193"/>
                  </a:lnTo>
                  <a:lnTo>
                    <a:pt x="4692" y="106193"/>
                  </a:lnTo>
                  <a:lnTo>
                    <a:pt x="6569" y="106193"/>
                  </a:lnTo>
                  <a:lnTo>
                    <a:pt x="8821" y="106193"/>
                  </a:lnTo>
                  <a:lnTo>
                    <a:pt x="11261" y="106193"/>
                  </a:lnTo>
                  <a:lnTo>
                    <a:pt x="13513" y="108597"/>
                  </a:lnTo>
                  <a:lnTo>
                    <a:pt x="13513" y="113206"/>
                  </a:lnTo>
                  <a:close/>
                </a:path>
                <a:path w="13970" h="388619">
                  <a:moveTo>
                    <a:pt x="13513" y="173917"/>
                  </a:moveTo>
                  <a:lnTo>
                    <a:pt x="13513" y="216995"/>
                  </a:lnTo>
                  <a:lnTo>
                    <a:pt x="13513" y="221804"/>
                  </a:lnTo>
                  <a:lnTo>
                    <a:pt x="11261" y="224409"/>
                  </a:lnTo>
                  <a:lnTo>
                    <a:pt x="8821" y="224409"/>
                  </a:lnTo>
                  <a:lnTo>
                    <a:pt x="6569" y="226813"/>
                  </a:lnTo>
                  <a:lnTo>
                    <a:pt x="4692" y="224409"/>
                  </a:lnTo>
                  <a:lnTo>
                    <a:pt x="2439" y="224409"/>
                  </a:lnTo>
                  <a:lnTo>
                    <a:pt x="0" y="221804"/>
                  </a:lnTo>
                  <a:lnTo>
                    <a:pt x="0" y="216995"/>
                  </a:lnTo>
                  <a:lnTo>
                    <a:pt x="0" y="173917"/>
                  </a:lnTo>
                  <a:lnTo>
                    <a:pt x="0" y="168907"/>
                  </a:lnTo>
                  <a:lnTo>
                    <a:pt x="2439" y="166503"/>
                  </a:lnTo>
                  <a:lnTo>
                    <a:pt x="4692" y="166503"/>
                  </a:lnTo>
                  <a:lnTo>
                    <a:pt x="6569" y="166503"/>
                  </a:lnTo>
                  <a:lnTo>
                    <a:pt x="8821" y="166503"/>
                  </a:lnTo>
                  <a:lnTo>
                    <a:pt x="11261" y="166503"/>
                  </a:lnTo>
                  <a:lnTo>
                    <a:pt x="13513" y="168907"/>
                  </a:lnTo>
                  <a:lnTo>
                    <a:pt x="13513" y="173917"/>
                  </a:lnTo>
                  <a:close/>
                </a:path>
                <a:path w="13970" h="388619">
                  <a:moveTo>
                    <a:pt x="13513" y="277305"/>
                  </a:moveTo>
                  <a:lnTo>
                    <a:pt x="13513" y="282114"/>
                  </a:lnTo>
                  <a:lnTo>
                    <a:pt x="11261" y="284719"/>
                  </a:lnTo>
                  <a:lnTo>
                    <a:pt x="8821" y="284719"/>
                  </a:lnTo>
                  <a:lnTo>
                    <a:pt x="6569" y="287123"/>
                  </a:lnTo>
                  <a:lnTo>
                    <a:pt x="4692" y="284719"/>
                  </a:lnTo>
                  <a:lnTo>
                    <a:pt x="2439" y="284719"/>
                  </a:lnTo>
                  <a:lnTo>
                    <a:pt x="0" y="282114"/>
                  </a:lnTo>
                  <a:lnTo>
                    <a:pt x="0" y="277305"/>
                  </a:lnTo>
                  <a:lnTo>
                    <a:pt x="0" y="274700"/>
                  </a:lnTo>
                  <a:lnTo>
                    <a:pt x="2439" y="272697"/>
                  </a:lnTo>
                  <a:lnTo>
                    <a:pt x="4692" y="272697"/>
                  </a:lnTo>
                  <a:lnTo>
                    <a:pt x="6569" y="270292"/>
                  </a:lnTo>
                  <a:lnTo>
                    <a:pt x="8821" y="272697"/>
                  </a:lnTo>
                  <a:lnTo>
                    <a:pt x="11261" y="272697"/>
                  </a:lnTo>
                  <a:lnTo>
                    <a:pt x="13513" y="274700"/>
                  </a:lnTo>
                  <a:lnTo>
                    <a:pt x="13513" y="277305"/>
                  </a:lnTo>
                  <a:close/>
                </a:path>
                <a:path w="13970" h="388619">
                  <a:moveTo>
                    <a:pt x="13513" y="337615"/>
                  </a:moveTo>
                  <a:lnTo>
                    <a:pt x="13513" y="381094"/>
                  </a:lnTo>
                  <a:lnTo>
                    <a:pt x="13513" y="383499"/>
                  </a:lnTo>
                  <a:lnTo>
                    <a:pt x="11261" y="385903"/>
                  </a:lnTo>
                  <a:lnTo>
                    <a:pt x="8821" y="388508"/>
                  </a:lnTo>
                  <a:lnTo>
                    <a:pt x="6569" y="388508"/>
                  </a:lnTo>
                  <a:lnTo>
                    <a:pt x="4692" y="388508"/>
                  </a:lnTo>
                  <a:lnTo>
                    <a:pt x="2439" y="385903"/>
                  </a:lnTo>
                  <a:lnTo>
                    <a:pt x="0" y="383499"/>
                  </a:lnTo>
                  <a:lnTo>
                    <a:pt x="0" y="381094"/>
                  </a:lnTo>
                  <a:lnTo>
                    <a:pt x="0" y="337615"/>
                  </a:lnTo>
                  <a:lnTo>
                    <a:pt x="0" y="335611"/>
                  </a:lnTo>
                  <a:lnTo>
                    <a:pt x="2439" y="333007"/>
                  </a:lnTo>
                  <a:lnTo>
                    <a:pt x="4692" y="333007"/>
                  </a:lnTo>
                  <a:lnTo>
                    <a:pt x="6569" y="330602"/>
                  </a:lnTo>
                  <a:lnTo>
                    <a:pt x="8821" y="333007"/>
                  </a:lnTo>
                  <a:lnTo>
                    <a:pt x="11261" y="333007"/>
                  </a:lnTo>
                  <a:lnTo>
                    <a:pt x="13513" y="335611"/>
                  </a:lnTo>
                  <a:lnTo>
                    <a:pt x="13513" y="337615"/>
                  </a:lnTo>
                  <a:close/>
                </a:path>
              </a:pathLst>
            </a:custGeom>
            <a:ln w="3175">
              <a:solidFill>
                <a:srgbClr val="000000"/>
              </a:solidFill>
            </a:ln>
          </p:spPr>
          <p:txBody>
            <a:bodyPr wrap="square" lIns="0" tIns="0" rIns="0" bIns="0" rtlCol="0"/>
            <a:lstStyle/>
            <a:p/>
          </p:txBody>
        </p:sp>
        <p:sp>
          <p:nvSpPr>
            <p:cNvPr id="66" name="object 66" descr=""/>
            <p:cNvSpPr/>
            <p:nvPr/>
          </p:nvSpPr>
          <p:spPr>
            <a:xfrm>
              <a:off x="5514535" y="2798514"/>
              <a:ext cx="268605" cy="14604"/>
            </a:xfrm>
            <a:custGeom>
              <a:avLst/>
              <a:gdLst/>
              <a:ahLst/>
              <a:cxnLst/>
              <a:rect l="l" t="t" r="r" b="b"/>
              <a:pathLst>
                <a:path w="268604" h="14605">
                  <a:moveTo>
                    <a:pt x="51614" y="0"/>
                  </a:moveTo>
                  <a:lnTo>
                    <a:pt x="4692" y="0"/>
                  </a:lnTo>
                  <a:lnTo>
                    <a:pt x="2439" y="2003"/>
                  </a:lnTo>
                  <a:lnTo>
                    <a:pt x="0" y="4408"/>
                  </a:lnTo>
                  <a:lnTo>
                    <a:pt x="0" y="9417"/>
                  </a:lnTo>
                  <a:lnTo>
                    <a:pt x="2439" y="11821"/>
                  </a:lnTo>
                  <a:lnTo>
                    <a:pt x="4692" y="14426"/>
                  </a:lnTo>
                  <a:lnTo>
                    <a:pt x="51614" y="14426"/>
                  </a:lnTo>
                  <a:lnTo>
                    <a:pt x="56306" y="9417"/>
                  </a:lnTo>
                  <a:lnTo>
                    <a:pt x="56306" y="4408"/>
                  </a:lnTo>
                  <a:lnTo>
                    <a:pt x="54054" y="2003"/>
                  </a:lnTo>
                  <a:lnTo>
                    <a:pt x="51614" y="0"/>
                  </a:lnTo>
                  <a:close/>
                </a:path>
                <a:path w="268604" h="14605">
                  <a:moveTo>
                    <a:pt x="108484" y="0"/>
                  </a:moveTo>
                  <a:lnTo>
                    <a:pt x="103791" y="0"/>
                  </a:lnTo>
                  <a:lnTo>
                    <a:pt x="101351" y="2003"/>
                  </a:lnTo>
                  <a:lnTo>
                    <a:pt x="99099" y="4408"/>
                  </a:lnTo>
                  <a:lnTo>
                    <a:pt x="99099" y="9417"/>
                  </a:lnTo>
                  <a:lnTo>
                    <a:pt x="103791" y="14426"/>
                  </a:lnTo>
                  <a:lnTo>
                    <a:pt x="108484" y="14426"/>
                  </a:lnTo>
                  <a:lnTo>
                    <a:pt x="110736" y="11821"/>
                  </a:lnTo>
                  <a:lnTo>
                    <a:pt x="112613" y="9417"/>
                  </a:lnTo>
                  <a:lnTo>
                    <a:pt x="112613" y="4408"/>
                  </a:lnTo>
                  <a:lnTo>
                    <a:pt x="110736" y="2003"/>
                  </a:lnTo>
                  <a:lnTo>
                    <a:pt x="108484" y="0"/>
                  </a:lnTo>
                  <a:close/>
                </a:path>
                <a:path w="268604" h="14605">
                  <a:moveTo>
                    <a:pt x="207395" y="0"/>
                  </a:moveTo>
                  <a:lnTo>
                    <a:pt x="159910" y="0"/>
                  </a:lnTo>
                  <a:lnTo>
                    <a:pt x="158221" y="2003"/>
                  </a:lnTo>
                  <a:lnTo>
                    <a:pt x="155781" y="4408"/>
                  </a:lnTo>
                  <a:lnTo>
                    <a:pt x="155781" y="9417"/>
                  </a:lnTo>
                  <a:lnTo>
                    <a:pt x="158221" y="11821"/>
                  </a:lnTo>
                  <a:lnTo>
                    <a:pt x="159910" y="14426"/>
                  </a:lnTo>
                  <a:lnTo>
                    <a:pt x="207395" y="14426"/>
                  </a:lnTo>
                  <a:lnTo>
                    <a:pt x="209835" y="11821"/>
                  </a:lnTo>
                  <a:lnTo>
                    <a:pt x="209835" y="9417"/>
                  </a:lnTo>
                  <a:lnTo>
                    <a:pt x="212088" y="7012"/>
                  </a:lnTo>
                  <a:lnTo>
                    <a:pt x="209835" y="4408"/>
                  </a:lnTo>
                  <a:lnTo>
                    <a:pt x="209835" y="2003"/>
                  </a:lnTo>
                  <a:lnTo>
                    <a:pt x="207395" y="0"/>
                  </a:lnTo>
                  <a:close/>
                </a:path>
                <a:path w="268604" h="14605">
                  <a:moveTo>
                    <a:pt x="264077" y="0"/>
                  </a:moveTo>
                  <a:lnTo>
                    <a:pt x="257133" y="0"/>
                  </a:lnTo>
                  <a:lnTo>
                    <a:pt x="254881" y="2003"/>
                  </a:lnTo>
                  <a:lnTo>
                    <a:pt x="254881" y="4408"/>
                  </a:lnTo>
                  <a:lnTo>
                    <a:pt x="252441" y="7012"/>
                  </a:lnTo>
                  <a:lnTo>
                    <a:pt x="254881" y="9417"/>
                  </a:lnTo>
                  <a:lnTo>
                    <a:pt x="254881" y="11821"/>
                  </a:lnTo>
                  <a:lnTo>
                    <a:pt x="257133" y="14426"/>
                  </a:lnTo>
                  <a:lnTo>
                    <a:pt x="264077" y="14426"/>
                  </a:lnTo>
                  <a:lnTo>
                    <a:pt x="265954" y="11821"/>
                  </a:lnTo>
                  <a:lnTo>
                    <a:pt x="265954" y="9417"/>
                  </a:lnTo>
                  <a:lnTo>
                    <a:pt x="268394" y="7012"/>
                  </a:lnTo>
                  <a:lnTo>
                    <a:pt x="265954" y="4408"/>
                  </a:lnTo>
                  <a:lnTo>
                    <a:pt x="265954" y="2003"/>
                  </a:lnTo>
                  <a:lnTo>
                    <a:pt x="264077" y="0"/>
                  </a:lnTo>
                  <a:close/>
                </a:path>
              </a:pathLst>
            </a:custGeom>
            <a:solidFill>
              <a:srgbClr val="000000"/>
            </a:solidFill>
          </p:spPr>
          <p:txBody>
            <a:bodyPr wrap="square" lIns="0" tIns="0" rIns="0" bIns="0" rtlCol="0"/>
            <a:lstStyle/>
            <a:p/>
          </p:txBody>
        </p:sp>
        <p:sp>
          <p:nvSpPr>
            <p:cNvPr id="67" name="object 67" descr=""/>
            <p:cNvSpPr/>
            <p:nvPr/>
          </p:nvSpPr>
          <p:spPr>
            <a:xfrm>
              <a:off x="5514535" y="2798514"/>
              <a:ext cx="268605" cy="14604"/>
            </a:xfrm>
            <a:custGeom>
              <a:avLst/>
              <a:gdLst/>
              <a:ahLst/>
              <a:cxnLst/>
              <a:rect l="l" t="t" r="r" b="b"/>
              <a:pathLst>
                <a:path w="268604" h="14605">
                  <a:moveTo>
                    <a:pt x="6569" y="0"/>
                  </a:moveTo>
                  <a:lnTo>
                    <a:pt x="49737" y="0"/>
                  </a:lnTo>
                  <a:lnTo>
                    <a:pt x="51614" y="0"/>
                  </a:lnTo>
                  <a:lnTo>
                    <a:pt x="54054" y="2003"/>
                  </a:lnTo>
                  <a:lnTo>
                    <a:pt x="56306" y="4408"/>
                  </a:lnTo>
                  <a:lnTo>
                    <a:pt x="56306" y="7012"/>
                  </a:lnTo>
                  <a:lnTo>
                    <a:pt x="56306" y="9417"/>
                  </a:lnTo>
                  <a:lnTo>
                    <a:pt x="54054" y="11821"/>
                  </a:lnTo>
                  <a:lnTo>
                    <a:pt x="51614" y="14426"/>
                  </a:lnTo>
                  <a:lnTo>
                    <a:pt x="49737" y="14426"/>
                  </a:lnTo>
                  <a:lnTo>
                    <a:pt x="6569" y="14426"/>
                  </a:lnTo>
                  <a:lnTo>
                    <a:pt x="4692" y="14426"/>
                  </a:lnTo>
                  <a:lnTo>
                    <a:pt x="2439" y="11821"/>
                  </a:lnTo>
                  <a:lnTo>
                    <a:pt x="0" y="9417"/>
                  </a:lnTo>
                  <a:lnTo>
                    <a:pt x="0" y="7012"/>
                  </a:lnTo>
                  <a:lnTo>
                    <a:pt x="0" y="4408"/>
                  </a:lnTo>
                  <a:lnTo>
                    <a:pt x="2439" y="2003"/>
                  </a:lnTo>
                  <a:lnTo>
                    <a:pt x="4692" y="0"/>
                  </a:lnTo>
                  <a:lnTo>
                    <a:pt x="6569" y="0"/>
                  </a:lnTo>
                  <a:close/>
                </a:path>
                <a:path w="268604" h="14605">
                  <a:moveTo>
                    <a:pt x="106044" y="0"/>
                  </a:moveTo>
                  <a:lnTo>
                    <a:pt x="108484" y="0"/>
                  </a:lnTo>
                  <a:lnTo>
                    <a:pt x="110736" y="2003"/>
                  </a:lnTo>
                  <a:lnTo>
                    <a:pt x="112613" y="4408"/>
                  </a:lnTo>
                  <a:lnTo>
                    <a:pt x="112613" y="7012"/>
                  </a:lnTo>
                  <a:lnTo>
                    <a:pt x="112613" y="9417"/>
                  </a:lnTo>
                  <a:lnTo>
                    <a:pt x="110736" y="11821"/>
                  </a:lnTo>
                  <a:lnTo>
                    <a:pt x="108484" y="14426"/>
                  </a:lnTo>
                  <a:lnTo>
                    <a:pt x="106044" y="14426"/>
                  </a:lnTo>
                  <a:lnTo>
                    <a:pt x="103791" y="14426"/>
                  </a:lnTo>
                  <a:lnTo>
                    <a:pt x="101351" y="11821"/>
                  </a:lnTo>
                  <a:lnTo>
                    <a:pt x="99099" y="9417"/>
                  </a:lnTo>
                  <a:lnTo>
                    <a:pt x="99099" y="7012"/>
                  </a:lnTo>
                  <a:lnTo>
                    <a:pt x="99099" y="4408"/>
                  </a:lnTo>
                  <a:lnTo>
                    <a:pt x="101351" y="2003"/>
                  </a:lnTo>
                  <a:lnTo>
                    <a:pt x="103791" y="0"/>
                  </a:lnTo>
                  <a:lnTo>
                    <a:pt x="106044" y="0"/>
                  </a:lnTo>
                  <a:close/>
                </a:path>
                <a:path w="268604" h="14605">
                  <a:moveTo>
                    <a:pt x="162350" y="0"/>
                  </a:moveTo>
                  <a:lnTo>
                    <a:pt x="205143" y="0"/>
                  </a:lnTo>
                  <a:lnTo>
                    <a:pt x="207395" y="0"/>
                  </a:lnTo>
                  <a:lnTo>
                    <a:pt x="209835" y="2003"/>
                  </a:lnTo>
                  <a:lnTo>
                    <a:pt x="209835" y="4408"/>
                  </a:lnTo>
                  <a:lnTo>
                    <a:pt x="212088" y="7012"/>
                  </a:lnTo>
                  <a:lnTo>
                    <a:pt x="209835" y="9417"/>
                  </a:lnTo>
                  <a:lnTo>
                    <a:pt x="209835" y="11821"/>
                  </a:lnTo>
                  <a:lnTo>
                    <a:pt x="207395" y="14426"/>
                  </a:lnTo>
                  <a:lnTo>
                    <a:pt x="205143" y="14426"/>
                  </a:lnTo>
                  <a:lnTo>
                    <a:pt x="162350" y="14426"/>
                  </a:lnTo>
                  <a:lnTo>
                    <a:pt x="159910" y="14426"/>
                  </a:lnTo>
                  <a:lnTo>
                    <a:pt x="158221" y="11821"/>
                  </a:lnTo>
                  <a:lnTo>
                    <a:pt x="155781" y="9417"/>
                  </a:lnTo>
                  <a:lnTo>
                    <a:pt x="155781" y="7012"/>
                  </a:lnTo>
                  <a:lnTo>
                    <a:pt x="155781" y="4408"/>
                  </a:lnTo>
                  <a:lnTo>
                    <a:pt x="158221" y="2003"/>
                  </a:lnTo>
                  <a:lnTo>
                    <a:pt x="159910" y="0"/>
                  </a:lnTo>
                  <a:lnTo>
                    <a:pt x="162350" y="0"/>
                  </a:lnTo>
                  <a:close/>
                </a:path>
                <a:path w="268604" h="14605">
                  <a:moveTo>
                    <a:pt x="261825" y="0"/>
                  </a:moveTo>
                  <a:lnTo>
                    <a:pt x="264077" y="0"/>
                  </a:lnTo>
                  <a:lnTo>
                    <a:pt x="265954" y="2003"/>
                  </a:lnTo>
                  <a:lnTo>
                    <a:pt x="265954" y="4408"/>
                  </a:lnTo>
                  <a:lnTo>
                    <a:pt x="268394" y="7012"/>
                  </a:lnTo>
                  <a:lnTo>
                    <a:pt x="265954" y="9417"/>
                  </a:lnTo>
                  <a:lnTo>
                    <a:pt x="265954" y="11821"/>
                  </a:lnTo>
                  <a:lnTo>
                    <a:pt x="264077" y="14426"/>
                  </a:lnTo>
                  <a:lnTo>
                    <a:pt x="261825" y="14426"/>
                  </a:lnTo>
                  <a:lnTo>
                    <a:pt x="257133" y="14426"/>
                  </a:lnTo>
                  <a:lnTo>
                    <a:pt x="254881" y="11821"/>
                  </a:lnTo>
                  <a:lnTo>
                    <a:pt x="254881" y="9417"/>
                  </a:lnTo>
                  <a:lnTo>
                    <a:pt x="252441" y="7012"/>
                  </a:lnTo>
                  <a:lnTo>
                    <a:pt x="254881" y="4408"/>
                  </a:lnTo>
                  <a:lnTo>
                    <a:pt x="254881" y="2003"/>
                  </a:lnTo>
                  <a:lnTo>
                    <a:pt x="257133" y="0"/>
                  </a:lnTo>
                  <a:lnTo>
                    <a:pt x="261825" y="0"/>
                  </a:lnTo>
                  <a:close/>
                </a:path>
              </a:pathLst>
            </a:custGeom>
            <a:ln w="3175">
              <a:solidFill>
                <a:srgbClr val="000000"/>
              </a:solidFill>
            </a:ln>
          </p:spPr>
          <p:txBody>
            <a:bodyPr wrap="square" lIns="0" tIns="0" rIns="0" bIns="0" rtlCol="0"/>
            <a:lstStyle/>
            <a:p/>
          </p:txBody>
        </p:sp>
        <p:sp>
          <p:nvSpPr>
            <p:cNvPr id="68" name="object 68" descr=""/>
            <p:cNvSpPr/>
            <p:nvPr/>
          </p:nvSpPr>
          <p:spPr>
            <a:xfrm>
              <a:off x="6980384" y="2614578"/>
              <a:ext cx="275590" cy="0"/>
            </a:xfrm>
            <a:custGeom>
              <a:avLst/>
              <a:gdLst/>
              <a:ahLst/>
              <a:cxnLst/>
              <a:rect l="l" t="t" r="r" b="b"/>
              <a:pathLst>
                <a:path w="275590" h="0">
                  <a:moveTo>
                    <a:pt x="0" y="0"/>
                  </a:moveTo>
                  <a:lnTo>
                    <a:pt x="275339" y="0"/>
                  </a:lnTo>
                </a:path>
              </a:pathLst>
            </a:custGeom>
            <a:ln w="14393">
              <a:solidFill>
                <a:srgbClr val="000000"/>
              </a:solidFill>
            </a:ln>
          </p:spPr>
          <p:txBody>
            <a:bodyPr wrap="square" lIns="0" tIns="0" rIns="0" bIns="0" rtlCol="0"/>
            <a:lstStyle/>
            <a:p/>
          </p:txBody>
        </p:sp>
        <p:pic>
          <p:nvPicPr>
            <p:cNvPr id="69" name="object 69" descr=""/>
            <p:cNvPicPr/>
            <p:nvPr/>
          </p:nvPicPr>
          <p:blipFill>
            <a:blip r:embed="rId4" cstate="print"/>
            <a:stretch>
              <a:fillRect/>
            </a:stretch>
          </p:blipFill>
          <p:spPr>
            <a:xfrm>
              <a:off x="7255723" y="2240457"/>
              <a:ext cx="198518" cy="810717"/>
            </a:xfrm>
            <a:prstGeom prst="rect">
              <a:avLst/>
            </a:prstGeom>
          </p:spPr>
        </p:pic>
        <p:sp>
          <p:nvSpPr>
            <p:cNvPr id="70" name="object 70" descr=""/>
            <p:cNvSpPr/>
            <p:nvPr/>
          </p:nvSpPr>
          <p:spPr>
            <a:xfrm>
              <a:off x="7255723" y="2240457"/>
              <a:ext cx="1699260" cy="810895"/>
            </a:xfrm>
            <a:custGeom>
              <a:avLst/>
              <a:gdLst/>
              <a:ahLst/>
              <a:cxnLst/>
              <a:rect l="l" t="t" r="r" b="b"/>
              <a:pathLst>
                <a:path w="1699259" h="810894">
                  <a:moveTo>
                    <a:pt x="0" y="810717"/>
                  </a:moveTo>
                  <a:lnTo>
                    <a:pt x="198518" y="810717"/>
                  </a:lnTo>
                  <a:lnTo>
                    <a:pt x="198518" y="0"/>
                  </a:lnTo>
                  <a:lnTo>
                    <a:pt x="0" y="0"/>
                  </a:lnTo>
                  <a:lnTo>
                    <a:pt x="0" y="810717"/>
                  </a:lnTo>
                  <a:close/>
                </a:path>
                <a:path w="1699259" h="810894">
                  <a:moveTo>
                    <a:pt x="198574" y="374121"/>
                  </a:moveTo>
                  <a:lnTo>
                    <a:pt x="394709" y="374121"/>
                  </a:lnTo>
                </a:path>
                <a:path w="1699259" h="810894">
                  <a:moveTo>
                    <a:pt x="868435" y="374121"/>
                  </a:moveTo>
                  <a:lnTo>
                    <a:pt x="1067010" y="374121"/>
                  </a:lnTo>
                </a:path>
                <a:path w="1699259" h="810894">
                  <a:moveTo>
                    <a:pt x="1263520" y="374121"/>
                  </a:moveTo>
                  <a:lnTo>
                    <a:pt x="1462094" y="374121"/>
                  </a:lnTo>
                </a:path>
                <a:path w="1699259" h="810894">
                  <a:moveTo>
                    <a:pt x="1462094" y="188383"/>
                  </a:moveTo>
                  <a:lnTo>
                    <a:pt x="1698770" y="188383"/>
                  </a:lnTo>
                </a:path>
                <a:path w="1699259" h="810894">
                  <a:moveTo>
                    <a:pt x="1462094" y="188383"/>
                  </a:moveTo>
                  <a:lnTo>
                    <a:pt x="1462094" y="562064"/>
                  </a:lnTo>
                </a:path>
                <a:path w="1699259" h="810894">
                  <a:moveTo>
                    <a:pt x="1462094" y="562064"/>
                  </a:moveTo>
                  <a:lnTo>
                    <a:pt x="1698770" y="562064"/>
                  </a:lnTo>
                </a:path>
              </a:pathLst>
            </a:custGeom>
            <a:ln w="13937">
              <a:solidFill>
                <a:srgbClr val="000000"/>
              </a:solidFill>
            </a:ln>
          </p:spPr>
          <p:txBody>
            <a:bodyPr wrap="square" lIns="0" tIns="0" rIns="0" bIns="0" rtlCol="0"/>
            <a:lstStyle/>
            <a:p/>
          </p:txBody>
        </p:sp>
        <p:sp>
          <p:nvSpPr>
            <p:cNvPr id="71" name="object 71" descr=""/>
            <p:cNvSpPr/>
            <p:nvPr/>
          </p:nvSpPr>
          <p:spPr>
            <a:xfrm>
              <a:off x="8988840" y="2424432"/>
              <a:ext cx="212090" cy="14604"/>
            </a:xfrm>
            <a:custGeom>
              <a:avLst/>
              <a:gdLst/>
              <a:ahLst/>
              <a:cxnLst/>
              <a:rect l="l" t="t" r="r" b="b"/>
              <a:pathLst>
                <a:path w="212090" h="14605">
                  <a:moveTo>
                    <a:pt x="52177" y="0"/>
                  </a:moveTo>
                  <a:lnTo>
                    <a:pt x="4692" y="0"/>
                  </a:lnTo>
                  <a:lnTo>
                    <a:pt x="2439" y="2404"/>
                  </a:lnTo>
                  <a:lnTo>
                    <a:pt x="0" y="4808"/>
                  </a:lnTo>
                  <a:lnTo>
                    <a:pt x="0" y="9817"/>
                  </a:lnTo>
                  <a:lnTo>
                    <a:pt x="2439" y="12222"/>
                  </a:lnTo>
                  <a:lnTo>
                    <a:pt x="4692" y="14225"/>
                  </a:lnTo>
                  <a:lnTo>
                    <a:pt x="52177" y="14225"/>
                  </a:lnTo>
                  <a:lnTo>
                    <a:pt x="56306" y="9817"/>
                  </a:lnTo>
                  <a:lnTo>
                    <a:pt x="56306" y="4808"/>
                  </a:lnTo>
                  <a:lnTo>
                    <a:pt x="54054" y="2404"/>
                  </a:lnTo>
                  <a:lnTo>
                    <a:pt x="52177" y="0"/>
                  </a:lnTo>
                  <a:close/>
                </a:path>
                <a:path w="212090" h="14605">
                  <a:moveTo>
                    <a:pt x="108296" y="0"/>
                  </a:moveTo>
                  <a:lnTo>
                    <a:pt x="103791" y="0"/>
                  </a:lnTo>
                  <a:lnTo>
                    <a:pt x="101351" y="2404"/>
                  </a:lnTo>
                  <a:lnTo>
                    <a:pt x="99474" y="4808"/>
                  </a:lnTo>
                  <a:lnTo>
                    <a:pt x="99474" y="9817"/>
                  </a:lnTo>
                  <a:lnTo>
                    <a:pt x="101351" y="12222"/>
                  </a:lnTo>
                  <a:lnTo>
                    <a:pt x="103791" y="14225"/>
                  </a:lnTo>
                  <a:lnTo>
                    <a:pt x="108296" y="14225"/>
                  </a:lnTo>
                  <a:lnTo>
                    <a:pt x="110736" y="12222"/>
                  </a:lnTo>
                  <a:lnTo>
                    <a:pt x="112988" y="9817"/>
                  </a:lnTo>
                  <a:lnTo>
                    <a:pt x="112988" y="4808"/>
                  </a:lnTo>
                  <a:lnTo>
                    <a:pt x="110736" y="2404"/>
                  </a:lnTo>
                  <a:lnTo>
                    <a:pt x="108296" y="0"/>
                  </a:lnTo>
                  <a:close/>
                </a:path>
                <a:path w="212090" h="14605">
                  <a:moveTo>
                    <a:pt x="207395" y="0"/>
                  </a:moveTo>
                  <a:lnTo>
                    <a:pt x="160473" y="0"/>
                  </a:lnTo>
                  <a:lnTo>
                    <a:pt x="158033" y="2404"/>
                  </a:lnTo>
                  <a:lnTo>
                    <a:pt x="155781" y="4808"/>
                  </a:lnTo>
                  <a:lnTo>
                    <a:pt x="155781" y="9817"/>
                  </a:lnTo>
                  <a:lnTo>
                    <a:pt x="158033" y="12222"/>
                  </a:lnTo>
                  <a:lnTo>
                    <a:pt x="160473" y="14225"/>
                  </a:lnTo>
                  <a:lnTo>
                    <a:pt x="207395" y="14225"/>
                  </a:lnTo>
                  <a:lnTo>
                    <a:pt x="209648" y="12222"/>
                  </a:lnTo>
                  <a:lnTo>
                    <a:pt x="209648" y="9817"/>
                  </a:lnTo>
                  <a:lnTo>
                    <a:pt x="212088" y="7413"/>
                  </a:lnTo>
                  <a:lnTo>
                    <a:pt x="209648" y="4808"/>
                  </a:lnTo>
                  <a:lnTo>
                    <a:pt x="209648" y="2404"/>
                  </a:lnTo>
                  <a:lnTo>
                    <a:pt x="207395" y="0"/>
                  </a:lnTo>
                  <a:close/>
                </a:path>
              </a:pathLst>
            </a:custGeom>
            <a:solidFill>
              <a:srgbClr val="000000"/>
            </a:solidFill>
          </p:spPr>
          <p:txBody>
            <a:bodyPr wrap="square" lIns="0" tIns="0" rIns="0" bIns="0" rtlCol="0"/>
            <a:lstStyle/>
            <a:p/>
          </p:txBody>
        </p:sp>
        <p:sp>
          <p:nvSpPr>
            <p:cNvPr id="72" name="object 72" descr=""/>
            <p:cNvSpPr/>
            <p:nvPr/>
          </p:nvSpPr>
          <p:spPr>
            <a:xfrm>
              <a:off x="8988840" y="2424432"/>
              <a:ext cx="212090" cy="14604"/>
            </a:xfrm>
            <a:custGeom>
              <a:avLst/>
              <a:gdLst/>
              <a:ahLst/>
              <a:cxnLst/>
              <a:rect l="l" t="t" r="r" b="b"/>
              <a:pathLst>
                <a:path w="212090" h="14605">
                  <a:moveTo>
                    <a:pt x="6944" y="0"/>
                  </a:moveTo>
                  <a:lnTo>
                    <a:pt x="49737" y="0"/>
                  </a:lnTo>
                  <a:lnTo>
                    <a:pt x="52177" y="0"/>
                  </a:lnTo>
                  <a:lnTo>
                    <a:pt x="54054" y="2404"/>
                  </a:lnTo>
                  <a:lnTo>
                    <a:pt x="56306" y="4808"/>
                  </a:lnTo>
                  <a:lnTo>
                    <a:pt x="56306" y="7413"/>
                  </a:lnTo>
                  <a:lnTo>
                    <a:pt x="56306" y="9817"/>
                  </a:lnTo>
                  <a:lnTo>
                    <a:pt x="54054" y="12222"/>
                  </a:lnTo>
                  <a:lnTo>
                    <a:pt x="52177" y="14225"/>
                  </a:lnTo>
                  <a:lnTo>
                    <a:pt x="49737" y="14225"/>
                  </a:lnTo>
                  <a:lnTo>
                    <a:pt x="6944" y="14225"/>
                  </a:lnTo>
                  <a:lnTo>
                    <a:pt x="0" y="4808"/>
                  </a:lnTo>
                  <a:lnTo>
                    <a:pt x="2439" y="2404"/>
                  </a:lnTo>
                  <a:lnTo>
                    <a:pt x="4692" y="0"/>
                  </a:lnTo>
                  <a:lnTo>
                    <a:pt x="6944" y="0"/>
                  </a:lnTo>
                  <a:close/>
                </a:path>
                <a:path w="212090" h="14605">
                  <a:moveTo>
                    <a:pt x="106044" y="0"/>
                  </a:moveTo>
                  <a:lnTo>
                    <a:pt x="108296" y="0"/>
                  </a:lnTo>
                  <a:lnTo>
                    <a:pt x="110736" y="2404"/>
                  </a:lnTo>
                  <a:lnTo>
                    <a:pt x="112988" y="4808"/>
                  </a:lnTo>
                  <a:lnTo>
                    <a:pt x="112988" y="7413"/>
                  </a:lnTo>
                  <a:lnTo>
                    <a:pt x="112988" y="9817"/>
                  </a:lnTo>
                  <a:lnTo>
                    <a:pt x="110736" y="12222"/>
                  </a:lnTo>
                  <a:lnTo>
                    <a:pt x="108296" y="14225"/>
                  </a:lnTo>
                  <a:lnTo>
                    <a:pt x="106044" y="14225"/>
                  </a:lnTo>
                  <a:lnTo>
                    <a:pt x="99474" y="4808"/>
                  </a:lnTo>
                  <a:lnTo>
                    <a:pt x="101351" y="2404"/>
                  </a:lnTo>
                  <a:lnTo>
                    <a:pt x="103791" y="0"/>
                  </a:lnTo>
                  <a:lnTo>
                    <a:pt x="106044" y="0"/>
                  </a:lnTo>
                  <a:close/>
                </a:path>
                <a:path w="212090" h="14605">
                  <a:moveTo>
                    <a:pt x="162350" y="0"/>
                  </a:moveTo>
                  <a:lnTo>
                    <a:pt x="205519" y="0"/>
                  </a:lnTo>
                  <a:lnTo>
                    <a:pt x="207395" y="0"/>
                  </a:lnTo>
                  <a:lnTo>
                    <a:pt x="209648" y="2404"/>
                  </a:lnTo>
                  <a:lnTo>
                    <a:pt x="209648" y="4808"/>
                  </a:lnTo>
                  <a:lnTo>
                    <a:pt x="212088" y="7413"/>
                  </a:lnTo>
                  <a:lnTo>
                    <a:pt x="209648" y="9817"/>
                  </a:lnTo>
                  <a:lnTo>
                    <a:pt x="209648" y="12222"/>
                  </a:lnTo>
                  <a:lnTo>
                    <a:pt x="207395" y="14225"/>
                  </a:lnTo>
                  <a:lnTo>
                    <a:pt x="205519" y="14225"/>
                  </a:lnTo>
                  <a:lnTo>
                    <a:pt x="162350" y="14225"/>
                  </a:lnTo>
                  <a:lnTo>
                    <a:pt x="160473" y="14225"/>
                  </a:lnTo>
                  <a:lnTo>
                    <a:pt x="158033" y="12222"/>
                  </a:lnTo>
                  <a:lnTo>
                    <a:pt x="155781" y="9817"/>
                  </a:lnTo>
                  <a:lnTo>
                    <a:pt x="155781" y="7413"/>
                  </a:lnTo>
                  <a:lnTo>
                    <a:pt x="155781" y="4808"/>
                  </a:lnTo>
                  <a:lnTo>
                    <a:pt x="158033" y="2404"/>
                  </a:lnTo>
                  <a:lnTo>
                    <a:pt x="160473" y="0"/>
                  </a:lnTo>
                  <a:lnTo>
                    <a:pt x="162350" y="0"/>
                  </a:lnTo>
                  <a:close/>
                </a:path>
              </a:pathLst>
            </a:custGeom>
            <a:ln w="3175">
              <a:solidFill>
                <a:srgbClr val="000000"/>
              </a:solidFill>
            </a:ln>
          </p:spPr>
          <p:txBody>
            <a:bodyPr wrap="square" lIns="0" tIns="0" rIns="0" bIns="0" rtlCol="0"/>
            <a:lstStyle/>
            <a:p/>
          </p:txBody>
        </p:sp>
        <p:sp>
          <p:nvSpPr>
            <p:cNvPr id="73" name="object 73" descr=""/>
            <p:cNvSpPr/>
            <p:nvPr/>
          </p:nvSpPr>
          <p:spPr>
            <a:xfrm>
              <a:off x="9185162" y="2424432"/>
              <a:ext cx="15875" cy="388620"/>
            </a:xfrm>
            <a:custGeom>
              <a:avLst/>
              <a:gdLst/>
              <a:ahLst/>
              <a:cxnLst/>
              <a:rect l="l" t="t" r="r" b="b"/>
              <a:pathLst>
                <a:path w="15875" h="388619">
                  <a:moveTo>
                    <a:pt x="11073" y="0"/>
                  </a:moveTo>
                  <a:lnTo>
                    <a:pt x="4504" y="0"/>
                  </a:lnTo>
                  <a:lnTo>
                    <a:pt x="2252" y="2404"/>
                  </a:lnTo>
                  <a:lnTo>
                    <a:pt x="2252" y="4808"/>
                  </a:lnTo>
                  <a:lnTo>
                    <a:pt x="0" y="7413"/>
                  </a:lnTo>
                  <a:lnTo>
                    <a:pt x="0" y="52896"/>
                  </a:lnTo>
                  <a:lnTo>
                    <a:pt x="2252" y="55300"/>
                  </a:lnTo>
                  <a:lnTo>
                    <a:pt x="2252" y="57705"/>
                  </a:lnTo>
                  <a:lnTo>
                    <a:pt x="4504" y="60309"/>
                  </a:lnTo>
                  <a:lnTo>
                    <a:pt x="11073" y="60309"/>
                  </a:lnTo>
                  <a:lnTo>
                    <a:pt x="13325" y="57705"/>
                  </a:lnTo>
                  <a:lnTo>
                    <a:pt x="13325" y="55300"/>
                  </a:lnTo>
                  <a:lnTo>
                    <a:pt x="15765" y="52896"/>
                  </a:lnTo>
                  <a:lnTo>
                    <a:pt x="15765" y="7413"/>
                  </a:lnTo>
                  <a:lnTo>
                    <a:pt x="13325" y="4808"/>
                  </a:lnTo>
                  <a:lnTo>
                    <a:pt x="13325" y="2404"/>
                  </a:lnTo>
                  <a:lnTo>
                    <a:pt x="11073" y="0"/>
                  </a:lnTo>
                  <a:close/>
                </a:path>
                <a:path w="15875" h="388619">
                  <a:moveTo>
                    <a:pt x="13325" y="106193"/>
                  </a:moveTo>
                  <a:lnTo>
                    <a:pt x="2252" y="106193"/>
                  </a:lnTo>
                  <a:lnTo>
                    <a:pt x="2252" y="108597"/>
                  </a:lnTo>
                  <a:lnTo>
                    <a:pt x="0" y="113206"/>
                  </a:lnTo>
                  <a:lnTo>
                    <a:pt x="2252" y="115610"/>
                  </a:lnTo>
                  <a:lnTo>
                    <a:pt x="2252" y="118015"/>
                  </a:lnTo>
                  <a:lnTo>
                    <a:pt x="4504" y="120619"/>
                  </a:lnTo>
                  <a:lnTo>
                    <a:pt x="11073" y="120619"/>
                  </a:lnTo>
                  <a:lnTo>
                    <a:pt x="13325" y="118015"/>
                  </a:lnTo>
                  <a:lnTo>
                    <a:pt x="13325" y="115610"/>
                  </a:lnTo>
                  <a:lnTo>
                    <a:pt x="15765" y="113206"/>
                  </a:lnTo>
                  <a:lnTo>
                    <a:pt x="13325" y="108597"/>
                  </a:lnTo>
                  <a:lnTo>
                    <a:pt x="13325" y="106193"/>
                  </a:lnTo>
                  <a:close/>
                </a:path>
                <a:path w="15875" h="388619">
                  <a:moveTo>
                    <a:pt x="11073" y="224409"/>
                  </a:moveTo>
                  <a:lnTo>
                    <a:pt x="4504" y="224409"/>
                  </a:lnTo>
                  <a:lnTo>
                    <a:pt x="9196" y="226813"/>
                  </a:lnTo>
                  <a:lnTo>
                    <a:pt x="11073" y="224409"/>
                  </a:lnTo>
                  <a:close/>
                </a:path>
                <a:path w="15875" h="388619">
                  <a:moveTo>
                    <a:pt x="13325" y="166503"/>
                  </a:moveTo>
                  <a:lnTo>
                    <a:pt x="2252" y="166503"/>
                  </a:lnTo>
                  <a:lnTo>
                    <a:pt x="2252" y="168907"/>
                  </a:lnTo>
                  <a:lnTo>
                    <a:pt x="0" y="173917"/>
                  </a:lnTo>
                  <a:lnTo>
                    <a:pt x="0" y="216995"/>
                  </a:lnTo>
                  <a:lnTo>
                    <a:pt x="2252" y="221804"/>
                  </a:lnTo>
                  <a:lnTo>
                    <a:pt x="2252" y="224409"/>
                  </a:lnTo>
                  <a:lnTo>
                    <a:pt x="13325" y="224409"/>
                  </a:lnTo>
                  <a:lnTo>
                    <a:pt x="13325" y="221804"/>
                  </a:lnTo>
                  <a:lnTo>
                    <a:pt x="15765" y="216995"/>
                  </a:lnTo>
                  <a:lnTo>
                    <a:pt x="15765" y="173917"/>
                  </a:lnTo>
                  <a:lnTo>
                    <a:pt x="13325" y="168907"/>
                  </a:lnTo>
                  <a:lnTo>
                    <a:pt x="13325" y="166503"/>
                  </a:lnTo>
                  <a:close/>
                </a:path>
                <a:path w="15875" h="388619">
                  <a:moveTo>
                    <a:pt x="11073" y="284718"/>
                  </a:moveTo>
                  <a:lnTo>
                    <a:pt x="4504" y="284718"/>
                  </a:lnTo>
                  <a:lnTo>
                    <a:pt x="9196" y="287123"/>
                  </a:lnTo>
                  <a:lnTo>
                    <a:pt x="11073" y="284718"/>
                  </a:lnTo>
                  <a:close/>
                </a:path>
                <a:path w="15875" h="388619">
                  <a:moveTo>
                    <a:pt x="13325" y="272697"/>
                  </a:moveTo>
                  <a:lnTo>
                    <a:pt x="2252" y="272697"/>
                  </a:lnTo>
                  <a:lnTo>
                    <a:pt x="2252" y="274700"/>
                  </a:lnTo>
                  <a:lnTo>
                    <a:pt x="0" y="277305"/>
                  </a:lnTo>
                  <a:lnTo>
                    <a:pt x="2252" y="282114"/>
                  </a:lnTo>
                  <a:lnTo>
                    <a:pt x="2252" y="284718"/>
                  </a:lnTo>
                  <a:lnTo>
                    <a:pt x="13325" y="284718"/>
                  </a:lnTo>
                  <a:lnTo>
                    <a:pt x="13325" y="282114"/>
                  </a:lnTo>
                  <a:lnTo>
                    <a:pt x="15765" y="277305"/>
                  </a:lnTo>
                  <a:lnTo>
                    <a:pt x="13325" y="274700"/>
                  </a:lnTo>
                  <a:lnTo>
                    <a:pt x="13325" y="272697"/>
                  </a:lnTo>
                  <a:close/>
                </a:path>
                <a:path w="15875" h="388619">
                  <a:moveTo>
                    <a:pt x="9196" y="270292"/>
                  </a:moveTo>
                  <a:lnTo>
                    <a:pt x="4504" y="272697"/>
                  </a:lnTo>
                  <a:lnTo>
                    <a:pt x="11073" y="272697"/>
                  </a:lnTo>
                  <a:lnTo>
                    <a:pt x="9196" y="270292"/>
                  </a:lnTo>
                  <a:close/>
                </a:path>
                <a:path w="15875" h="388619">
                  <a:moveTo>
                    <a:pt x="13325" y="333007"/>
                  </a:moveTo>
                  <a:lnTo>
                    <a:pt x="2252" y="333007"/>
                  </a:lnTo>
                  <a:lnTo>
                    <a:pt x="2252" y="335611"/>
                  </a:lnTo>
                  <a:lnTo>
                    <a:pt x="0" y="337615"/>
                  </a:lnTo>
                  <a:lnTo>
                    <a:pt x="0" y="381094"/>
                  </a:lnTo>
                  <a:lnTo>
                    <a:pt x="2252" y="383499"/>
                  </a:lnTo>
                  <a:lnTo>
                    <a:pt x="2252" y="385903"/>
                  </a:lnTo>
                  <a:lnTo>
                    <a:pt x="4504" y="388508"/>
                  </a:lnTo>
                  <a:lnTo>
                    <a:pt x="11073" y="388508"/>
                  </a:lnTo>
                  <a:lnTo>
                    <a:pt x="13325" y="385903"/>
                  </a:lnTo>
                  <a:lnTo>
                    <a:pt x="13325" y="383499"/>
                  </a:lnTo>
                  <a:lnTo>
                    <a:pt x="15765" y="381094"/>
                  </a:lnTo>
                  <a:lnTo>
                    <a:pt x="15765" y="337615"/>
                  </a:lnTo>
                  <a:lnTo>
                    <a:pt x="13325" y="335611"/>
                  </a:lnTo>
                  <a:lnTo>
                    <a:pt x="13325" y="333007"/>
                  </a:lnTo>
                  <a:close/>
                </a:path>
                <a:path w="15875" h="388619">
                  <a:moveTo>
                    <a:pt x="9196" y="330602"/>
                  </a:moveTo>
                  <a:lnTo>
                    <a:pt x="4504" y="333007"/>
                  </a:lnTo>
                  <a:lnTo>
                    <a:pt x="11073" y="333007"/>
                  </a:lnTo>
                  <a:lnTo>
                    <a:pt x="9196" y="330602"/>
                  </a:lnTo>
                  <a:close/>
                </a:path>
              </a:pathLst>
            </a:custGeom>
            <a:solidFill>
              <a:srgbClr val="000000"/>
            </a:solidFill>
          </p:spPr>
          <p:txBody>
            <a:bodyPr wrap="square" lIns="0" tIns="0" rIns="0" bIns="0" rtlCol="0"/>
            <a:lstStyle/>
            <a:p/>
          </p:txBody>
        </p:sp>
        <p:sp>
          <p:nvSpPr>
            <p:cNvPr id="74" name="object 74" descr=""/>
            <p:cNvSpPr/>
            <p:nvPr/>
          </p:nvSpPr>
          <p:spPr>
            <a:xfrm>
              <a:off x="9185162" y="2424432"/>
              <a:ext cx="15875" cy="388620"/>
            </a:xfrm>
            <a:custGeom>
              <a:avLst/>
              <a:gdLst/>
              <a:ahLst/>
              <a:cxnLst/>
              <a:rect l="l" t="t" r="r" b="b"/>
              <a:pathLst>
                <a:path w="15875" h="388619">
                  <a:moveTo>
                    <a:pt x="15765" y="7413"/>
                  </a:moveTo>
                  <a:lnTo>
                    <a:pt x="15765" y="52896"/>
                  </a:lnTo>
                  <a:lnTo>
                    <a:pt x="13325" y="55300"/>
                  </a:lnTo>
                  <a:lnTo>
                    <a:pt x="13325" y="57705"/>
                  </a:lnTo>
                  <a:lnTo>
                    <a:pt x="11073" y="60309"/>
                  </a:lnTo>
                  <a:lnTo>
                    <a:pt x="9196" y="60309"/>
                  </a:lnTo>
                  <a:lnTo>
                    <a:pt x="4504" y="60309"/>
                  </a:lnTo>
                  <a:lnTo>
                    <a:pt x="2252" y="57705"/>
                  </a:lnTo>
                  <a:lnTo>
                    <a:pt x="2252" y="55300"/>
                  </a:lnTo>
                  <a:lnTo>
                    <a:pt x="0" y="52896"/>
                  </a:lnTo>
                  <a:lnTo>
                    <a:pt x="0" y="7413"/>
                  </a:lnTo>
                  <a:lnTo>
                    <a:pt x="2252" y="4808"/>
                  </a:lnTo>
                  <a:lnTo>
                    <a:pt x="2252" y="2404"/>
                  </a:lnTo>
                  <a:lnTo>
                    <a:pt x="4504" y="0"/>
                  </a:lnTo>
                  <a:lnTo>
                    <a:pt x="9196" y="0"/>
                  </a:lnTo>
                  <a:lnTo>
                    <a:pt x="11073" y="0"/>
                  </a:lnTo>
                  <a:lnTo>
                    <a:pt x="13325" y="2404"/>
                  </a:lnTo>
                  <a:lnTo>
                    <a:pt x="13325" y="4808"/>
                  </a:lnTo>
                  <a:lnTo>
                    <a:pt x="15765" y="7413"/>
                  </a:lnTo>
                  <a:close/>
                </a:path>
                <a:path w="15875" h="388619">
                  <a:moveTo>
                    <a:pt x="15765" y="113206"/>
                  </a:moveTo>
                  <a:lnTo>
                    <a:pt x="13325" y="115610"/>
                  </a:lnTo>
                  <a:lnTo>
                    <a:pt x="13325" y="118015"/>
                  </a:lnTo>
                  <a:lnTo>
                    <a:pt x="11073" y="120619"/>
                  </a:lnTo>
                  <a:lnTo>
                    <a:pt x="9196" y="120619"/>
                  </a:lnTo>
                  <a:lnTo>
                    <a:pt x="4504" y="120619"/>
                  </a:lnTo>
                  <a:lnTo>
                    <a:pt x="2252" y="118015"/>
                  </a:lnTo>
                  <a:lnTo>
                    <a:pt x="2252" y="115610"/>
                  </a:lnTo>
                  <a:lnTo>
                    <a:pt x="0" y="113206"/>
                  </a:lnTo>
                  <a:lnTo>
                    <a:pt x="2252" y="108597"/>
                  </a:lnTo>
                  <a:lnTo>
                    <a:pt x="2252" y="106193"/>
                  </a:lnTo>
                  <a:lnTo>
                    <a:pt x="4504" y="106193"/>
                  </a:lnTo>
                  <a:lnTo>
                    <a:pt x="9196" y="106193"/>
                  </a:lnTo>
                  <a:lnTo>
                    <a:pt x="11073" y="106193"/>
                  </a:lnTo>
                  <a:lnTo>
                    <a:pt x="13325" y="106193"/>
                  </a:lnTo>
                  <a:lnTo>
                    <a:pt x="13325" y="108597"/>
                  </a:lnTo>
                  <a:lnTo>
                    <a:pt x="15765" y="113206"/>
                  </a:lnTo>
                  <a:close/>
                </a:path>
                <a:path w="15875" h="388619">
                  <a:moveTo>
                    <a:pt x="15765" y="173917"/>
                  </a:moveTo>
                  <a:lnTo>
                    <a:pt x="15765" y="216995"/>
                  </a:lnTo>
                  <a:lnTo>
                    <a:pt x="13325" y="221804"/>
                  </a:lnTo>
                  <a:lnTo>
                    <a:pt x="13325" y="224409"/>
                  </a:lnTo>
                  <a:lnTo>
                    <a:pt x="11073" y="224409"/>
                  </a:lnTo>
                  <a:lnTo>
                    <a:pt x="9196" y="226813"/>
                  </a:lnTo>
                  <a:lnTo>
                    <a:pt x="4504" y="224409"/>
                  </a:lnTo>
                  <a:lnTo>
                    <a:pt x="2252" y="224409"/>
                  </a:lnTo>
                  <a:lnTo>
                    <a:pt x="2252" y="221804"/>
                  </a:lnTo>
                  <a:lnTo>
                    <a:pt x="0" y="216995"/>
                  </a:lnTo>
                  <a:lnTo>
                    <a:pt x="0" y="173917"/>
                  </a:lnTo>
                  <a:lnTo>
                    <a:pt x="2252" y="168907"/>
                  </a:lnTo>
                  <a:lnTo>
                    <a:pt x="2252" y="166503"/>
                  </a:lnTo>
                  <a:lnTo>
                    <a:pt x="4504" y="166503"/>
                  </a:lnTo>
                  <a:lnTo>
                    <a:pt x="9196" y="166503"/>
                  </a:lnTo>
                  <a:lnTo>
                    <a:pt x="11073" y="166503"/>
                  </a:lnTo>
                  <a:lnTo>
                    <a:pt x="13325" y="166503"/>
                  </a:lnTo>
                  <a:lnTo>
                    <a:pt x="13325" y="168907"/>
                  </a:lnTo>
                  <a:lnTo>
                    <a:pt x="15765" y="173917"/>
                  </a:lnTo>
                  <a:close/>
                </a:path>
                <a:path w="15875" h="388619">
                  <a:moveTo>
                    <a:pt x="15765" y="277305"/>
                  </a:moveTo>
                  <a:lnTo>
                    <a:pt x="13325" y="282114"/>
                  </a:lnTo>
                  <a:lnTo>
                    <a:pt x="13325" y="284719"/>
                  </a:lnTo>
                  <a:lnTo>
                    <a:pt x="11073" y="284719"/>
                  </a:lnTo>
                  <a:lnTo>
                    <a:pt x="9196" y="287123"/>
                  </a:lnTo>
                  <a:lnTo>
                    <a:pt x="4504" y="284719"/>
                  </a:lnTo>
                  <a:lnTo>
                    <a:pt x="2252" y="284719"/>
                  </a:lnTo>
                  <a:lnTo>
                    <a:pt x="2252" y="282114"/>
                  </a:lnTo>
                  <a:lnTo>
                    <a:pt x="0" y="277305"/>
                  </a:lnTo>
                  <a:lnTo>
                    <a:pt x="2252" y="274700"/>
                  </a:lnTo>
                  <a:lnTo>
                    <a:pt x="2252" y="272697"/>
                  </a:lnTo>
                  <a:lnTo>
                    <a:pt x="4504" y="272697"/>
                  </a:lnTo>
                  <a:lnTo>
                    <a:pt x="9196" y="270292"/>
                  </a:lnTo>
                  <a:lnTo>
                    <a:pt x="11073" y="272697"/>
                  </a:lnTo>
                  <a:lnTo>
                    <a:pt x="13325" y="272697"/>
                  </a:lnTo>
                  <a:lnTo>
                    <a:pt x="13325" y="274700"/>
                  </a:lnTo>
                  <a:lnTo>
                    <a:pt x="15765" y="277305"/>
                  </a:lnTo>
                  <a:close/>
                </a:path>
                <a:path w="15875" h="388619">
                  <a:moveTo>
                    <a:pt x="15765" y="337615"/>
                  </a:moveTo>
                  <a:lnTo>
                    <a:pt x="15765" y="381094"/>
                  </a:lnTo>
                  <a:lnTo>
                    <a:pt x="13325" y="383499"/>
                  </a:lnTo>
                  <a:lnTo>
                    <a:pt x="13325" y="385903"/>
                  </a:lnTo>
                  <a:lnTo>
                    <a:pt x="11073" y="388508"/>
                  </a:lnTo>
                  <a:lnTo>
                    <a:pt x="9196" y="388508"/>
                  </a:lnTo>
                  <a:lnTo>
                    <a:pt x="4504" y="388508"/>
                  </a:lnTo>
                  <a:lnTo>
                    <a:pt x="2252" y="385903"/>
                  </a:lnTo>
                  <a:lnTo>
                    <a:pt x="2252" y="383499"/>
                  </a:lnTo>
                  <a:lnTo>
                    <a:pt x="0" y="381094"/>
                  </a:lnTo>
                  <a:lnTo>
                    <a:pt x="0" y="337615"/>
                  </a:lnTo>
                  <a:lnTo>
                    <a:pt x="2252" y="335611"/>
                  </a:lnTo>
                  <a:lnTo>
                    <a:pt x="2252" y="333007"/>
                  </a:lnTo>
                  <a:lnTo>
                    <a:pt x="4504" y="333007"/>
                  </a:lnTo>
                  <a:lnTo>
                    <a:pt x="9196" y="330602"/>
                  </a:lnTo>
                  <a:lnTo>
                    <a:pt x="11073" y="333007"/>
                  </a:lnTo>
                  <a:lnTo>
                    <a:pt x="13325" y="333007"/>
                  </a:lnTo>
                  <a:lnTo>
                    <a:pt x="13325" y="335611"/>
                  </a:lnTo>
                  <a:lnTo>
                    <a:pt x="15765" y="337615"/>
                  </a:lnTo>
                  <a:close/>
                </a:path>
              </a:pathLst>
            </a:custGeom>
            <a:ln w="3175">
              <a:solidFill>
                <a:srgbClr val="000000"/>
              </a:solidFill>
            </a:ln>
          </p:spPr>
          <p:txBody>
            <a:bodyPr wrap="square" lIns="0" tIns="0" rIns="0" bIns="0" rtlCol="0"/>
            <a:lstStyle/>
            <a:p/>
          </p:txBody>
        </p:sp>
        <p:sp>
          <p:nvSpPr>
            <p:cNvPr id="75" name="object 75" descr=""/>
            <p:cNvSpPr/>
            <p:nvPr/>
          </p:nvSpPr>
          <p:spPr>
            <a:xfrm>
              <a:off x="8988840" y="2798514"/>
              <a:ext cx="212090" cy="14604"/>
            </a:xfrm>
            <a:custGeom>
              <a:avLst/>
              <a:gdLst/>
              <a:ahLst/>
              <a:cxnLst/>
              <a:rect l="l" t="t" r="r" b="b"/>
              <a:pathLst>
                <a:path w="212090" h="14605">
                  <a:moveTo>
                    <a:pt x="52177" y="0"/>
                  </a:moveTo>
                  <a:lnTo>
                    <a:pt x="4692" y="0"/>
                  </a:lnTo>
                  <a:lnTo>
                    <a:pt x="2439" y="2003"/>
                  </a:lnTo>
                  <a:lnTo>
                    <a:pt x="0" y="4408"/>
                  </a:lnTo>
                  <a:lnTo>
                    <a:pt x="0" y="9417"/>
                  </a:lnTo>
                  <a:lnTo>
                    <a:pt x="2439" y="11821"/>
                  </a:lnTo>
                  <a:lnTo>
                    <a:pt x="4692" y="14426"/>
                  </a:lnTo>
                  <a:lnTo>
                    <a:pt x="52177" y="14426"/>
                  </a:lnTo>
                  <a:lnTo>
                    <a:pt x="54054" y="11821"/>
                  </a:lnTo>
                  <a:lnTo>
                    <a:pt x="56306" y="9417"/>
                  </a:lnTo>
                  <a:lnTo>
                    <a:pt x="56306" y="4408"/>
                  </a:lnTo>
                  <a:lnTo>
                    <a:pt x="52177" y="0"/>
                  </a:lnTo>
                  <a:close/>
                </a:path>
                <a:path w="212090" h="14605">
                  <a:moveTo>
                    <a:pt x="108296" y="0"/>
                  </a:moveTo>
                  <a:lnTo>
                    <a:pt x="103791" y="0"/>
                  </a:lnTo>
                  <a:lnTo>
                    <a:pt x="101351" y="2003"/>
                  </a:lnTo>
                  <a:lnTo>
                    <a:pt x="99474" y="4408"/>
                  </a:lnTo>
                  <a:lnTo>
                    <a:pt x="99474" y="9417"/>
                  </a:lnTo>
                  <a:lnTo>
                    <a:pt x="101351" y="11821"/>
                  </a:lnTo>
                  <a:lnTo>
                    <a:pt x="103791" y="14426"/>
                  </a:lnTo>
                  <a:lnTo>
                    <a:pt x="108296" y="14426"/>
                  </a:lnTo>
                  <a:lnTo>
                    <a:pt x="112988" y="9417"/>
                  </a:lnTo>
                  <a:lnTo>
                    <a:pt x="112988" y="4408"/>
                  </a:lnTo>
                  <a:lnTo>
                    <a:pt x="110736" y="2003"/>
                  </a:lnTo>
                  <a:lnTo>
                    <a:pt x="108296" y="0"/>
                  </a:lnTo>
                  <a:close/>
                </a:path>
                <a:path w="212090" h="14605">
                  <a:moveTo>
                    <a:pt x="207395" y="0"/>
                  </a:moveTo>
                  <a:lnTo>
                    <a:pt x="160473" y="0"/>
                  </a:lnTo>
                  <a:lnTo>
                    <a:pt x="158033" y="2003"/>
                  </a:lnTo>
                  <a:lnTo>
                    <a:pt x="155781" y="4408"/>
                  </a:lnTo>
                  <a:lnTo>
                    <a:pt x="155781" y="9417"/>
                  </a:lnTo>
                  <a:lnTo>
                    <a:pt x="160473" y="14426"/>
                  </a:lnTo>
                  <a:lnTo>
                    <a:pt x="207395" y="14426"/>
                  </a:lnTo>
                  <a:lnTo>
                    <a:pt x="209648" y="11821"/>
                  </a:lnTo>
                  <a:lnTo>
                    <a:pt x="209648" y="9417"/>
                  </a:lnTo>
                  <a:lnTo>
                    <a:pt x="212088" y="7012"/>
                  </a:lnTo>
                  <a:lnTo>
                    <a:pt x="209648" y="4408"/>
                  </a:lnTo>
                  <a:lnTo>
                    <a:pt x="209648" y="2003"/>
                  </a:lnTo>
                  <a:lnTo>
                    <a:pt x="207395" y="0"/>
                  </a:lnTo>
                  <a:close/>
                </a:path>
              </a:pathLst>
            </a:custGeom>
            <a:solidFill>
              <a:srgbClr val="000000"/>
            </a:solidFill>
          </p:spPr>
          <p:txBody>
            <a:bodyPr wrap="square" lIns="0" tIns="0" rIns="0" bIns="0" rtlCol="0"/>
            <a:lstStyle/>
            <a:p/>
          </p:txBody>
        </p:sp>
        <p:sp>
          <p:nvSpPr>
            <p:cNvPr id="76" name="object 76" descr=""/>
            <p:cNvSpPr/>
            <p:nvPr/>
          </p:nvSpPr>
          <p:spPr>
            <a:xfrm>
              <a:off x="8988840" y="2798514"/>
              <a:ext cx="212090" cy="14604"/>
            </a:xfrm>
            <a:custGeom>
              <a:avLst/>
              <a:gdLst/>
              <a:ahLst/>
              <a:cxnLst/>
              <a:rect l="l" t="t" r="r" b="b"/>
              <a:pathLst>
                <a:path w="212090" h="14605">
                  <a:moveTo>
                    <a:pt x="6944" y="0"/>
                  </a:moveTo>
                  <a:lnTo>
                    <a:pt x="49737" y="0"/>
                  </a:lnTo>
                  <a:lnTo>
                    <a:pt x="56306" y="9417"/>
                  </a:lnTo>
                  <a:lnTo>
                    <a:pt x="54054" y="11821"/>
                  </a:lnTo>
                  <a:lnTo>
                    <a:pt x="52177" y="14426"/>
                  </a:lnTo>
                  <a:lnTo>
                    <a:pt x="49737" y="14426"/>
                  </a:lnTo>
                  <a:lnTo>
                    <a:pt x="6944" y="14426"/>
                  </a:lnTo>
                  <a:lnTo>
                    <a:pt x="4692" y="14426"/>
                  </a:lnTo>
                  <a:lnTo>
                    <a:pt x="2439" y="11821"/>
                  </a:lnTo>
                  <a:lnTo>
                    <a:pt x="0" y="9417"/>
                  </a:lnTo>
                  <a:lnTo>
                    <a:pt x="0" y="7012"/>
                  </a:lnTo>
                  <a:lnTo>
                    <a:pt x="0" y="4408"/>
                  </a:lnTo>
                  <a:lnTo>
                    <a:pt x="2439" y="2003"/>
                  </a:lnTo>
                  <a:lnTo>
                    <a:pt x="4692" y="0"/>
                  </a:lnTo>
                  <a:lnTo>
                    <a:pt x="6944" y="0"/>
                  </a:lnTo>
                  <a:close/>
                </a:path>
                <a:path w="212090" h="14605">
                  <a:moveTo>
                    <a:pt x="106044" y="0"/>
                  </a:moveTo>
                  <a:lnTo>
                    <a:pt x="108296" y="0"/>
                  </a:lnTo>
                  <a:lnTo>
                    <a:pt x="110736" y="2003"/>
                  </a:lnTo>
                  <a:lnTo>
                    <a:pt x="112988" y="4408"/>
                  </a:lnTo>
                  <a:lnTo>
                    <a:pt x="112988" y="7012"/>
                  </a:lnTo>
                  <a:lnTo>
                    <a:pt x="112988" y="9417"/>
                  </a:lnTo>
                  <a:lnTo>
                    <a:pt x="110736" y="11821"/>
                  </a:lnTo>
                  <a:lnTo>
                    <a:pt x="108296" y="14426"/>
                  </a:lnTo>
                  <a:lnTo>
                    <a:pt x="106044" y="14426"/>
                  </a:lnTo>
                  <a:lnTo>
                    <a:pt x="103791" y="14426"/>
                  </a:lnTo>
                  <a:lnTo>
                    <a:pt x="101351" y="11821"/>
                  </a:lnTo>
                  <a:lnTo>
                    <a:pt x="99474" y="9417"/>
                  </a:lnTo>
                  <a:lnTo>
                    <a:pt x="99474" y="7012"/>
                  </a:lnTo>
                  <a:lnTo>
                    <a:pt x="99474" y="4408"/>
                  </a:lnTo>
                  <a:lnTo>
                    <a:pt x="101351" y="2003"/>
                  </a:lnTo>
                  <a:lnTo>
                    <a:pt x="103791" y="0"/>
                  </a:lnTo>
                  <a:lnTo>
                    <a:pt x="106044" y="0"/>
                  </a:lnTo>
                  <a:close/>
                </a:path>
                <a:path w="212090" h="14605">
                  <a:moveTo>
                    <a:pt x="162350" y="0"/>
                  </a:moveTo>
                  <a:lnTo>
                    <a:pt x="205519" y="0"/>
                  </a:lnTo>
                  <a:lnTo>
                    <a:pt x="207395" y="0"/>
                  </a:lnTo>
                  <a:lnTo>
                    <a:pt x="209648" y="2003"/>
                  </a:lnTo>
                  <a:lnTo>
                    <a:pt x="209648" y="4408"/>
                  </a:lnTo>
                  <a:lnTo>
                    <a:pt x="212088" y="7012"/>
                  </a:lnTo>
                  <a:lnTo>
                    <a:pt x="209648" y="9417"/>
                  </a:lnTo>
                  <a:lnTo>
                    <a:pt x="209648" y="11821"/>
                  </a:lnTo>
                  <a:lnTo>
                    <a:pt x="207395" y="14426"/>
                  </a:lnTo>
                  <a:lnTo>
                    <a:pt x="205519" y="14426"/>
                  </a:lnTo>
                  <a:lnTo>
                    <a:pt x="162350" y="14426"/>
                  </a:lnTo>
                  <a:lnTo>
                    <a:pt x="160473" y="14426"/>
                  </a:lnTo>
                  <a:lnTo>
                    <a:pt x="158033" y="11821"/>
                  </a:lnTo>
                  <a:lnTo>
                    <a:pt x="155781" y="9417"/>
                  </a:lnTo>
                  <a:lnTo>
                    <a:pt x="155781" y="7012"/>
                  </a:lnTo>
                  <a:lnTo>
                    <a:pt x="155781" y="4408"/>
                  </a:lnTo>
                  <a:lnTo>
                    <a:pt x="158033" y="2003"/>
                  </a:lnTo>
                  <a:lnTo>
                    <a:pt x="160473" y="0"/>
                  </a:lnTo>
                  <a:lnTo>
                    <a:pt x="162350" y="0"/>
                  </a:lnTo>
                  <a:close/>
                </a:path>
              </a:pathLst>
            </a:custGeom>
            <a:ln w="3175">
              <a:solidFill>
                <a:srgbClr val="000000"/>
              </a:solidFill>
            </a:ln>
          </p:spPr>
          <p:txBody>
            <a:bodyPr wrap="square" lIns="0" tIns="0" rIns="0" bIns="0" rtlCol="0"/>
            <a:lstStyle/>
            <a:p/>
          </p:txBody>
        </p:sp>
        <p:sp>
          <p:nvSpPr>
            <p:cNvPr id="77" name="object 77" descr=""/>
            <p:cNvSpPr/>
            <p:nvPr/>
          </p:nvSpPr>
          <p:spPr>
            <a:xfrm>
              <a:off x="5401171" y="2491554"/>
              <a:ext cx="2921635" cy="374015"/>
            </a:xfrm>
            <a:custGeom>
              <a:avLst/>
              <a:gdLst/>
              <a:ahLst/>
              <a:cxnLst/>
              <a:rect l="l" t="t" r="r" b="b"/>
              <a:pathLst>
                <a:path w="2921634" h="374014">
                  <a:moveTo>
                    <a:pt x="0" y="123024"/>
                  </a:moveTo>
                  <a:lnTo>
                    <a:pt x="0" y="0"/>
                  </a:lnTo>
                </a:path>
                <a:path w="2921634" h="374014">
                  <a:moveTo>
                    <a:pt x="0" y="0"/>
                  </a:moveTo>
                  <a:lnTo>
                    <a:pt x="117117" y="0"/>
                  </a:lnTo>
                </a:path>
                <a:path w="2921634" h="374014">
                  <a:moveTo>
                    <a:pt x="2132143" y="123024"/>
                  </a:moveTo>
                  <a:lnTo>
                    <a:pt x="2132143" y="373681"/>
                  </a:lnTo>
                </a:path>
                <a:path w="2921634" h="374014">
                  <a:moveTo>
                    <a:pt x="2132143" y="373681"/>
                  </a:moveTo>
                  <a:lnTo>
                    <a:pt x="2802004" y="373681"/>
                  </a:lnTo>
                </a:path>
                <a:path w="2921634" h="374014">
                  <a:moveTo>
                    <a:pt x="2802004" y="373681"/>
                  </a:moveTo>
                  <a:lnTo>
                    <a:pt x="2802004" y="185337"/>
                  </a:lnTo>
                </a:path>
                <a:path w="2921634" h="374014">
                  <a:moveTo>
                    <a:pt x="2802004" y="185337"/>
                  </a:moveTo>
                  <a:lnTo>
                    <a:pt x="2921561" y="185337"/>
                  </a:lnTo>
                </a:path>
              </a:pathLst>
            </a:custGeom>
            <a:ln w="13937">
              <a:solidFill>
                <a:srgbClr val="000000"/>
              </a:solidFill>
            </a:ln>
          </p:spPr>
          <p:txBody>
            <a:bodyPr wrap="square" lIns="0" tIns="0" rIns="0" bIns="0" rtlCol="0"/>
            <a:lstStyle/>
            <a:p/>
          </p:txBody>
        </p:sp>
        <p:pic>
          <p:nvPicPr>
            <p:cNvPr id="78" name="object 78" descr=""/>
            <p:cNvPicPr/>
            <p:nvPr/>
          </p:nvPicPr>
          <p:blipFill>
            <a:blip r:embed="rId5" cstate="print"/>
            <a:stretch>
              <a:fillRect/>
            </a:stretch>
          </p:blipFill>
          <p:spPr>
            <a:xfrm>
              <a:off x="6188713" y="2240457"/>
              <a:ext cx="198518" cy="810717"/>
            </a:xfrm>
            <a:prstGeom prst="rect">
              <a:avLst/>
            </a:prstGeom>
          </p:spPr>
        </p:pic>
        <p:sp>
          <p:nvSpPr>
            <p:cNvPr id="79" name="object 79" descr=""/>
            <p:cNvSpPr/>
            <p:nvPr/>
          </p:nvSpPr>
          <p:spPr>
            <a:xfrm>
              <a:off x="6190965" y="2240457"/>
              <a:ext cx="196215" cy="810895"/>
            </a:xfrm>
            <a:custGeom>
              <a:avLst/>
              <a:gdLst/>
              <a:ahLst/>
              <a:cxnLst/>
              <a:rect l="l" t="t" r="r" b="b"/>
              <a:pathLst>
                <a:path w="196214" h="810894">
                  <a:moveTo>
                    <a:pt x="0" y="810717"/>
                  </a:moveTo>
                  <a:lnTo>
                    <a:pt x="196190" y="810717"/>
                  </a:lnTo>
                  <a:lnTo>
                    <a:pt x="196190" y="0"/>
                  </a:lnTo>
                  <a:lnTo>
                    <a:pt x="0" y="0"/>
                  </a:lnTo>
                  <a:lnTo>
                    <a:pt x="0" y="810717"/>
                  </a:lnTo>
                  <a:close/>
                </a:path>
              </a:pathLst>
            </a:custGeom>
            <a:ln w="13532">
              <a:solidFill>
                <a:srgbClr val="000000"/>
              </a:solidFill>
            </a:ln>
          </p:spPr>
          <p:txBody>
            <a:bodyPr wrap="square" lIns="0" tIns="0" rIns="0" bIns="0" rtlCol="0"/>
            <a:lstStyle/>
            <a:p/>
          </p:txBody>
        </p:sp>
        <p:pic>
          <p:nvPicPr>
            <p:cNvPr id="80" name="object 80" descr=""/>
            <p:cNvPicPr/>
            <p:nvPr/>
          </p:nvPicPr>
          <p:blipFill>
            <a:blip r:embed="rId4" cstate="print"/>
            <a:stretch>
              <a:fillRect/>
            </a:stretch>
          </p:blipFill>
          <p:spPr>
            <a:xfrm>
              <a:off x="5123580" y="2240457"/>
              <a:ext cx="198518" cy="810717"/>
            </a:xfrm>
            <a:prstGeom prst="rect">
              <a:avLst/>
            </a:prstGeom>
          </p:spPr>
        </p:pic>
        <p:sp>
          <p:nvSpPr>
            <p:cNvPr id="81" name="object 81" descr=""/>
            <p:cNvSpPr/>
            <p:nvPr/>
          </p:nvSpPr>
          <p:spPr>
            <a:xfrm>
              <a:off x="5123580" y="2240457"/>
              <a:ext cx="198755" cy="810895"/>
            </a:xfrm>
            <a:custGeom>
              <a:avLst/>
              <a:gdLst/>
              <a:ahLst/>
              <a:cxnLst/>
              <a:rect l="l" t="t" r="r" b="b"/>
              <a:pathLst>
                <a:path w="198754" h="810894">
                  <a:moveTo>
                    <a:pt x="0" y="810717"/>
                  </a:moveTo>
                  <a:lnTo>
                    <a:pt x="198518" y="810717"/>
                  </a:lnTo>
                  <a:lnTo>
                    <a:pt x="198518" y="0"/>
                  </a:lnTo>
                  <a:lnTo>
                    <a:pt x="0" y="0"/>
                  </a:lnTo>
                  <a:lnTo>
                    <a:pt x="0" y="810717"/>
                  </a:lnTo>
                  <a:close/>
                </a:path>
              </a:pathLst>
            </a:custGeom>
            <a:ln w="13533">
              <a:solidFill>
                <a:srgbClr val="000000"/>
              </a:solidFill>
            </a:ln>
          </p:spPr>
          <p:txBody>
            <a:bodyPr wrap="square" lIns="0" tIns="0" rIns="0" bIns="0" rtlCol="0"/>
            <a:lstStyle/>
            <a:p/>
          </p:txBody>
        </p:sp>
        <p:pic>
          <p:nvPicPr>
            <p:cNvPr id="82" name="object 82" descr=""/>
            <p:cNvPicPr/>
            <p:nvPr/>
          </p:nvPicPr>
          <p:blipFill>
            <a:blip r:embed="rId5" cstate="print"/>
            <a:stretch>
              <a:fillRect/>
            </a:stretch>
          </p:blipFill>
          <p:spPr>
            <a:xfrm>
              <a:off x="8320293" y="2240457"/>
              <a:ext cx="198987" cy="810717"/>
            </a:xfrm>
            <a:prstGeom prst="rect">
              <a:avLst/>
            </a:prstGeom>
          </p:spPr>
        </p:pic>
        <p:sp>
          <p:nvSpPr>
            <p:cNvPr id="83" name="object 83" descr=""/>
            <p:cNvSpPr/>
            <p:nvPr/>
          </p:nvSpPr>
          <p:spPr>
            <a:xfrm>
              <a:off x="7296076" y="2240457"/>
              <a:ext cx="1223645" cy="1443355"/>
            </a:xfrm>
            <a:custGeom>
              <a:avLst/>
              <a:gdLst/>
              <a:ahLst/>
              <a:cxnLst/>
              <a:rect l="l" t="t" r="r" b="b"/>
              <a:pathLst>
                <a:path w="1223645" h="1443354">
                  <a:moveTo>
                    <a:pt x="1026657" y="810717"/>
                  </a:moveTo>
                  <a:lnTo>
                    <a:pt x="1223317" y="810717"/>
                  </a:lnTo>
                  <a:lnTo>
                    <a:pt x="1223317" y="0"/>
                  </a:lnTo>
                  <a:lnTo>
                    <a:pt x="1026656" y="0"/>
                  </a:lnTo>
                  <a:lnTo>
                    <a:pt x="1026657" y="810717"/>
                  </a:lnTo>
                  <a:close/>
                </a:path>
                <a:path w="1223645" h="1443354">
                  <a:moveTo>
                    <a:pt x="0" y="1442870"/>
                  </a:moveTo>
                  <a:lnTo>
                    <a:pt x="433373" y="1442870"/>
                  </a:lnTo>
                </a:path>
                <a:path w="1223645" h="1443354">
                  <a:moveTo>
                    <a:pt x="38663" y="1124089"/>
                  </a:moveTo>
                  <a:lnTo>
                    <a:pt x="431120" y="1119681"/>
                  </a:lnTo>
                </a:path>
              </a:pathLst>
            </a:custGeom>
            <a:ln w="13937">
              <a:solidFill>
                <a:srgbClr val="000000"/>
              </a:solidFill>
            </a:ln>
          </p:spPr>
          <p:txBody>
            <a:bodyPr wrap="square" lIns="0" tIns="0" rIns="0" bIns="0" rtlCol="0"/>
            <a:lstStyle/>
            <a:p/>
          </p:txBody>
        </p:sp>
      </p:grpSp>
      <p:sp>
        <p:nvSpPr>
          <p:cNvPr id="84" name="object 84" descr=""/>
          <p:cNvSpPr txBox="1"/>
          <p:nvPr/>
        </p:nvSpPr>
        <p:spPr>
          <a:xfrm>
            <a:off x="5518289" y="3302192"/>
            <a:ext cx="474345" cy="374015"/>
          </a:xfrm>
          <a:prstGeom prst="rect">
            <a:avLst/>
          </a:prstGeom>
          <a:ln w="14071">
            <a:solidFill>
              <a:srgbClr val="000000"/>
            </a:solidFill>
          </a:ln>
        </p:spPr>
        <p:txBody>
          <a:bodyPr wrap="square" lIns="0" tIns="80010" rIns="0" bIns="0" rtlCol="0" vert="horz">
            <a:spAutoFit/>
          </a:bodyPr>
          <a:lstStyle/>
          <a:p>
            <a:pPr marL="137160">
              <a:lnSpc>
                <a:spcPct val="100000"/>
              </a:lnSpc>
              <a:spcBef>
                <a:spcPts val="630"/>
              </a:spcBef>
            </a:pPr>
            <a:r>
              <a:rPr dirty="0" sz="1400" spc="-25">
                <a:latin typeface="Times New Roman"/>
                <a:cs typeface="Times New Roman"/>
              </a:rPr>
              <a:t>IM</a:t>
            </a:r>
            <a:endParaRPr sz="1400">
              <a:latin typeface="Times New Roman"/>
              <a:cs typeface="Times New Roman"/>
            </a:endParaRPr>
          </a:p>
        </p:txBody>
      </p:sp>
      <p:sp>
        <p:nvSpPr>
          <p:cNvPr id="85" name="object 85" descr=""/>
          <p:cNvSpPr txBox="1"/>
          <p:nvPr/>
        </p:nvSpPr>
        <p:spPr>
          <a:xfrm>
            <a:off x="6669822" y="3351126"/>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sp>
        <p:nvSpPr>
          <p:cNvPr id="86" name="object 86" descr=""/>
          <p:cNvSpPr/>
          <p:nvPr/>
        </p:nvSpPr>
        <p:spPr>
          <a:xfrm>
            <a:off x="7729449" y="3113889"/>
            <a:ext cx="0" cy="231775"/>
          </a:xfrm>
          <a:custGeom>
            <a:avLst/>
            <a:gdLst/>
            <a:ahLst/>
            <a:cxnLst/>
            <a:rect l="l" t="t" r="r" b="b"/>
            <a:pathLst>
              <a:path w="0" h="231775">
                <a:moveTo>
                  <a:pt x="0" y="0"/>
                </a:moveTo>
                <a:lnTo>
                  <a:pt x="0" y="231421"/>
                </a:lnTo>
              </a:path>
            </a:pathLst>
          </a:custGeom>
          <a:ln w="13482">
            <a:solidFill>
              <a:srgbClr val="000000"/>
            </a:solidFill>
          </a:ln>
        </p:spPr>
        <p:txBody>
          <a:bodyPr wrap="square" lIns="0" tIns="0" rIns="0" bIns="0" rtlCol="0"/>
          <a:lstStyle/>
          <a:p/>
        </p:txBody>
      </p:sp>
      <p:sp>
        <p:nvSpPr>
          <p:cNvPr id="87" name="object 87" descr=""/>
          <p:cNvSpPr/>
          <p:nvPr/>
        </p:nvSpPr>
        <p:spPr>
          <a:xfrm>
            <a:off x="7729449" y="3113889"/>
            <a:ext cx="316230" cy="810895"/>
          </a:xfrm>
          <a:custGeom>
            <a:avLst/>
            <a:gdLst/>
            <a:ahLst/>
            <a:cxnLst/>
            <a:rect l="l" t="t" r="r" b="b"/>
            <a:pathLst>
              <a:path w="316229" h="810895">
                <a:moveTo>
                  <a:pt x="315692" y="173516"/>
                </a:moveTo>
                <a:lnTo>
                  <a:pt x="315692" y="636760"/>
                </a:lnTo>
              </a:path>
              <a:path w="316229" h="810895">
                <a:moveTo>
                  <a:pt x="0" y="0"/>
                </a:moveTo>
                <a:lnTo>
                  <a:pt x="315692" y="173516"/>
                </a:lnTo>
              </a:path>
              <a:path w="316229" h="810895">
                <a:moveTo>
                  <a:pt x="315692" y="636760"/>
                </a:moveTo>
                <a:lnTo>
                  <a:pt x="0" y="810777"/>
                </a:lnTo>
              </a:path>
              <a:path w="316229" h="810895">
                <a:moveTo>
                  <a:pt x="0" y="578855"/>
                </a:moveTo>
                <a:lnTo>
                  <a:pt x="0" y="810777"/>
                </a:lnTo>
              </a:path>
              <a:path w="316229" h="810895">
                <a:moveTo>
                  <a:pt x="0" y="231421"/>
                </a:moveTo>
                <a:lnTo>
                  <a:pt x="94782" y="405338"/>
                </a:lnTo>
              </a:path>
              <a:path w="316229" h="810895">
                <a:moveTo>
                  <a:pt x="94782" y="405338"/>
                </a:moveTo>
                <a:lnTo>
                  <a:pt x="0" y="578855"/>
                </a:lnTo>
              </a:path>
            </a:pathLst>
          </a:custGeom>
          <a:ln w="13937">
            <a:solidFill>
              <a:srgbClr val="000000"/>
            </a:solidFill>
          </a:ln>
        </p:spPr>
        <p:txBody>
          <a:bodyPr wrap="square" lIns="0" tIns="0" rIns="0" bIns="0" rtlCol="0"/>
          <a:lstStyle/>
          <a:p/>
        </p:txBody>
      </p:sp>
      <p:sp>
        <p:nvSpPr>
          <p:cNvPr id="88" name="object 88" descr=""/>
          <p:cNvSpPr txBox="1"/>
          <p:nvPr/>
        </p:nvSpPr>
        <p:spPr>
          <a:xfrm>
            <a:off x="7797061" y="3298949"/>
            <a:ext cx="213995" cy="399415"/>
          </a:xfrm>
          <a:prstGeom prst="rect">
            <a:avLst/>
          </a:prstGeom>
        </p:spPr>
        <p:txBody>
          <a:bodyPr wrap="square" lIns="0" tIns="0" rIns="0" bIns="0" rtlCol="0" vert="vert">
            <a:spAutoFit/>
          </a:bodyPr>
          <a:lstStyle/>
          <a:p>
            <a:pPr marL="12700">
              <a:lnSpc>
                <a:spcPts val="1555"/>
              </a:lnSpc>
            </a:pPr>
            <a:r>
              <a:rPr dirty="0" sz="1300" spc="55">
                <a:latin typeface="Times New Roman"/>
                <a:cs typeface="Times New Roman"/>
              </a:rPr>
              <a:t>ALU</a:t>
            </a:r>
            <a:endParaRPr sz="1300">
              <a:latin typeface="Times New Roman"/>
              <a:cs typeface="Times New Roman"/>
            </a:endParaRPr>
          </a:p>
        </p:txBody>
      </p:sp>
      <p:sp>
        <p:nvSpPr>
          <p:cNvPr id="89" name="object 89" descr=""/>
          <p:cNvSpPr txBox="1"/>
          <p:nvPr/>
        </p:nvSpPr>
        <p:spPr>
          <a:xfrm>
            <a:off x="8840441" y="3351127"/>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40">
                <a:latin typeface="Times New Roman"/>
                <a:cs typeface="Times New Roman"/>
              </a:rPr>
              <a:t>DM</a:t>
            </a:r>
            <a:endParaRPr sz="1400">
              <a:latin typeface="Times New Roman"/>
              <a:cs typeface="Times New Roman"/>
            </a:endParaRPr>
          </a:p>
        </p:txBody>
      </p:sp>
      <p:grpSp>
        <p:nvGrpSpPr>
          <p:cNvPr id="90" name="object 90" descr=""/>
          <p:cNvGrpSpPr/>
          <p:nvPr/>
        </p:nvGrpSpPr>
        <p:grpSpPr>
          <a:xfrm>
            <a:off x="5984713" y="3106964"/>
            <a:ext cx="3608704" cy="1457325"/>
            <a:chOff x="5984713" y="3106964"/>
            <a:chExt cx="3608704" cy="1457325"/>
          </a:xfrm>
        </p:grpSpPr>
        <p:sp>
          <p:nvSpPr>
            <p:cNvPr id="91" name="object 91" descr=""/>
            <p:cNvSpPr/>
            <p:nvPr/>
          </p:nvSpPr>
          <p:spPr>
            <a:xfrm>
              <a:off x="5992015" y="3302192"/>
              <a:ext cx="3199765" cy="374015"/>
            </a:xfrm>
            <a:custGeom>
              <a:avLst/>
              <a:gdLst/>
              <a:ahLst/>
              <a:cxnLst/>
              <a:rect l="l" t="t" r="r" b="b"/>
              <a:pathLst>
                <a:path w="3199765" h="374014">
                  <a:moveTo>
                    <a:pt x="0" y="185377"/>
                  </a:moveTo>
                  <a:lnTo>
                    <a:pt x="198949" y="185377"/>
                  </a:lnTo>
                </a:path>
                <a:path w="3199765" h="374014">
                  <a:moveTo>
                    <a:pt x="2725802" y="373721"/>
                  </a:moveTo>
                  <a:lnTo>
                    <a:pt x="3199547" y="373721"/>
                  </a:lnTo>
                  <a:lnTo>
                    <a:pt x="3199547" y="0"/>
                  </a:lnTo>
                  <a:lnTo>
                    <a:pt x="2725802" y="0"/>
                  </a:lnTo>
                  <a:lnTo>
                    <a:pt x="2725802" y="373721"/>
                  </a:lnTo>
                  <a:close/>
                </a:path>
                <a:path w="3199765" h="374014">
                  <a:moveTo>
                    <a:pt x="395272" y="185377"/>
                  </a:moveTo>
                  <a:lnTo>
                    <a:pt x="593659" y="185377"/>
                  </a:lnTo>
                </a:path>
                <a:path w="3199765" h="374014">
                  <a:moveTo>
                    <a:pt x="1067573" y="108437"/>
                  </a:moveTo>
                  <a:lnTo>
                    <a:pt x="1263707" y="108437"/>
                  </a:lnTo>
                </a:path>
                <a:path w="3199765" h="374014">
                  <a:moveTo>
                    <a:pt x="1067573" y="286762"/>
                  </a:moveTo>
                  <a:lnTo>
                    <a:pt x="1263707" y="286762"/>
                  </a:lnTo>
                </a:path>
                <a:path w="3199765" h="374014">
                  <a:moveTo>
                    <a:pt x="830334" y="40"/>
                  </a:moveTo>
                  <a:lnTo>
                    <a:pt x="1067573" y="40"/>
                  </a:lnTo>
                </a:path>
                <a:path w="3199765" h="374014">
                  <a:moveTo>
                    <a:pt x="1067573" y="40"/>
                  </a:moveTo>
                  <a:lnTo>
                    <a:pt x="1067573" y="373721"/>
                  </a:lnTo>
                </a:path>
                <a:path w="3199765" h="374014">
                  <a:moveTo>
                    <a:pt x="830334" y="373721"/>
                  </a:moveTo>
                  <a:lnTo>
                    <a:pt x="1067573" y="373721"/>
                  </a:lnTo>
                </a:path>
              </a:pathLst>
            </a:custGeom>
            <a:ln w="13937">
              <a:solidFill>
                <a:srgbClr val="000000"/>
              </a:solidFill>
            </a:ln>
          </p:spPr>
          <p:txBody>
            <a:bodyPr wrap="square" lIns="0" tIns="0" rIns="0" bIns="0" rtlCol="0"/>
            <a:lstStyle/>
            <a:p/>
          </p:txBody>
        </p:sp>
        <p:sp>
          <p:nvSpPr>
            <p:cNvPr id="92" name="object 92" descr=""/>
            <p:cNvSpPr/>
            <p:nvPr/>
          </p:nvSpPr>
          <p:spPr>
            <a:xfrm>
              <a:off x="6579293" y="3295420"/>
              <a:ext cx="269240" cy="17145"/>
            </a:xfrm>
            <a:custGeom>
              <a:avLst/>
              <a:gdLst/>
              <a:ahLst/>
              <a:cxnLst/>
              <a:rect l="l" t="t" r="r" b="b"/>
              <a:pathLst>
                <a:path w="269240" h="17145">
                  <a:moveTo>
                    <a:pt x="51989" y="14225"/>
                  </a:moveTo>
                  <a:lnTo>
                    <a:pt x="4692" y="14225"/>
                  </a:lnTo>
                  <a:lnTo>
                    <a:pt x="9196" y="16830"/>
                  </a:lnTo>
                  <a:lnTo>
                    <a:pt x="49737" y="16830"/>
                  </a:lnTo>
                  <a:lnTo>
                    <a:pt x="51989" y="14225"/>
                  </a:lnTo>
                  <a:close/>
                </a:path>
                <a:path w="269240" h="17145">
                  <a:moveTo>
                    <a:pt x="54429" y="2404"/>
                  </a:moveTo>
                  <a:lnTo>
                    <a:pt x="2252" y="2404"/>
                  </a:lnTo>
                  <a:lnTo>
                    <a:pt x="2252" y="4808"/>
                  </a:lnTo>
                  <a:lnTo>
                    <a:pt x="0" y="9817"/>
                  </a:lnTo>
                  <a:lnTo>
                    <a:pt x="2252" y="11821"/>
                  </a:lnTo>
                  <a:lnTo>
                    <a:pt x="2252" y="14225"/>
                  </a:lnTo>
                  <a:lnTo>
                    <a:pt x="54429" y="14225"/>
                  </a:lnTo>
                  <a:lnTo>
                    <a:pt x="56681" y="11821"/>
                  </a:lnTo>
                  <a:lnTo>
                    <a:pt x="56681" y="4808"/>
                  </a:lnTo>
                  <a:lnTo>
                    <a:pt x="54429" y="2404"/>
                  </a:lnTo>
                  <a:close/>
                </a:path>
                <a:path w="269240" h="17145">
                  <a:moveTo>
                    <a:pt x="49737" y="0"/>
                  </a:moveTo>
                  <a:lnTo>
                    <a:pt x="9196" y="0"/>
                  </a:lnTo>
                  <a:lnTo>
                    <a:pt x="4692" y="2404"/>
                  </a:lnTo>
                  <a:lnTo>
                    <a:pt x="51989" y="2404"/>
                  </a:lnTo>
                  <a:lnTo>
                    <a:pt x="49737" y="0"/>
                  </a:lnTo>
                  <a:close/>
                </a:path>
                <a:path w="269240" h="17145">
                  <a:moveTo>
                    <a:pt x="110548" y="14225"/>
                  </a:moveTo>
                  <a:lnTo>
                    <a:pt x="104167" y="14225"/>
                  </a:lnTo>
                  <a:lnTo>
                    <a:pt x="106044" y="16830"/>
                  </a:lnTo>
                  <a:lnTo>
                    <a:pt x="110548" y="14225"/>
                  </a:lnTo>
                  <a:close/>
                </a:path>
                <a:path w="269240" h="17145">
                  <a:moveTo>
                    <a:pt x="112988" y="2404"/>
                  </a:moveTo>
                  <a:lnTo>
                    <a:pt x="101727" y="2404"/>
                  </a:lnTo>
                  <a:lnTo>
                    <a:pt x="99474" y="4808"/>
                  </a:lnTo>
                  <a:lnTo>
                    <a:pt x="99474" y="11821"/>
                  </a:lnTo>
                  <a:lnTo>
                    <a:pt x="101727" y="14225"/>
                  </a:lnTo>
                  <a:lnTo>
                    <a:pt x="112988" y="14225"/>
                  </a:lnTo>
                  <a:lnTo>
                    <a:pt x="112988" y="11821"/>
                  </a:lnTo>
                  <a:lnTo>
                    <a:pt x="115240" y="9817"/>
                  </a:lnTo>
                  <a:lnTo>
                    <a:pt x="112988" y="4808"/>
                  </a:lnTo>
                  <a:lnTo>
                    <a:pt x="112988" y="2404"/>
                  </a:lnTo>
                  <a:close/>
                </a:path>
                <a:path w="269240" h="17145">
                  <a:moveTo>
                    <a:pt x="106044" y="0"/>
                  </a:moveTo>
                  <a:lnTo>
                    <a:pt x="104167" y="2404"/>
                  </a:lnTo>
                  <a:lnTo>
                    <a:pt x="110548" y="2404"/>
                  </a:lnTo>
                  <a:lnTo>
                    <a:pt x="106044" y="0"/>
                  </a:lnTo>
                  <a:close/>
                </a:path>
                <a:path w="269240" h="17145">
                  <a:moveTo>
                    <a:pt x="207771" y="14225"/>
                  </a:moveTo>
                  <a:lnTo>
                    <a:pt x="160286" y="14225"/>
                  </a:lnTo>
                  <a:lnTo>
                    <a:pt x="162726" y="16830"/>
                  </a:lnTo>
                  <a:lnTo>
                    <a:pt x="205519" y="16830"/>
                  </a:lnTo>
                  <a:lnTo>
                    <a:pt x="207771" y="14225"/>
                  </a:lnTo>
                  <a:close/>
                </a:path>
                <a:path w="269240" h="17145">
                  <a:moveTo>
                    <a:pt x="210023" y="2404"/>
                  </a:moveTo>
                  <a:lnTo>
                    <a:pt x="158033" y="2404"/>
                  </a:lnTo>
                  <a:lnTo>
                    <a:pt x="158033" y="4808"/>
                  </a:lnTo>
                  <a:lnTo>
                    <a:pt x="155781" y="9817"/>
                  </a:lnTo>
                  <a:lnTo>
                    <a:pt x="158033" y="11821"/>
                  </a:lnTo>
                  <a:lnTo>
                    <a:pt x="158033" y="14225"/>
                  </a:lnTo>
                  <a:lnTo>
                    <a:pt x="210023" y="14225"/>
                  </a:lnTo>
                  <a:lnTo>
                    <a:pt x="211900" y="11821"/>
                  </a:lnTo>
                  <a:lnTo>
                    <a:pt x="211900" y="4808"/>
                  </a:lnTo>
                  <a:lnTo>
                    <a:pt x="210023" y="2404"/>
                  </a:lnTo>
                  <a:close/>
                </a:path>
                <a:path w="269240" h="17145">
                  <a:moveTo>
                    <a:pt x="205519" y="0"/>
                  </a:moveTo>
                  <a:lnTo>
                    <a:pt x="162726" y="0"/>
                  </a:lnTo>
                  <a:lnTo>
                    <a:pt x="160286" y="2404"/>
                  </a:lnTo>
                  <a:lnTo>
                    <a:pt x="207771" y="2404"/>
                  </a:lnTo>
                  <a:lnTo>
                    <a:pt x="205519" y="0"/>
                  </a:lnTo>
                  <a:close/>
                </a:path>
                <a:path w="269240" h="17145">
                  <a:moveTo>
                    <a:pt x="264077" y="14225"/>
                  </a:moveTo>
                  <a:lnTo>
                    <a:pt x="259385" y="14225"/>
                  </a:lnTo>
                  <a:lnTo>
                    <a:pt x="261637" y="16830"/>
                  </a:lnTo>
                  <a:lnTo>
                    <a:pt x="264077" y="14225"/>
                  </a:lnTo>
                  <a:close/>
                </a:path>
                <a:path w="269240" h="17145">
                  <a:moveTo>
                    <a:pt x="266330" y="2404"/>
                  </a:moveTo>
                  <a:lnTo>
                    <a:pt x="257508" y="2404"/>
                  </a:lnTo>
                  <a:lnTo>
                    <a:pt x="255256" y="4808"/>
                  </a:lnTo>
                  <a:lnTo>
                    <a:pt x="255256" y="11821"/>
                  </a:lnTo>
                  <a:lnTo>
                    <a:pt x="257508" y="14225"/>
                  </a:lnTo>
                  <a:lnTo>
                    <a:pt x="266330" y="14225"/>
                  </a:lnTo>
                  <a:lnTo>
                    <a:pt x="268770" y="11821"/>
                  </a:lnTo>
                  <a:lnTo>
                    <a:pt x="268770" y="4808"/>
                  </a:lnTo>
                  <a:lnTo>
                    <a:pt x="266330" y="2404"/>
                  </a:lnTo>
                  <a:close/>
                </a:path>
                <a:path w="269240" h="17145">
                  <a:moveTo>
                    <a:pt x="261637" y="0"/>
                  </a:moveTo>
                  <a:lnTo>
                    <a:pt x="259385" y="2404"/>
                  </a:lnTo>
                  <a:lnTo>
                    <a:pt x="264077" y="2404"/>
                  </a:lnTo>
                  <a:lnTo>
                    <a:pt x="261637" y="0"/>
                  </a:lnTo>
                  <a:close/>
                </a:path>
              </a:pathLst>
            </a:custGeom>
            <a:solidFill>
              <a:srgbClr val="000000"/>
            </a:solidFill>
          </p:spPr>
          <p:txBody>
            <a:bodyPr wrap="square" lIns="0" tIns="0" rIns="0" bIns="0" rtlCol="0"/>
            <a:lstStyle/>
            <a:p/>
          </p:txBody>
        </p:sp>
        <p:sp>
          <p:nvSpPr>
            <p:cNvPr id="93" name="object 93" descr=""/>
            <p:cNvSpPr/>
            <p:nvPr/>
          </p:nvSpPr>
          <p:spPr>
            <a:xfrm>
              <a:off x="6579293" y="3295420"/>
              <a:ext cx="269240" cy="17145"/>
            </a:xfrm>
            <a:custGeom>
              <a:avLst/>
              <a:gdLst/>
              <a:ahLst/>
              <a:cxnLst/>
              <a:rect l="l" t="t" r="r" b="b"/>
              <a:pathLst>
                <a:path w="269240" h="17145">
                  <a:moveTo>
                    <a:pt x="9196" y="0"/>
                  </a:moveTo>
                  <a:lnTo>
                    <a:pt x="49737" y="0"/>
                  </a:lnTo>
                  <a:lnTo>
                    <a:pt x="51989" y="2404"/>
                  </a:lnTo>
                  <a:lnTo>
                    <a:pt x="54429" y="2404"/>
                  </a:lnTo>
                  <a:lnTo>
                    <a:pt x="56681" y="4808"/>
                  </a:lnTo>
                  <a:lnTo>
                    <a:pt x="56681" y="9817"/>
                  </a:lnTo>
                  <a:lnTo>
                    <a:pt x="56681" y="11821"/>
                  </a:lnTo>
                  <a:lnTo>
                    <a:pt x="54429" y="14225"/>
                  </a:lnTo>
                  <a:lnTo>
                    <a:pt x="51989" y="14225"/>
                  </a:lnTo>
                  <a:lnTo>
                    <a:pt x="49737" y="16830"/>
                  </a:lnTo>
                  <a:lnTo>
                    <a:pt x="9196" y="16830"/>
                  </a:lnTo>
                  <a:lnTo>
                    <a:pt x="4692" y="14225"/>
                  </a:lnTo>
                  <a:lnTo>
                    <a:pt x="2252" y="14225"/>
                  </a:lnTo>
                  <a:lnTo>
                    <a:pt x="2252" y="11821"/>
                  </a:lnTo>
                  <a:lnTo>
                    <a:pt x="0" y="9817"/>
                  </a:lnTo>
                  <a:lnTo>
                    <a:pt x="2252" y="4808"/>
                  </a:lnTo>
                  <a:lnTo>
                    <a:pt x="2252" y="2404"/>
                  </a:lnTo>
                  <a:lnTo>
                    <a:pt x="4692" y="2404"/>
                  </a:lnTo>
                  <a:lnTo>
                    <a:pt x="9196" y="0"/>
                  </a:lnTo>
                  <a:close/>
                </a:path>
                <a:path w="269240" h="17145">
                  <a:moveTo>
                    <a:pt x="106044" y="0"/>
                  </a:moveTo>
                  <a:lnTo>
                    <a:pt x="110548" y="2404"/>
                  </a:lnTo>
                  <a:lnTo>
                    <a:pt x="112988" y="2404"/>
                  </a:lnTo>
                  <a:lnTo>
                    <a:pt x="112988" y="4808"/>
                  </a:lnTo>
                  <a:lnTo>
                    <a:pt x="115240" y="9817"/>
                  </a:lnTo>
                  <a:lnTo>
                    <a:pt x="112988" y="11821"/>
                  </a:lnTo>
                  <a:lnTo>
                    <a:pt x="112988" y="14225"/>
                  </a:lnTo>
                  <a:lnTo>
                    <a:pt x="110548" y="14225"/>
                  </a:lnTo>
                  <a:lnTo>
                    <a:pt x="106044" y="16830"/>
                  </a:lnTo>
                  <a:lnTo>
                    <a:pt x="104167" y="14225"/>
                  </a:lnTo>
                  <a:lnTo>
                    <a:pt x="101727" y="14225"/>
                  </a:lnTo>
                  <a:lnTo>
                    <a:pt x="99474" y="11821"/>
                  </a:lnTo>
                  <a:lnTo>
                    <a:pt x="99474" y="9817"/>
                  </a:lnTo>
                  <a:lnTo>
                    <a:pt x="99474" y="4808"/>
                  </a:lnTo>
                  <a:lnTo>
                    <a:pt x="101727" y="2404"/>
                  </a:lnTo>
                  <a:lnTo>
                    <a:pt x="104167" y="2404"/>
                  </a:lnTo>
                  <a:lnTo>
                    <a:pt x="106044" y="0"/>
                  </a:lnTo>
                  <a:close/>
                </a:path>
                <a:path w="269240" h="17145">
                  <a:moveTo>
                    <a:pt x="162726" y="0"/>
                  </a:moveTo>
                  <a:lnTo>
                    <a:pt x="205519" y="0"/>
                  </a:lnTo>
                  <a:lnTo>
                    <a:pt x="207771" y="2404"/>
                  </a:lnTo>
                  <a:lnTo>
                    <a:pt x="210023" y="2404"/>
                  </a:lnTo>
                  <a:lnTo>
                    <a:pt x="211900" y="4808"/>
                  </a:lnTo>
                  <a:lnTo>
                    <a:pt x="211900" y="9817"/>
                  </a:lnTo>
                  <a:lnTo>
                    <a:pt x="211900" y="11821"/>
                  </a:lnTo>
                  <a:lnTo>
                    <a:pt x="210023" y="14225"/>
                  </a:lnTo>
                  <a:lnTo>
                    <a:pt x="207771" y="14225"/>
                  </a:lnTo>
                  <a:lnTo>
                    <a:pt x="205519" y="16830"/>
                  </a:lnTo>
                  <a:lnTo>
                    <a:pt x="162726" y="16830"/>
                  </a:lnTo>
                  <a:lnTo>
                    <a:pt x="160286" y="14225"/>
                  </a:lnTo>
                  <a:lnTo>
                    <a:pt x="158033" y="14225"/>
                  </a:lnTo>
                  <a:lnTo>
                    <a:pt x="158033" y="11821"/>
                  </a:lnTo>
                  <a:lnTo>
                    <a:pt x="155781" y="9817"/>
                  </a:lnTo>
                  <a:lnTo>
                    <a:pt x="158033" y="4808"/>
                  </a:lnTo>
                  <a:lnTo>
                    <a:pt x="158033" y="2404"/>
                  </a:lnTo>
                  <a:lnTo>
                    <a:pt x="160286" y="2404"/>
                  </a:lnTo>
                  <a:lnTo>
                    <a:pt x="162726" y="0"/>
                  </a:lnTo>
                  <a:close/>
                </a:path>
                <a:path w="269240" h="17145">
                  <a:moveTo>
                    <a:pt x="261638" y="0"/>
                  </a:moveTo>
                  <a:lnTo>
                    <a:pt x="264077" y="2404"/>
                  </a:lnTo>
                  <a:lnTo>
                    <a:pt x="266330" y="2404"/>
                  </a:lnTo>
                  <a:lnTo>
                    <a:pt x="268770" y="4808"/>
                  </a:lnTo>
                  <a:lnTo>
                    <a:pt x="268770" y="9817"/>
                  </a:lnTo>
                  <a:lnTo>
                    <a:pt x="268770" y="11821"/>
                  </a:lnTo>
                  <a:lnTo>
                    <a:pt x="266330" y="14225"/>
                  </a:lnTo>
                  <a:lnTo>
                    <a:pt x="264077" y="14225"/>
                  </a:lnTo>
                  <a:lnTo>
                    <a:pt x="261638" y="16830"/>
                  </a:lnTo>
                  <a:lnTo>
                    <a:pt x="259385" y="14225"/>
                  </a:lnTo>
                  <a:lnTo>
                    <a:pt x="257508" y="14225"/>
                  </a:lnTo>
                  <a:lnTo>
                    <a:pt x="255256" y="11821"/>
                  </a:lnTo>
                  <a:lnTo>
                    <a:pt x="255256" y="9817"/>
                  </a:lnTo>
                  <a:lnTo>
                    <a:pt x="255256" y="4808"/>
                  </a:lnTo>
                  <a:lnTo>
                    <a:pt x="257508" y="2404"/>
                  </a:lnTo>
                  <a:lnTo>
                    <a:pt x="259385" y="2404"/>
                  </a:lnTo>
                  <a:lnTo>
                    <a:pt x="261638" y="0"/>
                  </a:lnTo>
                  <a:close/>
                </a:path>
              </a:pathLst>
            </a:custGeom>
            <a:ln w="3175">
              <a:solidFill>
                <a:srgbClr val="000000"/>
              </a:solidFill>
            </a:ln>
          </p:spPr>
          <p:txBody>
            <a:bodyPr wrap="square" lIns="0" tIns="0" rIns="0" bIns="0" rtlCol="0"/>
            <a:lstStyle/>
            <a:p/>
          </p:txBody>
        </p:sp>
        <p:sp>
          <p:nvSpPr>
            <p:cNvPr id="94" name="object 94" descr=""/>
            <p:cNvSpPr/>
            <p:nvPr/>
          </p:nvSpPr>
          <p:spPr>
            <a:xfrm>
              <a:off x="6579293" y="3295420"/>
              <a:ext cx="15875" cy="391160"/>
            </a:xfrm>
            <a:custGeom>
              <a:avLst/>
              <a:gdLst/>
              <a:ahLst/>
              <a:cxnLst/>
              <a:rect l="l" t="t" r="r" b="b"/>
              <a:pathLst>
                <a:path w="15875" h="391160">
                  <a:moveTo>
                    <a:pt x="13513" y="2404"/>
                  </a:moveTo>
                  <a:lnTo>
                    <a:pt x="2252" y="2404"/>
                  </a:lnTo>
                  <a:lnTo>
                    <a:pt x="2252" y="4808"/>
                  </a:lnTo>
                  <a:lnTo>
                    <a:pt x="0" y="9817"/>
                  </a:lnTo>
                  <a:lnTo>
                    <a:pt x="0" y="52896"/>
                  </a:lnTo>
                  <a:lnTo>
                    <a:pt x="2252" y="55300"/>
                  </a:lnTo>
                  <a:lnTo>
                    <a:pt x="2252" y="57705"/>
                  </a:lnTo>
                  <a:lnTo>
                    <a:pt x="4692" y="60309"/>
                  </a:lnTo>
                  <a:lnTo>
                    <a:pt x="11636" y="60309"/>
                  </a:lnTo>
                  <a:lnTo>
                    <a:pt x="13513" y="57705"/>
                  </a:lnTo>
                  <a:lnTo>
                    <a:pt x="13513" y="55300"/>
                  </a:lnTo>
                  <a:lnTo>
                    <a:pt x="15765" y="52896"/>
                  </a:lnTo>
                  <a:lnTo>
                    <a:pt x="15765" y="9817"/>
                  </a:lnTo>
                  <a:lnTo>
                    <a:pt x="13513" y="4808"/>
                  </a:lnTo>
                  <a:lnTo>
                    <a:pt x="13513" y="2404"/>
                  </a:lnTo>
                  <a:close/>
                </a:path>
                <a:path w="15875" h="391160">
                  <a:moveTo>
                    <a:pt x="9196" y="0"/>
                  </a:moveTo>
                  <a:lnTo>
                    <a:pt x="4692" y="2404"/>
                  </a:lnTo>
                  <a:lnTo>
                    <a:pt x="11636" y="2404"/>
                  </a:lnTo>
                  <a:lnTo>
                    <a:pt x="9196" y="0"/>
                  </a:lnTo>
                  <a:close/>
                </a:path>
                <a:path w="15875" h="391160">
                  <a:moveTo>
                    <a:pt x="11636" y="120619"/>
                  </a:moveTo>
                  <a:lnTo>
                    <a:pt x="4692" y="120619"/>
                  </a:lnTo>
                  <a:lnTo>
                    <a:pt x="9196" y="123024"/>
                  </a:lnTo>
                  <a:lnTo>
                    <a:pt x="11636" y="120619"/>
                  </a:lnTo>
                  <a:close/>
                </a:path>
                <a:path w="15875" h="391160">
                  <a:moveTo>
                    <a:pt x="11636" y="106193"/>
                  </a:moveTo>
                  <a:lnTo>
                    <a:pt x="4692" y="106193"/>
                  </a:lnTo>
                  <a:lnTo>
                    <a:pt x="2252" y="108798"/>
                  </a:lnTo>
                  <a:lnTo>
                    <a:pt x="2252" y="111202"/>
                  </a:lnTo>
                  <a:lnTo>
                    <a:pt x="0" y="113206"/>
                  </a:lnTo>
                  <a:lnTo>
                    <a:pt x="2252" y="118015"/>
                  </a:lnTo>
                  <a:lnTo>
                    <a:pt x="2252" y="120619"/>
                  </a:lnTo>
                  <a:lnTo>
                    <a:pt x="13513" y="120619"/>
                  </a:lnTo>
                  <a:lnTo>
                    <a:pt x="13513" y="118015"/>
                  </a:lnTo>
                  <a:lnTo>
                    <a:pt x="15765" y="113206"/>
                  </a:lnTo>
                  <a:lnTo>
                    <a:pt x="13513" y="111202"/>
                  </a:lnTo>
                  <a:lnTo>
                    <a:pt x="13513" y="108798"/>
                  </a:lnTo>
                  <a:lnTo>
                    <a:pt x="11636" y="106193"/>
                  </a:lnTo>
                  <a:close/>
                </a:path>
                <a:path w="15875" h="391160">
                  <a:moveTo>
                    <a:pt x="13513" y="169108"/>
                  </a:moveTo>
                  <a:lnTo>
                    <a:pt x="2252" y="169108"/>
                  </a:lnTo>
                  <a:lnTo>
                    <a:pt x="2252" y="171512"/>
                  </a:lnTo>
                  <a:lnTo>
                    <a:pt x="0" y="173516"/>
                  </a:lnTo>
                  <a:lnTo>
                    <a:pt x="0" y="219399"/>
                  </a:lnTo>
                  <a:lnTo>
                    <a:pt x="2252" y="222004"/>
                  </a:lnTo>
                  <a:lnTo>
                    <a:pt x="2252" y="224409"/>
                  </a:lnTo>
                  <a:lnTo>
                    <a:pt x="4692" y="226813"/>
                  </a:lnTo>
                  <a:lnTo>
                    <a:pt x="11636" y="226813"/>
                  </a:lnTo>
                  <a:lnTo>
                    <a:pt x="13513" y="224409"/>
                  </a:lnTo>
                  <a:lnTo>
                    <a:pt x="13513" y="222004"/>
                  </a:lnTo>
                  <a:lnTo>
                    <a:pt x="15765" y="219399"/>
                  </a:lnTo>
                  <a:lnTo>
                    <a:pt x="15765" y="173516"/>
                  </a:lnTo>
                  <a:lnTo>
                    <a:pt x="13513" y="171512"/>
                  </a:lnTo>
                  <a:lnTo>
                    <a:pt x="13513" y="169108"/>
                  </a:lnTo>
                  <a:close/>
                </a:path>
                <a:path w="15875" h="391160">
                  <a:moveTo>
                    <a:pt x="9196" y="166503"/>
                  </a:moveTo>
                  <a:lnTo>
                    <a:pt x="4692" y="169108"/>
                  </a:lnTo>
                  <a:lnTo>
                    <a:pt x="11636" y="169108"/>
                  </a:lnTo>
                  <a:lnTo>
                    <a:pt x="9196" y="166503"/>
                  </a:lnTo>
                  <a:close/>
                </a:path>
                <a:path w="15875" h="391160">
                  <a:moveTo>
                    <a:pt x="11636" y="272897"/>
                  </a:moveTo>
                  <a:lnTo>
                    <a:pt x="4692" y="272897"/>
                  </a:lnTo>
                  <a:lnTo>
                    <a:pt x="2252" y="274901"/>
                  </a:lnTo>
                  <a:lnTo>
                    <a:pt x="2252" y="277305"/>
                  </a:lnTo>
                  <a:lnTo>
                    <a:pt x="0" y="279709"/>
                  </a:lnTo>
                  <a:lnTo>
                    <a:pt x="2252" y="282314"/>
                  </a:lnTo>
                  <a:lnTo>
                    <a:pt x="2252" y="284718"/>
                  </a:lnTo>
                  <a:lnTo>
                    <a:pt x="4692" y="287123"/>
                  </a:lnTo>
                  <a:lnTo>
                    <a:pt x="11636" y="287123"/>
                  </a:lnTo>
                  <a:lnTo>
                    <a:pt x="13513" y="284718"/>
                  </a:lnTo>
                  <a:lnTo>
                    <a:pt x="13513" y="282314"/>
                  </a:lnTo>
                  <a:lnTo>
                    <a:pt x="15765" y="279709"/>
                  </a:lnTo>
                  <a:lnTo>
                    <a:pt x="13513" y="277305"/>
                  </a:lnTo>
                  <a:lnTo>
                    <a:pt x="13513" y="274901"/>
                  </a:lnTo>
                  <a:lnTo>
                    <a:pt x="11636" y="272897"/>
                  </a:lnTo>
                  <a:close/>
                </a:path>
                <a:path w="15875" h="391160">
                  <a:moveTo>
                    <a:pt x="11636" y="388508"/>
                  </a:moveTo>
                  <a:lnTo>
                    <a:pt x="4692" y="388508"/>
                  </a:lnTo>
                  <a:lnTo>
                    <a:pt x="9196" y="390912"/>
                  </a:lnTo>
                  <a:lnTo>
                    <a:pt x="11636" y="388508"/>
                  </a:lnTo>
                  <a:close/>
                </a:path>
                <a:path w="15875" h="391160">
                  <a:moveTo>
                    <a:pt x="11636" y="333207"/>
                  </a:moveTo>
                  <a:lnTo>
                    <a:pt x="4692" y="333207"/>
                  </a:lnTo>
                  <a:lnTo>
                    <a:pt x="2252" y="335010"/>
                  </a:lnTo>
                  <a:lnTo>
                    <a:pt x="2252" y="337615"/>
                  </a:lnTo>
                  <a:lnTo>
                    <a:pt x="0" y="340019"/>
                  </a:lnTo>
                  <a:lnTo>
                    <a:pt x="0" y="383499"/>
                  </a:lnTo>
                  <a:lnTo>
                    <a:pt x="2252" y="386103"/>
                  </a:lnTo>
                  <a:lnTo>
                    <a:pt x="2252" y="388508"/>
                  </a:lnTo>
                  <a:lnTo>
                    <a:pt x="13513" y="388508"/>
                  </a:lnTo>
                  <a:lnTo>
                    <a:pt x="13513" y="386103"/>
                  </a:lnTo>
                  <a:lnTo>
                    <a:pt x="15765" y="383499"/>
                  </a:lnTo>
                  <a:lnTo>
                    <a:pt x="15765" y="340019"/>
                  </a:lnTo>
                  <a:lnTo>
                    <a:pt x="13513" y="337615"/>
                  </a:lnTo>
                  <a:lnTo>
                    <a:pt x="13513" y="335010"/>
                  </a:lnTo>
                  <a:lnTo>
                    <a:pt x="11636" y="333207"/>
                  </a:lnTo>
                  <a:close/>
                </a:path>
              </a:pathLst>
            </a:custGeom>
            <a:solidFill>
              <a:srgbClr val="000000"/>
            </a:solidFill>
          </p:spPr>
          <p:txBody>
            <a:bodyPr wrap="square" lIns="0" tIns="0" rIns="0" bIns="0" rtlCol="0"/>
            <a:lstStyle/>
            <a:p/>
          </p:txBody>
        </p:sp>
        <p:sp>
          <p:nvSpPr>
            <p:cNvPr id="95" name="object 95" descr=""/>
            <p:cNvSpPr/>
            <p:nvPr/>
          </p:nvSpPr>
          <p:spPr>
            <a:xfrm>
              <a:off x="6579293" y="3295420"/>
              <a:ext cx="15875" cy="391160"/>
            </a:xfrm>
            <a:custGeom>
              <a:avLst/>
              <a:gdLst/>
              <a:ahLst/>
              <a:cxnLst/>
              <a:rect l="l" t="t" r="r" b="b"/>
              <a:pathLst>
                <a:path w="15875" h="391160">
                  <a:moveTo>
                    <a:pt x="15765" y="9817"/>
                  </a:moveTo>
                  <a:lnTo>
                    <a:pt x="15765" y="52896"/>
                  </a:lnTo>
                  <a:lnTo>
                    <a:pt x="13513" y="55300"/>
                  </a:lnTo>
                  <a:lnTo>
                    <a:pt x="13513" y="57705"/>
                  </a:lnTo>
                  <a:lnTo>
                    <a:pt x="11636" y="60309"/>
                  </a:lnTo>
                  <a:lnTo>
                    <a:pt x="9196" y="60309"/>
                  </a:lnTo>
                  <a:lnTo>
                    <a:pt x="4692" y="60309"/>
                  </a:lnTo>
                  <a:lnTo>
                    <a:pt x="2252" y="57705"/>
                  </a:lnTo>
                  <a:lnTo>
                    <a:pt x="2252" y="55300"/>
                  </a:lnTo>
                  <a:lnTo>
                    <a:pt x="0" y="52896"/>
                  </a:lnTo>
                  <a:lnTo>
                    <a:pt x="0" y="9817"/>
                  </a:lnTo>
                  <a:lnTo>
                    <a:pt x="2252" y="4808"/>
                  </a:lnTo>
                  <a:lnTo>
                    <a:pt x="2252" y="2404"/>
                  </a:lnTo>
                  <a:lnTo>
                    <a:pt x="4692" y="2404"/>
                  </a:lnTo>
                  <a:lnTo>
                    <a:pt x="9196" y="0"/>
                  </a:lnTo>
                  <a:lnTo>
                    <a:pt x="11636" y="2404"/>
                  </a:lnTo>
                  <a:lnTo>
                    <a:pt x="13513" y="2404"/>
                  </a:lnTo>
                  <a:lnTo>
                    <a:pt x="13513" y="4808"/>
                  </a:lnTo>
                  <a:lnTo>
                    <a:pt x="15765" y="9817"/>
                  </a:lnTo>
                  <a:close/>
                </a:path>
                <a:path w="15875" h="391160">
                  <a:moveTo>
                    <a:pt x="15765" y="113206"/>
                  </a:moveTo>
                  <a:lnTo>
                    <a:pt x="13513" y="118015"/>
                  </a:lnTo>
                  <a:lnTo>
                    <a:pt x="13513" y="120619"/>
                  </a:lnTo>
                  <a:lnTo>
                    <a:pt x="11636" y="120619"/>
                  </a:lnTo>
                  <a:lnTo>
                    <a:pt x="9196" y="123024"/>
                  </a:lnTo>
                  <a:lnTo>
                    <a:pt x="4692" y="120619"/>
                  </a:lnTo>
                  <a:lnTo>
                    <a:pt x="2252" y="120619"/>
                  </a:lnTo>
                  <a:lnTo>
                    <a:pt x="2252" y="118015"/>
                  </a:lnTo>
                  <a:lnTo>
                    <a:pt x="0" y="113206"/>
                  </a:lnTo>
                  <a:lnTo>
                    <a:pt x="2252" y="111202"/>
                  </a:lnTo>
                  <a:lnTo>
                    <a:pt x="2252" y="108798"/>
                  </a:lnTo>
                  <a:lnTo>
                    <a:pt x="4692" y="106193"/>
                  </a:lnTo>
                  <a:lnTo>
                    <a:pt x="9196" y="106193"/>
                  </a:lnTo>
                  <a:lnTo>
                    <a:pt x="11636" y="106193"/>
                  </a:lnTo>
                  <a:lnTo>
                    <a:pt x="13513" y="108798"/>
                  </a:lnTo>
                  <a:lnTo>
                    <a:pt x="13513" y="111202"/>
                  </a:lnTo>
                  <a:lnTo>
                    <a:pt x="15765" y="113206"/>
                  </a:lnTo>
                  <a:close/>
                </a:path>
                <a:path w="15875" h="391160">
                  <a:moveTo>
                    <a:pt x="15765" y="173516"/>
                  </a:moveTo>
                  <a:lnTo>
                    <a:pt x="15765" y="219399"/>
                  </a:lnTo>
                  <a:lnTo>
                    <a:pt x="13513" y="222004"/>
                  </a:lnTo>
                  <a:lnTo>
                    <a:pt x="13513" y="224409"/>
                  </a:lnTo>
                  <a:lnTo>
                    <a:pt x="11636" y="226813"/>
                  </a:lnTo>
                  <a:lnTo>
                    <a:pt x="9196" y="226813"/>
                  </a:lnTo>
                  <a:lnTo>
                    <a:pt x="4692" y="226813"/>
                  </a:lnTo>
                  <a:lnTo>
                    <a:pt x="2252" y="224409"/>
                  </a:lnTo>
                  <a:lnTo>
                    <a:pt x="2252" y="222004"/>
                  </a:lnTo>
                  <a:lnTo>
                    <a:pt x="0" y="219399"/>
                  </a:lnTo>
                  <a:lnTo>
                    <a:pt x="0" y="173516"/>
                  </a:lnTo>
                  <a:lnTo>
                    <a:pt x="2252" y="171512"/>
                  </a:lnTo>
                  <a:lnTo>
                    <a:pt x="2252" y="169108"/>
                  </a:lnTo>
                  <a:lnTo>
                    <a:pt x="4692" y="169108"/>
                  </a:lnTo>
                  <a:lnTo>
                    <a:pt x="9196" y="166503"/>
                  </a:lnTo>
                  <a:lnTo>
                    <a:pt x="11636" y="169108"/>
                  </a:lnTo>
                  <a:lnTo>
                    <a:pt x="13513" y="169108"/>
                  </a:lnTo>
                  <a:lnTo>
                    <a:pt x="13513" y="171512"/>
                  </a:lnTo>
                  <a:lnTo>
                    <a:pt x="15765" y="173516"/>
                  </a:lnTo>
                  <a:close/>
                </a:path>
                <a:path w="15875" h="391160">
                  <a:moveTo>
                    <a:pt x="15765" y="279709"/>
                  </a:moveTo>
                  <a:lnTo>
                    <a:pt x="13513" y="282314"/>
                  </a:lnTo>
                  <a:lnTo>
                    <a:pt x="13513" y="284719"/>
                  </a:lnTo>
                  <a:lnTo>
                    <a:pt x="11636" y="287123"/>
                  </a:lnTo>
                  <a:lnTo>
                    <a:pt x="9196" y="287123"/>
                  </a:lnTo>
                  <a:lnTo>
                    <a:pt x="4692" y="287123"/>
                  </a:lnTo>
                  <a:lnTo>
                    <a:pt x="2252" y="284719"/>
                  </a:lnTo>
                  <a:lnTo>
                    <a:pt x="2252" y="282314"/>
                  </a:lnTo>
                  <a:lnTo>
                    <a:pt x="0" y="279709"/>
                  </a:lnTo>
                  <a:lnTo>
                    <a:pt x="2252" y="277305"/>
                  </a:lnTo>
                  <a:lnTo>
                    <a:pt x="2252" y="274901"/>
                  </a:lnTo>
                  <a:lnTo>
                    <a:pt x="4692" y="272897"/>
                  </a:lnTo>
                  <a:lnTo>
                    <a:pt x="9196" y="272897"/>
                  </a:lnTo>
                  <a:lnTo>
                    <a:pt x="11636" y="272897"/>
                  </a:lnTo>
                  <a:lnTo>
                    <a:pt x="13513" y="274901"/>
                  </a:lnTo>
                  <a:lnTo>
                    <a:pt x="13513" y="277305"/>
                  </a:lnTo>
                  <a:lnTo>
                    <a:pt x="15765" y="279709"/>
                  </a:lnTo>
                  <a:close/>
                </a:path>
                <a:path w="15875" h="391160">
                  <a:moveTo>
                    <a:pt x="15765" y="340019"/>
                  </a:moveTo>
                  <a:lnTo>
                    <a:pt x="15765" y="383499"/>
                  </a:lnTo>
                  <a:lnTo>
                    <a:pt x="13513" y="386103"/>
                  </a:lnTo>
                  <a:lnTo>
                    <a:pt x="13513" y="388508"/>
                  </a:lnTo>
                  <a:lnTo>
                    <a:pt x="11636" y="388508"/>
                  </a:lnTo>
                  <a:lnTo>
                    <a:pt x="9196" y="390912"/>
                  </a:lnTo>
                  <a:lnTo>
                    <a:pt x="4692" y="388508"/>
                  </a:lnTo>
                  <a:lnTo>
                    <a:pt x="2252" y="388508"/>
                  </a:lnTo>
                  <a:lnTo>
                    <a:pt x="2252" y="386103"/>
                  </a:lnTo>
                  <a:lnTo>
                    <a:pt x="0" y="383499"/>
                  </a:lnTo>
                  <a:lnTo>
                    <a:pt x="0" y="340019"/>
                  </a:lnTo>
                  <a:lnTo>
                    <a:pt x="2252" y="337615"/>
                  </a:lnTo>
                  <a:lnTo>
                    <a:pt x="2252" y="335010"/>
                  </a:lnTo>
                  <a:lnTo>
                    <a:pt x="4692" y="333207"/>
                  </a:lnTo>
                  <a:lnTo>
                    <a:pt x="9196" y="333207"/>
                  </a:lnTo>
                  <a:lnTo>
                    <a:pt x="11636" y="333207"/>
                  </a:lnTo>
                  <a:lnTo>
                    <a:pt x="13513" y="335010"/>
                  </a:lnTo>
                  <a:lnTo>
                    <a:pt x="13513" y="337615"/>
                  </a:lnTo>
                  <a:lnTo>
                    <a:pt x="15765" y="340019"/>
                  </a:lnTo>
                  <a:close/>
                </a:path>
              </a:pathLst>
            </a:custGeom>
            <a:ln w="3175">
              <a:solidFill>
                <a:srgbClr val="000000"/>
              </a:solidFill>
            </a:ln>
          </p:spPr>
          <p:txBody>
            <a:bodyPr wrap="square" lIns="0" tIns="0" rIns="0" bIns="0" rtlCol="0"/>
            <a:lstStyle/>
            <a:p/>
          </p:txBody>
        </p:sp>
        <p:sp>
          <p:nvSpPr>
            <p:cNvPr id="96" name="object 96" descr=""/>
            <p:cNvSpPr/>
            <p:nvPr/>
          </p:nvSpPr>
          <p:spPr>
            <a:xfrm>
              <a:off x="6579293" y="3669502"/>
              <a:ext cx="269240" cy="17145"/>
            </a:xfrm>
            <a:custGeom>
              <a:avLst/>
              <a:gdLst/>
              <a:ahLst/>
              <a:cxnLst/>
              <a:rect l="l" t="t" r="r" b="b"/>
              <a:pathLst>
                <a:path w="269240" h="17145">
                  <a:moveTo>
                    <a:pt x="51989" y="14426"/>
                  </a:moveTo>
                  <a:lnTo>
                    <a:pt x="4692" y="14426"/>
                  </a:lnTo>
                  <a:lnTo>
                    <a:pt x="9196" y="16830"/>
                  </a:lnTo>
                  <a:lnTo>
                    <a:pt x="49737" y="16830"/>
                  </a:lnTo>
                  <a:lnTo>
                    <a:pt x="51989" y="14426"/>
                  </a:lnTo>
                  <a:close/>
                </a:path>
                <a:path w="269240" h="17145">
                  <a:moveTo>
                    <a:pt x="54429" y="2003"/>
                  </a:moveTo>
                  <a:lnTo>
                    <a:pt x="2252" y="2003"/>
                  </a:lnTo>
                  <a:lnTo>
                    <a:pt x="2252" y="4608"/>
                  </a:lnTo>
                  <a:lnTo>
                    <a:pt x="0" y="9417"/>
                  </a:lnTo>
                  <a:lnTo>
                    <a:pt x="2252" y="12021"/>
                  </a:lnTo>
                  <a:lnTo>
                    <a:pt x="2252" y="14426"/>
                  </a:lnTo>
                  <a:lnTo>
                    <a:pt x="54429" y="14426"/>
                  </a:lnTo>
                  <a:lnTo>
                    <a:pt x="56681" y="12021"/>
                  </a:lnTo>
                  <a:lnTo>
                    <a:pt x="56681" y="4608"/>
                  </a:lnTo>
                  <a:lnTo>
                    <a:pt x="54429" y="2003"/>
                  </a:lnTo>
                  <a:close/>
                </a:path>
                <a:path w="269240" h="17145">
                  <a:moveTo>
                    <a:pt x="49737" y="0"/>
                  </a:moveTo>
                  <a:lnTo>
                    <a:pt x="9196" y="0"/>
                  </a:lnTo>
                  <a:lnTo>
                    <a:pt x="4692" y="2003"/>
                  </a:lnTo>
                  <a:lnTo>
                    <a:pt x="51989" y="2003"/>
                  </a:lnTo>
                  <a:lnTo>
                    <a:pt x="49737" y="0"/>
                  </a:lnTo>
                  <a:close/>
                </a:path>
                <a:path w="269240" h="17145">
                  <a:moveTo>
                    <a:pt x="110548" y="14426"/>
                  </a:moveTo>
                  <a:lnTo>
                    <a:pt x="104167" y="14426"/>
                  </a:lnTo>
                  <a:lnTo>
                    <a:pt x="106044" y="16830"/>
                  </a:lnTo>
                  <a:lnTo>
                    <a:pt x="110548" y="14426"/>
                  </a:lnTo>
                  <a:close/>
                </a:path>
                <a:path w="269240" h="17145">
                  <a:moveTo>
                    <a:pt x="112988" y="2003"/>
                  </a:moveTo>
                  <a:lnTo>
                    <a:pt x="101727" y="2003"/>
                  </a:lnTo>
                  <a:lnTo>
                    <a:pt x="99474" y="4608"/>
                  </a:lnTo>
                  <a:lnTo>
                    <a:pt x="99474" y="12021"/>
                  </a:lnTo>
                  <a:lnTo>
                    <a:pt x="101727" y="14426"/>
                  </a:lnTo>
                  <a:lnTo>
                    <a:pt x="112988" y="14426"/>
                  </a:lnTo>
                  <a:lnTo>
                    <a:pt x="112988" y="12021"/>
                  </a:lnTo>
                  <a:lnTo>
                    <a:pt x="115240" y="9417"/>
                  </a:lnTo>
                  <a:lnTo>
                    <a:pt x="112988" y="4608"/>
                  </a:lnTo>
                  <a:lnTo>
                    <a:pt x="112988" y="2003"/>
                  </a:lnTo>
                  <a:close/>
                </a:path>
                <a:path w="269240" h="17145">
                  <a:moveTo>
                    <a:pt x="106044" y="0"/>
                  </a:moveTo>
                  <a:lnTo>
                    <a:pt x="104167" y="2003"/>
                  </a:lnTo>
                  <a:lnTo>
                    <a:pt x="110548" y="2003"/>
                  </a:lnTo>
                  <a:lnTo>
                    <a:pt x="106044" y="0"/>
                  </a:lnTo>
                  <a:close/>
                </a:path>
                <a:path w="269240" h="17145">
                  <a:moveTo>
                    <a:pt x="207771" y="14426"/>
                  </a:moveTo>
                  <a:lnTo>
                    <a:pt x="160286" y="14426"/>
                  </a:lnTo>
                  <a:lnTo>
                    <a:pt x="162726" y="16830"/>
                  </a:lnTo>
                  <a:lnTo>
                    <a:pt x="205519" y="16830"/>
                  </a:lnTo>
                  <a:lnTo>
                    <a:pt x="207771" y="14426"/>
                  </a:lnTo>
                  <a:close/>
                </a:path>
                <a:path w="269240" h="17145">
                  <a:moveTo>
                    <a:pt x="210023" y="2003"/>
                  </a:moveTo>
                  <a:lnTo>
                    <a:pt x="158033" y="2003"/>
                  </a:lnTo>
                  <a:lnTo>
                    <a:pt x="158033" y="4608"/>
                  </a:lnTo>
                  <a:lnTo>
                    <a:pt x="155781" y="9417"/>
                  </a:lnTo>
                  <a:lnTo>
                    <a:pt x="158033" y="12021"/>
                  </a:lnTo>
                  <a:lnTo>
                    <a:pt x="158033" y="14426"/>
                  </a:lnTo>
                  <a:lnTo>
                    <a:pt x="210023" y="14426"/>
                  </a:lnTo>
                  <a:lnTo>
                    <a:pt x="211900" y="12021"/>
                  </a:lnTo>
                  <a:lnTo>
                    <a:pt x="211900" y="4608"/>
                  </a:lnTo>
                  <a:lnTo>
                    <a:pt x="210023" y="2003"/>
                  </a:lnTo>
                  <a:close/>
                </a:path>
                <a:path w="269240" h="17145">
                  <a:moveTo>
                    <a:pt x="205519" y="0"/>
                  </a:moveTo>
                  <a:lnTo>
                    <a:pt x="162726" y="0"/>
                  </a:lnTo>
                  <a:lnTo>
                    <a:pt x="160286" y="2003"/>
                  </a:lnTo>
                  <a:lnTo>
                    <a:pt x="207771" y="2003"/>
                  </a:lnTo>
                  <a:lnTo>
                    <a:pt x="205519" y="0"/>
                  </a:lnTo>
                  <a:close/>
                </a:path>
                <a:path w="269240" h="17145">
                  <a:moveTo>
                    <a:pt x="264077" y="14426"/>
                  </a:moveTo>
                  <a:lnTo>
                    <a:pt x="259385" y="14426"/>
                  </a:lnTo>
                  <a:lnTo>
                    <a:pt x="261637" y="16830"/>
                  </a:lnTo>
                  <a:lnTo>
                    <a:pt x="264077" y="14426"/>
                  </a:lnTo>
                  <a:close/>
                </a:path>
                <a:path w="269240" h="17145">
                  <a:moveTo>
                    <a:pt x="266330" y="2003"/>
                  </a:moveTo>
                  <a:lnTo>
                    <a:pt x="257508" y="2003"/>
                  </a:lnTo>
                  <a:lnTo>
                    <a:pt x="255256" y="4608"/>
                  </a:lnTo>
                  <a:lnTo>
                    <a:pt x="255256" y="12021"/>
                  </a:lnTo>
                  <a:lnTo>
                    <a:pt x="257508" y="14426"/>
                  </a:lnTo>
                  <a:lnTo>
                    <a:pt x="266330" y="14426"/>
                  </a:lnTo>
                  <a:lnTo>
                    <a:pt x="268770" y="12021"/>
                  </a:lnTo>
                  <a:lnTo>
                    <a:pt x="268770" y="4608"/>
                  </a:lnTo>
                  <a:lnTo>
                    <a:pt x="266330" y="2003"/>
                  </a:lnTo>
                  <a:close/>
                </a:path>
                <a:path w="269240" h="17145">
                  <a:moveTo>
                    <a:pt x="261637" y="0"/>
                  </a:moveTo>
                  <a:lnTo>
                    <a:pt x="259385" y="2003"/>
                  </a:lnTo>
                  <a:lnTo>
                    <a:pt x="264077" y="2003"/>
                  </a:lnTo>
                  <a:lnTo>
                    <a:pt x="261637" y="0"/>
                  </a:lnTo>
                  <a:close/>
                </a:path>
              </a:pathLst>
            </a:custGeom>
            <a:solidFill>
              <a:srgbClr val="000000"/>
            </a:solidFill>
          </p:spPr>
          <p:txBody>
            <a:bodyPr wrap="square" lIns="0" tIns="0" rIns="0" bIns="0" rtlCol="0"/>
            <a:lstStyle/>
            <a:p/>
          </p:txBody>
        </p:sp>
        <p:sp>
          <p:nvSpPr>
            <p:cNvPr id="97" name="object 97" descr=""/>
            <p:cNvSpPr/>
            <p:nvPr/>
          </p:nvSpPr>
          <p:spPr>
            <a:xfrm>
              <a:off x="6579293" y="3669502"/>
              <a:ext cx="269240" cy="17145"/>
            </a:xfrm>
            <a:custGeom>
              <a:avLst/>
              <a:gdLst/>
              <a:ahLst/>
              <a:cxnLst/>
              <a:rect l="l" t="t" r="r" b="b"/>
              <a:pathLst>
                <a:path w="269240" h="17145">
                  <a:moveTo>
                    <a:pt x="9196" y="0"/>
                  </a:moveTo>
                  <a:lnTo>
                    <a:pt x="49737" y="0"/>
                  </a:lnTo>
                  <a:lnTo>
                    <a:pt x="51989" y="2003"/>
                  </a:lnTo>
                  <a:lnTo>
                    <a:pt x="54429" y="2003"/>
                  </a:lnTo>
                  <a:lnTo>
                    <a:pt x="56681" y="4608"/>
                  </a:lnTo>
                  <a:lnTo>
                    <a:pt x="56681" y="9417"/>
                  </a:lnTo>
                  <a:lnTo>
                    <a:pt x="56681" y="12021"/>
                  </a:lnTo>
                  <a:lnTo>
                    <a:pt x="54429" y="14426"/>
                  </a:lnTo>
                  <a:lnTo>
                    <a:pt x="51989" y="14426"/>
                  </a:lnTo>
                  <a:lnTo>
                    <a:pt x="49737" y="16830"/>
                  </a:lnTo>
                  <a:lnTo>
                    <a:pt x="9196" y="16830"/>
                  </a:lnTo>
                  <a:lnTo>
                    <a:pt x="4692" y="14426"/>
                  </a:lnTo>
                  <a:lnTo>
                    <a:pt x="2252" y="14426"/>
                  </a:lnTo>
                  <a:lnTo>
                    <a:pt x="2252" y="12021"/>
                  </a:lnTo>
                  <a:lnTo>
                    <a:pt x="0" y="9417"/>
                  </a:lnTo>
                  <a:lnTo>
                    <a:pt x="2252" y="4608"/>
                  </a:lnTo>
                  <a:lnTo>
                    <a:pt x="2252" y="2003"/>
                  </a:lnTo>
                  <a:lnTo>
                    <a:pt x="4692" y="2003"/>
                  </a:lnTo>
                  <a:lnTo>
                    <a:pt x="9196" y="0"/>
                  </a:lnTo>
                  <a:close/>
                </a:path>
                <a:path w="269240" h="17145">
                  <a:moveTo>
                    <a:pt x="106044" y="0"/>
                  </a:moveTo>
                  <a:lnTo>
                    <a:pt x="110548" y="2003"/>
                  </a:lnTo>
                  <a:lnTo>
                    <a:pt x="112988" y="2003"/>
                  </a:lnTo>
                  <a:lnTo>
                    <a:pt x="112988" y="4608"/>
                  </a:lnTo>
                  <a:lnTo>
                    <a:pt x="115240" y="9417"/>
                  </a:lnTo>
                  <a:lnTo>
                    <a:pt x="112988" y="12021"/>
                  </a:lnTo>
                  <a:lnTo>
                    <a:pt x="112988" y="14426"/>
                  </a:lnTo>
                  <a:lnTo>
                    <a:pt x="110548" y="14426"/>
                  </a:lnTo>
                  <a:lnTo>
                    <a:pt x="106044" y="16830"/>
                  </a:lnTo>
                  <a:lnTo>
                    <a:pt x="104167" y="14426"/>
                  </a:lnTo>
                  <a:lnTo>
                    <a:pt x="101727" y="14426"/>
                  </a:lnTo>
                  <a:lnTo>
                    <a:pt x="99474" y="12021"/>
                  </a:lnTo>
                  <a:lnTo>
                    <a:pt x="99474" y="9417"/>
                  </a:lnTo>
                  <a:lnTo>
                    <a:pt x="99474" y="4608"/>
                  </a:lnTo>
                  <a:lnTo>
                    <a:pt x="101727" y="2003"/>
                  </a:lnTo>
                  <a:lnTo>
                    <a:pt x="104167" y="2003"/>
                  </a:lnTo>
                  <a:lnTo>
                    <a:pt x="106044" y="0"/>
                  </a:lnTo>
                  <a:close/>
                </a:path>
                <a:path w="269240" h="17145">
                  <a:moveTo>
                    <a:pt x="162726" y="0"/>
                  </a:moveTo>
                  <a:lnTo>
                    <a:pt x="205519" y="0"/>
                  </a:lnTo>
                  <a:lnTo>
                    <a:pt x="207771" y="2003"/>
                  </a:lnTo>
                  <a:lnTo>
                    <a:pt x="210023" y="2003"/>
                  </a:lnTo>
                  <a:lnTo>
                    <a:pt x="211900" y="4608"/>
                  </a:lnTo>
                  <a:lnTo>
                    <a:pt x="211900" y="9417"/>
                  </a:lnTo>
                  <a:lnTo>
                    <a:pt x="211900" y="12021"/>
                  </a:lnTo>
                  <a:lnTo>
                    <a:pt x="210023" y="14426"/>
                  </a:lnTo>
                  <a:lnTo>
                    <a:pt x="207771" y="14426"/>
                  </a:lnTo>
                  <a:lnTo>
                    <a:pt x="205519" y="16830"/>
                  </a:lnTo>
                  <a:lnTo>
                    <a:pt x="162726" y="16830"/>
                  </a:lnTo>
                  <a:lnTo>
                    <a:pt x="160286" y="14426"/>
                  </a:lnTo>
                  <a:lnTo>
                    <a:pt x="158033" y="14426"/>
                  </a:lnTo>
                  <a:lnTo>
                    <a:pt x="158033" y="12021"/>
                  </a:lnTo>
                  <a:lnTo>
                    <a:pt x="155781" y="9417"/>
                  </a:lnTo>
                  <a:lnTo>
                    <a:pt x="158033" y="4608"/>
                  </a:lnTo>
                  <a:lnTo>
                    <a:pt x="158033" y="2003"/>
                  </a:lnTo>
                  <a:lnTo>
                    <a:pt x="160286" y="2003"/>
                  </a:lnTo>
                  <a:lnTo>
                    <a:pt x="162726" y="0"/>
                  </a:lnTo>
                  <a:close/>
                </a:path>
                <a:path w="269240" h="17145">
                  <a:moveTo>
                    <a:pt x="261638" y="0"/>
                  </a:moveTo>
                  <a:lnTo>
                    <a:pt x="264077" y="2003"/>
                  </a:lnTo>
                  <a:lnTo>
                    <a:pt x="266330" y="2003"/>
                  </a:lnTo>
                  <a:lnTo>
                    <a:pt x="268770" y="4608"/>
                  </a:lnTo>
                  <a:lnTo>
                    <a:pt x="268770" y="9417"/>
                  </a:lnTo>
                  <a:lnTo>
                    <a:pt x="268770" y="12021"/>
                  </a:lnTo>
                  <a:lnTo>
                    <a:pt x="266330" y="14426"/>
                  </a:lnTo>
                  <a:lnTo>
                    <a:pt x="264077" y="14426"/>
                  </a:lnTo>
                  <a:lnTo>
                    <a:pt x="261638" y="16830"/>
                  </a:lnTo>
                  <a:lnTo>
                    <a:pt x="259385" y="14426"/>
                  </a:lnTo>
                  <a:lnTo>
                    <a:pt x="257508" y="14426"/>
                  </a:lnTo>
                  <a:lnTo>
                    <a:pt x="255256" y="12021"/>
                  </a:lnTo>
                  <a:lnTo>
                    <a:pt x="255256" y="9417"/>
                  </a:lnTo>
                  <a:lnTo>
                    <a:pt x="255256" y="4608"/>
                  </a:lnTo>
                  <a:lnTo>
                    <a:pt x="257508" y="2003"/>
                  </a:lnTo>
                  <a:lnTo>
                    <a:pt x="259385" y="2003"/>
                  </a:lnTo>
                  <a:lnTo>
                    <a:pt x="261638" y="0"/>
                  </a:lnTo>
                  <a:close/>
                </a:path>
              </a:pathLst>
            </a:custGeom>
            <a:ln w="3175">
              <a:solidFill>
                <a:srgbClr val="000000"/>
              </a:solidFill>
            </a:ln>
          </p:spPr>
          <p:txBody>
            <a:bodyPr wrap="square" lIns="0" tIns="0" rIns="0" bIns="0" rtlCol="0"/>
            <a:lstStyle/>
            <a:p/>
          </p:txBody>
        </p:sp>
        <p:sp>
          <p:nvSpPr>
            <p:cNvPr id="98" name="object 98" descr=""/>
            <p:cNvSpPr/>
            <p:nvPr/>
          </p:nvSpPr>
          <p:spPr>
            <a:xfrm>
              <a:off x="8045142" y="3487570"/>
              <a:ext cx="278130" cy="0"/>
            </a:xfrm>
            <a:custGeom>
              <a:avLst/>
              <a:gdLst/>
              <a:ahLst/>
              <a:cxnLst/>
              <a:rect l="l" t="t" r="r" b="b"/>
              <a:pathLst>
                <a:path w="278129" h="0">
                  <a:moveTo>
                    <a:pt x="0" y="0"/>
                  </a:moveTo>
                  <a:lnTo>
                    <a:pt x="277591" y="0"/>
                  </a:lnTo>
                </a:path>
              </a:pathLst>
            </a:custGeom>
            <a:ln w="14393">
              <a:solidFill>
                <a:srgbClr val="000000"/>
              </a:solidFill>
            </a:ln>
          </p:spPr>
          <p:txBody>
            <a:bodyPr wrap="square" lIns="0" tIns="0" rIns="0" bIns="0" rtlCol="0"/>
            <a:lstStyle/>
            <a:p/>
          </p:txBody>
        </p:sp>
        <p:pic>
          <p:nvPicPr>
            <p:cNvPr id="99" name="object 99" descr=""/>
            <p:cNvPicPr/>
            <p:nvPr/>
          </p:nvPicPr>
          <p:blipFill>
            <a:blip r:embed="rId6" cstate="print"/>
            <a:stretch>
              <a:fillRect/>
            </a:stretch>
          </p:blipFill>
          <p:spPr>
            <a:xfrm>
              <a:off x="8320293" y="3113949"/>
              <a:ext cx="198987" cy="810717"/>
            </a:xfrm>
            <a:prstGeom prst="rect">
              <a:avLst/>
            </a:prstGeom>
          </p:spPr>
        </p:pic>
        <p:sp>
          <p:nvSpPr>
            <p:cNvPr id="100" name="object 100" descr=""/>
            <p:cNvSpPr/>
            <p:nvPr/>
          </p:nvSpPr>
          <p:spPr>
            <a:xfrm>
              <a:off x="6466305" y="3113949"/>
              <a:ext cx="2921635" cy="810895"/>
            </a:xfrm>
            <a:custGeom>
              <a:avLst/>
              <a:gdLst/>
              <a:ahLst/>
              <a:cxnLst/>
              <a:rect l="l" t="t" r="r" b="b"/>
              <a:pathLst>
                <a:path w="2921634" h="810895">
                  <a:moveTo>
                    <a:pt x="1856428" y="810717"/>
                  </a:moveTo>
                  <a:lnTo>
                    <a:pt x="2053088" y="810717"/>
                  </a:lnTo>
                  <a:lnTo>
                    <a:pt x="2053088" y="0"/>
                  </a:lnTo>
                  <a:lnTo>
                    <a:pt x="1856428" y="0"/>
                  </a:lnTo>
                  <a:lnTo>
                    <a:pt x="1856428" y="810717"/>
                  </a:lnTo>
                  <a:close/>
                </a:path>
                <a:path w="2921634" h="810895">
                  <a:moveTo>
                    <a:pt x="2052938" y="373621"/>
                  </a:moveTo>
                  <a:lnTo>
                    <a:pt x="2251513" y="373621"/>
                  </a:lnTo>
                </a:path>
                <a:path w="2921634" h="810895">
                  <a:moveTo>
                    <a:pt x="2725239" y="373621"/>
                  </a:moveTo>
                  <a:lnTo>
                    <a:pt x="2921561" y="373621"/>
                  </a:lnTo>
                </a:path>
                <a:path w="2921634" h="810895">
                  <a:moveTo>
                    <a:pt x="0" y="373621"/>
                  </a:moveTo>
                  <a:lnTo>
                    <a:pt x="0" y="248593"/>
                  </a:lnTo>
                </a:path>
                <a:path w="2921634" h="810895">
                  <a:moveTo>
                    <a:pt x="0" y="248593"/>
                  </a:moveTo>
                  <a:lnTo>
                    <a:pt x="119369" y="248593"/>
                  </a:lnTo>
                </a:path>
                <a:path w="2921634" h="810895">
                  <a:moveTo>
                    <a:pt x="2131580" y="373621"/>
                  </a:moveTo>
                  <a:lnTo>
                    <a:pt x="2131580" y="622374"/>
                  </a:lnTo>
                </a:path>
                <a:path w="2921634" h="810895">
                  <a:moveTo>
                    <a:pt x="2131580" y="622374"/>
                  </a:moveTo>
                  <a:lnTo>
                    <a:pt x="2803881" y="622374"/>
                  </a:lnTo>
                </a:path>
                <a:path w="2921634" h="810895">
                  <a:moveTo>
                    <a:pt x="2803881" y="622374"/>
                  </a:moveTo>
                  <a:lnTo>
                    <a:pt x="2803881" y="436535"/>
                  </a:lnTo>
                </a:path>
                <a:path w="2921634" h="810895">
                  <a:moveTo>
                    <a:pt x="2803881" y="436535"/>
                  </a:moveTo>
                  <a:lnTo>
                    <a:pt x="2921561" y="436535"/>
                  </a:lnTo>
                </a:path>
              </a:pathLst>
            </a:custGeom>
            <a:ln w="13937">
              <a:solidFill>
                <a:srgbClr val="000000"/>
              </a:solidFill>
            </a:ln>
          </p:spPr>
          <p:txBody>
            <a:bodyPr wrap="square" lIns="0" tIns="0" rIns="0" bIns="0" rtlCol="0"/>
            <a:lstStyle/>
            <a:p/>
          </p:txBody>
        </p:sp>
        <p:pic>
          <p:nvPicPr>
            <p:cNvPr id="101" name="object 101" descr=""/>
            <p:cNvPicPr/>
            <p:nvPr/>
          </p:nvPicPr>
          <p:blipFill>
            <a:blip r:embed="rId7" cstate="print"/>
            <a:stretch>
              <a:fillRect/>
            </a:stretch>
          </p:blipFill>
          <p:spPr>
            <a:xfrm>
              <a:off x="7255723" y="3113949"/>
              <a:ext cx="198518" cy="810717"/>
            </a:xfrm>
            <a:prstGeom prst="rect">
              <a:avLst/>
            </a:prstGeom>
          </p:spPr>
        </p:pic>
        <p:sp>
          <p:nvSpPr>
            <p:cNvPr id="102" name="object 102" descr=""/>
            <p:cNvSpPr/>
            <p:nvPr/>
          </p:nvSpPr>
          <p:spPr>
            <a:xfrm>
              <a:off x="7255723" y="3113949"/>
              <a:ext cx="198755" cy="810895"/>
            </a:xfrm>
            <a:custGeom>
              <a:avLst/>
              <a:gdLst/>
              <a:ahLst/>
              <a:cxnLst/>
              <a:rect l="l" t="t" r="r" b="b"/>
              <a:pathLst>
                <a:path w="198754" h="810895">
                  <a:moveTo>
                    <a:pt x="0" y="810717"/>
                  </a:moveTo>
                  <a:lnTo>
                    <a:pt x="198518" y="810717"/>
                  </a:lnTo>
                  <a:lnTo>
                    <a:pt x="198518" y="0"/>
                  </a:lnTo>
                  <a:lnTo>
                    <a:pt x="0" y="0"/>
                  </a:lnTo>
                  <a:lnTo>
                    <a:pt x="0" y="810717"/>
                  </a:lnTo>
                  <a:close/>
                </a:path>
              </a:pathLst>
            </a:custGeom>
            <a:ln w="13533">
              <a:solidFill>
                <a:srgbClr val="000000"/>
              </a:solidFill>
            </a:ln>
          </p:spPr>
          <p:txBody>
            <a:bodyPr wrap="square" lIns="0" tIns="0" rIns="0" bIns="0" rtlCol="0"/>
            <a:lstStyle/>
            <a:p/>
          </p:txBody>
        </p:sp>
        <p:pic>
          <p:nvPicPr>
            <p:cNvPr id="103" name="object 103" descr=""/>
            <p:cNvPicPr/>
            <p:nvPr/>
          </p:nvPicPr>
          <p:blipFill>
            <a:blip r:embed="rId6" cstate="print"/>
            <a:stretch>
              <a:fillRect/>
            </a:stretch>
          </p:blipFill>
          <p:spPr>
            <a:xfrm>
              <a:off x="6188713" y="3113949"/>
              <a:ext cx="198518" cy="810717"/>
            </a:xfrm>
            <a:prstGeom prst="rect">
              <a:avLst/>
            </a:prstGeom>
          </p:spPr>
        </p:pic>
        <p:sp>
          <p:nvSpPr>
            <p:cNvPr id="104" name="object 104" descr=""/>
            <p:cNvSpPr/>
            <p:nvPr/>
          </p:nvSpPr>
          <p:spPr>
            <a:xfrm>
              <a:off x="6190965" y="3113949"/>
              <a:ext cx="196215" cy="810895"/>
            </a:xfrm>
            <a:custGeom>
              <a:avLst/>
              <a:gdLst/>
              <a:ahLst/>
              <a:cxnLst/>
              <a:rect l="l" t="t" r="r" b="b"/>
              <a:pathLst>
                <a:path w="196214" h="810895">
                  <a:moveTo>
                    <a:pt x="0" y="810717"/>
                  </a:moveTo>
                  <a:lnTo>
                    <a:pt x="196190" y="810717"/>
                  </a:lnTo>
                  <a:lnTo>
                    <a:pt x="196190" y="0"/>
                  </a:lnTo>
                  <a:lnTo>
                    <a:pt x="0" y="0"/>
                  </a:lnTo>
                  <a:lnTo>
                    <a:pt x="0" y="810717"/>
                  </a:lnTo>
                  <a:close/>
                </a:path>
              </a:pathLst>
            </a:custGeom>
            <a:ln w="13532">
              <a:solidFill>
                <a:srgbClr val="000000"/>
              </a:solidFill>
            </a:ln>
          </p:spPr>
          <p:txBody>
            <a:bodyPr wrap="square" lIns="0" tIns="0" rIns="0" bIns="0" rtlCol="0"/>
            <a:lstStyle/>
            <a:p/>
          </p:txBody>
        </p:sp>
        <p:pic>
          <p:nvPicPr>
            <p:cNvPr id="105" name="object 105" descr=""/>
            <p:cNvPicPr/>
            <p:nvPr/>
          </p:nvPicPr>
          <p:blipFill>
            <a:blip r:embed="rId7" cstate="print"/>
            <a:stretch>
              <a:fillRect/>
            </a:stretch>
          </p:blipFill>
          <p:spPr>
            <a:xfrm>
              <a:off x="9387866" y="3113949"/>
              <a:ext cx="198518" cy="810717"/>
            </a:xfrm>
            <a:prstGeom prst="rect">
              <a:avLst/>
            </a:prstGeom>
          </p:spPr>
        </p:pic>
        <p:sp>
          <p:nvSpPr>
            <p:cNvPr id="106" name="object 106" descr=""/>
            <p:cNvSpPr/>
            <p:nvPr/>
          </p:nvSpPr>
          <p:spPr>
            <a:xfrm>
              <a:off x="8361209" y="3113949"/>
              <a:ext cx="1225550" cy="1442720"/>
            </a:xfrm>
            <a:custGeom>
              <a:avLst/>
              <a:gdLst/>
              <a:ahLst/>
              <a:cxnLst/>
              <a:rect l="l" t="t" r="r" b="b"/>
              <a:pathLst>
                <a:path w="1225550" h="1442720">
                  <a:moveTo>
                    <a:pt x="1026657" y="810717"/>
                  </a:moveTo>
                  <a:lnTo>
                    <a:pt x="1225175" y="810717"/>
                  </a:lnTo>
                  <a:lnTo>
                    <a:pt x="1225175" y="0"/>
                  </a:lnTo>
                  <a:lnTo>
                    <a:pt x="1026656" y="0"/>
                  </a:lnTo>
                  <a:lnTo>
                    <a:pt x="1026657" y="810717"/>
                  </a:lnTo>
                  <a:close/>
                </a:path>
                <a:path w="1225550" h="1442720">
                  <a:moveTo>
                    <a:pt x="0" y="1442469"/>
                  </a:moveTo>
                  <a:lnTo>
                    <a:pt x="435250" y="1442469"/>
                  </a:lnTo>
                </a:path>
                <a:path w="1225550" h="1442720">
                  <a:moveTo>
                    <a:pt x="40540" y="1124129"/>
                  </a:moveTo>
                  <a:lnTo>
                    <a:pt x="437502" y="1119180"/>
                  </a:lnTo>
                </a:path>
              </a:pathLst>
            </a:custGeom>
            <a:ln w="13937">
              <a:solidFill>
                <a:srgbClr val="000000"/>
              </a:solidFill>
            </a:ln>
          </p:spPr>
          <p:txBody>
            <a:bodyPr wrap="square" lIns="0" tIns="0" rIns="0" bIns="0" rtlCol="0"/>
            <a:lstStyle/>
            <a:p/>
          </p:txBody>
        </p:sp>
      </p:grpSp>
      <p:sp>
        <p:nvSpPr>
          <p:cNvPr id="107" name="object 107" descr=""/>
          <p:cNvSpPr txBox="1"/>
          <p:nvPr/>
        </p:nvSpPr>
        <p:spPr>
          <a:xfrm>
            <a:off x="6585674" y="4172819"/>
            <a:ext cx="474345" cy="374650"/>
          </a:xfrm>
          <a:prstGeom prst="rect">
            <a:avLst/>
          </a:prstGeom>
          <a:ln w="14070">
            <a:solidFill>
              <a:srgbClr val="000000"/>
            </a:solidFill>
          </a:ln>
        </p:spPr>
        <p:txBody>
          <a:bodyPr wrap="square" lIns="0" tIns="80645" rIns="0" bIns="0" rtlCol="0" vert="horz">
            <a:spAutoFit/>
          </a:bodyPr>
          <a:lstStyle/>
          <a:p>
            <a:pPr marL="135255">
              <a:lnSpc>
                <a:spcPct val="100000"/>
              </a:lnSpc>
              <a:spcBef>
                <a:spcPts val="635"/>
              </a:spcBef>
            </a:pPr>
            <a:r>
              <a:rPr dirty="0" sz="1400" spc="-25">
                <a:latin typeface="Times New Roman"/>
                <a:cs typeface="Times New Roman"/>
              </a:rPr>
              <a:t>IM</a:t>
            </a:r>
            <a:endParaRPr sz="1400">
              <a:latin typeface="Times New Roman"/>
              <a:cs typeface="Times New Roman"/>
            </a:endParaRPr>
          </a:p>
        </p:txBody>
      </p:sp>
      <p:sp>
        <p:nvSpPr>
          <p:cNvPr id="108" name="object 108" descr=""/>
          <p:cNvSpPr txBox="1"/>
          <p:nvPr/>
        </p:nvSpPr>
        <p:spPr>
          <a:xfrm>
            <a:off x="7734955" y="4222174"/>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sp>
        <p:nvSpPr>
          <p:cNvPr id="109" name="object 109" descr=""/>
          <p:cNvSpPr/>
          <p:nvPr/>
        </p:nvSpPr>
        <p:spPr>
          <a:xfrm>
            <a:off x="8796459" y="3987441"/>
            <a:ext cx="0" cy="231775"/>
          </a:xfrm>
          <a:custGeom>
            <a:avLst/>
            <a:gdLst/>
            <a:ahLst/>
            <a:cxnLst/>
            <a:rect l="l" t="t" r="r" b="b"/>
            <a:pathLst>
              <a:path w="0" h="231775">
                <a:moveTo>
                  <a:pt x="0" y="0"/>
                </a:moveTo>
                <a:lnTo>
                  <a:pt x="0" y="231361"/>
                </a:lnTo>
              </a:path>
            </a:pathLst>
          </a:custGeom>
          <a:ln w="13482">
            <a:solidFill>
              <a:srgbClr val="000000"/>
            </a:solidFill>
          </a:ln>
        </p:spPr>
        <p:txBody>
          <a:bodyPr wrap="square" lIns="0" tIns="0" rIns="0" bIns="0" rtlCol="0"/>
          <a:lstStyle/>
          <a:p/>
        </p:txBody>
      </p:sp>
      <p:sp>
        <p:nvSpPr>
          <p:cNvPr id="110" name="object 110" descr=""/>
          <p:cNvSpPr/>
          <p:nvPr/>
        </p:nvSpPr>
        <p:spPr>
          <a:xfrm>
            <a:off x="8796459" y="3987441"/>
            <a:ext cx="316230" cy="810895"/>
          </a:xfrm>
          <a:custGeom>
            <a:avLst/>
            <a:gdLst/>
            <a:ahLst/>
            <a:cxnLst/>
            <a:rect l="l" t="t" r="r" b="b"/>
            <a:pathLst>
              <a:path w="316229" h="810895">
                <a:moveTo>
                  <a:pt x="316067" y="173516"/>
                </a:moveTo>
                <a:lnTo>
                  <a:pt x="316067" y="636720"/>
                </a:lnTo>
              </a:path>
              <a:path w="316229" h="810895">
                <a:moveTo>
                  <a:pt x="0" y="0"/>
                </a:moveTo>
                <a:lnTo>
                  <a:pt x="316067" y="173516"/>
                </a:lnTo>
              </a:path>
              <a:path w="316229" h="810895">
                <a:moveTo>
                  <a:pt x="316067" y="636720"/>
                </a:moveTo>
                <a:lnTo>
                  <a:pt x="0" y="810717"/>
                </a:lnTo>
              </a:path>
              <a:path w="316229" h="810895">
                <a:moveTo>
                  <a:pt x="0" y="578875"/>
                </a:moveTo>
                <a:lnTo>
                  <a:pt x="0" y="810717"/>
                </a:lnTo>
              </a:path>
              <a:path w="316229" h="810895">
                <a:moveTo>
                  <a:pt x="0" y="231361"/>
                </a:moveTo>
                <a:lnTo>
                  <a:pt x="94782" y="405358"/>
                </a:lnTo>
              </a:path>
              <a:path w="316229" h="810895">
                <a:moveTo>
                  <a:pt x="94782" y="405358"/>
                </a:moveTo>
                <a:lnTo>
                  <a:pt x="0" y="578875"/>
                </a:lnTo>
              </a:path>
            </a:pathLst>
          </a:custGeom>
          <a:ln w="13937">
            <a:solidFill>
              <a:srgbClr val="000000"/>
            </a:solidFill>
          </a:ln>
        </p:spPr>
        <p:txBody>
          <a:bodyPr wrap="square" lIns="0" tIns="0" rIns="0" bIns="0" rtlCol="0"/>
          <a:lstStyle/>
          <a:p/>
        </p:txBody>
      </p:sp>
      <p:sp>
        <p:nvSpPr>
          <p:cNvPr id="111" name="object 111" descr=""/>
          <p:cNvSpPr txBox="1"/>
          <p:nvPr/>
        </p:nvSpPr>
        <p:spPr>
          <a:xfrm>
            <a:off x="8864446" y="4172482"/>
            <a:ext cx="213995" cy="399415"/>
          </a:xfrm>
          <a:prstGeom prst="rect">
            <a:avLst/>
          </a:prstGeom>
        </p:spPr>
        <p:txBody>
          <a:bodyPr wrap="square" lIns="0" tIns="0" rIns="0" bIns="0" rtlCol="0" vert="vert">
            <a:spAutoFit/>
          </a:bodyPr>
          <a:lstStyle/>
          <a:p>
            <a:pPr marL="12700">
              <a:lnSpc>
                <a:spcPts val="1555"/>
              </a:lnSpc>
            </a:pPr>
            <a:r>
              <a:rPr dirty="0" sz="1300" spc="55">
                <a:latin typeface="Times New Roman"/>
                <a:cs typeface="Times New Roman"/>
              </a:rPr>
              <a:t>ALU</a:t>
            </a:r>
            <a:endParaRPr sz="1300">
              <a:latin typeface="Times New Roman"/>
              <a:cs typeface="Times New Roman"/>
            </a:endParaRPr>
          </a:p>
        </p:txBody>
      </p:sp>
      <p:grpSp>
        <p:nvGrpSpPr>
          <p:cNvPr id="112" name="object 112" descr=""/>
          <p:cNvGrpSpPr/>
          <p:nvPr/>
        </p:nvGrpSpPr>
        <p:grpSpPr>
          <a:xfrm>
            <a:off x="6246895" y="1266888"/>
            <a:ext cx="4170045" cy="3538220"/>
            <a:chOff x="6246895" y="1266888"/>
            <a:chExt cx="4170045" cy="3538220"/>
          </a:xfrm>
        </p:grpSpPr>
        <p:sp>
          <p:nvSpPr>
            <p:cNvPr id="113" name="object 113" descr=""/>
            <p:cNvSpPr/>
            <p:nvPr/>
          </p:nvSpPr>
          <p:spPr>
            <a:xfrm>
              <a:off x="7059589" y="4172819"/>
              <a:ext cx="1263650" cy="374650"/>
            </a:xfrm>
            <a:custGeom>
              <a:avLst/>
              <a:gdLst/>
              <a:ahLst/>
              <a:cxnLst/>
              <a:rect l="l" t="t" r="r" b="b"/>
              <a:pathLst>
                <a:path w="1263650" h="374650">
                  <a:moveTo>
                    <a:pt x="0" y="188343"/>
                  </a:moveTo>
                  <a:lnTo>
                    <a:pt x="196134" y="188343"/>
                  </a:lnTo>
                </a:path>
                <a:path w="1263650" h="374650">
                  <a:moveTo>
                    <a:pt x="394709" y="188343"/>
                  </a:moveTo>
                  <a:lnTo>
                    <a:pt x="590843" y="188343"/>
                  </a:lnTo>
                </a:path>
                <a:path w="1263650" h="374650">
                  <a:moveTo>
                    <a:pt x="1064570" y="111222"/>
                  </a:moveTo>
                  <a:lnTo>
                    <a:pt x="1263144" y="111222"/>
                  </a:lnTo>
                </a:path>
                <a:path w="1263650" h="374650">
                  <a:moveTo>
                    <a:pt x="1064570" y="287203"/>
                  </a:moveTo>
                  <a:lnTo>
                    <a:pt x="1263144" y="287203"/>
                  </a:lnTo>
                </a:path>
                <a:path w="1263650" h="374650">
                  <a:moveTo>
                    <a:pt x="827894" y="0"/>
                  </a:moveTo>
                  <a:lnTo>
                    <a:pt x="1064570" y="0"/>
                  </a:lnTo>
                </a:path>
                <a:path w="1263650" h="374650">
                  <a:moveTo>
                    <a:pt x="1064570" y="0"/>
                  </a:moveTo>
                  <a:lnTo>
                    <a:pt x="1064570" y="374222"/>
                  </a:lnTo>
                </a:path>
                <a:path w="1263650" h="374650">
                  <a:moveTo>
                    <a:pt x="827894" y="374222"/>
                  </a:moveTo>
                  <a:lnTo>
                    <a:pt x="1064570" y="374222"/>
                  </a:lnTo>
                </a:path>
              </a:pathLst>
            </a:custGeom>
            <a:ln w="13937">
              <a:solidFill>
                <a:srgbClr val="000000"/>
              </a:solidFill>
            </a:ln>
          </p:spPr>
          <p:txBody>
            <a:bodyPr wrap="square" lIns="0" tIns="0" rIns="0" bIns="0" rtlCol="0"/>
            <a:lstStyle/>
            <a:p/>
          </p:txBody>
        </p:sp>
        <p:sp>
          <p:nvSpPr>
            <p:cNvPr id="114" name="object 114" descr=""/>
            <p:cNvSpPr/>
            <p:nvPr/>
          </p:nvSpPr>
          <p:spPr>
            <a:xfrm>
              <a:off x="7646678" y="4168872"/>
              <a:ext cx="268605" cy="14604"/>
            </a:xfrm>
            <a:custGeom>
              <a:avLst/>
              <a:gdLst/>
              <a:ahLst/>
              <a:cxnLst/>
              <a:rect l="l" t="t" r="r" b="b"/>
              <a:pathLst>
                <a:path w="268604" h="14604">
                  <a:moveTo>
                    <a:pt x="51614" y="0"/>
                  </a:moveTo>
                  <a:lnTo>
                    <a:pt x="4129" y="0"/>
                  </a:lnTo>
                  <a:lnTo>
                    <a:pt x="2252" y="2464"/>
                  </a:lnTo>
                  <a:lnTo>
                    <a:pt x="0" y="4928"/>
                  </a:lnTo>
                  <a:lnTo>
                    <a:pt x="0" y="9377"/>
                  </a:lnTo>
                  <a:lnTo>
                    <a:pt x="2252" y="11861"/>
                  </a:lnTo>
                  <a:lnTo>
                    <a:pt x="4129" y="14326"/>
                  </a:lnTo>
                  <a:lnTo>
                    <a:pt x="51614" y="14326"/>
                  </a:lnTo>
                  <a:lnTo>
                    <a:pt x="53866" y="11861"/>
                  </a:lnTo>
                  <a:lnTo>
                    <a:pt x="56306" y="9377"/>
                  </a:lnTo>
                  <a:lnTo>
                    <a:pt x="56306" y="4928"/>
                  </a:lnTo>
                  <a:lnTo>
                    <a:pt x="53866" y="2464"/>
                  </a:lnTo>
                  <a:lnTo>
                    <a:pt x="51614" y="0"/>
                  </a:lnTo>
                  <a:close/>
                </a:path>
                <a:path w="268604" h="14604">
                  <a:moveTo>
                    <a:pt x="108296" y="0"/>
                  </a:moveTo>
                  <a:lnTo>
                    <a:pt x="103604" y="0"/>
                  </a:lnTo>
                  <a:lnTo>
                    <a:pt x="99099" y="4928"/>
                  </a:lnTo>
                  <a:lnTo>
                    <a:pt x="99099" y="9377"/>
                  </a:lnTo>
                  <a:lnTo>
                    <a:pt x="103604" y="14326"/>
                  </a:lnTo>
                  <a:lnTo>
                    <a:pt x="108296" y="14326"/>
                  </a:lnTo>
                  <a:lnTo>
                    <a:pt x="110173" y="11861"/>
                  </a:lnTo>
                  <a:lnTo>
                    <a:pt x="112425" y="9377"/>
                  </a:lnTo>
                  <a:lnTo>
                    <a:pt x="112425" y="4928"/>
                  </a:lnTo>
                  <a:lnTo>
                    <a:pt x="110173" y="2464"/>
                  </a:lnTo>
                  <a:lnTo>
                    <a:pt x="108296" y="0"/>
                  </a:lnTo>
                  <a:close/>
                </a:path>
                <a:path w="268604" h="14604">
                  <a:moveTo>
                    <a:pt x="207395" y="0"/>
                  </a:moveTo>
                  <a:lnTo>
                    <a:pt x="159910" y="0"/>
                  </a:lnTo>
                  <a:lnTo>
                    <a:pt x="157658" y="2464"/>
                  </a:lnTo>
                  <a:lnTo>
                    <a:pt x="155218" y="4928"/>
                  </a:lnTo>
                  <a:lnTo>
                    <a:pt x="155218" y="9377"/>
                  </a:lnTo>
                  <a:lnTo>
                    <a:pt x="157658" y="11861"/>
                  </a:lnTo>
                  <a:lnTo>
                    <a:pt x="159910" y="14326"/>
                  </a:lnTo>
                  <a:lnTo>
                    <a:pt x="207395" y="14326"/>
                  </a:lnTo>
                  <a:lnTo>
                    <a:pt x="209648" y="11861"/>
                  </a:lnTo>
                  <a:lnTo>
                    <a:pt x="212088" y="9377"/>
                  </a:lnTo>
                  <a:lnTo>
                    <a:pt x="212088" y="4928"/>
                  </a:lnTo>
                  <a:lnTo>
                    <a:pt x="209648" y="2464"/>
                  </a:lnTo>
                  <a:lnTo>
                    <a:pt x="207395" y="0"/>
                  </a:lnTo>
                  <a:close/>
                </a:path>
                <a:path w="268604" h="14604">
                  <a:moveTo>
                    <a:pt x="263702" y="0"/>
                  </a:moveTo>
                  <a:lnTo>
                    <a:pt x="257133" y="0"/>
                  </a:lnTo>
                  <a:lnTo>
                    <a:pt x="254693" y="2464"/>
                  </a:lnTo>
                  <a:lnTo>
                    <a:pt x="254693" y="11861"/>
                  </a:lnTo>
                  <a:lnTo>
                    <a:pt x="257133" y="14326"/>
                  </a:lnTo>
                  <a:lnTo>
                    <a:pt x="263702" y="14326"/>
                  </a:lnTo>
                  <a:lnTo>
                    <a:pt x="268207" y="9377"/>
                  </a:lnTo>
                  <a:lnTo>
                    <a:pt x="268207" y="4928"/>
                  </a:lnTo>
                  <a:lnTo>
                    <a:pt x="263702" y="0"/>
                  </a:lnTo>
                  <a:close/>
                </a:path>
              </a:pathLst>
            </a:custGeom>
            <a:solidFill>
              <a:srgbClr val="000000"/>
            </a:solidFill>
          </p:spPr>
          <p:txBody>
            <a:bodyPr wrap="square" lIns="0" tIns="0" rIns="0" bIns="0" rtlCol="0"/>
            <a:lstStyle/>
            <a:p/>
          </p:txBody>
        </p:sp>
        <p:sp>
          <p:nvSpPr>
            <p:cNvPr id="115" name="object 115" descr=""/>
            <p:cNvSpPr/>
            <p:nvPr/>
          </p:nvSpPr>
          <p:spPr>
            <a:xfrm>
              <a:off x="7646679" y="4168872"/>
              <a:ext cx="268605" cy="14604"/>
            </a:xfrm>
            <a:custGeom>
              <a:avLst/>
              <a:gdLst/>
              <a:ahLst/>
              <a:cxnLst/>
              <a:rect l="l" t="t" r="r" b="b"/>
              <a:pathLst>
                <a:path w="268604" h="14604">
                  <a:moveTo>
                    <a:pt x="6569" y="0"/>
                  </a:moveTo>
                  <a:lnTo>
                    <a:pt x="49362" y="0"/>
                  </a:lnTo>
                  <a:lnTo>
                    <a:pt x="51614" y="0"/>
                  </a:lnTo>
                  <a:lnTo>
                    <a:pt x="53866" y="2464"/>
                  </a:lnTo>
                  <a:lnTo>
                    <a:pt x="56306" y="4928"/>
                  </a:lnTo>
                  <a:lnTo>
                    <a:pt x="56306" y="6912"/>
                  </a:lnTo>
                  <a:lnTo>
                    <a:pt x="56306" y="9377"/>
                  </a:lnTo>
                  <a:lnTo>
                    <a:pt x="53866" y="11861"/>
                  </a:lnTo>
                  <a:lnTo>
                    <a:pt x="51614" y="14326"/>
                  </a:lnTo>
                  <a:lnTo>
                    <a:pt x="49362" y="14326"/>
                  </a:lnTo>
                  <a:lnTo>
                    <a:pt x="6569" y="14326"/>
                  </a:lnTo>
                  <a:lnTo>
                    <a:pt x="4129" y="14326"/>
                  </a:lnTo>
                  <a:lnTo>
                    <a:pt x="2252" y="11861"/>
                  </a:lnTo>
                  <a:lnTo>
                    <a:pt x="0" y="9377"/>
                  </a:lnTo>
                  <a:lnTo>
                    <a:pt x="0" y="6912"/>
                  </a:lnTo>
                  <a:lnTo>
                    <a:pt x="0" y="4928"/>
                  </a:lnTo>
                  <a:lnTo>
                    <a:pt x="2252" y="2464"/>
                  </a:lnTo>
                  <a:lnTo>
                    <a:pt x="4129" y="0"/>
                  </a:lnTo>
                  <a:lnTo>
                    <a:pt x="6569" y="0"/>
                  </a:lnTo>
                  <a:close/>
                </a:path>
                <a:path w="268604" h="14604">
                  <a:moveTo>
                    <a:pt x="106044" y="0"/>
                  </a:moveTo>
                  <a:lnTo>
                    <a:pt x="108296" y="0"/>
                  </a:lnTo>
                  <a:lnTo>
                    <a:pt x="110173" y="2464"/>
                  </a:lnTo>
                  <a:lnTo>
                    <a:pt x="112425" y="4928"/>
                  </a:lnTo>
                  <a:lnTo>
                    <a:pt x="112425" y="6912"/>
                  </a:lnTo>
                  <a:lnTo>
                    <a:pt x="112425" y="9377"/>
                  </a:lnTo>
                  <a:lnTo>
                    <a:pt x="110173" y="11861"/>
                  </a:lnTo>
                  <a:lnTo>
                    <a:pt x="108296" y="14326"/>
                  </a:lnTo>
                  <a:lnTo>
                    <a:pt x="106044" y="14326"/>
                  </a:lnTo>
                  <a:lnTo>
                    <a:pt x="103604" y="14326"/>
                  </a:lnTo>
                  <a:lnTo>
                    <a:pt x="101351" y="11861"/>
                  </a:lnTo>
                  <a:lnTo>
                    <a:pt x="99099" y="9377"/>
                  </a:lnTo>
                  <a:lnTo>
                    <a:pt x="99099" y="6912"/>
                  </a:lnTo>
                  <a:lnTo>
                    <a:pt x="99099" y="4928"/>
                  </a:lnTo>
                  <a:lnTo>
                    <a:pt x="101351" y="2464"/>
                  </a:lnTo>
                  <a:lnTo>
                    <a:pt x="103604" y="0"/>
                  </a:lnTo>
                  <a:lnTo>
                    <a:pt x="106044" y="0"/>
                  </a:lnTo>
                  <a:close/>
                </a:path>
                <a:path w="268604" h="14604">
                  <a:moveTo>
                    <a:pt x="162350" y="0"/>
                  </a:moveTo>
                  <a:lnTo>
                    <a:pt x="204956" y="0"/>
                  </a:lnTo>
                  <a:lnTo>
                    <a:pt x="207395" y="0"/>
                  </a:lnTo>
                  <a:lnTo>
                    <a:pt x="209648" y="2464"/>
                  </a:lnTo>
                  <a:lnTo>
                    <a:pt x="212088" y="4928"/>
                  </a:lnTo>
                  <a:lnTo>
                    <a:pt x="212088" y="6912"/>
                  </a:lnTo>
                  <a:lnTo>
                    <a:pt x="212088" y="9377"/>
                  </a:lnTo>
                  <a:lnTo>
                    <a:pt x="209648" y="11861"/>
                  </a:lnTo>
                  <a:lnTo>
                    <a:pt x="207395" y="14326"/>
                  </a:lnTo>
                  <a:lnTo>
                    <a:pt x="204956" y="14326"/>
                  </a:lnTo>
                  <a:lnTo>
                    <a:pt x="162350" y="14326"/>
                  </a:lnTo>
                  <a:lnTo>
                    <a:pt x="159910" y="14326"/>
                  </a:lnTo>
                  <a:lnTo>
                    <a:pt x="157658" y="11861"/>
                  </a:lnTo>
                  <a:lnTo>
                    <a:pt x="155218" y="9377"/>
                  </a:lnTo>
                  <a:lnTo>
                    <a:pt x="155218" y="6912"/>
                  </a:lnTo>
                  <a:lnTo>
                    <a:pt x="155218" y="4928"/>
                  </a:lnTo>
                  <a:lnTo>
                    <a:pt x="157658" y="2464"/>
                  </a:lnTo>
                  <a:lnTo>
                    <a:pt x="159910" y="0"/>
                  </a:lnTo>
                  <a:lnTo>
                    <a:pt x="162350" y="0"/>
                  </a:lnTo>
                  <a:close/>
                </a:path>
                <a:path w="268604" h="14604">
                  <a:moveTo>
                    <a:pt x="261825" y="0"/>
                  </a:moveTo>
                  <a:lnTo>
                    <a:pt x="263702" y="0"/>
                  </a:lnTo>
                  <a:lnTo>
                    <a:pt x="265954" y="2464"/>
                  </a:lnTo>
                  <a:lnTo>
                    <a:pt x="268207" y="4928"/>
                  </a:lnTo>
                  <a:lnTo>
                    <a:pt x="268207" y="6912"/>
                  </a:lnTo>
                  <a:lnTo>
                    <a:pt x="268207" y="9377"/>
                  </a:lnTo>
                  <a:lnTo>
                    <a:pt x="265954" y="11861"/>
                  </a:lnTo>
                  <a:lnTo>
                    <a:pt x="263702" y="14326"/>
                  </a:lnTo>
                  <a:lnTo>
                    <a:pt x="261825" y="14326"/>
                  </a:lnTo>
                  <a:lnTo>
                    <a:pt x="257133" y="14326"/>
                  </a:lnTo>
                  <a:lnTo>
                    <a:pt x="254693" y="11861"/>
                  </a:lnTo>
                  <a:lnTo>
                    <a:pt x="254693" y="9377"/>
                  </a:lnTo>
                  <a:lnTo>
                    <a:pt x="254693" y="6912"/>
                  </a:lnTo>
                  <a:lnTo>
                    <a:pt x="254693" y="4928"/>
                  </a:lnTo>
                  <a:lnTo>
                    <a:pt x="254693" y="2464"/>
                  </a:lnTo>
                  <a:lnTo>
                    <a:pt x="257133" y="0"/>
                  </a:lnTo>
                  <a:lnTo>
                    <a:pt x="261825" y="0"/>
                  </a:lnTo>
                  <a:close/>
                </a:path>
              </a:pathLst>
            </a:custGeom>
            <a:ln w="3175">
              <a:solidFill>
                <a:srgbClr val="000000"/>
              </a:solidFill>
            </a:ln>
          </p:spPr>
          <p:txBody>
            <a:bodyPr wrap="square" lIns="0" tIns="0" rIns="0" bIns="0" rtlCol="0"/>
            <a:lstStyle/>
            <a:p/>
          </p:txBody>
        </p:sp>
        <p:sp>
          <p:nvSpPr>
            <p:cNvPr id="116" name="object 116" descr=""/>
            <p:cNvSpPr/>
            <p:nvPr/>
          </p:nvSpPr>
          <p:spPr>
            <a:xfrm>
              <a:off x="7646678" y="4168872"/>
              <a:ext cx="13970" cy="388620"/>
            </a:xfrm>
            <a:custGeom>
              <a:avLst/>
              <a:gdLst/>
              <a:ahLst/>
              <a:cxnLst/>
              <a:rect l="l" t="t" r="r" b="b"/>
              <a:pathLst>
                <a:path w="13970" h="388620">
                  <a:moveTo>
                    <a:pt x="8821" y="0"/>
                  </a:moveTo>
                  <a:lnTo>
                    <a:pt x="4129" y="0"/>
                  </a:lnTo>
                  <a:lnTo>
                    <a:pt x="2252" y="2464"/>
                  </a:lnTo>
                  <a:lnTo>
                    <a:pt x="0" y="4928"/>
                  </a:lnTo>
                  <a:lnTo>
                    <a:pt x="0" y="55360"/>
                  </a:lnTo>
                  <a:lnTo>
                    <a:pt x="2252" y="57825"/>
                  </a:lnTo>
                  <a:lnTo>
                    <a:pt x="4129" y="60309"/>
                  </a:lnTo>
                  <a:lnTo>
                    <a:pt x="8821" y="60309"/>
                  </a:lnTo>
                  <a:lnTo>
                    <a:pt x="11073" y="57825"/>
                  </a:lnTo>
                  <a:lnTo>
                    <a:pt x="13513" y="55360"/>
                  </a:lnTo>
                  <a:lnTo>
                    <a:pt x="13513" y="4928"/>
                  </a:lnTo>
                  <a:lnTo>
                    <a:pt x="11073" y="2464"/>
                  </a:lnTo>
                  <a:lnTo>
                    <a:pt x="8821" y="0"/>
                  </a:lnTo>
                  <a:close/>
                </a:path>
                <a:path w="13970" h="388620">
                  <a:moveTo>
                    <a:pt x="8821" y="106273"/>
                  </a:moveTo>
                  <a:lnTo>
                    <a:pt x="4129" y="106273"/>
                  </a:lnTo>
                  <a:lnTo>
                    <a:pt x="2252" y="108257"/>
                  </a:lnTo>
                  <a:lnTo>
                    <a:pt x="0" y="110721"/>
                  </a:lnTo>
                  <a:lnTo>
                    <a:pt x="0" y="115670"/>
                  </a:lnTo>
                  <a:lnTo>
                    <a:pt x="2252" y="118135"/>
                  </a:lnTo>
                  <a:lnTo>
                    <a:pt x="4129" y="120619"/>
                  </a:lnTo>
                  <a:lnTo>
                    <a:pt x="8821" y="120619"/>
                  </a:lnTo>
                  <a:lnTo>
                    <a:pt x="11073" y="118135"/>
                  </a:lnTo>
                  <a:lnTo>
                    <a:pt x="13513" y="115670"/>
                  </a:lnTo>
                  <a:lnTo>
                    <a:pt x="13513" y="110721"/>
                  </a:lnTo>
                  <a:lnTo>
                    <a:pt x="11073" y="108257"/>
                  </a:lnTo>
                  <a:lnTo>
                    <a:pt x="8821" y="106273"/>
                  </a:lnTo>
                  <a:close/>
                </a:path>
                <a:path w="13970" h="388620">
                  <a:moveTo>
                    <a:pt x="8821" y="166583"/>
                  </a:moveTo>
                  <a:lnTo>
                    <a:pt x="4129" y="166583"/>
                  </a:lnTo>
                  <a:lnTo>
                    <a:pt x="2252" y="168567"/>
                  </a:lnTo>
                  <a:lnTo>
                    <a:pt x="0" y="171031"/>
                  </a:lnTo>
                  <a:lnTo>
                    <a:pt x="0" y="221944"/>
                  </a:lnTo>
                  <a:lnTo>
                    <a:pt x="2252" y="224429"/>
                  </a:lnTo>
                  <a:lnTo>
                    <a:pt x="4129" y="226893"/>
                  </a:lnTo>
                  <a:lnTo>
                    <a:pt x="8821" y="226893"/>
                  </a:lnTo>
                  <a:lnTo>
                    <a:pt x="11073" y="224429"/>
                  </a:lnTo>
                  <a:lnTo>
                    <a:pt x="13513" y="221944"/>
                  </a:lnTo>
                  <a:lnTo>
                    <a:pt x="13513" y="171031"/>
                  </a:lnTo>
                  <a:lnTo>
                    <a:pt x="11073" y="168567"/>
                  </a:lnTo>
                  <a:lnTo>
                    <a:pt x="8821" y="166583"/>
                  </a:lnTo>
                  <a:close/>
                </a:path>
                <a:path w="13970" h="388620">
                  <a:moveTo>
                    <a:pt x="8821" y="272376"/>
                  </a:moveTo>
                  <a:lnTo>
                    <a:pt x="4129" y="272376"/>
                  </a:lnTo>
                  <a:lnTo>
                    <a:pt x="2252" y="274840"/>
                  </a:lnTo>
                  <a:lnTo>
                    <a:pt x="0" y="277325"/>
                  </a:lnTo>
                  <a:lnTo>
                    <a:pt x="0" y="282254"/>
                  </a:lnTo>
                  <a:lnTo>
                    <a:pt x="2252" y="284739"/>
                  </a:lnTo>
                  <a:lnTo>
                    <a:pt x="4129" y="287203"/>
                  </a:lnTo>
                  <a:lnTo>
                    <a:pt x="8821" y="287203"/>
                  </a:lnTo>
                  <a:lnTo>
                    <a:pt x="11073" y="284739"/>
                  </a:lnTo>
                  <a:lnTo>
                    <a:pt x="13513" y="282254"/>
                  </a:lnTo>
                  <a:lnTo>
                    <a:pt x="13513" y="277325"/>
                  </a:lnTo>
                  <a:lnTo>
                    <a:pt x="11073" y="274840"/>
                  </a:lnTo>
                  <a:lnTo>
                    <a:pt x="8821" y="272376"/>
                  </a:lnTo>
                  <a:close/>
                </a:path>
                <a:path w="13970" h="388620">
                  <a:moveTo>
                    <a:pt x="8821" y="332686"/>
                  </a:moveTo>
                  <a:lnTo>
                    <a:pt x="4129" y="332686"/>
                  </a:lnTo>
                  <a:lnTo>
                    <a:pt x="2252" y="335150"/>
                  </a:lnTo>
                  <a:lnTo>
                    <a:pt x="0" y="337635"/>
                  </a:lnTo>
                  <a:lnTo>
                    <a:pt x="0" y="383599"/>
                  </a:lnTo>
                  <a:lnTo>
                    <a:pt x="2252" y="386063"/>
                  </a:lnTo>
                  <a:lnTo>
                    <a:pt x="4129" y="388548"/>
                  </a:lnTo>
                  <a:lnTo>
                    <a:pt x="8821" y="388548"/>
                  </a:lnTo>
                  <a:lnTo>
                    <a:pt x="11073" y="386063"/>
                  </a:lnTo>
                  <a:lnTo>
                    <a:pt x="13513" y="383599"/>
                  </a:lnTo>
                  <a:lnTo>
                    <a:pt x="13513" y="337635"/>
                  </a:lnTo>
                  <a:lnTo>
                    <a:pt x="11073" y="335150"/>
                  </a:lnTo>
                  <a:lnTo>
                    <a:pt x="8821" y="332686"/>
                  </a:lnTo>
                  <a:close/>
                </a:path>
              </a:pathLst>
            </a:custGeom>
            <a:solidFill>
              <a:srgbClr val="000000"/>
            </a:solidFill>
          </p:spPr>
          <p:txBody>
            <a:bodyPr wrap="square" lIns="0" tIns="0" rIns="0" bIns="0" rtlCol="0"/>
            <a:lstStyle/>
            <a:p/>
          </p:txBody>
        </p:sp>
        <p:sp>
          <p:nvSpPr>
            <p:cNvPr id="117" name="object 117" descr=""/>
            <p:cNvSpPr/>
            <p:nvPr/>
          </p:nvSpPr>
          <p:spPr>
            <a:xfrm>
              <a:off x="7646679" y="4168872"/>
              <a:ext cx="13970" cy="388620"/>
            </a:xfrm>
            <a:custGeom>
              <a:avLst/>
              <a:gdLst/>
              <a:ahLst/>
              <a:cxnLst/>
              <a:rect l="l" t="t" r="r" b="b"/>
              <a:pathLst>
                <a:path w="13970" h="388620">
                  <a:moveTo>
                    <a:pt x="13513" y="6912"/>
                  </a:moveTo>
                  <a:lnTo>
                    <a:pt x="13513" y="52896"/>
                  </a:lnTo>
                  <a:lnTo>
                    <a:pt x="13513" y="55360"/>
                  </a:lnTo>
                  <a:lnTo>
                    <a:pt x="11073" y="57825"/>
                  </a:lnTo>
                  <a:lnTo>
                    <a:pt x="8821" y="60309"/>
                  </a:lnTo>
                  <a:lnTo>
                    <a:pt x="6569" y="60309"/>
                  </a:lnTo>
                  <a:lnTo>
                    <a:pt x="4129" y="60309"/>
                  </a:lnTo>
                  <a:lnTo>
                    <a:pt x="2252" y="57825"/>
                  </a:lnTo>
                  <a:lnTo>
                    <a:pt x="0" y="55360"/>
                  </a:lnTo>
                  <a:lnTo>
                    <a:pt x="0" y="52896"/>
                  </a:lnTo>
                  <a:lnTo>
                    <a:pt x="0" y="6912"/>
                  </a:lnTo>
                  <a:lnTo>
                    <a:pt x="0" y="4928"/>
                  </a:lnTo>
                  <a:lnTo>
                    <a:pt x="2252" y="2464"/>
                  </a:lnTo>
                  <a:lnTo>
                    <a:pt x="4129" y="0"/>
                  </a:lnTo>
                  <a:lnTo>
                    <a:pt x="6569" y="0"/>
                  </a:lnTo>
                  <a:lnTo>
                    <a:pt x="8821" y="0"/>
                  </a:lnTo>
                  <a:lnTo>
                    <a:pt x="11073" y="2464"/>
                  </a:lnTo>
                  <a:lnTo>
                    <a:pt x="13513" y="4928"/>
                  </a:lnTo>
                  <a:lnTo>
                    <a:pt x="13513" y="6912"/>
                  </a:lnTo>
                  <a:close/>
                </a:path>
                <a:path w="13970" h="388620">
                  <a:moveTo>
                    <a:pt x="13513" y="113206"/>
                  </a:moveTo>
                  <a:lnTo>
                    <a:pt x="13513" y="115670"/>
                  </a:lnTo>
                  <a:lnTo>
                    <a:pt x="11073" y="118135"/>
                  </a:lnTo>
                  <a:lnTo>
                    <a:pt x="8821" y="120619"/>
                  </a:lnTo>
                  <a:lnTo>
                    <a:pt x="6569" y="120619"/>
                  </a:lnTo>
                  <a:lnTo>
                    <a:pt x="4129" y="120619"/>
                  </a:lnTo>
                  <a:lnTo>
                    <a:pt x="2252" y="118135"/>
                  </a:lnTo>
                  <a:lnTo>
                    <a:pt x="0" y="115670"/>
                  </a:lnTo>
                  <a:lnTo>
                    <a:pt x="0" y="113206"/>
                  </a:lnTo>
                  <a:lnTo>
                    <a:pt x="0" y="110721"/>
                  </a:lnTo>
                  <a:lnTo>
                    <a:pt x="2252" y="108257"/>
                  </a:lnTo>
                  <a:lnTo>
                    <a:pt x="4129" y="106273"/>
                  </a:lnTo>
                  <a:lnTo>
                    <a:pt x="6569" y="106273"/>
                  </a:lnTo>
                  <a:lnTo>
                    <a:pt x="8821" y="106273"/>
                  </a:lnTo>
                  <a:lnTo>
                    <a:pt x="11073" y="108257"/>
                  </a:lnTo>
                  <a:lnTo>
                    <a:pt x="13513" y="110721"/>
                  </a:lnTo>
                  <a:lnTo>
                    <a:pt x="13513" y="113206"/>
                  </a:lnTo>
                  <a:close/>
                </a:path>
                <a:path w="13970" h="388620">
                  <a:moveTo>
                    <a:pt x="13513" y="173516"/>
                  </a:moveTo>
                  <a:lnTo>
                    <a:pt x="13513" y="219480"/>
                  </a:lnTo>
                  <a:lnTo>
                    <a:pt x="13513" y="221944"/>
                  </a:lnTo>
                  <a:lnTo>
                    <a:pt x="11073" y="224429"/>
                  </a:lnTo>
                  <a:lnTo>
                    <a:pt x="8821" y="226893"/>
                  </a:lnTo>
                  <a:lnTo>
                    <a:pt x="6569" y="226893"/>
                  </a:lnTo>
                  <a:lnTo>
                    <a:pt x="4129" y="226893"/>
                  </a:lnTo>
                  <a:lnTo>
                    <a:pt x="2252" y="224429"/>
                  </a:lnTo>
                  <a:lnTo>
                    <a:pt x="0" y="221944"/>
                  </a:lnTo>
                  <a:lnTo>
                    <a:pt x="0" y="219480"/>
                  </a:lnTo>
                  <a:lnTo>
                    <a:pt x="0" y="173516"/>
                  </a:lnTo>
                  <a:lnTo>
                    <a:pt x="0" y="171031"/>
                  </a:lnTo>
                  <a:lnTo>
                    <a:pt x="2252" y="168567"/>
                  </a:lnTo>
                  <a:lnTo>
                    <a:pt x="4129" y="166583"/>
                  </a:lnTo>
                  <a:lnTo>
                    <a:pt x="6569" y="166583"/>
                  </a:lnTo>
                  <a:lnTo>
                    <a:pt x="8821" y="166583"/>
                  </a:lnTo>
                  <a:lnTo>
                    <a:pt x="11073" y="168567"/>
                  </a:lnTo>
                  <a:lnTo>
                    <a:pt x="13513" y="171031"/>
                  </a:lnTo>
                  <a:lnTo>
                    <a:pt x="13513" y="173516"/>
                  </a:lnTo>
                  <a:close/>
                </a:path>
                <a:path w="13970" h="388620">
                  <a:moveTo>
                    <a:pt x="13513" y="279790"/>
                  </a:moveTo>
                  <a:lnTo>
                    <a:pt x="13513" y="282254"/>
                  </a:lnTo>
                  <a:lnTo>
                    <a:pt x="11073" y="284739"/>
                  </a:lnTo>
                  <a:lnTo>
                    <a:pt x="8821" y="287203"/>
                  </a:lnTo>
                  <a:lnTo>
                    <a:pt x="6569" y="287203"/>
                  </a:lnTo>
                  <a:lnTo>
                    <a:pt x="4129" y="287203"/>
                  </a:lnTo>
                  <a:lnTo>
                    <a:pt x="2252" y="284739"/>
                  </a:lnTo>
                  <a:lnTo>
                    <a:pt x="0" y="282254"/>
                  </a:lnTo>
                  <a:lnTo>
                    <a:pt x="0" y="279790"/>
                  </a:lnTo>
                  <a:lnTo>
                    <a:pt x="0" y="277325"/>
                  </a:lnTo>
                  <a:lnTo>
                    <a:pt x="2252" y="274840"/>
                  </a:lnTo>
                  <a:lnTo>
                    <a:pt x="4129" y="272376"/>
                  </a:lnTo>
                  <a:lnTo>
                    <a:pt x="6569" y="272376"/>
                  </a:lnTo>
                  <a:lnTo>
                    <a:pt x="8821" y="272376"/>
                  </a:lnTo>
                  <a:lnTo>
                    <a:pt x="11073" y="274840"/>
                  </a:lnTo>
                  <a:lnTo>
                    <a:pt x="13513" y="277325"/>
                  </a:lnTo>
                  <a:lnTo>
                    <a:pt x="13513" y="279790"/>
                  </a:lnTo>
                  <a:close/>
                </a:path>
                <a:path w="13970" h="388620">
                  <a:moveTo>
                    <a:pt x="13513" y="340099"/>
                  </a:moveTo>
                  <a:lnTo>
                    <a:pt x="13513" y="381134"/>
                  </a:lnTo>
                  <a:lnTo>
                    <a:pt x="13513" y="383599"/>
                  </a:lnTo>
                  <a:lnTo>
                    <a:pt x="11073" y="386063"/>
                  </a:lnTo>
                  <a:lnTo>
                    <a:pt x="8821" y="388548"/>
                  </a:lnTo>
                  <a:lnTo>
                    <a:pt x="6569" y="388548"/>
                  </a:lnTo>
                  <a:lnTo>
                    <a:pt x="4129" y="388548"/>
                  </a:lnTo>
                  <a:lnTo>
                    <a:pt x="2252" y="386063"/>
                  </a:lnTo>
                  <a:lnTo>
                    <a:pt x="0" y="383599"/>
                  </a:lnTo>
                  <a:lnTo>
                    <a:pt x="0" y="381134"/>
                  </a:lnTo>
                  <a:lnTo>
                    <a:pt x="0" y="340099"/>
                  </a:lnTo>
                  <a:lnTo>
                    <a:pt x="0" y="337635"/>
                  </a:lnTo>
                  <a:lnTo>
                    <a:pt x="2252" y="335150"/>
                  </a:lnTo>
                  <a:lnTo>
                    <a:pt x="4129" y="332686"/>
                  </a:lnTo>
                  <a:lnTo>
                    <a:pt x="6569" y="332686"/>
                  </a:lnTo>
                  <a:lnTo>
                    <a:pt x="8821" y="332686"/>
                  </a:lnTo>
                  <a:lnTo>
                    <a:pt x="11073" y="335150"/>
                  </a:lnTo>
                  <a:lnTo>
                    <a:pt x="13513" y="337635"/>
                  </a:lnTo>
                  <a:lnTo>
                    <a:pt x="13513" y="340099"/>
                  </a:lnTo>
                  <a:close/>
                </a:path>
              </a:pathLst>
            </a:custGeom>
            <a:ln w="3175">
              <a:solidFill>
                <a:srgbClr val="000000"/>
              </a:solidFill>
            </a:ln>
          </p:spPr>
          <p:txBody>
            <a:bodyPr wrap="square" lIns="0" tIns="0" rIns="0" bIns="0" rtlCol="0"/>
            <a:lstStyle/>
            <a:p/>
          </p:txBody>
        </p:sp>
        <p:sp>
          <p:nvSpPr>
            <p:cNvPr id="118" name="object 118" descr=""/>
            <p:cNvSpPr/>
            <p:nvPr/>
          </p:nvSpPr>
          <p:spPr>
            <a:xfrm>
              <a:off x="7646678" y="4542593"/>
              <a:ext cx="268605" cy="15240"/>
            </a:xfrm>
            <a:custGeom>
              <a:avLst/>
              <a:gdLst/>
              <a:ahLst/>
              <a:cxnLst/>
              <a:rect l="l" t="t" r="r" b="b"/>
              <a:pathLst>
                <a:path w="268604" h="15239">
                  <a:moveTo>
                    <a:pt x="51614" y="0"/>
                  </a:moveTo>
                  <a:lnTo>
                    <a:pt x="4129" y="0"/>
                  </a:lnTo>
                  <a:lnTo>
                    <a:pt x="2252" y="2464"/>
                  </a:lnTo>
                  <a:lnTo>
                    <a:pt x="0" y="4928"/>
                  </a:lnTo>
                  <a:lnTo>
                    <a:pt x="0" y="9878"/>
                  </a:lnTo>
                  <a:lnTo>
                    <a:pt x="2252" y="12342"/>
                  </a:lnTo>
                  <a:lnTo>
                    <a:pt x="4129" y="14827"/>
                  </a:lnTo>
                  <a:lnTo>
                    <a:pt x="51614" y="14827"/>
                  </a:lnTo>
                  <a:lnTo>
                    <a:pt x="53866" y="12342"/>
                  </a:lnTo>
                  <a:lnTo>
                    <a:pt x="56306" y="9878"/>
                  </a:lnTo>
                  <a:lnTo>
                    <a:pt x="56306" y="4928"/>
                  </a:lnTo>
                  <a:lnTo>
                    <a:pt x="53866" y="2464"/>
                  </a:lnTo>
                  <a:lnTo>
                    <a:pt x="51614" y="0"/>
                  </a:lnTo>
                  <a:close/>
                </a:path>
                <a:path w="268604" h="15239">
                  <a:moveTo>
                    <a:pt x="108296" y="0"/>
                  </a:moveTo>
                  <a:lnTo>
                    <a:pt x="103604" y="0"/>
                  </a:lnTo>
                  <a:lnTo>
                    <a:pt x="99099" y="4928"/>
                  </a:lnTo>
                  <a:lnTo>
                    <a:pt x="99099" y="9878"/>
                  </a:lnTo>
                  <a:lnTo>
                    <a:pt x="103604" y="14827"/>
                  </a:lnTo>
                  <a:lnTo>
                    <a:pt x="108296" y="14827"/>
                  </a:lnTo>
                  <a:lnTo>
                    <a:pt x="110173" y="12342"/>
                  </a:lnTo>
                  <a:lnTo>
                    <a:pt x="112425" y="9878"/>
                  </a:lnTo>
                  <a:lnTo>
                    <a:pt x="112425" y="4928"/>
                  </a:lnTo>
                  <a:lnTo>
                    <a:pt x="110173" y="2464"/>
                  </a:lnTo>
                  <a:lnTo>
                    <a:pt x="108296" y="0"/>
                  </a:lnTo>
                  <a:close/>
                </a:path>
                <a:path w="268604" h="15239">
                  <a:moveTo>
                    <a:pt x="207395" y="0"/>
                  </a:moveTo>
                  <a:lnTo>
                    <a:pt x="159910" y="0"/>
                  </a:lnTo>
                  <a:lnTo>
                    <a:pt x="157658" y="2464"/>
                  </a:lnTo>
                  <a:lnTo>
                    <a:pt x="155218" y="4928"/>
                  </a:lnTo>
                  <a:lnTo>
                    <a:pt x="155218" y="9878"/>
                  </a:lnTo>
                  <a:lnTo>
                    <a:pt x="157658" y="12342"/>
                  </a:lnTo>
                  <a:lnTo>
                    <a:pt x="159910" y="14827"/>
                  </a:lnTo>
                  <a:lnTo>
                    <a:pt x="207395" y="14827"/>
                  </a:lnTo>
                  <a:lnTo>
                    <a:pt x="209648" y="12342"/>
                  </a:lnTo>
                  <a:lnTo>
                    <a:pt x="212088" y="9878"/>
                  </a:lnTo>
                  <a:lnTo>
                    <a:pt x="212088" y="4928"/>
                  </a:lnTo>
                  <a:lnTo>
                    <a:pt x="209648" y="2464"/>
                  </a:lnTo>
                  <a:lnTo>
                    <a:pt x="207395" y="0"/>
                  </a:lnTo>
                  <a:close/>
                </a:path>
                <a:path w="268604" h="15239">
                  <a:moveTo>
                    <a:pt x="263702" y="0"/>
                  </a:moveTo>
                  <a:lnTo>
                    <a:pt x="257133" y="0"/>
                  </a:lnTo>
                  <a:lnTo>
                    <a:pt x="254693" y="2464"/>
                  </a:lnTo>
                  <a:lnTo>
                    <a:pt x="254693" y="12342"/>
                  </a:lnTo>
                  <a:lnTo>
                    <a:pt x="257133" y="14827"/>
                  </a:lnTo>
                  <a:lnTo>
                    <a:pt x="263702" y="14827"/>
                  </a:lnTo>
                  <a:lnTo>
                    <a:pt x="268207" y="9878"/>
                  </a:lnTo>
                  <a:lnTo>
                    <a:pt x="268207" y="4928"/>
                  </a:lnTo>
                  <a:lnTo>
                    <a:pt x="263702" y="0"/>
                  </a:lnTo>
                  <a:close/>
                </a:path>
              </a:pathLst>
            </a:custGeom>
            <a:solidFill>
              <a:srgbClr val="000000"/>
            </a:solidFill>
          </p:spPr>
          <p:txBody>
            <a:bodyPr wrap="square" lIns="0" tIns="0" rIns="0" bIns="0" rtlCol="0"/>
            <a:lstStyle/>
            <a:p/>
          </p:txBody>
        </p:sp>
        <p:sp>
          <p:nvSpPr>
            <p:cNvPr id="119" name="object 119" descr=""/>
            <p:cNvSpPr/>
            <p:nvPr/>
          </p:nvSpPr>
          <p:spPr>
            <a:xfrm>
              <a:off x="7646679" y="4542593"/>
              <a:ext cx="268605" cy="15240"/>
            </a:xfrm>
            <a:custGeom>
              <a:avLst/>
              <a:gdLst/>
              <a:ahLst/>
              <a:cxnLst/>
              <a:rect l="l" t="t" r="r" b="b"/>
              <a:pathLst>
                <a:path w="268604" h="15239">
                  <a:moveTo>
                    <a:pt x="6569" y="0"/>
                  </a:moveTo>
                  <a:lnTo>
                    <a:pt x="49362" y="0"/>
                  </a:lnTo>
                  <a:lnTo>
                    <a:pt x="51614" y="0"/>
                  </a:lnTo>
                  <a:lnTo>
                    <a:pt x="53866" y="2464"/>
                  </a:lnTo>
                  <a:lnTo>
                    <a:pt x="56306" y="4928"/>
                  </a:lnTo>
                  <a:lnTo>
                    <a:pt x="56306" y="7413"/>
                  </a:lnTo>
                  <a:lnTo>
                    <a:pt x="56306" y="9878"/>
                  </a:lnTo>
                  <a:lnTo>
                    <a:pt x="53866" y="12342"/>
                  </a:lnTo>
                  <a:lnTo>
                    <a:pt x="51614" y="14827"/>
                  </a:lnTo>
                  <a:lnTo>
                    <a:pt x="49362" y="14827"/>
                  </a:lnTo>
                  <a:lnTo>
                    <a:pt x="6569" y="14827"/>
                  </a:lnTo>
                  <a:lnTo>
                    <a:pt x="4129" y="14827"/>
                  </a:lnTo>
                  <a:lnTo>
                    <a:pt x="2252" y="12342"/>
                  </a:lnTo>
                  <a:lnTo>
                    <a:pt x="0" y="9878"/>
                  </a:lnTo>
                  <a:lnTo>
                    <a:pt x="0" y="7413"/>
                  </a:lnTo>
                  <a:lnTo>
                    <a:pt x="0" y="4928"/>
                  </a:lnTo>
                  <a:lnTo>
                    <a:pt x="2252" y="2464"/>
                  </a:lnTo>
                  <a:lnTo>
                    <a:pt x="4129" y="0"/>
                  </a:lnTo>
                  <a:lnTo>
                    <a:pt x="6569" y="0"/>
                  </a:lnTo>
                  <a:close/>
                </a:path>
                <a:path w="268604" h="15239">
                  <a:moveTo>
                    <a:pt x="106044" y="0"/>
                  </a:moveTo>
                  <a:lnTo>
                    <a:pt x="108296" y="0"/>
                  </a:lnTo>
                  <a:lnTo>
                    <a:pt x="110173" y="2464"/>
                  </a:lnTo>
                  <a:lnTo>
                    <a:pt x="112425" y="4928"/>
                  </a:lnTo>
                  <a:lnTo>
                    <a:pt x="112425" y="7413"/>
                  </a:lnTo>
                  <a:lnTo>
                    <a:pt x="112425" y="9878"/>
                  </a:lnTo>
                  <a:lnTo>
                    <a:pt x="110173" y="12342"/>
                  </a:lnTo>
                  <a:lnTo>
                    <a:pt x="108296" y="14827"/>
                  </a:lnTo>
                  <a:lnTo>
                    <a:pt x="106044" y="14827"/>
                  </a:lnTo>
                  <a:lnTo>
                    <a:pt x="103604" y="14827"/>
                  </a:lnTo>
                  <a:lnTo>
                    <a:pt x="101351" y="12342"/>
                  </a:lnTo>
                  <a:lnTo>
                    <a:pt x="99099" y="9878"/>
                  </a:lnTo>
                  <a:lnTo>
                    <a:pt x="99099" y="7413"/>
                  </a:lnTo>
                  <a:lnTo>
                    <a:pt x="99099" y="4928"/>
                  </a:lnTo>
                  <a:lnTo>
                    <a:pt x="101351" y="2464"/>
                  </a:lnTo>
                  <a:lnTo>
                    <a:pt x="103604" y="0"/>
                  </a:lnTo>
                  <a:lnTo>
                    <a:pt x="106044" y="0"/>
                  </a:lnTo>
                  <a:close/>
                </a:path>
                <a:path w="268604" h="15239">
                  <a:moveTo>
                    <a:pt x="162350" y="0"/>
                  </a:moveTo>
                  <a:lnTo>
                    <a:pt x="204956" y="0"/>
                  </a:lnTo>
                  <a:lnTo>
                    <a:pt x="207395" y="0"/>
                  </a:lnTo>
                  <a:lnTo>
                    <a:pt x="209648" y="2464"/>
                  </a:lnTo>
                  <a:lnTo>
                    <a:pt x="212088" y="4928"/>
                  </a:lnTo>
                  <a:lnTo>
                    <a:pt x="212088" y="7413"/>
                  </a:lnTo>
                  <a:lnTo>
                    <a:pt x="212088" y="9878"/>
                  </a:lnTo>
                  <a:lnTo>
                    <a:pt x="209648" y="12342"/>
                  </a:lnTo>
                  <a:lnTo>
                    <a:pt x="207395" y="14827"/>
                  </a:lnTo>
                  <a:lnTo>
                    <a:pt x="204956" y="14827"/>
                  </a:lnTo>
                  <a:lnTo>
                    <a:pt x="162350" y="14827"/>
                  </a:lnTo>
                  <a:lnTo>
                    <a:pt x="159910" y="14827"/>
                  </a:lnTo>
                  <a:lnTo>
                    <a:pt x="157658" y="12342"/>
                  </a:lnTo>
                  <a:lnTo>
                    <a:pt x="155218" y="9878"/>
                  </a:lnTo>
                  <a:lnTo>
                    <a:pt x="155218" y="7413"/>
                  </a:lnTo>
                  <a:lnTo>
                    <a:pt x="155218" y="4928"/>
                  </a:lnTo>
                  <a:lnTo>
                    <a:pt x="157658" y="2464"/>
                  </a:lnTo>
                  <a:lnTo>
                    <a:pt x="159910" y="0"/>
                  </a:lnTo>
                  <a:lnTo>
                    <a:pt x="162350" y="0"/>
                  </a:lnTo>
                  <a:close/>
                </a:path>
                <a:path w="268604" h="15239">
                  <a:moveTo>
                    <a:pt x="261825" y="0"/>
                  </a:moveTo>
                  <a:lnTo>
                    <a:pt x="263702" y="0"/>
                  </a:lnTo>
                  <a:lnTo>
                    <a:pt x="265954" y="2464"/>
                  </a:lnTo>
                  <a:lnTo>
                    <a:pt x="268207" y="4928"/>
                  </a:lnTo>
                  <a:lnTo>
                    <a:pt x="268207" y="7413"/>
                  </a:lnTo>
                  <a:lnTo>
                    <a:pt x="268207" y="9878"/>
                  </a:lnTo>
                  <a:lnTo>
                    <a:pt x="265954" y="12342"/>
                  </a:lnTo>
                  <a:lnTo>
                    <a:pt x="263702" y="14827"/>
                  </a:lnTo>
                  <a:lnTo>
                    <a:pt x="261825" y="14827"/>
                  </a:lnTo>
                  <a:lnTo>
                    <a:pt x="257133" y="14827"/>
                  </a:lnTo>
                  <a:lnTo>
                    <a:pt x="254693" y="12342"/>
                  </a:lnTo>
                  <a:lnTo>
                    <a:pt x="254693" y="9878"/>
                  </a:lnTo>
                  <a:lnTo>
                    <a:pt x="254693" y="7413"/>
                  </a:lnTo>
                  <a:lnTo>
                    <a:pt x="254693" y="4928"/>
                  </a:lnTo>
                  <a:lnTo>
                    <a:pt x="254693" y="2464"/>
                  </a:lnTo>
                  <a:lnTo>
                    <a:pt x="257133" y="0"/>
                  </a:lnTo>
                  <a:lnTo>
                    <a:pt x="261825" y="0"/>
                  </a:lnTo>
                  <a:close/>
                </a:path>
              </a:pathLst>
            </a:custGeom>
            <a:ln w="3175">
              <a:solidFill>
                <a:srgbClr val="000000"/>
              </a:solidFill>
            </a:ln>
          </p:spPr>
          <p:txBody>
            <a:bodyPr wrap="square" lIns="0" tIns="0" rIns="0" bIns="0" rtlCol="0"/>
            <a:lstStyle/>
            <a:p/>
          </p:txBody>
        </p:sp>
        <p:sp>
          <p:nvSpPr>
            <p:cNvPr id="120" name="object 120" descr=""/>
            <p:cNvSpPr/>
            <p:nvPr/>
          </p:nvSpPr>
          <p:spPr>
            <a:xfrm>
              <a:off x="9112527" y="4361162"/>
              <a:ext cx="275590" cy="0"/>
            </a:xfrm>
            <a:custGeom>
              <a:avLst/>
              <a:gdLst/>
              <a:ahLst/>
              <a:cxnLst/>
              <a:rect l="l" t="t" r="r" b="b"/>
              <a:pathLst>
                <a:path w="275590" h="0">
                  <a:moveTo>
                    <a:pt x="0" y="0"/>
                  </a:moveTo>
                  <a:lnTo>
                    <a:pt x="275339" y="0"/>
                  </a:lnTo>
                </a:path>
              </a:pathLst>
            </a:custGeom>
            <a:ln w="14393">
              <a:solidFill>
                <a:srgbClr val="000000"/>
              </a:solidFill>
            </a:ln>
          </p:spPr>
          <p:txBody>
            <a:bodyPr wrap="square" lIns="0" tIns="0" rIns="0" bIns="0" rtlCol="0"/>
            <a:lstStyle/>
            <a:p/>
          </p:txBody>
        </p:sp>
        <p:pic>
          <p:nvPicPr>
            <p:cNvPr id="121" name="object 121" descr=""/>
            <p:cNvPicPr/>
            <p:nvPr/>
          </p:nvPicPr>
          <p:blipFill>
            <a:blip r:embed="rId3" cstate="print"/>
            <a:stretch>
              <a:fillRect/>
            </a:stretch>
          </p:blipFill>
          <p:spPr>
            <a:xfrm>
              <a:off x="9387866" y="3984977"/>
              <a:ext cx="198518" cy="810717"/>
            </a:xfrm>
            <a:prstGeom prst="rect">
              <a:avLst/>
            </a:prstGeom>
          </p:spPr>
        </p:pic>
        <p:sp>
          <p:nvSpPr>
            <p:cNvPr id="122" name="object 122" descr=""/>
            <p:cNvSpPr/>
            <p:nvPr/>
          </p:nvSpPr>
          <p:spPr>
            <a:xfrm>
              <a:off x="7533315" y="3987441"/>
              <a:ext cx="2053589" cy="810895"/>
            </a:xfrm>
            <a:custGeom>
              <a:avLst/>
              <a:gdLst/>
              <a:ahLst/>
              <a:cxnLst/>
              <a:rect l="l" t="t" r="r" b="b"/>
              <a:pathLst>
                <a:path w="2053590" h="810895">
                  <a:moveTo>
                    <a:pt x="1854551" y="810717"/>
                  </a:moveTo>
                  <a:lnTo>
                    <a:pt x="2053070" y="810717"/>
                  </a:lnTo>
                  <a:lnTo>
                    <a:pt x="2053070" y="0"/>
                  </a:lnTo>
                  <a:lnTo>
                    <a:pt x="1854551" y="0"/>
                  </a:lnTo>
                  <a:lnTo>
                    <a:pt x="1854551" y="810717"/>
                  </a:lnTo>
                  <a:close/>
                </a:path>
                <a:path w="2053590" h="810895">
                  <a:moveTo>
                    <a:pt x="0" y="373721"/>
                  </a:moveTo>
                  <a:lnTo>
                    <a:pt x="0" y="248152"/>
                  </a:lnTo>
                </a:path>
                <a:path w="2053590" h="810895">
                  <a:moveTo>
                    <a:pt x="0" y="248152"/>
                  </a:moveTo>
                  <a:lnTo>
                    <a:pt x="117117" y="248152"/>
                  </a:lnTo>
                </a:path>
              </a:pathLst>
            </a:custGeom>
            <a:ln w="13937">
              <a:solidFill>
                <a:srgbClr val="000000"/>
              </a:solidFill>
            </a:ln>
          </p:spPr>
          <p:txBody>
            <a:bodyPr wrap="square" lIns="0" tIns="0" rIns="0" bIns="0" rtlCol="0"/>
            <a:lstStyle/>
            <a:p/>
          </p:txBody>
        </p:sp>
        <p:pic>
          <p:nvPicPr>
            <p:cNvPr id="123" name="object 123" descr=""/>
            <p:cNvPicPr/>
            <p:nvPr/>
          </p:nvPicPr>
          <p:blipFill>
            <a:blip r:embed="rId2" cstate="print"/>
            <a:stretch>
              <a:fillRect/>
            </a:stretch>
          </p:blipFill>
          <p:spPr>
            <a:xfrm>
              <a:off x="8320293" y="3984977"/>
              <a:ext cx="198987" cy="810717"/>
            </a:xfrm>
            <a:prstGeom prst="rect">
              <a:avLst/>
            </a:prstGeom>
          </p:spPr>
        </p:pic>
        <p:sp>
          <p:nvSpPr>
            <p:cNvPr id="124" name="object 124" descr=""/>
            <p:cNvSpPr/>
            <p:nvPr/>
          </p:nvSpPr>
          <p:spPr>
            <a:xfrm>
              <a:off x="8322733" y="3987441"/>
              <a:ext cx="196850" cy="810895"/>
            </a:xfrm>
            <a:custGeom>
              <a:avLst/>
              <a:gdLst/>
              <a:ahLst/>
              <a:cxnLst/>
              <a:rect l="l" t="t" r="r" b="b"/>
              <a:pathLst>
                <a:path w="196850" h="810895">
                  <a:moveTo>
                    <a:pt x="0" y="810717"/>
                  </a:moveTo>
                  <a:lnTo>
                    <a:pt x="196660" y="810717"/>
                  </a:lnTo>
                  <a:lnTo>
                    <a:pt x="196660" y="0"/>
                  </a:lnTo>
                  <a:lnTo>
                    <a:pt x="0" y="0"/>
                  </a:lnTo>
                  <a:lnTo>
                    <a:pt x="0" y="810717"/>
                  </a:lnTo>
                  <a:close/>
                </a:path>
              </a:pathLst>
            </a:custGeom>
            <a:ln w="13533">
              <a:solidFill>
                <a:srgbClr val="000000"/>
              </a:solidFill>
            </a:ln>
          </p:spPr>
          <p:txBody>
            <a:bodyPr wrap="square" lIns="0" tIns="0" rIns="0" bIns="0" rtlCol="0"/>
            <a:lstStyle/>
            <a:p/>
          </p:txBody>
        </p:sp>
        <p:pic>
          <p:nvPicPr>
            <p:cNvPr id="125" name="object 125" descr=""/>
            <p:cNvPicPr/>
            <p:nvPr/>
          </p:nvPicPr>
          <p:blipFill>
            <a:blip r:embed="rId3" cstate="print"/>
            <a:stretch>
              <a:fillRect/>
            </a:stretch>
          </p:blipFill>
          <p:spPr>
            <a:xfrm>
              <a:off x="7255723" y="3984977"/>
              <a:ext cx="198518" cy="810717"/>
            </a:xfrm>
            <a:prstGeom prst="rect">
              <a:avLst/>
            </a:prstGeom>
          </p:spPr>
        </p:pic>
        <p:sp>
          <p:nvSpPr>
            <p:cNvPr id="126" name="object 126" descr=""/>
            <p:cNvSpPr/>
            <p:nvPr/>
          </p:nvSpPr>
          <p:spPr>
            <a:xfrm>
              <a:off x="7255723" y="3987441"/>
              <a:ext cx="198755" cy="810895"/>
            </a:xfrm>
            <a:custGeom>
              <a:avLst/>
              <a:gdLst/>
              <a:ahLst/>
              <a:cxnLst/>
              <a:rect l="l" t="t" r="r" b="b"/>
              <a:pathLst>
                <a:path w="198754" h="810895">
                  <a:moveTo>
                    <a:pt x="0" y="810717"/>
                  </a:moveTo>
                  <a:lnTo>
                    <a:pt x="198518" y="810717"/>
                  </a:lnTo>
                  <a:lnTo>
                    <a:pt x="198518" y="0"/>
                  </a:lnTo>
                  <a:lnTo>
                    <a:pt x="0" y="0"/>
                  </a:lnTo>
                  <a:lnTo>
                    <a:pt x="0" y="810717"/>
                  </a:lnTo>
                  <a:close/>
                </a:path>
              </a:pathLst>
            </a:custGeom>
            <a:ln w="13533">
              <a:solidFill>
                <a:srgbClr val="000000"/>
              </a:solidFill>
            </a:ln>
          </p:spPr>
          <p:txBody>
            <a:bodyPr wrap="square" lIns="0" tIns="0" rIns="0" bIns="0" rtlCol="0"/>
            <a:lstStyle/>
            <a:p/>
          </p:txBody>
        </p:sp>
        <p:pic>
          <p:nvPicPr>
            <p:cNvPr id="127" name="object 127" descr=""/>
            <p:cNvPicPr/>
            <p:nvPr/>
          </p:nvPicPr>
          <p:blipFill>
            <a:blip r:embed="rId8" cstate="print"/>
            <a:stretch>
              <a:fillRect/>
            </a:stretch>
          </p:blipFill>
          <p:spPr>
            <a:xfrm>
              <a:off x="6510980" y="2450554"/>
              <a:ext cx="77128" cy="91018"/>
            </a:xfrm>
            <a:prstGeom prst="rect">
              <a:avLst/>
            </a:prstGeom>
          </p:spPr>
        </p:pic>
        <p:pic>
          <p:nvPicPr>
            <p:cNvPr id="128" name="object 128" descr=""/>
            <p:cNvPicPr/>
            <p:nvPr/>
          </p:nvPicPr>
          <p:blipFill>
            <a:blip r:embed="rId9" cstate="print"/>
            <a:stretch>
              <a:fillRect/>
            </a:stretch>
          </p:blipFill>
          <p:spPr>
            <a:xfrm>
              <a:off x="7584929" y="3319131"/>
              <a:ext cx="77140" cy="89026"/>
            </a:xfrm>
            <a:prstGeom prst="rect">
              <a:avLst/>
            </a:prstGeom>
          </p:spPr>
        </p:pic>
        <p:pic>
          <p:nvPicPr>
            <p:cNvPr id="129" name="object 129" descr=""/>
            <p:cNvPicPr/>
            <p:nvPr/>
          </p:nvPicPr>
          <p:blipFill>
            <a:blip r:embed="rId10" cstate="print"/>
            <a:stretch>
              <a:fillRect/>
            </a:stretch>
          </p:blipFill>
          <p:spPr>
            <a:xfrm>
              <a:off x="7851265" y="4211864"/>
              <a:ext cx="77128" cy="90978"/>
            </a:xfrm>
            <a:prstGeom prst="rect">
              <a:avLst/>
            </a:prstGeom>
          </p:spPr>
        </p:pic>
        <p:sp>
          <p:nvSpPr>
            <p:cNvPr id="130" name="object 130" descr=""/>
            <p:cNvSpPr/>
            <p:nvPr/>
          </p:nvSpPr>
          <p:spPr>
            <a:xfrm>
              <a:off x="6279367" y="1736779"/>
              <a:ext cx="246379" cy="695325"/>
            </a:xfrm>
            <a:custGeom>
              <a:avLst/>
              <a:gdLst/>
              <a:ahLst/>
              <a:cxnLst/>
              <a:rect l="l" t="t" r="r" b="b"/>
              <a:pathLst>
                <a:path w="246379" h="695325">
                  <a:moveTo>
                    <a:pt x="171547" y="596086"/>
                  </a:moveTo>
                  <a:lnTo>
                    <a:pt x="245872" y="695066"/>
                  </a:lnTo>
                  <a:lnTo>
                    <a:pt x="243574" y="629747"/>
                  </a:lnTo>
                  <a:lnTo>
                    <a:pt x="219032" y="629747"/>
                  </a:lnTo>
                  <a:lnTo>
                    <a:pt x="216592" y="627343"/>
                  </a:lnTo>
                  <a:lnTo>
                    <a:pt x="212088" y="627343"/>
                  </a:lnTo>
                  <a:lnTo>
                    <a:pt x="212088" y="622334"/>
                  </a:lnTo>
                  <a:lnTo>
                    <a:pt x="209303" y="614323"/>
                  </a:lnTo>
                  <a:lnTo>
                    <a:pt x="171547" y="596086"/>
                  </a:lnTo>
                  <a:close/>
                </a:path>
                <a:path w="246379" h="695325">
                  <a:moveTo>
                    <a:pt x="209303" y="614323"/>
                  </a:moveTo>
                  <a:lnTo>
                    <a:pt x="212088" y="622334"/>
                  </a:lnTo>
                  <a:lnTo>
                    <a:pt x="212088" y="627343"/>
                  </a:lnTo>
                  <a:lnTo>
                    <a:pt x="216592" y="627343"/>
                  </a:lnTo>
                  <a:lnTo>
                    <a:pt x="219032" y="629747"/>
                  </a:lnTo>
                  <a:lnTo>
                    <a:pt x="223161" y="629747"/>
                  </a:lnTo>
                  <a:lnTo>
                    <a:pt x="225414" y="627343"/>
                  </a:lnTo>
                  <a:lnTo>
                    <a:pt x="227854" y="622334"/>
                  </a:lnTo>
                  <a:lnTo>
                    <a:pt x="230106" y="619930"/>
                  </a:lnTo>
                  <a:lnTo>
                    <a:pt x="220909" y="619930"/>
                  </a:lnTo>
                  <a:lnTo>
                    <a:pt x="209303" y="614323"/>
                  </a:lnTo>
                  <a:close/>
                </a:path>
                <a:path w="246379" h="695325">
                  <a:moveTo>
                    <a:pt x="241367" y="567033"/>
                  </a:moveTo>
                  <a:lnTo>
                    <a:pt x="225426" y="608251"/>
                  </a:lnTo>
                  <a:lnTo>
                    <a:pt x="227854" y="615321"/>
                  </a:lnTo>
                  <a:lnTo>
                    <a:pt x="230106" y="619930"/>
                  </a:lnTo>
                  <a:lnTo>
                    <a:pt x="227854" y="622334"/>
                  </a:lnTo>
                  <a:lnTo>
                    <a:pt x="225414" y="627343"/>
                  </a:lnTo>
                  <a:lnTo>
                    <a:pt x="223161" y="629747"/>
                  </a:lnTo>
                  <a:lnTo>
                    <a:pt x="243574" y="629747"/>
                  </a:lnTo>
                  <a:lnTo>
                    <a:pt x="241367" y="567033"/>
                  </a:lnTo>
                  <a:close/>
                </a:path>
                <a:path w="246379" h="695325">
                  <a:moveTo>
                    <a:pt x="13513" y="0"/>
                  </a:moveTo>
                  <a:lnTo>
                    <a:pt x="6569" y="0"/>
                  </a:lnTo>
                  <a:lnTo>
                    <a:pt x="2252" y="2404"/>
                  </a:lnTo>
                  <a:lnTo>
                    <a:pt x="0" y="4808"/>
                  </a:lnTo>
                  <a:lnTo>
                    <a:pt x="0" y="12222"/>
                  </a:lnTo>
                  <a:lnTo>
                    <a:pt x="209303" y="614323"/>
                  </a:lnTo>
                  <a:lnTo>
                    <a:pt x="220909" y="619930"/>
                  </a:lnTo>
                  <a:lnTo>
                    <a:pt x="225426" y="608251"/>
                  </a:lnTo>
                  <a:lnTo>
                    <a:pt x="18205" y="4808"/>
                  </a:lnTo>
                  <a:lnTo>
                    <a:pt x="15765" y="2404"/>
                  </a:lnTo>
                  <a:lnTo>
                    <a:pt x="13513" y="0"/>
                  </a:lnTo>
                  <a:close/>
                </a:path>
                <a:path w="246379" h="695325">
                  <a:moveTo>
                    <a:pt x="225426" y="608251"/>
                  </a:moveTo>
                  <a:lnTo>
                    <a:pt x="220909" y="619930"/>
                  </a:lnTo>
                  <a:lnTo>
                    <a:pt x="230106" y="619930"/>
                  </a:lnTo>
                  <a:lnTo>
                    <a:pt x="227854" y="615321"/>
                  </a:lnTo>
                  <a:lnTo>
                    <a:pt x="225426" y="608251"/>
                  </a:lnTo>
                  <a:close/>
                </a:path>
              </a:pathLst>
            </a:custGeom>
            <a:solidFill>
              <a:srgbClr val="FF0000"/>
            </a:solidFill>
          </p:spPr>
          <p:txBody>
            <a:bodyPr wrap="square" lIns="0" tIns="0" rIns="0" bIns="0" rtlCol="0"/>
            <a:lstStyle/>
            <a:p/>
          </p:txBody>
        </p:sp>
        <p:sp>
          <p:nvSpPr>
            <p:cNvPr id="131" name="object 131" descr=""/>
            <p:cNvSpPr/>
            <p:nvPr/>
          </p:nvSpPr>
          <p:spPr>
            <a:xfrm>
              <a:off x="6279367" y="1736778"/>
              <a:ext cx="246379" cy="695325"/>
            </a:xfrm>
            <a:custGeom>
              <a:avLst/>
              <a:gdLst/>
              <a:ahLst/>
              <a:cxnLst/>
              <a:rect l="l" t="t" r="r" b="b"/>
              <a:pathLst>
                <a:path w="246379" h="695325">
                  <a:moveTo>
                    <a:pt x="18205" y="4808"/>
                  </a:moveTo>
                  <a:lnTo>
                    <a:pt x="227854" y="615321"/>
                  </a:lnTo>
                  <a:lnTo>
                    <a:pt x="230106" y="619930"/>
                  </a:lnTo>
                  <a:lnTo>
                    <a:pt x="227854" y="622334"/>
                  </a:lnTo>
                  <a:lnTo>
                    <a:pt x="225414" y="627343"/>
                  </a:lnTo>
                  <a:lnTo>
                    <a:pt x="223161" y="629747"/>
                  </a:lnTo>
                  <a:lnTo>
                    <a:pt x="219032" y="629747"/>
                  </a:lnTo>
                  <a:lnTo>
                    <a:pt x="216592" y="627343"/>
                  </a:lnTo>
                  <a:lnTo>
                    <a:pt x="212088" y="627343"/>
                  </a:lnTo>
                  <a:lnTo>
                    <a:pt x="212088" y="622334"/>
                  </a:lnTo>
                  <a:lnTo>
                    <a:pt x="0" y="12222"/>
                  </a:lnTo>
                  <a:lnTo>
                    <a:pt x="0" y="9817"/>
                  </a:lnTo>
                  <a:lnTo>
                    <a:pt x="0" y="4808"/>
                  </a:lnTo>
                  <a:lnTo>
                    <a:pt x="2252" y="2404"/>
                  </a:lnTo>
                  <a:lnTo>
                    <a:pt x="6569" y="0"/>
                  </a:lnTo>
                  <a:lnTo>
                    <a:pt x="8821" y="0"/>
                  </a:lnTo>
                  <a:lnTo>
                    <a:pt x="13513" y="0"/>
                  </a:lnTo>
                  <a:lnTo>
                    <a:pt x="15765" y="2404"/>
                  </a:lnTo>
                  <a:lnTo>
                    <a:pt x="18205" y="4808"/>
                  </a:lnTo>
                  <a:close/>
                </a:path>
                <a:path w="246379" h="695325">
                  <a:moveTo>
                    <a:pt x="220909" y="619930"/>
                  </a:moveTo>
                  <a:lnTo>
                    <a:pt x="241367" y="567033"/>
                  </a:lnTo>
                  <a:lnTo>
                    <a:pt x="245872" y="695067"/>
                  </a:lnTo>
                  <a:lnTo>
                    <a:pt x="171547" y="596086"/>
                  </a:lnTo>
                  <a:lnTo>
                    <a:pt x="220909" y="619930"/>
                  </a:lnTo>
                  <a:close/>
                </a:path>
              </a:pathLst>
            </a:custGeom>
            <a:ln w="3175">
              <a:solidFill>
                <a:srgbClr val="FF0000"/>
              </a:solidFill>
            </a:ln>
          </p:spPr>
          <p:txBody>
            <a:bodyPr wrap="square" lIns="0" tIns="0" rIns="0" bIns="0" rtlCol="0"/>
            <a:lstStyle/>
            <a:p/>
          </p:txBody>
        </p:sp>
        <p:sp>
          <p:nvSpPr>
            <p:cNvPr id="132" name="object 132" descr=""/>
            <p:cNvSpPr/>
            <p:nvPr/>
          </p:nvSpPr>
          <p:spPr>
            <a:xfrm>
              <a:off x="7359890" y="1736779"/>
              <a:ext cx="266700" cy="1569085"/>
            </a:xfrm>
            <a:custGeom>
              <a:avLst/>
              <a:gdLst/>
              <a:ahLst/>
              <a:cxnLst/>
              <a:rect l="l" t="t" r="r" b="b"/>
              <a:pathLst>
                <a:path w="266700" h="1569085">
                  <a:moveTo>
                    <a:pt x="192005" y="1454851"/>
                  </a:moveTo>
                  <a:lnTo>
                    <a:pt x="245872" y="1568459"/>
                  </a:lnTo>
                  <a:lnTo>
                    <a:pt x="257292" y="1498331"/>
                  </a:lnTo>
                  <a:lnTo>
                    <a:pt x="232358" y="1498331"/>
                  </a:lnTo>
                  <a:lnTo>
                    <a:pt x="227666" y="1495726"/>
                  </a:lnTo>
                  <a:lnTo>
                    <a:pt x="225977" y="1493322"/>
                  </a:lnTo>
                  <a:lnTo>
                    <a:pt x="225977" y="1488312"/>
                  </a:lnTo>
                  <a:lnTo>
                    <a:pt x="224779" y="1480479"/>
                  </a:lnTo>
                  <a:lnTo>
                    <a:pt x="192005" y="1454851"/>
                  </a:lnTo>
                  <a:close/>
                </a:path>
                <a:path w="266700" h="1569085">
                  <a:moveTo>
                    <a:pt x="224779" y="1480479"/>
                  </a:moveTo>
                  <a:lnTo>
                    <a:pt x="225977" y="1488312"/>
                  </a:lnTo>
                  <a:lnTo>
                    <a:pt x="225977" y="1493322"/>
                  </a:lnTo>
                  <a:lnTo>
                    <a:pt x="227666" y="1495726"/>
                  </a:lnTo>
                  <a:lnTo>
                    <a:pt x="232358" y="1498331"/>
                  </a:lnTo>
                  <a:lnTo>
                    <a:pt x="237050" y="1498331"/>
                  </a:lnTo>
                  <a:lnTo>
                    <a:pt x="239303" y="1495726"/>
                  </a:lnTo>
                  <a:lnTo>
                    <a:pt x="241743" y="1493322"/>
                  </a:lnTo>
                  <a:lnTo>
                    <a:pt x="243619" y="1490917"/>
                  </a:lnTo>
                  <a:lnTo>
                    <a:pt x="243619" y="1488312"/>
                  </a:lnTo>
                  <a:lnTo>
                    <a:pt x="234798" y="1488312"/>
                  </a:lnTo>
                  <a:lnTo>
                    <a:pt x="224779" y="1480479"/>
                  </a:lnTo>
                  <a:close/>
                </a:path>
                <a:path w="266700" h="1569085">
                  <a:moveTo>
                    <a:pt x="266330" y="1442830"/>
                  </a:moveTo>
                  <a:lnTo>
                    <a:pt x="242254" y="1477558"/>
                  </a:lnTo>
                  <a:lnTo>
                    <a:pt x="243619" y="1486509"/>
                  </a:lnTo>
                  <a:lnTo>
                    <a:pt x="243619" y="1490917"/>
                  </a:lnTo>
                  <a:lnTo>
                    <a:pt x="241743" y="1493322"/>
                  </a:lnTo>
                  <a:lnTo>
                    <a:pt x="239303" y="1495726"/>
                  </a:lnTo>
                  <a:lnTo>
                    <a:pt x="237050" y="1498331"/>
                  </a:lnTo>
                  <a:lnTo>
                    <a:pt x="257292" y="1498331"/>
                  </a:lnTo>
                  <a:lnTo>
                    <a:pt x="266330" y="1442830"/>
                  </a:lnTo>
                  <a:close/>
                </a:path>
                <a:path w="266700" h="1569085">
                  <a:moveTo>
                    <a:pt x="15765" y="0"/>
                  </a:moveTo>
                  <a:lnTo>
                    <a:pt x="4504" y="0"/>
                  </a:lnTo>
                  <a:lnTo>
                    <a:pt x="2252" y="2404"/>
                  </a:lnTo>
                  <a:lnTo>
                    <a:pt x="0" y="7413"/>
                  </a:lnTo>
                  <a:lnTo>
                    <a:pt x="0" y="9817"/>
                  </a:lnTo>
                  <a:lnTo>
                    <a:pt x="224779" y="1480479"/>
                  </a:lnTo>
                  <a:lnTo>
                    <a:pt x="234798" y="1488312"/>
                  </a:lnTo>
                  <a:lnTo>
                    <a:pt x="242254" y="1477558"/>
                  </a:lnTo>
                  <a:lnTo>
                    <a:pt x="18018" y="7413"/>
                  </a:lnTo>
                  <a:lnTo>
                    <a:pt x="18018" y="2404"/>
                  </a:lnTo>
                  <a:lnTo>
                    <a:pt x="15765" y="0"/>
                  </a:lnTo>
                  <a:close/>
                </a:path>
                <a:path w="266700" h="1569085">
                  <a:moveTo>
                    <a:pt x="242254" y="1477558"/>
                  </a:moveTo>
                  <a:lnTo>
                    <a:pt x="234798" y="1488312"/>
                  </a:lnTo>
                  <a:lnTo>
                    <a:pt x="243619" y="1488312"/>
                  </a:lnTo>
                  <a:lnTo>
                    <a:pt x="243619" y="1486509"/>
                  </a:lnTo>
                  <a:lnTo>
                    <a:pt x="242254" y="1477558"/>
                  </a:lnTo>
                  <a:close/>
                </a:path>
              </a:pathLst>
            </a:custGeom>
            <a:solidFill>
              <a:srgbClr val="FF0000"/>
            </a:solidFill>
          </p:spPr>
          <p:txBody>
            <a:bodyPr wrap="square" lIns="0" tIns="0" rIns="0" bIns="0" rtlCol="0"/>
            <a:lstStyle/>
            <a:p/>
          </p:txBody>
        </p:sp>
        <p:sp>
          <p:nvSpPr>
            <p:cNvPr id="133" name="object 133" descr=""/>
            <p:cNvSpPr/>
            <p:nvPr/>
          </p:nvSpPr>
          <p:spPr>
            <a:xfrm>
              <a:off x="7359890" y="1736778"/>
              <a:ext cx="266700" cy="1569085"/>
            </a:xfrm>
            <a:custGeom>
              <a:avLst/>
              <a:gdLst/>
              <a:ahLst/>
              <a:cxnLst/>
              <a:rect l="l" t="t" r="r" b="b"/>
              <a:pathLst>
                <a:path w="266700" h="1569085">
                  <a:moveTo>
                    <a:pt x="18018" y="7413"/>
                  </a:moveTo>
                  <a:lnTo>
                    <a:pt x="243619" y="1486509"/>
                  </a:lnTo>
                  <a:lnTo>
                    <a:pt x="243619" y="1490917"/>
                  </a:lnTo>
                  <a:lnTo>
                    <a:pt x="241743" y="1493322"/>
                  </a:lnTo>
                  <a:lnTo>
                    <a:pt x="239303" y="1495726"/>
                  </a:lnTo>
                  <a:lnTo>
                    <a:pt x="237050" y="1498331"/>
                  </a:lnTo>
                  <a:lnTo>
                    <a:pt x="232358" y="1498331"/>
                  </a:lnTo>
                  <a:lnTo>
                    <a:pt x="227666" y="1495726"/>
                  </a:lnTo>
                  <a:lnTo>
                    <a:pt x="225977" y="1493322"/>
                  </a:lnTo>
                  <a:lnTo>
                    <a:pt x="225977" y="1488312"/>
                  </a:lnTo>
                  <a:lnTo>
                    <a:pt x="0" y="9817"/>
                  </a:lnTo>
                  <a:lnTo>
                    <a:pt x="0" y="7413"/>
                  </a:lnTo>
                  <a:lnTo>
                    <a:pt x="2252" y="2404"/>
                  </a:lnTo>
                  <a:lnTo>
                    <a:pt x="4504" y="0"/>
                  </a:lnTo>
                  <a:lnTo>
                    <a:pt x="9196" y="0"/>
                  </a:lnTo>
                  <a:lnTo>
                    <a:pt x="11636" y="0"/>
                  </a:lnTo>
                  <a:lnTo>
                    <a:pt x="15765" y="0"/>
                  </a:lnTo>
                  <a:lnTo>
                    <a:pt x="18018" y="2404"/>
                  </a:lnTo>
                  <a:lnTo>
                    <a:pt x="18018" y="7413"/>
                  </a:lnTo>
                  <a:close/>
                </a:path>
                <a:path w="266700" h="1569085">
                  <a:moveTo>
                    <a:pt x="234798" y="1488312"/>
                  </a:moveTo>
                  <a:lnTo>
                    <a:pt x="266330" y="1442830"/>
                  </a:lnTo>
                  <a:lnTo>
                    <a:pt x="245872" y="1568459"/>
                  </a:lnTo>
                  <a:lnTo>
                    <a:pt x="192005" y="1454851"/>
                  </a:lnTo>
                  <a:lnTo>
                    <a:pt x="234798" y="1488312"/>
                  </a:lnTo>
                  <a:close/>
                </a:path>
              </a:pathLst>
            </a:custGeom>
            <a:ln w="3175">
              <a:solidFill>
                <a:srgbClr val="FF0000"/>
              </a:solidFill>
            </a:ln>
          </p:spPr>
          <p:txBody>
            <a:bodyPr wrap="square" lIns="0" tIns="0" rIns="0" bIns="0" rtlCol="0"/>
            <a:lstStyle/>
            <a:p/>
          </p:txBody>
        </p:sp>
        <p:pic>
          <p:nvPicPr>
            <p:cNvPr id="134" name="object 134" descr=""/>
            <p:cNvPicPr/>
            <p:nvPr/>
          </p:nvPicPr>
          <p:blipFill>
            <a:blip r:embed="rId11" cstate="print"/>
            <a:stretch>
              <a:fillRect/>
            </a:stretch>
          </p:blipFill>
          <p:spPr>
            <a:xfrm>
              <a:off x="6246895" y="1690761"/>
              <a:ext cx="77143" cy="88428"/>
            </a:xfrm>
            <a:prstGeom prst="rect">
              <a:avLst/>
            </a:prstGeom>
          </p:spPr>
        </p:pic>
        <p:pic>
          <p:nvPicPr>
            <p:cNvPr id="135" name="object 135" descr=""/>
            <p:cNvPicPr/>
            <p:nvPr/>
          </p:nvPicPr>
          <p:blipFill>
            <a:blip r:embed="rId12" cstate="print"/>
            <a:stretch>
              <a:fillRect/>
            </a:stretch>
          </p:blipFill>
          <p:spPr>
            <a:xfrm>
              <a:off x="7312028" y="1690761"/>
              <a:ext cx="77143" cy="88428"/>
            </a:xfrm>
            <a:prstGeom prst="rect">
              <a:avLst/>
            </a:prstGeom>
          </p:spPr>
        </p:pic>
        <p:sp>
          <p:nvSpPr>
            <p:cNvPr id="136" name="object 136" descr=""/>
            <p:cNvSpPr/>
            <p:nvPr/>
          </p:nvSpPr>
          <p:spPr>
            <a:xfrm>
              <a:off x="8254365" y="2899283"/>
              <a:ext cx="2162175" cy="1110615"/>
            </a:xfrm>
            <a:custGeom>
              <a:avLst/>
              <a:gdLst/>
              <a:ahLst/>
              <a:cxnLst/>
              <a:rect l="l" t="t" r="r" b="b"/>
              <a:pathLst>
                <a:path w="2162175" h="1110614">
                  <a:moveTo>
                    <a:pt x="2092239" y="30404"/>
                  </a:moveTo>
                  <a:lnTo>
                    <a:pt x="0" y="1101724"/>
                  </a:lnTo>
                  <a:lnTo>
                    <a:pt x="4444" y="1110233"/>
                  </a:lnTo>
                  <a:lnTo>
                    <a:pt x="2096582" y="38900"/>
                  </a:lnTo>
                  <a:lnTo>
                    <a:pt x="2092239" y="30404"/>
                  </a:lnTo>
                  <a:close/>
                </a:path>
                <a:path w="2162175" h="1110614">
                  <a:moveTo>
                    <a:pt x="2144061" y="24637"/>
                  </a:moveTo>
                  <a:lnTo>
                    <a:pt x="2103501" y="24637"/>
                  </a:lnTo>
                  <a:lnTo>
                    <a:pt x="2107818" y="33146"/>
                  </a:lnTo>
                  <a:lnTo>
                    <a:pt x="2096582" y="38900"/>
                  </a:lnTo>
                  <a:lnTo>
                    <a:pt x="2111755" y="68579"/>
                  </a:lnTo>
                  <a:lnTo>
                    <a:pt x="2144061" y="24637"/>
                  </a:lnTo>
                  <a:close/>
                </a:path>
                <a:path w="2162175" h="1110614">
                  <a:moveTo>
                    <a:pt x="2103501" y="24637"/>
                  </a:moveTo>
                  <a:lnTo>
                    <a:pt x="2092239" y="30404"/>
                  </a:lnTo>
                  <a:lnTo>
                    <a:pt x="2096582" y="38900"/>
                  </a:lnTo>
                  <a:lnTo>
                    <a:pt x="2107818" y="33146"/>
                  </a:lnTo>
                  <a:lnTo>
                    <a:pt x="2103501" y="24637"/>
                  </a:lnTo>
                  <a:close/>
                </a:path>
                <a:path w="2162175" h="1110614">
                  <a:moveTo>
                    <a:pt x="2162175" y="0"/>
                  </a:moveTo>
                  <a:lnTo>
                    <a:pt x="2077084" y="762"/>
                  </a:lnTo>
                  <a:lnTo>
                    <a:pt x="2092239" y="30404"/>
                  </a:lnTo>
                  <a:lnTo>
                    <a:pt x="2103501" y="24637"/>
                  </a:lnTo>
                  <a:lnTo>
                    <a:pt x="2144061" y="24637"/>
                  </a:lnTo>
                  <a:lnTo>
                    <a:pt x="2162175" y="0"/>
                  </a:lnTo>
                  <a:close/>
                </a:path>
              </a:pathLst>
            </a:custGeom>
            <a:solidFill>
              <a:srgbClr val="40458B"/>
            </a:solidFill>
          </p:spPr>
          <p:txBody>
            <a:bodyPr wrap="square" lIns="0" tIns="0" rIns="0" bIns="0" rtlCol="0"/>
            <a:lstStyle/>
            <a:p/>
          </p:txBody>
        </p:sp>
        <p:sp>
          <p:nvSpPr>
            <p:cNvPr id="137" name="object 137" descr=""/>
            <p:cNvSpPr/>
            <p:nvPr/>
          </p:nvSpPr>
          <p:spPr>
            <a:xfrm>
              <a:off x="7608951" y="1274825"/>
              <a:ext cx="647700" cy="3244850"/>
            </a:xfrm>
            <a:custGeom>
              <a:avLst/>
              <a:gdLst/>
              <a:ahLst/>
              <a:cxnLst/>
              <a:rect l="l" t="t" r="r" b="b"/>
              <a:pathLst>
                <a:path w="647700" h="3244850">
                  <a:moveTo>
                    <a:pt x="0" y="334390"/>
                  </a:moveTo>
                  <a:lnTo>
                    <a:pt x="3477" y="274289"/>
                  </a:lnTo>
                  <a:lnTo>
                    <a:pt x="13505" y="217719"/>
                  </a:lnTo>
                  <a:lnTo>
                    <a:pt x="29473" y="165626"/>
                  </a:lnTo>
                  <a:lnTo>
                    <a:pt x="50772" y="118955"/>
                  </a:lnTo>
                  <a:lnTo>
                    <a:pt x="76792" y="78651"/>
                  </a:lnTo>
                  <a:lnTo>
                    <a:pt x="106924" y="45658"/>
                  </a:lnTo>
                  <a:lnTo>
                    <a:pt x="140559" y="20922"/>
                  </a:lnTo>
                  <a:lnTo>
                    <a:pt x="177087" y="5388"/>
                  </a:lnTo>
                  <a:lnTo>
                    <a:pt x="215900" y="0"/>
                  </a:lnTo>
                  <a:lnTo>
                    <a:pt x="254678" y="5388"/>
                  </a:lnTo>
                  <a:lnTo>
                    <a:pt x="291189" y="20922"/>
                  </a:lnTo>
                  <a:lnTo>
                    <a:pt x="324818" y="45658"/>
                  </a:lnTo>
                  <a:lnTo>
                    <a:pt x="354955" y="78651"/>
                  </a:lnTo>
                  <a:lnTo>
                    <a:pt x="380986" y="118955"/>
                  </a:lnTo>
                  <a:lnTo>
                    <a:pt x="402298" y="165626"/>
                  </a:lnTo>
                  <a:lnTo>
                    <a:pt x="418279" y="217719"/>
                  </a:lnTo>
                  <a:lnTo>
                    <a:pt x="428317" y="274289"/>
                  </a:lnTo>
                  <a:lnTo>
                    <a:pt x="431800" y="334390"/>
                  </a:lnTo>
                  <a:lnTo>
                    <a:pt x="428317" y="394530"/>
                  </a:lnTo>
                  <a:lnTo>
                    <a:pt x="418279" y="451129"/>
                  </a:lnTo>
                  <a:lnTo>
                    <a:pt x="402298" y="503244"/>
                  </a:lnTo>
                  <a:lnTo>
                    <a:pt x="380986" y="549931"/>
                  </a:lnTo>
                  <a:lnTo>
                    <a:pt x="354955" y="590246"/>
                  </a:lnTo>
                  <a:lnTo>
                    <a:pt x="324818" y="623245"/>
                  </a:lnTo>
                  <a:lnTo>
                    <a:pt x="291189" y="647984"/>
                  </a:lnTo>
                  <a:lnTo>
                    <a:pt x="254678" y="663520"/>
                  </a:lnTo>
                  <a:lnTo>
                    <a:pt x="215900" y="668909"/>
                  </a:lnTo>
                  <a:lnTo>
                    <a:pt x="177087" y="663520"/>
                  </a:lnTo>
                  <a:lnTo>
                    <a:pt x="140559" y="647984"/>
                  </a:lnTo>
                  <a:lnTo>
                    <a:pt x="106924" y="623245"/>
                  </a:lnTo>
                  <a:lnTo>
                    <a:pt x="76792" y="590246"/>
                  </a:lnTo>
                  <a:lnTo>
                    <a:pt x="50772" y="549931"/>
                  </a:lnTo>
                  <a:lnTo>
                    <a:pt x="29473" y="503244"/>
                  </a:lnTo>
                  <a:lnTo>
                    <a:pt x="13505" y="451129"/>
                  </a:lnTo>
                  <a:lnTo>
                    <a:pt x="3477" y="394530"/>
                  </a:lnTo>
                  <a:lnTo>
                    <a:pt x="0" y="334390"/>
                  </a:lnTo>
                  <a:close/>
                </a:path>
                <a:path w="647700" h="3244850">
                  <a:moveTo>
                    <a:pt x="70612" y="2910332"/>
                  </a:moveTo>
                  <a:lnTo>
                    <a:pt x="73739" y="2860891"/>
                  </a:lnTo>
                  <a:lnTo>
                    <a:pt x="82826" y="2813705"/>
                  </a:lnTo>
                  <a:lnTo>
                    <a:pt x="97425" y="2769292"/>
                  </a:lnTo>
                  <a:lnTo>
                    <a:pt x="117091" y="2728167"/>
                  </a:lnTo>
                  <a:lnTo>
                    <a:pt x="141378" y="2690849"/>
                  </a:lnTo>
                  <a:lnTo>
                    <a:pt x="169839" y="2657853"/>
                  </a:lnTo>
                  <a:lnTo>
                    <a:pt x="202029" y="2629697"/>
                  </a:lnTo>
                  <a:lnTo>
                    <a:pt x="237501" y="2606899"/>
                  </a:lnTo>
                  <a:lnTo>
                    <a:pt x="275810" y="2589974"/>
                  </a:lnTo>
                  <a:lnTo>
                    <a:pt x="316511" y="2579440"/>
                  </a:lnTo>
                  <a:lnTo>
                    <a:pt x="359155" y="2575814"/>
                  </a:lnTo>
                  <a:lnTo>
                    <a:pt x="401772" y="2579440"/>
                  </a:lnTo>
                  <a:lnTo>
                    <a:pt x="442454" y="2589974"/>
                  </a:lnTo>
                  <a:lnTo>
                    <a:pt x="480755" y="2606899"/>
                  </a:lnTo>
                  <a:lnTo>
                    <a:pt x="516226" y="2629697"/>
                  </a:lnTo>
                  <a:lnTo>
                    <a:pt x="548421" y="2657853"/>
                  </a:lnTo>
                  <a:lnTo>
                    <a:pt x="576891" y="2690849"/>
                  </a:lnTo>
                  <a:lnTo>
                    <a:pt x="601188" y="2728167"/>
                  </a:lnTo>
                  <a:lnTo>
                    <a:pt x="620865" y="2769292"/>
                  </a:lnTo>
                  <a:lnTo>
                    <a:pt x="635475" y="2813705"/>
                  </a:lnTo>
                  <a:lnTo>
                    <a:pt x="644569" y="2860891"/>
                  </a:lnTo>
                  <a:lnTo>
                    <a:pt x="647700" y="2910332"/>
                  </a:lnTo>
                  <a:lnTo>
                    <a:pt x="644569" y="2959741"/>
                  </a:lnTo>
                  <a:lnTo>
                    <a:pt x="635475" y="3006900"/>
                  </a:lnTo>
                  <a:lnTo>
                    <a:pt x="620865" y="3051293"/>
                  </a:lnTo>
                  <a:lnTo>
                    <a:pt x="601188" y="3092402"/>
                  </a:lnTo>
                  <a:lnTo>
                    <a:pt x="576891" y="3129708"/>
                  </a:lnTo>
                  <a:lnTo>
                    <a:pt x="548421" y="3162695"/>
                  </a:lnTo>
                  <a:lnTo>
                    <a:pt x="516226" y="3190845"/>
                  </a:lnTo>
                  <a:lnTo>
                    <a:pt x="480755" y="3213640"/>
                  </a:lnTo>
                  <a:lnTo>
                    <a:pt x="442454" y="3230563"/>
                  </a:lnTo>
                  <a:lnTo>
                    <a:pt x="401772" y="3241096"/>
                  </a:lnTo>
                  <a:lnTo>
                    <a:pt x="359155" y="3244723"/>
                  </a:lnTo>
                  <a:lnTo>
                    <a:pt x="316511" y="3241096"/>
                  </a:lnTo>
                  <a:lnTo>
                    <a:pt x="275810" y="3230563"/>
                  </a:lnTo>
                  <a:lnTo>
                    <a:pt x="237501" y="3213640"/>
                  </a:lnTo>
                  <a:lnTo>
                    <a:pt x="202029" y="3190845"/>
                  </a:lnTo>
                  <a:lnTo>
                    <a:pt x="169839" y="3162695"/>
                  </a:lnTo>
                  <a:lnTo>
                    <a:pt x="141378" y="3129708"/>
                  </a:lnTo>
                  <a:lnTo>
                    <a:pt x="117091" y="3092402"/>
                  </a:lnTo>
                  <a:lnTo>
                    <a:pt x="97425" y="3051293"/>
                  </a:lnTo>
                  <a:lnTo>
                    <a:pt x="82826" y="3006900"/>
                  </a:lnTo>
                  <a:lnTo>
                    <a:pt x="73739" y="2959741"/>
                  </a:lnTo>
                  <a:lnTo>
                    <a:pt x="70612" y="2910332"/>
                  </a:lnTo>
                  <a:close/>
                </a:path>
              </a:pathLst>
            </a:custGeom>
            <a:ln w="15875">
              <a:solidFill>
                <a:srgbClr val="FF0000"/>
              </a:solidFill>
            </a:ln>
          </p:spPr>
          <p:txBody>
            <a:bodyPr wrap="square" lIns="0" tIns="0" rIns="0" bIns="0" rtlCol="0"/>
            <a:lstStyle/>
            <a:p/>
          </p:txBody>
        </p:sp>
      </p:grpSp>
      <p:sp>
        <p:nvSpPr>
          <p:cNvPr id="138" name="object 138" descr=""/>
          <p:cNvSpPr txBox="1"/>
          <p:nvPr/>
        </p:nvSpPr>
        <p:spPr>
          <a:xfrm>
            <a:off x="1853281" y="1599734"/>
            <a:ext cx="1493520" cy="243840"/>
          </a:xfrm>
          <a:prstGeom prst="rect">
            <a:avLst/>
          </a:prstGeom>
        </p:spPr>
        <p:txBody>
          <a:bodyPr wrap="square" lIns="0" tIns="16510" rIns="0" bIns="0" rtlCol="0" vert="horz">
            <a:spAutoFit/>
          </a:bodyPr>
          <a:lstStyle/>
          <a:p>
            <a:pPr marL="12700">
              <a:lnSpc>
                <a:spcPct val="100000"/>
              </a:lnSpc>
              <a:spcBef>
                <a:spcPts val="130"/>
              </a:spcBef>
            </a:pPr>
            <a:r>
              <a:rPr dirty="0" sz="1400" spc="-60">
                <a:latin typeface="Times New Roman"/>
                <a:cs typeface="Times New Roman"/>
              </a:rPr>
              <a:t>DADD</a:t>
            </a:r>
            <a:r>
              <a:rPr dirty="0" sz="1400" spc="-20">
                <a:latin typeface="Times New Roman"/>
                <a:cs typeface="Times New Roman"/>
              </a:rPr>
              <a:t> </a:t>
            </a:r>
            <a:r>
              <a:rPr dirty="0" sz="1400" spc="-40" b="1">
                <a:solidFill>
                  <a:srgbClr val="0000FF"/>
                </a:solidFill>
                <a:latin typeface="Times New Roman"/>
                <a:cs typeface="Times New Roman"/>
              </a:rPr>
              <a:t>R1</a:t>
            </a:r>
            <a:r>
              <a:rPr dirty="0" sz="1400" spc="-40">
                <a:latin typeface="宋体"/>
                <a:cs typeface="宋体"/>
              </a:rPr>
              <a:t>，</a:t>
            </a:r>
            <a:r>
              <a:rPr dirty="0" sz="1400" spc="-40">
                <a:latin typeface="Times New Roman"/>
                <a:cs typeface="Times New Roman"/>
              </a:rPr>
              <a:t>R2</a:t>
            </a:r>
            <a:r>
              <a:rPr dirty="0" sz="1400" spc="-40">
                <a:latin typeface="宋体"/>
                <a:cs typeface="宋体"/>
              </a:rPr>
              <a:t>，</a:t>
            </a:r>
            <a:r>
              <a:rPr dirty="0" sz="1400" spc="-40">
                <a:latin typeface="Times New Roman"/>
                <a:cs typeface="Times New Roman"/>
              </a:rPr>
              <a:t>R3</a:t>
            </a:r>
            <a:endParaRPr sz="1400">
              <a:latin typeface="Times New Roman"/>
              <a:cs typeface="Times New Roman"/>
            </a:endParaRPr>
          </a:p>
        </p:txBody>
      </p:sp>
      <p:sp>
        <p:nvSpPr>
          <p:cNvPr id="139" name="object 139" descr=""/>
          <p:cNvSpPr txBox="1"/>
          <p:nvPr/>
        </p:nvSpPr>
        <p:spPr>
          <a:xfrm>
            <a:off x="1853281" y="2473126"/>
            <a:ext cx="1461770" cy="243840"/>
          </a:xfrm>
          <a:prstGeom prst="rect">
            <a:avLst/>
          </a:prstGeom>
        </p:spPr>
        <p:txBody>
          <a:bodyPr wrap="square" lIns="0" tIns="16510" rIns="0" bIns="0" rtlCol="0" vert="horz">
            <a:spAutoFit/>
          </a:bodyPr>
          <a:lstStyle/>
          <a:p>
            <a:pPr marL="12700">
              <a:lnSpc>
                <a:spcPct val="100000"/>
              </a:lnSpc>
              <a:spcBef>
                <a:spcPts val="130"/>
              </a:spcBef>
            </a:pPr>
            <a:r>
              <a:rPr dirty="0" sz="1400" spc="-55">
                <a:latin typeface="Times New Roman"/>
                <a:cs typeface="Times New Roman"/>
              </a:rPr>
              <a:t>DSUB</a:t>
            </a:r>
            <a:r>
              <a:rPr dirty="0" sz="1400" spc="-15">
                <a:latin typeface="Times New Roman"/>
                <a:cs typeface="Times New Roman"/>
              </a:rPr>
              <a:t> </a:t>
            </a:r>
            <a:r>
              <a:rPr dirty="0" sz="1400" spc="-45">
                <a:latin typeface="Times New Roman"/>
                <a:cs typeface="Times New Roman"/>
              </a:rPr>
              <a:t>R4</a:t>
            </a:r>
            <a:r>
              <a:rPr dirty="0" sz="1400" spc="-45">
                <a:latin typeface="宋体"/>
                <a:cs typeface="宋体"/>
              </a:rPr>
              <a:t>，</a:t>
            </a:r>
            <a:r>
              <a:rPr dirty="0" sz="1400" spc="-45" b="1">
                <a:solidFill>
                  <a:srgbClr val="0000FF"/>
                </a:solidFill>
                <a:latin typeface="Times New Roman"/>
                <a:cs typeface="Times New Roman"/>
              </a:rPr>
              <a:t>R1</a:t>
            </a:r>
            <a:r>
              <a:rPr dirty="0" sz="1400" spc="-45">
                <a:latin typeface="宋体"/>
                <a:cs typeface="宋体"/>
              </a:rPr>
              <a:t>，</a:t>
            </a:r>
            <a:r>
              <a:rPr dirty="0" sz="1400" spc="-45">
                <a:latin typeface="Times New Roman"/>
                <a:cs typeface="Times New Roman"/>
              </a:rPr>
              <a:t>R5</a:t>
            </a:r>
            <a:endParaRPr sz="1400">
              <a:latin typeface="Times New Roman"/>
              <a:cs typeface="Times New Roman"/>
            </a:endParaRPr>
          </a:p>
        </p:txBody>
      </p:sp>
      <p:sp>
        <p:nvSpPr>
          <p:cNvPr id="140" name="object 140" descr=""/>
          <p:cNvSpPr txBox="1"/>
          <p:nvPr/>
        </p:nvSpPr>
        <p:spPr>
          <a:xfrm>
            <a:off x="1853281" y="3344314"/>
            <a:ext cx="1367155" cy="243840"/>
          </a:xfrm>
          <a:prstGeom prst="rect">
            <a:avLst/>
          </a:prstGeom>
        </p:spPr>
        <p:txBody>
          <a:bodyPr wrap="square" lIns="0" tIns="16510" rIns="0" bIns="0" rtlCol="0" vert="horz">
            <a:spAutoFit/>
          </a:bodyPr>
          <a:lstStyle/>
          <a:p>
            <a:pPr marL="12700">
              <a:lnSpc>
                <a:spcPct val="100000"/>
              </a:lnSpc>
              <a:spcBef>
                <a:spcPts val="130"/>
              </a:spcBef>
            </a:pPr>
            <a:r>
              <a:rPr dirty="0" sz="1400" spc="-45">
                <a:latin typeface="Times New Roman"/>
                <a:cs typeface="Times New Roman"/>
              </a:rPr>
              <a:t>XOR</a:t>
            </a:r>
            <a:r>
              <a:rPr dirty="0" sz="1400" spc="-40">
                <a:latin typeface="Times New Roman"/>
                <a:cs typeface="Times New Roman"/>
              </a:rPr>
              <a:t> </a:t>
            </a:r>
            <a:r>
              <a:rPr dirty="0" sz="1400" spc="-45">
                <a:latin typeface="Times New Roman"/>
                <a:cs typeface="Times New Roman"/>
              </a:rPr>
              <a:t>R6</a:t>
            </a:r>
            <a:r>
              <a:rPr dirty="0" sz="1400" spc="-45">
                <a:latin typeface="宋体"/>
                <a:cs typeface="宋体"/>
              </a:rPr>
              <a:t>，</a:t>
            </a:r>
            <a:r>
              <a:rPr dirty="0" sz="1400" spc="-45" b="1">
                <a:solidFill>
                  <a:srgbClr val="0000FF"/>
                </a:solidFill>
                <a:latin typeface="Times New Roman"/>
                <a:cs typeface="Times New Roman"/>
              </a:rPr>
              <a:t>R1</a:t>
            </a:r>
            <a:r>
              <a:rPr dirty="0" sz="1400" spc="-45">
                <a:latin typeface="宋体"/>
                <a:cs typeface="宋体"/>
              </a:rPr>
              <a:t>，</a:t>
            </a:r>
            <a:r>
              <a:rPr dirty="0" sz="1400" spc="-45">
                <a:latin typeface="Times New Roman"/>
                <a:cs typeface="Times New Roman"/>
              </a:rPr>
              <a:t>R7</a:t>
            </a:r>
            <a:endParaRPr sz="1400">
              <a:latin typeface="Times New Roman"/>
              <a:cs typeface="Times New Roman"/>
            </a:endParaRPr>
          </a:p>
        </p:txBody>
      </p:sp>
      <p:sp>
        <p:nvSpPr>
          <p:cNvPr id="141" name="object 141" descr=""/>
          <p:cNvSpPr txBox="1"/>
          <p:nvPr/>
        </p:nvSpPr>
        <p:spPr>
          <a:xfrm>
            <a:off x="1853281" y="4220211"/>
            <a:ext cx="1335405" cy="243840"/>
          </a:xfrm>
          <a:prstGeom prst="rect">
            <a:avLst/>
          </a:prstGeom>
        </p:spPr>
        <p:txBody>
          <a:bodyPr wrap="square" lIns="0" tIns="16510" rIns="0" bIns="0" rtlCol="0" vert="horz">
            <a:spAutoFit/>
          </a:bodyPr>
          <a:lstStyle/>
          <a:p>
            <a:pPr marL="12700">
              <a:lnSpc>
                <a:spcPct val="100000"/>
              </a:lnSpc>
              <a:spcBef>
                <a:spcPts val="130"/>
              </a:spcBef>
            </a:pPr>
            <a:r>
              <a:rPr dirty="0" sz="1400" spc="-65">
                <a:latin typeface="Times New Roman"/>
                <a:cs typeface="Times New Roman"/>
              </a:rPr>
              <a:t>AND</a:t>
            </a:r>
            <a:r>
              <a:rPr dirty="0" sz="1400" spc="-10">
                <a:latin typeface="Times New Roman"/>
                <a:cs typeface="Times New Roman"/>
              </a:rPr>
              <a:t> </a:t>
            </a:r>
            <a:r>
              <a:rPr dirty="0" sz="1400" spc="-85">
                <a:latin typeface="Times New Roman"/>
                <a:cs typeface="Times New Roman"/>
              </a:rPr>
              <a:t>R8</a:t>
            </a:r>
            <a:r>
              <a:rPr dirty="0" sz="1400" spc="-85">
                <a:latin typeface="宋体"/>
                <a:cs typeface="宋体"/>
              </a:rPr>
              <a:t>，</a:t>
            </a:r>
            <a:r>
              <a:rPr dirty="0" sz="1400" spc="-85" b="1">
                <a:solidFill>
                  <a:srgbClr val="0000FF"/>
                </a:solidFill>
                <a:latin typeface="Times New Roman"/>
                <a:cs typeface="Times New Roman"/>
              </a:rPr>
              <a:t>R1</a:t>
            </a:r>
            <a:r>
              <a:rPr dirty="0" sz="1400" spc="-85">
                <a:latin typeface="宋体"/>
                <a:cs typeface="宋体"/>
              </a:rPr>
              <a:t>，</a:t>
            </a:r>
            <a:r>
              <a:rPr dirty="0" sz="1400" spc="-85">
                <a:latin typeface="Times New Roman"/>
                <a:cs typeface="Times New Roman"/>
              </a:rPr>
              <a:t>R9</a:t>
            </a:r>
            <a:endParaRPr sz="1400">
              <a:latin typeface="Times New Roman"/>
              <a:cs typeface="Times New Roman"/>
            </a:endParaRPr>
          </a:p>
        </p:txBody>
      </p:sp>
      <p:sp>
        <p:nvSpPr>
          <p:cNvPr id="142" name="object 142" descr=""/>
          <p:cNvSpPr txBox="1"/>
          <p:nvPr/>
        </p:nvSpPr>
        <p:spPr>
          <a:xfrm>
            <a:off x="7650433" y="5046311"/>
            <a:ext cx="474345" cy="374650"/>
          </a:xfrm>
          <a:prstGeom prst="rect">
            <a:avLst/>
          </a:prstGeom>
          <a:ln w="14070">
            <a:solidFill>
              <a:srgbClr val="000000"/>
            </a:solidFill>
          </a:ln>
        </p:spPr>
        <p:txBody>
          <a:bodyPr wrap="square" lIns="0" tIns="80010" rIns="0" bIns="0" rtlCol="0" vert="horz">
            <a:spAutoFit/>
          </a:bodyPr>
          <a:lstStyle/>
          <a:p>
            <a:pPr marL="137160">
              <a:lnSpc>
                <a:spcPct val="100000"/>
              </a:lnSpc>
              <a:spcBef>
                <a:spcPts val="630"/>
              </a:spcBef>
            </a:pPr>
            <a:r>
              <a:rPr dirty="0" sz="1400" spc="-25">
                <a:latin typeface="Times New Roman"/>
                <a:cs typeface="Times New Roman"/>
              </a:rPr>
              <a:t>IM</a:t>
            </a:r>
            <a:endParaRPr sz="1400">
              <a:latin typeface="Times New Roman"/>
              <a:cs typeface="Times New Roman"/>
            </a:endParaRPr>
          </a:p>
        </p:txBody>
      </p:sp>
      <p:sp>
        <p:nvSpPr>
          <p:cNvPr id="143" name="object 143" descr=""/>
          <p:cNvSpPr txBox="1"/>
          <p:nvPr/>
        </p:nvSpPr>
        <p:spPr>
          <a:xfrm>
            <a:off x="8801778" y="5095687"/>
            <a:ext cx="297815" cy="243840"/>
          </a:xfrm>
          <a:prstGeom prst="rect">
            <a:avLst/>
          </a:prstGeom>
        </p:spPr>
        <p:txBody>
          <a:bodyPr wrap="square" lIns="0" tIns="16510" rIns="0" bIns="0" rtlCol="0" vert="horz">
            <a:spAutoFit/>
          </a:bodyPr>
          <a:lstStyle/>
          <a:p>
            <a:pPr marL="12700">
              <a:lnSpc>
                <a:spcPct val="100000"/>
              </a:lnSpc>
              <a:spcBef>
                <a:spcPts val="130"/>
              </a:spcBef>
            </a:pPr>
            <a:r>
              <a:rPr dirty="0" sz="1400" spc="-30">
                <a:latin typeface="Times New Roman"/>
                <a:cs typeface="Times New Roman"/>
              </a:rPr>
              <a:t>Reg</a:t>
            </a:r>
            <a:endParaRPr sz="1400">
              <a:latin typeface="Times New Roman"/>
              <a:cs typeface="Times New Roman"/>
            </a:endParaRPr>
          </a:p>
        </p:txBody>
      </p:sp>
      <p:grpSp>
        <p:nvGrpSpPr>
          <p:cNvPr id="144" name="object 144" descr=""/>
          <p:cNvGrpSpPr/>
          <p:nvPr/>
        </p:nvGrpSpPr>
        <p:grpSpPr>
          <a:xfrm>
            <a:off x="8124159" y="4851705"/>
            <a:ext cx="1469390" cy="824230"/>
            <a:chOff x="8124159" y="4851705"/>
            <a:chExt cx="1469390" cy="824230"/>
          </a:xfrm>
        </p:grpSpPr>
        <p:sp>
          <p:nvSpPr>
            <p:cNvPr id="145" name="object 145" descr=""/>
            <p:cNvSpPr/>
            <p:nvPr/>
          </p:nvSpPr>
          <p:spPr>
            <a:xfrm>
              <a:off x="8124159" y="5046311"/>
              <a:ext cx="1264285" cy="374650"/>
            </a:xfrm>
            <a:custGeom>
              <a:avLst/>
              <a:gdLst/>
              <a:ahLst/>
              <a:cxnLst/>
              <a:rect l="l" t="t" r="r" b="b"/>
              <a:pathLst>
                <a:path w="1264284" h="374650">
                  <a:moveTo>
                    <a:pt x="0" y="185878"/>
                  </a:moveTo>
                  <a:lnTo>
                    <a:pt x="198574" y="185878"/>
                  </a:lnTo>
                </a:path>
                <a:path w="1264284" h="374650">
                  <a:moveTo>
                    <a:pt x="395084" y="185878"/>
                  </a:moveTo>
                  <a:lnTo>
                    <a:pt x="593659" y="185878"/>
                  </a:lnTo>
                </a:path>
                <a:path w="1264284" h="374650">
                  <a:moveTo>
                    <a:pt x="1067385" y="111242"/>
                  </a:moveTo>
                  <a:lnTo>
                    <a:pt x="1263707" y="111242"/>
                  </a:lnTo>
                </a:path>
                <a:path w="1264284" h="374650">
                  <a:moveTo>
                    <a:pt x="1067385" y="287223"/>
                  </a:moveTo>
                  <a:lnTo>
                    <a:pt x="1263707" y="287223"/>
                  </a:lnTo>
                </a:path>
                <a:path w="1264284" h="374650">
                  <a:moveTo>
                    <a:pt x="830334" y="0"/>
                  </a:moveTo>
                  <a:lnTo>
                    <a:pt x="1067385" y="0"/>
                  </a:lnTo>
                </a:path>
                <a:path w="1264284" h="374650">
                  <a:moveTo>
                    <a:pt x="1067385" y="0"/>
                  </a:moveTo>
                  <a:lnTo>
                    <a:pt x="1067385" y="374222"/>
                  </a:lnTo>
                </a:path>
                <a:path w="1264284" h="374650">
                  <a:moveTo>
                    <a:pt x="830334" y="374222"/>
                  </a:moveTo>
                  <a:lnTo>
                    <a:pt x="1067385" y="374222"/>
                  </a:lnTo>
                </a:path>
              </a:pathLst>
            </a:custGeom>
            <a:ln w="13937">
              <a:solidFill>
                <a:srgbClr val="000000"/>
              </a:solidFill>
            </a:ln>
          </p:spPr>
          <p:txBody>
            <a:bodyPr wrap="square" lIns="0" tIns="0" rIns="0" bIns="0" rtlCol="0"/>
            <a:lstStyle/>
            <a:p/>
          </p:txBody>
        </p:sp>
        <p:sp>
          <p:nvSpPr>
            <p:cNvPr id="146" name="object 146" descr=""/>
            <p:cNvSpPr/>
            <p:nvPr/>
          </p:nvSpPr>
          <p:spPr>
            <a:xfrm>
              <a:off x="8711249" y="5042364"/>
              <a:ext cx="269240" cy="14604"/>
            </a:xfrm>
            <a:custGeom>
              <a:avLst/>
              <a:gdLst/>
              <a:ahLst/>
              <a:cxnLst/>
              <a:rect l="l" t="t" r="r" b="b"/>
              <a:pathLst>
                <a:path w="269240" h="14604">
                  <a:moveTo>
                    <a:pt x="52177" y="0"/>
                  </a:moveTo>
                  <a:lnTo>
                    <a:pt x="4692" y="0"/>
                  </a:lnTo>
                  <a:lnTo>
                    <a:pt x="2439" y="1983"/>
                  </a:lnTo>
                  <a:lnTo>
                    <a:pt x="2439" y="4448"/>
                  </a:lnTo>
                  <a:lnTo>
                    <a:pt x="0" y="6912"/>
                  </a:lnTo>
                  <a:lnTo>
                    <a:pt x="2439" y="9397"/>
                  </a:lnTo>
                  <a:lnTo>
                    <a:pt x="2439" y="11861"/>
                  </a:lnTo>
                  <a:lnTo>
                    <a:pt x="4692" y="14326"/>
                  </a:lnTo>
                  <a:lnTo>
                    <a:pt x="52177" y="14326"/>
                  </a:lnTo>
                  <a:lnTo>
                    <a:pt x="54429" y="11861"/>
                  </a:lnTo>
                  <a:lnTo>
                    <a:pt x="56306" y="9397"/>
                  </a:lnTo>
                  <a:lnTo>
                    <a:pt x="56306" y="4448"/>
                  </a:lnTo>
                  <a:lnTo>
                    <a:pt x="54429" y="1983"/>
                  </a:lnTo>
                  <a:lnTo>
                    <a:pt x="52177" y="0"/>
                  </a:lnTo>
                  <a:close/>
                </a:path>
                <a:path w="269240" h="14604">
                  <a:moveTo>
                    <a:pt x="110736" y="0"/>
                  </a:moveTo>
                  <a:lnTo>
                    <a:pt x="103791" y="0"/>
                  </a:lnTo>
                  <a:lnTo>
                    <a:pt x="101914" y="1983"/>
                  </a:lnTo>
                  <a:lnTo>
                    <a:pt x="99662" y="4448"/>
                  </a:lnTo>
                  <a:lnTo>
                    <a:pt x="99662" y="9397"/>
                  </a:lnTo>
                  <a:lnTo>
                    <a:pt x="101914" y="11861"/>
                  </a:lnTo>
                  <a:lnTo>
                    <a:pt x="103791" y="14326"/>
                  </a:lnTo>
                  <a:lnTo>
                    <a:pt x="110736" y="14326"/>
                  </a:lnTo>
                  <a:lnTo>
                    <a:pt x="112988" y="11861"/>
                  </a:lnTo>
                  <a:lnTo>
                    <a:pt x="112988" y="9397"/>
                  </a:lnTo>
                  <a:lnTo>
                    <a:pt x="115428" y="6912"/>
                  </a:lnTo>
                  <a:lnTo>
                    <a:pt x="112988" y="4448"/>
                  </a:lnTo>
                  <a:lnTo>
                    <a:pt x="112988" y="1983"/>
                  </a:lnTo>
                  <a:lnTo>
                    <a:pt x="110736" y="0"/>
                  </a:lnTo>
                  <a:close/>
                </a:path>
                <a:path w="269240" h="14604">
                  <a:moveTo>
                    <a:pt x="207959" y="0"/>
                  </a:moveTo>
                  <a:lnTo>
                    <a:pt x="160473" y="0"/>
                  </a:lnTo>
                  <a:lnTo>
                    <a:pt x="158221" y="1983"/>
                  </a:lnTo>
                  <a:lnTo>
                    <a:pt x="158221" y="4448"/>
                  </a:lnTo>
                  <a:lnTo>
                    <a:pt x="155781" y="6912"/>
                  </a:lnTo>
                  <a:lnTo>
                    <a:pt x="158221" y="9397"/>
                  </a:lnTo>
                  <a:lnTo>
                    <a:pt x="158221" y="11861"/>
                  </a:lnTo>
                  <a:lnTo>
                    <a:pt x="160473" y="14326"/>
                  </a:lnTo>
                  <a:lnTo>
                    <a:pt x="207959" y="14326"/>
                  </a:lnTo>
                  <a:lnTo>
                    <a:pt x="209835" y="11861"/>
                  </a:lnTo>
                  <a:lnTo>
                    <a:pt x="212088" y="9397"/>
                  </a:lnTo>
                  <a:lnTo>
                    <a:pt x="212088" y="4448"/>
                  </a:lnTo>
                  <a:lnTo>
                    <a:pt x="209835" y="1983"/>
                  </a:lnTo>
                  <a:lnTo>
                    <a:pt x="207959" y="0"/>
                  </a:lnTo>
                  <a:close/>
                </a:path>
                <a:path w="269240" h="14604">
                  <a:moveTo>
                    <a:pt x="264077" y="0"/>
                  </a:moveTo>
                  <a:lnTo>
                    <a:pt x="259573" y="0"/>
                  </a:lnTo>
                  <a:lnTo>
                    <a:pt x="257133" y="1983"/>
                  </a:lnTo>
                  <a:lnTo>
                    <a:pt x="254881" y="4448"/>
                  </a:lnTo>
                  <a:lnTo>
                    <a:pt x="254881" y="9397"/>
                  </a:lnTo>
                  <a:lnTo>
                    <a:pt x="257133" y="11861"/>
                  </a:lnTo>
                  <a:lnTo>
                    <a:pt x="259573" y="14326"/>
                  </a:lnTo>
                  <a:lnTo>
                    <a:pt x="264077" y="14326"/>
                  </a:lnTo>
                  <a:lnTo>
                    <a:pt x="266517" y="11861"/>
                  </a:lnTo>
                  <a:lnTo>
                    <a:pt x="268770" y="9397"/>
                  </a:lnTo>
                  <a:lnTo>
                    <a:pt x="268770" y="4448"/>
                  </a:lnTo>
                  <a:lnTo>
                    <a:pt x="266517" y="1983"/>
                  </a:lnTo>
                  <a:lnTo>
                    <a:pt x="264077" y="0"/>
                  </a:lnTo>
                  <a:close/>
                </a:path>
              </a:pathLst>
            </a:custGeom>
            <a:solidFill>
              <a:srgbClr val="000000"/>
            </a:solidFill>
          </p:spPr>
          <p:txBody>
            <a:bodyPr wrap="square" lIns="0" tIns="0" rIns="0" bIns="0" rtlCol="0"/>
            <a:lstStyle/>
            <a:p/>
          </p:txBody>
        </p:sp>
        <p:sp>
          <p:nvSpPr>
            <p:cNvPr id="147" name="object 147" descr=""/>
            <p:cNvSpPr/>
            <p:nvPr/>
          </p:nvSpPr>
          <p:spPr>
            <a:xfrm>
              <a:off x="8711249" y="5042364"/>
              <a:ext cx="269240" cy="14604"/>
            </a:xfrm>
            <a:custGeom>
              <a:avLst/>
              <a:gdLst/>
              <a:ahLst/>
              <a:cxnLst/>
              <a:rect l="l" t="t" r="r" b="b"/>
              <a:pathLst>
                <a:path w="269240" h="14604">
                  <a:moveTo>
                    <a:pt x="9384" y="0"/>
                  </a:moveTo>
                  <a:lnTo>
                    <a:pt x="49925" y="0"/>
                  </a:lnTo>
                  <a:lnTo>
                    <a:pt x="56306" y="9397"/>
                  </a:lnTo>
                  <a:lnTo>
                    <a:pt x="54429" y="11861"/>
                  </a:lnTo>
                  <a:lnTo>
                    <a:pt x="52177" y="14326"/>
                  </a:lnTo>
                  <a:lnTo>
                    <a:pt x="49925" y="14326"/>
                  </a:lnTo>
                  <a:lnTo>
                    <a:pt x="9384" y="14326"/>
                  </a:lnTo>
                  <a:lnTo>
                    <a:pt x="4692" y="14326"/>
                  </a:lnTo>
                  <a:lnTo>
                    <a:pt x="2439" y="11861"/>
                  </a:lnTo>
                  <a:lnTo>
                    <a:pt x="2439" y="9397"/>
                  </a:lnTo>
                  <a:lnTo>
                    <a:pt x="0" y="6912"/>
                  </a:lnTo>
                  <a:lnTo>
                    <a:pt x="2439" y="4448"/>
                  </a:lnTo>
                  <a:lnTo>
                    <a:pt x="2439" y="1983"/>
                  </a:lnTo>
                  <a:lnTo>
                    <a:pt x="4692" y="0"/>
                  </a:lnTo>
                  <a:lnTo>
                    <a:pt x="9384" y="0"/>
                  </a:lnTo>
                  <a:close/>
                </a:path>
                <a:path w="269240" h="14604">
                  <a:moveTo>
                    <a:pt x="106044" y="0"/>
                  </a:moveTo>
                  <a:lnTo>
                    <a:pt x="110736" y="0"/>
                  </a:lnTo>
                  <a:lnTo>
                    <a:pt x="112988" y="1983"/>
                  </a:lnTo>
                  <a:lnTo>
                    <a:pt x="112988" y="4448"/>
                  </a:lnTo>
                  <a:lnTo>
                    <a:pt x="115428" y="6912"/>
                  </a:lnTo>
                  <a:lnTo>
                    <a:pt x="112988" y="9397"/>
                  </a:lnTo>
                  <a:lnTo>
                    <a:pt x="112988" y="11861"/>
                  </a:lnTo>
                  <a:lnTo>
                    <a:pt x="110736" y="14326"/>
                  </a:lnTo>
                  <a:lnTo>
                    <a:pt x="106044" y="14326"/>
                  </a:lnTo>
                  <a:lnTo>
                    <a:pt x="103791" y="14326"/>
                  </a:lnTo>
                  <a:lnTo>
                    <a:pt x="101914" y="11861"/>
                  </a:lnTo>
                  <a:lnTo>
                    <a:pt x="99662" y="9397"/>
                  </a:lnTo>
                  <a:lnTo>
                    <a:pt x="99662" y="6912"/>
                  </a:lnTo>
                  <a:lnTo>
                    <a:pt x="99662" y="4448"/>
                  </a:lnTo>
                  <a:lnTo>
                    <a:pt x="101914" y="1983"/>
                  </a:lnTo>
                  <a:lnTo>
                    <a:pt x="103791" y="0"/>
                  </a:lnTo>
                  <a:lnTo>
                    <a:pt x="106044" y="0"/>
                  </a:lnTo>
                  <a:close/>
                </a:path>
                <a:path w="269240" h="14604">
                  <a:moveTo>
                    <a:pt x="162726" y="0"/>
                  </a:moveTo>
                  <a:lnTo>
                    <a:pt x="205519" y="0"/>
                  </a:lnTo>
                  <a:lnTo>
                    <a:pt x="212088" y="9397"/>
                  </a:lnTo>
                  <a:lnTo>
                    <a:pt x="209835" y="11861"/>
                  </a:lnTo>
                  <a:lnTo>
                    <a:pt x="207959" y="14326"/>
                  </a:lnTo>
                  <a:lnTo>
                    <a:pt x="205519" y="14326"/>
                  </a:lnTo>
                  <a:lnTo>
                    <a:pt x="162726" y="14326"/>
                  </a:lnTo>
                  <a:lnTo>
                    <a:pt x="160473" y="14326"/>
                  </a:lnTo>
                  <a:lnTo>
                    <a:pt x="158221" y="11861"/>
                  </a:lnTo>
                  <a:lnTo>
                    <a:pt x="158221" y="9397"/>
                  </a:lnTo>
                  <a:lnTo>
                    <a:pt x="155781" y="6912"/>
                  </a:lnTo>
                  <a:lnTo>
                    <a:pt x="158221" y="4448"/>
                  </a:lnTo>
                  <a:lnTo>
                    <a:pt x="158221" y="1983"/>
                  </a:lnTo>
                  <a:lnTo>
                    <a:pt x="160473" y="0"/>
                  </a:lnTo>
                  <a:lnTo>
                    <a:pt x="162726" y="0"/>
                  </a:lnTo>
                  <a:close/>
                </a:path>
                <a:path w="269240" h="14604">
                  <a:moveTo>
                    <a:pt x="261825" y="0"/>
                  </a:moveTo>
                  <a:lnTo>
                    <a:pt x="264077" y="0"/>
                  </a:lnTo>
                  <a:lnTo>
                    <a:pt x="266517" y="1983"/>
                  </a:lnTo>
                  <a:lnTo>
                    <a:pt x="268770" y="4448"/>
                  </a:lnTo>
                  <a:lnTo>
                    <a:pt x="268770" y="6912"/>
                  </a:lnTo>
                  <a:lnTo>
                    <a:pt x="268770" y="9397"/>
                  </a:lnTo>
                  <a:lnTo>
                    <a:pt x="266517" y="11861"/>
                  </a:lnTo>
                  <a:lnTo>
                    <a:pt x="264077" y="14326"/>
                  </a:lnTo>
                  <a:lnTo>
                    <a:pt x="261825" y="14326"/>
                  </a:lnTo>
                  <a:lnTo>
                    <a:pt x="259573" y="14326"/>
                  </a:lnTo>
                  <a:lnTo>
                    <a:pt x="257133" y="11861"/>
                  </a:lnTo>
                  <a:lnTo>
                    <a:pt x="254881" y="9397"/>
                  </a:lnTo>
                  <a:lnTo>
                    <a:pt x="254881" y="6912"/>
                  </a:lnTo>
                  <a:lnTo>
                    <a:pt x="254881" y="4448"/>
                  </a:lnTo>
                  <a:lnTo>
                    <a:pt x="257133" y="1983"/>
                  </a:lnTo>
                  <a:lnTo>
                    <a:pt x="259573" y="0"/>
                  </a:lnTo>
                  <a:lnTo>
                    <a:pt x="261825" y="0"/>
                  </a:lnTo>
                  <a:close/>
                </a:path>
              </a:pathLst>
            </a:custGeom>
            <a:ln w="3175">
              <a:solidFill>
                <a:srgbClr val="000000"/>
              </a:solidFill>
            </a:ln>
          </p:spPr>
          <p:txBody>
            <a:bodyPr wrap="square" lIns="0" tIns="0" rIns="0" bIns="0" rtlCol="0"/>
            <a:lstStyle/>
            <a:p/>
          </p:txBody>
        </p:sp>
        <p:sp>
          <p:nvSpPr>
            <p:cNvPr id="148" name="object 148" descr=""/>
            <p:cNvSpPr/>
            <p:nvPr/>
          </p:nvSpPr>
          <p:spPr>
            <a:xfrm>
              <a:off x="8711249" y="5042364"/>
              <a:ext cx="16510" cy="388620"/>
            </a:xfrm>
            <a:custGeom>
              <a:avLst/>
              <a:gdLst/>
              <a:ahLst/>
              <a:cxnLst/>
              <a:rect l="l" t="t" r="r" b="b"/>
              <a:pathLst>
                <a:path w="16509" h="388620">
                  <a:moveTo>
                    <a:pt x="11261" y="0"/>
                  </a:moveTo>
                  <a:lnTo>
                    <a:pt x="4692" y="0"/>
                  </a:lnTo>
                  <a:lnTo>
                    <a:pt x="2439" y="1983"/>
                  </a:lnTo>
                  <a:lnTo>
                    <a:pt x="2439" y="4448"/>
                  </a:lnTo>
                  <a:lnTo>
                    <a:pt x="0" y="6912"/>
                  </a:lnTo>
                  <a:lnTo>
                    <a:pt x="0" y="52896"/>
                  </a:lnTo>
                  <a:lnTo>
                    <a:pt x="2439" y="55360"/>
                  </a:lnTo>
                  <a:lnTo>
                    <a:pt x="2439" y="57845"/>
                  </a:lnTo>
                  <a:lnTo>
                    <a:pt x="4692" y="60309"/>
                  </a:lnTo>
                  <a:lnTo>
                    <a:pt x="11261" y="60309"/>
                  </a:lnTo>
                  <a:lnTo>
                    <a:pt x="13513" y="57845"/>
                  </a:lnTo>
                  <a:lnTo>
                    <a:pt x="13513" y="55360"/>
                  </a:lnTo>
                  <a:lnTo>
                    <a:pt x="15953" y="52896"/>
                  </a:lnTo>
                  <a:lnTo>
                    <a:pt x="15953" y="6912"/>
                  </a:lnTo>
                  <a:lnTo>
                    <a:pt x="13513" y="4448"/>
                  </a:lnTo>
                  <a:lnTo>
                    <a:pt x="13513" y="1983"/>
                  </a:lnTo>
                  <a:lnTo>
                    <a:pt x="11261" y="0"/>
                  </a:lnTo>
                  <a:close/>
                </a:path>
                <a:path w="16509" h="388620">
                  <a:moveTo>
                    <a:pt x="13513" y="105792"/>
                  </a:moveTo>
                  <a:lnTo>
                    <a:pt x="2439" y="105792"/>
                  </a:lnTo>
                  <a:lnTo>
                    <a:pt x="2439" y="108257"/>
                  </a:lnTo>
                  <a:lnTo>
                    <a:pt x="0" y="113206"/>
                  </a:lnTo>
                  <a:lnTo>
                    <a:pt x="2439" y="115670"/>
                  </a:lnTo>
                  <a:lnTo>
                    <a:pt x="2439" y="118155"/>
                  </a:lnTo>
                  <a:lnTo>
                    <a:pt x="4692" y="120619"/>
                  </a:lnTo>
                  <a:lnTo>
                    <a:pt x="11261" y="120619"/>
                  </a:lnTo>
                  <a:lnTo>
                    <a:pt x="13513" y="118155"/>
                  </a:lnTo>
                  <a:lnTo>
                    <a:pt x="13513" y="115670"/>
                  </a:lnTo>
                  <a:lnTo>
                    <a:pt x="15953" y="113206"/>
                  </a:lnTo>
                  <a:lnTo>
                    <a:pt x="13513" y="108257"/>
                  </a:lnTo>
                  <a:lnTo>
                    <a:pt x="13513" y="105792"/>
                  </a:lnTo>
                  <a:close/>
                </a:path>
                <a:path w="16509" h="388620">
                  <a:moveTo>
                    <a:pt x="11261" y="224429"/>
                  </a:moveTo>
                  <a:lnTo>
                    <a:pt x="4692" y="224429"/>
                  </a:lnTo>
                  <a:lnTo>
                    <a:pt x="9384" y="226412"/>
                  </a:lnTo>
                  <a:lnTo>
                    <a:pt x="11261" y="224429"/>
                  </a:lnTo>
                  <a:close/>
                </a:path>
                <a:path w="16509" h="388620">
                  <a:moveTo>
                    <a:pt x="13513" y="166102"/>
                  </a:moveTo>
                  <a:lnTo>
                    <a:pt x="2439" y="166102"/>
                  </a:lnTo>
                  <a:lnTo>
                    <a:pt x="2439" y="168567"/>
                  </a:lnTo>
                  <a:lnTo>
                    <a:pt x="0" y="173516"/>
                  </a:lnTo>
                  <a:lnTo>
                    <a:pt x="0" y="217015"/>
                  </a:lnTo>
                  <a:lnTo>
                    <a:pt x="2439" y="221964"/>
                  </a:lnTo>
                  <a:lnTo>
                    <a:pt x="2439" y="224429"/>
                  </a:lnTo>
                  <a:lnTo>
                    <a:pt x="13513" y="224429"/>
                  </a:lnTo>
                  <a:lnTo>
                    <a:pt x="13513" y="221964"/>
                  </a:lnTo>
                  <a:lnTo>
                    <a:pt x="15953" y="217015"/>
                  </a:lnTo>
                  <a:lnTo>
                    <a:pt x="15953" y="173516"/>
                  </a:lnTo>
                  <a:lnTo>
                    <a:pt x="13513" y="168567"/>
                  </a:lnTo>
                  <a:lnTo>
                    <a:pt x="13513" y="166102"/>
                  </a:lnTo>
                  <a:close/>
                </a:path>
                <a:path w="16509" h="388620">
                  <a:moveTo>
                    <a:pt x="11261" y="284739"/>
                  </a:moveTo>
                  <a:lnTo>
                    <a:pt x="4692" y="284739"/>
                  </a:lnTo>
                  <a:lnTo>
                    <a:pt x="9384" y="286722"/>
                  </a:lnTo>
                  <a:lnTo>
                    <a:pt x="11261" y="284739"/>
                  </a:lnTo>
                  <a:close/>
                </a:path>
                <a:path w="16509" h="388620">
                  <a:moveTo>
                    <a:pt x="13513" y="272376"/>
                  </a:moveTo>
                  <a:lnTo>
                    <a:pt x="2439" y="272376"/>
                  </a:lnTo>
                  <a:lnTo>
                    <a:pt x="2439" y="274861"/>
                  </a:lnTo>
                  <a:lnTo>
                    <a:pt x="0" y="277325"/>
                  </a:lnTo>
                  <a:lnTo>
                    <a:pt x="2439" y="282274"/>
                  </a:lnTo>
                  <a:lnTo>
                    <a:pt x="2439" y="284739"/>
                  </a:lnTo>
                  <a:lnTo>
                    <a:pt x="13513" y="284739"/>
                  </a:lnTo>
                  <a:lnTo>
                    <a:pt x="13513" y="282274"/>
                  </a:lnTo>
                  <a:lnTo>
                    <a:pt x="15953" y="277325"/>
                  </a:lnTo>
                  <a:lnTo>
                    <a:pt x="13513" y="274861"/>
                  </a:lnTo>
                  <a:lnTo>
                    <a:pt x="13513" y="272376"/>
                  </a:lnTo>
                  <a:close/>
                </a:path>
                <a:path w="16509" h="388620">
                  <a:moveTo>
                    <a:pt x="9384" y="269912"/>
                  </a:moveTo>
                  <a:lnTo>
                    <a:pt x="4692" y="272376"/>
                  </a:lnTo>
                  <a:lnTo>
                    <a:pt x="11261" y="272376"/>
                  </a:lnTo>
                  <a:lnTo>
                    <a:pt x="9384" y="269912"/>
                  </a:lnTo>
                  <a:close/>
                </a:path>
                <a:path w="16509" h="388620">
                  <a:moveTo>
                    <a:pt x="13513" y="332686"/>
                  </a:moveTo>
                  <a:lnTo>
                    <a:pt x="2439" y="332686"/>
                  </a:lnTo>
                  <a:lnTo>
                    <a:pt x="2439" y="335170"/>
                  </a:lnTo>
                  <a:lnTo>
                    <a:pt x="0" y="337635"/>
                  </a:lnTo>
                  <a:lnTo>
                    <a:pt x="0" y="381134"/>
                  </a:lnTo>
                  <a:lnTo>
                    <a:pt x="2439" y="383599"/>
                  </a:lnTo>
                  <a:lnTo>
                    <a:pt x="2439" y="386083"/>
                  </a:lnTo>
                  <a:lnTo>
                    <a:pt x="4692" y="388047"/>
                  </a:lnTo>
                  <a:lnTo>
                    <a:pt x="11261" y="388047"/>
                  </a:lnTo>
                  <a:lnTo>
                    <a:pt x="13513" y="386083"/>
                  </a:lnTo>
                  <a:lnTo>
                    <a:pt x="13513" y="383599"/>
                  </a:lnTo>
                  <a:lnTo>
                    <a:pt x="15953" y="381134"/>
                  </a:lnTo>
                  <a:lnTo>
                    <a:pt x="15953" y="337635"/>
                  </a:lnTo>
                  <a:lnTo>
                    <a:pt x="13513" y="335170"/>
                  </a:lnTo>
                  <a:lnTo>
                    <a:pt x="13513" y="332686"/>
                  </a:lnTo>
                  <a:close/>
                </a:path>
                <a:path w="16509" h="388620">
                  <a:moveTo>
                    <a:pt x="9384" y="330221"/>
                  </a:moveTo>
                  <a:lnTo>
                    <a:pt x="4692" y="332686"/>
                  </a:lnTo>
                  <a:lnTo>
                    <a:pt x="11261" y="332686"/>
                  </a:lnTo>
                  <a:lnTo>
                    <a:pt x="9384" y="330221"/>
                  </a:lnTo>
                  <a:close/>
                </a:path>
              </a:pathLst>
            </a:custGeom>
            <a:solidFill>
              <a:srgbClr val="000000"/>
            </a:solidFill>
          </p:spPr>
          <p:txBody>
            <a:bodyPr wrap="square" lIns="0" tIns="0" rIns="0" bIns="0" rtlCol="0"/>
            <a:lstStyle/>
            <a:p/>
          </p:txBody>
        </p:sp>
        <p:sp>
          <p:nvSpPr>
            <p:cNvPr id="149" name="object 149" descr=""/>
            <p:cNvSpPr/>
            <p:nvPr/>
          </p:nvSpPr>
          <p:spPr>
            <a:xfrm>
              <a:off x="8711249" y="5042364"/>
              <a:ext cx="16510" cy="388620"/>
            </a:xfrm>
            <a:custGeom>
              <a:avLst/>
              <a:gdLst/>
              <a:ahLst/>
              <a:cxnLst/>
              <a:rect l="l" t="t" r="r" b="b"/>
              <a:pathLst>
                <a:path w="16509" h="388620">
                  <a:moveTo>
                    <a:pt x="15953" y="6912"/>
                  </a:moveTo>
                  <a:lnTo>
                    <a:pt x="15953" y="52896"/>
                  </a:lnTo>
                  <a:lnTo>
                    <a:pt x="13513" y="55360"/>
                  </a:lnTo>
                  <a:lnTo>
                    <a:pt x="13513" y="57845"/>
                  </a:lnTo>
                  <a:lnTo>
                    <a:pt x="11261" y="60309"/>
                  </a:lnTo>
                  <a:lnTo>
                    <a:pt x="9384" y="60309"/>
                  </a:lnTo>
                  <a:lnTo>
                    <a:pt x="4692" y="60309"/>
                  </a:lnTo>
                  <a:lnTo>
                    <a:pt x="2439" y="57845"/>
                  </a:lnTo>
                  <a:lnTo>
                    <a:pt x="2439" y="55360"/>
                  </a:lnTo>
                  <a:lnTo>
                    <a:pt x="0" y="52896"/>
                  </a:lnTo>
                  <a:lnTo>
                    <a:pt x="0" y="6912"/>
                  </a:lnTo>
                  <a:lnTo>
                    <a:pt x="2439" y="4448"/>
                  </a:lnTo>
                  <a:lnTo>
                    <a:pt x="2439" y="1983"/>
                  </a:lnTo>
                  <a:lnTo>
                    <a:pt x="4692" y="0"/>
                  </a:lnTo>
                  <a:lnTo>
                    <a:pt x="9384" y="0"/>
                  </a:lnTo>
                  <a:lnTo>
                    <a:pt x="11261" y="0"/>
                  </a:lnTo>
                  <a:lnTo>
                    <a:pt x="13513" y="1983"/>
                  </a:lnTo>
                  <a:lnTo>
                    <a:pt x="13513" y="4448"/>
                  </a:lnTo>
                  <a:lnTo>
                    <a:pt x="15953" y="6912"/>
                  </a:lnTo>
                  <a:close/>
                </a:path>
                <a:path w="16509" h="388620">
                  <a:moveTo>
                    <a:pt x="15953" y="113206"/>
                  </a:moveTo>
                  <a:lnTo>
                    <a:pt x="13513" y="115670"/>
                  </a:lnTo>
                  <a:lnTo>
                    <a:pt x="13513" y="118155"/>
                  </a:lnTo>
                  <a:lnTo>
                    <a:pt x="11261" y="120619"/>
                  </a:lnTo>
                  <a:lnTo>
                    <a:pt x="9384" y="120619"/>
                  </a:lnTo>
                  <a:lnTo>
                    <a:pt x="4692" y="120619"/>
                  </a:lnTo>
                  <a:lnTo>
                    <a:pt x="2439" y="118155"/>
                  </a:lnTo>
                  <a:lnTo>
                    <a:pt x="2439" y="115670"/>
                  </a:lnTo>
                  <a:lnTo>
                    <a:pt x="0" y="113206"/>
                  </a:lnTo>
                  <a:lnTo>
                    <a:pt x="2439" y="108257"/>
                  </a:lnTo>
                  <a:lnTo>
                    <a:pt x="2439" y="105792"/>
                  </a:lnTo>
                  <a:lnTo>
                    <a:pt x="4692" y="105792"/>
                  </a:lnTo>
                  <a:lnTo>
                    <a:pt x="9384" y="105792"/>
                  </a:lnTo>
                  <a:lnTo>
                    <a:pt x="11261" y="105792"/>
                  </a:lnTo>
                  <a:lnTo>
                    <a:pt x="13513" y="105792"/>
                  </a:lnTo>
                  <a:lnTo>
                    <a:pt x="13513" y="108257"/>
                  </a:lnTo>
                  <a:lnTo>
                    <a:pt x="15953" y="113206"/>
                  </a:lnTo>
                  <a:close/>
                </a:path>
                <a:path w="16509" h="388620">
                  <a:moveTo>
                    <a:pt x="15953" y="173516"/>
                  </a:moveTo>
                  <a:lnTo>
                    <a:pt x="15953" y="217015"/>
                  </a:lnTo>
                  <a:lnTo>
                    <a:pt x="13513" y="221964"/>
                  </a:lnTo>
                  <a:lnTo>
                    <a:pt x="13513" y="224429"/>
                  </a:lnTo>
                  <a:lnTo>
                    <a:pt x="11261" y="224429"/>
                  </a:lnTo>
                  <a:lnTo>
                    <a:pt x="9384" y="226412"/>
                  </a:lnTo>
                  <a:lnTo>
                    <a:pt x="4692" y="224429"/>
                  </a:lnTo>
                  <a:lnTo>
                    <a:pt x="2439" y="224429"/>
                  </a:lnTo>
                  <a:lnTo>
                    <a:pt x="2439" y="221964"/>
                  </a:lnTo>
                  <a:lnTo>
                    <a:pt x="0" y="217015"/>
                  </a:lnTo>
                  <a:lnTo>
                    <a:pt x="0" y="173516"/>
                  </a:lnTo>
                  <a:lnTo>
                    <a:pt x="2439" y="168567"/>
                  </a:lnTo>
                  <a:lnTo>
                    <a:pt x="2439" y="166102"/>
                  </a:lnTo>
                  <a:lnTo>
                    <a:pt x="4692" y="166102"/>
                  </a:lnTo>
                  <a:lnTo>
                    <a:pt x="9384" y="166102"/>
                  </a:lnTo>
                  <a:lnTo>
                    <a:pt x="11261" y="166102"/>
                  </a:lnTo>
                  <a:lnTo>
                    <a:pt x="13513" y="166102"/>
                  </a:lnTo>
                  <a:lnTo>
                    <a:pt x="13513" y="168567"/>
                  </a:lnTo>
                  <a:lnTo>
                    <a:pt x="15953" y="173516"/>
                  </a:lnTo>
                  <a:close/>
                </a:path>
                <a:path w="16509" h="388620">
                  <a:moveTo>
                    <a:pt x="15953" y="277325"/>
                  </a:moveTo>
                  <a:lnTo>
                    <a:pt x="13513" y="282274"/>
                  </a:lnTo>
                  <a:lnTo>
                    <a:pt x="13513" y="284739"/>
                  </a:lnTo>
                  <a:lnTo>
                    <a:pt x="11261" y="284739"/>
                  </a:lnTo>
                  <a:lnTo>
                    <a:pt x="9384" y="286722"/>
                  </a:lnTo>
                  <a:lnTo>
                    <a:pt x="4692" y="284739"/>
                  </a:lnTo>
                  <a:lnTo>
                    <a:pt x="2439" y="284739"/>
                  </a:lnTo>
                  <a:lnTo>
                    <a:pt x="2439" y="282274"/>
                  </a:lnTo>
                  <a:lnTo>
                    <a:pt x="0" y="277325"/>
                  </a:lnTo>
                  <a:lnTo>
                    <a:pt x="2439" y="274861"/>
                  </a:lnTo>
                  <a:lnTo>
                    <a:pt x="2439" y="272376"/>
                  </a:lnTo>
                  <a:lnTo>
                    <a:pt x="4692" y="272376"/>
                  </a:lnTo>
                  <a:lnTo>
                    <a:pt x="9384" y="269912"/>
                  </a:lnTo>
                  <a:lnTo>
                    <a:pt x="11261" y="272376"/>
                  </a:lnTo>
                  <a:lnTo>
                    <a:pt x="13513" y="272376"/>
                  </a:lnTo>
                  <a:lnTo>
                    <a:pt x="13513" y="274861"/>
                  </a:lnTo>
                  <a:lnTo>
                    <a:pt x="15953" y="277325"/>
                  </a:lnTo>
                  <a:close/>
                </a:path>
                <a:path w="16509" h="388620">
                  <a:moveTo>
                    <a:pt x="15953" y="337635"/>
                  </a:moveTo>
                  <a:lnTo>
                    <a:pt x="15953" y="381134"/>
                  </a:lnTo>
                  <a:lnTo>
                    <a:pt x="13513" y="383599"/>
                  </a:lnTo>
                  <a:lnTo>
                    <a:pt x="13513" y="386083"/>
                  </a:lnTo>
                  <a:lnTo>
                    <a:pt x="11261" y="388047"/>
                  </a:lnTo>
                  <a:lnTo>
                    <a:pt x="9384" y="388047"/>
                  </a:lnTo>
                  <a:lnTo>
                    <a:pt x="4692" y="388047"/>
                  </a:lnTo>
                  <a:lnTo>
                    <a:pt x="2439" y="386083"/>
                  </a:lnTo>
                  <a:lnTo>
                    <a:pt x="2439" y="383599"/>
                  </a:lnTo>
                  <a:lnTo>
                    <a:pt x="0" y="381134"/>
                  </a:lnTo>
                  <a:lnTo>
                    <a:pt x="0" y="337635"/>
                  </a:lnTo>
                  <a:lnTo>
                    <a:pt x="2439" y="335170"/>
                  </a:lnTo>
                  <a:lnTo>
                    <a:pt x="2439" y="332686"/>
                  </a:lnTo>
                  <a:lnTo>
                    <a:pt x="4692" y="332686"/>
                  </a:lnTo>
                  <a:lnTo>
                    <a:pt x="9384" y="330221"/>
                  </a:lnTo>
                  <a:lnTo>
                    <a:pt x="11261" y="332686"/>
                  </a:lnTo>
                  <a:lnTo>
                    <a:pt x="13513" y="332686"/>
                  </a:lnTo>
                  <a:lnTo>
                    <a:pt x="13513" y="335170"/>
                  </a:lnTo>
                  <a:lnTo>
                    <a:pt x="15953" y="337635"/>
                  </a:lnTo>
                  <a:close/>
                </a:path>
              </a:pathLst>
            </a:custGeom>
            <a:ln w="3175">
              <a:solidFill>
                <a:srgbClr val="000000"/>
              </a:solidFill>
            </a:ln>
          </p:spPr>
          <p:txBody>
            <a:bodyPr wrap="square" lIns="0" tIns="0" rIns="0" bIns="0" rtlCol="0"/>
            <a:lstStyle/>
            <a:p/>
          </p:txBody>
        </p:sp>
        <p:sp>
          <p:nvSpPr>
            <p:cNvPr id="150" name="object 150" descr=""/>
            <p:cNvSpPr/>
            <p:nvPr/>
          </p:nvSpPr>
          <p:spPr>
            <a:xfrm>
              <a:off x="8711249" y="5416085"/>
              <a:ext cx="269240" cy="14604"/>
            </a:xfrm>
            <a:custGeom>
              <a:avLst/>
              <a:gdLst/>
              <a:ahLst/>
              <a:cxnLst/>
              <a:rect l="l" t="t" r="r" b="b"/>
              <a:pathLst>
                <a:path w="269240" h="14604">
                  <a:moveTo>
                    <a:pt x="52177" y="0"/>
                  </a:moveTo>
                  <a:lnTo>
                    <a:pt x="4692" y="0"/>
                  </a:lnTo>
                  <a:lnTo>
                    <a:pt x="2439" y="2464"/>
                  </a:lnTo>
                  <a:lnTo>
                    <a:pt x="2439" y="4949"/>
                  </a:lnTo>
                  <a:lnTo>
                    <a:pt x="0" y="7413"/>
                  </a:lnTo>
                  <a:lnTo>
                    <a:pt x="2439" y="9878"/>
                  </a:lnTo>
                  <a:lnTo>
                    <a:pt x="2439" y="12362"/>
                  </a:lnTo>
                  <a:lnTo>
                    <a:pt x="4692" y="14326"/>
                  </a:lnTo>
                  <a:lnTo>
                    <a:pt x="52177" y="14326"/>
                  </a:lnTo>
                  <a:lnTo>
                    <a:pt x="54429" y="12362"/>
                  </a:lnTo>
                  <a:lnTo>
                    <a:pt x="56306" y="9878"/>
                  </a:lnTo>
                  <a:lnTo>
                    <a:pt x="56306" y="4949"/>
                  </a:lnTo>
                  <a:lnTo>
                    <a:pt x="54429" y="2464"/>
                  </a:lnTo>
                  <a:lnTo>
                    <a:pt x="52177" y="0"/>
                  </a:lnTo>
                  <a:close/>
                </a:path>
                <a:path w="269240" h="14604">
                  <a:moveTo>
                    <a:pt x="110736" y="0"/>
                  </a:moveTo>
                  <a:lnTo>
                    <a:pt x="103791" y="0"/>
                  </a:lnTo>
                  <a:lnTo>
                    <a:pt x="101914" y="2464"/>
                  </a:lnTo>
                  <a:lnTo>
                    <a:pt x="99662" y="4949"/>
                  </a:lnTo>
                  <a:lnTo>
                    <a:pt x="99662" y="9878"/>
                  </a:lnTo>
                  <a:lnTo>
                    <a:pt x="101914" y="12362"/>
                  </a:lnTo>
                  <a:lnTo>
                    <a:pt x="103791" y="14326"/>
                  </a:lnTo>
                  <a:lnTo>
                    <a:pt x="110736" y="14326"/>
                  </a:lnTo>
                  <a:lnTo>
                    <a:pt x="112988" y="12362"/>
                  </a:lnTo>
                  <a:lnTo>
                    <a:pt x="112988" y="9878"/>
                  </a:lnTo>
                  <a:lnTo>
                    <a:pt x="115428" y="7413"/>
                  </a:lnTo>
                  <a:lnTo>
                    <a:pt x="112988" y="4949"/>
                  </a:lnTo>
                  <a:lnTo>
                    <a:pt x="112988" y="2464"/>
                  </a:lnTo>
                  <a:lnTo>
                    <a:pt x="110736" y="0"/>
                  </a:lnTo>
                  <a:close/>
                </a:path>
                <a:path w="269240" h="14604">
                  <a:moveTo>
                    <a:pt x="207959" y="0"/>
                  </a:moveTo>
                  <a:lnTo>
                    <a:pt x="160473" y="0"/>
                  </a:lnTo>
                  <a:lnTo>
                    <a:pt x="158221" y="2464"/>
                  </a:lnTo>
                  <a:lnTo>
                    <a:pt x="158221" y="4949"/>
                  </a:lnTo>
                  <a:lnTo>
                    <a:pt x="155781" y="7413"/>
                  </a:lnTo>
                  <a:lnTo>
                    <a:pt x="158221" y="9878"/>
                  </a:lnTo>
                  <a:lnTo>
                    <a:pt x="158221" y="12362"/>
                  </a:lnTo>
                  <a:lnTo>
                    <a:pt x="160473" y="14326"/>
                  </a:lnTo>
                  <a:lnTo>
                    <a:pt x="207959" y="14326"/>
                  </a:lnTo>
                  <a:lnTo>
                    <a:pt x="209835" y="12362"/>
                  </a:lnTo>
                  <a:lnTo>
                    <a:pt x="212088" y="9878"/>
                  </a:lnTo>
                  <a:lnTo>
                    <a:pt x="212088" y="4949"/>
                  </a:lnTo>
                  <a:lnTo>
                    <a:pt x="209835" y="2464"/>
                  </a:lnTo>
                  <a:lnTo>
                    <a:pt x="207959" y="0"/>
                  </a:lnTo>
                  <a:close/>
                </a:path>
                <a:path w="269240" h="14604">
                  <a:moveTo>
                    <a:pt x="264077" y="0"/>
                  </a:moveTo>
                  <a:lnTo>
                    <a:pt x="259573" y="0"/>
                  </a:lnTo>
                  <a:lnTo>
                    <a:pt x="257133" y="2464"/>
                  </a:lnTo>
                  <a:lnTo>
                    <a:pt x="254881" y="4949"/>
                  </a:lnTo>
                  <a:lnTo>
                    <a:pt x="254881" y="9878"/>
                  </a:lnTo>
                  <a:lnTo>
                    <a:pt x="257133" y="12362"/>
                  </a:lnTo>
                  <a:lnTo>
                    <a:pt x="259573" y="14326"/>
                  </a:lnTo>
                  <a:lnTo>
                    <a:pt x="264077" y="14326"/>
                  </a:lnTo>
                  <a:lnTo>
                    <a:pt x="266517" y="12362"/>
                  </a:lnTo>
                  <a:lnTo>
                    <a:pt x="268770" y="9878"/>
                  </a:lnTo>
                  <a:lnTo>
                    <a:pt x="268770" y="4949"/>
                  </a:lnTo>
                  <a:lnTo>
                    <a:pt x="266517" y="2464"/>
                  </a:lnTo>
                  <a:lnTo>
                    <a:pt x="264077" y="0"/>
                  </a:lnTo>
                  <a:close/>
                </a:path>
              </a:pathLst>
            </a:custGeom>
            <a:solidFill>
              <a:srgbClr val="000000"/>
            </a:solidFill>
          </p:spPr>
          <p:txBody>
            <a:bodyPr wrap="square" lIns="0" tIns="0" rIns="0" bIns="0" rtlCol="0"/>
            <a:lstStyle/>
            <a:p/>
          </p:txBody>
        </p:sp>
        <p:sp>
          <p:nvSpPr>
            <p:cNvPr id="151" name="object 151" descr=""/>
            <p:cNvSpPr/>
            <p:nvPr/>
          </p:nvSpPr>
          <p:spPr>
            <a:xfrm>
              <a:off x="8711249" y="5416085"/>
              <a:ext cx="269240" cy="14604"/>
            </a:xfrm>
            <a:custGeom>
              <a:avLst/>
              <a:gdLst/>
              <a:ahLst/>
              <a:cxnLst/>
              <a:rect l="l" t="t" r="r" b="b"/>
              <a:pathLst>
                <a:path w="269240" h="14604">
                  <a:moveTo>
                    <a:pt x="9384" y="0"/>
                  </a:moveTo>
                  <a:lnTo>
                    <a:pt x="49925" y="0"/>
                  </a:lnTo>
                  <a:lnTo>
                    <a:pt x="52177" y="0"/>
                  </a:lnTo>
                  <a:lnTo>
                    <a:pt x="54429" y="2464"/>
                  </a:lnTo>
                  <a:lnTo>
                    <a:pt x="56306" y="4949"/>
                  </a:lnTo>
                  <a:lnTo>
                    <a:pt x="56306" y="7413"/>
                  </a:lnTo>
                  <a:lnTo>
                    <a:pt x="56306" y="9878"/>
                  </a:lnTo>
                  <a:lnTo>
                    <a:pt x="54429" y="12362"/>
                  </a:lnTo>
                  <a:lnTo>
                    <a:pt x="52177" y="14326"/>
                  </a:lnTo>
                  <a:lnTo>
                    <a:pt x="49925" y="14326"/>
                  </a:lnTo>
                  <a:lnTo>
                    <a:pt x="9384" y="14326"/>
                  </a:lnTo>
                  <a:lnTo>
                    <a:pt x="4692" y="14326"/>
                  </a:lnTo>
                  <a:lnTo>
                    <a:pt x="2439" y="12362"/>
                  </a:lnTo>
                  <a:lnTo>
                    <a:pt x="2439" y="9878"/>
                  </a:lnTo>
                  <a:lnTo>
                    <a:pt x="0" y="7413"/>
                  </a:lnTo>
                  <a:lnTo>
                    <a:pt x="2439" y="4949"/>
                  </a:lnTo>
                  <a:lnTo>
                    <a:pt x="2439" y="2464"/>
                  </a:lnTo>
                  <a:lnTo>
                    <a:pt x="4692" y="0"/>
                  </a:lnTo>
                  <a:lnTo>
                    <a:pt x="9384" y="0"/>
                  </a:lnTo>
                  <a:close/>
                </a:path>
                <a:path w="269240" h="14604">
                  <a:moveTo>
                    <a:pt x="106044" y="0"/>
                  </a:moveTo>
                  <a:lnTo>
                    <a:pt x="110736" y="0"/>
                  </a:lnTo>
                  <a:lnTo>
                    <a:pt x="112988" y="2464"/>
                  </a:lnTo>
                  <a:lnTo>
                    <a:pt x="112988" y="4949"/>
                  </a:lnTo>
                  <a:lnTo>
                    <a:pt x="115428" y="7413"/>
                  </a:lnTo>
                  <a:lnTo>
                    <a:pt x="112988" y="9878"/>
                  </a:lnTo>
                  <a:lnTo>
                    <a:pt x="112988" y="12362"/>
                  </a:lnTo>
                  <a:lnTo>
                    <a:pt x="110736" y="14326"/>
                  </a:lnTo>
                  <a:lnTo>
                    <a:pt x="106044" y="14326"/>
                  </a:lnTo>
                  <a:lnTo>
                    <a:pt x="99662" y="4949"/>
                  </a:lnTo>
                  <a:lnTo>
                    <a:pt x="101914" y="2464"/>
                  </a:lnTo>
                  <a:lnTo>
                    <a:pt x="103791" y="0"/>
                  </a:lnTo>
                  <a:lnTo>
                    <a:pt x="106044" y="0"/>
                  </a:lnTo>
                  <a:close/>
                </a:path>
                <a:path w="269240" h="14604">
                  <a:moveTo>
                    <a:pt x="162726" y="0"/>
                  </a:moveTo>
                  <a:lnTo>
                    <a:pt x="205519" y="0"/>
                  </a:lnTo>
                  <a:lnTo>
                    <a:pt x="207959" y="0"/>
                  </a:lnTo>
                  <a:lnTo>
                    <a:pt x="209835" y="2464"/>
                  </a:lnTo>
                  <a:lnTo>
                    <a:pt x="212088" y="4949"/>
                  </a:lnTo>
                  <a:lnTo>
                    <a:pt x="212088" y="7413"/>
                  </a:lnTo>
                  <a:lnTo>
                    <a:pt x="212088" y="9878"/>
                  </a:lnTo>
                  <a:lnTo>
                    <a:pt x="209835" y="12362"/>
                  </a:lnTo>
                  <a:lnTo>
                    <a:pt x="207959" y="14326"/>
                  </a:lnTo>
                  <a:lnTo>
                    <a:pt x="205519" y="14326"/>
                  </a:lnTo>
                  <a:lnTo>
                    <a:pt x="162726" y="14326"/>
                  </a:lnTo>
                  <a:lnTo>
                    <a:pt x="160473" y="14326"/>
                  </a:lnTo>
                  <a:lnTo>
                    <a:pt x="158221" y="12362"/>
                  </a:lnTo>
                  <a:lnTo>
                    <a:pt x="158221" y="9878"/>
                  </a:lnTo>
                  <a:lnTo>
                    <a:pt x="155781" y="7413"/>
                  </a:lnTo>
                  <a:lnTo>
                    <a:pt x="158221" y="4949"/>
                  </a:lnTo>
                  <a:lnTo>
                    <a:pt x="158221" y="2464"/>
                  </a:lnTo>
                  <a:lnTo>
                    <a:pt x="160473" y="0"/>
                  </a:lnTo>
                  <a:lnTo>
                    <a:pt x="162726" y="0"/>
                  </a:lnTo>
                  <a:close/>
                </a:path>
                <a:path w="269240" h="14604">
                  <a:moveTo>
                    <a:pt x="261825" y="0"/>
                  </a:moveTo>
                  <a:lnTo>
                    <a:pt x="264077" y="0"/>
                  </a:lnTo>
                  <a:lnTo>
                    <a:pt x="266517" y="2464"/>
                  </a:lnTo>
                  <a:lnTo>
                    <a:pt x="268770" y="4949"/>
                  </a:lnTo>
                  <a:lnTo>
                    <a:pt x="268770" y="7413"/>
                  </a:lnTo>
                  <a:lnTo>
                    <a:pt x="268770" y="9878"/>
                  </a:lnTo>
                  <a:lnTo>
                    <a:pt x="266517" y="12362"/>
                  </a:lnTo>
                  <a:lnTo>
                    <a:pt x="264077" y="14326"/>
                  </a:lnTo>
                  <a:lnTo>
                    <a:pt x="261825" y="14326"/>
                  </a:lnTo>
                  <a:lnTo>
                    <a:pt x="254881" y="4949"/>
                  </a:lnTo>
                  <a:lnTo>
                    <a:pt x="257133" y="2464"/>
                  </a:lnTo>
                  <a:lnTo>
                    <a:pt x="259573" y="0"/>
                  </a:lnTo>
                  <a:lnTo>
                    <a:pt x="261825" y="0"/>
                  </a:lnTo>
                  <a:close/>
                </a:path>
              </a:pathLst>
            </a:custGeom>
            <a:ln w="3175">
              <a:solidFill>
                <a:srgbClr val="000000"/>
              </a:solidFill>
            </a:ln>
          </p:spPr>
          <p:txBody>
            <a:bodyPr wrap="square" lIns="0" tIns="0" rIns="0" bIns="0" rtlCol="0"/>
            <a:lstStyle/>
            <a:p/>
          </p:txBody>
        </p:sp>
        <p:sp>
          <p:nvSpPr>
            <p:cNvPr id="152" name="object 152" descr=""/>
            <p:cNvSpPr/>
            <p:nvPr/>
          </p:nvSpPr>
          <p:spPr>
            <a:xfrm>
              <a:off x="8597885" y="5109106"/>
              <a:ext cx="120014" cy="123189"/>
            </a:xfrm>
            <a:custGeom>
              <a:avLst/>
              <a:gdLst/>
              <a:ahLst/>
              <a:cxnLst/>
              <a:rect l="l" t="t" r="r" b="b"/>
              <a:pathLst>
                <a:path w="120015" h="123189">
                  <a:moveTo>
                    <a:pt x="0" y="123084"/>
                  </a:moveTo>
                  <a:lnTo>
                    <a:pt x="0" y="0"/>
                  </a:lnTo>
                </a:path>
                <a:path w="120015" h="123189">
                  <a:moveTo>
                    <a:pt x="0" y="0"/>
                  </a:moveTo>
                  <a:lnTo>
                    <a:pt x="119933" y="0"/>
                  </a:lnTo>
                </a:path>
              </a:pathLst>
            </a:custGeom>
            <a:ln w="13937">
              <a:solidFill>
                <a:srgbClr val="000000"/>
              </a:solidFill>
            </a:ln>
          </p:spPr>
          <p:txBody>
            <a:bodyPr wrap="square" lIns="0" tIns="0" rIns="0" bIns="0" rtlCol="0"/>
            <a:lstStyle/>
            <a:p/>
          </p:txBody>
        </p:sp>
        <p:pic>
          <p:nvPicPr>
            <p:cNvPr id="153" name="object 153" descr=""/>
            <p:cNvPicPr/>
            <p:nvPr/>
          </p:nvPicPr>
          <p:blipFill>
            <a:blip r:embed="rId4" cstate="print"/>
            <a:stretch>
              <a:fillRect/>
            </a:stretch>
          </p:blipFill>
          <p:spPr>
            <a:xfrm>
              <a:off x="9387866" y="4858475"/>
              <a:ext cx="198518" cy="810216"/>
            </a:xfrm>
            <a:prstGeom prst="rect">
              <a:avLst/>
            </a:prstGeom>
          </p:spPr>
        </p:pic>
        <p:sp>
          <p:nvSpPr>
            <p:cNvPr id="154" name="object 154" descr=""/>
            <p:cNvSpPr/>
            <p:nvPr/>
          </p:nvSpPr>
          <p:spPr>
            <a:xfrm>
              <a:off x="9387866" y="4858475"/>
              <a:ext cx="198755" cy="810260"/>
            </a:xfrm>
            <a:custGeom>
              <a:avLst/>
              <a:gdLst/>
              <a:ahLst/>
              <a:cxnLst/>
              <a:rect l="l" t="t" r="r" b="b"/>
              <a:pathLst>
                <a:path w="198754" h="810260">
                  <a:moveTo>
                    <a:pt x="0" y="810216"/>
                  </a:moveTo>
                  <a:lnTo>
                    <a:pt x="198518" y="810216"/>
                  </a:lnTo>
                  <a:lnTo>
                    <a:pt x="198518" y="0"/>
                  </a:lnTo>
                  <a:lnTo>
                    <a:pt x="0" y="0"/>
                  </a:lnTo>
                  <a:lnTo>
                    <a:pt x="0" y="810216"/>
                  </a:lnTo>
                  <a:close/>
                </a:path>
              </a:pathLst>
            </a:custGeom>
            <a:ln w="13533">
              <a:solidFill>
                <a:srgbClr val="000000"/>
              </a:solidFill>
            </a:ln>
          </p:spPr>
          <p:txBody>
            <a:bodyPr wrap="square" lIns="0" tIns="0" rIns="0" bIns="0" rtlCol="0"/>
            <a:lstStyle/>
            <a:p/>
          </p:txBody>
        </p:sp>
        <p:pic>
          <p:nvPicPr>
            <p:cNvPr id="155" name="object 155" descr=""/>
            <p:cNvPicPr/>
            <p:nvPr/>
          </p:nvPicPr>
          <p:blipFill>
            <a:blip r:embed="rId5" cstate="print"/>
            <a:stretch>
              <a:fillRect/>
            </a:stretch>
          </p:blipFill>
          <p:spPr>
            <a:xfrm>
              <a:off x="8320293" y="4858475"/>
              <a:ext cx="198987" cy="810216"/>
            </a:xfrm>
            <a:prstGeom prst="rect">
              <a:avLst/>
            </a:prstGeom>
          </p:spPr>
        </p:pic>
        <p:sp>
          <p:nvSpPr>
            <p:cNvPr id="156" name="object 156" descr=""/>
            <p:cNvSpPr/>
            <p:nvPr/>
          </p:nvSpPr>
          <p:spPr>
            <a:xfrm>
              <a:off x="8322733" y="4858475"/>
              <a:ext cx="196850" cy="810260"/>
            </a:xfrm>
            <a:custGeom>
              <a:avLst/>
              <a:gdLst/>
              <a:ahLst/>
              <a:cxnLst/>
              <a:rect l="l" t="t" r="r" b="b"/>
              <a:pathLst>
                <a:path w="196850" h="810260">
                  <a:moveTo>
                    <a:pt x="0" y="810216"/>
                  </a:moveTo>
                  <a:lnTo>
                    <a:pt x="196660" y="810216"/>
                  </a:lnTo>
                  <a:lnTo>
                    <a:pt x="196660" y="0"/>
                  </a:lnTo>
                  <a:lnTo>
                    <a:pt x="0" y="0"/>
                  </a:lnTo>
                  <a:lnTo>
                    <a:pt x="0" y="810216"/>
                  </a:lnTo>
                  <a:close/>
                </a:path>
              </a:pathLst>
            </a:custGeom>
            <a:ln w="13533">
              <a:solidFill>
                <a:srgbClr val="000000"/>
              </a:solidFill>
            </a:ln>
          </p:spPr>
          <p:txBody>
            <a:bodyPr wrap="square" lIns="0" tIns="0" rIns="0" bIns="0" rtlCol="0"/>
            <a:lstStyle/>
            <a:p/>
          </p:txBody>
        </p:sp>
      </p:grpSp>
      <p:sp>
        <p:nvSpPr>
          <p:cNvPr id="157" name="object 157" descr=""/>
          <p:cNvSpPr txBox="1"/>
          <p:nvPr/>
        </p:nvSpPr>
        <p:spPr>
          <a:xfrm>
            <a:off x="1853281" y="5090737"/>
            <a:ext cx="1408430" cy="243840"/>
          </a:xfrm>
          <a:prstGeom prst="rect">
            <a:avLst/>
          </a:prstGeom>
        </p:spPr>
        <p:txBody>
          <a:bodyPr wrap="square" lIns="0" tIns="16510" rIns="0" bIns="0" rtlCol="0" vert="horz">
            <a:spAutoFit/>
          </a:bodyPr>
          <a:lstStyle/>
          <a:p>
            <a:pPr marL="12700">
              <a:lnSpc>
                <a:spcPct val="100000"/>
              </a:lnSpc>
              <a:spcBef>
                <a:spcPts val="130"/>
              </a:spcBef>
            </a:pPr>
            <a:r>
              <a:rPr dirty="0" sz="1400" spc="-40">
                <a:latin typeface="Times New Roman"/>
                <a:cs typeface="Times New Roman"/>
              </a:rPr>
              <a:t>OR</a:t>
            </a:r>
            <a:r>
              <a:rPr dirty="0" sz="1400" spc="-50">
                <a:latin typeface="Times New Roman"/>
                <a:cs typeface="Times New Roman"/>
              </a:rPr>
              <a:t> R10</a:t>
            </a:r>
            <a:r>
              <a:rPr dirty="0" sz="1400" spc="-50">
                <a:latin typeface="宋体"/>
                <a:cs typeface="宋体"/>
              </a:rPr>
              <a:t>，</a:t>
            </a:r>
            <a:r>
              <a:rPr dirty="0" sz="1400" spc="-50" b="1">
                <a:solidFill>
                  <a:srgbClr val="0000FF"/>
                </a:solidFill>
                <a:latin typeface="Times New Roman"/>
                <a:cs typeface="Times New Roman"/>
              </a:rPr>
              <a:t>R1</a:t>
            </a:r>
            <a:r>
              <a:rPr dirty="0" sz="1400" spc="-50">
                <a:latin typeface="宋体"/>
                <a:cs typeface="宋体"/>
              </a:rPr>
              <a:t>，</a:t>
            </a:r>
            <a:r>
              <a:rPr dirty="0" sz="1400" spc="-50">
                <a:latin typeface="Times New Roman"/>
                <a:cs typeface="Times New Roman"/>
              </a:rPr>
              <a:t>R11</a:t>
            </a:r>
            <a:endParaRPr sz="1400">
              <a:latin typeface="Times New Roman"/>
              <a:cs typeface="Times New Roman"/>
            </a:endParaRPr>
          </a:p>
        </p:txBody>
      </p:sp>
      <p:sp>
        <p:nvSpPr>
          <p:cNvPr id="158" name="object 158" descr=""/>
          <p:cNvSpPr txBox="1"/>
          <p:nvPr/>
        </p:nvSpPr>
        <p:spPr>
          <a:xfrm>
            <a:off x="4159122" y="5988811"/>
            <a:ext cx="6154420" cy="330835"/>
          </a:xfrm>
          <a:prstGeom prst="rect">
            <a:avLst/>
          </a:prstGeom>
        </p:spPr>
        <p:txBody>
          <a:bodyPr wrap="square" lIns="0" tIns="12700" rIns="0" bIns="0" rtlCol="0" vert="horz">
            <a:spAutoFit/>
          </a:bodyPr>
          <a:lstStyle/>
          <a:p>
            <a:pPr marL="12700">
              <a:lnSpc>
                <a:spcPct val="100000"/>
              </a:lnSpc>
              <a:spcBef>
                <a:spcPts val="100"/>
              </a:spcBef>
            </a:pPr>
            <a:r>
              <a:rPr dirty="0" sz="2000" spc="-20" b="1">
                <a:solidFill>
                  <a:srgbClr val="FF0000"/>
                </a:solidFill>
                <a:latin typeface="宋体"/>
                <a:cs typeface="宋体"/>
              </a:rPr>
              <a:t>采用定向技术后的流水线数据通路</a:t>
            </a:r>
            <a:r>
              <a:rPr dirty="0" sz="2000" spc="-10" b="1">
                <a:solidFill>
                  <a:srgbClr val="FF0000"/>
                </a:solidFill>
                <a:latin typeface="宋体"/>
                <a:cs typeface="宋体"/>
              </a:rPr>
              <a:t>（</a:t>
            </a:r>
            <a:r>
              <a:rPr dirty="0" sz="2000" spc="-20" b="1">
                <a:solidFill>
                  <a:srgbClr val="FF0000"/>
                </a:solidFill>
                <a:latin typeface="宋体"/>
                <a:cs typeface="宋体"/>
              </a:rPr>
              <a:t>注意旁路的起点</a:t>
            </a:r>
            <a:r>
              <a:rPr dirty="0" sz="2000" spc="-50" b="1">
                <a:solidFill>
                  <a:srgbClr val="FF0000"/>
                </a:solidFill>
                <a:latin typeface="宋体"/>
                <a:cs typeface="宋体"/>
              </a:rPr>
              <a:t>）</a:t>
            </a:r>
            <a:endParaRPr sz="2000">
              <a:latin typeface="宋体"/>
              <a:cs typeface="宋体"/>
            </a:endParaRPr>
          </a:p>
        </p:txBody>
      </p:sp>
      <p:sp>
        <p:nvSpPr>
          <p:cNvPr id="159" name="object 159" descr=""/>
          <p:cNvSpPr txBox="1"/>
          <p:nvPr/>
        </p:nvSpPr>
        <p:spPr>
          <a:xfrm>
            <a:off x="702665" y="5437733"/>
            <a:ext cx="3073400" cy="748030"/>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40458B"/>
                </a:solidFill>
                <a:latin typeface="黑体"/>
                <a:cs typeface="黑体"/>
              </a:rPr>
              <a:t>第一条指令分别和其他</a:t>
            </a:r>
            <a:r>
              <a:rPr dirty="0" sz="2400" spc="-20">
                <a:solidFill>
                  <a:srgbClr val="40458B"/>
                </a:solidFill>
                <a:latin typeface="黑体"/>
                <a:cs typeface="黑体"/>
              </a:rPr>
              <a:t>三条指令分析相关</a:t>
            </a:r>
            <a:endParaRPr sz="2400">
              <a:latin typeface="黑体"/>
              <a:cs typeface="黑体"/>
            </a:endParaRPr>
          </a:p>
        </p:txBody>
      </p:sp>
      <p:sp>
        <p:nvSpPr>
          <p:cNvPr id="160" name="object 160" descr=""/>
          <p:cNvSpPr txBox="1"/>
          <p:nvPr/>
        </p:nvSpPr>
        <p:spPr>
          <a:xfrm>
            <a:off x="10680700" y="1351025"/>
            <a:ext cx="1511300" cy="4156075"/>
          </a:xfrm>
          <a:prstGeom prst="rect">
            <a:avLst/>
          </a:prstGeom>
          <a:solidFill>
            <a:srgbClr val="D4D6EB"/>
          </a:solidFill>
        </p:spPr>
        <p:txBody>
          <a:bodyPr wrap="square" lIns="0" tIns="55880" rIns="0" bIns="0" rtlCol="0" vert="horz">
            <a:spAutoFit/>
          </a:bodyPr>
          <a:lstStyle/>
          <a:p>
            <a:pPr marL="92075" marR="192405">
              <a:lnSpc>
                <a:spcPct val="99800"/>
              </a:lnSpc>
              <a:spcBef>
                <a:spcPts val="440"/>
              </a:spcBef>
            </a:pPr>
            <a:r>
              <a:rPr dirty="0" sz="2400" spc="-15">
                <a:solidFill>
                  <a:srgbClr val="40458B"/>
                </a:solidFill>
                <a:latin typeface="黑体"/>
                <a:cs typeface="黑体"/>
              </a:rPr>
              <a:t>第一条指</a:t>
            </a:r>
            <a:r>
              <a:rPr dirty="0" sz="2400">
                <a:solidFill>
                  <a:srgbClr val="40458B"/>
                </a:solidFill>
                <a:latin typeface="黑体"/>
                <a:cs typeface="黑体"/>
              </a:rPr>
              <a:t>令</a:t>
            </a:r>
            <a:r>
              <a:rPr dirty="0" sz="2400">
                <a:solidFill>
                  <a:srgbClr val="40458B"/>
                </a:solidFill>
                <a:latin typeface="Tahoma"/>
                <a:cs typeface="Tahoma"/>
              </a:rPr>
              <a:t>5</a:t>
            </a:r>
            <a:r>
              <a:rPr dirty="0" sz="2400" spc="-15">
                <a:solidFill>
                  <a:srgbClr val="40458B"/>
                </a:solidFill>
                <a:latin typeface="Tahoma"/>
                <a:cs typeface="Tahoma"/>
              </a:rPr>
              <a:t> </a:t>
            </a:r>
            <a:r>
              <a:rPr dirty="0" sz="2400" spc="-25">
                <a:solidFill>
                  <a:srgbClr val="40458B"/>
                </a:solidFill>
                <a:latin typeface="黑体"/>
                <a:cs typeface="黑体"/>
              </a:rPr>
              <a:t>周期</a:t>
            </a:r>
            <a:r>
              <a:rPr dirty="0" sz="2400" spc="-15">
                <a:solidFill>
                  <a:srgbClr val="40458B"/>
                </a:solidFill>
                <a:latin typeface="黑体"/>
                <a:cs typeface="黑体"/>
              </a:rPr>
              <a:t>前半周期</a:t>
            </a:r>
            <a:r>
              <a:rPr dirty="0" sz="2400" spc="-20">
                <a:solidFill>
                  <a:srgbClr val="40458B"/>
                </a:solidFill>
                <a:latin typeface="黑体"/>
                <a:cs typeface="黑体"/>
              </a:rPr>
              <a:t>完成写，</a:t>
            </a:r>
            <a:r>
              <a:rPr dirty="0" sz="2400" spc="-15">
                <a:solidFill>
                  <a:srgbClr val="40458B"/>
                </a:solidFill>
                <a:latin typeface="黑体"/>
                <a:cs typeface="黑体"/>
              </a:rPr>
              <a:t>第四条指</a:t>
            </a:r>
            <a:r>
              <a:rPr dirty="0" sz="2400">
                <a:solidFill>
                  <a:srgbClr val="40458B"/>
                </a:solidFill>
                <a:latin typeface="黑体"/>
                <a:cs typeface="黑体"/>
              </a:rPr>
              <a:t>令第</a:t>
            </a:r>
            <a:r>
              <a:rPr dirty="0" sz="2400" spc="-25">
                <a:solidFill>
                  <a:srgbClr val="40458B"/>
                </a:solidFill>
                <a:latin typeface="Tahoma"/>
                <a:cs typeface="Tahoma"/>
              </a:rPr>
              <a:t>5</a:t>
            </a:r>
            <a:r>
              <a:rPr dirty="0" sz="2400" spc="-50">
                <a:solidFill>
                  <a:srgbClr val="40458B"/>
                </a:solidFill>
                <a:latin typeface="黑体"/>
                <a:cs typeface="黑体"/>
              </a:rPr>
              <a:t>周</a:t>
            </a:r>
            <a:r>
              <a:rPr dirty="0" sz="2400" spc="-15">
                <a:solidFill>
                  <a:srgbClr val="40458B"/>
                </a:solidFill>
                <a:latin typeface="黑体"/>
                <a:cs typeface="黑体"/>
              </a:rPr>
              <a:t>期的后半周期读，引入一条旁路，避</a:t>
            </a:r>
            <a:r>
              <a:rPr dirty="0" sz="2400" spc="-20">
                <a:solidFill>
                  <a:srgbClr val="40458B"/>
                </a:solidFill>
                <a:latin typeface="黑体"/>
                <a:cs typeface="黑体"/>
              </a:rPr>
              <a:t>免了相关</a:t>
            </a:r>
            <a:endParaRPr sz="2400">
              <a:latin typeface="黑体"/>
              <a:cs typeface="黑体"/>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558190" y="88263"/>
            <a:ext cx="11646535" cy="1144905"/>
          </a:xfrm>
          <a:prstGeom prst="rect"/>
        </p:spPr>
        <p:txBody>
          <a:bodyPr wrap="square" lIns="0" tIns="122555" rIns="0" bIns="0" rtlCol="0" vert="horz">
            <a:spAutoFit/>
          </a:bodyPr>
          <a:lstStyle/>
          <a:p>
            <a:pPr marL="617855">
              <a:lnSpc>
                <a:spcPct val="100000"/>
              </a:lnSpc>
              <a:spcBef>
                <a:spcPts val="965"/>
              </a:spcBef>
              <a:tabLst>
                <a:tab pos="2582545" algn="l"/>
                <a:tab pos="11633200"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a:p>
            <a:pPr marL="12700">
              <a:lnSpc>
                <a:spcPct val="100000"/>
              </a:lnSpc>
              <a:spcBef>
                <a:spcPts val="745"/>
              </a:spcBef>
            </a:pPr>
            <a:r>
              <a:rPr dirty="0" u="none" sz="2800" spc="-10">
                <a:solidFill>
                  <a:srgbClr val="FF0000"/>
                </a:solidFill>
                <a:latin typeface="Tahoma"/>
                <a:cs typeface="Tahoma"/>
              </a:rPr>
              <a:t>2</a:t>
            </a:r>
            <a:r>
              <a:rPr dirty="0" u="none" sz="2800" spc="-30">
                <a:solidFill>
                  <a:srgbClr val="FF0000"/>
                </a:solidFill>
              </a:rPr>
              <a:t>、数据冲突</a:t>
            </a:r>
            <a:endParaRPr sz="2800">
              <a:latin typeface="Tahoma"/>
              <a:cs typeface="Tahoma"/>
            </a:endParaRPr>
          </a:p>
        </p:txBody>
      </p:sp>
      <p:pic>
        <p:nvPicPr>
          <p:cNvPr id="9" name="object 9" descr=""/>
          <p:cNvPicPr/>
          <p:nvPr/>
        </p:nvPicPr>
        <p:blipFill>
          <a:blip r:embed="rId2" cstate="print"/>
          <a:stretch>
            <a:fillRect/>
          </a:stretch>
        </p:blipFill>
        <p:spPr>
          <a:xfrm>
            <a:off x="8349505" y="2385567"/>
            <a:ext cx="190500" cy="200025"/>
          </a:xfrm>
          <a:prstGeom prst="rect">
            <a:avLst/>
          </a:prstGeom>
        </p:spPr>
      </p:pic>
      <p:sp>
        <p:nvSpPr>
          <p:cNvPr id="10" name="object 10" descr=""/>
          <p:cNvSpPr txBox="1"/>
          <p:nvPr/>
        </p:nvSpPr>
        <p:spPr>
          <a:xfrm>
            <a:off x="826719" y="1715769"/>
            <a:ext cx="10838180" cy="4526915"/>
          </a:xfrm>
          <a:prstGeom prst="rect">
            <a:avLst/>
          </a:prstGeom>
        </p:spPr>
        <p:txBody>
          <a:bodyPr wrap="square" lIns="0" tIns="12065" rIns="0" bIns="0" rtlCol="0" vert="horz">
            <a:spAutoFit/>
          </a:bodyPr>
          <a:lstStyle/>
          <a:p>
            <a:pPr marL="469265" indent="-288925">
              <a:lnSpc>
                <a:spcPct val="100000"/>
              </a:lnSpc>
              <a:spcBef>
                <a:spcPts val="95"/>
              </a:spcBef>
              <a:buClr>
                <a:srgbClr val="4668F5"/>
              </a:buClr>
              <a:buSzPct val="58928"/>
              <a:buFont typeface="Wingdings"/>
              <a:buChar char=""/>
              <a:tabLst>
                <a:tab pos="469265" algn="l"/>
              </a:tabLst>
            </a:pPr>
            <a:r>
              <a:rPr dirty="0" sz="2800" spc="-20" b="1">
                <a:solidFill>
                  <a:srgbClr val="FF0000"/>
                </a:solidFill>
                <a:latin typeface="黑体"/>
                <a:cs typeface="黑体"/>
              </a:rPr>
              <a:t>总结：</a:t>
            </a:r>
            <a:r>
              <a:rPr dirty="0" sz="2800" spc="-35" b="1">
                <a:solidFill>
                  <a:srgbClr val="00AFEF"/>
                </a:solidFill>
                <a:latin typeface="黑体"/>
                <a:cs typeface="黑体"/>
              </a:rPr>
              <a:t>定向的实现</a:t>
            </a:r>
            <a:endParaRPr sz="2800">
              <a:latin typeface="黑体"/>
              <a:cs typeface="黑体"/>
            </a:endParaRPr>
          </a:p>
          <a:p>
            <a:pPr lvl="1" marL="944880" indent="-289560">
              <a:lnSpc>
                <a:spcPct val="100000"/>
              </a:lnSpc>
              <a:spcBef>
                <a:spcPts val="1365"/>
              </a:spcBef>
              <a:buClr>
                <a:srgbClr val="00AF50"/>
              </a:buClr>
              <a:buSzPct val="73684"/>
              <a:buFont typeface="Wingdings"/>
              <a:buChar char=""/>
              <a:tabLst>
                <a:tab pos="944880" algn="l"/>
                <a:tab pos="7739380" algn="l"/>
              </a:tabLst>
            </a:pPr>
            <a:r>
              <a:rPr dirty="0" sz="1900" spc="-10" b="1">
                <a:solidFill>
                  <a:srgbClr val="9933FF"/>
                </a:solidFill>
                <a:latin typeface="Times New Roman"/>
                <a:cs typeface="Times New Roman"/>
              </a:rPr>
              <a:t>EX</a:t>
            </a:r>
            <a:r>
              <a:rPr dirty="0" sz="1900" spc="-10" b="1">
                <a:solidFill>
                  <a:srgbClr val="FF5CFF"/>
                </a:solidFill>
                <a:latin typeface="黑体"/>
                <a:cs typeface="黑体"/>
              </a:rPr>
              <a:t>段</a:t>
            </a:r>
            <a:r>
              <a:rPr dirty="0" sz="1900" spc="-20" b="1">
                <a:solidFill>
                  <a:srgbClr val="FF5CFF"/>
                </a:solidFill>
                <a:latin typeface="黑体"/>
                <a:cs typeface="黑体"/>
              </a:rPr>
              <a:t>和</a:t>
            </a:r>
            <a:r>
              <a:rPr dirty="0" sz="1900" spc="-10" b="1">
                <a:solidFill>
                  <a:srgbClr val="9933FF"/>
                </a:solidFill>
                <a:latin typeface="Times New Roman"/>
                <a:cs typeface="Times New Roman"/>
              </a:rPr>
              <a:t>MEM</a:t>
            </a:r>
            <a:r>
              <a:rPr dirty="0" sz="1900" spc="-20" b="1">
                <a:solidFill>
                  <a:srgbClr val="FF5CFF"/>
                </a:solidFill>
                <a:latin typeface="黑体"/>
                <a:cs typeface="黑体"/>
              </a:rPr>
              <a:t>段之间的流水寄存器中保存</a:t>
            </a:r>
            <a:r>
              <a:rPr dirty="0" sz="1900" spc="-10" b="1">
                <a:solidFill>
                  <a:srgbClr val="FF5CFF"/>
                </a:solidFill>
                <a:latin typeface="黑体"/>
                <a:cs typeface="黑体"/>
              </a:rPr>
              <a:t>的</a:t>
            </a:r>
            <a:r>
              <a:rPr dirty="0" sz="1900" spc="-25" b="1">
                <a:solidFill>
                  <a:srgbClr val="9933FF"/>
                </a:solidFill>
                <a:latin typeface="Times New Roman"/>
                <a:cs typeface="Times New Roman"/>
              </a:rPr>
              <a:t>ALU</a:t>
            </a:r>
            <a:r>
              <a:rPr dirty="0" sz="1900" spc="-10" b="1">
                <a:solidFill>
                  <a:srgbClr val="FF5CFF"/>
                </a:solidFill>
                <a:latin typeface="黑体"/>
                <a:cs typeface="黑体"/>
              </a:rPr>
              <a:t>运</a:t>
            </a:r>
            <a:r>
              <a:rPr dirty="0" sz="1900" spc="-20" b="1">
                <a:solidFill>
                  <a:srgbClr val="FF5CFF"/>
                </a:solidFill>
                <a:latin typeface="黑体"/>
                <a:cs typeface="黑体"/>
              </a:rPr>
              <a:t>算结</a:t>
            </a:r>
            <a:r>
              <a:rPr dirty="0" sz="1900" spc="-10" b="1">
                <a:solidFill>
                  <a:srgbClr val="FF5CFF"/>
                </a:solidFill>
                <a:latin typeface="黑体"/>
                <a:cs typeface="黑体"/>
              </a:rPr>
              <a:t>果</a:t>
            </a:r>
            <a:r>
              <a:rPr dirty="0" sz="1900" spc="-20" b="1">
                <a:solidFill>
                  <a:srgbClr val="FF5CFF"/>
                </a:solidFill>
                <a:latin typeface="黑体"/>
                <a:cs typeface="黑体"/>
              </a:rPr>
              <a:t>总</a:t>
            </a:r>
            <a:r>
              <a:rPr dirty="0" sz="1900" spc="-50" b="1">
                <a:solidFill>
                  <a:srgbClr val="FF5CFF"/>
                </a:solidFill>
                <a:latin typeface="黑体"/>
                <a:cs typeface="黑体"/>
              </a:rPr>
              <a:t>是</a:t>
            </a:r>
            <a:r>
              <a:rPr dirty="0" sz="1900" b="1">
                <a:solidFill>
                  <a:srgbClr val="FF5CFF"/>
                </a:solidFill>
                <a:latin typeface="黑体"/>
                <a:cs typeface="黑体"/>
              </a:rPr>
              <a:t>	</a:t>
            </a:r>
            <a:r>
              <a:rPr dirty="0" sz="1900" spc="-20" b="1">
                <a:solidFill>
                  <a:srgbClr val="FF5CFF"/>
                </a:solidFill>
                <a:latin typeface="黑体"/>
                <a:cs typeface="黑体"/>
              </a:rPr>
              <a:t>送</a:t>
            </a:r>
            <a:r>
              <a:rPr dirty="0" sz="1900" b="1">
                <a:solidFill>
                  <a:srgbClr val="FF5CFF"/>
                </a:solidFill>
                <a:latin typeface="黑体"/>
                <a:cs typeface="黑体"/>
              </a:rPr>
              <a:t>到</a:t>
            </a:r>
            <a:r>
              <a:rPr dirty="0" sz="1900" spc="-25" b="1">
                <a:solidFill>
                  <a:srgbClr val="9933FF"/>
                </a:solidFill>
                <a:latin typeface="Times New Roman"/>
                <a:cs typeface="Times New Roman"/>
              </a:rPr>
              <a:t>ALU</a:t>
            </a:r>
            <a:r>
              <a:rPr dirty="0" sz="1900" spc="-20" b="1">
                <a:solidFill>
                  <a:srgbClr val="FF5CFF"/>
                </a:solidFill>
                <a:latin typeface="黑体"/>
                <a:cs typeface="黑体"/>
              </a:rPr>
              <a:t>的</a:t>
            </a:r>
            <a:r>
              <a:rPr dirty="0" sz="1900" b="1">
                <a:solidFill>
                  <a:srgbClr val="FF5CFF"/>
                </a:solidFill>
                <a:latin typeface="黑体"/>
                <a:cs typeface="黑体"/>
              </a:rPr>
              <a:t>入</a:t>
            </a:r>
            <a:r>
              <a:rPr dirty="0" sz="1900" spc="-20" b="1">
                <a:solidFill>
                  <a:srgbClr val="FF5CFF"/>
                </a:solidFill>
                <a:latin typeface="黑体"/>
                <a:cs typeface="黑体"/>
              </a:rPr>
              <a:t>口</a:t>
            </a:r>
            <a:r>
              <a:rPr dirty="0" sz="1900" spc="-50" b="1">
                <a:solidFill>
                  <a:srgbClr val="FF5CFF"/>
                </a:solidFill>
                <a:latin typeface="黑体"/>
                <a:cs typeface="黑体"/>
              </a:rPr>
              <a:t>。</a:t>
            </a:r>
            <a:endParaRPr sz="1900">
              <a:latin typeface="黑体"/>
              <a:cs typeface="黑体"/>
            </a:endParaRPr>
          </a:p>
          <a:p>
            <a:pPr marL="829310" marR="5080" indent="-288290">
              <a:lnSpc>
                <a:spcPct val="150000"/>
              </a:lnSpc>
              <a:spcBef>
                <a:spcPts val="5"/>
              </a:spcBef>
              <a:buClr>
                <a:srgbClr val="00AF50"/>
              </a:buClr>
              <a:buSzPct val="73684"/>
              <a:buFont typeface="Wingdings"/>
              <a:buChar char=""/>
              <a:tabLst>
                <a:tab pos="829310" algn="l"/>
              </a:tabLst>
            </a:pPr>
            <a:r>
              <a:rPr dirty="0" sz="1900" spc="-10" b="1">
                <a:solidFill>
                  <a:srgbClr val="FF5CFF"/>
                </a:solidFill>
                <a:latin typeface="黑体"/>
                <a:cs typeface="黑体"/>
              </a:rPr>
              <a:t>当定向硬件检测到前一个</a:t>
            </a:r>
            <a:r>
              <a:rPr dirty="0" sz="1900" spc="-20" b="1">
                <a:solidFill>
                  <a:srgbClr val="9933FF"/>
                </a:solidFill>
                <a:latin typeface="Times New Roman"/>
                <a:cs typeface="Times New Roman"/>
              </a:rPr>
              <a:t>ALU</a:t>
            </a:r>
            <a:r>
              <a:rPr dirty="0" sz="1900" spc="-20" b="1">
                <a:solidFill>
                  <a:srgbClr val="FF5CFF"/>
                </a:solidFill>
                <a:latin typeface="黑体"/>
                <a:cs typeface="黑体"/>
              </a:rPr>
              <a:t>运算结果写入的寄存器就是当前</a:t>
            </a:r>
            <a:r>
              <a:rPr dirty="0" sz="1900" spc="-20" b="1">
                <a:solidFill>
                  <a:srgbClr val="9933FF"/>
                </a:solidFill>
                <a:latin typeface="Times New Roman"/>
                <a:cs typeface="Times New Roman"/>
              </a:rPr>
              <a:t>ALU</a:t>
            </a:r>
            <a:r>
              <a:rPr dirty="0" sz="1900" spc="-25" b="1">
                <a:solidFill>
                  <a:srgbClr val="FF5CFF"/>
                </a:solidFill>
                <a:latin typeface="黑体"/>
                <a:cs typeface="黑体"/>
              </a:rPr>
              <a:t>操作的源寄存器时，那么控</a:t>
            </a:r>
            <a:r>
              <a:rPr dirty="0" sz="1900" spc="-10" b="1">
                <a:solidFill>
                  <a:srgbClr val="FF5CFF"/>
                </a:solidFill>
                <a:latin typeface="黑体"/>
                <a:cs typeface="黑体"/>
              </a:rPr>
              <a:t>制逻辑就选择定向的数据作为当前</a:t>
            </a:r>
            <a:r>
              <a:rPr dirty="0" sz="1900" spc="-20" b="1">
                <a:solidFill>
                  <a:srgbClr val="9933FF"/>
                </a:solidFill>
                <a:latin typeface="Times New Roman"/>
                <a:cs typeface="Times New Roman"/>
              </a:rPr>
              <a:t>ALU</a:t>
            </a:r>
            <a:r>
              <a:rPr dirty="0" sz="1900" spc="-25" b="1">
                <a:solidFill>
                  <a:srgbClr val="FF5CFF"/>
                </a:solidFill>
                <a:latin typeface="黑体"/>
                <a:cs typeface="黑体"/>
              </a:rPr>
              <a:t>的输入，而不采用从通用寄存器组读出的数据。</a:t>
            </a:r>
            <a:endParaRPr sz="1900">
              <a:latin typeface="黑体"/>
              <a:cs typeface="黑体"/>
            </a:endParaRPr>
          </a:p>
          <a:p>
            <a:pPr>
              <a:lnSpc>
                <a:spcPct val="100000"/>
              </a:lnSpc>
              <a:spcBef>
                <a:spcPts val="2305"/>
              </a:spcBef>
            </a:pPr>
            <a:endParaRPr sz="1900">
              <a:latin typeface="黑体"/>
              <a:cs typeface="黑体"/>
            </a:endParaRPr>
          </a:p>
          <a:p>
            <a:pPr marL="12700">
              <a:lnSpc>
                <a:spcPct val="100000"/>
              </a:lnSpc>
            </a:pPr>
            <a:r>
              <a:rPr dirty="0" sz="2000" spc="-15" b="1">
                <a:solidFill>
                  <a:srgbClr val="FF0000"/>
                </a:solidFill>
                <a:latin typeface="黑体"/>
                <a:cs typeface="黑体"/>
              </a:rPr>
              <a:t>定向技术:</a:t>
            </a:r>
            <a:r>
              <a:rPr dirty="0" sz="2000" spc="-25" b="1">
                <a:solidFill>
                  <a:srgbClr val="006FC0"/>
                </a:solidFill>
                <a:latin typeface="黑体"/>
                <a:cs typeface="黑体"/>
              </a:rPr>
              <a:t>在原有寄存器传递数据的基础上，增加了新的指令间传送数据的路径。</a:t>
            </a:r>
            <a:endParaRPr sz="2000">
              <a:latin typeface="黑体"/>
              <a:cs typeface="黑体"/>
            </a:endParaRPr>
          </a:p>
          <a:p>
            <a:pPr marL="1041400">
              <a:lnSpc>
                <a:spcPct val="100000"/>
              </a:lnSpc>
              <a:spcBef>
                <a:spcPts val="1200"/>
              </a:spcBef>
            </a:pPr>
            <a:r>
              <a:rPr dirty="0" sz="2000" spc="-25" b="1">
                <a:solidFill>
                  <a:srgbClr val="00AFEF"/>
                </a:solidFill>
                <a:latin typeface="黑体"/>
                <a:cs typeface="黑体"/>
              </a:rPr>
              <a:t>—基于硬件的运行时解决方法</a:t>
            </a:r>
            <a:endParaRPr sz="2000">
              <a:latin typeface="黑体"/>
              <a:cs typeface="黑体"/>
            </a:endParaRPr>
          </a:p>
          <a:p>
            <a:pPr marL="6351270">
              <a:lnSpc>
                <a:spcPct val="100000"/>
              </a:lnSpc>
              <a:spcBef>
                <a:spcPts val="450"/>
              </a:spcBef>
              <a:tabLst>
                <a:tab pos="7274559" algn="l"/>
              </a:tabLst>
            </a:pPr>
            <a:r>
              <a:rPr dirty="0" sz="2400" spc="-20" b="1">
                <a:solidFill>
                  <a:srgbClr val="40458B"/>
                </a:solidFill>
                <a:latin typeface="宋体"/>
                <a:cs typeface="宋体"/>
              </a:rPr>
              <a:t>DADD</a:t>
            </a:r>
            <a:r>
              <a:rPr dirty="0" sz="2400" b="1">
                <a:solidFill>
                  <a:srgbClr val="40458B"/>
                </a:solidFill>
                <a:latin typeface="宋体"/>
                <a:cs typeface="宋体"/>
              </a:rPr>
              <a:t>	</a:t>
            </a:r>
            <a:r>
              <a:rPr dirty="0" sz="2400" spc="-10" b="1">
                <a:solidFill>
                  <a:srgbClr val="D50092"/>
                </a:solidFill>
                <a:latin typeface="宋体"/>
                <a:cs typeface="宋体"/>
              </a:rPr>
              <a:t>R1</a:t>
            </a:r>
            <a:r>
              <a:rPr dirty="0" sz="2400" spc="-10" b="1">
                <a:solidFill>
                  <a:srgbClr val="40458B"/>
                </a:solidFill>
                <a:latin typeface="宋体"/>
                <a:cs typeface="宋体"/>
              </a:rPr>
              <a:t>，R2，R3</a:t>
            </a:r>
            <a:endParaRPr sz="2400">
              <a:latin typeface="宋体"/>
              <a:cs typeface="宋体"/>
            </a:endParaRPr>
          </a:p>
          <a:p>
            <a:pPr marL="6337300" marR="2032000">
              <a:lnSpc>
                <a:spcPts val="3750"/>
              </a:lnSpc>
              <a:spcBef>
                <a:spcPts val="90"/>
              </a:spcBef>
              <a:tabLst>
                <a:tab pos="7260590" algn="l"/>
              </a:tabLst>
            </a:pPr>
            <a:r>
              <a:rPr dirty="0" sz="2400" spc="-20" b="1">
                <a:solidFill>
                  <a:srgbClr val="40458B"/>
                </a:solidFill>
                <a:latin typeface="宋体"/>
                <a:cs typeface="宋体"/>
              </a:rPr>
              <a:t>DSUB</a:t>
            </a:r>
            <a:r>
              <a:rPr dirty="0" sz="2400" b="1">
                <a:solidFill>
                  <a:srgbClr val="40458B"/>
                </a:solidFill>
                <a:latin typeface="宋体"/>
                <a:cs typeface="宋体"/>
              </a:rPr>
              <a:t>	</a:t>
            </a:r>
            <a:r>
              <a:rPr dirty="0" sz="2400" spc="-10" b="1">
                <a:solidFill>
                  <a:srgbClr val="40458B"/>
                </a:solidFill>
                <a:latin typeface="宋体"/>
                <a:cs typeface="宋体"/>
              </a:rPr>
              <a:t>R4，</a:t>
            </a:r>
            <a:r>
              <a:rPr dirty="0" sz="2400" spc="-10" b="1">
                <a:solidFill>
                  <a:srgbClr val="D50092"/>
                </a:solidFill>
                <a:latin typeface="宋体"/>
                <a:cs typeface="宋体"/>
              </a:rPr>
              <a:t>R1</a:t>
            </a:r>
            <a:r>
              <a:rPr dirty="0" sz="2400" spc="-10" b="1">
                <a:solidFill>
                  <a:srgbClr val="40458B"/>
                </a:solidFill>
                <a:latin typeface="宋体"/>
                <a:cs typeface="宋体"/>
              </a:rPr>
              <a:t>，R5 </a:t>
            </a:r>
            <a:r>
              <a:rPr dirty="0" sz="2400" spc="-25" b="1">
                <a:solidFill>
                  <a:srgbClr val="40458B"/>
                </a:solidFill>
                <a:latin typeface="宋体"/>
                <a:cs typeface="宋体"/>
              </a:rPr>
              <a:t>XOR</a:t>
            </a:r>
            <a:r>
              <a:rPr dirty="0" sz="2400" b="1">
                <a:solidFill>
                  <a:srgbClr val="40458B"/>
                </a:solidFill>
                <a:latin typeface="宋体"/>
                <a:cs typeface="宋体"/>
              </a:rPr>
              <a:t>	</a:t>
            </a:r>
            <a:r>
              <a:rPr dirty="0" sz="2400" spc="-10" b="1">
                <a:solidFill>
                  <a:srgbClr val="40458B"/>
                </a:solidFill>
                <a:latin typeface="宋体"/>
                <a:cs typeface="宋体"/>
              </a:rPr>
              <a:t>R6，</a:t>
            </a:r>
            <a:r>
              <a:rPr dirty="0" sz="2400" spc="-10" b="1">
                <a:solidFill>
                  <a:srgbClr val="D50092"/>
                </a:solidFill>
                <a:latin typeface="宋体"/>
                <a:cs typeface="宋体"/>
              </a:rPr>
              <a:t>R1</a:t>
            </a:r>
            <a:r>
              <a:rPr dirty="0" sz="2400" spc="-10" b="1">
                <a:solidFill>
                  <a:srgbClr val="40458B"/>
                </a:solidFill>
                <a:latin typeface="宋体"/>
                <a:cs typeface="宋体"/>
              </a:rPr>
              <a:t>，R7</a:t>
            </a:r>
            <a:endParaRPr sz="2400">
              <a:latin typeface="宋体"/>
              <a:cs typeface="宋体"/>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858010" algn="l"/>
                <a:tab pos="11028045" algn="l"/>
              </a:tabLst>
            </a:pPr>
            <a:r>
              <a:rPr dirty="0">
                <a:latin typeface="Times New Roman"/>
                <a:cs typeface="Times New Roman"/>
              </a:rPr>
              <a:t>	</a:t>
            </a:r>
            <a:r>
              <a:rPr dirty="0"/>
              <a:t>旁路技术</a:t>
            </a:r>
            <a:r>
              <a:rPr dirty="0" spc="-20"/>
              <a:t>不</a:t>
            </a:r>
            <a:r>
              <a:rPr dirty="0"/>
              <a:t>是万</a:t>
            </a:r>
            <a:r>
              <a:rPr dirty="0" spc="-20"/>
              <a:t>能</a:t>
            </a:r>
            <a:r>
              <a:rPr dirty="0"/>
              <a:t>（硬</a:t>
            </a:r>
            <a:r>
              <a:rPr dirty="0" spc="-20"/>
              <a:t>件</a:t>
            </a:r>
            <a:r>
              <a:rPr dirty="0"/>
              <a:t>解决</a:t>
            </a:r>
            <a:r>
              <a:rPr dirty="0" spc="-20"/>
              <a:t>方</a:t>
            </a:r>
            <a:r>
              <a:rPr dirty="0"/>
              <a:t>法</a:t>
            </a:r>
            <a:r>
              <a:rPr dirty="0" spc="-10"/>
              <a:t>）</a:t>
            </a:r>
            <a:r>
              <a:rPr dirty="0" spc="-10">
                <a:latin typeface="Tahoma"/>
                <a:cs typeface="Tahoma"/>
              </a:rPr>
              <a:t>-</a:t>
            </a:r>
            <a:r>
              <a:rPr dirty="0" spc="-10"/>
              <a:t>后三</a:t>
            </a:r>
            <a:r>
              <a:rPr dirty="0" spc="-50"/>
              <a:t>段</a:t>
            </a:r>
            <a:r>
              <a:rPr dirty="0"/>
              <a:t>	</a:t>
            </a:r>
          </a:p>
        </p:txBody>
      </p:sp>
      <p:grpSp>
        <p:nvGrpSpPr>
          <p:cNvPr id="9" name="object 9" descr=""/>
          <p:cNvGrpSpPr/>
          <p:nvPr/>
        </p:nvGrpSpPr>
        <p:grpSpPr>
          <a:xfrm>
            <a:off x="1847850" y="981075"/>
            <a:ext cx="8797925" cy="5326380"/>
            <a:chOff x="1847850" y="981075"/>
            <a:chExt cx="8797925" cy="5326380"/>
          </a:xfrm>
        </p:grpSpPr>
        <p:pic>
          <p:nvPicPr>
            <p:cNvPr id="10" name="object 10" descr=""/>
            <p:cNvPicPr/>
            <p:nvPr/>
          </p:nvPicPr>
          <p:blipFill>
            <a:blip r:embed="rId2" cstate="print"/>
            <a:stretch>
              <a:fillRect/>
            </a:stretch>
          </p:blipFill>
          <p:spPr>
            <a:xfrm>
              <a:off x="3792601" y="1125537"/>
              <a:ext cx="6853047" cy="5181600"/>
            </a:xfrm>
            <a:prstGeom prst="rect">
              <a:avLst/>
            </a:prstGeom>
          </p:spPr>
        </p:pic>
        <p:sp>
          <p:nvSpPr>
            <p:cNvPr id="11" name="object 11" descr=""/>
            <p:cNvSpPr/>
            <p:nvPr/>
          </p:nvSpPr>
          <p:spPr>
            <a:xfrm>
              <a:off x="4731639" y="1867661"/>
              <a:ext cx="1077595" cy="2066289"/>
            </a:xfrm>
            <a:custGeom>
              <a:avLst/>
              <a:gdLst/>
              <a:ahLst/>
              <a:cxnLst/>
              <a:rect l="l" t="t" r="r" b="b"/>
              <a:pathLst>
                <a:path w="1077595" h="2066289">
                  <a:moveTo>
                    <a:pt x="0" y="2066163"/>
                  </a:moveTo>
                  <a:lnTo>
                    <a:pt x="1076985" y="2066163"/>
                  </a:lnTo>
                  <a:lnTo>
                    <a:pt x="1076985" y="0"/>
                  </a:lnTo>
                  <a:lnTo>
                    <a:pt x="0" y="0"/>
                  </a:lnTo>
                  <a:lnTo>
                    <a:pt x="0" y="2066163"/>
                  </a:lnTo>
                  <a:close/>
                </a:path>
              </a:pathLst>
            </a:custGeom>
            <a:ln w="22225">
              <a:solidFill>
                <a:srgbClr val="FF0000"/>
              </a:solidFill>
              <a:prstDash val="sysDash"/>
            </a:ln>
          </p:spPr>
          <p:txBody>
            <a:bodyPr wrap="square" lIns="0" tIns="0" rIns="0" bIns="0" rtlCol="0"/>
            <a:lstStyle/>
            <a:p/>
          </p:txBody>
        </p:sp>
        <p:sp>
          <p:nvSpPr>
            <p:cNvPr id="12" name="object 12" descr=""/>
            <p:cNvSpPr/>
            <p:nvPr/>
          </p:nvSpPr>
          <p:spPr>
            <a:xfrm>
              <a:off x="1847850" y="981075"/>
              <a:ext cx="1871980" cy="1200150"/>
            </a:xfrm>
            <a:custGeom>
              <a:avLst/>
              <a:gdLst/>
              <a:ahLst/>
              <a:cxnLst/>
              <a:rect l="l" t="t" r="r" b="b"/>
              <a:pathLst>
                <a:path w="1871979" h="1200150">
                  <a:moveTo>
                    <a:pt x="1871726" y="0"/>
                  </a:moveTo>
                  <a:lnTo>
                    <a:pt x="0" y="0"/>
                  </a:lnTo>
                  <a:lnTo>
                    <a:pt x="0" y="1200150"/>
                  </a:lnTo>
                  <a:lnTo>
                    <a:pt x="1871726" y="1200150"/>
                  </a:lnTo>
                  <a:lnTo>
                    <a:pt x="1871726" y="0"/>
                  </a:lnTo>
                  <a:close/>
                </a:path>
              </a:pathLst>
            </a:custGeom>
            <a:solidFill>
              <a:srgbClr val="FFACFF"/>
            </a:solidFill>
          </p:spPr>
          <p:txBody>
            <a:bodyPr wrap="square" lIns="0" tIns="0" rIns="0" bIns="0" rtlCol="0"/>
            <a:lstStyle/>
            <a:p/>
          </p:txBody>
        </p:sp>
      </p:grpSp>
      <p:sp>
        <p:nvSpPr>
          <p:cNvPr id="13" name="object 13" descr=""/>
          <p:cNvSpPr txBox="1"/>
          <p:nvPr/>
        </p:nvSpPr>
        <p:spPr>
          <a:xfrm>
            <a:off x="1926717" y="1014476"/>
            <a:ext cx="1549400" cy="1123315"/>
          </a:xfrm>
          <a:prstGeom prst="rect">
            <a:avLst/>
          </a:prstGeom>
        </p:spPr>
        <p:txBody>
          <a:bodyPr wrap="square" lIns="0" tIns="12700" rIns="0" bIns="0" rtlCol="0" vert="horz">
            <a:spAutoFit/>
          </a:bodyPr>
          <a:lstStyle/>
          <a:p>
            <a:pPr algn="just" marL="12700" marR="5080">
              <a:lnSpc>
                <a:spcPct val="100000"/>
              </a:lnSpc>
              <a:spcBef>
                <a:spcPts val="100"/>
              </a:spcBef>
            </a:pPr>
            <a:r>
              <a:rPr dirty="0" sz="2400" spc="-20">
                <a:solidFill>
                  <a:srgbClr val="40458B"/>
                </a:solidFill>
                <a:latin typeface="Tahoma"/>
                <a:cs typeface="Tahoma"/>
              </a:rPr>
              <a:t>ALU</a:t>
            </a:r>
            <a:r>
              <a:rPr dirty="0" sz="2400" spc="-20">
                <a:solidFill>
                  <a:srgbClr val="40458B"/>
                </a:solidFill>
                <a:latin typeface="黑体"/>
                <a:cs typeface="黑体"/>
              </a:rPr>
              <a:t>的输入</a:t>
            </a:r>
            <a:r>
              <a:rPr dirty="0" sz="2400" spc="-10">
                <a:solidFill>
                  <a:srgbClr val="40458B"/>
                </a:solidFill>
                <a:latin typeface="黑体"/>
                <a:cs typeface="黑体"/>
              </a:rPr>
              <a:t>端添加了很</a:t>
            </a:r>
            <a:r>
              <a:rPr dirty="0" sz="2400" spc="-20">
                <a:solidFill>
                  <a:srgbClr val="40458B"/>
                </a:solidFill>
                <a:latin typeface="黑体"/>
                <a:cs typeface="黑体"/>
              </a:rPr>
              <a:t>多旁路选择</a:t>
            </a:r>
            <a:endParaRPr sz="2400">
              <a:latin typeface="黑体"/>
              <a:cs typeface="黑体"/>
            </a:endParaRPr>
          </a:p>
        </p:txBody>
      </p:sp>
      <p:grpSp>
        <p:nvGrpSpPr>
          <p:cNvPr id="14" name="object 14" descr=""/>
          <p:cNvGrpSpPr/>
          <p:nvPr/>
        </p:nvGrpSpPr>
        <p:grpSpPr>
          <a:xfrm>
            <a:off x="3432175" y="1481074"/>
            <a:ext cx="6347460" cy="2967355"/>
            <a:chOff x="3432175" y="1481074"/>
            <a:chExt cx="6347460" cy="2967355"/>
          </a:xfrm>
        </p:grpSpPr>
        <p:sp>
          <p:nvSpPr>
            <p:cNvPr id="15" name="object 15" descr=""/>
            <p:cNvSpPr/>
            <p:nvPr/>
          </p:nvSpPr>
          <p:spPr>
            <a:xfrm>
              <a:off x="3464178" y="1481074"/>
              <a:ext cx="1235075" cy="711200"/>
            </a:xfrm>
            <a:custGeom>
              <a:avLst/>
              <a:gdLst/>
              <a:ahLst/>
              <a:cxnLst/>
              <a:rect l="l" t="t" r="r" b="b"/>
              <a:pathLst>
                <a:path w="1235075" h="711200">
                  <a:moveTo>
                    <a:pt x="1164743" y="680254"/>
                  </a:moveTo>
                  <a:lnTo>
                    <a:pt x="1149731" y="706501"/>
                  </a:lnTo>
                  <a:lnTo>
                    <a:pt x="1234821" y="711200"/>
                  </a:lnTo>
                  <a:lnTo>
                    <a:pt x="1218395" y="686562"/>
                  </a:lnTo>
                  <a:lnTo>
                    <a:pt x="1175766" y="686562"/>
                  </a:lnTo>
                  <a:lnTo>
                    <a:pt x="1164743" y="680254"/>
                  </a:lnTo>
                  <a:close/>
                </a:path>
                <a:path w="1235075" h="711200">
                  <a:moveTo>
                    <a:pt x="1172596" y="666525"/>
                  </a:moveTo>
                  <a:lnTo>
                    <a:pt x="1164743" y="680254"/>
                  </a:lnTo>
                  <a:lnTo>
                    <a:pt x="1175766" y="686562"/>
                  </a:lnTo>
                  <a:lnTo>
                    <a:pt x="1183640" y="672846"/>
                  </a:lnTo>
                  <a:lnTo>
                    <a:pt x="1172596" y="666525"/>
                  </a:lnTo>
                  <a:close/>
                </a:path>
                <a:path w="1235075" h="711200">
                  <a:moveTo>
                    <a:pt x="1187577" y="640334"/>
                  </a:moveTo>
                  <a:lnTo>
                    <a:pt x="1172596" y="666525"/>
                  </a:lnTo>
                  <a:lnTo>
                    <a:pt x="1183640" y="672846"/>
                  </a:lnTo>
                  <a:lnTo>
                    <a:pt x="1175766" y="686562"/>
                  </a:lnTo>
                  <a:lnTo>
                    <a:pt x="1218395" y="686562"/>
                  </a:lnTo>
                  <a:lnTo>
                    <a:pt x="1187577" y="640334"/>
                  </a:lnTo>
                  <a:close/>
                </a:path>
                <a:path w="1235075" h="711200">
                  <a:moveTo>
                    <a:pt x="8000" y="0"/>
                  </a:moveTo>
                  <a:lnTo>
                    <a:pt x="0" y="13715"/>
                  </a:lnTo>
                  <a:lnTo>
                    <a:pt x="1164743" y="680254"/>
                  </a:lnTo>
                  <a:lnTo>
                    <a:pt x="1172596" y="666525"/>
                  </a:lnTo>
                  <a:lnTo>
                    <a:pt x="8000" y="0"/>
                  </a:lnTo>
                  <a:close/>
                </a:path>
              </a:pathLst>
            </a:custGeom>
            <a:solidFill>
              <a:srgbClr val="E14B04"/>
            </a:solidFill>
          </p:spPr>
          <p:txBody>
            <a:bodyPr wrap="square" lIns="0" tIns="0" rIns="0" bIns="0" rtlCol="0"/>
            <a:lstStyle/>
            <a:p/>
          </p:txBody>
        </p:sp>
        <p:sp>
          <p:nvSpPr>
            <p:cNvPr id="16" name="object 16" descr=""/>
            <p:cNvSpPr/>
            <p:nvPr/>
          </p:nvSpPr>
          <p:spPr>
            <a:xfrm>
              <a:off x="5554726" y="3429000"/>
              <a:ext cx="914400" cy="914400"/>
            </a:xfrm>
            <a:custGeom>
              <a:avLst/>
              <a:gdLst/>
              <a:ahLst/>
              <a:cxnLst/>
              <a:rect l="l" t="t" r="r" b="b"/>
              <a:pathLst>
                <a:path w="914400" h="914400">
                  <a:moveTo>
                    <a:pt x="0" y="0"/>
                  </a:moveTo>
                  <a:lnTo>
                    <a:pt x="457200" y="0"/>
                  </a:lnTo>
                  <a:lnTo>
                    <a:pt x="457200" y="914400"/>
                  </a:lnTo>
                  <a:lnTo>
                    <a:pt x="914400" y="914400"/>
                  </a:lnTo>
                </a:path>
              </a:pathLst>
            </a:custGeom>
            <a:ln w="9525">
              <a:solidFill>
                <a:srgbClr val="40458B"/>
              </a:solidFill>
            </a:ln>
          </p:spPr>
          <p:txBody>
            <a:bodyPr wrap="square" lIns="0" tIns="0" rIns="0" bIns="0" rtlCol="0"/>
            <a:lstStyle/>
            <a:p/>
          </p:txBody>
        </p:sp>
        <p:sp>
          <p:nvSpPr>
            <p:cNvPr id="17" name="object 17" descr=""/>
            <p:cNvSpPr/>
            <p:nvPr/>
          </p:nvSpPr>
          <p:spPr>
            <a:xfrm>
              <a:off x="5284851" y="1736725"/>
              <a:ext cx="4483100" cy="2700655"/>
            </a:xfrm>
            <a:custGeom>
              <a:avLst/>
              <a:gdLst/>
              <a:ahLst/>
              <a:cxnLst/>
              <a:rect l="l" t="t" r="r" b="b"/>
              <a:pathLst>
                <a:path w="4483100" h="2700654">
                  <a:moveTo>
                    <a:pt x="0" y="0"/>
                  </a:moveTo>
                  <a:lnTo>
                    <a:pt x="0" y="1242187"/>
                  </a:lnTo>
                </a:path>
                <a:path w="4483100" h="2700654">
                  <a:moveTo>
                    <a:pt x="4483100" y="0"/>
                  </a:moveTo>
                  <a:lnTo>
                    <a:pt x="0" y="0"/>
                  </a:lnTo>
                </a:path>
                <a:path w="4483100" h="2700654">
                  <a:moveTo>
                    <a:pt x="4483100" y="0"/>
                  </a:moveTo>
                  <a:lnTo>
                    <a:pt x="4483100" y="2700274"/>
                  </a:lnTo>
                </a:path>
                <a:path w="4483100" h="2700654">
                  <a:moveTo>
                    <a:pt x="4483100" y="2700401"/>
                  </a:moveTo>
                  <a:lnTo>
                    <a:pt x="4266057" y="2700401"/>
                  </a:lnTo>
                </a:path>
                <a:path w="4483100" h="2700654">
                  <a:moveTo>
                    <a:pt x="216915" y="1242187"/>
                  </a:moveTo>
                  <a:lnTo>
                    <a:pt x="0" y="1242187"/>
                  </a:lnTo>
                </a:path>
              </a:pathLst>
            </a:custGeom>
            <a:ln w="22225">
              <a:solidFill>
                <a:srgbClr val="FF0000"/>
              </a:solidFill>
            </a:ln>
          </p:spPr>
          <p:txBody>
            <a:bodyPr wrap="square" lIns="0" tIns="0" rIns="0" bIns="0" rtlCol="0"/>
            <a:lstStyle/>
            <a:p/>
          </p:txBody>
        </p:sp>
        <p:sp>
          <p:nvSpPr>
            <p:cNvPr id="18" name="object 18" descr=""/>
            <p:cNvSpPr/>
            <p:nvPr/>
          </p:nvSpPr>
          <p:spPr>
            <a:xfrm>
              <a:off x="3432175" y="3386074"/>
              <a:ext cx="1266825" cy="85725"/>
            </a:xfrm>
            <a:custGeom>
              <a:avLst/>
              <a:gdLst/>
              <a:ahLst/>
              <a:cxnLst/>
              <a:rect l="l" t="t" r="r" b="b"/>
              <a:pathLst>
                <a:path w="1266825" h="85725">
                  <a:moveTo>
                    <a:pt x="1181100" y="0"/>
                  </a:moveTo>
                  <a:lnTo>
                    <a:pt x="1181100" y="85725"/>
                  </a:lnTo>
                  <a:lnTo>
                    <a:pt x="1238334" y="57150"/>
                  </a:lnTo>
                  <a:lnTo>
                    <a:pt x="1195324" y="57150"/>
                  </a:lnTo>
                  <a:lnTo>
                    <a:pt x="1195324" y="28575"/>
                  </a:lnTo>
                  <a:lnTo>
                    <a:pt x="1238165" y="28575"/>
                  </a:lnTo>
                  <a:lnTo>
                    <a:pt x="1181100" y="0"/>
                  </a:lnTo>
                  <a:close/>
                </a:path>
                <a:path w="1266825" h="85725">
                  <a:moveTo>
                    <a:pt x="1181100" y="28575"/>
                  </a:moveTo>
                  <a:lnTo>
                    <a:pt x="0" y="28575"/>
                  </a:lnTo>
                  <a:lnTo>
                    <a:pt x="0" y="57150"/>
                  </a:lnTo>
                  <a:lnTo>
                    <a:pt x="1181100" y="57150"/>
                  </a:lnTo>
                  <a:lnTo>
                    <a:pt x="1181100" y="28575"/>
                  </a:lnTo>
                  <a:close/>
                </a:path>
                <a:path w="1266825" h="85725">
                  <a:moveTo>
                    <a:pt x="1238165" y="28575"/>
                  </a:moveTo>
                  <a:lnTo>
                    <a:pt x="1195324" y="28575"/>
                  </a:lnTo>
                  <a:lnTo>
                    <a:pt x="1195324" y="57150"/>
                  </a:lnTo>
                  <a:lnTo>
                    <a:pt x="1238334" y="57150"/>
                  </a:lnTo>
                  <a:lnTo>
                    <a:pt x="1266825" y="42925"/>
                  </a:lnTo>
                  <a:lnTo>
                    <a:pt x="1238165" y="28575"/>
                  </a:lnTo>
                  <a:close/>
                </a:path>
              </a:pathLst>
            </a:custGeom>
            <a:solidFill>
              <a:srgbClr val="FF0000"/>
            </a:solidFill>
          </p:spPr>
          <p:txBody>
            <a:bodyPr wrap="square" lIns="0" tIns="0" rIns="0" bIns="0" rtlCol="0"/>
            <a:lstStyle/>
            <a:p/>
          </p:txBody>
        </p:sp>
        <p:sp>
          <p:nvSpPr>
            <p:cNvPr id="19" name="object 19" descr=""/>
            <p:cNvSpPr/>
            <p:nvPr/>
          </p:nvSpPr>
          <p:spPr>
            <a:xfrm>
              <a:off x="5367401" y="1868551"/>
              <a:ext cx="2457450" cy="2310130"/>
            </a:xfrm>
            <a:custGeom>
              <a:avLst/>
              <a:gdLst/>
              <a:ahLst/>
              <a:cxnLst/>
              <a:rect l="l" t="t" r="r" b="b"/>
              <a:pathLst>
                <a:path w="2457450" h="2310129">
                  <a:moveTo>
                    <a:pt x="0" y="0"/>
                  </a:moveTo>
                  <a:lnTo>
                    <a:pt x="0" y="1062482"/>
                  </a:lnTo>
                </a:path>
                <a:path w="2457450" h="2310129">
                  <a:moveTo>
                    <a:pt x="2457450" y="0"/>
                  </a:moveTo>
                  <a:lnTo>
                    <a:pt x="0" y="0"/>
                  </a:lnTo>
                </a:path>
                <a:path w="2457450" h="2310129">
                  <a:moveTo>
                    <a:pt x="2457450" y="0"/>
                  </a:moveTo>
                  <a:lnTo>
                    <a:pt x="2457450" y="2309749"/>
                  </a:lnTo>
                </a:path>
                <a:path w="2457450" h="2310129">
                  <a:moveTo>
                    <a:pt x="2457450" y="2309749"/>
                  </a:moveTo>
                  <a:lnTo>
                    <a:pt x="2338451" y="2309749"/>
                  </a:lnTo>
                </a:path>
                <a:path w="2457450" h="2310129">
                  <a:moveTo>
                    <a:pt x="118872" y="1062482"/>
                  </a:moveTo>
                  <a:lnTo>
                    <a:pt x="0" y="1062482"/>
                  </a:lnTo>
                </a:path>
              </a:pathLst>
            </a:custGeom>
            <a:ln w="34925">
              <a:solidFill>
                <a:srgbClr val="6F2F9F"/>
              </a:solidFill>
            </a:ln>
          </p:spPr>
          <p:txBody>
            <a:bodyPr wrap="square" lIns="0" tIns="0" rIns="0" bIns="0" rtlCol="0"/>
            <a:lstStyle/>
            <a:p/>
          </p:txBody>
        </p:sp>
      </p:grpSp>
      <p:sp>
        <p:nvSpPr>
          <p:cNvPr id="20" name="object 20" descr=""/>
          <p:cNvSpPr txBox="1"/>
          <p:nvPr/>
        </p:nvSpPr>
        <p:spPr>
          <a:xfrm>
            <a:off x="162864" y="2324480"/>
            <a:ext cx="2389505" cy="94869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Tahoma"/>
                <a:cs typeface="Tahoma"/>
              </a:rPr>
              <a:t>ALU</a:t>
            </a:r>
            <a:r>
              <a:rPr dirty="0" sz="2400" spc="-10">
                <a:solidFill>
                  <a:srgbClr val="FF0000"/>
                </a:solidFill>
                <a:latin typeface="黑体"/>
                <a:cs typeface="黑体"/>
              </a:rPr>
              <a:t>的输入来源：</a:t>
            </a:r>
            <a:endParaRPr sz="2400">
              <a:latin typeface="黑体"/>
              <a:cs typeface="黑体"/>
            </a:endParaRPr>
          </a:p>
          <a:p>
            <a:pPr marL="282575">
              <a:lnSpc>
                <a:spcPct val="100000"/>
              </a:lnSpc>
              <a:spcBef>
                <a:spcPts val="1985"/>
              </a:spcBef>
            </a:pPr>
            <a:r>
              <a:rPr dirty="0" sz="2000" spc="-15">
                <a:solidFill>
                  <a:srgbClr val="40458B"/>
                </a:solidFill>
                <a:latin typeface="黑体"/>
                <a:cs typeface="黑体"/>
              </a:rPr>
              <a:t>通用寄存器</a:t>
            </a:r>
            <a:endParaRPr sz="2000">
              <a:latin typeface="黑体"/>
              <a:cs typeface="黑体"/>
            </a:endParaRPr>
          </a:p>
        </p:txBody>
      </p:sp>
      <p:sp>
        <p:nvSpPr>
          <p:cNvPr id="21" name="object 21" descr=""/>
          <p:cNvSpPr txBox="1"/>
          <p:nvPr/>
        </p:nvSpPr>
        <p:spPr>
          <a:xfrm>
            <a:off x="9514458" y="2826258"/>
            <a:ext cx="49657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1</a:t>
            </a:r>
            <a:r>
              <a:rPr dirty="0" sz="2400" spc="-50">
                <a:solidFill>
                  <a:srgbClr val="FF0000"/>
                </a:solidFill>
                <a:latin typeface="黑体"/>
                <a:cs typeface="黑体"/>
              </a:rPr>
              <a:t>号</a:t>
            </a:r>
            <a:endParaRPr sz="2400">
              <a:latin typeface="黑体"/>
              <a:cs typeface="黑体"/>
            </a:endParaRPr>
          </a:p>
        </p:txBody>
      </p:sp>
      <p:sp>
        <p:nvSpPr>
          <p:cNvPr id="22" name="object 22" descr=""/>
          <p:cNvSpPr txBox="1"/>
          <p:nvPr/>
        </p:nvSpPr>
        <p:spPr>
          <a:xfrm>
            <a:off x="7570978" y="2970657"/>
            <a:ext cx="49657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2</a:t>
            </a:r>
            <a:r>
              <a:rPr dirty="0" sz="2400" spc="-50">
                <a:solidFill>
                  <a:srgbClr val="FF0000"/>
                </a:solidFill>
                <a:latin typeface="黑体"/>
                <a:cs typeface="黑体"/>
              </a:rPr>
              <a:t>号</a:t>
            </a:r>
            <a:endParaRPr sz="2400">
              <a:latin typeface="黑体"/>
              <a:cs typeface="黑体"/>
            </a:endParaRPr>
          </a:p>
        </p:txBody>
      </p:sp>
      <p:sp>
        <p:nvSpPr>
          <p:cNvPr id="23" name="object 23" descr=""/>
          <p:cNvSpPr txBox="1"/>
          <p:nvPr/>
        </p:nvSpPr>
        <p:spPr>
          <a:xfrm>
            <a:off x="177190" y="3451301"/>
            <a:ext cx="2831465" cy="1796414"/>
          </a:xfrm>
          <a:prstGeom prst="rect">
            <a:avLst/>
          </a:prstGeom>
        </p:spPr>
        <p:txBody>
          <a:bodyPr wrap="square" lIns="0" tIns="13335" rIns="0" bIns="0" rtlCol="0" vert="horz">
            <a:spAutoFit/>
          </a:bodyPr>
          <a:lstStyle/>
          <a:p>
            <a:pPr marL="134620">
              <a:lnSpc>
                <a:spcPct val="100000"/>
              </a:lnSpc>
              <a:spcBef>
                <a:spcPts val="105"/>
              </a:spcBef>
            </a:pPr>
            <a:r>
              <a:rPr dirty="0" sz="2000" spc="-20">
                <a:solidFill>
                  <a:srgbClr val="001F5F"/>
                </a:solidFill>
                <a:latin typeface="黑体"/>
                <a:cs typeface="黑体"/>
              </a:rPr>
              <a:t>上述例子：</a:t>
            </a:r>
            <a:endParaRPr sz="2000">
              <a:latin typeface="黑体"/>
              <a:cs typeface="黑体"/>
            </a:endParaRPr>
          </a:p>
          <a:p>
            <a:pPr marL="134620">
              <a:lnSpc>
                <a:spcPct val="100000"/>
              </a:lnSpc>
              <a:spcBef>
                <a:spcPts val="5"/>
              </a:spcBef>
            </a:pPr>
            <a:r>
              <a:rPr dirty="0" sz="2000" spc="-10">
                <a:solidFill>
                  <a:srgbClr val="001F5F"/>
                </a:solidFill>
                <a:latin typeface="Tahoma"/>
                <a:cs typeface="Tahoma"/>
              </a:rPr>
              <a:t>1</a:t>
            </a:r>
            <a:r>
              <a:rPr dirty="0" sz="2000" spc="-15">
                <a:solidFill>
                  <a:srgbClr val="001F5F"/>
                </a:solidFill>
                <a:latin typeface="黑体"/>
                <a:cs typeface="黑体"/>
              </a:rPr>
              <a:t>号旁路：相隔一条指令</a:t>
            </a:r>
            <a:endParaRPr sz="2000">
              <a:latin typeface="黑体"/>
              <a:cs typeface="黑体"/>
            </a:endParaRPr>
          </a:p>
          <a:p>
            <a:pPr marL="134620">
              <a:lnSpc>
                <a:spcPct val="100000"/>
              </a:lnSpc>
            </a:pPr>
            <a:r>
              <a:rPr dirty="0" sz="2000" spc="-10">
                <a:solidFill>
                  <a:srgbClr val="001F5F"/>
                </a:solidFill>
                <a:latin typeface="Tahoma"/>
                <a:cs typeface="Tahoma"/>
              </a:rPr>
              <a:t>2</a:t>
            </a:r>
            <a:r>
              <a:rPr dirty="0" sz="2000" spc="-15">
                <a:solidFill>
                  <a:srgbClr val="001F5F"/>
                </a:solidFill>
                <a:latin typeface="黑体"/>
                <a:cs typeface="黑体"/>
              </a:rPr>
              <a:t>号旁路：相邻指令</a:t>
            </a:r>
            <a:endParaRPr sz="2000">
              <a:latin typeface="黑体"/>
              <a:cs typeface="黑体"/>
            </a:endParaRPr>
          </a:p>
          <a:p>
            <a:pPr marL="12700">
              <a:lnSpc>
                <a:spcPct val="100000"/>
              </a:lnSpc>
              <a:spcBef>
                <a:spcPts val="970"/>
              </a:spcBef>
            </a:pPr>
            <a:r>
              <a:rPr dirty="0" sz="2400" spc="-30">
                <a:solidFill>
                  <a:srgbClr val="001F5F"/>
                </a:solidFill>
                <a:latin typeface="黑体"/>
                <a:cs typeface="黑体"/>
              </a:rPr>
              <a:t>此外</a:t>
            </a:r>
            <a:endParaRPr sz="2400">
              <a:latin typeface="黑体"/>
              <a:cs typeface="黑体"/>
            </a:endParaRPr>
          </a:p>
          <a:p>
            <a:pPr marL="12700">
              <a:lnSpc>
                <a:spcPct val="100000"/>
              </a:lnSpc>
            </a:pPr>
            <a:r>
              <a:rPr dirty="0" sz="2400" spc="-25">
                <a:solidFill>
                  <a:srgbClr val="001F5F"/>
                </a:solidFill>
                <a:latin typeface="Tahoma"/>
                <a:cs typeface="Tahoma"/>
              </a:rPr>
              <a:t>3</a:t>
            </a:r>
            <a:r>
              <a:rPr dirty="0" sz="2400" spc="-85">
                <a:solidFill>
                  <a:srgbClr val="001F5F"/>
                </a:solidFill>
                <a:latin typeface="黑体"/>
                <a:cs typeface="黑体"/>
              </a:rPr>
              <a:t>号旁路： </a:t>
            </a:r>
            <a:r>
              <a:rPr dirty="0" sz="2400" spc="-10">
                <a:solidFill>
                  <a:srgbClr val="001F5F"/>
                </a:solidFill>
                <a:latin typeface="Tahoma"/>
                <a:cs typeface="Tahoma"/>
              </a:rPr>
              <a:t>load</a:t>
            </a:r>
            <a:r>
              <a:rPr dirty="0" sz="2400" spc="-25">
                <a:solidFill>
                  <a:srgbClr val="001F5F"/>
                </a:solidFill>
                <a:latin typeface="黑体"/>
                <a:cs typeface="黑体"/>
              </a:rPr>
              <a:t>指令</a:t>
            </a:r>
            <a:endParaRPr sz="2400">
              <a:latin typeface="黑体"/>
              <a:cs typeface="黑体"/>
            </a:endParaRPr>
          </a:p>
        </p:txBody>
      </p:sp>
      <p:sp>
        <p:nvSpPr>
          <p:cNvPr id="24" name="object 24" descr=""/>
          <p:cNvSpPr/>
          <p:nvPr/>
        </p:nvSpPr>
        <p:spPr>
          <a:xfrm>
            <a:off x="5176901" y="1549400"/>
            <a:ext cx="4951730" cy="2887980"/>
          </a:xfrm>
          <a:custGeom>
            <a:avLst/>
            <a:gdLst/>
            <a:ahLst/>
            <a:cxnLst/>
            <a:rect l="l" t="t" r="r" b="b"/>
            <a:pathLst>
              <a:path w="4951730" h="2887979">
                <a:moveTo>
                  <a:pt x="0" y="0"/>
                </a:moveTo>
                <a:lnTo>
                  <a:pt x="0" y="1328292"/>
                </a:lnTo>
              </a:path>
              <a:path w="4951730" h="2887979">
                <a:moveTo>
                  <a:pt x="4951349" y="0"/>
                </a:moveTo>
                <a:lnTo>
                  <a:pt x="0" y="0"/>
                </a:lnTo>
              </a:path>
              <a:path w="4951730" h="2887979">
                <a:moveTo>
                  <a:pt x="4951349" y="0"/>
                </a:moveTo>
                <a:lnTo>
                  <a:pt x="4951349" y="2887599"/>
                </a:lnTo>
              </a:path>
              <a:path w="4951730" h="2887979">
                <a:moveTo>
                  <a:pt x="4951349" y="2887726"/>
                </a:moveTo>
                <a:lnTo>
                  <a:pt x="4711827" y="2887726"/>
                </a:lnTo>
              </a:path>
              <a:path w="4951730" h="2887979">
                <a:moveTo>
                  <a:pt x="239522" y="1328292"/>
                </a:moveTo>
                <a:lnTo>
                  <a:pt x="0" y="1328292"/>
                </a:lnTo>
              </a:path>
            </a:pathLst>
          </a:custGeom>
          <a:ln w="50800">
            <a:solidFill>
              <a:srgbClr val="660066"/>
            </a:solidFill>
          </a:ln>
        </p:spPr>
        <p:txBody>
          <a:bodyPr wrap="square" lIns="0" tIns="0" rIns="0" bIns="0" rtlCol="0"/>
          <a:lstStyle/>
          <a:p/>
        </p:txBody>
      </p:sp>
      <p:sp>
        <p:nvSpPr>
          <p:cNvPr id="25" name="object 25" descr=""/>
          <p:cNvSpPr txBox="1"/>
          <p:nvPr/>
        </p:nvSpPr>
        <p:spPr>
          <a:xfrm>
            <a:off x="9924033" y="1825878"/>
            <a:ext cx="49657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3</a:t>
            </a:r>
            <a:r>
              <a:rPr dirty="0" sz="2400" spc="-50">
                <a:solidFill>
                  <a:srgbClr val="FF0000"/>
                </a:solidFill>
                <a:latin typeface="黑体"/>
                <a:cs typeface="黑体"/>
              </a:rPr>
              <a:t>号</a:t>
            </a:r>
            <a:endParaRPr sz="2400">
              <a:latin typeface="黑体"/>
              <a:cs typeface="黑体"/>
            </a:endParaRPr>
          </a:p>
        </p:txBody>
      </p:sp>
      <p:sp>
        <p:nvSpPr>
          <p:cNvPr id="26" name="object 26" descr=""/>
          <p:cNvSpPr txBox="1"/>
          <p:nvPr/>
        </p:nvSpPr>
        <p:spPr>
          <a:xfrm>
            <a:off x="321360" y="5669991"/>
            <a:ext cx="1921510" cy="637540"/>
          </a:xfrm>
          <a:prstGeom prst="rect">
            <a:avLst/>
          </a:prstGeom>
        </p:spPr>
        <p:txBody>
          <a:bodyPr wrap="square" lIns="0" tIns="12700" rIns="0" bIns="0" rtlCol="0" vert="horz">
            <a:spAutoFit/>
          </a:bodyPr>
          <a:lstStyle/>
          <a:p>
            <a:pPr marL="12700">
              <a:lnSpc>
                <a:spcPct val="100000"/>
              </a:lnSpc>
              <a:spcBef>
                <a:spcPts val="100"/>
              </a:spcBef>
              <a:tabLst>
                <a:tab pos="708660" algn="l"/>
              </a:tabLst>
            </a:pPr>
            <a:r>
              <a:rPr dirty="0" sz="2000" spc="-25">
                <a:solidFill>
                  <a:srgbClr val="001F5F"/>
                </a:solidFill>
                <a:latin typeface="Tahoma"/>
                <a:cs typeface="Tahoma"/>
              </a:rPr>
              <a:t>LD</a:t>
            </a:r>
            <a:r>
              <a:rPr dirty="0" sz="2000">
                <a:solidFill>
                  <a:srgbClr val="001F5F"/>
                </a:solidFill>
                <a:latin typeface="Tahoma"/>
                <a:cs typeface="Tahoma"/>
              </a:rPr>
              <a:t>	</a:t>
            </a:r>
            <a:r>
              <a:rPr dirty="0" sz="2000" spc="-10">
                <a:solidFill>
                  <a:srgbClr val="001F5F"/>
                </a:solidFill>
                <a:latin typeface="Tahoma"/>
                <a:cs typeface="Tahoma"/>
              </a:rPr>
              <a:t>R2,5(R5)</a:t>
            </a:r>
            <a:endParaRPr sz="2000">
              <a:latin typeface="Tahoma"/>
              <a:cs typeface="Tahoma"/>
            </a:endParaRPr>
          </a:p>
          <a:p>
            <a:pPr marL="12700">
              <a:lnSpc>
                <a:spcPct val="100000"/>
              </a:lnSpc>
              <a:spcBef>
                <a:spcPts val="15"/>
              </a:spcBef>
              <a:tabLst>
                <a:tab pos="706755" algn="l"/>
              </a:tabLst>
            </a:pPr>
            <a:r>
              <a:rPr dirty="0" sz="2000" spc="-25">
                <a:solidFill>
                  <a:srgbClr val="001F5F"/>
                </a:solidFill>
                <a:latin typeface="Tahoma"/>
                <a:cs typeface="Tahoma"/>
              </a:rPr>
              <a:t>SUB</a:t>
            </a:r>
            <a:r>
              <a:rPr dirty="0" sz="2000">
                <a:solidFill>
                  <a:srgbClr val="001F5F"/>
                </a:solidFill>
                <a:latin typeface="Tahoma"/>
                <a:cs typeface="Tahoma"/>
              </a:rPr>
              <a:t>	R3,</a:t>
            </a:r>
            <a:r>
              <a:rPr dirty="0" sz="2000" spc="-25">
                <a:solidFill>
                  <a:srgbClr val="001F5F"/>
                </a:solidFill>
                <a:latin typeface="Tahoma"/>
                <a:cs typeface="Tahoma"/>
              </a:rPr>
              <a:t> </a:t>
            </a:r>
            <a:r>
              <a:rPr dirty="0" sz="2000">
                <a:solidFill>
                  <a:srgbClr val="001F5F"/>
                </a:solidFill>
                <a:latin typeface="Tahoma"/>
                <a:cs typeface="Tahoma"/>
              </a:rPr>
              <a:t>R2</a:t>
            </a:r>
            <a:r>
              <a:rPr dirty="0" sz="2000" spc="-15">
                <a:solidFill>
                  <a:srgbClr val="001F5F"/>
                </a:solidFill>
                <a:latin typeface="Tahoma"/>
                <a:cs typeface="Tahoma"/>
              </a:rPr>
              <a:t> </a:t>
            </a:r>
            <a:r>
              <a:rPr dirty="0" sz="2000" spc="-25">
                <a:solidFill>
                  <a:srgbClr val="001F5F"/>
                </a:solidFill>
                <a:latin typeface="Tahoma"/>
                <a:cs typeface="Tahoma"/>
              </a:rPr>
              <a:t>,R4</a:t>
            </a:r>
            <a:endParaRPr sz="2000">
              <a:latin typeface="Tahoma"/>
              <a:cs typeface="Tahoma"/>
            </a:endParaRPr>
          </a:p>
        </p:txBody>
      </p:sp>
      <p:sp>
        <p:nvSpPr>
          <p:cNvPr id="27" name="object 27" descr=""/>
          <p:cNvSpPr txBox="1"/>
          <p:nvPr/>
        </p:nvSpPr>
        <p:spPr>
          <a:xfrm>
            <a:off x="2452242" y="5976010"/>
            <a:ext cx="1553845" cy="331470"/>
          </a:xfrm>
          <a:prstGeom prst="rect">
            <a:avLst/>
          </a:prstGeom>
        </p:spPr>
        <p:txBody>
          <a:bodyPr wrap="square" lIns="0" tIns="13335" rIns="0" bIns="0" rtlCol="0" vert="horz">
            <a:spAutoFit/>
          </a:bodyPr>
          <a:lstStyle/>
          <a:p>
            <a:pPr marL="12700">
              <a:lnSpc>
                <a:spcPct val="100000"/>
              </a:lnSpc>
              <a:spcBef>
                <a:spcPts val="105"/>
              </a:spcBef>
            </a:pPr>
            <a:r>
              <a:rPr dirty="0" sz="2000" spc="-15">
                <a:solidFill>
                  <a:srgbClr val="FF0000"/>
                </a:solidFill>
                <a:latin typeface="黑体"/>
                <a:cs typeface="黑体"/>
              </a:rPr>
              <a:t>旁路还可以吗</a:t>
            </a:r>
            <a:endParaRPr sz="2000">
              <a:latin typeface="黑体"/>
              <a:cs typeface="黑体"/>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751330" algn="l"/>
                <a:tab pos="11028045" algn="l"/>
              </a:tabLst>
            </a:pPr>
            <a:r>
              <a:rPr dirty="0">
                <a:latin typeface="Times New Roman"/>
                <a:cs typeface="Times New Roman"/>
              </a:rPr>
              <a:t>	</a:t>
            </a:r>
            <a:r>
              <a:rPr dirty="0"/>
              <a:t>旁路</a:t>
            </a:r>
            <a:r>
              <a:rPr dirty="0" spc="-20"/>
              <a:t>技</a:t>
            </a:r>
            <a:r>
              <a:rPr dirty="0"/>
              <a:t>术不</a:t>
            </a:r>
            <a:r>
              <a:rPr dirty="0" spc="-20"/>
              <a:t>是</a:t>
            </a:r>
            <a:r>
              <a:rPr dirty="0"/>
              <a:t>万能</a:t>
            </a:r>
            <a:r>
              <a:rPr dirty="0" spc="-20"/>
              <a:t>（</a:t>
            </a:r>
            <a:r>
              <a:rPr dirty="0"/>
              <a:t>硬件</a:t>
            </a:r>
            <a:r>
              <a:rPr dirty="0" spc="-20"/>
              <a:t>解</a:t>
            </a:r>
            <a:r>
              <a:rPr dirty="0"/>
              <a:t>决方</a:t>
            </a:r>
            <a:r>
              <a:rPr dirty="0" spc="-20"/>
              <a:t>法</a:t>
            </a:r>
            <a:r>
              <a:rPr dirty="0" spc="-50"/>
              <a:t>）</a:t>
            </a:r>
            <a:r>
              <a:rPr dirty="0"/>
              <a:t>	</a:t>
            </a:r>
          </a:p>
        </p:txBody>
      </p:sp>
      <p:grpSp>
        <p:nvGrpSpPr>
          <p:cNvPr id="9" name="object 9" descr=""/>
          <p:cNvGrpSpPr/>
          <p:nvPr/>
        </p:nvGrpSpPr>
        <p:grpSpPr>
          <a:xfrm>
            <a:off x="2495550" y="735076"/>
            <a:ext cx="8006080" cy="5572125"/>
            <a:chOff x="2495550" y="735076"/>
            <a:chExt cx="8006080" cy="5572125"/>
          </a:xfrm>
        </p:grpSpPr>
        <p:pic>
          <p:nvPicPr>
            <p:cNvPr id="10" name="object 10" descr=""/>
            <p:cNvPicPr/>
            <p:nvPr/>
          </p:nvPicPr>
          <p:blipFill>
            <a:blip r:embed="rId2" cstate="print"/>
            <a:stretch>
              <a:fillRect/>
            </a:stretch>
          </p:blipFill>
          <p:spPr>
            <a:xfrm>
              <a:off x="2495550" y="1125537"/>
              <a:ext cx="8005699" cy="5181600"/>
            </a:xfrm>
            <a:prstGeom prst="rect">
              <a:avLst/>
            </a:prstGeom>
          </p:spPr>
        </p:pic>
        <p:sp>
          <p:nvSpPr>
            <p:cNvPr id="11" name="object 11" descr=""/>
            <p:cNvSpPr/>
            <p:nvPr/>
          </p:nvSpPr>
          <p:spPr>
            <a:xfrm>
              <a:off x="4173601" y="2446401"/>
              <a:ext cx="1006475" cy="3167380"/>
            </a:xfrm>
            <a:custGeom>
              <a:avLst/>
              <a:gdLst/>
              <a:ahLst/>
              <a:cxnLst/>
              <a:rect l="l" t="t" r="r" b="b"/>
              <a:pathLst>
                <a:path w="1006475" h="3167379">
                  <a:moveTo>
                    <a:pt x="0" y="3166999"/>
                  </a:moveTo>
                  <a:lnTo>
                    <a:pt x="1006475" y="3166999"/>
                  </a:lnTo>
                  <a:lnTo>
                    <a:pt x="1006475" y="0"/>
                  </a:lnTo>
                  <a:lnTo>
                    <a:pt x="0" y="0"/>
                  </a:lnTo>
                  <a:lnTo>
                    <a:pt x="0" y="3166999"/>
                  </a:lnTo>
                  <a:close/>
                </a:path>
              </a:pathLst>
            </a:custGeom>
            <a:ln w="22225">
              <a:solidFill>
                <a:srgbClr val="FF0000"/>
              </a:solidFill>
              <a:prstDash val="sysDash"/>
            </a:ln>
          </p:spPr>
          <p:txBody>
            <a:bodyPr wrap="square" lIns="0" tIns="0" rIns="0" bIns="0" rtlCol="0"/>
            <a:lstStyle/>
            <a:p/>
          </p:txBody>
        </p:sp>
        <p:sp>
          <p:nvSpPr>
            <p:cNvPr id="12" name="object 12" descr=""/>
            <p:cNvSpPr/>
            <p:nvPr/>
          </p:nvSpPr>
          <p:spPr>
            <a:xfrm>
              <a:off x="5808726" y="735076"/>
              <a:ext cx="4273550" cy="831850"/>
            </a:xfrm>
            <a:custGeom>
              <a:avLst/>
              <a:gdLst/>
              <a:ahLst/>
              <a:cxnLst/>
              <a:rect l="l" t="t" r="r" b="b"/>
              <a:pathLst>
                <a:path w="4273550" h="831850">
                  <a:moveTo>
                    <a:pt x="4273550" y="0"/>
                  </a:moveTo>
                  <a:lnTo>
                    <a:pt x="0" y="0"/>
                  </a:lnTo>
                  <a:lnTo>
                    <a:pt x="0" y="831850"/>
                  </a:lnTo>
                  <a:lnTo>
                    <a:pt x="4273550" y="831850"/>
                  </a:lnTo>
                  <a:lnTo>
                    <a:pt x="4273550" y="0"/>
                  </a:lnTo>
                  <a:close/>
                </a:path>
              </a:pathLst>
            </a:custGeom>
            <a:solidFill>
              <a:srgbClr val="FFACFF"/>
            </a:solidFill>
          </p:spPr>
          <p:txBody>
            <a:bodyPr wrap="square" lIns="0" tIns="0" rIns="0" bIns="0" rtlCol="0"/>
            <a:lstStyle/>
            <a:p/>
          </p:txBody>
        </p:sp>
        <p:pic>
          <p:nvPicPr>
            <p:cNvPr id="13" name="object 13" descr=""/>
            <p:cNvPicPr/>
            <p:nvPr/>
          </p:nvPicPr>
          <p:blipFill>
            <a:blip r:embed="rId3" cstate="print"/>
            <a:stretch>
              <a:fillRect/>
            </a:stretch>
          </p:blipFill>
          <p:spPr>
            <a:xfrm>
              <a:off x="8066278" y="853948"/>
              <a:ext cx="238125" cy="250825"/>
            </a:xfrm>
            <a:prstGeom prst="rect">
              <a:avLst/>
            </a:prstGeom>
          </p:spPr>
        </p:pic>
      </p:grpSp>
      <p:sp>
        <p:nvSpPr>
          <p:cNvPr id="14" name="object 14" descr=""/>
          <p:cNvSpPr txBox="1"/>
          <p:nvPr/>
        </p:nvSpPr>
        <p:spPr>
          <a:xfrm>
            <a:off x="5888228" y="767918"/>
            <a:ext cx="4038600" cy="75755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通过这个通路写</a:t>
            </a:r>
            <a:r>
              <a:rPr dirty="0" sz="2400" spc="-10">
                <a:solidFill>
                  <a:srgbClr val="40458B"/>
                </a:solidFill>
                <a:latin typeface="Tahoma"/>
                <a:cs typeface="Tahoma"/>
              </a:rPr>
              <a:t>R1</a:t>
            </a:r>
            <a:r>
              <a:rPr dirty="0" sz="2400" spc="-20">
                <a:solidFill>
                  <a:srgbClr val="40458B"/>
                </a:solidFill>
                <a:latin typeface="黑体"/>
                <a:cs typeface="黑体"/>
              </a:rPr>
              <a:t>，因此解</a:t>
            </a:r>
            <a:endParaRPr sz="2400">
              <a:latin typeface="黑体"/>
              <a:cs typeface="黑体"/>
            </a:endParaRPr>
          </a:p>
          <a:p>
            <a:pPr marL="12700">
              <a:lnSpc>
                <a:spcPct val="100000"/>
              </a:lnSpc>
              <a:spcBef>
                <a:spcPts val="5"/>
              </a:spcBef>
            </a:pPr>
            <a:r>
              <a:rPr dirty="0" sz="2400" spc="-10">
                <a:solidFill>
                  <a:srgbClr val="40458B"/>
                </a:solidFill>
                <a:latin typeface="黑体"/>
                <a:cs typeface="黑体"/>
              </a:rPr>
              <a:t>决冲突必须慢一拍</a:t>
            </a:r>
            <a:endParaRPr sz="2400">
              <a:latin typeface="黑体"/>
              <a:cs typeface="黑体"/>
            </a:endParaRPr>
          </a:p>
        </p:txBody>
      </p:sp>
      <p:sp>
        <p:nvSpPr>
          <p:cNvPr id="15" name="object 15" descr=""/>
          <p:cNvSpPr/>
          <p:nvPr/>
        </p:nvSpPr>
        <p:spPr>
          <a:xfrm>
            <a:off x="8487536" y="1429766"/>
            <a:ext cx="492759" cy="1096010"/>
          </a:xfrm>
          <a:custGeom>
            <a:avLst/>
            <a:gdLst/>
            <a:ahLst/>
            <a:cxnLst/>
            <a:rect l="l" t="t" r="r" b="b"/>
            <a:pathLst>
              <a:path w="492759" h="1096010">
                <a:moveTo>
                  <a:pt x="450410" y="1029348"/>
                </a:moveTo>
                <a:lnTo>
                  <a:pt x="422783" y="1041526"/>
                </a:lnTo>
                <a:lnTo>
                  <a:pt x="488442" y="1095883"/>
                </a:lnTo>
                <a:lnTo>
                  <a:pt x="491038" y="1041526"/>
                </a:lnTo>
                <a:lnTo>
                  <a:pt x="491062" y="1041019"/>
                </a:lnTo>
                <a:lnTo>
                  <a:pt x="455549" y="1041019"/>
                </a:lnTo>
                <a:lnTo>
                  <a:pt x="450410" y="1029348"/>
                </a:lnTo>
                <a:close/>
              </a:path>
              <a:path w="492759" h="1096010">
                <a:moveTo>
                  <a:pt x="464876" y="1022971"/>
                </a:moveTo>
                <a:lnTo>
                  <a:pt x="450410" y="1029348"/>
                </a:lnTo>
                <a:lnTo>
                  <a:pt x="455549" y="1041019"/>
                </a:lnTo>
                <a:lnTo>
                  <a:pt x="470027" y="1034669"/>
                </a:lnTo>
                <a:lnTo>
                  <a:pt x="464876" y="1022971"/>
                </a:lnTo>
                <a:close/>
              </a:path>
              <a:path w="492759" h="1096010">
                <a:moveTo>
                  <a:pt x="492506" y="1010793"/>
                </a:moveTo>
                <a:lnTo>
                  <a:pt x="464876" y="1022971"/>
                </a:lnTo>
                <a:lnTo>
                  <a:pt x="470027" y="1034669"/>
                </a:lnTo>
                <a:lnTo>
                  <a:pt x="455549" y="1041019"/>
                </a:lnTo>
                <a:lnTo>
                  <a:pt x="491062" y="1041019"/>
                </a:lnTo>
                <a:lnTo>
                  <a:pt x="492506" y="1010793"/>
                </a:lnTo>
                <a:close/>
              </a:path>
              <a:path w="492759" h="1096010">
                <a:moveTo>
                  <a:pt x="14478" y="0"/>
                </a:moveTo>
                <a:lnTo>
                  <a:pt x="0" y="6476"/>
                </a:lnTo>
                <a:lnTo>
                  <a:pt x="450410" y="1029348"/>
                </a:lnTo>
                <a:lnTo>
                  <a:pt x="464876" y="1022971"/>
                </a:lnTo>
                <a:lnTo>
                  <a:pt x="14478" y="0"/>
                </a:lnTo>
                <a:close/>
              </a:path>
            </a:pathLst>
          </a:custGeom>
          <a:solidFill>
            <a:srgbClr val="E14B04"/>
          </a:solidFill>
        </p:spPr>
        <p:txBody>
          <a:bodyPr wrap="square" lIns="0" tIns="0" rIns="0" bIns="0" rtlCol="0"/>
          <a:lstStyle/>
          <a:p/>
        </p:txBody>
      </p:sp>
      <p:sp>
        <p:nvSpPr>
          <p:cNvPr id="16" name="object 16" descr=""/>
          <p:cNvSpPr txBox="1"/>
          <p:nvPr/>
        </p:nvSpPr>
        <p:spPr>
          <a:xfrm>
            <a:off x="7205726" y="2446401"/>
            <a:ext cx="2580005" cy="850900"/>
          </a:xfrm>
          <a:prstGeom prst="rect">
            <a:avLst/>
          </a:prstGeom>
          <a:solidFill>
            <a:srgbClr val="D4D6EB"/>
          </a:solidFill>
        </p:spPr>
        <p:txBody>
          <a:bodyPr wrap="square" lIns="0" tIns="65404" rIns="0" bIns="0" rtlCol="0" vert="horz">
            <a:spAutoFit/>
          </a:bodyPr>
          <a:lstStyle/>
          <a:p>
            <a:pPr marL="92075" marR="138430">
              <a:lnSpc>
                <a:spcPct val="100000"/>
              </a:lnSpc>
              <a:spcBef>
                <a:spcPts val="515"/>
              </a:spcBef>
              <a:tabLst>
                <a:tab pos="641985" algn="l"/>
                <a:tab pos="927100" algn="l"/>
              </a:tabLst>
            </a:pPr>
            <a:r>
              <a:rPr dirty="0" sz="2400" spc="-25">
                <a:solidFill>
                  <a:srgbClr val="40458B"/>
                </a:solidFill>
                <a:latin typeface="Tahoma"/>
                <a:cs typeface="Tahoma"/>
              </a:rPr>
              <a:t>LD</a:t>
            </a:r>
            <a:r>
              <a:rPr dirty="0" sz="2400">
                <a:solidFill>
                  <a:srgbClr val="40458B"/>
                </a:solidFill>
                <a:latin typeface="Tahoma"/>
                <a:cs typeface="Tahoma"/>
              </a:rPr>
              <a:t>	</a:t>
            </a:r>
            <a:r>
              <a:rPr dirty="0" sz="2400" spc="-10">
                <a:solidFill>
                  <a:srgbClr val="40458B"/>
                </a:solidFill>
                <a:latin typeface="Tahoma"/>
                <a:cs typeface="Tahoma"/>
              </a:rPr>
              <a:t>R2</a:t>
            </a:r>
            <a:r>
              <a:rPr dirty="0" sz="2400" spc="-10">
                <a:solidFill>
                  <a:srgbClr val="40458B"/>
                </a:solidFill>
                <a:latin typeface="黑体"/>
                <a:cs typeface="黑体"/>
              </a:rPr>
              <a:t>，</a:t>
            </a:r>
            <a:r>
              <a:rPr dirty="0" sz="2400" spc="-10">
                <a:solidFill>
                  <a:srgbClr val="40458B"/>
                </a:solidFill>
                <a:latin typeface="Tahoma"/>
                <a:cs typeface="Tahoma"/>
              </a:rPr>
              <a:t>5</a:t>
            </a:r>
            <a:r>
              <a:rPr dirty="0" sz="2400" spc="-10">
                <a:solidFill>
                  <a:srgbClr val="40458B"/>
                </a:solidFill>
                <a:latin typeface="黑体"/>
                <a:cs typeface="黑体"/>
              </a:rPr>
              <a:t>（</a:t>
            </a:r>
            <a:r>
              <a:rPr dirty="0" sz="2400" spc="-10">
                <a:solidFill>
                  <a:srgbClr val="40458B"/>
                </a:solidFill>
                <a:latin typeface="Tahoma"/>
                <a:cs typeface="Tahoma"/>
              </a:rPr>
              <a:t>R5</a:t>
            </a:r>
            <a:r>
              <a:rPr dirty="0" sz="2400" spc="-10">
                <a:solidFill>
                  <a:srgbClr val="40458B"/>
                </a:solidFill>
                <a:latin typeface="黑体"/>
                <a:cs typeface="黑体"/>
              </a:rPr>
              <a:t>） </a:t>
            </a:r>
            <a:r>
              <a:rPr dirty="0" sz="2400" spc="-25">
                <a:solidFill>
                  <a:srgbClr val="40458B"/>
                </a:solidFill>
                <a:latin typeface="Tahoma"/>
                <a:cs typeface="Tahoma"/>
              </a:rPr>
              <a:t>SUB</a:t>
            </a:r>
            <a:r>
              <a:rPr dirty="0" sz="2400">
                <a:solidFill>
                  <a:srgbClr val="40458B"/>
                </a:solidFill>
                <a:latin typeface="Tahoma"/>
                <a:cs typeface="Tahoma"/>
              </a:rPr>
              <a:t>		</a:t>
            </a:r>
            <a:r>
              <a:rPr dirty="0" sz="2400" spc="-10">
                <a:solidFill>
                  <a:srgbClr val="40458B"/>
                </a:solidFill>
                <a:latin typeface="Tahoma"/>
                <a:cs typeface="Tahoma"/>
              </a:rPr>
              <a:t>R4</a:t>
            </a:r>
            <a:r>
              <a:rPr dirty="0" sz="2400" spc="-10">
                <a:solidFill>
                  <a:srgbClr val="40458B"/>
                </a:solidFill>
                <a:latin typeface="黑体"/>
                <a:cs typeface="黑体"/>
              </a:rPr>
              <a:t>，</a:t>
            </a:r>
            <a:r>
              <a:rPr dirty="0" sz="2400" spc="-10">
                <a:solidFill>
                  <a:srgbClr val="40458B"/>
                </a:solidFill>
                <a:latin typeface="Tahoma"/>
                <a:cs typeface="Tahoma"/>
              </a:rPr>
              <a:t>R2,R3</a:t>
            </a:r>
            <a:endParaRPr sz="2400">
              <a:latin typeface="Tahoma"/>
              <a:cs typeface="Tahoma"/>
            </a:endParaRPr>
          </a:p>
        </p:txBody>
      </p:sp>
      <p:grpSp>
        <p:nvGrpSpPr>
          <p:cNvPr id="17" name="object 17" descr=""/>
          <p:cNvGrpSpPr/>
          <p:nvPr/>
        </p:nvGrpSpPr>
        <p:grpSpPr>
          <a:xfrm>
            <a:off x="4122673" y="1528825"/>
            <a:ext cx="5916930" cy="2967355"/>
            <a:chOff x="4122673" y="1528825"/>
            <a:chExt cx="5916930" cy="2967355"/>
          </a:xfrm>
        </p:grpSpPr>
        <p:sp>
          <p:nvSpPr>
            <p:cNvPr id="18" name="object 18" descr=""/>
            <p:cNvSpPr/>
            <p:nvPr/>
          </p:nvSpPr>
          <p:spPr>
            <a:xfrm>
              <a:off x="5554725" y="3428999"/>
              <a:ext cx="914400" cy="914400"/>
            </a:xfrm>
            <a:custGeom>
              <a:avLst/>
              <a:gdLst/>
              <a:ahLst/>
              <a:cxnLst/>
              <a:rect l="l" t="t" r="r" b="b"/>
              <a:pathLst>
                <a:path w="914400" h="914400">
                  <a:moveTo>
                    <a:pt x="0" y="0"/>
                  </a:moveTo>
                  <a:lnTo>
                    <a:pt x="457200" y="0"/>
                  </a:lnTo>
                  <a:lnTo>
                    <a:pt x="457200" y="914400"/>
                  </a:lnTo>
                  <a:lnTo>
                    <a:pt x="914400" y="914400"/>
                  </a:lnTo>
                </a:path>
              </a:pathLst>
            </a:custGeom>
            <a:ln w="9525">
              <a:solidFill>
                <a:srgbClr val="40458B"/>
              </a:solidFill>
            </a:ln>
          </p:spPr>
          <p:txBody>
            <a:bodyPr wrap="square" lIns="0" tIns="0" rIns="0" bIns="0" rtlCol="0"/>
            <a:lstStyle/>
            <a:p/>
          </p:txBody>
        </p:sp>
        <p:sp>
          <p:nvSpPr>
            <p:cNvPr id="19" name="object 19" descr=""/>
            <p:cNvSpPr/>
            <p:nvPr/>
          </p:nvSpPr>
          <p:spPr>
            <a:xfrm>
              <a:off x="4151248" y="1557400"/>
              <a:ext cx="5859780" cy="2894330"/>
            </a:xfrm>
            <a:custGeom>
              <a:avLst/>
              <a:gdLst/>
              <a:ahLst/>
              <a:cxnLst/>
              <a:rect l="l" t="t" r="r" b="b"/>
              <a:pathLst>
                <a:path w="5859780" h="2894329">
                  <a:moveTo>
                    <a:pt x="21209" y="9271"/>
                  </a:moveTo>
                  <a:lnTo>
                    <a:pt x="21209" y="1943735"/>
                  </a:lnTo>
                </a:path>
                <a:path w="5859780" h="2894329">
                  <a:moveTo>
                    <a:pt x="5859526" y="0"/>
                  </a:moveTo>
                  <a:lnTo>
                    <a:pt x="0" y="9271"/>
                  </a:lnTo>
                </a:path>
                <a:path w="5859780" h="2894329">
                  <a:moveTo>
                    <a:pt x="5859526" y="0"/>
                  </a:moveTo>
                  <a:lnTo>
                    <a:pt x="5859526" y="2893949"/>
                  </a:lnTo>
                </a:path>
              </a:pathLst>
            </a:custGeom>
            <a:ln w="57150">
              <a:solidFill>
                <a:srgbClr val="FF0000"/>
              </a:solidFill>
            </a:ln>
          </p:spPr>
          <p:txBody>
            <a:bodyPr wrap="square" lIns="0" tIns="0" rIns="0" bIns="0" rtlCol="0"/>
            <a:lstStyle/>
            <a:p/>
          </p:txBody>
        </p:sp>
        <p:sp>
          <p:nvSpPr>
            <p:cNvPr id="20" name="object 20" descr=""/>
            <p:cNvSpPr/>
            <p:nvPr/>
          </p:nvSpPr>
          <p:spPr>
            <a:xfrm>
              <a:off x="8690483" y="4451349"/>
              <a:ext cx="1320800" cy="0"/>
            </a:xfrm>
            <a:custGeom>
              <a:avLst/>
              <a:gdLst/>
              <a:ahLst/>
              <a:cxnLst/>
              <a:rect l="l" t="t" r="r" b="b"/>
              <a:pathLst>
                <a:path w="1320800" h="0">
                  <a:moveTo>
                    <a:pt x="1320292" y="0"/>
                  </a:moveTo>
                  <a:lnTo>
                    <a:pt x="0" y="0"/>
                  </a:lnTo>
                </a:path>
              </a:pathLst>
            </a:custGeom>
            <a:ln w="88900">
              <a:solidFill>
                <a:srgbClr val="FF0000"/>
              </a:solidFill>
            </a:ln>
          </p:spPr>
          <p:txBody>
            <a:bodyPr wrap="square" lIns="0" tIns="0" rIns="0" bIns="0" rtlCol="0"/>
            <a:lstStyle/>
            <a:p/>
          </p:txBody>
        </p:sp>
        <p:sp>
          <p:nvSpPr>
            <p:cNvPr id="21" name="object 21" descr=""/>
            <p:cNvSpPr/>
            <p:nvPr/>
          </p:nvSpPr>
          <p:spPr>
            <a:xfrm>
              <a:off x="4172457" y="3501136"/>
              <a:ext cx="537845" cy="0"/>
            </a:xfrm>
            <a:custGeom>
              <a:avLst/>
              <a:gdLst/>
              <a:ahLst/>
              <a:cxnLst/>
              <a:rect l="l" t="t" r="r" b="b"/>
              <a:pathLst>
                <a:path w="537845" h="0">
                  <a:moveTo>
                    <a:pt x="537717" y="0"/>
                  </a:moveTo>
                  <a:lnTo>
                    <a:pt x="0" y="0"/>
                  </a:lnTo>
                </a:path>
              </a:pathLst>
            </a:custGeom>
            <a:ln w="57150">
              <a:solidFill>
                <a:srgbClr val="FF0000"/>
              </a:solidFill>
            </a:ln>
          </p:spPr>
          <p:txBody>
            <a:bodyPr wrap="square" lIns="0" tIns="0" rIns="0" bIns="0" rtlCol="0"/>
            <a:lstStyle/>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graphicFrame>
        <p:nvGraphicFramePr>
          <p:cNvPr id="9" name="object 9" descr=""/>
          <p:cNvGraphicFramePr>
            <a:graphicFrameLocks noGrp="1"/>
          </p:cNvGraphicFramePr>
          <p:nvPr/>
        </p:nvGraphicFramePr>
        <p:xfrm>
          <a:off x="3924300" y="2466657"/>
          <a:ext cx="7359650" cy="706755"/>
        </p:xfrm>
        <a:graphic>
          <a:graphicData uri="http://schemas.openxmlformats.org/drawingml/2006/table">
            <a:tbl>
              <a:tblPr firstRow="1" bandRow="1">
                <a:tableStyleId>{2D5ABB26-0587-4C30-8999-92F81FD0307C}</a:tableStyleId>
              </a:tblPr>
              <a:tblGrid>
                <a:gridCol w="801370"/>
                <a:gridCol w="2150745"/>
                <a:gridCol w="618489"/>
                <a:gridCol w="3713479"/>
              </a:tblGrid>
              <a:tr h="353060">
                <a:tc>
                  <a:txBody>
                    <a:bodyPr/>
                    <a:lstStyle/>
                    <a:p>
                      <a:pPr marL="31750">
                        <a:lnSpc>
                          <a:spcPts val="2545"/>
                        </a:lnSpc>
                      </a:pPr>
                      <a:r>
                        <a:rPr dirty="0" sz="2400" spc="-25" b="1">
                          <a:solidFill>
                            <a:srgbClr val="40458B"/>
                          </a:solidFill>
                          <a:latin typeface="宋体"/>
                          <a:cs typeface="宋体"/>
                        </a:rPr>
                        <a:t>LD</a:t>
                      </a:r>
                      <a:endParaRPr sz="2400">
                        <a:latin typeface="宋体"/>
                        <a:cs typeface="宋体"/>
                      </a:endParaRPr>
                    </a:p>
                  </a:txBody>
                  <a:tcPr marL="0" marR="0" marB="0" marT="0"/>
                </a:tc>
                <a:tc>
                  <a:txBody>
                    <a:bodyPr/>
                    <a:lstStyle/>
                    <a:p>
                      <a:pPr marL="153670">
                        <a:lnSpc>
                          <a:spcPts val="2545"/>
                        </a:lnSpc>
                      </a:pPr>
                      <a:r>
                        <a:rPr dirty="0" sz="2400" spc="-10" b="1">
                          <a:solidFill>
                            <a:srgbClr val="FF33CC"/>
                          </a:solidFill>
                          <a:latin typeface="宋体"/>
                          <a:cs typeface="宋体"/>
                        </a:rPr>
                        <a:t>R1</a:t>
                      </a:r>
                      <a:r>
                        <a:rPr dirty="0" sz="2400" spc="-10" b="1">
                          <a:solidFill>
                            <a:srgbClr val="40458B"/>
                          </a:solidFill>
                          <a:latin typeface="宋体"/>
                          <a:cs typeface="宋体"/>
                        </a:rPr>
                        <a:t>，0（R2）</a:t>
                      </a:r>
                      <a:endParaRPr sz="2400">
                        <a:latin typeface="宋体"/>
                        <a:cs typeface="宋体"/>
                      </a:endParaRPr>
                    </a:p>
                  </a:txBody>
                  <a:tcPr marL="0" marR="0" marB="0" marT="0"/>
                </a:tc>
                <a:tc>
                  <a:txBody>
                    <a:bodyPr/>
                    <a:lstStyle/>
                    <a:p>
                      <a:pPr algn="r" marR="148590">
                        <a:lnSpc>
                          <a:spcPts val="2545"/>
                        </a:lnSpc>
                      </a:pPr>
                      <a:r>
                        <a:rPr dirty="0" sz="2400" spc="-50" b="1">
                          <a:solidFill>
                            <a:srgbClr val="40458B"/>
                          </a:solidFill>
                          <a:latin typeface="宋体"/>
                          <a:cs typeface="宋体"/>
                        </a:rPr>
                        <a:t>#</a:t>
                      </a:r>
                      <a:endParaRPr sz="2400">
                        <a:latin typeface="宋体"/>
                        <a:cs typeface="宋体"/>
                      </a:endParaRPr>
                    </a:p>
                  </a:txBody>
                  <a:tcPr marL="0" marR="0" marB="0" marT="0"/>
                </a:tc>
                <a:tc>
                  <a:txBody>
                    <a:bodyPr/>
                    <a:lstStyle/>
                    <a:p>
                      <a:pPr marL="153035">
                        <a:lnSpc>
                          <a:spcPts val="2545"/>
                        </a:lnSpc>
                      </a:pPr>
                      <a:r>
                        <a:rPr dirty="0" sz="2400" spc="-20" b="1">
                          <a:solidFill>
                            <a:srgbClr val="40458B"/>
                          </a:solidFill>
                          <a:latin typeface="宋体"/>
                          <a:cs typeface="宋体"/>
                        </a:rPr>
                        <a:t>R1产生于第5</a:t>
                      </a:r>
                      <a:r>
                        <a:rPr dirty="0" sz="2400" spc="-30" b="1">
                          <a:solidFill>
                            <a:srgbClr val="40458B"/>
                          </a:solidFill>
                          <a:latin typeface="宋体"/>
                          <a:cs typeface="宋体"/>
                        </a:rPr>
                        <a:t>个时钟周期</a:t>
                      </a:r>
                      <a:endParaRPr sz="2400">
                        <a:latin typeface="宋体"/>
                        <a:cs typeface="宋体"/>
                      </a:endParaRPr>
                    </a:p>
                  </a:txBody>
                  <a:tcPr marL="0" marR="0" marB="0" marT="0"/>
                </a:tc>
              </a:tr>
              <a:tr h="353695">
                <a:tc>
                  <a:txBody>
                    <a:bodyPr/>
                    <a:lstStyle/>
                    <a:p>
                      <a:pPr marL="31750">
                        <a:lnSpc>
                          <a:spcPts val="2640"/>
                        </a:lnSpc>
                        <a:spcBef>
                          <a:spcPts val="45"/>
                        </a:spcBef>
                      </a:pPr>
                      <a:r>
                        <a:rPr dirty="0" sz="2400" spc="-20" b="1">
                          <a:solidFill>
                            <a:srgbClr val="40458B"/>
                          </a:solidFill>
                          <a:latin typeface="宋体"/>
                          <a:cs typeface="宋体"/>
                        </a:rPr>
                        <a:t>DADD</a:t>
                      </a:r>
                      <a:endParaRPr sz="2400">
                        <a:latin typeface="宋体"/>
                        <a:cs typeface="宋体"/>
                      </a:endParaRPr>
                    </a:p>
                  </a:txBody>
                  <a:tcPr marL="0" marR="0" marB="0" marT="5715"/>
                </a:tc>
                <a:tc>
                  <a:txBody>
                    <a:bodyPr/>
                    <a:lstStyle/>
                    <a:p>
                      <a:pPr marL="153670">
                        <a:lnSpc>
                          <a:spcPts val="2640"/>
                        </a:lnSpc>
                        <a:spcBef>
                          <a:spcPts val="45"/>
                        </a:spcBef>
                      </a:pPr>
                      <a:r>
                        <a:rPr dirty="0" sz="2400" spc="-10" b="1">
                          <a:solidFill>
                            <a:srgbClr val="40458B"/>
                          </a:solidFill>
                          <a:latin typeface="宋体"/>
                          <a:cs typeface="宋体"/>
                        </a:rPr>
                        <a:t>R4，</a:t>
                      </a:r>
                      <a:r>
                        <a:rPr dirty="0" sz="2400" spc="-10" b="1">
                          <a:solidFill>
                            <a:srgbClr val="FF0000"/>
                          </a:solidFill>
                          <a:latin typeface="宋体"/>
                          <a:cs typeface="宋体"/>
                        </a:rPr>
                        <a:t>R1,</a:t>
                      </a:r>
                      <a:r>
                        <a:rPr dirty="0" sz="2400" spc="-10" b="1">
                          <a:solidFill>
                            <a:srgbClr val="40458B"/>
                          </a:solidFill>
                          <a:latin typeface="宋体"/>
                          <a:cs typeface="宋体"/>
                        </a:rPr>
                        <a:t>R5</a:t>
                      </a:r>
                      <a:endParaRPr sz="2400">
                        <a:latin typeface="宋体"/>
                        <a:cs typeface="宋体"/>
                      </a:endParaRPr>
                    </a:p>
                  </a:txBody>
                  <a:tcPr marL="0" marR="0" marB="0" marT="5715"/>
                </a:tc>
                <a:tc>
                  <a:txBody>
                    <a:bodyPr/>
                    <a:lstStyle/>
                    <a:p>
                      <a:pPr algn="r" marR="145415">
                        <a:lnSpc>
                          <a:spcPts val="2640"/>
                        </a:lnSpc>
                        <a:spcBef>
                          <a:spcPts val="45"/>
                        </a:spcBef>
                      </a:pPr>
                      <a:r>
                        <a:rPr dirty="0" sz="2400" spc="-50" b="1">
                          <a:solidFill>
                            <a:srgbClr val="40458B"/>
                          </a:solidFill>
                          <a:latin typeface="宋体"/>
                          <a:cs typeface="宋体"/>
                        </a:rPr>
                        <a:t>#</a:t>
                      </a:r>
                      <a:endParaRPr sz="2400">
                        <a:latin typeface="宋体"/>
                        <a:cs typeface="宋体"/>
                      </a:endParaRPr>
                    </a:p>
                  </a:txBody>
                  <a:tcPr marL="0" marR="0" marB="0" marT="5715"/>
                </a:tc>
                <a:tc>
                  <a:txBody>
                    <a:bodyPr/>
                    <a:lstStyle/>
                    <a:p>
                      <a:pPr marL="155575">
                        <a:lnSpc>
                          <a:spcPts val="2640"/>
                        </a:lnSpc>
                        <a:spcBef>
                          <a:spcPts val="45"/>
                        </a:spcBef>
                      </a:pPr>
                      <a:r>
                        <a:rPr dirty="0" sz="2400" spc="-10" b="1">
                          <a:solidFill>
                            <a:srgbClr val="40458B"/>
                          </a:solidFill>
                          <a:latin typeface="宋体"/>
                          <a:cs typeface="宋体"/>
                        </a:rPr>
                        <a:t>R1</a:t>
                      </a:r>
                      <a:r>
                        <a:rPr dirty="0" sz="2400" spc="-25" b="1">
                          <a:solidFill>
                            <a:srgbClr val="40458B"/>
                          </a:solidFill>
                          <a:latin typeface="宋体"/>
                          <a:cs typeface="宋体"/>
                        </a:rPr>
                        <a:t>要在第</a:t>
                      </a:r>
                      <a:r>
                        <a:rPr dirty="0" sz="2400" spc="-10" b="1">
                          <a:solidFill>
                            <a:srgbClr val="40458B"/>
                          </a:solidFill>
                          <a:latin typeface="宋体"/>
                          <a:cs typeface="宋体"/>
                        </a:rPr>
                        <a:t>2</a:t>
                      </a:r>
                      <a:r>
                        <a:rPr dirty="0" sz="2400" spc="-30" b="1">
                          <a:solidFill>
                            <a:srgbClr val="40458B"/>
                          </a:solidFill>
                          <a:latin typeface="宋体"/>
                          <a:cs typeface="宋体"/>
                        </a:rPr>
                        <a:t>个时钟周期读取</a:t>
                      </a:r>
                      <a:endParaRPr sz="2400">
                        <a:latin typeface="宋体"/>
                        <a:cs typeface="宋体"/>
                      </a:endParaRPr>
                    </a:p>
                  </a:txBody>
                  <a:tcPr marL="0" marR="0" marB="0" marT="5715"/>
                </a:tc>
              </a:tr>
            </a:tbl>
          </a:graphicData>
        </a:graphic>
      </p:graphicFrame>
      <p:sp>
        <p:nvSpPr>
          <p:cNvPr id="10" name="object 10" descr=""/>
          <p:cNvSpPr txBox="1"/>
          <p:nvPr/>
        </p:nvSpPr>
        <p:spPr>
          <a:xfrm>
            <a:off x="270763" y="627659"/>
            <a:ext cx="10895965" cy="2112645"/>
          </a:xfrm>
          <a:prstGeom prst="rect">
            <a:avLst/>
          </a:prstGeom>
        </p:spPr>
        <p:txBody>
          <a:bodyPr wrap="square" lIns="0" tIns="168275" rIns="0" bIns="0" rtlCol="0" vert="horz">
            <a:spAutoFit/>
          </a:bodyPr>
          <a:lstStyle/>
          <a:p>
            <a:pPr marL="12700">
              <a:lnSpc>
                <a:spcPct val="100000"/>
              </a:lnSpc>
              <a:spcBef>
                <a:spcPts val="1325"/>
              </a:spcBef>
            </a:pPr>
            <a:r>
              <a:rPr dirty="0" sz="2800" spc="-10">
                <a:solidFill>
                  <a:srgbClr val="FF0000"/>
                </a:solidFill>
                <a:latin typeface="Tahoma"/>
                <a:cs typeface="Tahoma"/>
              </a:rPr>
              <a:t>2</a:t>
            </a:r>
            <a:r>
              <a:rPr dirty="0" sz="2800" spc="-40">
                <a:solidFill>
                  <a:srgbClr val="FF0000"/>
                </a:solidFill>
                <a:latin typeface="黑体"/>
                <a:cs typeface="黑体"/>
              </a:rPr>
              <a:t>、数据冲突减少或解决的方法：定向技术、指令调度、指令停顿解决</a:t>
            </a:r>
            <a:endParaRPr sz="2800">
              <a:latin typeface="黑体"/>
              <a:cs typeface="黑体"/>
            </a:endParaRPr>
          </a:p>
          <a:p>
            <a:pPr marL="1078230" indent="-456565">
              <a:lnSpc>
                <a:spcPct val="100000"/>
              </a:lnSpc>
              <a:spcBef>
                <a:spcPts val="1060"/>
              </a:spcBef>
              <a:buSzPct val="89583"/>
              <a:buFont typeface="Wingdings"/>
              <a:buChar char=""/>
              <a:tabLst>
                <a:tab pos="1078230" algn="l"/>
              </a:tabLst>
            </a:pPr>
            <a:r>
              <a:rPr dirty="0" sz="2400" spc="-10">
                <a:solidFill>
                  <a:srgbClr val="40458B"/>
                </a:solidFill>
                <a:latin typeface="黑体"/>
                <a:cs typeface="黑体"/>
              </a:rPr>
              <a:t>需要停顿的</a:t>
            </a:r>
            <a:r>
              <a:rPr dirty="0" sz="2400" spc="-30" b="1">
                <a:solidFill>
                  <a:srgbClr val="40458B"/>
                </a:solidFill>
                <a:latin typeface="黑体"/>
                <a:cs typeface="黑体"/>
              </a:rPr>
              <a:t>数据冲突解决方法</a:t>
            </a:r>
            <a:endParaRPr sz="2400">
              <a:latin typeface="黑体"/>
              <a:cs typeface="黑体"/>
            </a:endParaRPr>
          </a:p>
          <a:p>
            <a:pPr lvl="1" marL="1503680" marR="3761104" indent="-288290">
              <a:lnSpc>
                <a:spcPct val="155000"/>
              </a:lnSpc>
              <a:spcBef>
                <a:spcPts val="464"/>
              </a:spcBef>
              <a:buClr>
                <a:srgbClr val="4668F5"/>
              </a:buClr>
              <a:buSzPct val="60000"/>
              <a:buFont typeface="Wingdings"/>
              <a:buChar char=""/>
              <a:tabLst>
                <a:tab pos="2116455" algn="l"/>
              </a:tabLst>
            </a:pPr>
            <a:r>
              <a:rPr dirty="0" sz="2000" spc="-20" b="1">
                <a:solidFill>
                  <a:srgbClr val="FF0000"/>
                </a:solidFill>
                <a:latin typeface="黑体"/>
                <a:cs typeface="黑体"/>
              </a:rPr>
              <a:t>并不是所有的数据冲突都可以用定向技术来解决</a:t>
            </a:r>
            <a:r>
              <a:rPr dirty="0" sz="2000" spc="-50" b="1">
                <a:solidFill>
                  <a:srgbClr val="00AFEF"/>
                </a:solidFill>
                <a:latin typeface="黑体"/>
                <a:cs typeface="黑体"/>
              </a:rPr>
              <a:t>。</a:t>
            </a:r>
            <a:r>
              <a:rPr dirty="0" sz="2000" spc="-50" b="1">
                <a:solidFill>
                  <a:srgbClr val="00AFEF"/>
                </a:solidFill>
                <a:latin typeface="黑体"/>
                <a:cs typeface="黑体"/>
              </a:rPr>
              <a:t>	</a:t>
            </a:r>
            <a:r>
              <a:rPr dirty="0" sz="2000" spc="-25" b="1">
                <a:solidFill>
                  <a:srgbClr val="00AFEF"/>
                </a:solidFill>
                <a:latin typeface="黑体"/>
                <a:cs typeface="黑体"/>
              </a:rPr>
              <a:t>举例:</a:t>
            </a:r>
            <a:endParaRPr sz="2000">
              <a:latin typeface="黑体"/>
              <a:cs typeface="黑体"/>
            </a:endParaRPr>
          </a:p>
        </p:txBody>
      </p:sp>
      <p:sp>
        <p:nvSpPr>
          <p:cNvPr id="11" name="object 11" descr=""/>
          <p:cNvSpPr txBox="1"/>
          <p:nvPr/>
        </p:nvSpPr>
        <p:spPr>
          <a:xfrm>
            <a:off x="1061415" y="4743582"/>
            <a:ext cx="9545955" cy="941069"/>
          </a:xfrm>
          <a:prstGeom prst="rect">
            <a:avLst/>
          </a:prstGeom>
        </p:spPr>
        <p:txBody>
          <a:bodyPr wrap="square" lIns="0" tIns="165735" rIns="0" bIns="0" rtlCol="0" vert="horz">
            <a:spAutoFit/>
          </a:bodyPr>
          <a:lstStyle/>
          <a:p>
            <a:pPr marL="12700">
              <a:lnSpc>
                <a:spcPct val="100000"/>
              </a:lnSpc>
              <a:spcBef>
                <a:spcPts val="1305"/>
              </a:spcBef>
            </a:pPr>
            <a:r>
              <a:rPr dirty="0" sz="2000" b="1">
                <a:solidFill>
                  <a:srgbClr val="FF0000"/>
                </a:solidFill>
                <a:latin typeface="宋体"/>
                <a:cs typeface="宋体"/>
              </a:rPr>
              <a:t>LD</a:t>
            </a:r>
            <a:r>
              <a:rPr dirty="0" sz="2000" spc="-10" b="1">
                <a:solidFill>
                  <a:srgbClr val="FF0000"/>
                </a:solidFill>
                <a:latin typeface="宋体"/>
                <a:cs typeface="宋体"/>
              </a:rPr>
              <a:t>指令访存需要 </a:t>
            </a:r>
            <a:r>
              <a:rPr dirty="0" sz="2000" spc="-20">
                <a:solidFill>
                  <a:srgbClr val="FF0000"/>
                </a:solidFill>
                <a:latin typeface="Tahoma"/>
                <a:cs typeface="Tahoma"/>
              </a:rPr>
              <a:t>LOAD</a:t>
            </a:r>
            <a:r>
              <a:rPr dirty="0" sz="2000">
                <a:solidFill>
                  <a:srgbClr val="FF0000"/>
                </a:solidFill>
                <a:latin typeface="黑体"/>
                <a:cs typeface="黑体"/>
              </a:rPr>
              <a:t>指令中</a:t>
            </a:r>
            <a:r>
              <a:rPr dirty="0" sz="2000" spc="-20">
                <a:solidFill>
                  <a:srgbClr val="FF0000"/>
                </a:solidFill>
                <a:latin typeface="Tahoma"/>
                <a:cs typeface="Tahoma"/>
              </a:rPr>
              <a:t>R1</a:t>
            </a:r>
            <a:r>
              <a:rPr dirty="0" sz="2000" spc="-10">
                <a:solidFill>
                  <a:srgbClr val="FF0000"/>
                </a:solidFill>
                <a:latin typeface="黑体"/>
                <a:cs typeface="黑体"/>
              </a:rPr>
              <a:t>的值，从</a:t>
            </a:r>
            <a:r>
              <a:rPr dirty="0" sz="2000" spc="-10">
                <a:solidFill>
                  <a:srgbClr val="FF0000"/>
                </a:solidFill>
                <a:latin typeface="Tahoma"/>
                <a:cs typeface="Tahoma"/>
              </a:rPr>
              <a:t>MEM</a:t>
            </a:r>
            <a:r>
              <a:rPr dirty="0" sz="2000" spc="-20">
                <a:solidFill>
                  <a:srgbClr val="FF0000"/>
                </a:solidFill>
                <a:latin typeface="黑体"/>
                <a:cs typeface="黑体"/>
              </a:rPr>
              <a:t>有效地址获取数据，然后写寄存器</a:t>
            </a:r>
            <a:r>
              <a:rPr dirty="0" sz="2000" spc="-25">
                <a:solidFill>
                  <a:srgbClr val="FF0000"/>
                </a:solidFill>
                <a:latin typeface="Tahoma"/>
                <a:cs typeface="Tahoma"/>
              </a:rPr>
              <a:t>R1</a:t>
            </a:r>
            <a:r>
              <a:rPr dirty="0" sz="2000" spc="-25">
                <a:solidFill>
                  <a:srgbClr val="FF0000"/>
                </a:solidFill>
                <a:latin typeface="黑体"/>
                <a:cs typeface="黑体"/>
              </a:rPr>
              <a:t>，</a:t>
            </a:r>
            <a:endParaRPr sz="2000">
              <a:latin typeface="黑体"/>
              <a:cs typeface="黑体"/>
            </a:endParaRPr>
          </a:p>
          <a:p>
            <a:pPr marL="12700">
              <a:lnSpc>
                <a:spcPct val="100000"/>
              </a:lnSpc>
              <a:spcBef>
                <a:spcPts val="1200"/>
              </a:spcBef>
            </a:pPr>
            <a:r>
              <a:rPr dirty="0" sz="2000" spc="-15">
                <a:solidFill>
                  <a:srgbClr val="FF0000"/>
                </a:solidFill>
                <a:latin typeface="黑体"/>
                <a:cs typeface="黑体"/>
              </a:rPr>
              <a:t>必须慢一拍了，</a:t>
            </a:r>
            <a:r>
              <a:rPr dirty="0" sz="2000" spc="-5">
                <a:solidFill>
                  <a:srgbClr val="40458B"/>
                </a:solidFill>
                <a:latin typeface="黑体"/>
                <a:cs typeface="黑体"/>
              </a:rPr>
              <a:t>单纯旁路</a:t>
            </a:r>
            <a:r>
              <a:rPr dirty="0" sz="2000" spc="-20">
                <a:solidFill>
                  <a:srgbClr val="FF0000"/>
                </a:solidFill>
                <a:latin typeface="黑体"/>
                <a:cs typeface="黑体"/>
              </a:rPr>
              <a:t>解决不了</a:t>
            </a:r>
            <a:endParaRPr sz="2000">
              <a:latin typeface="黑体"/>
              <a:cs typeface="黑体"/>
            </a:endParaRPr>
          </a:p>
        </p:txBody>
      </p:sp>
      <p:sp>
        <p:nvSpPr>
          <p:cNvPr id="12" name="object 12" descr=""/>
          <p:cNvSpPr txBox="1"/>
          <p:nvPr/>
        </p:nvSpPr>
        <p:spPr>
          <a:xfrm>
            <a:off x="1831085" y="3762832"/>
            <a:ext cx="9832975" cy="391795"/>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FF0000"/>
                </a:solidFill>
                <a:latin typeface="宋体"/>
                <a:cs typeface="宋体"/>
              </a:rPr>
              <a:t>时序上：</a:t>
            </a:r>
            <a:r>
              <a:rPr dirty="0" sz="2400" spc="-10" b="1">
                <a:solidFill>
                  <a:srgbClr val="006FC0"/>
                </a:solidFill>
                <a:latin typeface="宋体"/>
                <a:cs typeface="宋体"/>
              </a:rPr>
              <a:t>LD</a:t>
            </a:r>
            <a:r>
              <a:rPr dirty="0" sz="2400" spc="-25" b="1">
                <a:solidFill>
                  <a:srgbClr val="006FC0"/>
                </a:solidFill>
                <a:latin typeface="宋体"/>
                <a:cs typeface="宋体"/>
              </a:rPr>
              <a:t>结果的产生晚于</a:t>
            </a:r>
            <a:r>
              <a:rPr dirty="0" sz="2400" spc="-10" b="1">
                <a:solidFill>
                  <a:srgbClr val="006FC0"/>
                </a:solidFill>
                <a:latin typeface="宋体"/>
                <a:cs typeface="宋体"/>
              </a:rPr>
              <a:t>DADD</a:t>
            </a:r>
            <a:r>
              <a:rPr dirty="0" sz="2400" spc="-25" b="1">
                <a:solidFill>
                  <a:srgbClr val="006FC0"/>
                </a:solidFill>
                <a:latin typeface="宋体"/>
                <a:cs typeface="宋体"/>
              </a:rPr>
              <a:t>对该结果的消费（获取）（参考通路图</a:t>
            </a:r>
            <a:r>
              <a:rPr dirty="0" sz="2400" spc="-50" b="1">
                <a:solidFill>
                  <a:srgbClr val="006FC0"/>
                </a:solidFill>
                <a:latin typeface="宋体"/>
                <a:cs typeface="宋体"/>
              </a:rPr>
              <a:t>）</a:t>
            </a:r>
            <a:endParaRPr sz="2400">
              <a:latin typeface="宋体"/>
              <a:cs typeface="宋体"/>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28264"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0" name="object 10" descr=""/>
          <p:cNvSpPr txBox="1"/>
          <p:nvPr/>
        </p:nvSpPr>
        <p:spPr>
          <a:xfrm>
            <a:off x="172618" y="831545"/>
            <a:ext cx="4455160" cy="391795"/>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需要停顿的方法</a:t>
            </a:r>
            <a:r>
              <a:rPr dirty="0" sz="2400" spc="-30" b="1">
                <a:solidFill>
                  <a:srgbClr val="40458B"/>
                </a:solidFill>
                <a:latin typeface="黑体"/>
                <a:cs typeface="黑体"/>
              </a:rPr>
              <a:t>解决数据冲突</a:t>
            </a:r>
            <a:endParaRPr sz="2400">
              <a:latin typeface="黑体"/>
              <a:cs typeface="黑体"/>
            </a:endParaRPr>
          </a:p>
        </p:txBody>
      </p:sp>
      <p:sp>
        <p:nvSpPr>
          <p:cNvPr id="11" name="object 11" descr=""/>
          <p:cNvSpPr txBox="1"/>
          <p:nvPr/>
        </p:nvSpPr>
        <p:spPr>
          <a:xfrm>
            <a:off x="767283" y="1423543"/>
            <a:ext cx="5936615" cy="330835"/>
          </a:xfrm>
          <a:prstGeom prst="rect">
            <a:avLst/>
          </a:prstGeom>
        </p:spPr>
        <p:txBody>
          <a:bodyPr wrap="square" lIns="0" tIns="13335" rIns="0" bIns="0" rtlCol="0" vert="horz">
            <a:spAutoFit/>
          </a:bodyPr>
          <a:lstStyle/>
          <a:p>
            <a:pPr marL="300355" indent="-287655">
              <a:lnSpc>
                <a:spcPct val="100000"/>
              </a:lnSpc>
              <a:spcBef>
                <a:spcPts val="105"/>
              </a:spcBef>
              <a:buClr>
                <a:srgbClr val="4668F5"/>
              </a:buClr>
              <a:buSzPct val="60000"/>
              <a:buFont typeface="Wingdings"/>
              <a:buChar char=""/>
              <a:tabLst>
                <a:tab pos="300355" algn="l"/>
              </a:tabLst>
            </a:pPr>
            <a:r>
              <a:rPr dirty="0" sz="2000" spc="-20" b="1">
                <a:solidFill>
                  <a:srgbClr val="FF0000"/>
                </a:solidFill>
                <a:latin typeface="黑体"/>
                <a:cs typeface="黑体"/>
              </a:rPr>
              <a:t>并不是所有的数据冲突都可以用定向技术来解决</a:t>
            </a:r>
            <a:r>
              <a:rPr dirty="0" sz="2000" spc="-50" b="1">
                <a:solidFill>
                  <a:srgbClr val="00AFEF"/>
                </a:solidFill>
                <a:latin typeface="黑体"/>
                <a:cs typeface="黑体"/>
              </a:rPr>
              <a:t>。</a:t>
            </a:r>
            <a:endParaRPr sz="2000">
              <a:latin typeface="黑体"/>
              <a:cs typeface="黑体"/>
            </a:endParaRPr>
          </a:p>
        </p:txBody>
      </p:sp>
      <p:sp>
        <p:nvSpPr>
          <p:cNvPr id="12" name="object 12" descr=""/>
          <p:cNvSpPr txBox="1"/>
          <p:nvPr/>
        </p:nvSpPr>
        <p:spPr>
          <a:xfrm>
            <a:off x="5232653" y="635889"/>
            <a:ext cx="6937375" cy="830580"/>
          </a:xfrm>
          <a:prstGeom prst="rect">
            <a:avLst/>
          </a:prstGeom>
        </p:spPr>
        <p:txBody>
          <a:bodyPr wrap="square" lIns="0" tIns="12700" rIns="0" bIns="0" rtlCol="0" vert="horz">
            <a:spAutoFit/>
          </a:bodyPr>
          <a:lstStyle/>
          <a:p>
            <a:pPr marL="12700" marR="5080">
              <a:lnSpc>
                <a:spcPct val="110000"/>
              </a:lnSpc>
              <a:spcBef>
                <a:spcPts val="100"/>
              </a:spcBef>
              <a:tabLst>
                <a:tab pos="935990" algn="l"/>
                <a:tab pos="2934335" algn="l"/>
                <a:tab pos="3395979" algn="l"/>
              </a:tabLst>
            </a:pPr>
            <a:r>
              <a:rPr dirty="0" sz="2400" spc="-25" b="1">
                <a:solidFill>
                  <a:srgbClr val="40458B"/>
                </a:solidFill>
                <a:latin typeface="宋体"/>
                <a:cs typeface="宋体"/>
              </a:rPr>
              <a:t>LD</a:t>
            </a:r>
            <a:r>
              <a:rPr dirty="0" sz="2400" b="1">
                <a:solidFill>
                  <a:srgbClr val="40458B"/>
                </a:solidFill>
                <a:latin typeface="宋体"/>
                <a:cs typeface="宋体"/>
              </a:rPr>
              <a:t>	</a:t>
            </a:r>
            <a:r>
              <a:rPr dirty="0" sz="2400" spc="-10" b="1">
                <a:solidFill>
                  <a:srgbClr val="FF33CC"/>
                </a:solidFill>
                <a:latin typeface="宋体"/>
                <a:cs typeface="宋体"/>
              </a:rPr>
              <a:t>R1</a:t>
            </a:r>
            <a:r>
              <a:rPr dirty="0" sz="2400" spc="-10" b="1">
                <a:solidFill>
                  <a:srgbClr val="40458B"/>
                </a:solidFill>
                <a:latin typeface="宋体"/>
                <a:cs typeface="宋体"/>
              </a:rPr>
              <a:t>，0（R2）</a:t>
            </a:r>
            <a:r>
              <a:rPr dirty="0" sz="2400" b="1">
                <a:solidFill>
                  <a:srgbClr val="40458B"/>
                </a:solidFill>
                <a:latin typeface="宋体"/>
                <a:cs typeface="宋体"/>
              </a:rPr>
              <a:t>	</a:t>
            </a:r>
            <a:r>
              <a:rPr dirty="0" sz="2400" spc="-50" b="1">
                <a:solidFill>
                  <a:srgbClr val="40458B"/>
                </a:solidFill>
                <a:latin typeface="宋体"/>
                <a:cs typeface="宋体"/>
              </a:rPr>
              <a:t>#</a:t>
            </a:r>
            <a:r>
              <a:rPr dirty="0" sz="2400" b="1">
                <a:solidFill>
                  <a:srgbClr val="40458B"/>
                </a:solidFill>
                <a:latin typeface="宋体"/>
                <a:cs typeface="宋体"/>
              </a:rPr>
              <a:t>	</a:t>
            </a:r>
            <a:r>
              <a:rPr dirty="0" sz="2400" spc="-20" b="1">
                <a:solidFill>
                  <a:srgbClr val="40458B"/>
                </a:solidFill>
                <a:latin typeface="宋体"/>
                <a:cs typeface="宋体"/>
              </a:rPr>
              <a:t>R1产生于第5个时钟周</a:t>
            </a:r>
            <a:r>
              <a:rPr dirty="0" sz="2400" spc="-50" b="1">
                <a:solidFill>
                  <a:srgbClr val="40458B"/>
                </a:solidFill>
                <a:latin typeface="宋体"/>
                <a:cs typeface="宋体"/>
              </a:rPr>
              <a:t>期 </a:t>
            </a:r>
            <a:r>
              <a:rPr dirty="0" sz="2400" spc="-20" b="1">
                <a:solidFill>
                  <a:srgbClr val="40458B"/>
                </a:solidFill>
                <a:latin typeface="宋体"/>
                <a:cs typeface="宋体"/>
              </a:rPr>
              <a:t>DADD</a:t>
            </a:r>
            <a:r>
              <a:rPr dirty="0" sz="2400" b="1">
                <a:solidFill>
                  <a:srgbClr val="40458B"/>
                </a:solidFill>
                <a:latin typeface="宋体"/>
                <a:cs typeface="宋体"/>
              </a:rPr>
              <a:t>	</a:t>
            </a:r>
            <a:r>
              <a:rPr dirty="0" sz="2400" spc="-1200" b="1">
                <a:solidFill>
                  <a:srgbClr val="40458B"/>
                </a:solidFill>
                <a:latin typeface="宋体"/>
                <a:cs typeface="宋体"/>
              </a:rPr>
              <a:t> </a:t>
            </a:r>
            <a:r>
              <a:rPr dirty="0" sz="2400" spc="-10" b="1">
                <a:solidFill>
                  <a:srgbClr val="40458B"/>
                </a:solidFill>
                <a:latin typeface="宋体"/>
                <a:cs typeface="宋体"/>
              </a:rPr>
              <a:t>R4，</a:t>
            </a:r>
            <a:r>
              <a:rPr dirty="0" sz="2400" spc="-10" b="1">
                <a:solidFill>
                  <a:srgbClr val="FF0000"/>
                </a:solidFill>
                <a:latin typeface="宋体"/>
                <a:cs typeface="宋体"/>
              </a:rPr>
              <a:t>R1,</a:t>
            </a:r>
            <a:r>
              <a:rPr dirty="0" sz="2400" spc="-10" b="1">
                <a:solidFill>
                  <a:srgbClr val="40458B"/>
                </a:solidFill>
                <a:latin typeface="宋体"/>
                <a:cs typeface="宋体"/>
              </a:rPr>
              <a:t>R5</a:t>
            </a:r>
            <a:r>
              <a:rPr dirty="0" sz="2400" b="1">
                <a:solidFill>
                  <a:srgbClr val="40458B"/>
                </a:solidFill>
                <a:latin typeface="宋体"/>
                <a:cs typeface="宋体"/>
              </a:rPr>
              <a:t>	</a:t>
            </a:r>
            <a:r>
              <a:rPr dirty="0" sz="2400" spc="-1190" b="1">
                <a:solidFill>
                  <a:srgbClr val="40458B"/>
                </a:solidFill>
                <a:latin typeface="宋体"/>
                <a:cs typeface="宋体"/>
              </a:rPr>
              <a:t> </a:t>
            </a:r>
            <a:r>
              <a:rPr dirty="0" sz="2400" spc="-30" b="1">
                <a:solidFill>
                  <a:srgbClr val="40458B"/>
                </a:solidFill>
                <a:latin typeface="宋体"/>
                <a:cs typeface="宋体"/>
              </a:rPr>
              <a:t>#</a:t>
            </a:r>
            <a:r>
              <a:rPr dirty="0" sz="2400" b="1">
                <a:solidFill>
                  <a:srgbClr val="40458B"/>
                </a:solidFill>
                <a:latin typeface="宋体"/>
                <a:cs typeface="宋体"/>
              </a:rPr>
              <a:t>	</a:t>
            </a:r>
            <a:r>
              <a:rPr dirty="0" sz="2400" spc="-1110" b="1">
                <a:solidFill>
                  <a:srgbClr val="40458B"/>
                </a:solidFill>
                <a:latin typeface="宋体"/>
                <a:cs typeface="宋体"/>
              </a:rPr>
              <a:t> </a:t>
            </a:r>
            <a:r>
              <a:rPr dirty="0" sz="2400" spc="-20" b="1">
                <a:solidFill>
                  <a:srgbClr val="40458B"/>
                </a:solidFill>
                <a:latin typeface="宋体"/>
                <a:cs typeface="宋体"/>
              </a:rPr>
              <a:t>R1要在第2个时钟周期读</a:t>
            </a:r>
            <a:r>
              <a:rPr dirty="0" sz="2400" spc="-30" b="1">
                <a:solidFill>
                  <a:srgbClr val="40458B"/>
                </a:solidFill>
                <a:latin typeface="宋体"/>
                <a:cs typeface="宋体"/>
              </a:rPr>
              <a:t>取</a:t>
            </a:r>
            <a:endParaRPr sz="2400">
              <a:latin typeface="宋体"/>
              <a:cs typeface="宋体"/>
            </a:endParaRPr>
          </a:p>
        </p:txBody>
      </p:sp>
      <p:grpSp>
        <p:nvGrpSpPr>
          <p:cNvPr id="13" name="object 13" descr=""/>
          <p:cNvGrpSpPr/>
          <p:nvPr/>
        </p:nvGrpSpPr>
        <p:grpSpPr>
          <a:xfrm>
            <a:off x="263347" y="1844763"/>
            <a:ext cx="11741785" cy="4308475"/>
            <a:chOff x="263347" y="1844763"/>
            <a:chExt cx="11741785" cy="4308475"/>
          </a:xfrm>
        </p:grpSpPr>
        <p:pic>
          <p:nvPicPr>
            <p:cNvPr id="14" name="object 14" descr=""/>
            <p:cNvPicPr/>
            <p:nvPr/>
          </p:nvPicPr>
          <p:blipFill>
            <a:blip r:embed="rId2" cstate="print"/>
            <a:stretch>
              <a:fillRect/>
            </a:stretch>
          </p:blipFill>
          <p:spPr>
            <a:xfrm>
              <a:off x="263347" y="1844763"/>
              <a:ext cx="8280908" cy="4116070"/>
            </a:xfrm>
            <a:prstGeom prst="rect">
              <a:avLst/>
            </a:prstGeom>
          </p:spPr>
        </p:pic>
        <p:sp>
          <p:nvSpPr>
            <p:cNvPr id="15" name="object 15" descr=""/>
            <p:cNvSpPr/>
            <p:nvPr/>
          </p:nvSpPr>
          <p:spPr>
            <a:xfrm>
              <a:off x="6239128" y="2924048"/>
              <a:ext cx="2809240" cy="532765"/>
            </a:xfrm>
            <a:custGeom>
              <a:avLst/>
              <a:gdLst/>
              <a:ahLst/>
              <a:cxnLst/>
              <a:rect l="l" t="t" r="r" b="b"/>
              <a:pathLst>
                <a:path w="2809240" h="532764">
                  <a:moveTo>
                    <a:pt x="2733332" y="32729"/>
                  </a:moveTo>
                  <a:lnTo>
                    <a:pt x="0" y="523366"/>
                  </a:lnTo>
                  <a:lnTo>
                    <a:pt x="1778" y="532764"/>
                  </a:lnTo>
                  <a:lnTo>
                    <a:pt x="2735019" y="42121"/>
                  </a:lnTo>
                  <a:lnTo>
                    <a:pt x="2733332" y="32729"/>
                  </a:lnTo>
                  <a:close/>
                </a:path>
                <a:path w="2809240" h="532764">
                  <a:moveTo>
                    <a:pt x="2800550" y="30479"/>
                  </a:moveTo>
                  <a:lnTo>
                    <a:pt x="2745867" y="30479"/>
                  </a:lnTo>
                  <a:lnTo>
                    <a:pt x="2747518" y="39877"/>
                  </a:lnTo>
                  <a:lnTo>
                    <a:pt x="2735019" y="42121"/>
                  </a:lnTo>
                  <a:lnTo>
                    <a:pt x="2740914" y="74929"/>
                  </a:lnTo>
                  <a:lnTo>
                    <a:pt x="2800550" y="30479"/>
                  </a:lnTo>
                  <a:close/>
                </a:path>
                <a:path w="2809240" h="532764">
                  <a:moveTo>
                    <a:pt x="2745867" y="30479"/>
                  </a:moveTo>
                  <a:lnTo>
                    <a:pt x="2733332" y="32729"/>
                  </a:lnTo>
                  <a:lnTo>
                    <a:pt x="2735019" y="42121"/>
                  </a:lnTo>
                  <a:lnTo>
                    <a:pt x="2747518" y="39877"/>
                  </a:lnTo>
                  <a:lnTo>
                    <a:pt x="2745867" y="30479"/>
                  </a:lnTo>
                  <a:close/>
                </a:path>
                <a:path w="2809240" h="532764">
                  <a:moveTo>
                    <a:pt x="2727452" y="0"/>
                  </a:moveTo>
                  <a:lnTo>
                    <a:pt x="2733332" y="32729"/>
                  </a:lnTo>
                  <a:lnTo>
                    <a:pt x="2745867" y="30479"/>
                  </a:lnTo>
                  <a:lnTo>
                    <a:pt x="2800550" y="30479"/>
                  </a:lnTo>
                  <a:lnTo>
                    <a:pt x="2809240" y="24002"/>
                  </a:lnTo>
                  <a:lnTo>
                    <a:pt x="2727452" y="0"/>
                  </a:lnTo>
                  <a:close/>
                </a:path>
              </a:pathLst>
            </a:custGeom>
            <a:solidFill>
              <a:srgbClr val="C00000"/>
            </a:solidFill>
          </p:spPr>
          <p:txBody>
            <a:bodyPr wrap="square" lIns="0" tIns="0" rIns="0" bIns="0" rtlCol="0"/>
            <a:lstStyle/>
            <a:p/>
          </p:txBody>
        </p:sp>
        <p:pic>
          <p:nvPicPr>
            <p:cNvPr id="16" name="object 16" descr=""/>
            <p:cNvPicPr/>
            <p:nvPr/>
          </p:nvPicPr>
          <p:blipFill>
            <a:blip r:embed="rId3" cstate="print"/>
            <a:stretch>
              <a:fillRect/>
            </a:stretch>
          </p:blipFill>
          <p:spPr>
            <a:xfrm>
              <a:off x="7032116" y="3696538"/>
              <a:ext cx="4953761" cy="2437384"/>
            </a:xfrm>
            <a:prstGeom prst="rect">
              <a:avLst/>
            </a:prstGeom>
          </p:spPr>
        </p:pic>
        <p:sp>
          <p:nvSpPr>
            <p:cNvPr id="17" name="object 17" descr=""/>
            <p:cNvSpPr/>
            <p:nvPr/>
          </p:nvSpPr>
          <p:spPr>
            <a:xfrm>
              <a:off x="7022591" y="3687013"/>
              <a:ext cx="4973320" cy="2456815"/>
            </a:xfrm>
            <a:custGeom>
              <a:avLst/>
              <a:gdLst/>
              <a:ahLst/>
              <a:cxnLst/>
              <a:rect l="l" t="t" r="r" b="b"/>
              <a:pathLst>
                <a:path w="4973320" h="2456815">
                  <a:moveTo>
                    <a:pt x="0" y="2456433"/>
                  </a:moveTo>
                  <a:lnTo>
                    <a:pt x="4972811" y="2456433"/>
                  </a:lnTo>
                  <a:lnTo>
                    <a:pt x="4972811" y="0"/>
                  </a:lnTo>
                  <a:lnTo>
                    <a:pt x="0" y="0"/>
                  </a:lnTo>
                  <a:lnTo>
                    <a:pt x="0" y="2456433"/>
                  </a:lnTo>
                  <a:close/>
                </a:path>
              </a:pathLst>
            </a:custGeom>
            <a:ln w="19050">
              <a:solidFill>
                <a:srgbClr val="C00000"/>
              </a:solidFill>
            </a:ln>
          </p:spPr>
          <p:txBody>
            <a:bodyPr wrap="square" lIns="0" tIns="0" rIns="0" bIns="0" rtlCol="0"/>
            <a:lstStyle/>
            <a:p/>
          </p:txBody>
        </p:sp>
      </p:grpSp>
      <p:sp>
        <p:nvSpPr>
          <p:cNvPr id="18" name="object 18" descr=""/>
          <p:cNvSpPr txBox="1"/>
          <p:nvPr/>
        </p:nvSpPr>
        <p:spPr>
          <a:xfrm>
            <a:off x="9040114" y="1857502"/>
            <a:ext cx="2159000" cy="748030"/>
          </a:xfrm>
          <a:prstGeom prst="rect">
            <a:avLst/>
          </a:prstGeom>
        </p:spPr>
        <p:txBody>
          <a:bodyPr wrap="square" lIns="0" tIns="31750" rIns="0" bIns="0" rtlCol="0" vert="horz">
            <a:spAutoFit/>
          </a:bodyPr>
          <a:lstStyle/>
          <a:p>
            <a:pPr marL="12700" marR="5080">
              <a:lnSpc>
                <a:spcPts val="2810"/>
              </a:lnSpc>
              <a:spcBef>
                <a:spcPts val="250"/>
              </a:spcBef>
            </a:pPr>
            <a:r>
              <a:rPr dirty="0" sz="2400" spc="-10">
                <a:solidFill>
                  <a:srgbClr val="40458B"/>
                </a:solidFill>
                <a:latin typeface="黑体"/>
                <a:cs typeface="黑体"/>
              </a:rPr>
              <a:t>结果产生的与使用的时间差别</a:t>
            </a:r>
            <a:endParaRPr sz="2400">
              <a:latin typeface="黑体"/>
              <a:cs typeface="黑体"/>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pSp>
        <p:nvGrpSpPr>
          <p:cNvPr id="9" name="object 9" descr=""/>
          <p:cNvGrpSpPr/>
          <p:nvPr/>
        </p:nvGrpSpPr>
        <p:grpSpPr>
          <a:xfrm>
            <a:off x="263347" y="1844763"/>
            <a:ext cx="11665585" cy="4177665"/>
            <a:chOff x="263347" y="1844763"/>
            <a:chExt cx="11665585" cy="4177665"/>
          </a:xfrm>
        </p:grpSpPr>
        <p:pic>
          <p:nvPicPr>
            <p:cNvPr id="10" name="object 10" descr=""/>
            <p:cNvPicPr/>
            <p:nvPr/>
          </p:nvPicPr>
          <p:blipFill>
            <a:blip r:embed="rId2" cstate="print"/>
            <a:stretch>
              <a:fillRect/>
            </a:stretch>
          </p:blipFill>
          <p:spPr>
            <a:xfrm>
              <a:off x="6757796" y="1946135"/>
              <a:ext cx="5170805" cy="4076191"/>
            </a:xfrm>
            <a:prstGeom prst="rect">
              <a:avLst/>
            </a:prstGeom>
          </p:spPr>
        </p:pic>
        <p:pic>
          <p:nvPicPr>
            <p:cNvPr id="11" name="object 11" descr=""/>
            <p:cNvPicPr/>
            <p:nvPr/>
          </p:nvPicPr>
          <p:blipFill>
            <a:blip r:embed="rId3" cstate="print"/>
            <a:stretch>
              <a:fillRect/>
            </a:stretch>
          </p:blipFill>
          <p:spPr>
            <a:xfrm>
              <a:off x="263347" y="1844763"/>
              <a:ext cx="5973064" cy="4116070"/>
            </a:xfrm>
            <a:prstGeom prst="rect">
              <a:avLst/>
            </a:prstGeom>
          </p:spPr>
        </p:pic>
        <p:sp>
          <p:nvSpPr>
            <p:cNvPr id="12" name="object 12" descr=""/>
            <p:cNvSpPr/>
            <p:nvPr/>
          </p:nvSpPr>
          <p:spPr>
            <a:xfrm>
              <a:off x="4574413" y="3414014"/>
              <a:ext cx="6130290" cy="76200"/>
            </a:xfrm>
            <a:custGeom>
              <a:avLst/>
              <a:gdLst/>
              <a:ahLst/>
              <a:cxnLst/>
              <a:rect l="l" t="t" r="r" b="b"/>
              <a:pathLst>
                <a:path w="6130290" h="76200">
                  <a:moveTo>
                    <a:pt x="6053836" y="0"/>
                  </a:moveTo>
                  <a:lnTo>
                    <a:pt x="6053836" y="76200"/>
                  </a:lnTo>
                  <a:lnTo>
                    <a:pt x="6120384" y="42925"/>
                  </a:lnTo>
                  <a:lnTo>
                    <a:pt x="6066663" y="42925"/>
                  </a:lnTo>
                  <a:lnTo>
                    <a:pt x="6066663" y="33400"/>
                  </a:lnTo>
                  <a:lnTo>
                    <a:pt x="6120638" y="33400"/>
                  </a:lnTo>
                  <a:lnTo>
                    <a:pt x="6053836" y="0"/>
                  </a:lnTo>
                  <a:close/>
                </a:path>
                <a:path w="6130290" h="76200">
                  <a:moveTo>
                    <a:pt x="6053836" y="33400"/>
                  </a:moveTo>
                  <a:lnTo>
                    <a:pt x="0" y="33400"/>
                  </a:lnTo>
                  <a:lnTo>
                    <a:pt x="0" y="42925"/>
                  </a:lnTo>
                  <a:lnTo>
                    <a:pt x="6053836" y="42925"/>
                  </a:lnTo>
                  <a:lnTo>
                    <a:pt x="6053836" y="33400"/>
                  </a:lnTo>
                  <a:close/>
                </a:path>
                <a:path w="6130290" h="76200">
                  <a:moveTo>
                    <a:pt x="6120638" y="33400"/>
                  </a:moveTo>
                  <a:lnTo>
                    <a:pt x="6066663" y="33400"/>
                  </a:lnTo>
                  <a:lnTo>
                    <a:pt x="6066663" y="42925"/>
                  </a:lnTo>
                  <a:lnTo>
                    <a:pt x="6120384" y="42925"/>
                  </a:lnTo>
                  <a:lnTo>
                    <a:pt x="6130036" y="38100"/>
                  </a:lnTo>
                  <a:lnTo>
                    <a:pt x="6120638" y="33400"/>
                  </a:lnTo>
                  <a:close/>
                </a:path>
              </a:pathLst>
            </a:custGeom>
            <a:solidFill>
              <a:srgbClr val="C00000"/>
            </a:solidFill>
          </p:spPr>
          <p:txBody>
            <a:bodyPr wrap="square" lIns="0" tIns="0" rIns="0" bIns="0" rtlCol="0"/>
            <a:lstStyle/>
            <a:p/>
          </p:txBody>
        </p:sp>
      </p:grpSp>
      <p:sp>
        <p:nvSpPr>
          <p:cNvPr id="13" name="object 13"/>
          <p:cNvSpPr txBox="1">
            <a:spLocks noGrp="1"/>
          </p:cNvSpPr>
          <p:nvPr>
            <p:ph type="title"/>
          </p:nvPr>
        </p:nvSpPr>
        <p:spPr>
          <a:xfrm>
            <a:off x="3128264" y="197307"/>
            <a:ext cx="449770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4" name="object 14" descr=""/>
          <p:cNvSpPr txBox="1"/>
          <p:nvPr/>
        </p:nvSpPr>
        <p:spPr>
          <a:xfrm>
            <a:off x="172618" y="831545"/>
            <a:ext cx="4455160" cy="923290"/>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需要停顿的方法</a:t>
            </a:r>
            <a:r>
              <a:rPr dirty="0" sz="2400" spc="-30" b="1">
                <a:solidFill>
                  <a:srgbClr val="40458B"/>
                </a:solidFill>
                <a:latin typeface="黑体"/>
                <a:cs typeface="黑体"/>
              </a:rPr>
              <a:t>解决数据冲突</a:t>
            </a:r>
            <a:endParaRPr sz="2400">
              <a:latin typeface="黑体"/>
              <a:cs typeface="黑体"/>
            </a:endParaRPr>
          </a:p>
          <a:p>
            <a:pPr lvl="1" marL="894715" indent="-287655">
              <a:lnSpc>
                <a:spcPct val="100000"/>
              </a:lnSpc>
              <a:spcBef>
                <a:spcPts val="1785"/>
              </a:spcBef>
              <a:buClr>
                <a:srgbClr val="4668F5"/>
              </a:buClr>
              <a:buSzPct val="60000"/>
              <a:buFont typeface="Wingdings"/>
              <a:buChar char=""/>
              <a:tabLst>
                <a:tab pos="894715" algn="l"/>
              </a:tabLst>
            </a:pPr>
            <a:r>
              <a:rPr dirty="0" sz="2000" spc="-20" b="1">
                <a:solidFill>
                  <a:srgbClr val="FF0000"/>
                </a:solidFill>
                <a:latin typeface="黑体"/>
                <a:cs typeface="黑体"/>
              </a:rPr>
              <a:t>定向技术+慢一拍来解决</a:t>
            </a:r>
            <a:r>
              <a:rPr dirty="0" sz="2000" spc="-50" b="1">
                <a:solidFill>
                  <a:srgbClr val="00AFEF"/>
                </a:solidFill>
                <a:latin typeface="黑体"/>
                <a:cs typeface="黑体"/>
              </a:rPr>
              <a:t>。</a:t>
            </a:r>
            <a:endParaRPr sz="2000">
              <a:latin typeface="黑体"/>
              <a:cs typeface="黑体"/>
            </a:endParaRPr>
          </a:p>
        </p:txBody>
      </p:sp>
      <p:sp>
        <p:nvSpPr>
          <p:cNvPr id="15" name="object 15" descr=""/>
          <p:cNvSpPr txBox="1"/>
          <p:nvPr/>
        </p:nvSpPr>
        <p:spPr>
          <a:xfrm>
            <a:off x="5232653" y="635889"/>
            <a:ext cx="6937375" cy="830580"/>
          </a:xfrm>
          <a:prstGeom prst="rect">
            <a:avLst/>
          </a:prstGeom>
        </p:spPr>
        <p:txBody>
          <a:bodyPr wrap="square" lIns="0" tIns="12700" rIns="0" bIns="0" rtlCol="0" vert="horz">
            <a:spAutoFit/>
          </a:bodyPr>
          <a:lstStyle/>
          <a:p>
            <a:pPr marL="12700" marR="5080">
              <a:lnSpc>
                <a:spcPct val="110000"/>
              </a:lnSpc>
              <a:spcBef>
                <a:spcPts val="100"/>
              </a:spcBef>
              <a:tabLst>
                <a:tab pos="935990" algn="l"/>
                <a:tab pos="2934335" algn="l"/>
                <a:tab pos="3395979" algn="l"/>
              </a:tabLst>
            </a:pPr>
            <a:r>
              <a:rPr dirty="0" sz="2400" spc="-25" b="1">
                <a:solidFill>
                  <a:srgbClr val="40458B"/>
                </a:solidFill>
                <a:latin typeface="宋体"/>
                <a:cs typeface="宋体"/>
              </a:rPr>
              <a:t>LD</a:t>
            </a:r>
            <a:r>
              <a:rPr dirty="0" sz="2400" b="1">
                <a:solidFill>
                  <a:srgbClr val="40458B"/>
                </a:solidFill>
                <a:latin typeface="宋体"/>
                <a:cs typeface="宋体"/>
              </a:rPr>
              <a:t>	</a:t>
            </a:r>
            <a:r>
              <a:rPr dirty="0" sz="2400" spc="-10" b="1">
                <a:solidFill>
                  <a:srgbClr val="FF33CC"/>
                </a:solidFill>
                <a:latin typeface="宋体"/>
                <a:cs typeface="宋体"/>
              </a:rPr>
              <a:t>R1</a:t>
            </a:r>
            <a:r>
              <a:rPr dirty="0" sz="2400" spc="-10" b="1">
                <a:solidFill>
                  <a:srgbClr val="40458B"/>
                </a:solidFill>
                <a:latin typeface="宋体"/>
                <a:cs typeface="宋体"/>
              </a:rPr>
              <a:t>，0（R2）</a:t>
            </a:r>
            <a:r>
              <a:rPr dirty="0" sz="2400" b="1">
                <a:solidFill>
                  <a:srgbClr val="40458B"/>
                </a:solidFill>
                <a:latin typeface="宋体"/>
                <a:cs typeface="宋体"/>
              </a:rPr>
              <a:t>	</a:t>
            </a:r>
            <a:r>
              <a:rPr dirty="0" sz="2400" spc="-50" b="1">
                <a:solidFill>
                  <a:srgbClr val="40458B"/>
                </a:solidFill>
                <a:latin typeface="宋体"/>
                <a:cs typeface="宋体"/>
              </a:rPr>
              <a:t>#</a:t>
            </a:r>
            <a:r>
              <a:rPr dirty="0" sz="2400" b="1">
                <a:solidFill>
                  <a:srgbClr val="40458B"/>
                </a:solidFill>
                <a:latin typeface="宋体"/>
                <a:cs typeface="宋体"/>
              </a:rPr>
              <a:t>	</a:t>
            </a:r>
            <a:r>
              <a:rPr dirty="0" sz="2400" spc="-20" b="1">
                <a:solidFill>
                  <a:srgbClr val="40458B"/>
                </a:solidFill>
                <a:latin typeface="宋体"/>
                <a:cs typeface="宋体"/>
              </a:rPr>
              <a:t>R1产生于第5个时钟周</a:t>
            </a:r>
            <a:r>
              <a:rPr dirty="0" sz="2400" spc="-50" b="1">
                <a:solidFill>
                  <a:srgbClr val="40458B"/>
                </a:solidFill>
                <a:latin typeface="宋体"/>
                <a:cs typeface="宋体"/>
              </a:rPr>
              <a:t>期 </a:t>
            </a:r>
            <a:r>
              <a:rPr dirty="0" sz="2400" spc="-20" b="1">
                <a:solidFill>
                  <a:srgbClr val="40458B"/>
                </a:solidFill>
                <a:latin typeface="宋体"/>
                <a:cs typeface="宋体"/>
              </a:rPr>
              <a:t>DADD</a:t>
            </a:r>
            <a:r>
              <a:rPr dirty="0" sz="2400" b="1">
                <a:solidFill>
                  <a:srgbClr val="40458B"/>
                </a:solidFill>
                <a:latin typeface="宋体"/>
                <a:cs typeface="宋体"/>
              </a:rPr>
              <a:t>	</a:t>
            </a:r>
            <a:r>
              <a:rPr dirty="0" sz="2400" spc="-1200" b="1">
                <a:solidFill>
                  <a:srgbClr val="40458B"/>
                </a:solidFill>
                <a:latin typeface="宋体"/>
                <a:cs typeface="宋体"/>
              </a:rPr>
              <a:t> </a:t>
            </a:r>
            <a:r>
              <a:rPr dirty="0" sz="2400" spc="-10" b="1">
                <a:solidFill>
                  <a:srgbClr val="40458B"/>
                </a:solidFill>
                <a:latin typeface="宋体"/>
                <a:cs typeface="宋体"/>
              </a:rPr>
              <a:t>R4，</a:t>
            </a:r>
            <a:r>
              <a:rPr dirty="0" sz="2400" spc="-10" b="1">
                <a:solidFill>
                  <a:srgbClr val="FF0000"/>
                </a:solidFill>
                <a:latin typeface="宋体"/>
                <a:cs typeface="宋体"/>
              </a:rPr>
              <a:t>R1,</a:t>
            </a:r>
            <a:r>
              <a:rPr dirty="0" sz="2400" spc="-10" b="1">
                <a:solidFill>
                  <a:srgbClr val="40458B"/>
                </a:solidFill>
                <a:latin typeface="宋体"/>
                <a:cs typeface="宋体"/>
              </a:rPr>
              <a:t>R5</a:t>
            </a:r>
            <a:r>
              <a:rPr dirty="0" sz="2400" b="1">
                <a:solidFill>
                  <a:srgbClr val="40458B"/>
                </a:solidFill>
                <a:latin typeface="宋体"/>
                <a:cs typeface="宋体"/>
              </a:rPr>
              <a:t>	</a:t>
            </a:r>
            <a:r>
              <a:rPr dirty="0" sz="2400" spc="-1190" b="1">
                <a:solidFill>
                  <a:srgbClr val="40458B"/>
                </a:solidFill>
                <a:latin typeface="宋体"/>
                <a:cs typeface="宋体"/>
              </a:rPr>
              <a:t> </a:t>
            </a:r>
            <a:r>
              <a:rPr dirty="0" sz="2400" spc="-30" b="1">
                <a:solidFill>
                  <a:srgbClr val="40458B"/>
                </a:solidFill>
                <a:latin typeface="宋体"/>
                <a:cs typeface="宋体"/>
              </a:rPr>
              <a:t>#</a:t>
            </a:r>
            <a:r>
              <a:rPr dirty="0" sz="2400" b="1">
                <a:solidFill>
                  <a:srgbClr val="40458B"/>
                </a:solidFill>
                <a:latin typeface="宋体"/>
                <a:cs typeface="宋体"/>
              </a:rPr>
              <a:t>	</a:t>
            </a:r>
            <a:r>
              <a:rPr dirty="0" sz="2400" spc="-1110" b="1">
                <a:solidFill>
                  <a:srgbClr val="40458B"/>
                </a:solidFill>
                <a:latin typeface="宋体"/>
                <a:cs typeface="宋体"/>
              </a:rPr>
              <a:t> </a:t>
            </a:r>
            <a:r>
              <a:rPr dirty="0" sz="2400" spc="-20" b="1">
                <a:solidFill>
                  <a:srgbClr val="40458B"/>
                </a:solidFill>
                <a:latin typeface="宋体"/>
                <a:cs typeface="宋体"/>
              </a:rPr>
              <a:t>R1要在第2个时钟周期读</a:t>
            </a:r>
            <a:r>
              <a:rPr dirty="0" sz="2400" spc="-30" b="1">
                <a:solidFill>
                  <a:srgbClr val="40458B"/>
                </a:solidFill>
                <a:latin typeface="宋体"/>
                <a:cs typeface="宋体"/>
              </a:rPr>
              <a:t>取</a:t>
            </a:r>
            <a:endParaRPr sz="2400">
              <a:latin typeface="宋体"/>
              <a:cs typeface="宋体"/>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149/154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174191" y="110439"/>
            <a:ext cx="10892790" cy="452120"/>
          </a:xfrm>
          <a:prstGeom prst="rect"/>
        </p:spPr>
        <p:txBody>
          <a:bodyPr wrap="square" lIns="0" tIns="12065" rIns="0" bIns="0" rtlCol="0" vert="horz">
            <a:spAutoFit/>
          </a:bodyPr>
          <a:lstStyle/>
          <a:p>
            <a:pPr marL="12700">
              <a:lnSpc>
                <a:spcPct val="100000"/>
              </a:lnSpc>
              <a:spcBef>
                <a:spcPts val="95"/>
              </a:spcBef>
            </a:pPr>
            <a:r>
              <a:rPr dirty="0" u="none" sz="2800" spc="-10">
                <a:solidFill>
                  <a:srgbClr val="FF0000"/>
                </a:solidFill>
                <a:latin typeface="Tahoma"/>
                <a:cs typeface="Tahoma"/>
              </a:rPr>
              <a:t>2</a:t>
            </a:r>
            <a:r>
              <a:rPr dirty="0" u="none" sz="2800" spc="-35">
                <a:solidFill>
                  <a:srgbClr val="FF0000"/>
                </a:solidFill>
              </a:rPr>
              <a:t>、数据冲突减少或解决的方法：定向技术、指令调度、</a:t>
            </a:r>
            <a:r>
              <a:rPr dirty="0" u="none" sz="2800" spc="-40">
                <a:solidFill>
                  <a:srgbClr val="006FC0"/>
                </a:solidFill>
              </a:rPr>
              <a:t>指令停顿解决</a:t>
            </a:r>
            <a:endParaRPr sz="2800">
              <a:latin typeface="Tahoma"/>
              <a:cs typeface="Tahoma"/>
            </a:endParaRPr>
          </a:p>
        </p:txBody>
      </p:sp>
      <p:sp>
        <p:nvSpPr>
          <p:cNvPr id="10" name="object 10" descr=""/>
          <p:cNvSpPr txBox="1"/>
          <p:nvPr/>
        </p:nvSpPr>
        <p:spPr>
          <a:xfrm>
            <a:off x="3625722" y="694689"/>
            <a:ext cx="463613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FF0000"/>
                </a:solidFill>
                <a:latin typeface="宋体"/>
                <a:cs typeface="宋体"/>
              </a:rPr>
              <a:t>无法将LD</a:t>
            </a:r>
            <a:r>
              <a:rPr dirty="0" sz="2000" spc="-20" b="1">
                <a:solidFill>
                  <a:srgbClr val="FF0000"/>
                </a:solidFill>
                <a:latin typeface="宋体"/>
                <a:cs typeface="宋体"/>
              </a:rPr>
              <a:t>指令的结果直接定向到DADD</a:t>
            </a:r>
            <a:r>
              <a:rPr dirty="0" sz="2000" spc="-30" b="1">
                <a:solidFill>
                  <a:srgbClr val="FF0000"/>
                </a:solidFill>
                <a:latin typeface="宋体"/>
                <a:cs typeface="宋体"/>
              </a:rPr>
              <a:t>指令</a:t>
            </a:r>
            <a:endParaRPr sz="2000">
              <a:latin typeface="宋体"/>
              <a:cs typeface="宋体"/>
            </a:endParaRPr>
          </a:p>
        </p:txBody>
      </p:sp>
      <p:sp>
        <p:nvSpPr>
          <p:cNvPr id="11" name="object 11" descr=""/>
          <p:cNvSpPr txBox="1"/>
          <p:nvPr/>
        </p:nvSpPr>
        <p:spPr>
          <a:xfrm>
            <a:off x="198526" y="4221937"/>
            <a:ext cx="11639550" cy="2152650"/>
          </a:xfrm>
          <a:prstGeom prst="rect">
            <a:avLst/>
          </a:prstGeom>
        </p:spPr>
        <p:txBody>
          <a:bodyPr wrap="square" lIns="0" tIns="13335" rIns="0" bIns="0" rtlCol="0" vert="horz">
            <a:spAutoFit/>
          </a:bodyPr>
          <a:lstStyle/>
          <a:p>
            <a:pPr marL="12700">
              <a:lnSpc>
                <a:spcPct val="100000"/>
              </a:lnSpc>
              <a:spcBef>
                <a:spcPts val="105"/>
              </a:spcBef>
            </a:pPr>
            <a:r>
              <a:rPr dirty="0" sz="2000" spc="-25">
                <a:solidFill>
                  <a:srgbClr val="40458B"/>
                </a:solidFill>
                <a:latin typeface="Tahoma"/>
                <a:cs typeface="Tahoma"/>
              </a:rPr>
              <a:t>LD</a:t>
            </a:r>
            <a:r>
              <a:rPr dirty="0" sz="2000">
                <a:solidFill>
                  <a:srgbClr val="40458B"/>
                </a:solidFill>
                <a:latin typeface="黑体"/>
                <a:cs typeface="黑体"/>
              </a:rPr>
              <a:t>指令在</a:t>
            </a:r>
            <a:r>
              <a:rPr dirty="0" sz="2000" spc="-10">
                <a:solidFill>
                  <a:srgbClr val="40458B"/>
                </a:solidFill>
                <a:latin typeface="Tahoma"/>
                <a:cs typeface="Tahoma"/>
              </a:rPr>
              <a:t>MEM</a:t>
            </a:r>
            <a:r>
              <a:rPr dirty="0" sz="2000" spc="-20">
                <a:solidFill>
                  <a:srgbClr val="40458B"/>
                </a:solidFill>
                <a:latin typeface="黑体"/>
                <a:cs typeface="黑体"/>
              </a:rPr>
              <a:t>段数据已生成，这样就必须</a:t>
            </a:r>
            <a:r>
              <a:rPr dirty="0" sz="2000" spc="-10">
                <a:solidFill>
                  <a:srgbClr val="40458B"/>
                </a:solidFill>
                <a:latin typeface="Tahoma"/>
                <a:cs typeface="Tahoma"/>
              </a:rPr>
              <a:t>stall</a:t>
            </a:r>
            <a:r>
              <a:rPr dirty="0" sz="2000" spc="-15">
                <a:solidFill>
                  <a:srgbClr val="40458B"/>
                </a:solidFill>
                <a:latin typeface="黑体"/>
                <a:cs typeface="黑体"/>
              </a:rPr>
              <a:t>一拍皆可以为</a:t>
            </a:r>
            <a:r>
              <a:rPr dirty="0" sz="2000" spc="-25">
                <a:solidFill>
                  <a:srgbClr val="40458B"/>
                </a:solidFill>
                <a:latin typeface="Tahoma"/>
                <a:cs typeface="Tahoma"/>
              </a:rPr>
              <a:t>DADD</a:t>
            </a:r>
            <a:r>
              <a:rPr dirty="0" sz="2000" spc="-10">
                <a:solidFill>
                  <a:srgbClr val="40458B"/>
                </a:solidFill>
                <a:latin typeface="黑体"/>
                <a:cs typeface="黑体"/>
              </a:rPr>
              <a:t>指令所用。</a:t>
            </a:r>
            <a:r>
              <a:rPr dirty="0" sz="2000">
                <a:solidFill>
                  <a:srgbClr val="FF0000"/>
                </a:solidFill>
                <a:latin typeface="黑体"/>
                <a:cs typeface="黑体"/>
              </a:rPr>
              <a:t>（</a:t>
            </a:r>
            <a:r>
              <a:rPr dirty="0" sz="2000" spc="-15">
                <a:solidFill>
                  <a:srgbClr val="FF0000"/>
                </a:solidFill>
                <a:latin typeface="黑体"/>
                <a:cs typeface="黑体"/>
              </a:rPr>
              <a:t>如果</a:t>
            </a:r>
            <a:r>
              <a:rPr dirty="0" sz="2000" spc="-10">
                <a:solidFill>
                  <a:srgbClr val="FF5CFF"/>
                </a:solidFill>
                <a:latin typeface="黑体"/>
                <a:cs typeface="黑体"/>
              </a:rPr>
              <a:t>不慢一拍</a:t>
            </a:r>
            <a:r>
              <a:rPr dirty="0" sz="2000" spc="-25">
                <a:solidFill>
                  <a:srgbClr val="FF0000"/>
                </a:solidFill>
                <a:latin typeface="黑体"/>
                <a:cs typeface="黑体"/>
              </a:rPr>
              <a:t>有解决方法</a:t>
            </a:r>
            <a:endParaRPr sz="2000">
              <a:latin typeface="黑体"/>
              <a:cs typeface="黑体"/>
            </a:endParaRPr>
          </a:p>
          <a:p>
            <a:pPr marL="12700">
              <a:lnSpc>
                <a:spcPct val="100000"/>
              </a:lnSpc>
            </a:pPr>
            <a:r>
              <a:rPr dirty="0" sz="2000">
                <a:solidFill>
                  <a:srgbClr val="FF0000"/>
                </a:solidFill>
                <a:latin typeface="黑体"/>
                <a:cs typeface="黑体"/>
              </a:rPr>
              <a:t>吗）</a:t>
            </a:r>
            <a:r>
              <a:rPr dirty="0" sz="2000" spc="-10">
                <a:solidFill>
                  <a:srgbClr val="FF0000"/>
                </a:solidFill>
                <a:latin typeface="Tahoma"/>
                <a:cs typeface="Tahoma"/>
              </a:rPr>
              <a:t>---</a:t>
            </a:r>
            <a:r>
              <a:rPr dirty="0" sz="2000" spc="-20">
                <a:solidFill>
                  <a:srgbClr val="FF0000"/>
                </a:solidFill>
                <a:latin typeface="黑体"/>
                <a:cs typeface="黑体"/>
              </a:rPr>
              <a:t>也就是单纯定向技术无能为力了，怎么解决？</a:t>
            </a:r>
            <a:endParaRPr sz="2000">
              <a:latin typeface="黑体"/>
              <a:cs typeface="黑体"/>
            </a:endParaRPr>
          </a:p>
          <a:p>
            <a:pPr marL="1294765" indent="-457834">
              <a:lnSpc>
                <a:spcPct val="100000"/>
              </a:lnSpc>
              <a:spcBef>
                <a:spcPts val="1570"/>
              </a:spcBef>
              <a:buClr>
                <a:srgbClr val="4668F5"/>
              </a:buClr>
              <a:buSzPct val="60416"/>
              <a:buFont typeface="Wingdings"/>
              <a:buChar char=""/>
              <a:tabLst>
                <a:tab pos="1294765" algn="l"/>
              </a:tabLst>
            </a:pPr>
            <a:r>
              <a:rPr dirty="0" sz="2400" spc="-25" b="1">
                <a:solidFill>
                  <a:srgbClr val="001F5F"/>
                </a:solidFill>
                <a:latin typeface="宋体"/>
                <a:cs typeface="宋体"/>
              </a:rPr>
              <a:t>旁路技术无法解决上述</a:t>
            </a:r>
            <a:r>
              <a:rPr dirty="0" sz="2400" spc="-10" b="1">
                <a:solidFill>
                  <a:srgbClr val="001F5F"/>
                </a:solidFill>
                <a:latin typeface="Tahoma"/>
                <a:cs typeface="Tahoma"/>
              </a:rPr>
              <a:t>LD</a:t>
            </a:r>
            <a:r>
              <a:rPr dirty="0" sz="2400" spc="-30" b="1">
                <a:solidFill>
                  <a:srgbClr val="001F5F"/>
                </a:solidFill>
                <a:latin typeface="宋体"/>
                <a:cs typeface="宋体"/>
              </a:rPr>
              <a:t>相关指令引起的冲突</a:t>
            </a:r>
            <a:endParaRPr sz="2400">
              <a:latin typeface="宋体"/>
              <a:cs typeface="宋体"/>
            </a:endParaRPr>
          </a:p>
          <a:p>
            <a:pPr marL="1294765" indent="-457834">
              <a:lnSpc>
                <a:spcPct val="100000"/>
              </a:lnSpc>
              <a:spcBef>
                <a:spcPts val="865"/>
              </a:spcBef>
              <a:buClr>
                <a:srgbClr val="4668F5"/>
              </a:buClr>
              <a:buSzPct val="60416"/>
              <a:buFont typeface="Wingdings"/>
              <a:buChar char=""/>
              <a:tabLst>
                <a:tab pos="1294765" algn="l"/>
              </a:tabLst>
            </a:pPr>
            <a:r>
              <a:rPr dirty="0" sz="2400" spc="-20" b="1">
                <a:solidFill>
                  <a:srgbClr val="E14B04"/>
                </a:solidFill>
                <a:latin typeface="宋体"/>
                <a:cs typeface="宋体"/>
              </a:rPr>
              <a:t>解决方法：</a:t>
            </a:r>
            <a:r>
              <a:rPr dirty="0" sz="2400" spc="-20" b="1">
                <a:solidFill>
                  <a:srgbClr val="001F5F"/>
                </a:solidFill>
                <a:latin typeface="宋体"/>
                <a:cs typeface="宋体"/>
              </a:rPr>
              <a:t>增加流水线互锁机制，插入“暂停”（stall）</a:t>
            </a:r>
            <a:r>
              <a:rPr dirty="0" sz="2400" spc="-25" b="1">
                <a:solidFill>
                  <a:srgbClr val="001F5F"/>
                </a:solidFill>
                <a:latin typeface="宋体"/>
                <a:cs typeface="宋体"/>
              </a:rPr>
              <a:t>或气泡然后再定向</a:t>
            </a:r>
            <a:endParaRPr sz="2400">
              <a:latin typeface="宋体"/>
              <a:cs typeface="宋体"/>
            </a:endParaRPr>
          </a:p>
          <a:p>
            <a:pPr marL="1383030" indent="-546100">
              <a:lnSpc>
                <a:spcPct val="100000"/>
              </a:lnSpc>
              <a:spcBef>
                <a:spcPts val="865"/>
              </a:spcBef>
              <a:buClr>
                <a:srgbClr val="4668F5"/>
              </a:buClr>
              <a:buSzPct val="60416"/>
              <a:buFont typeface="Wingdings"/>
              <a:buChar char=""/>
              <a:tabLst>
                <a:tab pos="1383030" algn="l"/>
              </a:tabLst>
            </a:pPr>
            <a:r>
              <a:rPr dirty="0" sz="2400" spc="-20" b="1">
                <a:solidFill>
                  <a:srgbClr val="E14B04"/>
                </a:solidFill>
                <a:latin typeface="宋体"/>
                <a:cs typeface="宋体"/>
              </a:rPr>
              <a:t>作用</a:t>
            </a:r>
            <a:r>
              <a:rPr dirty="0" sz="2400" spc="-25" b="1">
                <a:solidFill>
                  <a:srgbClr val="001F5F"/>
                </a:solidFill>
                <a:latin typeface="宋体"/>
                <a:cs typeface="宋体"/>
              </a:rPr>
              <a:t>：检测发现数据冲突，并使流水线停顿，直至冲突消失。</a:t>
            </a:r>
            <a:endParaRPr sz="2400">
              <a:latin typeface="宋体"/>
              <a:cs typeface="宋体"/>
            </a:endParaRPr>
          </a:p>
        </p:txBody>
      </p:sp>
      <p:sp>
        <p:nvSpPr>
          <p:cNvPr id="12" name="object 12" descr=""/>
          <p:cNvSpPr txBox="1"/>
          <p:nvPr/>
        </p:nvSpPr>
        <p:spPr>
          <a:xfrm>
            <a:off x="139090" y="903224"/>
            <a:ext cx="3328035" cy="330835"/>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006FC0"/>
                </a:solidFill>
                <a:latin typeface="黑体"/>
                <a:cs typeface="黑体"/>
              </a:rPr>
              <a:t>流水线插入气泡后的执行过程</a:t>
            </a:r>
            <a:endParaRPr sz="2000">
              <a:latin typeface="黑体"/>
              <a:cs typeface="黑体"/>
            </a:endParaRPr>
          </a:p>
        </p:txBody>
      </p:sp>
      <p:grpSp>
        <p:nvGrpSpPr>
          <p:cNvPr id="13" name="object 13" descr=""/>
          <p:cNvGrpSpPr/>
          <p:nvPr/>
        </p:nvGrpSpPr>
        <p:grpSpPr>
          <a:xfrm>
            <a:off x="6888226" y="971550"/>
            <a:ext cx="4989830" cy="3157855"/>
            <a:chOff x="6888226" y="971550"/>
            <a:chExt cx="4989830" cy="3157855"/>
          </a:xfrm>
        </p:grpSpPr>
        <p:pic>
          <p:nvPicPr>
            <p:cNvPr id="14" name="object 14" descr=""/>
            <p:cNvPicPr/>
            <p:nvPr/>
          </p:nvPicPr>
          <p:blipFill>
            <a:blip r:embed="rId2" cstate="print"/>
            <a:stretch>
              <a:fillRect/>
            </a:stretch>
          </p:blipFill>
          <p:spPr>
            <a:xfrm>
              <a:off x="6888226" y="971550"/>
              <a:ext cx="4989322" cy="3157474"/>
            </a:xfrm>
            <a:prstGeom prst="rect">
              <a:avLst/>
            </a:prstGeom>
          </p:spPr>
        </p:pic>
        <p:sp>
          <p:nvSpPr>
            <p:cNvPr id="15" name="object 15" descr=""/>
            <p:cNvSpPr/>
            <p:nvPr/>
          </p:nvSpPr>
          <p:spPr>
            <a:xfrm>
              <a:off x="9767824" y="2625725"/>
              <a:ext cx="504825" cy="409575"/>
            </a:xfrm>
            <a:custGeom>
              <a:avLst/>
              <a:gdLst/>
              <a:ahLst/>
              <a:cxnLst/>
              <a:rect l="l" t="t" r="r" b="b"/>
              <a:pathLst>
                <a:path w="504825" h="409575">
                  <a:moveTo>
                    <a:pt x="428625" y="333375"/>
                  </a:moveTo>
                  <a:lnTo>
                    <a:pt x="428625" y="409575"/>
                  </a:lnTo>
                  <a:lnTo>
                    <a:pt x="482726" y="382524"/>
                  </a:lnTo>
                  <a:lnTo>
                    <a:pt x="441325" y="382524"/>
                  </a:lnTo>
                  <a:lnTo>
                    <a:pt x="441325" y="360299"/>
                  </a:lnTo>
                  <a:lnTo>
                    <a:pt x="482473" y="360299"/>
                  </a:lnTo>
                  <a:lnTo>
                    <a:pt x="428625" y="333375"/>
                  </a:lnTo>
                  <a:close/>
                </a:path>
                <a:path w="504825" h="409575">
                  <a:moveTo>
                    <a:pt x="241300" y="11049"/>
                  </a:moveTo>
                  <a:lnTo>
                    <a:pt x="241300" y="377571"/>
                  </a:lnTo>
                  <a:lnTo>
                    <a:pt x="246379" y="382524"/>
                  </a:lnTo>
                  <a:lnTo>
                    <a:pt x="428625" y="382524"/>
                  </a:lnTo>
                  <a:lnTo>
                    <a:pt x="428625" y="371475"/>
                  </a:lnTo>
                  <a:lnTo>
                    <a:pt x="263525" y="371475"/>
                  </a:lnTo>
                  <a:lnTo>
                    <a:pt x="252475" y="360299"/>
                  </a:lnTo>
                  <a:lnTo>
                    <a:pt x="263525" y="360299"/>
                  </a:lnTo>
                  <a:lnTo>
                    <a:pt x="263525" y="22225"/>
                  </a:lnTo>
                  <a:lnTo>
                    <a:pt x="252475" y="22225"/>
                  </a:lnTo>
                  <a:lnTo>
                    <a:pt x="241300" y="11049"/>
                  </a:lnTo>
                  <a:close/>
                </a:path>
                <a:path w="504825" h="409575">
                  <a:moveTo>
                    <a:pt x="482473" y="360299"/>
                  </a:moveTo>
                  <a:lnTo>
                    <a:pt x="441325" y="360299"/>
                  </a:lnTo>
                  <a:lnTo>
                    <a:pt x="441325" y="382524"/>
                  </a:lnTo>
                  <a:lnTo>
                    <a:pt x="482726" y="382524"/>
                  </a:lnTo>
                  <a:lnTo>
                    <a:pt x="504825" y="371475"/>
                  </a:lnTo>
                  <a:lnTo>
                    <a:pt x="482473" y="360299"/>
                  </a:lnTo>
                  <a:close/>
                </a:path>
                <a:path w="504825" h="409575">
                  <a:moveTo>
                    <a:pt x="263525" y="360299"/>
                  </a:moveTo>
                  <a:lnTo>
                    <a:pt x="252475" y="360299"/>
                  </a:lnTo>
                  <a:lnTo>
                    <a:pt x="263525" y="371475"/>
                  </a:lnTo>
                  <a:lnTo>
                    <a:pt x="263525" y="360299"/>
                  </a:lnTo>
                  <a:close/>
                </a:path>
                <a:path w="504825" h="409575">
                  <a:moveTo>
                    <a:pt x="428625" y="360299"/>
                  </a:moveTo>
                  <a:lnTo>
                    <a:pt x="263525" y="360299"/>
                  </a:lnTo>
                  <a:lnTo>
                    <a:pt x="263525" y="371475"/>
                  </a:lnTo>
                  <a:lnTo>
                    <a:pt x="428625" y="371475"/>
                  </a:lnTo>
                  <a:lnTo>
                    <a:pt x="428625" y="360299"/>
                  </a:lnTo>
                  <a:close/>
                </a:path>
                <a:path w="504825" h="409575">
                  <a:moveTo>
                    <a:pt x="258572" y="0"/>
                  </a:moveTo>
                  <a:lnTo>
                    <a:pt x="0" y="0"/>
                  </a:lnTo>
                  <a:lnTo>
                    <a:pt x="0" y="22225"/>
                  </a:lnTo>
                  <a:lnTo>
                    <a:pt x="241300" y="22225"/>
                  </a:lnTo>
                  <a:lnTo>
                    <a:pt x="241300" y="11049"/>
                  </a:lnTo>
                  <a:lnTo>
                    <a:pt x="263525" y="11049"/>
                  </a:lnTo>
                  <a:lnTo>
                    <a:pt x="263525" y="4952"/>
                  </a:lnTo>
                  <a:lnTo>
                    <a:pt x="258572" y="0"/>
                  </a:lnTo>
                  <a:close/>
                </a:path>
                <a:path w="504825" h="409575">
                  <a:moveTo>
                    <a:pt x="263525" y="11049"/>
                  </a:moveTo>
                  <a:lnTo>
                    <a:pt x="241300" y="11049"/>
                  </a:lnTo>
                  <a:lnTo>
                    <a:pt x="252475" y="22225"/>
                  </a:lnTo>
                  <a:lnTo>
                    <a:pt x="263525" y="22225"/>
                  </a:lnTo>
                  <a:lnTo>
                    <a:pt x="263525" y="11049"/>
                  </a:lnTo>
                  <a:close/>
                </a:path>
              </a:pathLst>
            </a:custGeom>
            <a:solidFill>
              <a:srgbClr val="FF0000"/>
            </a:solidFill>
          </p:spPr>
          <p:txBody>
            <a:bodyPr wrap="square" lIns="0" tIns="0" rIns="0" bIns="0" rtlCol="0"/>
            <a:lstStyle/>
            <a:p/>
          </p:txBody>
        </p:sp>
      </p:grpSp>
      <p:grpSp>
        <p:nvGrpSpPr>
          <p:cNvPr id="16" name="object 16" descr=""/>
          <p:cNvGrpSpPr/>
          <p:nvPr/>
        </p:nvGrpSpPr>
        <p:grpSpPr>
          <a:xfrm>
            <a:off x="6115113" y="2344737"/>
            <a:ext cx="706755" cy="297180"/>
            <a:chOff x="6115113" y="2344737"/>
            <a:chExt cx="706755" cy="297180"/>
          </a:xfrm>
        </p:grpSpPr>
        <p:sp>
          <p:nvSpPr>
            <p:cNvPr id="17" name="object 17" descr=""/>
            <p:cNvSpPr/>
            <p:nvPr/>
          </p:nvSpPr>
          <p:spPr>
            <a:xfrm>
              <a:off x="6119876" y="2349500"/>
              <a:ext cx="697230" cy="287655"/>
            </a:xfrm>
            <a:custGeom>
              <a:avLst/>
              <a:gdLst/>
              <a:ahLst/>
              <a:cxnLst/>
              <a:rect l="l" t="t" r="r" b="b"/>
              <a:pathLst>
                <a:path w="697229" h="287655">
                  <a:moveTo>
                    <a:pt x="552830" y="0"/>
                  </a:moveTo>
                  <a:lnTo>
                    <a:pt x="552830" y="71882"/>
                  </a:lnTo>
                  <a:lnTo>
                    <a:pt x="144018" y="71882"/>
                  </a:lnTo>
                  <a:lnTo>
                    <a:pt x="144018" y="0"/>
                  </a:lnTo>
                  <a:lnTo>
                    <a:pt x="0" y="143637"/>
                  </a:lnTo>
                  <a:lnTo>
                    <a:pt x="144018" y="287400"/>
                  </a:lnTo>
                  <a:lnTo>
                    <a:pt x="144018" y="215519"/>
                  </a:lnTo>
                  <a:lnTo>
                    <a:pt x="552830" y="215519"/>
                  </a:lnTo>
                  <a:lnTo>
                    <a:pt x="552830" y="287400"/>
                  </a:lnTo>
                  <a:lnTo>
                    <a:pt x="696849" y="143637"/>
                  </a:lnTo>
                  <a:lnTo>
                    <a:pt x="552830" y="0"/>
                  </a:lnTo>
                  <a:close/>
                </a:path>
              </a:pathLst>
            </a:custGeom>
            <a:solidFill>
              <a:srgbClr val="EBD782"/>
            </a:solidFill>
          </p:spPr>
          <p:txBody>
            <a:bodyPr wrap="square" lIns="0" tIns="0" rIns="0" bIns="0" rtlCol="0"/>
            <a:lstStyle/>
            <a:p/>
          </p:txBody>
        </p:sp>
        <p:sp>
          <p:nvSpPr>
            <p:cNvPr id="18" name="object 18" descr=""/>
            <p:cNvSpPr/>
            <p:nvPr/>
          </p:nvSpPr>
          <p:spPr>
            <a:xfrm>
              <a:off x="6119876" y="2349500"/>
              <a:ext cx="697230" cy="287655"/>
            </a:xfrm>
            <a:custGeom>
              <a:avLst/>
              <a:gdLst/>
              <a:ahLst/>
              <a:cxnLst/>
              <a:rect l="l" t="t" r="r" b="b"/>
              <a:pathLst>
                <a:path w="697229" h="287655">
                  <a:moveTo>
                    <a:pt x="0" y="143637"/>
                  </a:moveTo>
                  <a:lnTo>
                    <a:pt x="144018" y="0"/>
                  </a:lnTo>
                  <a:lnTo>
                    <a:pt x="144018" y="71882"/>
                  </a:lnTo>
                  <a:lnTo>
                    <a:pt x="552830" y="71882"/>
                  </a:lnTo>
                  <a:lnTo>
                    <a:pt x="552830" y="0"/>
                  </a:lnTo>
                  <a:lnTo>
                    <a:pt x="696849" y="143637"/>
                  </a:lnTo>
                  <a:lnTo>
                    <a:pt x="552830" y="287400"/>
                  </a:lnTo>
                  <a:lnTo>
                    <a:pt x="552830" y="215519"/>
                  </a:lnTo>
                  <a:lnTo>
                    <a:pt x="144018" y="215519"/>
                  </a:lnTo>
                  <a:lnTo>
                    <a:pt x="144018" y="287400"/>
                  </a:lnTo>
                  <a:lnTo>
                    <a:pt x="0" y="143637"/>
                  </a:lnTo>
                  <a:close/>
                </a:path>
              </a:pathLst>
            </a:custGeom>
            <a:ln w="9525">
              <a:solidFill>
                <a:srgbClr val="40458B"/>
              </a:solidFill>
            </a:ln>
          </p:spPr>
          <p:txBody>
            <a:bodyPr wrap="square" lIns="0" tIns="0" rIns="0" bIns="0" rtlCol="0"/>
            <a:lstStyle/>
            <a:p/>
          </p:txBody>
        </p:sp>
      </p:grpSp>
      <p:pic>
        <p:nvPicPr>
          <p:cNvPr id="19" name="object 19" descr=""/>
          <p:cNvPicPr/>
          <p:nvPr/>
        </p:nvPicPr>
        <p:blipFill>
          <a:blip r:embed="rId3" cstate="print"/>
          <a:stretch>
            <a:fillRect/>
          </a:stretch>
        </p:blipFill>
        <p:spPr>
          <a:xfrm>
            <a:off x="724674" y="1224152"/>
            <a:ext cx="5153787" cy="2950083"/>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872232"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224129" y="902335"/>
            <a:ext cx="11662410" cy="5542280"/>
          </a:xfrm>
          <a:prstGeom prst="rect">
            <a:avLst/>
          </a:prstGeom>
        </p:spPr>
        <p:txBody>
          <a:bodyPr wrap="square" lIns="0" tIns="12065" rIns="0" bIns="0" rtlCol="0" vert="horz">
            <a:spAutoFit/>
          </a:bodyPr>
          <a:lstStyle/>
          <a:p>
            <a:pPr marL="792480">
              <a:lnSpc>
                <a:spcPct val="100000"/>
              </a:lnSpc>
              <a:spcBef>
                <a:spcPts val="95"/>
              </a:spcBef>
            </a:pPr>
            <a:r>
              <a:rPr dirty="0" sz="2800" spc="-35">
                <a:solidFill>
                  <a:srgbClr val="FF0000"/>
                </a:solidFill>
                <a:latin typeface="黑体"/>
                <a:cs typeface="黑体"/>
              </a:rPr>
              <a:t>冲突的另一种解决方法</a:t>
            </a:r>
            <a:r>
              <a:rPr dirty="0" sz="2800" spc="-20">
                <a:solidFill>
                  <a:srgbClr val="FF09FF"/>
                </a:solidFill>
                <a:latin typeface="Calibri"/>
                <a:cs typeface="Calibri"/>
              </a:rPr>
              <a:t>--</a:t>
            </a:r>
            <a:r>
              <a:rPr dirty="0" sz="2800" spc="-30">
                <a:solidFill>
                  <a:srgbClr val="FF09FF"/>
                </a:solidFill>
                <a:latin typeface="黑体"/>
                <a:cs typeface="黑体"/>
              </a:rPr>
              <a:t>指令调度</a:t>
            </a:r>
            <a:r>
              <a:rPr dirty="0" sz="2800" spc="-25">
                <a:solidFill>
                  <a:srgbClr val="FF09FF"/>
                </a:solidFill>
                <a:latin typeface="黑体"/>
                <a:cs typeface="黑体"/>
              </a:rPr>
              <a:t>（</a:t>
            </a:r>
            <a:r>
              <a:rPr dirty="0" sz="2800" spc="-35">
                <a:solidFill>
                  <a:srgbClr val="FF09FF"/>
                </a:solidFill>
                <a:latin typeface="黑体"/>
                <a:cs typeface="黑体"/>
              </a:rPr>
              <a:t>依靠编译器完成</a:t>
            </a:r>
            <a:r>
              <a:rPr dirty="0" sz="2800" spc="-50">
                <a:solidFill>
                  <a:srgbClr val="FF09FF"/>
                </a:solidFill>
                <a:latin typeface="黑体"/>
                <a:cs typeface="黑体"/>
              </a:rPr>
              <a:t>）</a:t>
            </a:r>
            <a:endParaRPr sz="2800">
              <a:latin typeface="黑体"/>
              <a:cs typeface="黑体"/>
            </a:endParaRPr>
          </a:p>
          <a:p>
            <a:pPr marL="469265" indent="-456565">
              <a:lnSpc>
                <a:spcPct val="100000"/>
              </a:lnSpc>
              <a:spcBef>
                <a:spcPts val="1880"/>
              </a:spcBef>
              <a:buSzPct val="89583"/>
              <a:buFont typeface="Wingdings"/>
              <a:buChar char=""/>
              <a:tabLst>
                <a:tab pos="469265" algn="l"/>
              </a:tabLst>
            </a:pPr>
            <a:r>
              <a:rPr dirty="0" sz="2400">
                <a:solidFill>
                  <a:srgbClr val="40458B"/>
                </a:solidFill>
                <a:latin typeface="黑体"/>
                <a:cs typeface="黑体"/>
              </a:rPr>
              <a:t>依靠编译器解决数据冲突 （旁路技术无法解决</a:t>
            </a:r>
            <a:r>
              <a:rPr dirty="0" sz="2400" spc="-50">
                <a:solidFill>
                  <a:srgbClr val="40458B"/>
                </a:solidFill>
                <a:latin typeface="黑体"/>
                <a:cs typeface="黑体"/>
              </a:rPr>
              <a:t>）</a:t>
            </a:r>
            <a:endParaRPr sz="2400">
              <a:latin typeface="黑体"/>
              <a:cs typeface="黑体"/>
            </a:endParaRPr>
          </a:p>
          <a:p>
            <a:pPr algn="just" lvl="1" marL="982980" marR="5080" indent="-228600">
              <a:lnSpc>
                <a:spcPct val="150000"/>
              </a:lnSpc>
              <a:spcBef>
                <a:spcPts val="585"/>
              </a:spcBef>
              <a:buClr>
                <a:srgbClr val="00AF50"/>
              </a:buClr>
              <a:buSzPct val="72727"/>
              <a:buFont typeface="Wingdings"/>
              <a:buChar char=""/>
              <a:tabLst>
                <a:tab pos="982980" algn="l"/>
              </a:tabLst>
            </a:pPr>
            <a:r>
              <a:rPr dirty="0" sz="2200" spc="-25" b="1">
                <a:latin typeface="宋体"/>
                <a:cs typeface="宋体"/>
              </a:rPr>
              <a:t>让编译器重新组织指令顺序来消除冲突，更好地处理气泡产生的时钟周期数的增加，以</a:t>
            </a:r>
            <a:r>
              <a:rPr dirty="0" sz="2200" spc="-20" b="1">
                <a:latin typeface="宋体"/>
                <a:cs typeface="宋体"/>
              </a:rPr>
              <a:t>提高指令流水，这种技术称为</a:t>
            </a:r>
            <a:r>
              <a:rPr dirty="0" sz="2200" spc="-20" b="1">
                <a:solidFill>
                  <a:srgbClr val="FF0000"/>
                </a:solidFill>
                <a:latin typeface="宋体"/>
                <a:cs typeface="宋体"/>
              </a:rPr>
              <a:t>指令调度</a:t>
            </a:r>
            <a:r>
              <a:rPr dirty="0" sz="2200" spc="-20" b="1">
                <a:latin typeface="宋体"/>
                <a:cs typeface="宋体"/>
              </a:rPr>
              <a:t>或</a:t>
            </a:r>
            <a:r>
              <a:rPr dirty="0" sz="2200" spc="-25" b="1">
                <a:solidFill>
                  <a:srgbClr val="FF0000"/>
                </a:solidFill>
                <a:latin typeface="宋体"/>
                <a:cs typeface="宋体"/>
              </a:rPr>
              <a:t>流水线调度。</a:t>
            </a:r>
            <a:r>
              <a:rPr dirty="0" sz="2200" b="1">
                <a:solidFill>
                  <a:srgbClr val="FF0000"/>
                </a:solidFill>
                <a:latin typeface="Tahoma"/>
                <a:cs typeface="Tahoma"/>
              </a:rPr>
              <a:t>(</a:t>
            </a:r>
            <a:r>
              <a:rPr dirty="0" sz="2200" spc="-25" b="1">
                <a:solidFill>
                  <a:srgbClr val="FF0000"/>
                </a:solidFill>
                <a:latin typeface="宋体"/>
                <a:cs typeface="宋体"/>
              </a:rPr>
              <a:t>通常编译器完成</a:t>
            </a:r>
            <a:r>
              <a:rPr dirty="0" sz="2200" b="1">
                <a:solidFill>
                  <a:srgbClr val="FF0000"/>
                </a:solidFill>
                <a:latin typeface="Tahoma"/>
                <a:cs typeface="Tahoma"/>
              </a:rPr>
              <a:t>) </a:t>
            </a:r>
            <a:r>
              <a:rPr dirty="0" sz="2200" spc="-20" b="1">
                <a:solidFill>
                  <a:srgbClr val="FF5CFF"/>
                </a:solidFill>
                <a:latin typeface="宋体"/>
                <a:cs typeface="宋体"/>
              </a:rPr>
              <a:t>（静态调度</a:t>
            </a:r>
            <a:r>
              <a:rPr dirty="0" sz="2200" spc="-50" b="1">
                <a:solidFill>
                  <a:srgbClr val="FF5CFF"/>
                </a:solidFill>
                <a:latin typeface="黑体"/>
                <a:cs typeface="黑体"/>
              </a:rPr>
              <a:t>-</a:t>
            </a:r>
            <a:r>
              <a:rPr dirty="0" sz="2200" spc="-20" b="1">
                <a:solidFill>
                  <a:srgbClr val="FF5CFF"/>
                </a:solidFill>
                <a:latin typeface="宋体"/>
                <a:cs typeface="宋体"/>
              </a:rPr>
              <a:t>编译时期完成</a:t>
            </a:r>
            <a:r>
              <a:rPr dirty="0" sz="2200" spc="-50" b="1">
                <a:solidFill>
                  <a:srgbClr val="FF5CFF"/>
                </a:solidFill>
                <a:latin typeface="宋体"/>
                <a:cs typeface="宋体"/>
              </a:rPr>
              <a:t>）</a:t>
            </a:r>
            <a:endParaRPr sz="2200">
              <a:latin typeface="宋体"/>
              <a:cs typeface="宋体"/>
            </a:endParaRPr>
          </a:p>
          <a:p>
            <a:pPr marL="792480" marR="183515">
              <a:lnSpc>
                <a:spcPct val="125000"/>
              </a:lnSpc>
              <a:spcBef>
                <a:spcPts val="960"/>
              </a:spcBef>
            </a:pPr>
            <a:r>
              <a:rPr dirty="0" sz="2400">
                <a:solidFill>
                  <a:srgbClr val="FF09FF"/>
                </a:solidFill>
                <a:latin typeface="黑体"/>
                <a:cs typeface="黑体"/>
              </a:rPr>
              <a:t>指令调度</a:t>
            </a:r>
            <a:r>
              <a:rPr dirty="0" sz="2400">
                <a:solidFill>
                  <a:srgbClr val="006FC0"/>
                </a:solidFill>
                <a:latin typeface="黑体"/>
                <a:cs typeface="黑体"/>
              </a:rPr>
              <a:t>：找出不相关的指令序列，让它们在流水线上重叠并行执行（</a:t>
            </a:r>
            <a:r>
              <a:rPr dirty="0" sz="2400" spc="-15">
                <a:solidFill>
                  <a:srgbClr val="006FC0"/>
                </a:solidFill>
                <a:latin typeface="黑体"/>
                <a:cs typeface="黑体"/>
              </a:rPr>
              <a:t>调整指令</a:t>
            </a:r>
            <a:r>
              <a:rPr dirty="0" sz="2400" spc="-10">
                <a:solidFill>
                  <a:srgbClr val="006FC0"/>
                </a:solidFill>
                <a:latin typeface="黑体"/>
                <a:cs typeface="黑体"/>
              </a:rPr>
              <a:t>的顺序，让流水线不停顿）</a:t>
            </a:r>
            <a:r>
              <a:rPr dirty="0" sz="2400" spc="-50">
                <a:solidFill>
                  <a:srgbClr val="006FC0"/>
                </a:solidFill>
                <a:latin typeface="黑体"/>
                <a:cs typeface="黑体"/>
              </a:rPr>
              <a:t>。</a:t>
            </a:r>
            <a:endParaRPr sz="2400">
              <a:latin typeface="黑体"/>
              <a:cs typeface="黑体"/>
            </a:endParaRPr>
          </a:p>
          <a:p>
            <a:pPr algn="ctr" marL="507365">
              <a:lnSpc>
                <a:spcPct val="100000"/>
              </a:lnSpc>
              <a:spcBef>
                <a:spcPts val="2175"/>
              </a:spcBef>
            </a:pPr>
            <a:r>
              <a:rPr dirty="0" sz="2000" spc="-15" b="1">
                <a:solidFill>
                  <a:srgbClr val="E14B04"/>
                </a:solidFill>
                <a:latin typeface="宋体"/>
                <a:cs typeface="宋体"/>
              </a:rPr>
              <a:t>举例：</a:t>
            </a:r>
            <a:r>
              <a:rPr dirty="0" sz="2000" spc="-25" b="1">
                <a:latin typeface="宋体"/>
                <a:cs typeface="宋体"/>
              </a:rPr>
              <a:t>请为下列表达式生成没有暂停的指令序列</a:t>
            </a:r>
            <a:r>
              <a:rPr dirty="0" sz="2000" spc="-50" b="1">
                <a:latin typeface="黑体"/>
                <a:cs typeface="黑体"/>
              </a:rPr>
              <a:t>:</a:t>
            </a:r>
            <a:endParaRPr sz="2000">
              <a:latin typeface="黑体"/>
              <a:cs typeface="黑体"/>
            </a:endParaRPr>
          </a:p>
          <a:p>
            <a:pPr algn="ctr" marR="1057910">
              <a:lnSpc>
                <a:spcPct val="100000"/>
              </a:lnSpc>
              <a:spcBef>
                <a:spcPts val="910"/>
              </a:spcBef>
              <a:tabLst>
                <a:tab pos="1218565" algn="l"/>
              </a:tabLst>
            </a:pPr>
            <a:r>
              <a:rPr dirty="0" sz="2400" spc="-10">
                <a:solidFill>
                  <a:srgbClr val="008000"/>
                </a:solidFill>
                <a:latin typeface="黑体"/>
                <a:cs typeface="黑体"/>
              </a:rPr>
              <a:t>A＝B＋C</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algn="ctr" marR="1057910">
              <a:lnSpc>
                <a:spcPct val="100000"/>
              </a:lnSpc>
              <a:spcBef>
                <a:spcPts val="575"/>
              </a:spcBef>
              <a:tabLst>
                <a:tab pos="1218565" algn="l"/>
              </a:tabLst>
            </a:pPr>
            <a:r>
              <a:rPr dirty="0" sz="2400" spc="-10">
                <a:solidFill>
                  <a:srgbClr val="008000"/>
                </a:solidFill>
                <a:latin typeface="黑体"/>
                <a:cs typeface="黑体"/>
              </a:rPr>
              <a:t>D＝E－F</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algn="ctr" marL="252095">
              <a:lnSpc>
                <a:spcPct val="100000"/>
              </a:lnSpc>
              <a:spcBef>
                <a:spcPts val="475"/>
              </a:spcBef>
            </a:pPr>
            <a:r>
              <a:rPr dirty="0" sz="2000" spc="-15" b="1">
                <a:latin typeface="宋体"/>
                <a:cs typeface="宋体"/>
              </a:rPr>
              <a:t>假设载入延迟为</a:t>
            </a:r>
            <a:r>
              <a:rPr dirty="0" sz="2000" b="1">
                <a:solidFill>
                  <a:srgbClr val="9933FF"/>
                </a:solidFill>
                <a:latin typeface="宋体"/>
                <a:cs typeface="宋体"/>
              </a:rPr>
              <a:t>1</a:t>
            </a:r>
            <a:r>
              <a:rPr dirty="0" sz="2000" spc="-15" b="1">
                <a:solidFill>
                  <a:srgbClr val="080808"/>
                </a:solidFill>
                <a:latin typeface="宋体"/>
                <a:cs typeface="宋体"/>
              </a:rPr>
              <a:t>个</a:t>
            </a:r>
            <a:r>
              <a:rPr dirty="0" sz="2000" spc="-30" b="1">
                <a:latin typeface="宋体"/>
                <a:cs typeface="宋体"/>
              </a:rPr>
              <a:t>时钟周期。</a:t>
            </a:r>
            <a:endParaRPr sz="2000">
              <a:latin typeface="宋体"/>
              <a:cs typeface="宋体"/>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302768" y="657352"/>
            <a:ext cx="6611620" cy="1805305"/>
          </a:xfrm>
          <a:prstGeom prst="rect">
            <a:avLst/>
          </a:prstGeom>
        </p:spPr>
        <p:txBody>
          <a:bodyPr wrap="square" lIns="0" tIns="12700" rIns="0" bIns="0" rtlCol="0" vert="horz">
            <a:spAutoFit/>
          </a:bodyPr>
          <a:lstStyle/>
          <a:p>
            <a:pPr marL="1213485" marR="5080" indent="-1201420">
              <a:lnSpc>
                <a:spcPct val="133400"/>
              </a:lnSpc>
              <a:spcBef>
                <a:spcPts val="100"/>
              </a:spcBef>
            </a:pPr>
            <a:r>
              <a:rPr dirty="0" sz="2400" spc="-20" b="1">
                <a:solidFill>
                  <a:srgbClr val="E14B04"/>
                </a:solidFill>
                <a:latin typeface="宋体"/>
                <a:cs typeface="宋体"/>
              </a:rPr>
              <a:t>举例：</a:t>
            </a:r>
            <a:r>
              <a:rPr dirty="0" sz="2400" spc="-20" b="1">
                <a:latin typeface="宋体"/>
                <a:cs typeface="宋体"/>
              </a:rPr>
              <a:t>请为下列表达式生成</a:t>
            </a:r>
            <a:r>
              <a:rPr dirty="0" sz="2400" spc="-20" b="1">
                <a:solidFill>
                  <a:srgbClr val="FF09FF"/>
                </a:solidFill>
                <a:latin typeface="宋体"/>
                <a:cs typeface="宋体"/>
              </a:rPr>
              <a:t>没有暂停</a:t>
            </a:r>
            <a:r>
              <a:rPr dirty="0" sz="2400" spc="-25" b="1">
                <a:latin typeface="宋体"/>
                <a:cs typeface="宋体"/>
              </a:rPr>
              <a:t>的指令序列</a:t>
            </a:r>
            <a:r>
              <a:rPr dirty="0" sz="2400" spc="-50" b="1">
                <a:latin typeface="黑体"/>
                <a:cs typeface="黑体"/>
              </a:rPr>
              <a:t>: </a:t>
            </a:r>
            <a:r>
              <a:rPr dirty="0" sz="2400">
                <a:solidFill>
                  <a:srgbClr val="008000"/>
                </a:solidFill>
                <a:latin typeface="黑体"/>
                <a:cs typeface="黑体"/>
              </a:rPr>
              <a:t>A＝B＋C</a:t>
            </a:r>
            <a:r>
              <a:rPr dirty="0" sz="2400" spc="-10">
                <a:solidFill>
                  <a:srgbClr val="008000"/>
                </a:solidFill>
                <a:latin typeface="黑体"/>
                <a:cs typeface="黑体"/>
              </a:rPr>
              <a:t> ；会导致暂停</a:t>
            </a:r>
            <a:endParaRPr sz="2400">
              <a:latin typeface="黑体"/>
              <a:cs typeface="黑体"/>
            </a:endParaRPr>
          </a:p>
          <a:p>
            <a:pPr marL="1213485">
              <a:lnSpc>
                <a:spcPct val="100000"/>
              </a:lnSpc>
              <a:spcBef>
                <a:spcPts val="575"/>
              </a:spcBef>
            </a:pPr>
            <a:r>
              <a:rPr dirty="0" sz="2400">
                <a:solidFill>
                  <a:srgbClr val="008000"/>
                </a:solidFill>
                <a:latin typeface="黑体"/>
                <a:cs typeface="黑体"/>
              </a:rPr>
              <a:t>D＝E－F</a:t>
            </a:r>
            <a:r>
              <a:rPr dirty="0" sz="2400" spc="-10">
                <a:solidFill>
                  <a:srgbClr val="008000"/>
                </a:solidFill>
                <a:latin typeface="黑体"/>
                <a:cs typeface="黑体"/>
              </a:rPr>
              <a:t> ；会导致暂停</a:t>
            </a:r>
            <a:endParaRPr sz="2400">
              <a:latin typeface="黑体"/>
              <a:cs typeface="黑体"/>
            </a:endParaRPr>
          </a:p>
          <a:p>
            <a:pPr marL="906780">
              <a:lnSpc>
                <a:spcPct val="100000"/>
              </a:lnSpc>
              <a:spcBef>
                <a:spcPts val="470"/>
              </a:spcBef>
            </a:pPr>
            <a:r>
              <a:rPr dirty="0" sz="2000" spc="-10" b="1">
                <a:latin typeface="宋体"/>
                <a:cs typeface="宋体"/>
              </a:rPr>
              <a:t>假设载入延迟为</a:t>
            </a:r>
            <a:r>
              <a:rPr dirty="0" sz="2000" spc="-10" b="1">
                <a:solidFill>
                  <a:srgbClr val="9933FF"/>
                </a:solidFill>
                <a:latin typeface="宋体"/>
                <a:cs typeface="宋体"/>
              </a:rPr>
              <a:t>1</a:t>
            </a:r>
            <a:r>
              <a:rPr dirty="0" sz="2000" spc="-10" b="1">
                <a:solidFill>
                  <a:srgbClr val="080808"/>
                </a:solidFill>
                <a:latin typeface="宋体"/>
                <a:cs typeface="宋体"/>
              </a:rPr>
              <a:t>个</a:t>
            </a:r>
            <a:r>
              <a:rPr dirty="0" sz="2000" spc="-30" b="1">
                <a:latin typeface="宋体"/>
                <a:cs typeface="宋体"/>
              </a:rPr>
              <a:t>时钟周期。</a:t>
            </a:r>
            <a:endParaRPr sz="2000">
              <a:latin typeface="宋体"/>
              <a:cs typeface="宋体"/>
            </a:endParaRPr>
          </a:p>
        </p:txBody>
      </p:sp>
      <p:sp>
        <p:nvSpPr>
          <p:cNvPr id="11" name="object 11" descr=""/>
          <p:cNvSpPr/>
          <p:nvPr/>
        </p:nvSpPr>
        <p:spPr>
          <a:xfrm>
            <a:off x="1774825" y="3825747"/>
            <a:ext cx="936625" cy="378460"/>
          </a:xfrm>
          <a:custGeom>
            <a:avLst/>
            <a:gdLst/>
            <a:ahLst/>
            <a:cxnLst/>
            <a:rect l="l" t="t" r="r" b="b"/>
            <a:pathLst>
              <a:path w="936625" h="378460">
                <a:moveTo>
                  <a:pt x="862625" y="349985"/>
                </a:moveTo>
                <a:lnTo>
                  <a:pt x="851788" y="378078"/>
                </a:lnTo>
                <a:lnTo>
                  <a:pt x="936625" y="369950"/>
                </a:lnTo>
                <a:lnTo>
                  <a:pt x="922621" y="354583"/>
                </a:lnTo>
                <a:lnTo>
                  <a:pt x="874522" y="354583"/>
                </a:lnTo>
                <a:lnTo>
                  <a:pt x="862625" y="349985"/>
                </a:lnTo>
                <a:close/>
              </a:path>
              <a:path w="936625" h="378460">
                <a:moveTo>
                  <a:pt x="868354" y="335132"/>
                </a:moveTo>
                <a:lnTo>
                  <a:pt x="862625" y="349985"/>
                </a:lnTo>
                <a:lnTo>
                  <a:pt x="874522" y="354583"/>
                </a:lnTo>
                <a:lnTo>
                  <a:pt x="880237" y="339725"/>
                </a:lnTo>
                <a:lnTo>
                  <a:pt x="868354" y="335132"/>
                </a:lnTo>
                <a:close/>
              </a:path>
              <a:path w="936625" h="378460">
                <a:moveTo>
                  <a:pt x="879220" y="306958"/>
                </a:moveTo>
                <a:lnTo>
                  <a:pt x="868354" y="335132"/>
                </a:lnTo>
                <a:lnTo>
                  <a:pt x="880237" y="339725"/>
                </a:lnTo>
                <a:lnTo>
                  <a:pt x="874522" y="354583"/>
                </a:lnTo>
                <a:lnTo>
                  <a:pt x="922621" y="354583"/>
                </a:lnTo>
                <a:lnTo>
                  <a:pt x="879220" y="306958"/>
                </a:lnTo>
                <a:close/>
              </a:path>
              <a:path w="936625" h="378460">
                <a:moveTo>
                  <a:pt x="73999" y="28093"/>
                </a:moveTo>
                <a:lnTo>
                  <a:pt x="68270" y="42946"/>
                </a:lnTo>
                <a:lnTo>
                  <a:pt x="862625" y="349985"/>
                </a:lnTo>
                <a:lnTo>
                  <a:pt x="868354" y="335132"/>
                </a:lnTo>
                <a:lnTo>
                  <a:pt x="73999" y="28093"/>
                </a:lnTo>
                <a:close/>
              </a:path>
              <a:path w="936625" h="378460">
                <a:moveTo>
                  <a:pt x="84836" y="0"/>
                </a:moveTo>
                <a:lnTo>
                  <a:pt x="0" y="8000"/>
                </a:lnTo>
                <a:lnTo>
                  <a:pt x="57404" y="71119"/>
                </a:lnTo>
                <a:lnTo>
                  <a:pt x="68270" y="42946"/>
                </a:lnTo>
                <a:lnTo>
                  <a:pt x="56387" y="38353"/>
                </a:lnTo>
                <a:lnTo>
                  <a:pt x="62102" y="23494"/>
                </a:lnTo>
                <a:lnTo>
                  <a:pt x="75773" y="23494"/>
                </a:lnTo>
                <a:lnTo>
                  <a:pt x="84836" y="0"/>
                </a:lnTo>
                <a:close/>
              </a:path>
              <a:path w="936625" h="378460">
                <a:moveTo>
                  <a:pt x="62102" y="23494"/>
                </a:moveTo>
                <a:lnTo>
                  <a:pt x="56387" y="38353"/>
                </a:lnTo>
                <a:lnTo>
                  <a:pt x="68270" y="42946"/>
                </a:lnTo>
                <a:lnTo>
                  <a:pt x="73999" y="28093"/>
                </a:lnTo>
                <a:lnTo>
                  <a:pt x="62102" y="23494"/>
                </a:lnTo>
                <a:close/>
              </a:path>
              <a:path w="936625" h="378460">
                <a:moveTo>
                  <a:pt x="75773" y="23494"/>
                </a:moveTo>
                <a:lnTo>
                  <a:pt x="62102" y="23494"/>
                </a:lnTo>
                <a:lnTo>
                  <a:pt x="73999" y="28093"/>
                </a:lnTo>
                <a:lnTo>
                  <a:pt x="75773" y="23494"/>
                </a:lnTo>
                <a:close/>
              </a:path>
            </a:pathLst>
          </a:custGeom>
          <a:solidFill>
            <a:srgbClr val="FF0000"/>
          </a:solidFill>
        </p:spPr>
        <p:txBody>
          <a:bodyPr wrap="square" lIns="0" tIns="0" rIns="0" bIns="0" rtlCol="0"/>
          <a:lstStyle/>
          <a:p/>
        </p:txBody>
      </p:sp>
      <p:sp>
        <p:nvSpPr>
          <p:cNvPr id="12" name="object 12" descr=""/>
          <p:cNvSpPr/>
          <p:nvPr/>
        </p:nvSpPr>
        <p:spPr>
          <a:xfrm>
            <a:off x="1719198" y="5432044"/>
            <a:ext cx="936625" cy="375920"/>
          </a:xfrm>
          <a:custGeom>
            <a:avLst/>
            <a:gdLst/>
            <a:ahLst/>
            <a:cxnLst/>
            <a:rect l="l" t="t" r="r" b="b"/>
            <a:pathLst>
              <a:path w="936625" h="375920">
                <a:moveTo>
                  <a:pt x="862715" y="347267"/>
                </a:moveTo>
                <a:lnTo>
                  <a:pt x="851915" y="375411"/>
                </a:lnTo>
                <a:lnTo>
                  <a:pt x="936625" y="367093"/>
                </a:lnTo>
                <a:lnTo>
                  <a:pt x="922645" y="351789"/>
                </a:lnTo>
                <a:lnTo>
                  <a:pt x="874521" y="351789"/>
                </a:lnTo>
                <a:lnTo>
                  <a:pt x="862715" y="347267"/>
                </a:lnTo>
                <a:close/>
              </a:path>
              <a:path w="936625" h="375920">
                <a:moveTo>
                  <a:pt x="868406" y="332437"/>
                </a:moveTo>
                <a:lnTo>
                  <a:pt x="862715" y="347267"/>
                </a:lnTo>
                <a:lnTo>
                  <a:pt x="874521" y="351789"/>
                </a:lnTo>
                <a:lnTo>
                  <a:pt x="880237" y="336969"/>
                </a:lnTo>
                <a:lnTo>
                  <a:pt x="868406" y="332437"/>
                </a:lnTo>
                <a:close/>
              </a:path>
              <a:path w="936625" h="375920">
                <a:moveTo>
                  <a:pt x="879220" y="304253"/>
                </a:moveTo>
                <a:lnTo>
                  <a:pt x="868406" y="332437"/>
                </a:lnTo>
                <a:lnTo>
                  <a:pt x="880237" y="336969"/>
                </a:lnTo>
                <a:lnTo>
                  <a:pt x="874521" y="351789"/>
                </a:lnTo>
                <a:lnTo>
                  <a:pt x="922645" y="351789"/>
                </a:lnTo>
                <a:lnTo>
                  <a:pt x="879220" y="304253"/>
                </a:lnTo>
                <a:close/>
              </a:path>
              <a:path w="936625" h="375920">
                <a:moveTo>
                  <a:pt x="74031" y="28142"/>
                </a:moveTo>
                <a:lnTo>
                  <a:pt x="68325" y="43004"/>
                </a:lnTo>
                <a:lnTo>
                  <a:pt x="862715" y="347267"/>
                </a:lnTo>
                <a:lnTo>
                  <a:pt x="868406" y="332437"/>
                </a:lnTo>
                <a:lnTo>
                  <a:pt x="74031" y="28142"/>
                </a:lnTo>
                <a:close/>
              </a:path>
              <a:path w="936625" h="375920">
                <a:moveTo>
                  <a:pt x="84836" y="0"/>
                </a:moveTo>
                <a:lnTo>
                  <a:pt x="0" y="8254"/>
                </a:lnTo>
                <a:lnTo>
                  <a:pt x="57531" y="71119"/>
                </a:lnTo>
                <a:lnTo>
                  <a:pt x="68325" y="43004"/>
                </a:lnTo>
                <a:lnTo>
                  <a:pt x="56514" y="38480"/>
                </a:lnTo>
                <a:lnTo>
                  <a:pt x="62230" y="23621"/>
                </a:lnTo>
                <a:lnTo>
                  <a:pt x="75766" y="23621"/>
                </a:lnTo>
                <a:lnTo>
                  <a:pt x="84836" y="0"/>
                </a:lnTo>
                <a:close/>
              </a:path>
              <a:path w="936625" h="375920">
                <a:moveTo>
                  <a:pt x="62230" y="23621"/>
                </a:moveTo>
                <a:lnTo>
                  <a:pt x="56514" y="38480"/>
                </a:lnTo>
                <a:lnTo>
                  <a:pt x="68325" y="43004"/>
                </a:lnTo>
                <a:lnTo>
                  <a:pt x="74031" y="28142"/>
                </a:lnTo>
                <a:lnTo>
                  <a:pt x="62230" y="23621"/>
                </a:lnTo>
                <a:close/>
              </a:path>
              <a:path w="936625" h="375920">
                <a:moveTo>
                  <a:pt x="75766" y="23621"/>
                </a:moveTo>
                <a:lnTo>
                  <a:pt x="62230" y="23621"/>
                </a:lnTo>
                <a:lnTo>
                  <a:pt x="74031" y="28142"/>
                </a:lnTo>
                <a:lnTo>
                  <a:pt x="75766" y="23621"/>
                </a:lnTo>
                <a:close/>
              </a:path>
            </a:pathLst>
          </a:custGeom>
          <a:solidFill>
            <a:srgbClr val="FF0000"/>
          </a:solidFill>
        </p:spPr>
        <p:txBody>
          <a:bodyPr wrap="square" lIns="0" tIns="0" rIns="0" bIns="0" rtlCol="0"/>
          <a:lstStyle/>
          <a:p/>
        </p:txBody>
      </p:sp>
      <p:sp>
        <p:nvSpPr>
          <p:cNvPr id="13" name="object 13" descr=""/>
          <p:cNvSpPr txBox="1"/>
          <p:nvPr/>
        </p:nvSpPr>
        <p:spPr>
          <a:xfrm>
            <a:off x="4228846" y="3159226"/>
            <a:ext cx="280035" cy="2769870"/>
          </a:xfrm>
          <a:prstGeom prst="rect">
            <a:avLst/>
          </a:prstGeom>
        </p:spPr>
        <p:txBody>
          <a:bodyPr wrap="square" lIns="0" tIns="12700" rIns="0" bIns="0" rtlCol="0" vert="horz">
            <a:spAutoFit/>
          </a:bodyPr>
          <a:lstStyle/>
          <a:p>
            <a:pPr algn="just" marL="12700" marR="5080">
              <a:lnSpc>
                <a:spcPct val="150000"/>
              </a:lnSpc>
              <a:spcBef>
                <a:spcPts val="100"/>
              </a:spcBef>
            </a:pPr>
            <a:r>
              <a:rPr dirty="0" sz="2000" spc="-50">
                <a:solidFill>
                  <a:srgbClr val="FF0000"/>
                </a:solidFill>
                <a:latin typeface="黑体"/>
                <a:cs typeface="黑体"/>
              </a:rPr>
              <a:t>箭头指向冲突</a:t>
            </a:r>
            <a:endParaRPr sz="2000">
              <a:latin typeface="黑体"/>
              <a:cs typeface="黑体"/>
            </a:endParaRPr>
          </a:p>
        </p:txBody>
      </p:sp>
      <p:sp>
        <p:nvSpPr>
          <p:cNvPr id="14" name="object 14" descr=""/>
          <p:cNvSpPr txBox="1"/>
          <p:nvPr/>
        </p:nvSpPr>
        <p:spPr>
          <a:xfrm>
            <a:off x="6961758" y="1069975"/>
            <a:ext cx="4768850" cy="1127760"/>
          </a:xfrm>
          <a:prstGeom prst="rect">
            <a:avLst/>
          </a:prstGeom>
        </p:spPr>
        <p:txBody>
          <a:bodyPr wrap="square" lIns="0" tIns="12700" rIns="0" bIns="0" rtlCol="0" vert="horz">
            <a:spAutoFit/>
          </a:bodyPr>
          <a:lstStyle/>
          <a:p>
            <a:pPr marL="12700">
              <a:lnSpc>
                <a:spcPct val="100000"/>
              </a:lnSpc>
              <a:spcBef>
                <a:spcPts val="100"/>
              </a:spcBef>
            </a:pPr>
            <a:r>
              <a:rPr dirty="0" sz="2400" spc="-105">
                <a:solidFill>
                  <a:srgbClr val="40458B"/>
                </a:solidFill>
                <a:latin typeface="黑体"/>
                <a:cs typeface="黑体"/>
              </a:rPr>
              <a:t>表达式 </a:t>
            </a:r>
            <a:r>
              <a:rPr dirty="0" sz="2400" spc="-10">
                <a:solidFill>
                  <a:srgbClr val="40458B"/>
                </a:solidFill>
                <a:latin typeface="Tahoma"/>
                <a:cs typeface="Tahoma"/>
              </a:rPr>
              <a:t>A=B+C</a:t>
            </a:r>
            <a:r>
              <a:rPr dirty="0" sz="2400" spc="-10">
                <a:solidFill>
                  <a:srgbClr val="40458B"/>
                </a:solidFill>
                <a:latin typeface="黑体"/>
                <a:cs typeface="黑体"/>
              </a:rPr>
              <a:t>的代码及其流水执行</a:t>
            </a:r>
            <a:endParaRPr sz="2400">
              <a:latin typeface="黑体"/>
              <a:cs typeface="黑体"/>
            </a:endParaRPr>
          </a:p>
          <a:p>
            <a:pPr algn="ctr" marL="140335">
              <a:lnSpc>
                <a:spcPct val="100000"/>
              </a:lnSpc>
              <a:spcBef>
                <a:spcPts val="2915"/>
              </a:spcBef>
              <a:tabLst>
                <a:tab pos="703580" algn="l"/>
                <a:tab pos="1688464" algn="l"/>
                <a:tab pos="2534285" algn="l"/>
                <a:tab pos="3518535" algn="l"/>
              </a:tabLst>
            </a:pPr>
            <a:r>
              <a:rPr dirty="0" sz="2400" spc="-50">
                <a:solidFill>
                  <a:srgbClr val="40458B"/>
                </a:solidFill>
                <a:latin typeface="Tahoma"/>
                <a:cs typeface="Tahoma"/>
              </a:rPr>
              <a:t>A</a:t>
            </a:r>
            <a:r>
              <a:rPr dirty="0" sz="2400">
                <a:solidFill>
                  <a:srgbClr val="40458B"/>
                </a:solidFill>
                <a:latin typeface="Tahoma"/>
                <a:cs typeface="Tahoma"/>
              </a:rPr>
              <a:t>	</a:t>
            </a:r>
            <a:r>
              <a:rPr dirty="0" sz="2400" spc="-50">
                <a:solidFill>
                  <a:srgbClr val="40458B"/>
                </a:solidFill>
                <a:latin typeface="Tahoma"/>
                <a:cs typeface="Tahoma"/>
              </a:rPr>
              <a:t>=</a:t>
            </a:r>
            <a:r>
              <a:rPr dirty="0" sz="2400">
                <a:solidFill>
                  <a:srgbClr val="40458B"/>
                </a:solidFill>
                <a:latin typeface="Tahoma"/>
                <a:cs typeface="Tahoma"/>
              </a:rPr>
              <a:t>	</a:t>
            </a:r>
            <a:r>
              <a:rPr dirty="0" sz="2400" spc="-50">
                <a:solidFill>
                  <a:srgbClr val="40458B"/>
                </a:solidFill>
                <a:latin typeface="Tahoma"/>
                <a:cs typeface="Tahoma"/>
              </a:rPr>
              <a:t>B</a:t>
            </a:r>
            <a:r>
              <a:rPr dirty="0" sz="2400">
                <a:solidFill>
                  <a:srgbClr val="40458B"/>
                </a:solidFill>
                <a:latin typeface="Tahoma"/>
                <a:cs typeface="Tahoma"/>
              </a:rPr>
              <a:t>	</a:t>
            </a:r>
            <a:r>
              <a:rPr dirty="0" sz="2400" spc="-50">
                <a:solidFill>
                  <a:srgbClr val="40458B"/>
                </a:solidFill>
                <a:latin typeface="Tahoma"/>
                <a:cs typeface="Tahoma"/>
              </a:rPr>
              <a:t>+</a:t>
            </a:r>
            <a:r>
              <a:rPr dirty="0" sz="2400">
                <a:solidFill>
                  <a:srgbClr val="40458B"/>
                </a:solidFill>
                <a:latin typeface="Tahoma"/>
                <a:cs typeface="Tahoma"/>
              </a:rPr>
              <a:t>	</a:t>
            </a:r>
            <a:r>
              <a:rPr dirty="0" sz="2400" spc="-50">
                <a:solidFill>
                  <a:srgbClr val="40458B"/>
                </a:solidFill>
                <a:latin typeface="Tahoma"/>
                <a:cs typeface="Tahoma"/>
              </a:rPr>
              <a:t>C</a:t>
            </a:r>
            <a:endParaRPr sz="2400">
              <a:latin typeface="Tahoma"/>
              <a:cs typeface="Tahoma"/>
            </a:endParaRPr>
          </a:p>
        </p:txBody>
      </p:sp>
      <p:sp>
        <p:nvSpPr>
          <p:cNvPr id="15" name="object 15" descr=""/>
          <p:cNvSpPr txBox="1"/>
          <p:nvPr/>
        </p:nvSpPr>
        <p:spPr>
          <a:xfrm>
            <a:off x="5292597" y="2880486"/>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寄存器分配</a:t>
            </a:r>
            <a:endParaRPr sz="2400">
              <a:latin typeface="黑体"/>
              <a:cs typeface="黑体"/>
            </a:endParaRPr>
          </a:p>
        </p:txBody>
      </p:sp>
      <p:sp>
        <p:nvSpPr>
          <p:cNvPr id="16" name="object 16" descr=""/>
          <p:cNvSpPr txBox="1"/>
          <p:nvPr/>
        </p:nvSpPr>
        <p:spPr>
          <a:xfrm>
            <a:off x="7293991" y="2880486"/>
            <a:ext cx="128651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暂存于</a:t>
            </a:r>
            <a:r>
              <a:rPr dirty="0" sz="2400" spc="-25">
                <a:solidFill>
                  <a:srgbClr val="40458B"/>
                </a:solidFill>
                <a:latin typeface="Tahoma"/>
                <a:cs typeface="Tahoma"/>
              </a:rPr>
              <a:t>Ra</a:t>
            </a:r>
            <a:endParaRPr sz="2400">
              <a:latin typeface="Tahoma"/>
              <a:cs typeface="Tahoma"/>
            </a:endParaRPr>
          </a:p>
        </p:txBody>
      </p:sp>
      <p:sp>
        <p:nvSpPr>
          <p:cNvPr id="17" name="object 17" descr=""/>
          <p:cNvSpPr txBox="1"/>
          <p:nvPr/>
        </p:nvSpPr>
        <p:spPr>
          <a:xfrm>
            <a:off x="8935593" y="2880486"/>
            <a:ext cx="99250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放在</a:t>
            </a:r>
            <a:r>
              <a:rPr dirty="0" sz="2400" spc="-25">
                <a:solidFill>
                  <a:srgbClr val="40458B"/>
                </a:solidFill>
                <a:latin typeface="Tahoma"/>
                <a:cs typeface="Tahoma"/>
              </a:rPr>
              <a:t>Rb</a:t>
            </a:r>
            <a:endParaRPr sz="2400">
              <a:latin typeface="Tahoma"/>
              <a:cs typeface="Tahoma"/>
            </a:endParaRPr>
          </a:p>
        </p:txBody>
      </p:sp>
      <p:sp>
        <p:nvSpPr>
          <p:cNvPr id="18" name="object 18" descr=""/>
          <p:cNvSpPr txBox="1"/>
          <p:nvPr/>
        </p:nvSpPr>
        <p:spPr>
          <a:xfrm>
            <a:off x="10474832" y="2880486"/>
            <a:ext cx="96456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放在</a:t>
            </a:r>
            <a:r>
              <a:rPr dirty="0" sz="2400" spc="-25">
                <a:solidFill>
                  <a:srgbClr val="40458B"/>
                </a:solidFill>
                <a:latin typeface="Tahoma"/>
                <a:cs typeface="Tahoma"/>
              </a:rPr>
              <a:t>Rc</a:t>
            </a:r>
            <a:endParaRPr sz="2400">
              <a:latin typeface="Tahoma"/>
              <a:cs typeface="Tahoma"/>
            </a:endParaRPr>
          </a:p>
        </p:txBody>
      </p:sp>
      <p:sp>
        <p:nvSpPr>
          <p:cNvPr id="19" name="object 19" descr=""/>
          <p:cNvSpPr/>
          <p:nvPr/>
        </p:nvSpPr>
        <p:spPr>
          <a:xfrm>
            <a:off x="7714233" y="2270760"/>
            <a:ext cx="76200" cy="575945"/>
          </a:xfrm>
          <a:custGeom>
            <a:avLst/>
            <a:gdLst/>
            <a:ahLst/>
            <a:cxnLst/>
            <a:rect l="l" t="t" r="r" b="b"/>
            <a:pathLst>
              <a:path w="76200" h="575944">
                <a:moveTo>
                  <a:pt x="30225" y="499744"/>
                </a:moveTo>
                <a:lnTo>
                  <a:pt x="0" y="499744"/>
                </a:lnTo>
                <a:lnTo>
                  <a:pt x="38100" y="575944"/>
                </a:lnTo>
                <a:lnTo>
                  <a:pt x="69850" y="512444"/>
                </a:lnTo>
                <a:lnTo>
                  <a:pt x="30225" y="512444"/>
                </a:lnTo>
                <a:lnTo>
                  <a:pt x="30225" y="499744"/>
                </a:lnTo>
                <a:close/>
              </a:path>
              <a:path w="76200" h="575944">
                <a:moveTo>
                  <a:pt x="46100" y="0"/>
                </a:moveTo>
                <a:lnTo>
                  <a:pt x="30225" y="0"/>
                </a:lnTo>
                <a:lnTo>
                  <a:pt x="30225" y="512444"/>
                </a:lnTo>
                <a:lnTo>
                  <a:pt x="46100" y="512444"/>
                </a:lnTo>
                <a:lnTo>
                  <a:pt x="46100" y="0"/>
                </a:lnTo>
                <a:close/>
              </a:path>
              <a:path w="76200" h="575944">
                <a:moveTo>
                  <a:pt x="76200" y="499744"/>
                </a:moveTo>
                <a:lnTo>
                  <a:pt x="46100" y="499744"/>
                </a:lnTo>
                <a:lnTo>
                  <a:pt x="46100" y="512444"/>
                </a:lnTo>
                <a:lnTo>
                  <a:pt x="69850" y="512444"/>
                </a:lnTo>
                <a:lnTo>
                  <a:pt x="76200" y="499744"/>
                </a:lnTo>
                <a:close/>
              </a:path>
            </a:pathLst>
          </a:custGeom>
          <a:solidFill>
            <a:srgbClr val="FF0000"/>
          </a:solidFill>
        </p:spPr>
        <p:txBody>
          <a:bodyPr wrap="square" lIns="0" tIns="0" rIns="0" bIns="0" rtlCol="0"/>
          <a:lstStyle/>
          <a:p/>
        </p:txBody>
      </p:sp>
      <p:sp>
        <p:nvSpPr>
          <p:cNvPr id="20" name="object 20" descr=""/>
          <p:cNvSpPr/>
          <p:nvPr/>
        </p:nvSpPr>
        <p:spPr>
          <a:xfrm>
            <a:off x="9226550" y="2270760"/>
            <a:ext cx="76200" cy="575945"/>
          </a:xfrm>
          <a:custGeom>
            <a:avLst/>
            <a:gdLst/>
            <a:ahLst/>
            <a:cxnLst/>
            <a:rect l="l" t="t" r="r" b="b"/>
            <a:pathLst>
              <a:path w="76200" h="575944">
                <a:moveTo>
                  <a:pt x="30099" y="499744"/>
                </a:moveTo>
                <a:lnTo>
                  <a:pt x="0" y="499744"/>
                </a:lnTo>
                <a:lnTo>
                  <a:pt x="38100" y="575944"/>
                </a:lnTo>
                <a:lnTo>
                  <a:pt x="69850" y="512444"/>
                </a:lnTo>
                <a:lnTo>
                  <a:pt x="30099" y="512444"/>
                </a:lnTo>
                <a:lnTo>
                  <a:pt x="30099" y="499744"/>
                </a:lnTo>
                <a:close/>
              </a:path>
              <a:path w="76200" h="575944">
                <a:moveTo>
                  <a:pt x="45974" y="0"/>
                </a:moveTo>
                <a:lnTo>
                  <a:pt x="30099" y="0"/>
                </a:lnTo>
                <a:lnTo>
                  <a:pt x="30099" y="512444"/>
                </a:lnTo>
                <a:lnTo>
                  <a:pt x="45974" y="512444"/>
                </a:lnTo>
                <a:lnTo>
                  <a:pt x="45974" y="0"/>
                </a:lnTo>
                <a:close/>
              </a:path>
              <a:path w="76200" h="575944">
                <a:moveTo>
                  <a:pt x="76200" y="499744"/>
                </a:moveTo>
                <a:lnTo>
                  <a:pt x="45974" y="499744"/>
                </a:lnTo>
                <a:lnTo>
                  <a:pt x="45974" y="512444"/>
                </a:lnTo>
                <a:lnTo>
                  <a:pt x="69850" y="512444"/>
                </a:lnTo>
                <a:lnTo>
                  <a:pt x="76200" y="499744"/>
                </a:lnTo>
                <a:close/>
              </a:path>
            </a:pathLst>
          </a:custGeom>
          <a:solidFill>
            <a:srgbClr val="FF0000"/>
          </a:solidFill>
        </p:spPr>
        <p:txBody>
          <a:bodyPr wrap="square" lIns="0" tIns="0" rIns="0" bIns="0" rtlCol="0"/>
          <a:lstStyle/>
          <a:p/>
        </p:txBody>
      </p:sp>
      <p:sp>
        <p:nvSpPr>
          <p:cNvPr id="21" name="object 21" descr=""/>
          <p:cNvSpPr/>
          <p:nvPr/>
        </p:nvSpPr>
        <p:spPr>
          <a:xfrm>
            <a:off x="10954766" y="2270760"/>
            <a:ext cx="76200" cy="575945"/>
          </a:xfrm>
          <a:custGeom>
            <a:avLst/>
            <a:gdLst/>
            <a:ahLst/>
            <a:cxnLst/>
            <a:rect l="l" t="t" r="r" b="b"/>
            <a:pathLst>
              <a:path w="76200" h="575944">
                <a:moveTo>
                  <a:pt x="30099" y="499744"/>
                </a:moveTo>
                <a:lnTo>
                  <a:pt x="0" y="499744"/>
                </a:lnTo>
                <a:lnTo>
                  <a:pt x="38100" y="575944"/>
                </a:lnTo>
                <a:lnTo>
                  <a:pt x="69850" y="512444"/>
                </a:lnTo>
                <a:lnTo>
                  <a:pt x="30099" y="512444"/>
                </a:lnTo>
                <a:lnTo>
                  <a:pt x="30099" y="499744"/>
                </a:lnTo>
                <a:close/>
              </a:path>
              <a:path w="76200" h="575944">
                <a:moveTo>
                  <a:pt x="45974" y="0"/>
                </a:moveTo>
                <a:lnTo>
                  <a:pt x="30099" y="0"/>
                </a:lnTo>
                <a:lnTo>
                  <a:pt x="30099" y="512444"/>
                </a:lnTo>
                <a:lnTo>
                  <a:pt x="45974" y="512444"/>
                </a:lnTo>
                <a:lnTo>
                  <a:pt x="45974" y="0"/>
                </a:lnTo>
                <a:close/>
              </a:path>
              <a:path w="76200" h="575944">
                <a:moveTo>
                  <a:pt x="76200" y="499744"/>
                </a:moveTo>
                <a:lnTo>
                  <a:pt x="45974" y="499744"/>
                </a:lnTo>
                <a:lnTo>
                  <a:pt x="45974" y="512444"/>
                </a:lnTo>
                <a:lnTo>
                  <a:pt x="69850" y="512444"/>
                </a:lnTo>
                <a:lnTo>
                  <a:pt x="76200" y="499744"/>
                </a:lnTo>
                <a:close/>
              </a:path>
            </a:pathLst>
          </a:custGeom>
          <a:solidFill>
            <a:srgbClr val="FF0000"/>
          </a:solidFill>
        </p:spPr>
        <p:txBody>
          <a:bodyPr wrap="square" lIns="0" tIns="0" rIns="0" bIns="0" rtlCol="0"/>
          <a:lstStyle/>
          <a:p/>
        </p:txBody>
      </p:sp>
      <p:sp>
        <p:nvSpPr>
          <p:cNvPr id="22" name="object 22" descr=""/>
          <p:cNvSpPr txBox="1"/>
          <p:nvPr/>
        </p:nvSpPr>
        <p:spPr>
          <a:xfrm>
            <a:off x="6967473" y="3842130"/>
            <a:ext cx="2011680" cy="2220595"/>
          </a:xfrm>
          <a:prstGeom prst="rect">
            <a:avLst/>
          </a:prstGeom>
        </p:spPr>
        <p:txBody>
          <a:bodyPr wrap="square" lIns="0" tIns="12700" rIns="0" bIns="0" rtlCol="0" vert="horz">
            <a:spAutoFit/>
          </a:bodyPr>
          <a:lstStyle/>
          <a:p>
            <a:pPr marL="12700" marR="306705">
              <a:lnSpc>
                <a:spcPct val="150000"/>
              </a:lnSpc>
              <a:spcBef>
                <a:spcPts val="100"/>
              </a:spcBef>
            </a:pPr>
            <a:r>
              <a:rPr dirty="0" sz="2400">
                <a:solidFill>
                  <a:srgbClr val="40458B"/>
                </a:solidFill>
                <a:latin typeface="黑体"/>
                <a:cs typeface="黑体"/>
              </a:rPr>
              <a:t>取</a:t>
            </a:r>
            <a:r>
              <a:rPr dirty="0" sz="2400">
                <a:solidFill>
                  <a:srgbClr val="40458B"/>
                </a:solidFill>
                <a:latin typeface="Tahoma"/>
                <a:cs typeface="Tahoma"/>
              </a:rPr>
              <a:t>B</a:t>
            </a:r>
            <a:r>
              <a:rPr dirty="0" sz="2400" spc="5">
                <a:solidFill>
                  <a:srgbClr val="40458B"/>
                </a:solidFill>
                <a:latin typeface="黑体"/>
                <a:cs typeface="黑体"/>
              </a:rPr>
              <a:t>： </a:t>
            </a:r>
            <a:r>
              <a:rPr dirty="0" sz="2400" spc="-25" b="1">
                <a:solidFill>
                  <a:srgbClr val="40458B"/>
                </a:solidFill>
                <a:latin typeface="宋体"/>
                <a:cs typeface="宋体"/>
              </a:rPr>
              <a:t>LD</a:t>
            </a:r>
            <a:r>
              <a:rPr dirty="0" sz="2400" spc="600" b="1">
                <a:solidFill>
                  <a:srgbClr val="40458B"/>
                </a:solidFill>
                <a:latin typeface="宋体"/>
                <a:cs typeface="宋体"/>
              </a:rPr>
              <a:t> </a:t>
            </a:r>
            <a:r>
              <a:rPr dirty="0" sz="2400">
                <a:solidFill>
                  <a:srgbClr val="40458B"/>
                </a:solidFill>
                <a:latin typeface="黑体"/>
                <a:cs typeface="黑体"/>
              </a:rPr>
              <a:t>取</a:t>
            </a:r>
            <a:r>
              <a:rPr dirty="0" sz="2400">
                <a:solidFill>
                  <a:srgbClr val="40458B"/>
                </a:solidFill>
                <a:latin typeface="Tahoma"/>
                <a:cs typeface="Tahoma"/>
              </a:rPr>
              <a:t>C</a:t>
            </a:r>
            <a:r>
              <a:rPr dirty="0" sz="2400">
                <a:solidFill>
                  <a:srgbClr val="40458B"/>
                </a:solidFill>
                <a:latin typeface="黑体"/>
                <a:cs typeface="黑体"/>
              </a:rPr>
              <a:t>： </a:t>
            </a:r>
            <a:r>
              <a:rPr dirty="0" sz="2400" spc="-20" b="1">
                <a:solidFill>
                  <a:srgbClr val="40458B"/>
                </a:solidFill>
                <a:latin typeface="宋体"/>
                <a:cs typeface="宋体"/>
              </a:rPr>
              <a:t>LD</a:t>
            </a:r>
            <a:r>
              <a:rPr dirty="0" sz="2400" spc="-50">
                <a:solidFill>
                  <a:srgbClr val="40458B"/>
                </a:solidFill>
                <a:latin typeface="黑体"/>
                <a:cs typeface="黑体"/>
              </a:rPr>
              <a:t>相</a:t>
            </a:r>
            <a:r>
              <a:rPr dirty="0" sz="2400">
                <a:solidFill>
                  <a:srgbClr val="40458B"/>
                </a:solidFill>
                <a:latin typeface="黑体"/>
                <a:cs typeface="黑体"/>
              </a:rPr>
              <a:t>加： </a:t>
            </a:r>
            <a:r>
              <a:rPr dirty="0" sz="2400" spc="-20" b="1">
                <a:solidFill>
                  <a:srgbClr val="40458B"/>
                </a:solidFill>
                <a:latin typeface="宋体"/>
                <a:cs typeface="宋体"/>
              </a:rPr>
              <a:t>DADD</a:t>
            </a:r>
            <a:endParaRPr sz="2400">
              <a:latin typeface="宋体"/>
              <a:cs typeface="宋体"/>
            </a:endParaRPr>
          </a:p>
          <a:p>
            <a:pPr marL="12700">
              <a:lnSpc>
                <a:spcPct val="100000"/>
              </a:lnSpc>
              <a:spcBef>
                <a:spcPts val="1440"/>
              </a:spcBef>
            </a:pPr>
            <a:r>
              <a:rPr dirty="0" sz="2400">
                <a:solidFill>
                  <a:srgbClr val="40458B"/>
                </a:solidFill>
                <a:latin typeface="黑体"/>
                <a:cs typeface="黑体"/>
              </a:rPr>
              <a:t>保存结果： </a:t>
            </a:r>
            <a:r>
              <a:rPr dirty="0" sz="2400" spc="-25" b="1">
                <a:solidFill>
                  <a:srgbClr val="40458B"/>
                </a:solidFill>
                <a:latin typeface="宋体"/>
                <a:cs typeface="宋体"/>
              </a:rPr>
              <a:t>SD</a:t>
            </a:r>
            <a:endParaRPr sz="2400">
              <a:latin typeface="宋体"/>
              <a:cs typeface="宋体"/>
            </a:endParaRPr>
          </a:p>
        </p:txBody>
      </p:sp>
      <p:sp>
        <p:nvSpPr>
          <p:cNvPr id="23" name="object 23" descr=""/>
          <p:cNvSpPr txBox="1"/>
          <p:nvPr/>
        </p:nvSpPr>
        <p:spPr>
          <a:xfrm>
            <a:off x="8988297" y="3842130"/>
            <a:ext cx="1687195" cy="2220595"/>
          </a:xfrm>
          <a:prstGeom prst="rect">
            <a:avLst/>
          </a:prstGeom>
        </p:spPr>
        <p:txBody>
          <a:bodyPr wrap="square" lIns="0" tIns="12700" rIns="0" bIns="0" rtlCol="0" vert="horz">
            <a:spAutoFit/>
          </a:bodyPr>
          <a:lstStyle/>
          <a:p>
            <a:pPr marL="15240" marR="5080" indent="-3175">
              <a:lnSpc>
                <a:spcPct val="150000"/>
              </a:lnSpc>
              <a:spcBef>
                <a:spcPts val="100"/>
              </a:spcBef>
            </a:pPr>
            <a:r>
              <a:rPr dirty="0" sz="2400" spc="-20" b="1">
                <a:solidFill>
                  <a:srgbClr val="40458B"/>
                </a:solidFill>
                <a:latin typeface="宋体"/>
                <a:cs typeface="宋体"/>
              </a:rPr>
              <a:t>Rb，B</a:t>
            </a:r>
            <a:r>
              <a:rPr dirty="0" sz="2400" spc="600" b="1">
                <a:solidFill>
                  <a:srgbClr val="40458B"/>
                </a:solidFill>
                <a:latin typeface="宋体"/>
                <a:cs typeface="宋体"/>
              </a:rPr>
              <a:t> </a:t>
            </a:r>
            <a:r>
              <a:rPr dirty="0" sz="2400" spc="-20" b="1">
                <a:solidFill>
                  <a:srgbClr val="40458B"/>
                </a:solidFill>
                <a:latin typeface="宋体"/>
                <a:cs typeface="宋体"/>
              </a:rPr>
              <a:t>Rc，C </a:t>
            </a:r>
            <a:r>
              <a:rPr dirty="0" sz="2400" spc="-10" b="1">
                <a:solidFill>
                  <a:srgbClr val="40458B"/>
                </a:solidFill>
                <a:latin typeface="宋体"/>
                <a:cs typeface="宋体"/>
              </a:rPr>
              <a:t>Ra，Rb，Rc</a:t>
            </a:r>
            <a:endParaRPr sz="2400">
              <a:latin typeface="宋体"/>
              <a:cs typeface="宋体"/>
            </a:endParaRPr>
          </a:p>
          <a:p>
            <a:pPr marL="747395">
              <a:lnSpc>
                <a:spcPct val="100000"/>
              </a:lnSpc>
              <a:spcBef>
                <a:spcPts val="1440"/>
              </a:spcBef>
            </a:pPr>
            <a:r>
              <a:rPr dirty="0" sz="2400" spc="-20" b="1">
                <a:solidFill>
                  <a:srgbClr val="40458B"/>
                </a:solidFill>
                <a:latin typeface="宋体"/>
                <a:cs typeface="宋体"/>
              </a:rPr>
              <a:t>Ra，A</a:t>
            </a:r>
            <a:endParaRPr sz="2400">
              <a:latin typeface="宋体"/>
              <a:cs typeface="宋体"/>
            </a:endParaRPr>
          </a:p>
        </p:txBody>
      </p:sp>
      <p:graphicFrame>
        <p:nvGraphicFramePr>
          <p:cNvPr id="24" name="object 24" descr=""/>
          <p:cNvGraphicFramePr>
            <a:graphicFrameLocks noGrp="1"/>
          </p:cNvGraphicFramePr>
          <p:nvPr/>
        </p:nvGraphicFramePr>
        <p:xfrm>
          <a:off x="592137" y="2693987"/>
          <a:ext cx="3543935" cy="3769995"/>
        </p:xfrm>
        <a:graphic>
          <a:graphicData uri="http://schemas.openxmlformats.org/drawingml/2006/table">
            <a:tbl>
              <a:tblPr firstRow="1" bandRow="1">
                <a:tableStyleId>{2D5ABB26-0587-4C30-8999-92F81FD0307C}</a:tableStyleId>
              </a:tblPr>
              <a:tblGrid>
                <a:gridCol w="3439160"/>
              </a:tblGrid>
              <a:tr h="441959">
                <a:tc>
                  <a:txBody>
                    <a:bodyPr/>
                    <a:lstStyle/>
                    <a:p>
                      <a:pPr marL="91440">
                        <a:lnSpc>
                          <a:spcPct val="100000"/>
                        </a:lnSpc>
                        <a:spcBef>
                          <a:spcPts val="340"/>
                        </a:spcBef>
                      </a:pPr>
                      <a:r>
                        <a:rPr dirty="0" sz="2000" spc="-20" b="1">
                          <a:solidFill>
                            <a:srgbClr val="E14B04"/>
                          </a:solidFill>
                          <a:latin typeface="宋体"/>
                          <a:cs typeface="宋体"/>
                        </a:rPr>
                        <a:t>没有暂停的代码</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r>
              <a:tr h="3328035">
                <a:tc>
                  <a:txBody>
                    <a:bodyPr/>
                    <a:lstStyle/>
                    <a:p>
                      <a:pPr marL="91440">
                        <a:lnSpc>
                          <a:spcPct val="100000"/>
                        </a:lnSpc>
                        <a:spcBef>
                          <a:spcPts val="34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1440">
                        <a:lnSpc>
                          <a:spcPct val="100000"/>
                        </a:lnSpc>
                        <a:spcBef>
                          <a:spcPts val="720"/>
                        </a:spcBef>
                        <a:tabLst>
                          <a:tab pos="991869"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a:t>
                      </a:r>
                      <a:endParaRPr sz="2000">
                        <a:latin typeface="宋体"/>
                        <a:cs typeface="宋体"/>
                      </a:endParaRPr>
                    </a:p>
                    <a:p>
                      <a:pPr marL="91440" marR="1152525">
                        <a:lnSpc>
                          <a:spcPct val="130000"/>
                        </a:lnSpc>
                        <a:spcBef>
                          <a:spcPts val="5"/>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1440" marR="1152525">
                        <a:lnSpc>
                          <a:spcPct val="130000"/>
                        </a:lnSpc>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r>
            </a:tbl>
          </a:graphicData>
        </a:graphic>
      </p:graphicFrame>
      <p:grpSp>
        <p:nvGrpSpPr>
          <p:cNvPr id="25" name="object 25" descr=""/>
          <p:cNvGrpSpPr/>
          <p:nvPr/>
        </p:nvGrpSpPr>
        <p:grpSpPr>
          <a:xfrm>
            <a:off x="5083746" y="4190936"/>
            <a:ext cx="946150" cy="394970"/>
            <a:chOff x="5083746" y="4190936"/>
            <a:chExt cx="946150" cy="394970"/>
          </a:xfrm>
        </p:grpSpPr>
        <p:sp>
          <p:nvSpPr>
            <p:cNvPr id="26" name="object 26" descr=""/>
            <p:cNvSpPr/>
            <p:nvPr/>
          </p:nvSpPr>
          <p:spPr>
            <a:xfrm>
              <a:off x="5088509" y="4195698"/>
              <a:ext cx="936625" cy="385445"/>
            </a:xfrm>
            <a:custGeom>
              <a:avLst/>
              <a:gdLst/>
              <a:ahLst/>
              <a:cxnLst/>
              <a:rect l="l" t="t" r="r" b="b"/>
              <a:pathLst>
                <a:path w="936625" h="385445">
                  <a:moveTo>
                    <a:pt x="192531" y="0"/>
                  </a:moveTo>
                  <a:lnTo>
                    <a:pt x="0" y="192531"/>
                  </a:lnTo>
                  <a:lnTo>
                    <a:pt x="192531" y="385063"/>
                  </a:lnTo>
                  <a:lnTo>
                    <a:pt x="192531" y="288798"/>
                  </a:lnTo>
                  <a:lnTo>
                    <a:pt x="936116" y="288798"/>
                  </a:lnTo>
                  <a:lnTo>
                    <a:pt x="936116" y="96265"/>
                  </a:lnTo>
                  <a:lnTo>
                    <a:pt x="192531" y="96265"/>
                  </a:lnTo>
                  <a:lnTo>
                    <a:pt x="192531" y="0"/>
                  </a:lnTo>
                  <a:close/>
                </a:path>
              </a:pathLst>
            </a:custGeom>
            <a:solidFill>
              <a:srgbClr val="EBD782"/>
            </a:solidFill>
          </p:spPr>
          <p:txBody>
            <a:bodyPr wrap="square" lIns="0" tIns="0" rIns="0" bIns="0" rtlCol="0"/>
            <a:lstStyle/>
            <a:p/>
          </p:txBody>
        </p:sp>
        <p:sp>
          <p:nvSpPr>
            <p:cNvPr id="27" name="object 27" descr=""/>
            <p:cNvSpPr/>
            <p:nvPr/>
          </p:nvSpPr>
          <p:spPr>
            <a:xfrm>
              <a:off x="5088509" y="4195698"/>
              <a:ext cx="936625" cy="385445"/>
            </a:xfrm>
            <a:custGeom>
              <a:avLst/>
              <a:gdLst/>
              <a:ahLst/>
              <a:cxnLst/>
              <a:rect l="l" t="t" r="r" b="b"/>
              <a:pathLst>
                <a:path w="936625" h="385445">
                  <a:moveTo>
                    <a:pt x="0" y="192531"/>
                  </a:moveTo>
                  <a:lnTo>
                    <a:pt x="192531" y="0"/>
                  </a:lnTo>
                  <a:lnTo>
                    <a:pt x="192531" y="96265"/>
                  </a:lnTo>
                  <a:lnTo>
                    <a:pt x="936116" y="96265"/>
                  </a:lnTo>
                  <a:lnTo>
                    <a:pt x="936116" y="288798"/>
                  </a:lnTo>
                  <a:lnTo>
                    <a:pt x="192531" y="288798"/>
                  </a:lnTo>
                  <a:lnTo>
                    <a:pt x="192531" y="385063"/>
                  </a:lnTo>
                  <a:lnTo>
                    <a:pt x="0" y="192531"/>
                  </a:lnTo>
                  <a:close/>
                </a:path>
              </a:pathLst>
            </a:custGeom>
            <a:ln w="9525">
              <a:solidFill>
                <a:srgbClr val="40458B"/>
              </a:solidFill>
            </a:ln>
          </p:spPr>
          <p:txBody>
            <a:bodyPr wrap="square" lIns="0" tIns="0" rIns="0" bIns="0" rtlCol="0"/>
            <a:lstStyle/>
            <a:p/>
          </p:txBody>
        </p:sp>
      </p:gr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graphicFrame>
        <p:nvGraphicFramePr>
          <p:cNvPr id="10" name="object 10" descr=""/>
          <p:cNvGraphicFramePr>
            <a:graphicFrameLocks noGrp="1"/>
          </p:cNvGraphicFramePr>
          <p:nvPr/>
        </p:nvGraphicFramePr>
        <p:xfrm>
          <a:off x="338137" y="2693987"/>
          <a:ext cx="3545204" cy="3769995"/>
        </p:xfrm>
        <a:graphic>
          <a:graphicData uri="http://schemas.openxmlformats.org/drawingml/2006/table">
            <a:tbl>
              <a:tblPr firstRow="1" bandRow="1">
                <a:tableStyleId>{2D5ABB26-0587-4C30-8999-92F81FD0307C}</a:tableStyleId>
              </a:tblPr>
              <a:tblGrid>
                <a:gridCol w="3440429"/>
              </a:tblGrid>
              <a:tr h="442595">
                <a:tc>
                  <a:txBody>
                    <a:bodyPr/>
                    <a:lstStyle/>
                    <a:p>
                      <a:pPr marL="90805">
                        <a:lnSpc>
                          <a:spcPct val="100000"/>
                        </a:lnSpc>
                        <a:spcBef>
                          <a:spcPts val="340"/>
                        </a:spcBef>
                      </a:pPr>
                      <a:r>
                        <a:rPr dirty="0" sz="2000" spc="-20" b="1">
                          <a:solidFill>
                            <a:srgbClr val="E14B04"/>
                          </a:solidFill>
                          <a:latin typeface="宋体"/>
                          <a:cs typeface="宋体"/>
                        </a:rPr>
                        <a:t>没有暂停的代码</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r>
              <a:tr h="3327400">
                <a:tc>
                  <a:txBody>
                    <a:bodyPr/>
                    <a:lstStyle/>
                    <a:p>
                      <a:pPr marL="90805">
                        <a:lnSpc>
                          <a:spcPct val="100000"/>
                        </a:lnSpc>
                        <a:spcBef>
                          <a:spcPts val="34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0805">
                        <a:lnSpc>
                          <a:spcPct val="100000"/>
                        </a:lnSpc>
                        <a:spcBef>
                          <a:spcPts val="720"/>
                        </a:spcBef>
                        <a:tabLst>
                          <a:tab pos="991869"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a:t>
                      </a:r>
                      <a:endParaRPr sz="2000">
                        <a:latin typeface="宋体"/>
                        <a:cs typeface="宋体"/>
                      </a:endParaRPr>
                    </a:p>
                    <a:p>
                      <a:pPr marL="90805" marR="1153795">
                        <a:lnSpc>
                          <a:spcPct val="130000"/>
                        </a:lnSpc>
                        <a:spcBef>
                          <a:spcPts val="5"/>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0805">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0805">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0805" marR="1153795">
                        <a:lnSpc>
                          <a:spcPct val="130000"/>
                        </a:lnSpc>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descr=""/>
          <p:cNvSpPr/>
          <p:nvPr/>
        </p:nvSpPr>
        <p:spPr>
          <a:xfrm>
            <a:off x="1343025" y="3740022"/>
            <a:ext cx="936625" cy="378460"/>
          </a:xfrm>
          <a:custGeom>
            <a:avLst/>
            <a:gdLst/>
            <a:ahLst/>
            <a:cxnLst/>
            <a:rect l="l" t="t" r="r" b="b"/>
            <a:pathLst>
              <a:path w="936625" h="378460">
                <a:moveTo>
                  <a:pt x="862625" y="349985"/>
                </a:moveTo>
                <a:lnTo>
                  <a:pt x="851788" y="378078"/>
                </a:lnTo>
                <a:lnTo>
                  <a:pt x="936625" y="369950"/>
                </a:lnTo>
                <a:lnTo>
                  <a:pt x="922621" y="354583"/>
                </a:lnTo>
                <a:lnTo>
                  <a:pt x="874522" y="354583"/>
                </a:lnTo>
                <a:lnTo>
                  <a:pt x="862625" y="349985"/>
                </a:lnTo>
                <a:close/>
              </a:path>
              <a:path w="936625" h="378460">
                <a:moveTo>
                  <a:pt x="868354" y="335132"/>
                </a:moveTo>
                <a:lnTo>
                  <a:pt x="862625" y="349985"/>
                </a:lnTo>
                <a:lnTo>
                  <a:pt x="874522" y="354583"/>
                </a:lnTo>
                <a:lnTo>
                  <a:pt x="880237" y="339725"/>
                </a:lnTo>
                <a:lnTo>
                  <a:pt x="868354" y="335132"/>
                </a:lnTo>
                <a:close/>
              </a:path>
              <a:path w="936625" h="378460">
                <a:moveTo>
                  <a:pt x="879220" y="306958"/>
                </a:moveTo>
                <a:lnTo>
                  <a:pt x="868354" y="335132"/>
                </a:lnTo>
                <a:lnTo>
                  <a:pt x="880237" y="339725"/>
                </a:lnTo>
                <a:lnTo>
                  <a:pt x="874522" y="354583"/>
                </a:lnTo>
                <a:lnTo>
                  <a:pt x="922621" y="354583"/>
                </a:lnTo>
                <a:lnTo>
                  <a:pt x="879220" y="306958"/>
                </a:lnTo>
                <a:close/>
              </a:path>
              <a:path w="936625" h="378460">
                <a:moveTo>
                  <a:pt x="73999" y="28093"/>
                </a:moveTo>
                <a:lnTo>
                  <a:pt x="68270" y="42946"/>
                </a:lnTo>
                <a:lnTo>
                  <a:pt x="862625" y="349985"/>
                </a:lnTo>
                <a:lnTo>
                  <a:pt x="868354" y="335132"/>
                </a:lnTo>
                <a:lnTo>
                  <a:pt x="73999" y="28093"/>
                </a:lnTo>
                <a:close/>
              </a:path>
              <a:path w="936625" h="378460">
                <a:moveTo>
                  <a:pt x="84836" y="0"/>
                </a:moveTo>
                <a:lnTo>
                  <a:pt x="0" y="8000"/>
                </a:lnTo>
                <a:lnTo>
                  <a:pt x="57403" y="71119"/>
                </a:lnTo>
                <a:lnTo>
                  <a:pt x="68270" y="42946"/>
                </a:lnTo>
                <a:lnTo>
                  <a:pt x="56387" y="38353"/>
                </a:lnTo>
                <a:lnTo>
                  <a:pt x="62103" y="23494"/>
                </a:lnTo>
                <a:lnTo>
                  <a:pt x="75773" y="23494"/>
                </a:lnTo>
                <a:lnTo>
                  <a:pt x="84836" y="0"/>
                </a:lnTo>
                <a:close/>
              </a:path>
              <a:path w="936625" h="378460">
                <a:moveTo>
                  <a:pt x="62103" y="23494"/>
                </a:moveTo>
                <a:lnTo>
                  <a:pt x="56387" y="38353"/>
                </a:lnTo>
                <a:lnTo>
                  <a:pt x="68270" y="42946"/>
                </a:lnTo>
                <a:lnTo>
                  <a:pt x="73999" y="28093"/>
                </a:lnTo>
                <a:lnTo>
                  <a:pt x="62103" y="23494"/>
                </a:lnTo>
                <a:close/>
              </a:path>
              <a:path w="936625" h="378460">
                <a:moveTo>
                  <a:pt x="75773" y="23494"/>
                </a:moveTo>
                <a:lnTo>
                  <a:pt x="62103" y="23494"/>
                </a:lnTo>
                <a:lnTo>
                  <a:pt x="73999" y="28093"/>
                </a:lnTo>
                <a:lnTo>
                  <a:pt x="75773" y="23494"/>
                </a:lnTo>
                <a:close/>
              </a:path>
            </a:pathLst>
          </a:custGeom>
          <a:solidFill>
            <a:srgbClr val="FF0000"/>
          </a:solidFill>
        </p:spPr>
        <p:txBody>
          <a:bodyPr wrap="square" lIns="0" tIns="0" rIns="0" bIns="0" rtlCol="0"/>
          <a:lstStyle/>
          <a:p/>
        </p:txBody>
      </p:sp>
      <p:sp>
        <p:nvSpPr>
          <p:cNvPr id="12" name="object 12" descr=""/>
          <p:cNvSpPr/>
          <p:nvPr/>
        </p:nvSpPr>
        <p:spPr>
          <a:xfrm>
            <a:off x="1719198" y="5432044"/>
            <a:ext cx="936625" cy="375920"/>
          </a:xfrm>
          <a:custGeom>
            <a:avLst/>
            <a:gdLst/>
            <a:ahLst/>
            <a:cxnLst/>
            <a:rect l="l" t="t" r="r" b="b"/>
            <a:pathLst>
              <a:path w="936625" h="375920">
                <a:moveTo>
                  <a:pt x="862715" y="347267"/>
                </a:moveTo>
                <a:lnTo>
                  <a:pt x="851915" y="375411"/>
                </a:lnTo>
                <a:lnTo>
                  <a:pt x="936625" y="367093"/>
                </a:lnTo>
                <a:lnTo>
                  <a:pt x="922645" y="351789"/>
                </a:lnTo>
                <a:lnTo>
                  <a:pt x="874521" y="351789"/>
                </a:lnTo>
                <a:lnTo>
                  <a:pt x="862715" y="347267"/>
                </a:lnTo>
                <a:close/>
              </a:path>
              <a:path w="936625" h="375920">
                <a:moveTo>
                  <a:pt x="868406" y="332437"/>
                </a:moveTo>
                <a:lnTo>
                  <a:pt x="862715" y="347267"/>
                </a:lnTo>
                <a:lnTo>
                  <a:pt x="874521" y="351789"/>
                </a:lnTo>
                <a:lnTo>
                  <a:pt x="880237" y="336969"/>
                </a:lnTo>
                <a:lnTo>
                  <a:pt x="868406" y="332437"/>
                </a:lnTo>
                <a:close/>
              </a:path>
              <a:path w="936625" h="375920">
                <a:moveTo>
                  <a:pt x="879220" y="304253"/>
                </a:moveTo>
                <a:lnTo>
                  <a:pt x="868406" y="332437"/>
                </a:lnTo>
                <a:lnTo>
                  <a:pt x="880237" y="336969"/>
                </a:lnTo>
                <a:lnTo>
                  <a:pt x="874521" y="351789"/>
                </a:lnTo>
                <a:lnTo>
                  <a:pt x="922645" y="351789"/>
                </a:lnTo>
                <a:lnTo>
                  <a:pt x="879220" y="304253"/>
                </a:lnTo>
                <a:close/>
              </a:path>
              <a:path w="936625" h="375920">
                <a:moveTo>
                  <a:pt x="74031" y="28142"/>
                </a:moveTo>
                <a:lnTo>
                  <a:pt x="68325" y="43004"/>
                </a:lnTo>
                <a:lnTo>
                  <a:pt x="862715" y="347267"/>
                </a:lnTo>
                <a:lnTo>
                  <a:pt x="868406" y="332437"/>
                </a:lnTo>
                <a:lnTo>
                  <a:pt x="74031" y="28142"/>
                </a:lnTo>
                <a:close/>
              </a:path>
              <a:path w="936625" h="375920">
                <a:moveTo>
                  <a:pt x="84836" y="0"/>
                </a:moveTo>
                <a:lnTo>
                  <a:pt x="0" y="8254"/>
                </a:lnTo>
                <a:lnTo>
                  <a:pt x="57531" y="71119"/>
                </a:lnTo>
                <a:lnTo>
                  <a:pt x="68325" y="43004"/>
                </a:lnTo>
                <a:lnTo>
                  <a:pt x="56514" y="38480"/>
                </a:lnTo>
                <a:lnTo>
                  <a:pt x="62230" y="23621"/>
                </a:lnTo>
                <a:lnTo>
                  <a:pt x="75766" y="23621"/>
                </a:lnTo>
                <a:lnTo>
                  <a:pt x="84836" y="0"/>
                </a:lnTo>
                <a:close/>
              </a:path>
              <a:path w="936625" h="375920">
                <a:moveTo>
                  <a:pt x="62230" y="23621"/>
                </a:moveTo>
                <a:lnTo>
                  <a:pt x="56514" y="38480"/>
                </a:lnTo>
                <a:lnTo>
                  <a:pt x="68325" y="43004"/>
                </a:lnTo>
                <a:lnTo>
                  <a:pt x="74031" y="28142"/>
                </a:lnTo>
                <a:lnTo>
                  <a:pt x="62230" y="23621"/>
                </a:lnTo>
                <a:close/>
              </a:path>
              <a:path w="936625" h="375920">
                <a:moveTo>
                  <a:pt x="75766" y="23621"/>
                </a:moveTo>
                <a:lnTo>
                  <a:pt x="62230" y="23621"/>
                </a:lnTo>
                <a:lnTo>
                  <a:pt x="74031" y="28142"/>
                </a:lnTo>
                <a:lnTo>
                  <a:pt x="75766" y="23621"/>
                </a:lnTo>
                <a:close/>
              </a:path>
            </a:pathLst>
          </a:custGeom>
          <a:solidFill>
            <a:srgbClr val="FF0000"/>
          </a:solidFill>
        </p:spPr>
        <p:txBody>
          <a:bodyPr wrap="square" lIns="0" tIns="0" rIns="0" bIns="0" rtlCol="0"/>
          <a:lstStyle/>
          <a:p/>
        </p:txBody>
      </p:sp>
      <p:sp>
        <p:nvSpPr>
          <p:cNvPr id="13" name="object 13" descr=""/>
          <p:cNvSpPr txBox="1"/>
          <p:nvPr/>
        </p:nvSpPr>
        <p:spPr>
          <a:xfrm>
            <a:off x="302768" y="657352"/>
            <a:ext cx="10896600" cy="2266315"/>
          </a:xfrm>
          <a:prstGeom prst="rect">
            <a:avLst/>
          </a:prstGeom>
        </p:spPr>
        <p:txBody>
          <a:bodyPr wrap="square" lIns="0" tIns="134620" rIns="0" bIns="0" rtlCol="0" vert="horz">
            <a:spAutoFit/>
          </a:bodyPr>
          <a:lstStyle/>
          <a:p>
            <a:pPr marL="12700">
              <a:lnSpc>
                <a:spcPct val="100000"/>
              </a:lnSpc>
              <a:spcBef>
                <a:spcPts val="1060"/>
              </a:spcBef>
            </a:pPr>
            <a:r>
              <a:rPr dirty="0" sz="2400" spc="-20" b="1">
                <a:solidFill>
                  <a:srgbClr val="E14B04"/>
                </a:solidFill>
                <a:latin typeface="宋体"/>
                <a:cs typeface="宋体"/>
              </a:rPr>
              <a:t>举例：</a:t>
            </a:r>
            <a:r>
              <a:rPr dirty="0" sz="2400" spc="-20" b="1">
                <a:latin typeface="宋体"/>
                <a:cs typeface="宋体"/>
              </a:rPr>
              <a:t>请为下列表达式生成</a:t>
            </a:r>
            <a:r>
              <a:rPr dirty="0" sz="2400" spc="-20" b="1">
                <a:solidFill>
                  <a:srgbClr val="FF09FF"/>
                </a:solidFill>
                <a:latin typeface="宋体"/>
                <a:cs typeface="宋体"/>
              </a:rPr>
              <a:t>没有暂停</a:t>
            </a:r>
            <a:r>
              <a:rPr dirty="0" sz="2400" spc="-25" b="1">
                <a:latin typeface="宋体"/>
                <a:cs typeface="宋体"/>
              </a:rPr>
              <a:t>的指令序列</a:t>
            </a:r>
            <a:r>
              <a:rPr dirty="0" sz="2400" spc="110" b="1">
                <a:latin typeface="黑体"/>
                <a:cs typeface="黑体"/>
              </a:rPr>
              <a:t>: </a:t>
            </a:r>
            <a:r>
              <a:rPr dirty="0" baseline="-2314" sz="3600">
                <a:latin typeface="黑体"/>
                <a:cs typeface="黑体"/>
              </a:rPr>
              <a:t>假设载入延迟为</a:t>
            </a:r>
            <a:r>
              <a:rPr dirty="0" baseline="-2314" sz="3600">
                <a:solidFill>
                  <a:srgbClr val="9933FF"/>
                </a:solidFill>
                <a:latin typeface="宋体"/>
                <a:cs typeface="宋体"/>
              </a:rPr>
              <a:t>1</a:t>
            </a:r>
            <a:r>
              <a:rPr dirty="0" baseline="-2314" sz="3600">
                <a:solidFill>
                  <a:srgbClr val="080808"/>
                </a:solidFill>
                <a:latin typeface="黑体"/>
                <a:cs typeface="黑体"/>
              </a:rPr>
              <a:t>个</a:t>
            </a:r>
            <a:r>
              <a:rPr dirty="0" baseline="-2314" sz="3600" spc="-15">
                <a:latin typeface="黑体"/>
                <a:cs typeface="黑体"/>
              </a:rPr>
              <a:t>时钟周期。</a:t>
            </a:r>
            <a:endParaRPr baseline="-2314" sz="3600">
              <a:latin typeface="黑体"/>
              <a:cs typeface="黑体"/>
            </a:endParaRPr>
          </a:p>
          <a:p>
            <a:pPr marL="1213485">
              <a:lnSpc>
                <a:spcPct val="100000"/>
              </a:lnSpc>
              <a:spcBef>
                <a:spcPts val="960"/>
              </a:spcBef>
            </a:pPr>
            <a:r>
              <a:rPr dirty="0" sz="2400">
                <a:solidFill>
                  <a:srgbClr val="008000"/>
                </a:solidFill>
                <a:latin typeface="黑体"/>
                <a:cs typeface="黑体"/>
              </a:rPr>
              <a:t>A＝B＋C</a:t>
            </a:r>
            <a:r>
              <a:rPr dirty="0" sz="2400" spc="-10">
                <a:solidFill>
                  <a:srgbClr val="008000"/>
                </a:solidFill>
                <a:latin typeface="黑体"/>
                <a:cs typeface="黑体"/>
              </a:rPr>
              <a:t> ；会导致暂停</a:t>
            </a:r>
            <a:endParaRPr sz="2400">
              <a:latin typeface="黑体"/>
              <a:cs typeface="黑体"/>
            </a:endParaRPr>
          </a:p>
          <a:p>
            <a:pPr marL="1213485">
              <a:lnSpc>
                <a:spcPct val="100000"/>
              </a:lnSpc>
              <a:spcBef>
                <a:spcPts val="580"/>
              </a:spcBef>
            </a:pPr>
            <a:r>
              <a:rPr dirty="0" sz="2400">
                <a:solidFill>
                  <a:srgbClr val="008000"/>
                </a:solidFill>
                <a:latin typeface="黑体"/>
                <a:cs typeface="黑体"/>
              </a:rPr>
              <a:t>D＝E－F </a:t>
            </a:r>
            <a:r>
              <a:rPr dirty="0" sz="2400" spc="-50">
                <a:solidFill>
                  <a:srgbClr val="008000"/>
                </a:solidFill>
                <a:latin typeface="黑体"/>
                <a:cs typeface="黑体"/>
              </a:rPr>
              <a:t>；</a:t>
            </a:r>
            <a:endParaRPr sz="2400">
              <a:latin typeface="黑体"/>
              <a:cs typeface="黑体"/>
            </a:endParaRPr>
          </a:p>
          <a:p>
            <a:pPr>
              <a:lnSpc>
                <a:spcPct val="100000"/>
              </a:lnSpc>
              <a:spcBef>
                <a:spcPts val="500"/>
              </a:spcBef>
            </a:pPr>
            <a:endParaRPr sz="2400">
              <a:latin typeface="黑体"/>
              <a:cs typeface="黑体"/>
            </a:endParaRPr>
          </a:p>
          <a:p>
            <a:pPr marL="6536055">
              <a:lnSpc>
                <a:spcPct val="100000"/>
              </a:lnSpc>
            </a:pPr>
            <a:r>
              <a:rPr dirty="0" sz="2400">
                <a:solidFill>
                  <a:srgbClr val="40458B"/>
                </a:solidFill>
                <a:latin typeface="黑体"/>
                <a:cs typeface="黑体"/>
              </a:rPr>
              <a:t>对应的时空图（部分</a:t>
            </a:r>
            <a:r>
              <a:rPr dirty="0" sz="2400" spc="-50">
                <a:solidFill>
                  <a:srgbClr val="40458B"/>
                </a:solidFill>
                <a:latin typeface="黑体"/>
                <a:cs typeface="黑体"/>
              </a:rPr>
              <a:t>）</a:t>
            </a:r>
            <a:endParaRPr sz="2400">
              <a:latin typeface="黑体"/>
              <a:cs typeface="黑体"/>
            </a:endParaRPr>
          </a:p>
        </p:txBody>
      </p:sp>
      <p:grpSp>
        <p:nvGrpSpPr>
          <p:cNvPr id="14" name="object 14" descr=""/>
          <p:cNvGrpSpPr/>
          <p:nvPr/>
        </p:nvGrpSpPr>
        <p:grpSpPr>
          <a:xfrm>
            <a:off x="4498975" y="2998851"/>
            <a:ext cx="7586980" cy="3342004"/>
            <a:chOff x="4498975" y="2998851"/>
            <a:chExt cx="7586980" cy="3342004"/>
          </a:xfrm>
        </p:grpSpPr>
        <p:sp>
          <p:nvSpPr>
            <p:cNvPr id="15" name="object 15" descr=""/>
            <p:cNvSpPr/>
            <p:nvPr/>
          </p:nvSpPr>
          <p:spPr>
            <a:xfrm>
              <a:off x="4511675" y="3848823"/>
              <a:ext cx="7561580" cy="2479040"/>
            </a:xfrm>
            <a:custGeom>
              <a:avLst/>
              <a:gdLst/>
              <a:ahLst/>
              <a:cxnLst/>
              <a:rect l="l" t="t" r="r" b="b"/>
              <a:pathLst>
                <a:path w="7561580" h="2479040">
                  <a:moveTo>
                    <a:pt x="7561199" y="1641589"/>
                  </a:moveTo>
                  <a:lnTo>
                    <a:pt x="2081022" y="1641589"/>
                  </a:lnTo>
                  <a:lnTo>
                    <a:pt x="0" y="1641589"/>
                  </a:lnTo>
                  <a:lnTo>
                    <a:pt x="0" y="2478951"/>
                  </a:lnTo>
                  <a:lnTo>
                    <a:pt x="2081022" y="2478951"/>
                  </a:lnTo>
                  <a:lnTo>
                    <a:pt x="7561199" y="2478951"/>
                  </a:lnTo>
                  <a:lnTo>
                    <a:pt x="7561199" y="1641589"/>
                  </a:lnTo>
                  <a:close/>
                </a:path>
                <a:path w="7561580" h="2479040">
                  <a:moveTo>
                    <a:pt x="7561199" y="0"/>
                  </a:moveTo>
                  <a:lnTo>
                    <a:pt x="2081022" y="0"/>
                  </a:lnTo>
                  <a:lnTo>
                    <a:pt x="0" y="0"/>
                  </a:lnTo>
                  <a:lnTo>
                    <a:pt x="0" y="804202"/>
                  </a:lnTo>
                  <a:lnTo>
                    <a:pt x="2081022" y="804202"/>
                  </a:lnTo>
                  <a:lnTo>
                    <a:pt x="7561199" y="804202"/>
                  </a:lnTo>
                  <a:lnTo>
                    <a:pt x="7561199" y="0"/>
                  </a:lnTo>
                  <a:close/>
                </a:path>
              </a:pathLst>
            </a:custGeom>
            <a:solidFill>
              <a:srgbClr val="EBD782">
                <a:alpha val="19999"/>
              </a:srgbClr>
            </a:solidFill>
          </p:spPr>
          <p:txBody>
            <a:bodyPr wrap="square" lIns="0" tIns="0" rIns="0" bIns="0" rtlCol="0"/>
            <a:lstStyle/>
            <a:p/>
          </p:txBody>
        </p:sp>
        <p:sp>
          <p:nvSpPr>
            <p:cNvPr id="16" name="object 16" descr=""/>
            <p:cNvSpPr/>
            <p:nvPr/>
          </p:nvSpPr>
          <p:spPr>
            <a:xfrm>
              <a:off x="4505325" y="3005201"/>
              <a:ext cx="7574280" cy="3329304"/>
            </a:xfrm>
            <a:custGeom>
              <a:avLst/>
              <a:gdLst/>
              <a:ahLst/>
              <a:cxnLst/>
              <a:rect l="l" t="t" r="r" b="b"/>
              <a:pathLst>
                <a:path w="7574280" h="3329304">
                  <a:moveTo>
                    <a:pt x="2087372" y="0"/>
                  </a:moveTo>
                  <a:lnTo>
                    <a:pt x="2087372" y="3328924"/>
                  </a:lnTo>
                </a:path>
                <a:path w="7574280" h="3329304">
                  <a:moveTo>
                    <a:pt x="0" y="1647825"/>
                  </a:moveTo>
                  <a:lnTo>
                    <a:pt x="7574026" y="1647825"/>
                  </a:lnTo>
                </a:path>
                <a:path w="7574280" h="3329304">
                  <a:moveTo>
                    <a:pt x="0" y="2485263"/>
                  </a:moveTo>
                  <a:lnTo>
                    <a:pt x="7574026" y="2485263"/>
                  </a:lnTo>
                </a:path>
                <a:path w="7574280" h="3329304">
                  <a:moveTo>
                    <a:pt x="6350" y="0"/>
                  </a:moveTo>
                  <a:lnTo>
                    <a:pt x="6350" y="3328924"/>
                  </a:lnTo>
                </a:path>
                <a:path w="7574280" h="3329304">
                  <a:moveTo>
                    <a:pt x="7567676" y="0"/>
                  </a:moveTo>
                  <a:lnTo>
                    <a:pt x="7567676" y="3328924"/>
                  </a:lnTo>
                </a:path>
                <a:path w="7574280" h="3329304">
                  <a:moveTo>
                    <a:pt x="0" y="3322574"/>
                  </a:moveTo>
                  <a:lnTo>
                    <a:pt x="7574026" y="3322574"/>
                  </a:lnTo>
                </a:path>
              </a:pathLst>
            </a:custGeom>
            <a:ln w="12700">
              <a:solidFill>
                <a:srgbClr val="EBD782"/>
              </a:solidFill>
            </a:ln>
          </p:spPr>
          <p:txBody>
            <a:bodyPr wrap="square" lIns="0" tIns="0" rIns="0" bIns="0" rtlCol="0"/>
            <a:lstStyle/>
            <a:p/>
          </p:txBody>
        </p:sp>
      </p:grpSp>
      <p:graphicFrame>
        <p:nvGraphicFramePr>
          <p:cNvPr id="17" name="object 17" descr=""/>
          <p:cNvGraphicFramePr>
            <a:graphicFrameLocks noGrp="1"/>
          </p:cNvGraphicFramePr>
          <p:nvPr/>
        </p:nvGraphicFramePr>
        <p:xfrm>
          <a:off x="4511675" y="3011551"/>
          <a:ext cx="7637780" cy="1158875"/>
        </p:xfrm>
        <a:graphic>
          <a:graphicData uri="http://schemas.openxmlformats.org/drawingml/2006/table">
            <a:tbl>
              <a:tblPr firstRow="1" bandRow="1">
                <a:tableStyleId>{2D5ABB26-0587-4C30-8999-92F81FD0307C}</a:tableStyleId>
              </a:tblPr>
              <a:tblGrid>
                <a:gridCol w="2080895"/>
                <a:gridCol w="469900"/>
                <a:gridCol w="551180"/>
                <a:gridCol w="565150"/>
                <a:gridCol w="805814"/>
                <a:gridCol w="746760"/>
                <a:gridCol w="2341245"/>
              </a:tblGrid>
              <a:tr h="836930">
                <a:tc>
                  <a:txBody>
                    <a:bodyPr/>
                    <a:lstStyle/>
                    <a:p>
                      <a:pPr marL="92075">
                        <a:lnSpc>
                          <a:spcPct val="100000"/>
                        </a:lnSpc>
                        <a:spcBef>
                          <a:spcPts val="365"/>
                        </a:spcBef>
                      </a:pPr>
                      <a:r>
                        <a:rPr dirty="0" sz="1800" b="1">
                          <a:solidFill>
                            <a:srgbClr val="40458B"/>
                          </a:solidFill>
                          <a:latin typeface="Tahoma"/>
                          <a:cs typeface="Tahoma"/>
                        </a:rPr>
                        <a:t>LD</a:t>
                      </a:r>
                      <a:r>
                        <a:rPr dirty="0" sz="1800" spc="-25" b="1">
                          <a:solidFill>
                            <a:srgbClr val="40458B"/>
                          </a:solidFill>
                          <a:latin typeface="Tahoma"/>
                          <a:cs typeface="Tahoma"/>
                        </a:rPr>
                        <a:t> </a:t>
                      </a:r>
                      <a:r>
                        <a:rPr dirty="0" sz="1800" spc="-20" b="1">
                          <a:solidFill>
                            <a:srgbClr val="40458B"/>
                          </a:solidFill>
                          <a:latin typeface="Tahoma"/>
                          <a:cs typeface="Tahoma"/>
                        </a:rPr>
                        <a:t>Rb</a:t>
                      </a:r>
                      <a:r>
                        <a:rPr dirty="0" sz="1800" spc="-20" b="1">
                          <a:solidFill>
                            <a:srgbClr val="40458B"/>
                          </a:solidFill>
                          <a:latin typeface="黑体"/>
                          <a:cs typeface="黑体"/>
                        </a:rPr>
                        <a:t>，</a:t>
                      </a:r>
                      <a:r>
                        <a:rPr dirty="0" sz="1800" spc="-20" b="1">
                          <a:solidFill>
                            <a:srgbClr val="40458B"/>
                          </a:solidFill>
                          <a:latin typeface="Tahoma"/>
                          <a:cs typeface="Tahoma"/>
                        </a:rPr>
                        <a:t>B</a:t>
                      </a:r>
                      <a:endParaRPr sz="1800">
                        <a:latin typeface="Tahoma"/>
                        <a:cs typeface="Tahoma"/>
                      </a:endParaRPr>
                    </a:p>
                  </a:txBody>
                  <a:tcPr marL="0" marR="0" marB="0" marT="46355">
                    <a:lnT w="12700">
                      <a:solidFill>
                        <a:srgbClr val="EBD782"/>
                      </a:solidFill>
                      <a:prstDash val="solid"/>
                    </a:lnT>
                    <a:lnB w="28575">
                      <a:solidFill>
                        <a:srgbClr val="EBD782"/>
                      </a:solidFill>
                      <a:prstDash val="solid"/>
                    </a:lnB>
                  </a:tcPr>
                </a:tc>
                <a:tc>
                  <a:txBody>
                    <a:bodyPr/>
                    <a:lstStyle/>
                    <a:p>
                      <a:pPr marL="92075">
                        <a:lnSpc>
                          <a:spcPct val="100000"/>
                        </a:lnSpc>
                        <a:spcBef>
                          <a:spcPts val="355"/>
                        </a:spcBef>
                      </a:pPr>
                      <a:r>
                        <a:rPr dirty="0" sz="1800" spc="-25" b="1">
                          <a:solidFill>
                            <a:srgbClr val="40458B"/>
                          </a:solidFill>
                          <a:latin typeface="Tahoma"/>
                          <a:cs typeface="Tahoma"/>
                        </a:rPr>
                        <a:t>IF</a:t>
                      </a:r>
                      <a:endParaRPr sz="1800">
                        <a:latin typeface="Tahoma"/>
                        <a:cs typeface="Tahoma"/>
                      </a:endParaRPr>
                    </a:p>
                  </a:txBody>
                  <a:tcPr marL="0" marR="0" marB="0" marT="45085">
                    <a:lnT w="12700">
                      <a:solidFill>
                        <a:srgbClr val="EBD782"/>
                      </a:solidFill>
                      <a:prstDash val="solid"/>
                    </a:lnT>
                    <a:lnB w="28575">
                      <a:solidFill>
                        <a:srgbClr val="EBD782"/>
                      </a:solidFill>
                      <a:prstDash val="solid"/>
                    </a:lnB>
                  </a:tcPr>
                </a:tc>
                <a:tc>
                  <a:txBody>
                    <a:bodyPr/>
                    <a:lstStyle/>
                    <a:p>
                      <a:pPr algn="ctr">
                        <a:lnSpc>
                          <a:spcPct val="100000"/>
                        </a:lnSpc>
                        <a:spcBef>
                          <a:spcPts val="355"/>
                        </a:spcBef>
                      </a:pPr>
                      <a:r>
                        <a:rPr dirty="0" sz="1800" spc="-25" b="1">
                          <a:solidFill>
                            <a:srgbClr val="40458B"/>
                          </a:solidFill>
                          <a:latin typeface="Tahoma"/>
                          <a:cs typeface="Tahoma"/>
                        </a:rPr>
                        <a:t>ID</a:t>
                      </a:r>
                      <a:endParaRPr sz="1800">
                        <a:latin typeface="Tahoma"/>
                        <a:cs typeface="Tahoma"/>
                      </a:endParaRPr>
                    </a:p>
                  </a:txBody>
                  <a:tcPr marL="0" marR="0" marB="0" marT="45085">
                    <a:lnT w="12700">
                      <a:solidFill>
                        <a:srgbClr val="EBD782"/>
                      </a:solidFill>
                      <a:prstDash val="solid"/>
                    </a:lnT>
                    <a:lnB w="28575">
                      <a:solidFill>
                        <a:srgbClr val="EBD782"/>
                      </a:solidFill>
                      <a:prstDash val="solid"/>
                    </a:lnB>
                  </a:tcPr>
                </a:tc>
                <a:tc>
                  <a:txBody>
                    <a:bodyPr/>
                    <a:lstStyle/>
                    <a:p>
                      <a:pPr algn="ctr">
                        <a:lnSpc>
                          <a:spcPct val="100000"/>
                        </a:lnSpc>
                        <a:spcBef>
                          <a:spcPts val="355"/>
                        </a:spcBef>
                      </a:pPr>
                      <a:r>
                        <a:rPr dirty="0" sz="1800" spc="-25" b="1">
                          <a:solidFill>
                            <a:srgbClr val="40458B"/>
                          </a:solidFill>
                          <a:latin typeface="Tahoma"/>
                          <a:cs typeface="Tahoma"/>
                        </a:rPr>
                        <a:t>EX</a:t>
                      </a:r>
                      <a:endParaRPr sz="1800">
                        <a:latin typeface="Tahoma"/>
                        <a:cs typeface="Tahoma"/>
                      </a:endParaRPr>
                    </a:p>
                  </a:txBody>
                  <a:tcPr marL="0" marR="0" marB="0" marT="45085">
                    <a:lnT w="12700">
                      <a:solidFill>
                        <a:srgbClr val="EBD782"/>
                      </a:solidFill>
                      <a:prstDash val="solid"/>
                    </a:lnT>
                    <a:lnB w="28575">
                      <a:solidFill>
                        <a:srgbClr val="EBD782"/>
                      </a:solidFill>
                      <a:prstDash val="solid"/>
                    </a:lnB>
                  </a:tcPr>
                </a:tc>
                <a:tc>
                  <a:txBody>
                    <a:bodyPr/>
                    <a:lstStyle/>
                    <a:p>
                      <a:pPr marL="133985">
                        <a:lnSpc>
                          <a:spcPct val="100000"/>
                        </a:lnSpc>
                        <a:spcBef>
                          <a:spcPts val="355"/>
                        </a:spcBef>
                      </a:pPr>
                      <a:r>
                        <a:rPr dirty="0" sz="1800" spc="-25" b="1">
                          <a:solidFill>
                            <a:srgbClr val="40458B"/>
                          </a:solidFill>
                          <a:latin typeface="Tahoma"/>
                          <a:cs typeface="Tahoma"/>
                        </a:rPr>
                        <a:t>MEM</a:t>
                      </a:r>
                      <a:endParaRPr sz="1800">
                        <a:latin typeface="Tahoma"/>
                        <a:cs typeface="Tahoma"/>
                      </a:endParaRPr>
                    </a:p>
                  </a:txBody>
                  <a:tcPr marL="0" marR="0" marB="0" marT="45085">
                    <a:lnT w="12700">
                      <a:solidFill>
                        <a:srgbClr val="EBD782"/>
                      </a:solidFill>
                      <a:prstDash val="solid"/>
                    </a:lnT>
                    <a:lnB w="28575">
                      <a:solidFill>
                        <a:srgbClr val="EBD782"/>
                      </a:solidFill>
                      <a:prstDash val="solid"/>
                    </a:lnB>
                  </a:tcPr>
                </a:tc>
                <a:tc>
                  <a:txBody>
                    <a:bodyPr/>
                    <a:lstStyle/>
                    <a:p>
                      <a:pPr algn="ctr" marR="55244">
                        <a:lnSpc>
                          <a:spcPct val="100000"/>
                        </a:lnSpc>
                        <a:spcBef>
                          <a:spcPts val="355"/>
                        </a:spcBef>
                      </a:pPr>
                      <a:r>
                        <a:rPr dirty="0" sz="1800" spc="-25" b="1">
                          <a:solidFill>
                            <a:srgbClr val="40458B"/>
                          </a:solidFill>
                          <a:latin typeface="Tahoma"/>
                          <a:cs typeface="Tahoma"/>
                        </a:rPr>
                        <a:t>WB</a:t>
                      </a:r>
                      <a:endParaRPr sz="1800">
                        <a:latin typeface="Tahoma"/>
                        <a:cs typeface="Tahoma"/>
                      </a:endParaRPr>
                    </a:p>
                  </a:txBody>
                  <a:tcPr marL="0" marR="0" marB="0" marT="45085">
                    <a:lnT w="12700">
                      <a:solidFill>
                        <a:srgbClr val="EBD782"/>
                      </a:solidFill>
                      <a:prstDash val="solid"/>
                    </a:lnT>
                    <a:lnB w="28575">
                      <a:solidFill>
                        <a:srgbClr val="EBD782"/>
                      </a:solidFill>
                      <a:prstDash val="solid"/>
                    </a:lnB>
                  </a:tcPr>
                </a:tc>
                <a:tc>
                  <a:txBody>
                    <a:bodyPr/>
                    <a:lstStyle/>
                    <a:p>
                      <a:pPr>
                        <a:lnSpc>
                          <a:spcPct val="100000"/>
                        </a:lnSpc>
                      </a:pPr>
                      <a:endParaRPr sz="2100">
                        <a:latin typeface="Times New Roman"/>
                        <a:cs typeface="Times New Roman"/>
                      </a:endParaRPr>
                    </a:p>
                  </a:txBody>
                  <a:tcPr marL="0" marR="0" marB="0" marT="0">
                    <a:lnT w="12700">
                      <a:solidFill>
                        <a:srgbClr val="EBD782"/>
                      </a:solidFill>
                      <a:prstDash val="solid"/>
                    </a:lnT>
                    <a:lnB w="28575">
                      <a:solidFill>
                        <a:srgbClr val="EBD782"/>
                      </a:solidFill>
                      <a:prstDash val="solid"/>
                    </a:lnB>
                  </a:tcPr>
                </a:tc>
              </a:tr>
              <a:tr h="321945">
                <a:tc>
                  <a:txBody>
                    <a:bodyPr/>
                    <a:lstStyle/>
                    <a:p>
                      <a:pPr marL="92075">
                        <a:lnSpc>
                          <a:spcPts val="2070"/>
                        </a:lnSpc>
                        <a:spcBef>
                          <a:spcPts val="365"/>
                        </a:spcBef>
                      </a:pPr>
                      <a:r>
                        <a:rPr dirty="0" sz="1800">
                          <a:solidFill>
                            <a:srgbClr val="40458B"/>
                          </a:solidFill>
                          <a:latin typeface="Tahoma"/>
                          <a:cs typeface="Tahoma"/>
                        </a:rPr>
                        <a:t>LD</a:t>
                      </a:r>
                      <a:r>
                        <a:rPr dirty="0" sz="1800" spc="-25">
                          <a:solidFill>
                            <a:srgbClr val="40458B"/>
                          </a:solidFill>
                          <a:latin typeface="Tahoma"/>
                          <a:cs typeface="Tahoma"/>
                        </a:rPr>
                        <a:t> </a:t>
                      </a:r>
                      <a:r>
                        <a:rPr dirty="0" sz="1800" spc="-20">
                          <a:solidFill>
                            <a:srgbClr val="40458B"/>
                          </a:solidFill>
                          <a:latin typeface="Tahoma"/>
                          <a:cs typeface="Tahoma"/>
                        </a:rPr>
                        <a:t>Rc</a:t>
                      </a:r>
                      <a:r>
                        <a:rPr dirty="0" sz="1800" spc="-20">
                          <a:solidFill>
                            <a:srgbClr val="40458B"/>
                          </a:solidFill>
                          <a:latin typeface="黑体"/>
                          <a:cs typeface="黑体"/>
                        </a:rPr>
                        <a:t>，</a:t>
                      </a:r>
                      <a:r>
                        <a:rPr dirty="0" sz="1800" spc="-20">
                          <a:solidFill>
                            <a:srgbClr val="40458B"/>
                          </a:solidFill>
                          <a:latin typeface="Tahoma"/>
                          <a:cs typeface="Tahoma"/>
                        </a:rPr>
                        <a:t>C</a:t>
                      </a:r>
                      <a:endParaRPr sz="1800">
                        <a:latin typeface="Tahoma"/>
                        <a:cs typeface="Tahoma"/>
                      </a:endParaRPr>
                    </a:p>
                  </a:txBody>
                  <a:tcPr marL="0" marR="0" marB="0" marT="46355">
                    <a:lnT w="28575">
                      <a:solidFill>
                        <a:srgbClr val="EBD782"/>
                      </a:solidFill>
                      <a:prstDash val="solid"/>
                    </a:lnT>
                    <a:solidFill>
                      <a:srgbClr val="EBD782">
                        <a:alpha val="19999"/>
                      </a:srgbClr>
                    </a:solidFill>
                  </a:tcPr>
                </a:tc>
                <a:tc>
                  <a:txBody>
                    <a:bodyPr/>
                    <a:lstStyle/>
                    <a:p>
                      <a:pPr>
                        <a:lnSpc>
                          <a:spcPct val="100000"/>
                        </a:lnSpc>
                      </a:pPr>
                      <a:endParaRPr sz="2000">
                        <a:latin typeface="Times New Roman"/>
                        <a:cs typeface="Times New Roman"/>
                      </a:endParaRPr>
                    </a:p>
                  </a:txBody>
                  <a:tcPr marL="0" marR="0" marB="0" marT="0">
                    <a:lnT w="28575">
                      <a:solidFill>
                        <a:srgbClr val="EBD782"/>
                      </a:solidFill>
                      <a:prstDash val="solid"/>
                    </a:lnT>
                    <a:solidFill>
                      <a:srgbClr val="EBD782">
                        <a:alpha val="19999"/>
                      </a:srgbClr>
                    </a:solidFill>
                  </a:tcPr>
                </a:tc>
                <a:tc>
                  <a:txBody>
                    <a:bodyPr/>
                    <a:lstStyle/>
                    <a:p>
                      <a:pPr algn="ctr" marL="41275">
                        <a:lnSpc>
                          <a:spcPts val="2085"/>
                        </a:lnSpc>
                        <a:spcBef>
                          <a:spcPts val="355"/>
                        </a:spcBef>
                      </a:pPr>
                      <a:r>
                        <a:rPr dirty="0" sz="1800" spc="-25">
                          <a:solidFill>
                            <a:srgbClr val="40458B"/>
                          </a:solidFill>
                          <a:latin typeface="Tahoma"/>
                          <a:cs typeface="Tahoma"/>
                        </a:rPr>
                        <a:t>IF</a:t>
                      </a:r>
                      <a:endParaRPr sz="1800">
                        <a:latin typeface="Tahoma"/>
                        <a:cs typeface="Tahoma"/>
                      </a:endParaRPr>
                    </a:p>
                  </a:txBody>
                  <a:tcPr marL="0" marR="0" marB="0" marT="45085">
                    <a:lnT w="28575">
                      <a:solidFill>
                        <a:srgbClr val="EBD782"/>
                      </a:solidFill>
                      <a:prstDash val="solid"/>
                    </a:lnT>
                    <a:solidFill>
                      <a:srgbClr val="EBD782">
                        <a:alpha val="19999"/>
                      </a:srgbClr>
                    </a:solidFill>
                  </a:tcPr>
                </a:tc>
                <a:tc>
                  <a:txBody>
                    <a:bodyPr/>
                    <a:lstStyle/>
                    <a:p>
                      <a:pPr algn="ctr" marR="50165">
                        <a:lnSpc>
                          <a:spcPts val="2085"/>
                        </a:lnSpc>
                        <a:spcBef>
                          <a:spcPts val="355"/>
                        </a:spcBef>
                      </a:pPr>
                      <a:r>
                        <a:rPr dirty="0" sz="1800" spc="-25">
                          <a:solidFill>
                            <a:srgbClr val="40458B"/>
                          </a:solidFill>
                          <a:latin typeface="Tahoma"/>
                          <a:cs typeface="Tahoma"/>
                        </a:rPr>
                        <a:t>ID</a:t>
                      </a:r>
                      <a:endParaRPr sz="1800">
                        <a:latin typeface="Tahoma"/>
                        <a:cs typeface="Tahoma"/>
                      </a:endParaRPr>
                    </a:p>
                  </a:txBody>
                  <a:tcPr marL="0" marR="0" marB="0" marT="45085">
                    <a:lnT w="28575">
                      <a:solidFill>
                        <a:srgbClr val="EBD782"/>
                      </a:solidFill>
                      <a:prstDash val="solid"/>
                    </a:lnT>
                    <a:solidFill>
                      <a:srgbClr val="EBD782">
                        <a:alpha val="19999"/>
                      </a:srgbClr>
                    </a:solidFill>
                  </a:tcPr>
                </a:tc>
                <a:tc>
                  <a:txBody>
                    <a:bodyPr/>
                    <a:lstStyle/>
                    <a:p>
                      <a:pPr marL="166370">
                        <a:lnSpc>
                          <a:spcPts val="2085"/>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T w="28575">
                      <a:solidFill>
                        <a:srgbClr val="EBD782"/>
                      </a:solidFill>
                      <a:prstDash val="solid"/>
                    </a:lnT>
                    <a:solidFill>
                      <a:srgbClr val="EBD782">
                        <a:alpha val="19999"/>
                      </a:srgbClr>
                    </a:solidFill>
                  </a:tcPr>
                </a:tc>
                <a:tc>
                  <a:txBody>
                    <a:bodyPr/>
                    <a:lstStyle/>
                    <a:p>
                      <a:pPr algn="ctr" marR="12065">
                        <a:lnSpc>
                          <a:spcPts val="2085"/>
                        </a:lnSpc>
                        <a:spcBef>
                          <a:spcPts val="355"/>
                        </a:spcBef>
                      </a:pPr>
                      <a:r>
                        <a:rPr dirty="0" sz="1800" spc="-25">
                          <a:solidFill>
                            <a:srgbClr val="40458B"/>
                          </a:solidFill>
                          <a:latin typeface="Tahoma"/>
                          <a:cs typeface="Tahoma"/>
                        </a:rPr>
                        <a:t>MEM</a:t>
                      </a:r>
                      <a:endParaRPr sz="1800">
                        <a:latin typeface="Tahoma"/>
                        <a:cs typeface="Tahoma"/>
                      </a:endParaRPr>
                    </a:p>
                  </a:txBody>
                  <a:tcPr marL="0" marR="0" marB="0" marT="45085">
                    <a:lnT w="28575">
                      <a:solidFill>
                        <a:srgbClr val="EBD782"/>
                      </a:solidFill>
                      <a:prstDash val="solid"/>
                    </a:lnT>
                    <a:solidFill>
                      <a:srgbClr val="EBD782">
                        <a:alpha val="19999"/>
                      </a:srgbClr>
                    </a:solidFill>
                  </a:tcPr>
                </a:tc>
                <a:tc>
                  <a:txBody>
                    <a:bodyPr/>
                    <a:lstStyle/>
                    <a:p>
                      <a:pPr>
                        <a:lnSpc>
                          <a:spcPct val="100000"/>
                        </a:lnSpc>
                      </a:pPr>
                      <a:endParaRPr sz="2000">
                        <a:latin typeface="Times New Roman"/>
                        <a:cs typeface="Times New Roman"/>
                      </a:endParaRPr>
                    </a:p>
                  </a:txBody>
                  <a:tcPr marL="0" marR="0" marB="0" marT="0">
                    <a:lnT w="28575">
                      <a:solidFill>
                        <a:srgbClr val="EBD782"/>
                      </a:solidFill>
                      <a:prstDash val="solid"/>
                    </a:lnT>
                    <a:solidFill>
                      <a:srgbClr val="EBD782">
                        <a:alpha val="19999"/>
                      </a:srgbClr>
                    </a:solidFill>
                  </a:tcPr>
                </a:tc>
              </a:tr>
            </a:tbl>
          </a:graphicData>
        </a:graphic>
      </p:graphicFrame>
      <p:sp>
        <p:nvSpPr>
          <p:cNvPr id="18" name="object 18" descr=""/>
          <p:cNvSpPr txBox="1"/>
          <p:nvPr/>
        </p:nvSpPr>
        <p:spPr>
          <a:xfrm>
            <a:off x="4591050" y="4685792"/>
            <a:ext cx="161099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40458B"/>
                </a:solidFill>
                <a:latin typeface="Tahoma"/>
                <a:cs typeface="Tahoma"/>
              </a:rPr>
              <a:t>DADD</a:t>
            </a:r>
            <a:r>
              <a:rPr dirty="0" sz="1800" spc="-55">
                <a:solidFill>
                  <a:srgbClr val="40458B"/>
                </a:solidFill>
                <a:latin typeface="Tahoma"/>
                <a:cs typeface="Tahoma"/>
              </a:rPr>
              <a:t> </a:t>
            </a:r>
            <a:r>
              <a:rPr dirty="0" sz="1800" spc="-10">
                <a:solidFill>
                  <a:srgbClr val="40458B"/>
                </a:solidFill>
                <a:latin typeface="Tahoma"/>
                <a:cs typeface="Tahoma"/>
              </a:rPr>
              <a:t>Ra,Rb,Rc</a:t>
            </a:r>
            <a:endParaRPr sz="1800">
              <a:latin typeface="Tahoma"/>
              <a:cs typeface="Tahoma"/>
            </a:endParaRPr>
          </a:p>
        </p:txBody>
      </p:sp>
      <p:sp>
        <p:nvSpPr>
          <p:cNvPr id="19" name="object 19" descr=""/>
          <p:cNvSpPr txBox="1"/>
          <p:nvPr/>
        </p:nvSpPr>
        <p:spPr>
          <a:xfrm>
            <a:off x="7743825" y="4685792"/>
            <a:ext cx="828040" cy="299720"/>
          </a:xfrm>
          <a:prstGeom prst="rect">
            <a:avLst/>
          </a:prstGeom>
        </p:spPr>
        <p:txBody>
          <a:bodyPr wrap="square" lIns="0" tIns="12700" rIns="0" bIns="0" rtlCol="0" vert="horz">
            <a:spAutoFit/>
          </a:bodyPr>
          <a:lstStyle/>
          <a:p>
            <a:pPr marL="12700">
              <a:lnSpc>
                <a:spcPct val="100000"/>
              </a:lnSpc>
              <a:spcBef>
                <a:spcPts val="100"/>
              </a:spcBef>
              <a:tabLst>
                <a:tab pos="574040"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endParaRPr sz="1800">
              <a:latin typeface="Tahoma"/>
              <a:cs typeface="Tahoma"/>
            </a:endParaRPr>
          </a:p>
        </p:txBody>
      </p:sp>
      <p:sp>
        <p:nvSpPr>
          <p:cNvPr id="20" name="object 20" descr=""/>
          <p:cNvSpPr txBox="1"/>
          <p:nvPr/>
        </p:nvSpPr>
        <p:spPr>
          <a:xfrm>
            <a:off x="9046247" y="4685792"/>
            <a:ext cx="28702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40458B"/>
                </a:solidFill>
                <a:latin typeface="Tahoma"/>
                <a:cs typeface="Tahoma"/>
              </a:rPr>
              <a:t>EX</a:t>
            </a:r>
            <a:endParaRPr sz="1800">
              <a:latin typeface="Tahoma"/>
              <a:cs typeface="Tahoma"/>
            </a:endParaRPr>
          </a:p>
        </p:txBody>
      </p:sp>
      <p:sp>
        <p:nvSpPr>
          <p:cNvPr id="21" name="object 21" descr=""/>
          <p:cNvSpPr txBox="1"/>
          <p:nvPr/>
        </p:nvSpPr>
        <p:spPr>
          <a:xfrm>
            <a:off x="4591050" y="5531916"/>
            <a:ext cx="257175" cy="300355"/>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40458B"/>
                </a:solidFill>
                <a:latin typeface="宋体"/>
                <a:cs typeface="宋体"/>
              </a:rPr>
              <a:t>SD</a:t>
            </a:r>
            <a:endParaRPr sz="1800">
              <a:latin typeface="宋体"/>
              <a:cs typeface="宋体"/>
            </a:endParaRPr>
          </a:p>
        </p:txBody>
      </p:sp>
      <p:sp>
        <p:nvSpPr>
          <p:cNvPr id="22" name="object 22" descr=""/>
          <p:cNvSpPr txBox="1"/>
          <p:nvPr/>
        </p:nvSpPr>
        <p:spPr>
          <a:xfrm>
            <a:off x="5401817" y="5531916"/>
            <a:ext cx="601980" cy="300355"/>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40458B"/>
                </a:solidFill>
                <a:latin typeface="宋体"/>
                <a:cs typeface="宋体"/>
              </a:rPr>
              <a:t>Ra，A</a:t>
            </a:r>
            <a:endParaRPr sz="1800">
              <a:latin typeface="宋体"/>
              <a:cs typeface="宋体"/>
            </a:endParaRPr>
          </a:p>
        </p:txBody>
      </p:sp>
      <p:sp>
        <p:nvSpPr>
          <p:cNvPr id="23" name="object 23" descr=""/>
          <p:cNvSpPr txBox="1"/>
          <p:nvPr/>
        </p:nvSpPr>
        <p:spPr>
          <a:xfrm>
            <a:off x="8386953" y="5522772"/>
            <a:ext cx="900430" cy="300355"/>
          </a:xfrm>
          <a:prstGeom prst="rect">
            <a:avLst/>
          </a:prstGeom>
        </p:spPr>
        <p:txBody>
          <a:bodyPr wrap="square" lIns="0" tIns="12700" rIns="0" bIns="0" rtlCol="0" vert="horz">
            <a:spAutoFit/>
          </a:bodyPr>
          <a:lstStyle/>
          <a:p>
            <a:pPr marL="12700">
              <a:lnSpc>
                <a:spcPct val="100000"/>
              </a:lnSpc>
              <a:spcBef>
                <a:spcPts val="100"/>
              </a:spcBef>
              <a:tabLst>
                <a:tab pos="647065"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endParaRPr sz="1800">
              <a:latin typeface="Tahoma"/>
              <a:cs typeface="Tahoma"/>
            </a:endParaRPr>
          </a:p>
        </p:txBody>
      </p:sp>
      <p:sp>
        <p:nvSpPr>
          <p:cNvPr id="24" name="object 24" descr=""/>
          <p:cNvSpPr txBox="1"/>
          <p:nvPr/>
        </p:nvSpPr>
        <p:spPr>
          <a:xfrm>
            <a:off x="9761615" y="5522772"/>
            <a:ext cx="1682114" cy="300355"/>
          </a:xfrm>
          <a:prstGeom prst="rect">
            <a:avLst/>
          </a:prstGeom>
        </p:spPr>
        <p:txBody>
          <a:bodyPr wrap="square" lIns="0" tIns="12700" rIns="0" bIns="0" rtlCol="0" vert="horz">
            <a:spAutoFit/>
          </a:bodyPr>
          <a:lstStyle/>
          <a:p>
            <a:pPr marL="12700">
              <a:lnSpc>
                <a:spcPct val="100000"/>
              </a:lnSpc>
              <a:spcBef>
                <a:spcPts val="100"/>
              </a:spcBef>
              <a:tabLst>
                <a:tab pos="559435" algn="l"/>
                <a:tab pos="1327150" algn="l"/>
              </a:tabLst>
            </a:pP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p:txBody>
      </p:sp>
      <p:grpSp>
        <p:nvGrpSpPr>
          <p:cNvPr id="25" name="object 25" descr=""/>
          <p:cNvGrpSpPr/>
          <p:nvPr/>
        </p:nvGrpSpPr>
        <p:grpSpPr>
          <a:xfrm>
            <a:off x="9326562" y="4091749"/>
            <a:ext cx="2870200" cy="408940"/>
            <a:chOff x="9326562" y="4091749"/>
            <a:chExt cx="2870200" cy="408940"/>
          </a:xfrm>
        </p:grpSpPr>
        <p:sp>
          <p:nvSpPr>
            <p:cNvPr id="26" name="object 26" descr=""/>
            <p:cNvSpPr/>
            <p:nvPr/>
          </p:nvSpPr>
          <p:spPr>
            <a:xfrm>
              <a:off x="9331325" y="4096511"/>
              <a:ext cx="2860675" cy="399415"/>
            </a:xfrm>
            <a:custGeom>
              <a:avLst/>
              <a:gdLst/>
              <a:ahLst/>
              <a:cxnLst/>
              <a:rect l="l" t="t" r="r" b="b"/>
              <a:pathLst>
                <a:path w="2860675" h="399414">
                  <a:moveTo>
                    <a:pt x="0" y="0"/>
                  </a:moveTo>
                  <a:lnTo>
                    <a:pt x="796925" y="167767"/>
                  </a:lnTo>
                  <a:lnTo>
                    <a:pt x="796925" y="399288"/>
                  </a:lnTo>
                  <a:lnTo>
                    <a:pt x="2860675" y="399288"/>
                  </a:lnTo>
                  <a:lnTo>
                    <a:pt x="2860675" y="2412"/>
                  </a:lnTo>
                  <a:lnTo>
                    <a:pt x="796925" y="2412"/>
                  </a:lnTo>
                  <a:lnTo>
                    <a:pt x="796925" y="68580"/>
                  </a:lnTo>
                  <a:lnTo>
                    <a:pt x="0" y="0"/>
                  </a:lnTo>
                  <a:close/>
                </a:path>
              </a:pathLst>
            </a:custGeom>
            <a:solidFill>
              <a:srgbClr val="FFACFF"/>
            </a:solidFill>
          </p:spPr>
          <p:txBody>
            <a:bodyPr wrap="square" lIns="0" tIns="0" rIns="0" bIns="0" rtlCol="0"/>
            <a:lstStyle/>
            <a:p/>
          </p:txBody>
        </p:sp>
        <p:sp>
          <p:nvSpPr>
            <p:cNvPr id="27" name="object 27" descr=""/>
            <p:cNvSpPr/>
            <p:nvPr/>
          </p:nvSpPr>
          <p:spPr>
            <a:xfrm>
              <a:off x="9331325" y="4096511"/>
              <a:ext cx="2860675" cy="399415"/>
            </a:xfrm>
            <a:custGeom>
              <a:avLst/>
              <a:gdLst/>
              <a:ahLst/>
              <a:cxnLst/>
              <a:rect l="l" t="t" r="r" b="b"/>
              <a:pathLst>
                <a:path w="2860675" h="399414">
                  <a:moveTo>
                    <a:pt x="796925" y="2412"/>
                  </a:moveTo>
                  <a:lnTo>
                    <a:pt x="1140841" y="2412"/>
                  </a:lnTo>
                  <a:lnTo>
                    <a:pt x="1656842" y="2412"/>
                  </a:lnTo>
                  <a:lnTo>
                    <a:pt x="2860675" y="2412"/>
                  </a:lnTo>
                  <a:lnTo>
                    <a:pt x="2860675" y="68580"/>
                  </a:lnTo>
                  <a:lnTo>
                    <a:pt x="2860675" y="167767"/>
                  </a:lnTo>
                  <a:lnTo>
                    <a:pt x="2860675" y="399288"/>
                  </a:lnTo>
                  <a:lnTo>
                    <a:pt x="1656842" y="399288"/>
                  </a:lnTo>
                  <a:lnTo>
                    <a:pt x="1140841" y="399288"/>
                  </a:lnTo>
                  <a:lnTo>
                    <a:pt x="796925" y="399288"/>
                  </a:lnTo>
                  <a:lnTo>
                    <a:pt x="796925" y="167767"/>
                  </a:lnTo>
                  <a:lnTo>
                    <a:pt x="0" y="0"/>
                  </a:lnTo>
                  <a:lnTo>
                    <a:pt x="796925" y="68580"/>
                  </a:lnTo>
                  <a:lnTo>
                    <a:pt x="796925" y="2412"/>
                  </a:lnTo>
                  <a:close/>
                </a:path>
              </a:pathLst>
            </a:custGeom>
            <a:ln w="9525">
              <a:solidFill>
                <a:srgbClr val="40458B"/>
              </a:solidFill>
            </a:ln>
          </p:spPr>
          <p:txBody>
            <a:bodyPr wrap="square" lIns="0" tIns="0" rIns="0" bIns="0" rtlCol="0"/>
            <a:lstStyle/>
            <a:p/>
          </p:txBody>
        </p:sp>
      </p:grpSp>
      <p:grpSp>
        <p:nvGrpSpPr>
          <p:cNvPr id="28" name="object 28" descr=""/>
          <p:cNvGrpSpPr/>
          <p:nvPr/>
        </p:nvGrpSpPr>
        <p:grpSpPr>
          <a:xfrm>
            <a:off x="9256712" y="4491037"/>
            <a:ext cx="2940050" cy="464820"/>
            <a:chOff x="9256712" y="4491037"/>
            <a:chExt cx="2940050" cy="464820"/>
          </a:xfrm>
        </p:grpSpPr>
        <p:sp>
          <p:nvSpPr>
            <p:cNvPr id="29" name="object 29" descr=""/>
            <p:cNvSpPr/>
            <p:nvPr/>
          </p:nvSpPr>
          <p:spPr>
            <a:xfrm>
              <a:off x="9261475" y="4495800"/>
              <a:ext cx="2930525" cy="455295"/>
            </a:xfrm>
            <a:custGeom>
              <a:avLst/>
              <a:gdLst/>
              <a:ahLst/>
              <a:cxnLst/>
              <a:rect l="l" t="t" r="r" b="b"/>
              <a:pathLst>
                <a:path w="2930525" h="455295">
                  <a:moveTo>
                    <a:pt x="2930525" y="0"/>
                  </a:moveTo>
                  <a:lnTo>
                    <a:pt x="866775" y="0"/>
                  </a:lnTo>
                  <a:lnTo>
                    <a:pt x="866775" y="231520"/>
                  </a:lnTo>
                  <a:lnTo>
                    <a:pt x="0" y="454787"/>
                  </a:lnTo>
                  <a:lnTo>
                    <a:pt x="866775" y="330707"/>
                  </a:lnTo>
                  <a:lnTo>
                    <a:pt x="866775" y="396875"/>
                  </a:lnTo>
                  <a:lnTo>
                    <a:pt x="2930525" y="396875"/>
                  </a:lnTo>
                  <a:lnTo>
                    <a:pt x="2930525" y="0"/>
                  </a:lnTo>
                  <a:close/>
                </a:path>
              </a:pathLst>
            </a:custGeom>
            <a:solidFill>
              <a:srgbClr val="FFACFF"/>
            </a:solidFill>
          </p:spPr>
          <p:txBody>
            <a:bodyPr wrap="square" lIns="0" tIns="0" rIns="0" bIns="0" rtlCol="0"/>
            <a:lstStyle/>
            <a:p/>
          </p:txBody>
        </p:sp>
        <p:sp>
          <p:nvSpPr>
            <p:cNvPr id="30" name="object 30" descr=""/>
            <p:cNvSpPr/>
            <p:nvPr/>
          </p:nvSpPr>
          <p:spPr>
            <a:xfrm>
              <a:off x="9261475" y="4495800"/>
              <a:ext cx="2930525" cy="455295"/>
            </a:xfrm>
            <a:custGeom>
              <a:avLst/>
              <a:gdLst/>
              <a:ahLst/>
              <a:cxnLst/>
              <a:rect l="l" t="t" r="r" b="b"/>
              <a:pathLst>
                <a:path w="2930525" h="455295">
                  <a:moveTo>
                    <a:pt x="866775" y="0"/>
                  </a:moveTo>
                  <a:lnTo>
                    <a:pt x="1210691" y="0"/>
                  </a:lnTo>
                  <a:lnTo>
                    <a:pt x="1726692" y="0"/>
                  </a:lnTo>
                  <a:lnTo>
                    <a:pt x="2930525" y="0"/>
                  </a:lnTo>
                  <a:lnTo>
                    <a:pt x="2930525" y="231520"/>
                  </a:lnTo>
                  <a:lnTo>
                    <a:pt x="2930525" y="330707"/>
                  </a:lnTo>
                  <a:lnTo>
                    <a:pt x="2930525" y="396875"/>
                  </a:lnTo>
                  <a:lnTo>
                    <a:pt x="1726692" y="396875"/>
                  </a:lnTo>
                  <a:lnTo>
                    <a:pt x="1210691" y="396875"/>
                  </a:lnTo>
                  <a:lnTo>
                    <a:pt x="866775" y="396875"/>
                  </a:lnTo>
                  <a:lnTo>
                    <a:pt x="866775" y="330707"/>
                  </a:lnTo>
                  <a:lnTo>
                    <a:pt x="0" y="454787"/>
                  </a:lnTo>
                  <a:lnTo>
                    <a:pt x="866775" y="231520"/>
                  </a:lnTo>
                  <a:lnTo>
                    <a:pt x="866775" y="0"/>
                  </a:lnTo>
                  <a:close/>
                </a:path>
              </a:pathLst>
            </a:custGeom>
            <a:ln w="9525">
              <a:solidFill>
                <a:srgbClr val="40458B"/>
              </a:solidFill>
            </a:ln>
          </p:spPr>
          <p:txBody>
            <a:bodyPr wrap="square" lIns="0" tIns="0" rIns="0" bIns="0" rtlCol="0"/>
            <a:lstStyle/>
            <a:p/>
          </p:txBody>
        </p:sp>
      </p:grpSp>
      <p:sp>
        <p:nvSpPr>
          <p:cNvPr id="31" name="object 31" descr=""/>
          <p:cNvSpPr txBox="1"/>
          <p:nvPr/>
        </p:nvSpPr>
        <p:spPr>
          <a:xfrm>
            <a:off x="9698397" y="3881373"/>
            <a:ext cx="2639695" cy="1040130"/>
          </a:xfrm>
          <a:prstGeom prst="rect">
            <a:avLst/>
          </a:prstGeom>
        </p:spPr>
        <p:txBody>
          <a:bodyPr wrap="square" lIns="0" tIns="12700" rIns="0" bIns="0" rtlCol="0" vert="horz">
            <a:spAutoFit/>
          </a:bodyPr>
          <a:lstStyle/>
          <a:p>
            <a:pPr marL="175260">
              <a:lnSpc>
                <a:spcPts val="2070"/>
              </a:lnSpc>
              <a:spcBef>
                <a:spcPts val="100"/>
              </a:spcBef>
            </a:pPr>
            <a:r>
              <a:rPr dirty="0" sz="1800" spc="-25">
                <a:solidFill>
                  <a:srgbClr val="40458B"/>
                </a:solidFill>
                <a:latin typeface="Tahoma"/>
                <a:cs typeface="Tahoma"/>
              </a:rPr>
              <a:t>WB</a:t>
            </a:r>
            <a:endParaRPr sz="1800">
              <a:latin typeface="Tahoma"/>
              <a:cs typeface="Tahoma"/>
            </a:endParaRPr>
          </a:p>
          <a:p>
            <a:pPr marL="521970">
              <a:lnSpc>
                <a:spcPts val="2790"/>
              </a:lnSpc>
            </a:pPr>
            <a:r>
              <a:rPr dirty="0" sz="2400" spc="-20">
                <a:solidFill>
                  <a:srgbClr val="40458B"/>
                </a:solidFill>
                <a:latin typeface="Tahoma"/>
                <a:cs typeface="Tahoma"/>
              </a:rPr>
              <a:t>LD</a:t>
            </a:r>
            <a:r>
              <a:rPr dirty="0" sz="2400">
                <a:solidFill>
                  <a:srgbClr val="40458B"/>
                </a:solidFill>
                <a:latin typeface="黑体"/>
                <a:cs typeface="黑体"/>
              </a:rPr>
              <a:t>和</a:t>
            </a:r>
            <a:r>
              <a:rPr dirty="0" sz="2400" spc="-10">
                <a:solidFill>
                  <a:srgbClr val="40458B"/>
                </a:solidFill>
                <a:latin typeface="Tahoma"/>
                <a:cs typeface="Tahoma"/>
              </a:rPr>
              <a:t>DADD</a:t>
            </a:r>
            <a:r>
              <a:rPr dirty="0" sz="2400" spc="-30">
                <a:solidFill>
                  <a:srgbClr val="40458B"/>
                </a:solidFill>
                <a:latin typeface="黑体"/>
                <a:cs typeface="黑体"/>
              </a:rPr>
              <a:t>指令</a:t>
            </a:r>
            <a:endParaRPr sz="2400">
              <a:latin typeface="黑体"/>
              <a:cs typeface="黑体"/>
            </a:endParaRPr>
          </a:p>
          <a:p>
            <a:pPr marL="50800">
              <a:lnSpc>
                <a:spcPct val="100000"/>
              </a:lnSpc>
              <a:spcBef>
                <a:spcPts val="245"/>
              </a:spcBef>
            </a:pPr>
            <a:r>
              <a:rPr dirty="0" baseline="-20061" sz="2700" spc="-67">
                <a:solidFill>
                  <a:srgbClr val="40458B"/>
                </a:solidFill>
                <a:latin typeface="Tahoma"/>
                <a:cs typeface="Tahoma"/>
              </a:rPr>
              <a:t>MEM</a:t>
            </a:r>
            <a:r>
              <a:rPr dirty="0" sz="2400" spc="-70">
                <a:solidFill>
                  <a:srgbClr val="40458B"/>
                </a:solidFill>
                <a:latin typeface="黑体"/>
                <a:cs typeface="黑体"/>
              </a:rPr>
              <a:t>写</a:t>
            </a:r>
            <a:r>
              <a:rPr dirty="0" baseline="-20061" sz="2700" spc="-2362">
                <a:solidFill>
                  <a:srgbClr val="40458B"/>
                </a:solidFill>
                <a:latin typeface="Tahoma"/>
                <a:cs typeface="Tahoma"/>
              </a:rPr>
              <a:t>W</a:t>
            </a:r>
            <a:r>
              <a:rPr dirty="0" sz="2400" spc="-850">
                <a:solidFill>
                  <a:srgbClr val="40458B"/>
                </a:solidFill>
                <a:latin typeface="黑体"/>
                <a:cs typeface="黑体"/>
              </a:rPr>
              <a:t>后</a:t>
            </a:r>
            <a:r>
              <a:rPr dirty="0" baseline="-20061" sz="2700" spc="-359">
                <a:solidFill>
                  <a:srgbClr val="40458B"/>
                </a:solidFill>
                <a:latin typeface="Tahoma"/>
                <a:cs typeface="Tahoma"/>
              </a:rPr>
              <a:t>B</a:t>
            </a:r>
            <a:r>
              <a:rPr dirty="0" sz="2400" spc="-20">
                <a:solidFill>
                  <a:srgbClr val="40458B"/>
                </a:solidFill>
                <a:latin typeface="黑体"/>
                <a:cs typeface="黑体"/>
              </a:rPr>
              <a:t>读冲突</a:t>
            </a:r>
            <a:endParaRPr sz="2400">
              <a:latin typeface="黑体"/>
              <a:cs typeface="黑体"/>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225653" y="638683"/>
            <a:ext cx="3584575" cy="1365885"/>
          </a:xfrm>
          <a:prstGeom prst="rect">
            <a:avLst/>
          </a:prstGeom>
        </p:spPr>
        <p:txBody>
          <a:bodyPr wrap="square" lIns="0" tIns="134620" rIns="0" bIns="0" rtlCol="0" vert="horz">
            <a:spAutoFit/>
          </a:bodyPr>
          <a:lstStyle/>
          <a:p>
            <a:pPr marL="502920">
              <a:lnSpc>
                <a:spcPct val="100000"/>
              </a:lnSpc>
              <a:spcBef>
                <a:spcPts val="1060"/>
              </a:spcBef>
            </a:pPr>
            <a:r>
              <a:rPr dirty="0" sz="2400" b="1">
                <a:solidFill>
                  <a:srgbClr val="008000"/>
                </a:solidFill>
                <a:latin typeface="黑体"/>
                <a:cs typeface="黑体"/>
              </a:rPr>
              <a:t>A</a:t>
            </a:r>
            <a:r>
              <a:rPr dirty="0" sz="2400" b="1">
                <a:solidFill>
                  <a:srgbClr val="008000"/>
                </a:solidFill>
                <a:latin typeface="宋体"/>
                <a:cs typeface="宋体"/>
              </a:rPr>
              <a:t>＝</a:t>
            </a:r>
            <a:r>
              <a:rPr dirty="0" sz="2400" b="1">
                <a:solidFill>
                  <a:srgbClr val="008000"/>
                </a:solidFill>
                <a:latin typeface="黑体"/>
                <a:cs typeface="黑体"/>
              </a:rPr>
              <a:t>B</a:t>
            </a:r>
            <a:r>
              <a:rPr dirty="0" sz="2400" b="1">
                <a:solidFill>
                  <a:srgbClr val="008000"/>
                </a:solidFill>
                <a:latin typeface="宋体"/>
                <a:cs typeface="宋体"/>
              </a:rPr>
              <a:t>＋</a:t>
            </a:r>
            <a:r>
              <a:rPr dirty="0" sz="2400" b="1">
                <a:solidFill>
                  <a:srgbClr val="008000"/>
                </a:solidFill>
                <a:latin typeface="黑体"/>
                <a:cs typeface="黑体"/>
              </a:rPr>
              <a:t>C</a:t>
            </a:r>
            <a:r>
              <a:rPr dirty="0" sz="2400" spc="-25" b="1">
                <a:solidFill>
                  <a:srgbClr val="008000"/>
                </a:solidFill>
                <a:latin typeface="黑体"/>
                <a:cs typeface="黑体"/>
              </a:rPr>
              <a:t> </a:t>
            </a:r>
            <a:r>
              <a:rPr dirty="0" sz="2400" spc="-25" b="1">
                <a:solidFill>
                  <a:srgbClr val="008000"/>
                </a:solidFill>
                <a:latin typeface="宋体"/>
                <a:cs typeface="宋体"/>
              </a:rPr>
              <a:t>；会导致暂停</a:t>
            </a:r>
            <a:endParaRPr sz="2400">
              <a:latin typeface="宋体"/>
              <a:cs typeface="宋体"/>
            </a:endParaRPr>
          </a:p>
          <a:p>
            <a:pPr marL="471170">
              <a:lnSpc>
                <a:spcPct val="100000"/>
              </a:lnSpc>
              <a:spcBef>
                <a:spcPts val="960"/>
              </a:spcBef>
              <a:tabLst>
                <a:tab pos="1690370" algn="l"/>
              </a:tabLst>
            </a:pPr>
            <a:r>
              <a:rPr dirty="0" sz="2400" spc="-10">
                <a:solidFill>
                  <a:srgbClr val="008000"/>
                </a:solidFill>
                <a:latin typeface="黑体"/>
                <a:cs typeface="黑体"/>
              </a:rPr>
              <a:t>D＝E－F</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marL="12700">
              <a:lnSpc>
                <a:spcPct val="100000"/>
              </a:lnSpc>
              <a:spcBef>
                <a:spcPts val="470"/>
              </a:spcBef>
            </a:pPr>
            <a:r>
              <a:rPr dirty="0" sz="2000" spc="-10" b="1">
                <a:latin typeface="宋体"/>
                <a:cs typeface="宋体"/>
              </a:rPr>
              <a:t>假设载入延迟为</a:t>
            </a:r>
            <a:r>
              <a:rPr dirty="0" sz="2000" spc="-10" b="1">
                <a:solidFill>
                  <a:srgbClr val="9933FF"/>
                </a:solidFill>
                <a:latin typeface="宋体"/>
                <a:cs typeface="宋体"/>
              </a:rPr>
              <a:t>1</a:t>
            </a:r>
            <a:r>
              <a:rPr dirty="0" sz="2000" spc="-10" b="1">
                <a:solidFill>
                  <a:srgbClr val="080808"/>
                </a:solidFill>
                <a:latin typeface="宋体"/>
                <a:cs typeface="宋体"/>
              </a:rPr>
              <a:t>个</a:t>
            </a:r>
            <a:r>
              <a:rPr dirty="0" sz="2000" spc="-30" b="1">
                <a:latin typeface="宋体"/>
                <a:cs typeface="宋体"/>
              </a:rPr>
              <a:t>时钟周期。</a:t>
            </a:r>
            <a:endParaRPr sz="2000">
              <a:latin typeface="宋体"/>
              <a:cs typeface="宋体"/>
            </a:endParaRPr>
          </a:p>
        </p:txBody>
      </p:sp>
      <p:graphicFrame>
        <p:nvGraphicFramePr>
          <p:cNvPr id="11" name="object 11" descr=""/>
          <p:cNvGraphicFramePr>
            <a:graphicFrameLocks noGrp="1"/>
          </p:cNvGraphicFramePr>
          <p:nvPr/>
        </p:nvGraphicFramePr>
        <p:xfrm>
          <a:off x="309562" y="2116137"/>
          <a:ext cx="2863850" cy="4335145"/>
        </p:xfrm>
        <a:graphic>
          <a:graphicData uri="http://schemas.openxmlformats.org/drawingml/2006/table">
            <a:tbl>
              <a:tblPr firstRow="1" bandRow="1">
                <a:tableStyleId>{2D5ABB26-0587-4C30-8999-92F81FD0307C}</a:tableStyleId>
              </a:tblPr>
              <a:tblGrid>
                <a:gridCol w="2759075"/>
              </a:tblGrid>
              <a:tr h="384810">
                <a:tc>
                  <a:txBody>
                    <a:bodyPr/>
                    <a:lstStyle/>
                    <a:p>
                      <a:pPr marL="91440">
                        <a:lnSpc>
                          <a:spcPct val="100000"/>
                        </a:lnSpc>
                        <a:spcBef>
                          <a:spcPts val="340"/>
                        </a:spcBef>
                      </a:pPr>
                      <a:r>
                        <a:rPr dirty="0" sz="2000" spc="-20" b="1">
                          <a:solidFill>
                            <a:srgbClr val="E14B04"/>
                          </a:solidFill>
                          <a:latin typeface="宋体"/>
                          <a:cs typeface="宋体"/>
                        </a:rPr>
                        <a:t>插入暂停的代码</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r>
              <a:tr h="3950335">
                <a:tc>
                  <a:txBody>
                    <a:bodyPr/>
                    <a:lstStyle/>
                    <a:p>
                      <a:pPr marL="91440">
                        <a:lnSpc>
                          <a:spcPct val="100000"/>
                        </a:lnSpc>
                        <a:spcBef>
                          <a:spcPts val="34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1440" marR="1116330">
                        <a:lnSpc>
                          <a:spcPct val="130000"/>
                        </a:lnSpc>
                        <a:tabLst>
                          <a:tab pos="991869"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 </a:t>
                      </a:r>
                      <a:r>
                        <a:rPr dirty="0" sz="2000" spc="-10" b="1">
                          <a:solidFill>
                            <a:srgbClr val="FF0000"/>
                          </a:solidFill>
                          <a:latin typeface="宋体"/>
                          <a:cs typeface="宋体"/>
                        </a:rPr>
                        <a:t>stall</a:t>
                      </a:r>
                      <a:endParaRPr sz="2000">
                        <a:latin typeface="宋体"/>
                        <a:cs typeface="宋体"/>
                      </a:endParaRPr>
                    </a:p>
                    <a:p>
                      <a:pPr marL="91440" marR="472440">
                        <a:lnSpc>
                          <a:spcPts val="3120"/>
                        </a:lnSpc>
                        <a:spcBef>
                          <a:spcPts val="225"/>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1440">
                        <a:lnSpc>
                          <a:spcPct val="100000"/>
                        </a:lnSpc>
                        <a:spcBef>
                          <a:spcPts val="50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1440">
                        <a:lnSpc>
                          <a:spcPct val="100000"/>
                        </a:lnSpc>
                        <a:spcBef>
                          <a:spcPts val="720"/>
                        </a:spcBef>
                      </a:pPr>
                      <a:r>
                        <a:rPr dirty="0" sz="2000" spc="-10" b="1">
                          <a:solidFill>
                            <a:srgbClr val="FF0000"/>
                          </a:solidFill>
                          <a:latin typeface="宋体"/>
                          <a:cs typeface="宋体"/>
                        </a:rPr>
                        <a:t>stall</a:t>
                      </a:r>
                      <a:endParaRPr sz="2000">
                        <a:latin typeface="宋体"/>
                        <a:cs typeface="宋体"/>
                      </a:endParaRPr>
                    </a:p>
                    <a:p>
                      <a:pPr marL="91440" marR="472440">
                        <a:lnSpc>
                          <a:spcPct val="130000"/>
                        </a:lnSpc>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r>
            </a:tbl>
          </a:graphicData>
        </a:graphic>
      </p:graphicFrame>
      <p:grpSp>
        <p:nvGrpSpPr>
          <p:cNvPr id="12" name="object 12" descr=""/>
          <p:cNvGrpSpPr/>
          <p:nvPr/>
        </p:nvGrpSpPr>
        <p:grpSpPr>
          <a:xfrm>
            <a:off x="4757801" y="2095500"/>
            <a:ext cx="7239000" cy="3342004"/>
            <a:chOff x="4757801" y="2095500"/>
            <a:chExt cx="7239000" cy="3342004"/>
          </a:xfrm>
        </p:grpSpPr>
        <p:sp>
          <p:nvSpPr>
            <p:cNvPr id="13" name="object 13" descr=""/>
            <p:cNvSpPr/>
            <p:nvPr/>
          </p:nvSpPr>
          <p:spPr>
            <a:xfrm>
              <a:off x="4776851" y="2945599"/>
              <a:ext cx="7200900" cy="2479040"/>
            </a:xfrm>
            <a:custGeom>
              <a:avLst/>
              <a:gdLst/>
              <a:ahLst/>
              <a:cxnLst/>
              <a:rect l="l" t="t" r="r" b="b"/>
              <a:pathLst>
                <a:path w="7200900" h="2479040">
                  <a:moveTo>
                    <a:pt x="7200760" y="1641589"/>
                  </a:moveTo>
                  <a:lnTo>
                    <a:pt x="1981962" y="1641589"/>
                  </a:lnTo>
                  <a:lnTo>
                    <a:pt x="1981835" y="1641589"/>
                  </a:lnTo>
                  <a:lnTo>
                    <a:pt x="0" y="1641589"/>
                  </a:lnTo>
                  <a:lnTo>
                    <a:pt x="0" y="2478951"/>
                  </a:lnTo>
                  <a:lnTo>
                    <a:pt x="1981835" y="2478951"/>
                  </a:lnTo>
                  <a:lnTo>
                    <a:pt x="1981962" y="2478951"/>
                  </a:lnTo>
                  <a:lnTo>
                    <a:pt x="7200760" y="2478951"/>
                  </a:lnTo>
                  <a:lnTo>
                    <a:pt x="7200760" y="1641589"/>
                  </a:lnTo>
                  <a:close/>
                </a:path>
                <a:path w="7200900" h="2479040">
                  <a:moveTo>
                    <a:pt x="7200760" y="0"/>
                  </a:moveTo>
                  <a:lnTo>
                    <a:pt x="1981835" y="0"/>
                  </a:lnTo>
                  <a:lnTo>
                    <a:pt x="1981835" y="804202"/>
                  </a:lnTo>
                  <a:lnTo>
                    <a:pt x="7200760" y="804202"/>
                  </a:lnTo>
                  <a:lnTo>
                    <a:pt x="7200760" y="0"/>
                  </a:lnTo>
                  <a:close/>
                </a:path>
              </a:pathLst>
            </a:custGeom>
            <a:solidFill>
              <a:srgbClr val="EBD782">
                <a:alpha val="19999"/>
              </a:srgbClr>
            </a:solidFill>
          </p:spPr>
          <p:txBody>
            <a:bodyPr wrap="square" lIns="0" tIns="0" rIns="0" bIns="0" rtlCol="0"/>
            <a:lstStyle/>
            <a:p/>
          </p:txBody>
        </p:sp>
        <p:sp>
          <p:nvSpPr>
            <p:cNvPr id="14" name="object 14" descr=""/>
            <p:cNvSpPr/>
            <p:nvPr/>
          </p:nvSpPr>
          <p:spPr>
            <a:xfrm>
              <a:off x="6758686" y="2101850"/>
              <a:ext cx="0" cy="3329304"/>
            </a:xfrm>
            <a:custGeom>
              <a:avLst/>
              <a:gdLst/>
              <a:ahLst/>
              <a:cxnLst/>
              <a:rect l="l" t="t" r="r" b="b"/>
              <a:pathLst>
                <a:path w="0" h="3329304">
                  <a:moveTo>
                    <a:pt x="0" y="0"/>
                  </a:moveTo>
                  <a:lnTo>
                    <a:pt x="0" y="3329051"/>
                  </a:lnTo>
                </a:path>
              </a:pathLst>
            </a:custGeom>
            <a:ln w="12700">
              <a:solidFill>
                <a:srgbClr val="EBD782"/>
              </a:solidFill>
            </a:ln>
          </p:spPr>
          <p:txBody>
            <a:bodyPr wrap="square" lIns="0" tIns="0" rIns="0" bIns="0" rtlCol="0"/>
            <a:lstStyle/>
            <a:p/>
          </p:txBody>
        </p:sp>
        <p:sp>
          <p:nvSpPr>
            <p:cNvPr id="15" name="object 15" descr=""/>
            <p:cNvSpPr/>
            <p:nvPr/>
          </p:nvSpPr>
          <p:spPr>
            <a:xfrm>
              <a:off x="4770501" y="2945511"/>
              <a:ext cx="7213600" cy="0"/>
            </a:xfrm>
            <a:custGeom>
              <a:avLst/>
              <a:gdLst/>
              <a:ahLst/>
              <a:cxnLst/>
              <a:rect l="l" t="t" r="r" b="b"/>
              <a:pathLst>
                <a:path w="7213600" h="0">
                  <a:moveTo>
                    <a:pt x="0" y="0"/>
                  </a:moveTo>
                  <a:lnTo>
                    <a:pt x="7213473" y="0"/>
                  </a:lnTo>
                </a:path>
              </a:pathLst>
            </a:custGeom>
            <a:ln w="25400">
              <a:solidFill>
                <a:srgbClr val="EBD782"/>
              </a:solidFill>
            </a:ln>
          </p:spPr>
          <p:txBody>
            <a:bodyPr wrap="square" lIns="0" tIns="0" rIns="0" bIns="0" rtlCol="0"/>
            <a:lstStyle/>
            <a:p/>
          </p:txBody>
        </p:sp>
        <p:sp>
          <p:nvSpPr>
            <p:cNvPr id="16" name="object 16" descr=""/>
            <p:cNvSpPr/>
            <p:nvPr/>
          </p:nvSpPr>
          <p:spPr>
            <a:xfrm>
              <a:off x="4770501" y="2101850"/>
              <a:ext cx="7213600" cy="3329304"/>
            </a:xfrm>
            <a:custGeom>
              <a:avLst/>
              <a:gdLst/>
              <a:ahLst/>
              <a:cxnLst/>
              <a:rect l="l" t="t" r="r" b="b"/>
              <a:pathLst>
                <a:path w="7213600" h="3329304">
                  <a:moveTo>
                    <a:pt x="0" y="1647952"/>
                  </a:moveTo>
                  <a:lnTo>
                    <a:pt x="7213473" y="1647952"/>
                  </a:lnTo>
                </a:path>
                <a:path w="7213600" h="3329304">
                  <a:moveTo>
                    <a:pt x="0" y="2485263"/>
                  </a:moveTo>
                  <a:lnTo>
                    <a:pt x="7213473" y="2485263"/>
                  </a:lnTo>
                </a:path>
                <a:path w="7213600" h="3329304">
                  <a:moveTo>
                    <a:pt x="6350" y="0"/>
                  </a:moveTo>
                  <a:lnTo>
                    <a:pt x="6350" y="3329051"/>
                  </a:lnTo>
                </a:path>
                <a:path w="7213600" h="3329304">
                  <a:moveTo>
                    <a:pt x="7207123" y="0"/>
                  </a:moveTo>
                  <a:lnTo>
                    <a:pt x="7207123" y="3329051"/>
                  </a:lnTo>
                </a:path>
                <a:path w="7213600" h="3329304">
                  <a:moveTo>
                    <a:pt x="0" y="6350"/>
                  </a:moveTo>
                  <a:lnTo>
                    <a:pt x="7213473" y="6350"/>
                  </a:lnTo>
                </a:path>
                <a:path w="7213600" h="3329304">
                  <a:moveTo>
                    <a:pt x="0" y="3322701"/>
                  </a:moveTo>
                  <a:lnTo>
                    <a:pt x="7213473" y="3322701"/>
                  </a:lnTo>
                </a:path>
              </a:pathLst>
            </a:custGeom>
            <a:ln w="12700">
              <a:solidFill>
                <a:srgbClr val="EBD782"/>
              </a:solidFill>
            </a:ln>
          </p:spPr>
          <p:txBody>
            <a:bodyPr wrap="square" lIns="0" tIns="0" rIns="0" bIns="0" rtlCol="0"/>
            <a:lstStyle/>
            <a:p/>
          </p:txBody>
        </p:sp>
      </p:grpSp>
      <p:sp>
        <p:nvSpPr>
          <p:cNvPr id="17" name="object 17" descr=""/>
          <p:cNvSpPr txBox="1"/>
          <p:nvPr/>
        </p:nvSpPr>
        <p:spPr>
          <a:xfrm>
            <a:off x="4783201" y="2958210"/>
            <a:ext cx="1969135" cy="785495"/>
          </a:xfrm>
          <a:prstGeom prst="rect">
            <a:avLst/>
          </a:prstGeom>
          <a:solidFill>
            <a:srgbClr val="EBD782">
              <a:alpha val="19999"/>
            </a:srgbClr>
          </a:solidFill>
        </p:spPr>
        <p:txBody>
          <a:bodyPr wrap="square" lIns="0" tIns="33655" rIns="0" bIns="0" rtlCol="0" vert="horz">
            <a:spAutoFit/>
          </a:bodyPr>
          <a:lstStyle/>
          <a:p>
            <a:pPr marL="85725">
              <a:lnSpc>
                <a:spcPct val="100000"/>
              </a:lnSpc>
              <a:spcBef>
                <a:spcPts val="265"/>
              </a:spcBef>
            </a:pPr>
            <a:r>
              <a:rPr dirty="0" sz="1800">
                <a:solidFill>
                  <a:srgbClr val="40458B"/>
                </a:solidFill>
                <a:latin typeface="Tahoma"/>
                <a:cs typeface="Tahoma"/>
              </a:rPr>
              <a:t>LD</a:t>
            </a:r>
            <a:r>
              <a:rPr dirty="0" sz="1800" spc="-20">
                <a:solidFill>
                  <a:srgbClr val="40458B"/>
                </a:solidFill>
                <a:latin typeface="Tahoma"/>
                <a:cs typeface="Tahoma"/>
              </a:rPr>
              <a:t> </a:t>
            </a:r>
            <a:r>
              <a:rPr dirty="0" sz="1800" spc="-20">
                <a:solidFill>
                  <a:srgbClr val="FF0000"/>
                </a:solidFill>
                <a:latin typeface="Tahoma"/>
                <a:cs typeface="Tahoma"/>
              </a:rPr>
              <a:t>Rc</a:t>
            </a:r>
            <a:r>
              <a:rPr dirty="0" sz="1800" spc="-20">
                <a:solidFill>
                  <a:srgbClr val="40458B"/>
                </a:solidFill>
                <a:latin typeface="黑体"/>
                <a:cs typeface="黑体"/>
              </a:rPr>
              <a:t>，</a:t>
            </a:r>
            <a:r>
              <a:rPr dirty="0" sz="1800" spc="-20">
                <a:solidFill>
                  <a:srgbClr val="40458B"/>
                </a:solidFill>
                <a:latin typeface="Tahoma"/>
                <a:cs typeface="Tahoma"/>
              </a:rPr>
              <a:t>C</a:t>
            </a:r>
            <a:endParaRPr sz="1800">
              <a:latin typeface="Tahoma"/>
              <a:cs typeface="Tahoma"/>
            </a:endParaRPr>
          </a:p>
        </p:txBody>
      </p:sp>
      <p:sp>
        <p:nvSpPr>
          <p:cNvPr id="18" name="object 18" descr=""/>
          <p:cNvSpPr txBox="1"/>
          <p:nvPr/>
        </p:nvSpPr>
        <p:spPr>
          <a:xfrm>
            <a:off x="7422515" y="2977641"/>
            <a:ext cx="1363345" cy="299720"/>
          </a:xfrm>
          <a:prstGeom prst="rect">
            <a:avLst/>
          </a:prstGeom>
        </p:spPr>
        <p:txBody>
          <a:bodyPr wrap="square" lIns="0" tIns="12700" rIns="0" bIns="0" rtlCol="0" vert="horz">
            <a:spAutoFit/>
          </a:bodyPr>
          <a:lstStyle/>
          <a:p>
            <a:pPr>
              <a:lnSpc>
                <a:spcPct val="100000"/>
              </a:lnSpc>
              <a:spcBef>
                <a:spcPts val="100"/>
              </a:spcBef>
              <a:tabLst>
                <a:tab pos="490220" algn="l"/>
                <a:tab pos="1088390"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r>
              <a:rPr dirty="0" sz="1800">
                <a:solidFill>
                  <a:srgbClr val="40458B"/>
                </a:solidFill>
                <a:latin typeface="Tahoma"/>
                <a:cs typeface="Tahoma"/>
              </a:rPr>
              <a:t>	</a:t>
            </a:r>
            <a:r>
              <a:rPr dirty="0" sz="1800" spc="-35">
                <a:solidFill>
                  <a:srgbClr val="40458B"/>
                </a:solidFill>
                <a:latin typeface="Tahoma"/>
                <a:cs typeface="Tahoma"/>
              </a:rPr>
              <a:t>EX</a:t>
            </a:r>
            <a:endParaRPr sz="1800">
              <a:latin typeface="Tahoma"/>
              <a:cs typeface="Tahoma"/>
            </a:endParaRPr>
          </a:p>
        </p:txBody>
      </p:sp>
      <p:sp>
        <p:nvSpPr>
          <p:cNvPr id="19" name="object 19" descr=""/>
          <p:cNvSpPr txBox="1"/>
          <p:nvPr/>
        </p:nvSpPr>
        <p:spPr>
          <a:xfrm>
            <a:off x="9273456" y="2977641"/>
            <a:ext cx="494665" cy="299720"/>
          </a:xfrm>
          <a:prstGeom prst="rect">
            <a:avLst/>
          </a:prstGeom>
        </p:spPr>
        <p:txBody>
          <a:bodyPr wrap="square" lIns="0" tIns="12700" rIns="0" bIns="0" rtlCol="0" vert="horz">
            <a:spAutoFit/>
          </a:bodyPr>
          <a:lstStyle/>
          <a:p>
            <a:pPr>
              <a:lnSpc>
                <a:spcPct val="100000"/>
              </a:lnSpc>
              <a:spcBef>
                <a:spcPts val="100"/>
              </a:spcBef>
            </a:pPr>
            <a:r>
              <a:rPr dirty="0" sz="1800" spc="-25">
                <a:solidFill>
                  <a:srgbClr val="40458B"/>
                </a:solidFill>
                <a:latin typeface="Tahoma"/>
                <a:cs typeface="Tahoma"/>
              </a:rPr>
              <a:t>MEM</a:t>
            </a:r>
            <a:endParaRPr sz="1800">
              <a:latin typeface="Tahoma"/>
              <a:cs typeface="Tahoma"/>
            </a:endParaRPr>
          </a:p>
        </p:txBody>
      </p:sp>
      <p:sp>
        <p:nvSpPr>
          <p:cNvPr id="20" name="object 20" descr=""/>
          <p:cNvSpPr txBox="1"/>
          <p:nvPr/>
        </p:nvSpPr>
        <p:spPr>
          <a:xfrm>
            <a:off x="4776851" y="3749802"/>
            <a:ext cx="1981835" cy="837565"/>
          </a:xfrm>
          <a:prstGeom prst="rect">
            <a:avLst/>
          </a:prstGeom>
          <a:ln w="12700">
            <a:solidFill>
              <a:srgbClr val="EBD782"/>
            </a:solidFill>
          </a:ln>
        </p:spPr>
        <p:txBody>
          <a:bodyPr wrap="square" lIns="0" tIns="45085" rIns="0" bIns="0" rtlCol="0" vert="horz">
            <a:spAutoFit/>
          </a:bodyPr>
          <a:lstStyle/>
          <a:p>
            <a:pPr marL="92075">
              <a:lnSpc>
                <a:spcPct val="100000"/>
              </a:lnSpc>
              <a:spcBef>
                <a:spcPts val="355"/>
              </a:spcBef>
            </a:pPr>
            <a:r>
              <a:rPr dirty="0" sz="1800">
                <a:solidFill>
                  <a:srgbClr val="40458B"/>
                </a:solidFill>
                <a:latin typeface="Tahoma"/>
                <a:cs typeface="Tahoma"/>
              </a:rPr>
              <a:t>DADD</a:t>
            </a:r>
            <a:r>
              <a:rPr dirty="0" sz="1800" spc="-65">
                <a:solidFill>
                  <a:srgbClr val="40458B"/>
                </a:solidFill>
                <a:latin typeface="Tahoma"/>
                <a:cs typeface="Tahoma"/>
              </a:rPr>
              <a:t> </a:t>
            </a:r>
            <a:r>
              <a:rPr dirty="0" sz="1800" spc="-10">
                <a:solidFill>
                  <a:srgbClr val="40458B"/>
                </a:solidFill>
                <a:latin typeface="Tahoma"/>
                <a:cs typeface="Tahoma"/>
              </a:rPr>
              <a:t>Ra,Rb,</a:t>
            </a:r>
            <a:r>
              <a:rPr dirty="0" sz="1800" spc="-10">
                <a:solidFill>
                  <a:srgbClr val="FF0000"/>
                </a:solidFill>
                <a:latin typeface="Tahoma"/>
                <a:cs typeface="Tahoma"/>
              </a:rPr>
              <a:t>Rc</a:t>
            </a:r>
            <a:endParaRPr sz="1800">
              <a:latin typeface="Tahoma"/>
              <a:cs typeface="Tahoma"/>
            </a:endParaRPr>
          </a:p>
        </p:txBody>
      </p:sp>
      <p:sp>
        <p:nvSpPr>
          <p:cNvPr id="21" name="object 21" descr=""/>
          <p:cNvSpPr txBox="1"/>
          <p:nvPr/>
        </p:nvSpPr>
        <p:spPr>
          <a:xfrm>
            <a:off x="7922386" y="3781755"/>
            <a:ext cx="816610" cy="300355"/>
          </a:xfrm>
          <a:prstGeom prst="rect">
            <a:avLst/>
          </a:prstGeom>
        </p:spPr>
        <p:txBody>
          <a:bodyPr wrap="square" lIns="0" tIns="12700" rIns="0" bIns="0" rtlCol="0" vert="horz">
            <a:spAutoFit/>
          </a:bodyPr>
          <a:lstStyle/>
          <a:p>
            <a:pPr>
              <a:lnSpc>
                <a:spcPct val="100000"/>
              </a:lnSpc>
              <a:spcBef>
                <a:spcPts val="100"/>
              </a:spcBef>
              <a:tabLst>
                <a:tab pos="562610"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endParaRPr sz="1800">
              <a:latin typeface="Tahoma"/>
              <a:cs typeface="Tahoma"/>
            </a:endParaRPr>
          </a:p>
        </p:txBody>
      </p:sp>
      <p:sp>
        <p:nvSpPr>
          <p:cNvPr id="22" name="object 22" descr=""/>
          <p:cNvSpPr txBox="1"/>
          <p:nvPr/>
        </p:nvSpPr>
        <p:spPr>
          <a:xfrm>
            <a:off x="9225172" y="3781755"/>
            <a:ext cx="1812289" cy="300355"/>
          </a:xfrm>
          <a:prstGeom prst="rect">
            <a:avLst/>
          </a:prstGeom>
        </p:spPr>
        <p:txBody>
          <a:bodyPr wrap="square" lIns="0" tIns="12700" rIns="0" bIns="0" rtlCol="0" vert="horz">
            <a:spAutoFit/>
          </a:bodyPr>
          <a:lstStyle/>
          <a:p>
            <a:pPr>
              <a:lnSpc>
                <a:spcPct val="100000"/>
              </a:lnSpc>
              <a:spcBef>
                <a:spcPts val="100"/>
              </a:spcBef>
              <a:tabLst>
                <a:tab pos="689610" algn="l"/>
                <a:tab pos="1457960" algn="l"/>
              </a:tabLst>
            </a:pP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p:txBody>
      </p:sp>
      <p:sp>
        <p:nvSpPr>
          <p:cNvPr id="23" name="object 23" descr=""/>
          <p:cNvSpPr txBox="1"/>
          <p:nvPr/>
        </p:nvSpPr>
        <p:spPr>
          <a:xfrm>
            <a:off x="4868926" y="4628769"/>
            <a:ext cx="1399540" cy="299720"/>
          </a:xfrm>
          <a:prstGeom prst="rect">
            <a:avLst/>
          </a:prstGeom>
        </p:spPr>
        <p:txBody>
          <a:bodyPr wrap="square" lIns="0" tIns="12700" rIns="0" bIns="0" rtlCol="0" vert="horz">
            <a:spAutoFit/>
          </a:bodyPr>
          <a:lstStyle/>
          <a:p>
            <a:pPr>
              <a:lnSpc>
                <a:spcPct val="100000"/>
              </a:lnSpc>
              <a:spcBef>
                <a:spcPts val="100"/>
              </a:spcBef>
              <a:tabLst>
                <a:tab pos="810260" algn="l"/>
              </a:tabLst>
            </a:pPr>
            <a:r>
              <a:rPr dirty="0" sz="1800" spc="-25" b="1">
                <a:solidFill>
                  <a:srgbClr val="40458B"/>
                </a:solidFill>
                <a:latin typeface="宋体"/>
                <a:cs typeface="宋体"/>
              </a:rPr>
              <a:t>SD</a:t>
            </a:r>
            <a:r>
              <a:rPr dirty="0" sz="1800" b="1">
                <a:solidFill>
                  <a:srgbClr val="40458B"/>
                </a:solidFill>
                <a:latin typeface="宋体"/>
                <a:cs typeface="宋体"/>
              </a:rPr>
              <a:t>	</a:t>
            </a:r>
            <a:r>
              <a:rPr dirty="0" sz="1800" spc="-20" b="1">
                <a:solidFill>
                  <a:srgbClr val="40458B"/>
                </a:solidFill>
                <a:latin typeface="宋体"/>
                <a:cs typeface="宋体"/>
              </a:rPr>
              <a:t>Ra，A</a:t>
            </a:r>
            <a:endParaRPr sz="1800">
              <a:latin typeface="宋体"/>
              <a:cs typeface="宋体"/>
            </a:endParaRPr>
          </a:p>
        </p:txBody>
      </p:sp>
      <p:sp>
        <p:nvSpPr>
          <p:cNvPr id="24" name="object 24" descr=""/>
          <p:cNvSpPr txBox="1"/>
          <p:nvPr/>
        </p:nvSpPr>
        <p:spPr>
          <a:xfrm>
            <a:off x="8565768" y="4619625"/>
            <a:ext cx="887094" cy="299720"/>
          </a:xfrm>
          <a:prstGeom prst="rect">
            <a:avLst/>
          </a:prstGeom>
        </p:spPr>
        <p:txBody>
          <a:bodyPr wrap="square" lIns="0" tIns="12700" rIns="0" bIns="0" rtlCol="0" vert="horz">
            <a:spAutoFit/>
          </a:bodyPr>
          <a:lstStyle/>
          <a:p>
            <a:pPr>
              <a:lnSpc>
                <a:spcPct val="100000"/>
              </a:lnSpc>
              <a:spcBef>
                <a:spcPts val="100"/>
              </a:spcBef>
              <a:tabLst>
                <a:tab pos="633095"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endParaRPr sz="1800">
              <a:latin typeface="Tahoma"/>
              <a:cs typeface="Tahoma"/>
            </a:endParaRPr>
          </a:p>
        </p:txBody>
      </p:sp>
      <p:sp>
        <p:nvSpPr>
          <p:cNvPr id="25" name="object 25" descr=""/>
          <p:cNvSpPr txBox="1"/>
          <p:nvPr/>
        </p:nvSpPr>
        <p:spPr>
          <a:xfrm>
            <a:off x="9939972" y="4619625"/>
            <a:ext cx="1668780" cy="299720"/>
          </a:xfrm>
          <a:prstGeom prst="rect">
            <a:avLst/>
          </a:prstGeom>
        </p:spPr>
        <p:txBody>
          <a:bodyPr wrap="square" lIns="0" tIns="12700" rIns="0" bIns="0" rtlCol="0" vert="horz">
            <a:spAutoFit/>
          </a:bodyPr>
          <a:lstStyle/>
          <a:p>
            <a:pPr>
              <a:lnSpc>
                <a:spcPct val="100000"/>
              </a:lnSpc>
              <a:spcBef>
                <a:spcPts val="100"/>
              </a:spcBef>
              <a:tabLst>
                <a:tab pos="546735" algn="l"/>
                <a:tab pos="1314450" algn="l"/>
              </a:tabLst>
            </a:pP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p:txBody>
      </p:sp>
      <p:grpSp>
        <p:nvGrpSpPr>
          <p:cNvPr id="26" name="object 26" descr=""/>
          <p:cNvGrpSpPr/>
          <p:nvPr/>
        </p:nvGrpSpPr>
        <p:grpSpPr>
          <a:xfrm>
            <a:off x="9511728" y="2474912"/>
            <a:ext cx="2637790" cy="504825"/>
            <a:chOff x="9511728" y="2474912"/>
            <a:chExt cx="2637790" cy="504825"/>
          </a:xfrm>
        </p:grpSpPr>
        <p:sp>
          <p:nvSpPr>
            <p:cNvPr id="27" name="object 27" descr=""/>
            <p:cNvSpPr/>
            <p:nvPr/>
          </p:nvSpPr>
          <p:spPr>
            <a:xfrm>
              <a:off x="9516491" y="2479675"/>
              <a:ext cx="2628265" cy="495300"/>
            </a:xfrm>
            <a:custGeom>
              <a:avLst/>
              <a:gdLst/>
              <a:ahLst/>
              <a:cxnLst/>
              <a:rect l="l" t="t" r="r" b="b"/>
              <a:pathLst>
                <a:path w="2628265" h="495300">
                  <a:moveTo>
                    <a:pt x="2627883" y="0"/>
                  </a:moveTo>
                  <a:lnTo>
                    <a:pt x="721359" y="0"/>
                  </a:lnTo>
                  <a:lnTo>
                    <a:pt x="721359" y="231521"/>
                  </a:lnTo>
                  <a:lnTo>
                    <a:pt x="0" y="495046"/>
                  </a:lnTo>
                  <a:lnTo>
                    <a:pt x="721359" y="330708"/>
                  </a:lnTo>
                  <a:lnTo>
                    <a:pt x="721359" y="396875"/>
                  </a:lnTo>
                  <a:lnTo>
                    <a:pt x="2627883" y="396875"/>
                  </a:lnTo>
                  <a:lnTo>
                    <a:pt x="2627883" y="0"/>
                  </a:lnTo>
                  <a:close/>
                </a:path>
              </a:pathLst>
            </a:custGeom>
            <a:solidFill>
              <a:srgbClr val="FFACFF"/>
            </a:solidFill>
          </p:spPr>
          <p:txBody>
            <a:bodyPr wrap="square" lIns="0" tIns="0" rIns="0" bIns="0" rtlCol="0"/>
            <a:lstStyle/>
            <a:p/>
          </p:txBody>
        </p:sp>
        <p:sp>
          <p:nvSpPr>
            <p:cNvPr id="28" name="object 28" descr=""/>
            <p:cNvSpPr/>
            <p:nvPr/>
          </p:nvSpPr>
          <p:spPr>
            <a:xfrm>
              <a:off x="9516491" y="2479675"/>
              <a:ext cx="2628265" cy="495300"/>
            </a:xfrm>
            <a:custGeom>
              <a:avLst/>
              <a:gdLst/>
              <a:ahLst/>
              <a:cxnLst/>
              <a:rect l="l" t="t" r="r" b="b"/>
              <a:pathLst>
                <a:path w="2628265" h="495300">
                  <a:moveTo>
                    <a:pt x="721359" y="0"/>
                  </a:moveTo>
                  <a:lnTo>
                    <a:pt x="1039113" y="0"/>
                  </a:lnTo>
                  <a:lnTo>
                    <a:pt x="1515744" y="0"/>
                  </a:lnTo>
                  <a:lnTo>
                    <a:pt x="2627883" y="0"/>
                  </a:lnTo>
                  <a:lnTo>
                    <a:pt x="2627883" y="231521"/>
                  </a:lnTo>
                  <a:lnTo>
                    <a:pt x="2627883" y="330708"/>
                  </a:lnTo>
                  <a:lnTo>
                    <a:pt x="2627883" y="396875"/>
                  </a:lnTo>
                  <a:lnTo>
                    <a:pt x="1515744" y="396875"/>
                  </a:lnTo>
                  <a:lnTo>
                    <a:pt x="1039113" y="396875"/>
                  </a:lnTo>
                  <a:lnTo>
                    <a:pt x="721359" y="396875"/>
                  </a:lnTo>
                  <a:lnTo>
                    <a:pt x="721359" y="330708"/>
                  </a:lnTo>
                  <a:lnTo>
                    <a:pt x="0" y="495046"/>
                  </a:lnTo>
                  <a:lnTo>
                    <a:pt x="721359" y="231521"/>
                  </a:lnTo>
                  <a:lnTo>
                    <a:pt x="721359" y="0"/>
                  </a:lnTo>
                  <a:close/>
                </a:path>
              </a:pathLst>
            </a:custGeom>
            <a:ln w="9525">
              <a:solidFill>
                <a:srgbClr val="40458B"/>
              </a:solidFill>
            </a:ln>
          </p:spPr>
          <p:txBody>
            <a:bodyPr wrap="square" lIns="0" tIns="0" rIns="0" bIns="0" rtlCol="0"/>
            <a:lstStyle/>
            <a:p/>
          </p:txBody>
        </p:sp>
      </p:grpSp>
      <p:sp>
        <p:nvSpPr>
          <p:cNvPr id="29" name="object 29" descr=""/>
          <p:cNvSpPr txBox="1"/>
          <p:nvPr/>
        </p:nvSpPr>
        <p:spPr>
          <a:xfrm>
            <a:off x="10317860" y="2513457"/>
            <a:ext cx="1761489" cy="330835"/>
          </a:xfrm>
          <a:prstGeom prst="rect">
            <a:avLst/>
          </a:prstGeom>
        </p:spPr>
        <p:txBody>
          <a:bodyPr wrap="square" lIns="0" tIns="13335" rIns="0" bIns="0" rtlCol="0" vert="horz">
            <a:spAutoFit/>
          </a:bodyPr>
          <a:lstStyle/>
          <a:p>
            <a:pPr marL="12700">
              <a:lnSpc>
                <a:spcPct val="100000"/>
              </a:lnSpc>
              <a:spcBef>
                <a:spcPts val="105"/>
              </a:spcBef>
            </a:pPr>
            <a:r>
              <a:rPr dirty="0" sz="2000" spc="-25">
                <a:solidFill>
                  <a:srgbClr val="40458B"/>
                </a:solidFill>
                <a:latin typeface="Tahoma"/>
                <a:cs typeface="Tahoma"/>
              </a:rPr>
              <a:t>LD</a:t>
            </a:r>
            <a:r>
              <a:rPr dirty="0" sz="2000">
                <a:solidFill>
                  <a:srgbClr val="40458B"/>
                </a:solidFill>
                <a:latin typeface="黑体"/>
                <a:cs typeface="黑体"/>
              </a:rPr>
              <a:t>和</a:t>
            </a:r>
            <a:r>
              <a:rPr dirty="0" sz="2000" spc="-25">
                <a:solidFill>
                  <a:srgbClr val="40458B"/>
                </a:solidFill>
                <a:latin typeface="Tahoma"/>
                <a:cs typeface="Tahoma"/>
              </a:rPr>
              <a:t>DADD</a:t>
            </a:r>
            <a:r>
              <a:rPr dirty="0" sz="2000" spc="-25">
                <a:solidFill>
                  <a:srgbClr val="40458B"/>
                </a:solidFill>
                <a:latin typeface="黑体"/>
                <a:cs typeface="黑体"/>
              </a:rPr>
              <a:t>指令</a:t>
            </a:r>
            <a:endParaRPr sz="2000">
              <a:latin typeface="黑体"/>
              <a:cs typeface="黑体"/>
            </a:endParaRPr>
          </a:p>
        </p:txBody>
      </p:sp>
      <p:grpSp>
        <p:nvGrpSpPr>
          <p:cNvPr id="30" name="object 30" descr=""/>
          <p:cNvGrpSpPr/>
          <p:nvPr/>
        </p:nvGrpSpPr>
        <p:grpSpPr>
          <a:xfrm>
            <a:off x="9454832" y="2871787"/>
            <a:ext cx="2694305" cy="1036319"/>
            <a:chOff x="9454832" y="2871787"/>
            <a:chExt cx="2694305" cy="1036319"/>
          </a:xfrm>
        </p:grpSpPr>
        <p:sp>
          <p:nvSpPr>
            <p:cNvPr id="31" name="object 31" descr=""/>
            <p:cNvSpPr/>
            <p:nvPr/>
          </p:nvSpPr>
          <p:spPr>
            <a:xfrm>
              <a:off x="9459594" y="2876550"/>
              <a:ext cx="2684780" cy="1026794"/>
            </a:xfrm>
            <a:custGeom>
              <a:avLst/>
              <a:gdLst/>
              <a:ahLst/>
              <a:cxnLst/>
              <a:rect l="l" t="t" r="r" b="b"/>
              <a:pathLst>
                <a:path w="2684779" h="1026795">
                  <a:moveTo>
                    <a:pt x="2684779" y="0"/>
                  </a:moveTo>
                  <a:lnTo>
                    <a:pt x="778255" y="0"/>
                  </a:lnTo>
                  <a:lnTo>
                    <a:pt x="778255" y="396875"/>
                  </a:lnTo>
                  <a:lnTo>
                    <a:pt x="1096009" y="396875"/>
                  </a:lnTo>
                  <a:lnTo>
                    <a:pt x="0" y="1026287"/>
                  </a:lnTo>
                  <a:lnTo>
                    <a:pt x="1572640" y="396875"/>
                  </a:lnTo>
                  <a:lnTo>
                    <a:pt x="2684779" y="396875"/>
                  </a:lnTo>
                  <a:lnTo>
                    <a:pt x="2684779" y="0"/>
                  </a:lnTo>
                  <a:close/>
                </a:path>
              </a:pathLst>
            </a:custGeom>
            <a:solidFill>
              <a:srgbClr val="FFACFF"/>
            </a:solidFill>
          </p:spPr>
          <p:txBody>
            <a:bodyPr wrap="square" lIns="0" tIns="0" rIns="0" bIns="0" rtlCol="0"/>
            <a:lstStyle/>
            <a:p/>
          </p:txBody>
        </p:sp>
        <p:sp>
          <p:nvSpPr>
            <p:cNvPr id="32" name="object 32" descr=""/>
            <p:cNvSpPr/>
            <p:nvPr/>
          </p:nvSpPr>
          <p:spPr>
            <a:xfrm>
              <a:off x="9459594" y="2876550"/>
              <a:ext cx="2684780" cy="1026794"/>
            </a:xfrm>
            <a:custGeom>
              <a:avLst/>
              <a:gdLst/>
              <a:ahLst/>
              <a:cxnLst/>
              <a:rect l="l" t="t" r="r" b="b"/>
              <a:pathLst>
                <a:path w="2684779" h="1026795">
                  <a:moveTo>
                    <a:pt x="778255" y="0"/>
                  </a:moveTo>
                  <a:lnTo>
                    <a:pt x="1096009" y="0"/>
                  </a:lnTo>
                  <a:lnTo>
                    <a:pt x="1572640" y="0"/>
                  </a:lnTo>
                  <a:lnTo>
                    <a:pt x="2684779" y="0"/>
                  </a:lnTo>
                  <a:lnTo>
                    <a:pt x="2684779" y="231521"/>
                  </a:lnTo>
                  <a:lnTo>
                    <a:pt x="2684779" y="330708"/>
                  </a:lnTo>
                  <a:lnTo>
                    <a:pt x="2684779" y="396875"/>
                  </a:lnTo>
                  <a:lnTo>
                    <a:pt x="1572640" y="396875"/>
                  </a:lnTo>
                  <a:lnTo>
                    <a:pt x="0" y="1026287"/>
                  </a:lnTo>
                  <a:lnTo>
                    <a:pt x="1096009" y="396875"/>
                  </a:lnTo>
                  <a:lnTo>
                    <a:pt x="778255" y="396875"/>
                  </a:lnTo>
                  <a:lnTo>
                    <a:pt x="778255" y="330708"/>
                  </a:lnTo>
                  <a:lnTo>
                    <a:pt x="778255" y="231521"/>
                  </a:lnTo>
                  <a:lnTo>
                    <a:pt x="778255" y="0"/>
                  </a:lnTo>
                  <a:close/>
                </a:path>
              </a:pathLst>
            </a:custGeom>
            <a:ln w="9525">
              <a:solidFill>
                <a:srgbClr val="40458B"/>
              </a:solidFill>
            </a:ln>
          </p:spPr>
          <p:txBody>
            <a:bodyPr wrap="square" lIns="0" tIns="0" rIns="0" bIns="0" rtlCol="0"/>
            <a:lstStyle/>
            <a:p/>
          </p:txBody>
        </p:sp>
      </p:grpSp>
      <p:sp>
        <p:nvSpPr>
          <p:cNvPr id="33" name="object 33" descr=""/>
          <p:cNvSpPr txBox="1"/>
          <p:nvPr/>
        </p:nvSpPr>
        <p:spPr>
          <a:xfrm>
            <a:off x="10040072" y="2910332"/>
            <a:ext cx="1827530" cy="391160"/>
          </a:xfrm>
          <a:prstGeom prst="rect">
            <a:avLst/>
          </a:prstGeom>
        </p:spPr>
        <p:txBody>
          <a:bodyPr wrap="square" lIns="0" tIns="12700" rIns="0" bIns="0" rtlCol="0" vert="horz">
            <a:spAutoFit/>
          </a:bodyPr>
          <a:lstStyle/>
          <a:p>
            <a:pPr>
              <a:lnSpc>
                <a:spcPct val="100000"/>
              </a:lnSpc>
              <a:spcBef>
                <a:spcPts val="100"/>
              </a:spcBef>
            </a:pPr>
            <a:r>
              <a:rPr dirty="0" baseline="1543" sz="2700" spc="-337">
                <a:solidFill>
                  <a:srgbClr val="40458B"/>
                </a:solidFill>
                <a:latin typeface="Tahoma"/>
                <a:cs typeface="Tahoma"/>
              </a:rPr>
              <a:t>WB</a:t>
            </a:r>
            <a:r>
              <a:rPr dirty="0" sz="2400" spc="-10">
                <a:solidFill>
                  <a:srgbClr val="40458B"/>
                </a:solidFill>
                <a:latin typeface="黑体"/>
                <a:cs typeface="黑体"/>
              </a:rPr>
              <a:t>写后读冲突</a:t>
            </a:r>
            <a:endParaRPr sz="2400">
              <a:latin typeface="黑体"/>
              <a:cs typeface="黑体"/>
            </a:endParaRPr>
          </a:p>
        </p:txBody>
      </p:sp>
      <p:sp>
        <p:nvSpPr>
          <p:cNvPr id="34" name="object 34" descr=""/>
          <p:cNvSpPr txBox="1"/>
          <p:nvPr/>
        </p:nvSpPr>
        <p:spPr>
          <a:xfrm>
            <a:off x="4770501" y="790447"/>
            <a:ext cx="7115809" cy="1651000"/>
          </a:xfrm>
          <a:prstGeom prst="rect">
            <a:avLst/>
          </a:prstGeom>
        </p:spPr>
        <p:txBody>
          <a:bodyPr wrap="square" lIns="0" tIns="12700" rIns="0" bIns="0" rtlCol="0" vert="horz">
            <a:spAutoFit/>
          </a:bodyPr>
          <a:lstStyle/>
          <a:p>
            <a:pPr marL="355600" marR="5080" indent="-342900">
              <a:lnSpc>
                <a:spcPct val="100000"/>
              </a:lnSpc>
              <a:spcBef>
                <a:spcPts val="100"/>
              </a:spcBef>
              <a:buClr>
                <a:srgbClr val="006FC0"/>
              </a:buClr>
              <a:buFont typeface="Wingdings"/>
              <a:buChar char=""/>
              <a:tabLst>
                <a:tab pos="355600" algn="l"/>
              </a:tabLst>
            </a:pPr>
            <a:r>
              <a:rPr dirty="0" sz="2400">
                <a:solidFill>
                  <a:srgbClr val="40458B"/>
                </a:solidFill>
                <a:latin typeface="Tahoma"/>
                <a:cs typeface="Tahoma"/>
              </a:rPr>
              <a:t>DADD</a:t>
            </a:r>
            <a:r>
              <a:rPr dirty="0" sz="2400">
                <a:solidFill>
                  <a:srgbClr val="40458B"/>
                </a:solidFill>
                <a:latin typeface="黑体"/>
                <a:cs typeface="黑体"/>
              </a:rPr>
              <a:t>和</a:t>
            </a:r>
            <a:r>
              <a:rPr dirty="0" sz="2400" spc="-10">
                <a:solidFill>
                  <a:srgbClr val="40458B"/>
                </a:solidFill>
                <a:latin typeface="Tahoma"/>
                <a:cs typeface="Tahoma"/>
              </a:rPr>
              <a:t>DSUB</a:t>
            </a:r>
            <a:r>
              <a:rPr dirty="0" sz="2400" spc="-5">
                <a:solidFill>
                  <a:srgbClr val="40458B"/>
                </a:solidFill>
                <a:latin typeface="黑体"/>
                <a:cs typeface="黑体"/>
              </a:rPr>
              <a:t>指令均需至少停顿一个时钟周期，两个指令至少暂停两个时钟周期</a:t>
            </a:r>
            <a:endParaRPr sz="2400">
              <a:latin typeface="黑体"/>
              <a:cs typeface="黑体"/>
            </a:endParaRPr>
          </a:p>
          <a:p>
            <a:pPr marL="2061845">
              <a:lnSpc>
                <a:spcPct val="100000"/>
              </a:lnSpc>
              <a:spcBef>
                <a:spcPts val="690"/>
              </a:spcBef>
            </a:pPr>
            <a:r>
              <a:rPr dirty="0" sz="2400" spc="-10">
                <a:solidFill>
                  <a:srgbClr val="40458B"/>
                </a:solidFill>
                <a:latin typeface="黑体"/>
                <a:cs typeface="黑体"/>
              </a:rPr>
              <a:t>对应的时空图（部分</a:t>
            </a:r>
            <a:r>
              <a:rPr dirty="0" sz="2400" spc="-50">
                <a:solidFill>
                  <a:srgbClr val="40458B"/>
                </a:solidFill>
                <a:latin typeface="黑体"/>
                <a:cs typeface="黑体"/>
              </a:rPr>
              <a:t>）</a:t>
            </a:r>
            <a:endParaRPr sz="2400">
              <a:latin typeface="黑体"/>
              <a:cs typeface="黑体"/>
            </a:endParaRPr>
          </a:p>
          <a:p>
            <a:pPr marL="98425">
              <a:lnSpc>
                <a:spcPct val="100000"/>
              </a:lnSpc>
              <a:spcBef>
                <a:spcPts val="1310"/>
              </a:spcBef>
              <a:tabLst>
                <a:tab pos="2080260" algn="l"/>
                <a:tab pos="2590165" algn="l"/>
                <a:tab pos="3141980" algn="l"/>
                <a:tab pos="3707765" algn="l"/>
                <a:tab pos="4523740" algn="l"/>
              </a:tabLst>
            </a:pPr>
            <a:r>
              <a:rPr dirty="0" sz="1800" b="1">
                <a:solidFill>
                  <a:srgbClr val="40458B"/>
                </a:solidFill>
                <a:latin typeface="Tahoma"/>
                <a:cs typeface="Tahoma"/>
              </a:rPr>
              <a:t>LD</a:t>
            </a:r>
            <a:r>
              <a:rPr dirty="0" sz="1800" spc="-15" b="1">
                <a:solidFill>
                  <a:srgbClr val="40458B"/>
                </a:solidFill>
                <a:latin typeface="Tahoma"/>
                <a:cs typeface="Tahoma"/>
              </a:rPr>
              <a:t> </a:t>
            </a:r>
            <a:r>
              <a:rPr dirty="0" sz="1800" spc="-20" b="1">
                <a:solidFill>
                  <a:srgbClr val="40458B"/>
                </a:solidFill>
                <a:latin typeface="Tahoma"/>
                <a:cs typeface="Tahoma"/>
              </a:rPr>
              <a:t>Rb</a:t>
            </a:r>
            <a:r>
              <a:rPr dirty="0" sz="1800" spc="-20" b="1">
                <a:solidFill>
                  <a:srgbClr val="40458B"/>
                </a:solidFill>
                <a:latin typeface="黑体"/>
                <a:cs typeface="黑体"/>
              </a:rPr>
              <a:t>，</a:t>
            </a:r>
            <a:r>
              <a:rPr dirty="0" sz="1800" spc="-20" b="1">
                <a:solidFill>
                  <a:srgbClr val="40458B"/>
                </a:solidFill>
                <a:latin typeface="Tahoma"/>
                <a:cs typeface="Tahoma"/>
              </a:rPr>
              <a:t>B</a:t>
            </a:r>
            <a:r>
              <a:rPr dirty="0" sz="1800" b="1">
                <a:solidFill>
                  <a:srgbClr val="40458B"/>
                </a:solidFill>
                <a:latin typeface="Tahoma"/>
                <a:cs typeface="Tahoma"/>
              </a:rPr>
              <a:t>	</a:t>
            </a:r>
            <a:r>
              <a:rPr dirty="0" sz="1800" spc="-25" b="1">
                <a:solidFill>
                  <a:srgbClr val="40458B"/>
                </a:solidFill>
                <a:latin typeface="Tahoma"/>
                <a:cs typeface="Tahoma"/>
              </a:rPr>
              <a:t>IF</a:t>
            </a:r>
            <a:r>
              <a:rPr dirty="0" sz="1800" b="1">
                <a:solidFill>
                  <a:srgbClr val="40458B"/>
                </a:solidFill>
                <a:latin typeface="Tahoma"/>
                <a:cs typeface="Tahoma"/>
              </a:rPr>
              <a:t>	</a:t>
            </a:r>
            <a:r>
              <a:rPr dirty="0" sz="1800" spc="-25" b="1">
                <a:solidFill>
                  <a:srgbClr val="40458B"/>
                </a:solidFill>
                <a:latin typeface="Tahoma"/>
                <a:cs typeface="Tahoma"/>
              </a:rPr>
              <a:t>ID</a:t>
            </a:r>
            <a:r>
              <a:rPr dirty="0" sz="1800" b="1">
                <a:solidFill>
                  <a:srgbClr val="40458B"/>
                </a:solidFill>
                <a:latin typeface="Tahoma"/>
                <a:cs typeface="Tahoma"/>
              </a:rPr>
              <a:t>	</a:t>
            </a:r>
            <a:r>
              <a:rPr dirty="0" sz="1800" spc="-25" b="1">
                <a:solidFill>
                  <a:srgbClr val="40458B"/>
                </a:solidFill>
                <a:latin typeface="Tahoma"/>
                <a:cs typeface="Tahoma"/>
              </a:rPr>
              <a:t>EX</a:t>
            </a:r>
            <a:r>
              <a:rPr dirty="0" sz="1800" b="1">
                <a:solidFill>
                  <a:srgbClr val="40458B"/>
                </a:solidFill>
                <a:latin typeface="Tahoma"/>
                <a:cs typeface="Tahoma"/>
              </a:rPr>
              <a:t>	</a:t>
            </a:r>
            <a:r>
              <a:rPr dirty="0" sz="1800" spc="-25" b="1">
                <a:solidFill>
                  <a:srgbClr val="40458B"/>
                </a:solidFill>
                <a:latin typeface="Tahoma"/>
                <a:cs typeface="Tahoma"/>
              </a:rPr>
              <a:t>MEM</a:t>
            </a:r>
            <a:r>
              <a:rPr dirty="0" sz="1800" b="1">
                <a:solidFill>
                  <a:srgbClr val="40458B"/>
                </a:solidFill>
                <a:latin typeface="Tahoma"/>
                <a:cs typeface="Tahoma"/>
              </a:rPr>
              <a:t>	</a:t>
            </a:r>
            <a:r>
              <a:rPr dirty="0" sz="1800" spc="-25" b="1">
                <a:solidFill>
                  <a:srgbClr val="40458B"/>
                </a:solidFill>
                <a:latin typeface="Tahoma"/>
                <a:cs typeface="Tahoma"/>
              </a:rPr>
              <a:t>WB</a:t>
            </a:r>
            <a:endParaRPr sz="1800">
              <a:latin typeface="Tahoma"/>
              <a:cs typeface="Tahoma"/>
            </a:endParaRPr>
          </a:p>
        </p:txBody>
      </p:sp>
      <p:grpSp>
        <p:nvGrpSpPr>
          <p:cNvPr id="35" name="object 35" descr=""/>
          <p:cNvGrpSpPr/>
          <p:nvPr/>
        </p:nvGrpSpPr>
        <p:grpSpPr>
          <a:xfrm>
            <a:off x="3486975" y="3649408"/>
            <a:ext cx="802005" cy="347345"/>
            <a:chOff x="3486975" y="3649408"/>
            <a:chExt cx="802005" cy="347345"/>
          </a:xfrm>
        </p:grpSpPr>
        <p:sp>
          <p:nvSpPr>
            <p:cNvPr id="36" name="object 36" descr=""/>
            <p:cNvSpPr/>
            <p:nvPr/>
          </p:nvSpPr>
          <p:spPr>
            <a:xfrm>
              <a:off x="3491738" y="3654171"/>
              <a:ext cx="792480" cy="337820"/>
            </a:xfrm>
            <a:custGeom>
              <a:avLst/>
              <a:gdLst/>
              <a:ahLst/>
              <a:cxnLst/>
              <a:rect l="l" t="t" r="r" b="b"/>
              <a:pathLst>
                <a:path w="792479" h="337820">
                  <a:moveTo>
                    <a:pt x="168783" y="0"/>
                  </a:moveTo>
                  <a:lnTo>
                    <a:pt x="0" y="168655"/>
                  </a:lnTo>
                  <a:lnTo>
                    <a:pt x="168783" y="337438"/>
                  </a:lnTo>
                  <a:lnTo>
                    <a:pt x="168783" y="253110"/>
                  </a:lnTo>
                  <a:lnTo>
                    <a:pt x="791972" y="253110"/>
                  </a:lnTo>
                  <a:lnTo>
                    <a:pt x="791972" y="84327"/>
                  </a:lnTo>
                  <a:lnTo>
                    <a:pt x="168783" y="84327"/>
                  </a:lnTo>
                  <a:lnTo>
                    <a:pt x="168783" y="0"/>
                  </a:lnTo>
                  <a:close/>
                </a:path>
              </a:pathLst>
            </a:custGeom>
            <a:solidFill>
              <a:srgbClr val="EBD782"/>
            </a:solidFill>
          </p:spPr>
          <p:txBody>
            <a:bodyPr wrap="square" lIns="0" tIns="0" rIns="0" bIns="0" rtlCol="0"/>
            <a:lstStyle/>
            <a:p/>
          </p:txBody>
        </p:sp>
        <p:sp>
          <p:nvSpPr>
            <p:cNvPr id="37" name="object 37" descr=""/>
            <p:cNvSpPr/>
            <p:nvPr/>
          </p:nvSpPr>
          <p:spPr>
            <a:xfrm>
              <a:off x="3491738" y="3654171"/>
              <a:ext cx="792480" cy="337820"/>
            </a:xfrm>
            <a:custGeom>
              <a:avLst/>
              <a:gdLst/>
              <a:ahLst/>
              <a:cxnLst/>
              <a:rect l="l" t="t" r="r" b="b"/>
              <a:pathLst>
                <a:path w="792479" h="337820">
                  <a:moveTo>
                    <a:pt x="0" y="168655"/>
                  </a:moveTo>
                  <a:lnTo>
                    <a:pt x="168783" y="0"/>
                  </a:lnTo>
                  <a:lnTo>
                    <a:pt x="168783" y="84327"/>
                  </a:lnTo>
                  <a:lnTo>
                    <a:pt x="791972" y="84327"/>
                  </a:lnTo>
                  <a:lnTo>
                    <a:pt x="791972" y="253110"/>
                  </a:lnTo>
                  <a:lnTo>
                    <a:pt x="168783" y="253110"/>
                  </a:lnTo>
                  <a:lnTo>
                    <a:pt x="168783" y="337438"/>
                  </a:lnTo>
                  <a:lnTo>
                    <a:pt x="0" y="168655"/>
                  </a:lnTo>
                  <a:close/>
                </a:path>
              </a:pathLst>
            </a:custGeom>
            <a:ln w="9525">
              <a:solidFill>
                <a:srgbClr val="40458B"/>
              </a:solidFill>
            </a:ln>
          </p:spPr>
          <p:txBody>
            <a:bodyPr wrap="square" lIns="0" tIns="0" rIns="0" bIns="0" rtlCol="0"/>
            <a:lstStyle/>
            <a:p/>
          </p:txBody>
        </p:sp>
      </p:grpSp>
      <p:sp>
        <p:nvSpPr>
          <p:cNvPr id="38" name="object 38" descr=""/>
          <p:cNvSpPr txBox="1"/>
          <p:nvPr/>
        </p:nvSpPr>
        <p:spPr>
          <a:xfrm>
            <a:off x="3367278" y="4288917"/>
            <a:ext cx="1244600" cy="756920"/>
          </a:xfrm>
          <a:prstGeom prst="rect">
            <a:avLst/>
          </a:prstGeom>
        </p:spPr>
        <p:txBody>
          <a:bodyPr wrap="square" lIns="0" tIns="12700" rIns="0" bIns="0" rtlCol="0" vert="horz">
            <a:spAutoFit/>
          </a:bodyPr>
          <a:lstStyle/>
          <a:p>
            <a:pPr marL="12700" marR="5080">
              <a:lnSpc>
                <a:spcPct val="100000"/>
              </a:lnSpc>
              <a:spcBef>
                <a:spcPts val="100"/>
              </a:spcBef>
            </a:pPr>
            <a:r>
              <a:rPr dirty="0" sz="2400" spc="-15">
                <a:solidFill>
                  <a:srgbClr val="FF0000"/>
                </a:solidFill>
                <a:latin typeface="黑体"/>
                <a:cs typeface="黑体"/>
              </a:rPr>
              <a:t>停顿两个</a:t>
            </a:r>
            <a:r>
              <a:rPr dirty="0" sz="2400" spc="-25">
                <a:solidFill>
                  <a:srgbClr val="FF0000"/>
                </a:solidFill>
                <a:latin typeface="黑体"/>
                <a:cs typeface="黑体"/>
              </a:rPr>
              <a:t>周期</a:t>
            </a:r>
            <a:endParaRPr sz="2400">
              <a:latin typeface="黑体"/>
              <a:cs typeface="黑体"/>
            </a:endParaRPr>
          </a:p>
        </p:txBody>
      </p:sp>
      <p:sp>
        <p:nvSpPr>
          <p:cNvPr id="39" name="object 39" descr=""/>
          <p:cNvSpPr/>
          <p:nvPr/>
        </p:nvSpPr>
        <p:spPr>
          <a:xfrm>
            <a:off x="1313814" y="4790185"/>
            <a:ext cx="1977389" cy="806450"/>
          </a:xfrm>
          <a:custGeom>
            <a:avLst/>
            <a:gdLst/>
            <a:ahLst/>
            <a:cxnLst/>
            <a:rect l="l" t="t" r="r" b="b"/>
            <a:pathLst>
              <a:path w="1977389" h="806450">
                <a:moveTo>
                  <a:pt x="56515" y="735710"/>
                </a:moveTo>
                <a:lnTo>
                  <a:pt x="0" y="799401"/>
                </a:lnTo>
                <a:lnTo>
                  <a:pt x="84835" y="806386"/>
                </a:lnTo>
                <a:lnTo>
                  <a:pt x="75497" y="783082"/>
                </a:lnTo>
                <a:lnTo>
                  <a:pt x="61848" y="783082"/>
                </a:lnTo>
                <a:lnTo>
                  <a:pt x="55879" y="768350"/>
                </a:lnTo>
                <a:lnTo>
                  <a:pt x="67694" y="763610"/>
                </a:lnTo>
                <a:lnTo>
                  <a:pt x="56515" y="735710"/>
                </a:lnTo>
                <a:close/>
              </a:path>
              <a:path w="1977389" h="806450">
                <a:moveTo>
                  <a:pt x="67694" y="763610"/>
                </a:moveTo>
                <a:lnTo>
                  <a:pt x="55879" y="768350"/>
                </a:lnTo>
                <a:lnTo>
                  <a:pt x="61848" y="783082"/>
                </a:lnTo>
                <a:lnTo>
                  <a:pt x="73607" y="778365"/>
                </a:lnTo>
                <a:lnTo>
                  <a:pt x="67694" y="763610"/>
                </a:lnTo>
                <a:close/>
              </a:path>
              <a:path w="1977389" h="806450">
                <a:moveTo>
                  <a:pt x="73607" y="778365"/>
                </a:moveTo>
                <a:lnTo>
                  <a:pt x="61848" y="783082"/>
                </a:lnTo>
                <a:lnTo>
                  <a:pt x="75497" y="783082"/>
                </a:lnTo>
                <a:lnTo>
                  <a:pt x="73607" y="778365"/>
                </a:lnTo>
                <a:close/>
              </a:path>
              <a:path w="1977389" h="806450">
                <a:moveTo>
                  <a:pt x="1971294" y="0"/>
                </a:moveTo>
                <a:lnTo>
                  <a:pt x="67694" y="763610"/>
                </a:lnTo>
                <a:lnTo>
                  <a:pt x="73607" y="778365"/>
                </a:lnTo>
                <a:lnTo>
                  <a:pt x="1977263" y="14731"/>
                </a:lnTo>
                <a:lnTo>
                  <a:pt x="1971294" y="0"/>
                </a:lnTo>
                <a:close/>
              </a:path>
            </a:pathLst>
          </a:custGeom>
          <a:solidFill>
            <a:srgbClr val="FF0000"/>
          </a:solidFill>
        </p:spPr>
        <p:txBody>
          <a:bodyPr wrap="square" lIns="0" tIns="0" rIns="0" bIns="0" rtlCol="0"/>
          <a:lstStyle/>
          <a:p/>
        </p:txBody>
      </p:sp>
      <p:sp>
        <p:nvSpPr>
          <p:cNvPr id="40" name="object 40" descr=""/>
          <p:cNvSpPr/>
          <p:nvPr/>
        </p:nvSpPr>
        <p:spPr>
          <a:xfrm>
            <a:off x="1200150" y="3535298"/>
            <a:ext cx="2006600" cy="1141730"/>
          </a:xfrm>
          <a:custGeom>
            <a:avLst/>
            <a:gdLst/>
            <a:ahLst/>
            <a:cxnLst/>
            <a:rect l="l" t="t" r="r" b="b"/>
            <a:pathLst>
              <a:path w="2006600" h="1141729">
                <a:moveTo>
                  <a:pt x="70175" y="30755"/>
                </a:moveTo>
                <a:lnTo>
                  <a:pt x="62388" y="44492"/>
                </a:lnTo>
                <a:lnTo>
                  <a:pt x="1998599" y="1141730"/>
                </a:lnTo>
                <a:lnTo>
                  <a:pt x="2006473" y="1128014"/>
                </a:lnTo>
                <a:lnTo>
                  <a:pt x="70175" y="30755"/>
                </a:lnTo>
                <a:close/>
              </a:path>
              <a:path w="2006600" h="1141729">
                <a:moveTo>
                  <a:pt x="0" y="0"/>
                </a:moveTo>
                <a:lnTo>
                  <a:pt x="47510" y="70738"/>
                </a:lnTo>
                <a:lnTo>
                  <a:pt x="62388" y="44492"/>
                </a:lnTo>
                <a:lnTo>
                  <a:pt x="51333" y="38226"/>
                </a:lnTo>
                <a:lnTo>
                  <a:pt x="59156" y="24511"/>
                </a:lnTo>
                <a:lnTo>
                  <a:pt x="73715" y="24511"/>
                </a:lnTo>
                <a:lnTo>
                  <a:pt x="85090" y="4445"/>
                </a:lnTo>
                <a:lnTo>
                  <a:pt x="0" y="0"/>
                </a:lnTo>
                <a:close/>
              </a:path>
              <a:path w="2006600" h="1141729">
                <a:moveTo>
                  <a:pt x="59156" y="24511"/>
                </a:moveTo>
                <a:lnTo>
                  <a:pt x="51333" y="38226"/>
                </a:lnTo>
                <a:lnTo>
                  <a:pt x="62388" y="44492"/>
                </a:lnTo>
                <a:lnTo>
                  <a:pt x="70175" y="30755"/>
                </a:lnTo>
                <a:lnTo>
                  <a:pt x="59156" y="24511"/>
                </a:lnTo>
                <a:close/>
              </a:path>
              <a:path w="2006600" h="1141729">
                <a:moveTo>
                  <a:pt x="73715" y="24511"/>
                </a:moveTo>
                <a:lnTo>
                  <a:pt x="59156" y="24511"/>
                </a:lnTo>
                <a:lnTo>
                  <a:pt x="70175" y="30755"/>
                </a:lnTo>
                <a:lnTo>
                  <a:pt x="73715" y="24511"/>
                </a:lnTo>
                <a:close/>
              </a:path>
            </a:pathLst>
          </a:custGeom>
          <a:solidFill>
            <a:srgbClr val="FF0000"/>
          </a:solidFill>
        </p:spPr>
        <p:txBody>
          <a:bodyPr wrap="square" lIns="0" tIns="0" rIns="0" bIns="0" rtlCol="0"/>
          <a:lstStyle/>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225653" y="638683"/>
            <a:ext cx="3584575" cy="1365885"/>
          </a:xfrm>
          <a:prstGeom prst="rect">
            <a:avLst/>
          </a:prstGeom>
        </p:spPr>
        <p:txBody>
          <a:bodyPr wrap="square" lIns="0" tIns="134620" rIns="0" bIns="0" rtlCol="0" vert="horz">
            <a:spAutoFit/>
          </a:bodyPr>
          <a:lstStyle/>
          <a:p>
            <a:pPr marL="502920">
              <a:lnSpc>
                <a:spcPct val="100000"/>
              </a:lnSpc>
              <a:spcBef>
                <a:spcPts val="1060"/>
              </a:spcBef>
            </a:pPr>
            <a:r>
              <a:rPr dirty="0" sz="2400" b="1">
                <a:solidFill>
                  <a:srgbClr val="008000"/>
                </a:solidFill>
                <a:latin typeface="黑体"/>
                <a:cs typeface="黑体"/>
              </a:rPr>
              <a:t>A</a:t>
            </a:r>
            <a:r>
              <a:rPr dirty="0" sz="2400" b="1">
                <a:solidFill>
                  <a:srgbClr val="008000"/>
                </a:solidFill>
                <a:latin typeface="宋体"/>
                <a:cs typeface="宋体"/>
              </a:rPr>
              <a:t>＝</a:t>
            </a:r>
            <a:r>
              <a:rPr dirty="0" sz="2400" b="1">
                <a:solidFill>
                  <a:srgbClr val="008000"/>
                </a:solidFill>
                <a:latin typeface="黑体"/>
                <a:cs typeface="黑体"/>
              </a:rPr>
              <a:t>B</a:t>
            </a:r>
            <a:r>
              <a:rPr dirty="0" sz="2400" b="1">
                <a:solidFill>
                  <a:srgbClr val="008000"/>
                </a:solidFill>
                <a:latin typeface="宋体"/>
                <a:cs typeface="宋体"/>
              </a:rPr>
              <a:t>＋</a:t>
            </a:r>
            <a:r>
              <a:rPr dirty="0" sz="2400" b="1">
                <a:solidFill>
                  <a:srgbClr val="008000"/>
                </a:solidFill>
                <a:latin typeface="黑体"/>
                <a:cs typeface="黑体"/>
              </a:rPr>
              <a:t>C</a:t>
            </a:r>
            <a:r>
              <a:rPr dirty="0" sz="2400" spc="-25" b="1">
                <a:solidFill>
                  <a:srgbClr val="008000"/>
                </a:solidFill>
                <a:latin typeface="黑体"/>
                <a:cs typeface="黑体"/>
              </a:rPr>
              <a:t> </a:t>
            </a:r>
            <a:r>
              <a:rPr dirty="0" sz="2400" spc="-25" b="1">
                <a:solidFill>
                  <a:srgbClr val="008000"/>
                </a:solidFill>
                <a:latin typeface="宋体"/>
                <a:cs typeface="宋体"/>
              </a:rPr>
              <a:t>；会导致暂停</a:t>
            </a:r>
            <a:endParaRPr sz="2400">
              <a:latin typeface="宋体"/>
              <a:cs typeface="宋体"/>
            </a:endParaRPr>
          </a:p>
          <a:p>
            <a:pPr marL="471170">
              <a:lnSpc>
                <a:spcPct val="100000"/>
              </a:lnSpc>
              <a:spcBef>
                <a:spcPts val="960"/>
              </a:spcBef>
              <a:tabLst>
                <a:tab pos="1690370" algn="l"/>
              </a:tabLst>
            </a:pPr>
            <a:r>
              <a:rPr dirty="0" sz="2400" spc="-10">
                <a:solidFill>
                  <a:srgbClr val="008000"/>
                </a:solidFill>
                <a:latin typeface="黑体"/>
                <a:cs typeface="黑体"/>
              </a:rPr>
              <a:t>D＝E－F</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marL="12700">
              <a:lnSpc>
                <a:spcPct val="100000"/>
              </a:lnSpc>
              <a:spcBef>
                <a:spcPts val="470"/>
              </a:spcBef>
            </a:pPr>
            <a:r>
              <a:rPr dirty="0" sz="2000" spc="-10" b="1">
                <a:latin typeface="宋体"/>
                <a:cs typeface="宋体"/>
              </a:rPr>
              <a:t>假设载入延迟为</a:t>
            </a:r>
            <a:r>
              <a:rPr dirty="0" sz="2000" spc="-10" b="1">
                <a:solidFill>
                  <a:srgbClr val="9933FF"/>
                </a:solidFill>
                <a:latin typeface="宋体"/>
                <a:cs typeface="宋体"/>
              </a:rPr>
              <a:t>1</a:t>
            </a:r>
            <a:r>
              <a:rPr dirty="0" sz="2000" spc="-10" b="1">
                <a:solidFill>
                  <a:srgbClr val="080808"/>
                </a:solidFill>
                <a:latin typeface="宋体"/>
                <a:cs typeface="宋体"/>
              </a:rPr>
              <a:t>个</a:t>
            </a:r>
            <a:r>
              <a:rPr dirty="0" sz="2000" spc="-30" b="1">
                <a:latin typeface="宋体"/>
                <a:cs typeface="宋体"/>
              </a:rPr>
              <a:t>时钟周期。</a:t>
            </a:r>
            <a:endParaRPr sz="2000">
              <a:latin typeface="宋体"/>
              <a:cs typeface="宋体"/>
            </a:endParaRPr>
          </a:p>
        </p:txBody>
      </p:sp>
      <p:graphicFrame>
        <p:nvGraphicFramePr>
          <p:cNvPr id="11" name="object 11" descr=""/>
          <p:cNvGraphicFramePr>
            <a:graphicFrameLocks noGrp="1"/>
          </p:cNvGraphicFramePr>
          <p:nvPr/>
        </p:nvGraphicFramePr>
        <p:xfrm>
          <a:off x="309562" y="2116137"/>
          <a:ext cx="2863850" cy="4335145"/>
        </p:xfrm>
        <a:graphic>
          <a:graphicData uri="http://schemas.openxmlformats.org/drawingml/2006/table">
            <a:tbl>
              <a:tblPr firstRow="1" bandRow="1">
                <a:tableStyleId>{2D5ABB26-0587-4C30-8999-92F81FD0307C}</a:tableStyleId>
              </a:tblPr>
              <a:tblGrid>
                <a:gridCol w="2759075"/>
              </a:tblGrid>
              <a:tr h="384810">
                <a:tc>
                  <a:txBody>
                    <a:bodyPr/>
                    <a:lstStyle/>
                    <a:p>
                      <a:pPr marL="91440">
                        <a:lnSpc>
                          <a:spcPct val="100000"/>
                        </a:lnSpc>
                        <a:spcBef>
                          <a:spcPts val="340"/>
                        </a:spcBef>
                      </a:pPr>
                      <a:r>
                        <a:rPr dirty="0" sz="2000" spc="-20" b="1">
                          <a:solidFill>
                            <a:srgbClr val="E14B04"/>
                          </a:solidFill>
                          <a:latin typeface="宋体"/>
                          <a:cs typeface="宋体"/>
                        </a:rPr>
                        <a:t>插入暂停的代码</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r>
              <a:tr h="3950335">
                <a:tc>
                  <a:txBody>
                    <a:bodyPr/>
                    <a:lstStyle/>
                    <a:p>
                      <a:pPr marL="91440">
                        <a:lnSpc>
                          <a:spcPct val="100000"/>
                        </a:lnSpc>
                        <a:spcBef>
                          <a:spcPts val="34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1440" marR="1116330">
                        <a:lnSpc>
                          <a:spcPct val="130000"/>
                        </a:lnSpc>
                        <a:tabLst>
                          <a:tab pos="991869"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 </a:t>
                      </a:r>
                      <a:r>
                        <a:rPr dirty="0" sz="2000" spc="-10" b="1">
                          <a:solidFill>
                            <a:srgbClr val="FF0000"/>
                          </a:solidFill>
                          <a:latin typeface="宋体"/>
                          <a:cs typeface="宋体"/>
                        </a:rPr>
                        <a:t>stall</a:t>
                      </a:r>
                      <a:endParaRPr sz="2000">
                        <a:latin typeface="宋体"/>
                        <a:cs typeface="宋体"/>
                      </a:endParaRPr>
                    </a:p>
                    <a:p>
                      <a:pPr marL="91440" marR="472440">
                        <a:lnSpc>
                          <a:spcPts val="3120"/>
                        </a:lnSpc>
                        <a:spcBef>
                          <a:spcPts val="225"/>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1440">
                        <a:lnSpc>
                          <a:spcPct val="100000"/>
                        </a:lnSpc>
                        <a:spcBef>
                          <a:spcPts val="50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1440">
                        <a:lnSpc>
                          <a:spcPct val="100000"/>
                        </a:lnSpc>
                        <a:spcBef>
                          <a:spcPts val="720"/>
                        </a:spcBef>
                      </a:pPr>
                      <a:r>
                        <a:rPr dirty="0" sz="2000" spc="-10" b="1">
                          <a:solidFill>
                            <a:srgbClr val="FF0000"/>
                          </a:solidFill>
                          <a:latin typeface="宋体"/>
                          <a:cs typeface="宋体"/>
                        </a:rPr>
                        <a:t>stall</a:t>
                      </a:r>
                      <a:endParaRPr sz="2000">
                        <a:latin typeface="宋体"/>
                        <a:cs typeface="宋体"/>
                      </a:endParaRPr>
                    </a:p>
                    <a:p>
                      <a:pPr marL="91440" marR="472440">
                        <a:lnSpc>
                          <a:spcPct val="130000"/>
                        </a:lnSpc>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2" name="object 12" descr=""/>
          <p:cNvSpPr txBox="1"/>
          <p:nvPr/>
        </p:nvSpPr>
        <p:spPr>
          <a:xfrm>
            <a:off x="6820027" y="1863978"/>
            <a:ext cx="307340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对应的时空图（部分</a:t>
            </a:r>
            <a:r>
              <a:rPr dirty="0" sz="2400" spc="-50">
                <a:solidFill>
                  <a:srgbClr val="40458B"/>
                </a:solidFill>
                <a:latin typeface="黑体"/>
                <a:cs typeface="黑体"/>
              </a:rPr>
              <a:t>）</a:t>
            </a:r>
            <a:endParaRPr sz="2400">
              <a:latin typeface="黑体"/>
              <a:cs typeface="黑体"/>
            </a:endParaRPr>
          </a:p>
        </p:txBody>
      </p:sp>
      <p:sp>
        <p:nvSpPr>
          <p:cNvPr id="13" name="object 13" descr=""/>
          <p:cNvSpPr txBox="1"/>
          <p:nvPr/>
        </p:nvSpPr>
        <p:spPr>
          <a:xfrm>
            <a:off x="4770501" y="790447"/>
            <a:ext cx="7115809" cy="757555"/>
          </a:xfrm>
          <a:prstGeom prst="rect">
            <a:avLst/>
          </a:prstGeom>
        </p:spPr>
        <p:txBody>
          <a:bodyPr wrap="square" lIns="0" tIns="12700" rIns="0" bIns="0" rtlCol="0" vert="horz">
            <a:spAutoFit/>
          </a:bodyPr>
          <a:lstStyle/>
          <a:p>
            <a:pPr marL="355600" marR="5080" indent="-342900">
              <a:lnSpc>
                <a:spcPct val="100000"/>
              </a:lnSpc>
              <a:spcBef>
                <a:spcPts val="100"/>
              </a:spcBef>
              <a:buClr>
                <a:srgbClr val="006FC0"/>
              </a:buClr>
              <a:buFont typeface="Wingdings"/>
              <a:buChar char=""/>
              <a:tabLst>
                <a:tab pos="355600" algn="l"/>
              </a:tabLst>
            </a:pPr>
            <a:r>
              <a:rPr dirty="0" sz="2400">
                <a:solidFill>
                  <a:srgbClr val="40458B"/>
                </a:solidFill>
                <a:latin typeface="Tahoma"/>
                <a:cs typeface="Tahoma"/>
              </a:rPr>
              <a:t>DADD</a:t>
            </a:r>
            <a:r>
              <a:rPr dirty="0" sz="2400">
                <a:solidFill>
                  <a:srgbClr val="40458B"/>
                </a:solidFill>
                <a:latin typeface="黑体"/>
                <a:cs typeface="黑体"/>
              </a:rPr>
              <a:t>和</a:t>
            </a:r>
            <a:r>
              <a:rPr dirty="0" sz="2400" spc="-10">
                <a:solidFill>
                  <a:srgbClr val="40458B"/>
                </a:solidFill>
                <a:latin typeface="Tahoma"/>
                <a:cs typeface="Tahoma"/>
              </a:rPr>
              <a:t>DSUB</a:t>
            </a:r>
            <a:r>
              <a:rPr dirty="0" sz="2400" spc="-5">
                <a:solidFill>
                  <a:srgbClr val="40458B"/>
                </a:solidFill>
                <a:latin typeface="黑体"/>
                <a:cs typeface="黑体"/>
              </a:rPr>
              <a:t>指令均需至少停顿一个时钟周期，两个指令至少暂停两个时钟周期</a:t>
            </a:r>
            <a:endParaRPr sz="2400">
              <a:latin typeface="黑体"/>
              <a:cs typeface="黑体"/>
            </a:endParaRPr>
          </a:p>
        </p:txBody>
      </p:sp>
      <p:grpSp>
        <p:nvGrpSpPr>
          <p:cNvPr id="14" name="object 14" descr=""/>
          <p:cNvGrpSpPr/>
          <p:nvPr/>
        </p:nvGrpSpPr>
        <p:grpSpPr>
          <a:xfrm>
            <a:off x="3486975" y="3649408"/>
            <a:ext cx="802005" cy="347345"/>
            <a:chOff x="3486975" y="3649408"/>
            <a:chExt cx="802005" cy="347345"/>
          </a:xfrm>
        </p:grpSpPr>
        <p:sp>
          <p:nvSpPr>
            <p:cNvPr id="15" name="object 15" descr=""/>
            <p:cNvSpPr/>
            <p:nvPr/>
          </p:nvSpPr>
          <p:spPr>
            <a:xfrm>
              <a:off x="3491738" y="3654171"/>
              <a:ext cx="792480" cy="337820"/>
            </a:xfrm>
            <a:custGeom>
              <a:avLst/>
              <a:gdLst/>
              <a:ahLst/>
              <a:cxnLst/>
              <a:rect l="l" t="t" r="r" b="b"/>
              <a:pathLst>
                <a:path w="792479" h="337820">
                  <a:moveTo>
                    <a:pt x="623188" y="0"/>
                  </a:moveTo>
                  <a:lnTo>
                    <a:pt x="623188" y="84327"/>
                  </a:lnTo>
                  <a:lnTo>
                    <a:pt x="0" y="84327"/>
                  </a:lnTo>
                  <a:lnTo>
                    <a:pt x="0" y="253110"/>
                  </a:lnTo>
                  <a:lnTo>
                    <a:pt x="623188" y="253110"/>
                  </a:lnTo>
                  <a:lnTo>
                    <a:pt x="623188" y="337438"/>
                  </a:lnTo>
                  <a:lnTo>
                    <a:pt x="791972" y="168655"/>
                  </a:lnTo>
                  <a:lnTo>
                    <a:pt x="623188" y="0"/>
                  </a:lnTo>
                  <a:close/>
                </a:path>
              </a:pathLst>
            </a:custGeom>
            <a:solidFill>
              <a:srgbClr val="EBD782"/>
            </a:solidFill>
          </p:spPr>
          <p:txBody>
            <a:bodyPr wrap="square" lIns="0" tIns="0" rIns="0" bIns="0" rtlCol="0"/>
            <a:lstStyle/>
            <a:p/>
          </p:txBody>
        </p:sp>
        <p:sp>
          <p:nvSpPr>
            <p:cNvPr id="16" name="object 16" descr=""/>
            <p:cNvSpPr/>
            <p:nvPr/>
          </p:nvSpPr>
          <p:spPr>
            <a:xfrm>
              <a:off x="3491738" y="3654171"/>
              <a:ext cx="792480" cy="337820"/>
            </a:xfrm>
            <a:custGeom>
              <a:avLst/>
              <a:gdLst/>
              <a:ahLst/>
              <a:cxnLst/>
              <a:rect l="l" t="t" r="r" b="b"/>
              <a:pathLst>
                <a:path w="792479" h="337820">
                  <a:moveTo>
                    <a:pt x="791972" y="168655"/>
                  </a:moveTo>
                  <a:lnTo>
                    <a:pt x="623188" y="337438"/>
                  </a:lnTo>
                  <a:lnTo>
                    <a:pt x="623188" y="253110"/>
                  </a:lnTo>
                  <a:lnTo>
                    <a:pt x="0" y="253110"/>
                  </a:lnTo>
                  <a:lnTo>
                    <a:pt x="0" y="84327"/>
                  </a:lnTo>
                  <a:lnTo>
                    <a:pt x="623188" y="84327"/>
                  </a:lnTo>
                  <a:lnTo>
                    <a:pt x="623188" y="0"/>
                  </a:lnTo>
                  <a:lnTo>
                    <a:pt x="791972" y="168655"/>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3367278" y="4288917"/>
            <a:ext cx="1244600" cy="756920"/>
          </a:xfrm>
          <a:prstGeom prst="rect">
            <a:avLst/>
          </a:prstGeom>
        </p:spPr>
        <p:txBody>
          <a:bodyPr wrap="square" lIns="0" tIns="12700" rIns="0" bIns="0" rtlCol="0" vert="horz">
            <a:spAutoFit/>
          </a:bodyPr>
          <a:lstStyle/>
          <a:p>
            <a:pPr marL="12700" marR="5080">
              <a:lnSpc>
                <a:spcPct val="100000"/>
              </a:lnSpc>
              <a:spcBef>
                <a:spcPts val="100"/>
              </a:spcBef>
            </a:pPr>
            <a:r>
              <a:rPr dirty="0" sz="2400" spc="-15">
                <a:solidFill>
                  <a:srgbClr val="FF0000"/>
                </a:solidFill>
                <a:latin typeface="黑体"/>
                <a:cs typeface="黑体"/>
              </a:rPr>
              <a:t>停顿两个</a:t>
            </a:r>
            <a:r>
              <a:rPr dirty="0" sz="2400" spc="-25">
                <a:solidFill>
                  <a:srgbClr val="FF0000"/>
                </a:solidFill>
                <a:latin typeface="黑体"/>
                <a:cs typeface="黑体"/>
              </a:rPr>
              <a:t>周期</a:t>
            </a:r>
            <a:endParaRPr sz="2400">
              <a:latin typeface="黑体"/>
              <a:cs typeface="黑体"/>
            </a:endParaRPr>
          </a:p>
        </p:txBody>
      </p:sp>
      <p:sp>
        <p:nvSpPr>
          <p:cNvPr id="18" name="object 18" descr=""/>
          <p:cNvSpPr/>
          <p:nvPr/>
        </p:nvSpPr>
        <p:spPr>
          <a:xfrm>
            <a:off x="1313814" y="4790185"/>
            <a:ext cx="1977389" cy="806450"/>
          </a:xfrm>
          <a:custGeom>
            <a:avLst/>
            <a:gdLst/>
            <a:ahLst/>
            <a:cxnLst/>
            <a:rect l="l" t="t" r="r" b="b"/>
            <a:pathLst>
              <a:path w="1977389" h="806450">
                <a:moveTo>
                  <a:pt x="56515" y="735710"/>
                </a:moveTo>
                <a:lnTo>
                  <a:pt x="0" y="799401"/>
                </a:lnTo>
                <a:lnTo>
                  <a:pt x="84835" y="806386"/>
                </a:lnTo>
                <a:lnTo>
                  <a:pt x="75497" y="783082"/>
                </a:lnTo>
                <a:lnTo>
                  <a:pt x="61848" y="783082"/>
                </a:lnTo>
                <a:lnTo>
                  <a:pt x="55879" y="768350"/>
                </a:lnTo>
                <a:lnTo>
                  <a:pt x="67694" y="763610"/>
                </a:lnTo>
                <a:lnTo>
                  <a:pt x="56515" y="735710"/>
                </a:lnTo>
                <a:close/>
              </a:path>
              <a:path w="1977389" h="806450">
                <a:moveTo>
                  <a:pt x="67694" y="763610"/>
                </a:moveTo>
                <a:lnTo>
                  <a:pt x="55879" y="768350"/>
                </a:lnTo>
                <a:lnTo>
                  <a:pt x="61848" y="783082"/>
                </a:lnTo>
                <a:lnTo>
                  <a:pt x="73607" y="778365"/>
                </a:lnTo>
                <a:lnTo>
                  <a:pt x="67694" y="763610"/>
                </a:lnTo>
                <a:close/>
              </a:path>
              <a:path w="1977389" h="806450">
                <a:moveTo>
                  <a:pt x="73607" y="778365"/>
                </a:moveTo>
                <a:lnTo>
                  <a:pt x="61848" y="783082"/>
                </a:lnTo>
                <a:lnTo>
                  <a:pt x="75497" y="783082"/>
                </a:lnTo>
                <a:lnTo>
                  <a:pt x="73607" y="778365"/>
                </a:lnTo>
                <a:close/>
              </a:path>
              <a:path w="1977389" h="806450">
                <a:moveTo>
                  <a:pt x="1971294" y="0"/>
                </a:moveTo>
                <a:lnTo>
                  <a:pt x="67694" y="763610"/>
                </a:lnTo>
                <a:lnTo>
                  <a:pt x="73607" y="778365"/>
                </a:lnTo>
                <a:lnTo>
                  <a:pt x="1977263" y="14731"/>
                </a:lnTo>
                <a:lnTo>
                  <a:pt x="1971294" y="0"/>
                </a:lnTo>
                <a:close/>
              </a:path>
            </a:pathLst>
          </a:custGeom>
          <a:solidFill>
            <a:srgbClr val="FF0000"/>
          </a:solidFill>
        </p:spPr>
        <p:txBody>
          <a:bodyPr wrap="square" lIns="0" tIns="0" rIns="0" bIns="0" rtlCol="0"/>
          <a:lstStyle/>
          <a:p/>
        </p:txBody>
      </p:sp>
      <p:sp>
        <p:nvSpPr>
          <p:cNvPr id="19" name="object 19" descr=""/>
          <p:cNvSpPr/>
          <p:nvPr/>
        </p:nvSpPr>
        <p:spPr>
          <a:xfrm>
            <a:off x="1200150" y="3535298"/>
            <a:ext cx="2006600" cy="1141730"/>
          </a:xfrm>
          <a:custGeom>
            <a:avLst/>
            <a:gdLst/>
            <a:ahLst/>
            <a:cxnLst/>
            <a:rect l="l" t="t" r="r" b="b"/>
            <a:pathLst>
              <a:path w="2006600" h="1141729">
                <a:moveTo>
                  <a:pt x="70175" y="30755"/>
                </a:moveTo>
                <a:lnTo>
                  <a:pt x="62388" y="44492"/>
                </a:lnTo>
                <a:lnTo>
                  <a:pt x="1998599" y="1141730"/>
                </a:lnTo>
                <a:lnTo>
                  <a:pt x="2006473" y="1128014"/>
                </a:lnTo>
                <a:lnTo>
                  <a:pt x="70175" y="30755"/>
                </a:lnTo>
                <a:close/>
              </a:path>
              <a:path w="2006600" h="1141729">
                <a:moveTo>
                  <a:pt x="0" y="0"/>
                </a:moveTo>
                <a:lnTo>
                  <a:pt x="47510" y="70738"/>
                </a:lnTo>
                <a:lnTo>
                  <a:pt x="62388" y="44492"/>
                </a:lnTo>
                <a:lnTo>
                  <a:pt x="51333" y="38226"/>
                </a:lnTo>
                <a:lnTo>
                  <a:pt x="59156" y="24511"/>
                </a:lnTo>
                <a:lnTo>
                  <a:pt x="73715" y="24511"/>
                </a:lnTo>
                <a:lnTo>
                  <a:pt x="85090" y="4445"/>
                </a:lnTo>
                <a:lnTo>
                  <a:pt x="0" y="0"/>
                </a:lnTo>
                <a:close/>
              </a:path>
              <a:path w="2006600" h="1141729">
                <a:moveTo>
                  <a:pt x="59156" y="24511"/>
                </a:moveTo>
                <a:lnTo>
                  <a:pt x="51333" y="38226"/>
                </a:lnTo>
                <a:lnTo>
                  <a:pt x="62388" y="44492"/>
                </a:lnTo>
                <a:lnTo>
                  <a:pt x="70175" y="30755"/>
                </a:lnTo>
                <a:lnTo>
                  <a:pt x="59156" y="24511"/>
                </a:lnTo>
                <a:close/>
              </a:path>
              <a:path w="2006600" h="1141729">
                <a:moveTo>
                  <a:pt x="73715" y="24511"/>
                </a:moveTo>
                <a:lnTo>
                  <a:pt x="59156" y="24511"/>
                </a:lnTo>
                <a:lnTo>
                  <a:pt x="70175" y="30755"/>
                </a:lnTo>
                <a:lnTo>
                  <a:pt x="73715" y="24511"/>
                </a:lnTo>
                <a:close/>
              </a:path>
            </a:pathLst>
          </a:custGeom>
          <a:solidFill>
            <a:srgbClr val="FF0000"/>
          </a:solidFill>
        </p:spPr>
        <p:txBody>
          <a:bodyPr wrap="square" lIns="0" tIns="0" rIns="0" bIns="0" rtlCol="0"/>
          <a:lstStyle/>
          <a:p/>
        </p:txBody>
      </p:sp>
      <p:sp>
        <p:nvSpPr>
          <p:cNvPr id="20" name="object 20" descr=""/>
          <p:cNvSpPr/>
          <p:nvPr/>
        </p:nvSpPr>
        <p:spPr>
          <a:xfrm>
            <a:off x="6379464" y="3371050"/>
            <a:ext cx="5812790" cy="804545"/>
          </a:xfrm>
          <a:custGeom>
            <a:avLst/>
            <a:gdLst/>
            <a:ahLst/>
            <a:cxnLst/>
            <a:rect l="l" t="t" r="r" b="b"/>
            <a:pathLst>
              <a:path w="5812790" h="804545">
                <a:moveTo>
                  <a:pt x="5812536" y="0"/>
                </a:moveTo>
                <a:lnTo>
                  <a:pt x="0" y="0"/>
                </a:lnTo>
                <a:lnTo>
                  <a:pt x="0" y="804202"/>
                </a:lnTo>
                <a:lnTo>
                  <a:pt x="5812536" y="804202"/>
                </a:lnTo>
                <a:lnTo>
                  <a:pt x="5812536" y="0"/>
                </a:lnTo>
                <a:close/>
              </a:path>
            </a:pathLst>
          </a:custGeom>
          <a:solidFill>
            <a:srgbClr val="EBD782">
              <a:alpha val="19999"/>
            </a:srgbClr>
          </a:solidFill>
        </p:spPr>
        <p:txBody>
          <a:bodyPr wrap="square" lIns="0" tIns="0" rIns="0" bIns="0" rtlCol="0"/>
          <a:lstStyle/>
          <a:p/>
        </p:txBody>
      </p:sp>
      <p:sp>
        <p:nvSpPr>
          <p:cNvPr id="21" name="object 21" descr=""/>
          <p:cNvSpPr txBox="1"/>
          <p:nvPr/>
        </p:nvSpPr>
        <p:spPr>
          <a:xfrm>
            <a:off x="8917139" y="4220479"/>
            <a:ext cx="1798320" cy="276225"/>
          </a:xfrm>
          <a:prstGeom prst="rect">
            <a:avLst/>
          </a:prstGeom>
        </p:spPr>
        <p:txBody>
          <a:bodyPr wrap="square" lIns="0" tIns="0" rIns="0" bIns="0" rtlCol="0" vert="horz">
            <a:spAutoFit/>
          </a:bodyPr>
          <a:lstStyle/>
          <a:p>
            <a:pPr>
              <a:lnSpc>
                <a:spcPct val="100000"/>
              </a:lnSpc>
              <a:tabLst>
                <a:tab pos="690245" algn="l"/>
                <a:tab pos="1456690" algn="l"/>
              </a:tabLst>
            </a:pP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p:txBody>
      </p:sp>
      <p:sp>
        <p:nvSpPr>
          <p:cNvPr id="22" name="object 22" descr=""/>
          <p:cNvSpPr txBox="1"/>
          <p:nvPr/>
        </p:nvSpPr>
        <p:spPr>
          <a:xfrm>
            <a:off x="8820716" y="5057485"/>
            <a:ext cx="2538095" cy="276860"/>
          </a:xfrm>
          <a:prstGeom prst="rect">
            <a:avLst/>
          </a:prstGeom>
        </p:spPr>
        <p:txBody>
          <a:bodyPr wrap="square" lIns="0" tIns="0" rIns="0" bIns="0" rtlCol="0" vert="horz">
            <a:spAutoFit/>
          </a:bodyPr>
          <a:lstStyle/>
          <a:p>
            <a:pPr>
              <a:lnSpc>
                <a:spcPct val="100000"/>
              </a:lnSpc>
              <a:tabLst>
                <a:tab pos="739775" algn="l"/>
                <a:tab pos="1358265" algn="l"/>
                <a:tab pos="2197100" algn="l"/>
              </a:tabLst>
            </a:pPr>
            <a:r>
              <a:rPr dirty="0" sz="1800" spc="-25">
                <a:solidFill>
                  <a:srgbClr val="40458B"/>
                </a:solidFill>
                <a:latin typeface="Tahoma"/>
                <a:cs typeface="Tahoma"/>
              </a:rPr>
              <a:t>ID</a:t>
            </a:r>
            <a:r>
              <a:rPr dirty="0" sz="1800">
                <a:solidFill>
                  <a:srgbClr val="40458B"/>
                </a:solidFill>
                <a:latin typeface="Tahoma"/>
                <a:cs typeface="Tahoma"/>
              </a:rPr>
              <a:t>	</a:t>
            </a: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35">
                <a:solidFill>
                  <a:srgbClr val="40458B"/>
                </a:solidFill>
                <a:latin typeface="Tahoma"/>
                <a:cs typeface="Tahoma"/>
              </a:rPr>
              <a:t>WB</a:t>
            </a:r>
            <a:endParaRPr sz="1800">
              <a:latin typeface="Tahoma"/>
              <a:cs typeface="Tahoma"/>
            </a:endParaRPr>
          </a:p>
        </p:txBody>
      </p:sp>
      <p:grpSp>
        <p:nvGrpSpPr>
          <p:cNvPr id="23" name="object 23" descr=""/>
          <p:cNvGrpSpPr/>
          <p:nvPr/>
        </p:nvGrpSpPr>
        <p:grpSpPr>
          <a:xfrm>
            <a:off x="8816975" y="3654425"/>
            <a:ext cx="3151505" cy="1184275"/>
            <a:chOff x="8816975" y="3654425"/>
            <a:chExt cx="3151505" cy="1184275"/>
          </a:xfrm>
        </p:grpSpPr>
        <p:sp>
          <p:nvSpPr>
            <p:cNvPr id="24" name="object 24" descr=""/>
            <p:cNvSpPr/>
            <p:nvPr/>
          </p:nvSpPr>
          <p:spPr>
            <a:xfrm>
              <a:off x="8816975" y="4191000"/>
              <a:ext cx="3151505" cy="647700"/>
            </a:xfrm>
            <a:custGeom>
              <a:avLst/>
              <a:gdLst/>
              <a:ahLst/>
              <a:cxnLst/>
              <a:rect l="l" t="t" r="r" b="b"/>
              <a:pathLst>
                <a:path w="3151504" h="647700">
                  <a:moveTo>
                    <a:pt x="3151251" y="0"/>
                  </a:moveTo>
                  <a:lnTo>
                    <a:pt x="0" y="0"/>
                  </a:lnTo>
                  <a:lnTo>
                    <a:pt x="0" y="647700"/>
                  </a:lnTo>
                  <a:lnTo>
                    <a:pt x="3151251" y="647700"/>
                  </a:lnTo>
                  <a:lnTo>
                    <a:pt x="3151251" y="0"/>
                  </a:lnTo>
                  <a:close/>
                </a:path>
              </a:pathLst>
            </a:custGeom>
            <a:solidFill>
              <a:srgbClr val="FFFFFF"/>
            </a:solidFill>
          </p:spPr>
          <p:txBody>
            <a:bodyPr wrap="square" lIns="0" tIns="0" rIns="0" bIns="0" rtlCol="0"/>
            <a:lstStyle/>
            <a:p/>
          </p:txBody>
        </p:sp>
        <p:sp>
          <p:nvSpPr>
            <p:cNvPr id="25" name="object 25" descr=""/>
            <p:cNvSpPr/>
            <p:nvPr/>
          </p:nvSpPr>
          <p:spPr>
            <a:xfrm>
              <a:off x="9251950" y="3654425"/>
              <a:ext cx="410845" cy="644525"/>
            </a:xfrm>
            <a:custGeom>
              <a:avLst/>
              <a:gdLst/>
              <a:ahLst/>
              <a:cxnLst/>
              <a:rect l="l" t="t" r="r" b="b"/>
              <a:pathLst>
                <a:path w="410845" h="644525">
                  <a:moveTo>
                    <a:pt x="359918" y="568325"/>
                  </a:moveTo>
                  <a:lnTo>
                    <a:pt x="334518" y="568325"/>
                  </a:lnTo>
                  <a:lnTo>
                    <a:pt x="372618" y="644525"/>
                  </a:lnTo>
                  <a:lnTo>
                    <a:pt x="404368" y="581025"/>
                  </a:lnTo>
                  <a:lnTo>
                    <a:pt x="359918" y="581025"/>
                  </a:lnTo>
                  <a:lnTo>
                    <a:pt x="359918" y="568325"/>
                  </a:lnTo>
                  <a:close/>
                </a:path>
                <a:path w="410845" h="644525">
                  <a:moveTo>
                    <a:pt x="359918" y="322199"/>
                  </a:moveTo>
                  <a:lnTo>
                    <a:pt x="359918" y="581025"/>
                  </a:lnTo>
                  <a:lnTo>
                    <a:pt x="385318" y="581025"/>
                  </a:lnTo>
                  <a:lnTo>
                    <a:pt x="385318" y="334899"/>
                  </a:lnTo>
                  <a:lnTo>
                    <a:pt x="372618" y="334899"/>
                  </a:lnTo>
                  <a:lnTo>
                    <a:pt x="359918" y="322199"/>
                  </a:lnTo>
                  <a:close/>
                </a:path>
                <a:path w="410845" h="644525">
                  <a:moveTo>
                    <a:pt x="410718" y="568325"/>
                  </a:moveTo>
                  <a:lnTo>
                    <a:pt x="385318" y="568325"/>
                  </a:lnTo>
                  <a:lnTo>
                    <a:pt x="385318" y="581025"/>
                  </a:lnTo>
                  <a:lnTo>
                    <a:pt x="404368" y="581025"/>
                  </a:lnTo>
                  <a:lnTo>
                    <a:pt x="410718" y="568325"/>
                  </a:lnTo>
                  <a:close/>
                </a:path>
                <a:path w="410845" h="644525">
                  <a:moveTo>
                    <a:pt x="25400" y="0"/>
                  </a:moveTo>
                  <a:lnTo>
                    <a:pt x="0" y="0"/>
                  </a:lnTo>
                  <a:lnTo>
                    <a:pt x="0" y="329311"/>
                  </a:lnTo>
                  <a:lnTo>
                    <a:pt x="5715" y="334899"/>
                  </a:lnTo>
                  <a:lnTo>
                    <a:pt x="359918" y="334899"/>
                  </a:lnTo>
                  <a:lnTo>
                    <a:pt x="359918" y="322199"/>
                  </a:lnTo>
                  <a:lnTo>
                    <a:pt x="25400" y="322199"/>
                  </a:lnTo>
                  <a:lnTo>
                    <a:pt x="12700" y="309499"/>
                  </a:lnTo>
                  <a:lnTo>
                    <a:pt x="25400" y="309499"/>
                  </a:lnTo>
                  <a:lnTo>
                    <a:pt x="25400" y="0"/>
                  </a:lnTo>
                  <a:close/>
                </a:path>
                <a:path w="410845" h="644525">
                  <a:moveTo>
                    <a:pt x="379729" y="309499"/>
                  </a:moveTo>
                  <a:lnTo>
                    <a:pt x="25400" y="309499"/>
                  </a:lnTo>
                  <a:lnTo>
                    <a:pt x="25400" y="322199"/>
                  </a:lnTo>
                  <a:lnTo>
                    <a:pt x="359918" y="322199"/>
                  </a:lnTo>
                  <a:lnTo>
                    <a:pt x="372618" y="334899"/>
                  </a:lnTo>
                  <a:lnTo>
                    <a:pt x="385318" y="334899"/>
                  </a:lnTo>
                  <a:lnTo>
                    <a:pt x="385318" y="315213"/>
                  </a:lnTo>
                  <a:lnTo>
                    <a:pt x="379729" y="309499"/>
                  </a:lnTo>
                  <a:close/>
                </a:path>
                <a:path w="410845" h="644525">
                  <a:moveTo>
                    <a:pt x="25400" y="309499"/>
                  </a:moveTo>
                  <a:lnTo>
                    <a:pt x="12700" y="309499"/>
                  </a:lnTo>
                  <a:lnTo>
                    <a:pt x="25400" y="322199"/>
                  </a:lnTo>
                  <a:lnTo>
                    <a:pt x="25400" y="309499"/>
                  </a:lnTo>
                  <a:close/>
                </a:path>
              </a:pathLst>
            </a:custGeom>
            <a:solidFill>
              <a:srgbClr val="FF0000"/>
            </a:solidFill>
          </p:spPr>
          <p:txBody>
            <a:bodyPr wrap="square" lIns="0" tIns="0" rIns="0" bIns="0" rtlCol="0"/>
            <a:lstStyle/>
            <a:p/>
          </p:txBody>
        </p:sp>
      </p:grpSp>
      <p:graphicFrame>
        <p:nvGraphicFramePr>
          <p:cNvPr id="26" name="object 26" descr=""/>
          <p:cNvGraphicFramePr>
            <a:graphicFrameLocks noGrp="1"/>
          </p:cNvGraphicFramePr>
          <p:nvPr/>
        </p:nvGraphicFramePr>
        <p:xfrm>
          <a:off x="4764151" y="2527300"/>
          <a:ext cx="7504430" cy="3314700"/>
        </p:xfrm>
        <a:graphic>
          <a:graphicData uri="http://schemas.openxmlformats.org/drawingml/2006/table">
            <a:tbl>
              <a:tblPr firstRow="1" bandRow="1">
                <a:tableStyleId>{2D5ABB26-0587-4C30-8999-92F81FD0307C}</a:tableStyleId>
              </a:tblPr>
              <a:tblGrid>
                <a:gridCol w="1609090"/>
                <a:gridCol w="2352040"/>
                <a:gridCol w="3460750"/>
              </a:tblGrid>
              <a:tr h="836930">
                <a:tc>
                  <a:txBody>
                    <a:bodyPr/>
                    <a:lstStyle/>
                    <a:p>
                      <a:pPr marL="91440">
                        <a:lnSpc>
                          <a:spcPct val="100000"/>
                        </a:lnSpc>
                        <a:spcBef>
                          <a:spcPts val="365"/>
                        </a:spcBef>
                      </a:pPr>
                      <a:r>
                        <a:rPr dirty="0" sz="1800">
                          <a:solidFill>
                            <a:srgbClr val="40458B"/>
                          </a:solidFill>
                          <a:latin typeface="Tahoma"/>
                          <a:cs typeface="Tahoma"/>
                        </a:rPr>
                        <a:t>LD</a:t>
                      </a:r>
                      <a:r>
                        <a:rPr dirty="0" sz="1800" spc="-25">
                          <a:solidFill>
                            <a:srgbClr val="40458B"/>
                          </a:solidFill>
                          <a:latin typeface="Tahoma"/>
                          <a:cs typeface="Tahoma"/>
                        </a:rPr>
                        <a:t> </a:t>
                      </a:r>
                      <a:r>
                        <a:rPr dirty="0" sz="1800" spc="-20">
                          <a:solidFill>
                            <a:srgbClr val="40458B"/>
                          </a:solidFill>
                          <a:latin typeface="Tahoma"/>
                          <a:cs typeface="Tahoma"/>
                        </a:rPr>
                        <a:t>Rb</a:t>
                      </a:r>
                      <a:r>
                        <a:rPr dirty="0" sz="1800" spc="-20">
                          <a:solidFill>
                            <a:srgbClr val="40458B"/>
                          </a:solidFill>
                          <a:latin typeface="黑体"/>
                          <a:cs typeface="黑体"/>
                        </a:rPr>
                        <a:t>，</a:t>
                      </a:r>
                      <a:r>
                        <a:rPr dirty="0" sz="1800" spc="-20">
                          <a:solidFill>
                            <a:srgbClr val="40458B"/>
                          </a:solidFill>
                          <a:latin typeface="Tahoma"/>
                          <a:cs typeface="Tahoma"/>
                        </a:rPr>
                        <a:t>B</a:t>
                      </a:r>
                      <a:endParaRPr sz="1800">
                        <a:latin typeface="Tahoma"/>
                        <a:cs typeface="Tahoma"/>
                      </a:endParaRPr>
                    </a:p>
                  </a:txBody>
                  <a:tcPr marL="0" marR="0" marB="0" marT="46355">
                    <a:lnL w="12700">
                      <a:solidFill>
                        <a:srgbClr val="EBD782"/>
                      </a:solidFill>
                      <a:prstDash val="solid"/>
                    </a:lnL>
                    <a:lnR w="12700">
                      <a:solidFill>
                        <a:srgbClr val="EBD782"/>
                      </a:solidFill>
                      <a:prstDash val="solid"/>
                    </a:lnR>
                    <a:lnT w="12700">
                      <a:solidFill>
                        <a:srgbClr val="EBD782"/>
                      </a:solidFill>
                      <a:prstDash val="solid"/>
                    </a:lnT>
                    <a:lnB w="28575">
                      <a:solidFill>
                        <a:srgbClr val="EBD782"/>
                      </a:solidFill>
                      <a:prstDash val="solid"/>
                    </a:lnB>
                  </a:tcPr>
                </a:tc>
                <a:tc gridSpan="2">
                  <a:txBody>
                    <a:bodyPr/>
                    <a:lstStyle/>
                    <a:p>
                      <a:pPr marL="92075">
                        <a:lnSpc>
                          <a:spcPct val="100000"/>
                        </a:lnSpc>
                        <a:spcBef>
                          <a:spcPts val="355"/>
                        </a:spcBef>
                        <a:tabLst>
                          <a:tab pos="602615" algn="l"/>
                          <a:tab pos="1153795" algn="l"/>
                          <a:tab pos="1718945" algn="l"/>
                          <a:tab pos="2536190" algn="l"/>
                        </a:tabLst>
                      </a:pPr>
                      <a:r>
                        <a:rPr dirty="0" sz="1800" spc="-25" b="1">
                          <a:solidFill>
                            <a:srgbClr val="40458B"/>
                          </a:solidFill>
                          <a:latin typeface="Tahoma"/>
                          <a:cs typeface="Tahoma"/>
                        </a:rPr>
                        <a:t>IF</a:t>
                      </a:r>
                      <a:r>
                        <a:rPr dirty="0" sz="1800" b="1">
                          <a:solidFill>
                            <a:srgbClr val="40458B"/>
                          </a:solidFill>
                          <a:latin typeface="Tahoma"/>
                          <a:cs typeface="Tahoma"/>
                        </a:rPr>
                        <a:t>	</a:t>
                      </a:r>
                      <a:r>
                        <a:rPr dirty="0" sz="1800" spc="-25" b="1">
                          <a:solidFill>
                            <a:srgbClr val="40458B"/>
                          </a:solidFill>
                          <a:latin typeface="Tahoma"/>
                          <a:cs typeface="Tahoma"/>
                        </a:rPr>
                        <a:t>ID</a:t>
                      </a:r>
                      <a:r>
                        <a:rPr dirty="0" sz="1800" b="1">
                          <a:solidFill>
                            <a:srgbClr val="40458B"/>
                          </a:solidFill>
                          <a:latin typeface="Tahoma"/>
                          <a:cs typeface="Tahoma"/>
                        </a:rPr>
                        <a:t>	</a:t>
                      </a:r>
                      <a:r>
                        <a:rPr dirty="0" sz="1800" spc="-25" b="1">
                          <a:solidFill>
                            <a:srgbClr val="40458B"/>
                          </a:solidFill>
                          <a:latin typeface="Tahoma"/>
                          <a:cs typeface="Tahoma"/>
                        </a:rPr>
                        <a:t>EX</a:t>
                      </a:r>
                      <a:r>
                        <a:rPr dirty="0" sz="1800" b="1">
                          <a:solidFill>
                            <a:srgbClr val="40458B"/>
                          </a:solidFill>
                          <a:latin typeface="Tahoma"/>
                          <a:cs typeface="Tahoma"/>
                        </a:rPr>
                        <a:t>	</a:t>
                      </a:r>
                      <a:r>
                        <a:rPr dirty="0" sz="1800" spc="-25" b="1">
                          <a:solidFill>
                            <a:srgbClr val="40458B"/>
                          </a:solidFill>
                          <a:latin typeface="Tahoma"/>
                          <a:cs typeface="Tahoma"/>
                        </a:rPr>
                        <a:t>MEM</a:t>
                      </a:r>
                      <a:r>
                        <a:rPr dirty="0" sz="1800" b="1">
                          <a:solidFill>
                            <a:srgbClr val="40458B"/>
                          </a:solidFill>
                          <a:latin typeface="Tahoma"/>
                          <a:cs typeface="Tahoma"/>
                        </a:rPr>
                        <a:t>	</a:t>
                      </a:r>
                      <a:r>
                        <a:rPr dirty="0" sz="1800" spc="-25" b="1">
                          <a:solidFill>
                            <a:srgbClr val="40458B"/>
                          </a:solidFill>
                          <a:latin typeface="Tahoma"/>
                          <a:cs typeface="Tahoma"/>
                        </a:rPr>
                        <a:t>WB</a:t>
                      </a:r>
                      <a:endParaRPr sz="1800">
                        <a:latin typeface="Tahoma"/>
                        <a:cs typeface="Tahoma"/>
                      </a:endParaRPr>
                    </a:p>
                  </a:txBody>
                  <a:tcPr marL="0" marR="0" marB="0" marT="45085">
                    <a:lnL w="12700">
                      <a:solidFill>
                        <a:srgbClr val="EBD782"/>
                      </a:solidFill>
                      <a:prstDash val="solid"/>
                    </a:lnL>
                    <a:lnT w="12700">
                      <a:solidFill>
                        <a:srgbClr val="EBD782"/>
                      </a:solidFill>
                      <a:prstDash val="solid"/>
                    </a:lnT>
                    <a:lnB w="28575">
                      <a:solidFill>
                        <a:srgbClr val="EBD782"/>
                      </a:solidFill>
                      <a:prstDash val="solid"/>
                    </a:lnB>
                  </a:tcPr>
                </a:tc>
                <a:tc hMerge="1">
                  <a:txBody>
                    <a:bodyPr/>
                    <a:lstStyle/>
                    <a:p>
                      <a:pPr/>
                    </a:p>
                  </a:txBody>
                  <a:tcPr marL="0" marR="0" marB="0" marT="0"/>
                </a:tc>
              </a:tr>
              <a:tr h="803910">
                <a:tc>
                  <a:txBody>
                    <a:bodyPr/>
                    <a:lstStyle/>
                    <a:p>
                      <a:pPr marL="91440">
                        <a:lnSpc>
                          <a:spcPct val="100000"/>
                        </a:lnSpc>
                        <a:spcBef>
                          <a:spcPts val="365"/>
                        </a:spcBef>
                      </a:pPr>
                      <a:r>
                        <a:rPr dirty="0" sz="1800">
                          <a:solidFill>
                            <a:srgbClr val="40458B"/>
                          </a:solidFill>
                          <a:latin typeface="Tahoma"/>
                          <a:cs typeface="Tahoma"/>
                        </a:rPr>
                        <a:t>LD</a:t>
                      </a:r>
                      <a:r>
                        <a:rPr dirty="0" sz="1800" spc="-25">
                          <a:solidFill>
                            <a:srgbClr val="40458B"/>
                          </a:solidFill>
                          <a:latin typeface="Tahoma"/>
                          <a:cs typeface="Tahoma"/>
                        </a:rPr>
                        <a:t> </a:t>
                      </a:r>
                      <a:r>
                        <a:rPr dirty="0" sz="1800" spc="-20">
                          <a:solidFill>
                            <a:srgbClr val="FF0000"/>
                          </a:solidFill>
                          <a:latin typeface="Tahoma"/>
                          <a:cs typeface="Tahoma"/>
                        </a:rPr>
                        <a:t>Rc</a:t>
                      </a:r>
                      <a:r>
                        <a:rPr dirty="0" sz="1800" spc="-20">
                          <a:solidFill>
                            <a:srgbClr val="40458B"/>
                          </a:solidFill>
                          <a:latin typeface="黑体"/>
                          <a:cs typeface="黑体"/>
                        </a:rPr>
                        <a:t>，</a:t>
                      </a:r>
                      <a:r>
                        <a:rPr dirty="0" sz="1800" spc="-20">
                          <a:solidFill>
                            <a:srgbClr val="40458B"/>
                          </a:solidFill>
                          <a:latin typeface="Tahoma"/>
                          <a:cs typeface="Tahoma"/>
                        </a:rPr>
                        <a:t>C</a:t>
                      </a:r>
                      <a:endParaRPr sz="1800">
                        <a:latin typeface="Tahoma"/>
                        <a:cs typeface="Tahoma"/>
                      </a:endParaRPr>
                    </a:p>
                  </a:txBody>
                  <a:tcPr marL="0" marR="0" marB="0" marT="46355">
                    <a:lnL w="12700">
                      <a:solidFill>
                        <a:srgbClr val="EBD782"/>
                      </a:solidFill>
                      <a:prstDash val="solid"/>
                    </a:lnL>
                    <a:lnR w="12700">
                      <a:solidFill>
                        <a:srgbClr val="EBD782"/>
                      </a:solidFill>
                      <a:prstDash val="solid"/>
                    </a:lnR>
                    <a:lnT w="28575">
                      <a:solidFill>
                        <a:srgbClr val="EBD782"/>
                      </a:solidFill>
                      <a:prstDash val="solid"/>
                    </a:lnT>
                    <a:lnB w="12700">
                      <a:solidFill>
                        <a:srgbClr val="EBD782"/>
                      </a:solidFill>
                      <a:prstDash val="solid"/>
                    </a:lnB>
                    <a:solidFill>
                      <a:srgbClr val="EBD782">
                        <a:alpha val="19999"/>
                      </a:srgbClr>
                    </a:solidFill>
                  </a:tcPr>
                </a:tc>
                <a:tc gridSpan="2">
                  <a:txBody>
                    <a:bodyPr/>
                    <a:lstStyle/>
                    <a:p>
                      <a:pPr marL="663575">
                        <a:lnSpc>
                          <a:spcPct val="100000"/>
                        </a:lnSpc>
                        <a:spcBef>
                          <a:spcPts val="355"/>
                        </a:spcBef>
                        <a:tabLst>
                          <a:tab pos="1154430" algn="l"/>
                          <a:tab pos="1753235" algn="l"/>
                          <a:tab pos="2515870" algn="l"/>
                          <a:tab pos="3281679" algn="l"/>
                        </a:tabLst>
                      </a:pPr>
                      <a:r>
                        <a:rPr dirty="0" sz="1800" spc="-25">
                          <a:solidFill>
                            <a:srgbClr val="40458B"/>
                          </a:solidFill>
                          <a:latin typeface="Tahoma"/>
                          <a:cs typeface="Tahoma"/>
                        </a:rPr>
                        <a:t>IF</a:t>
                      </a:r>
                      <a:r>
                        <a:rPr dirty="0" sz="1800">
                          <a:solidFill>
                            <a:srgbClr val="40458B"/>
                          </a:solidFill>
                          <a:latin typeface="Tahoma"/>
                          <a:cs typeface="Tahoma"/>
                        </a:rPr>
                        <a:t>	</a:t>
                      </a:r>
                      <a:r>
                        <a:rPr dirty="0" sz="1800" spc="-25">
                          <a:solidFill>
                            <a:srgbClr val="40458B"/>
                          </a:solidFill>
                          <a:latin typeface="Tahoma"/>
                          <a:cs typeface="Tahoma"/>
                        </a:rPr>
                        <a:t>ID</a:t>
                      </a:r>
                      <a:r>
                        <a:rPr dirty="0" sz="1800">
                          <a:solidFill>
                            <a:srgbClr val="40458B"/>
                          </a:solidFill>
                          <a:latin typeface="Tahoma"/>
                          <a:cs typeface="Tahoma"/>
                        </a:rPr>
                        <a:t>	</a:t>
                      </a: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a:p>
                      <a:pPr algn="ctr" marL="1228090">
                        <a:lnSpc>
                          <a:spcPct val="100000"/>
                        </a:lnSpc>
                        <a:spcBef>
                          <a:spcPts val="150"/>
                        </a:spcBef>
                      </a:pPr>
                      <a:r>
                        <a:rPr dirty="0" sz="2000" spc="-25">
                          <a:solidFill>
                            <a:srgbClr val="FF0000"/>
                          </a:solidFill>
                          <a:latin typeface="黑体"/>
                          <a:cs typeface="黑体"/>
                        </a:rPr>
                        <a:t>定向</a:t>
                      </a:r>
                      <a:endParaRPr sz="2000">
                        <a:latin typeface="黑体"/>
                        <a:cs typeface="黑体"/>
                      </a:endParaRPr>
                    </a:p>
                  </a:txBody>
                  <a:tcPr marL="0" marR="0" marB="0" marT="45085">
                    <a:lnL w="12700">
                      <a:solidFill>
                        <a:srgbClr val="EBD782"/>
                      </a:solidFill>
                      <a:prstDash val="solid"/>
                    </a:lnL>
                    <a:lnT w="28575">
                      <a:solidFill>
                        <a:srgbClr val="EBD782"/>
                      </a:solidFill>
                      <a:prstDash val="solid"/>
                    </a:lnT>
                    <a:lnB w="12700">
                      <a:solidFill>
                        <a:srgbClr val="EBD782"/>
                      </a:solidFill>
                      <a:prstDash val="solid"/>
                    </a:lnB>
                  </a:tcPr>
                </a:tc>
                <a:tc hMerge="1">
                  <a:txBody>
                    <a:bodyPr/>
                    <a:lstStyle/>
                    <a:p>
                      <a:pPr/>
                    </a:p>
                  </a:txBody>
                  <a:tcPr marL="0" marR="0" marB="0" marT="0"/>
                </a:tc>
              </a:tr>
              <a:tr h="836930">
                <a:tc>
                  <a:txBody>
                    <a:bodyPr/>
                    <a:lstStyle/>
                    <a:p>
                      <a:pPr marL="91440">
                        <a:lnSpc>
                          <a:spcPct val="100000"/>
                        </a:lnSpc>
                        <a:spcBef>
                          <a:spcPts val="355"/>
                        </a:spcBef>
                      </a:pPr>
                      <a:r>
                        <a:rPr dirty="0" sz="1800" spc="-20">
                          <a:solidFill>
                            <a:srgbClr val="40458B"/>
                          </a:solidFill>
                          <a:latin typeface="Tahoma"/>
                          <a:cs typeface="Tahoma"/>
                        </a:rPr>
                        <a:t>DADD</a:t>
                      </a:r>
                      <a:endParaRPr sz="1800">
                        <a:latin typeface="Tahoma"/>
                        <a:cs typeface="Tahoma"/>
                      </a:endParaRPr>
                    </a:p>
                    <a:p>
                      <a:pPr marL="91440">
                        <a:lnSpc>
                          <a:spcPct val="100000"/>
                        </a:lnSpc>
                      </a:pPr>
                      <a:r>
                        <a:rPr dirty="0" sz="1800" spc="-10">
                          <a:solidFill>
                            <a:srgbClr val="40458B"/>
                          </a:solidFill>
                          <a:latin typeface="Tahoma"/>
                          <a:cs typeface="Tahoma"/>
                        </a:rPr>
                        <a:t>Ra,Rb,</a:t>
                      </a:r>
                      <a:r>
                        <a:rPr dirty="0" sz="1800" spc="-10">
                          <a:solidFill>
                            <a:srgbClr val="FF0000"/>
                          </a:solidFill>
                          <a:latin typeface="Tahoma"/>
                          <a:cs typeface="Tahoma"/>
                        </a:rPr>
                        <a:t>Rc</a:t>
                      </a:r>
                      <a:endParaRPr sz="1800">
                        <a:latin typeface="Tahoma"/>
                        <a:cs typeface="Tahoma"/>
                      </a:endParaRPr>
                    </a:p>
                  </a:txBody>
                  <a:tcPr marL="0" marR="0" marB="0" marT="45085">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tcPr>
                </a:tc>
                <a:tc gridSpan="2">
                  <a:txBody>
                    <a:bodyPr/>
                    <a:lstStyle/>
                    <a:p>
                      <a:pPr algn="ctr" marL="440690">
                        <a:lnSpc>
                          <a:spcPct val="100000"/>
                        </a:lnSpc>
                        <a:spcBef>
                          <a:spcPts val="480"/>
                        </a:spcBef>
                        <a:tabLst>
                          <a:tab pos="1002665" algn="l"/>
                          <a:tab pos="1807210" algn="l"/>
                          <a:tab pos="2567305" algn="l"/>
                          <a:tab pos="3259454" algn="l"/>
                          <a:tab pos="4025900" algn="l"/>
                        </a:tabLst>
                      </a:pPr>
                      <a:r>
                        <a:rPr dirty="0" baseline="3086" sz="2700" spc="-37">
                          <a:solidFill>
                            <a:srgbClr val="40458B"/>
                          </a:solidFill>
                          <a:latin typeface="Tahoma"/>
                          <a:cs typeface="Tahoma"/>
                        </a:rPr>
                        <a:t>IF</a:t>
                      </a:r>
                      <a:r>
                        <a:rPr dirty="0" baseline="3086" sz="2700">
                          <a:solidFill>
                            <a:srgbClr val="40458B"/>
                          </a:solidFill>
                          <a:latin typeface="Tahoma"/>
                          <a:cs typeface="Tahoma"/>
                        </a:rPr>
                        <a:t>	</a:t>
                      </a:r>
                      <a:r>
                        <a:rPr dirty="0" baseline="3086" sz="2700" spc="-37">
                          <a:solidFill>
                            <a:srgbClr val="40458B"/>
                          </a:solidFill>
                          <a:latin typeface="Tahoma"/>
                          <a:cs typeface="Tahoma"/>
                        </a:rPr>
                        <a:t>ID</a:t>
                      </a:r>
                      <a:r>
                        <a:rPr dirty="0" baseline="3086" sz="2700">
                          <a:solidFill>
                            <a:srgbClr val="40458B"/>
                          </a:solidFill>
                          <a:latin typeface="Tahoma"/>
                          <a:cs typeface="Tahoma"/>
                        </a:rPr>
                        <a:t>	</a:t>
                      </a:r>
                      <a:r>
                        <a:rPr dirty="0" sz="1800" spc="-10">
                          <a:solidFill>
                            <a:srgbClr val="FF0000"/>
                          </a:solidFill>
                          <a:latin typeface="Tahoma"/>
                          <a:cs typeface="Tahoma"/>
                        </a:rPr>
                        <a:t>stall</a:t>
                      </a:r>
                      <a:r>
                        <a:rPr dirty="0" sz="1800">
                          <a:solidFill>
                            <a:srgbClr val="FF0000"/>
                          </a:solidFill>
                          <a:latin typeface="Tahoma"/>
                          <a:cs typeface="Tahoma"/>
                        </a:rPr>
                        <a:t>	</a:t>
                      </a: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a:txBody>
                  <a:tcPr marL="0" marR="0" marB="0" marT="60960">
                    <a:lnL w="12700">
                      <a:solidFill>
                        <a:srgbClr val="EBD782"/>
                      </a:solidFill>
                      <a:prstDash val="solid"/>
                    </a:lnL>
                    <a:lnT w="12700">
                      <a:solidFill>
                        <a:srgbClr val="EBD782"/>
                      </a:solidFill>
                      <a:prstDash val="solid"/>
                    </a:lnT>
                    <a:lnB w="12700">
                      <a:solidFill>
                        <a:srgbClr val="EBD782"/>
                      </a:solidFill>
                      <a:prstDash val="solid"/>
                    </a:lnB>
                  </a:tcPr>
                </a:tc>
                <a:tc hMerge="1">
                  <a:txBody>
                    <a:bodyPr/>
                    <a:lstStyle/>
                    <a:p>
                      <a:pPr/>
                    </a:p>
                  </a:txBody>
                  <a:tcPr marL="0" marR="0" marB="0" marT="0"/>
                </a:tc>
              </a:tr>
              <a:tr h="67310">
                <a:tc rowSpan="3">
                  <a:txBody>
                    <a:bodyPr/>
                    <a:lstStyle/>
                    <a:p>
                      <a:pPr marL="91440">
                        <a:lnSpc>
                          <a:spcPct val="100000"/>
                        </a:lnSpc>
                        <a:spcBef>
                          <a:spcPts val="430"/>
                        </a:spcBef>
                        <a:tabLst>
                          <a:tab pos="902335" algn="l"/>
                        </a:tabLst>
                      </a:pPr>
                      <a:r>
                        <a:rPr dirty="0" sz="1800" spc="-25" b="1">
                          <a:solidFill>
                            <a:srgbClr val="40458B"/>
                          </a:solidFill>
                          <a:latin typeface="宋体"/>
                          <a:cs typeface="宋体"/>
                        </a:rPr>
                        <a:t>SD</a:t>
                      </a:r>
                      <a:r>
                        <a:rPr dirty="0" sz="1800" b="1">
                          <a:solidFill>
                            <a:srgbClr val="40458B"/>
                          </a:solidFill>
                          <a:latin typeface="宋体"/>
                          <a:cs typeface="宋体"/>
                        </a:rPr>
                        <a:t>	</a:t>
                      </a:r>
                      <a:r>
                        <a:rPr dirty="0" sz="1800" spc="-20" b="1">
                          <a:solidFill>
                            <a:srgbClr val="40458B"/>
                          </a:solidFill>
                          <a:latin typeface="宋体"/>
                          <a:cs typeface="宋体"/>
                        </a:rPr>
                        <a:t>Ra，A</a:t>
                      </a:r>
                      <a:endParaRPr sz="1800">
                        <a:latin typeface="宋体"/>
                        <a:cs typeface="宋体"/>
                      </a:endParaRPr>
                    </a:p>
                  </a:txBody>
                  <a:tcPr marL="0" marR="0" marB="0" marT="54610">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EBD782">
                        <a:alpha val="19999"/>
                      </a:srgbClr>
                    </a:solidFill>
                  </a:tcPr>
                </a:tc>
                <a:tc gridSpan="2">
                  <a:txBody>
                    <a:bodyPr/>
                    <a:lstStyle/>
                    <a:p>
                      <a:pPr>
                        <a:lnSpc>
                          <a:spcPct val="100000"/>
                        </a:lnSpc>
                      </a:pPr>
                      <a:endParaRPr sz="200">
                        <a:latin typeface="Times New Roman"/>
                        <a:cs typeface="Times New Roman"/>
                      </a:endParaRPr>
                    </a:p>
                  </a:txBody>
                  <a:tcPr marL="0" marR="0" marB="0" marT="0">
                    <a:lnL w="12700">
                      <a:solidFill>
                        <a:srgbClr val="EBD782"/>
                      </a:solidFill>
                      <a:prstDash val="solid"/>
                    </a:lnL>
                    <a:lnT w="12700">
                      <a:solidFill>
                        <a:srgbClr val="EBD782"/>
                      </a:solidFill>
                      <a:prstDash val="solid"/>
                    </a:lnT>
                    <a:solidFill>
                      <a:srgbClr val="EBD782">
                        <a:alpha val="19999"/>
                      </a:srgbClr>
                    </a:solidFill>
                  </a:tcPr>
                </a:tc>
                <a:tc hMerge="1">
                  <a:txBody>
                    <a:bodyPr/>
                    <a:lstStyle/>
                    <a:p>
                      <a:pPr/>
                    </a:p>
                  </a:txBody>
                  <a:tcPr marL="0" marR="0" marB="0" marT="0"/>
                </a:tc>
              </a:tr>
              <a:tr h="645795">
                <a:tc vMerge="1">
                  <a:txBody>
                    <a:bodyPr/>
                    <a:lstStyle/>
                    <a:p>
                      <a:pPr/>
                    </a:p>
                  </a:txBody>
                  <a:tcPr marL="0" marR="0" marB="0" marT="54610">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EBD782">
                        <a:alpha val="19999"/>
                      </a:srgbClr>
                    </a:solidFill>
                  </a:tcPr>
                </a:tc>
                <a:tc>
                  <a:txBody>
                    <a:bodyPr/>
                    <a:lstStyle/>
                    <a:p>
                      <a:pPr algn="r" marR="332740">
                        <a:lnSpc>
                          <a:spcPts val="1985"/>
                        </a:lnSpc>
                      </a:pPr>
                      <a:r>
                        <a:rPr dirty="0" sz="1800" spc="-25">
                          <a:solidFill>
                            <a:srgbClr val="40458B"/>
                          </a:solidFill>
                          <a:latin typeface="Tahoma"/>
                          <a:cs typeface="Tahoma"/>
                        </a:rPr>
                        <a:t>IF</a:t>
                      </a:r>
                      <a:endParaRPr sz="1800">
                        <a:latin typeface="Tahoma"/>
                        <a:cs typeface="Tahoma"/>
                      </a:endParaRPr>
                    </a:p>
                  </a:txBody>
                  <a:tcPr marL="0" marR="0" marB="0" marT="0">
                    <a:lnL w="12700">
                      <a:solidFill>
                        <a:srgbClr val="EBD782"/>
                      </a:solidFill>
                      <a:prstDash val="solid"/>
                    </a:lnL>
                    <a:solidFill>
                      <a:srgbClr val="EBD782">
                        <a:alpha val="19999"/>
                      </a:srgbClr>
                    </a:solidFill>
                  </a:tcPr>
                </a:tc>
                <a:tc>
                  <a:txBody>
                    <a:bodyPr/>
                    <a:lstStyle/>
                    <a:p>
                      <a:pPr marL="92075">
                        <a:lnSpc>
                          <a:spcPct val="100000"/>
                        </a:lnSpc>
                        <a:spcBef>
                          <a:spcPts val="355"/>
                        </a:spcBef>
                        <a:tabLst>
                          <a:tab pos="924560" algn="l"/>
                          <a:tab pos="1307465" algn="l"/>
                          <a:tab pos="1999614" algn="l"/>
                          <a:tab pos="2766695" algn="l"/>
                        </a:tabLst>
                      </a:pPr>
                      <a:r>
                        <a:rPr dirty="0" sz="1800" spc="-10">
                          <a:solidFill>
                            <a:srgbClr val="FF0000"/>
                          </a:solidFill>
                          <a:latin typeface="Tahoma"/>
                          <a:cs typeface="Tahoma"/>
                        </a:rPr>
                        <a:t>stall</a:t>
                      </a:r>
                      <a:r>
                        <a:rPr dirty="0" sz="1800">
                          <a:solidFill>
                            <a:srgbClr val="FF0000"/>
                          </a:solidFill>
                          <a:latin typeface="Tahoma"/>
                          <a:cs typeface="Tahoma"/>
                        </a:rPr>
                        <a:t>	</a:t>
                      </a:r>
                      <a:r>
                        <a:rPr dirty="0" sz="1800" spc="-25">
                          <a:solidFill>
                            <a:srgbClr val="40458B"/>
                          </a:solidFill>
                          <a:latin typeface="Tahoma"/>
                          <a:cs typeface="Tahoma"/>
                        </a:rPr>
                        <a:t>ID</a:t>
                      </a:r>
                      <a:r>
                        <a:rPr dirty="0" sz="1800">
                          <a:solidFill>
                            <a:srgbClr val="40458B"/>
                          </a:solidFill>
                          <a:latin typeface="Tahoma"/>
                          <a:cs typeface="Tahoma"/>
                        </a:rPr>
                        <a:t>	</a:t>
                      </a:r>
                      <a:r>
                        <a:rPr dirty="0" sz="1800" spc="-25">
                          <a:solidFill>
                            <a:srgbClr val="40458B"/>
                          </a:solidFill>
                          <a:latin typeface="Tahoma"/>
                          <a:cs typeface="Tahoma"/>
                        </a:rPr>
                        <a:t>EX</a:t>
                      </a:r>
                      <a:r>
                        <a:rPr dirty="0" sz="1800">
                          <a:solidFill>
                            <a:srgbClr val="40458B"/>
                          </a:solidFill>
                          <a:latin typeface="Tahoma"/>
                          <a:cs typeface="Tahoma"/>
                        </a:rPr>
                        <a:t>	</a:t>
                      </a:r>
                      <a:r>
                        <a:rPr dirty="0" sz="1800" spc="-25">
                          <a:solidFill>
                            <a:srgbClr val="40458B"/>
                          </a:solidFill>
                          <a:latin typeface="Tahoma"/>
                          <a:cs typeface="Tahoma"/>
                        </a:rPr>
                        <a:t>MEM</a:t>
                      </a:r>
                      <a:r>
                        <a:rPr dirty="0" sz="1800">
                          <a:solidFill>
                            <a:srgbClr val="40458B"/>
                          </a:solidFill>
                          <a:latin typeface="Tahoma"/>
                          <a:cs typeface="Tahoma"/>
                        </a:rPr>
                        <a:t>	</a:t>
                      </a:r>
                      <a:r>
                        <a:rPr dirty="0" sz="1800" spc="-25">
                          <a:solidFill>
                            <a:srgbClr val="40458B"/>
                          </a:solidFill>
                          <a:latin typeface="Tahoma"/>
                          <a:cs typeface="Tahoma"/>
                        </a:rPr>
                        <a:t>WB</a:t>
                      </a:r>
                      <a:endParaRPr sz="1800">
                        <a:latin typeface="Tahoma"/>
                        <a:cs typeface="Tahoma"/>
                      </a:endParaRPr>
                    </a:p>
                  </a:txBody>
                  <a:tcPr marL="0" marR="0" marB="0" marT="45085">
                    <a:solidFill>
                      <a:srgbClr val="FAF7E6"/>
                    </a:solidFill>
                  </a:tcPr>
                </a:tc>
              </a:tr>
              <a:tr h="123825">
                <a:tc vMerge="1">
                  <a:txBody>
                    <a:bodyPr/>
                    <a:lstStyle/>
                    <a:p>
                      <a:pPr/>
                    </a:p>
                  </a:txBody>
                  <a:tcPr marL="0" marR="0" marB="0" marT="54610">
                    <a:lnL w="12700">
                      <a:solidFill>
                        <a:srgbClr val="EBD782"/>
                      </a:solidFill>
                      <a:prstDash val="solid"/>
                    </a:lnL>
                    <a:lnR w="12700">
                      <a:solidFill>
                        <a:srgbClr val="EBD782"/>
                      </a:solidFill>
                      <a:prstDash val="solid"/>
                    </a:lnR>
                    <a:lnT w="12700">
                      <a:solidFill>
                        <a:srgbClr val="EBD782"/>
                      </a:solidFill>
                      <a:prstDash val="solid"/>
                    </a:lnT>
                    <a:lnB w="12700">
                      <a:solidFill>
                        <a:srgbClr val="EBD782"/>
                      </a:solidFill>
                      <a:prstDash val="solid"/>
                    </a:lnB>
                    <a:solidFill>
                      <a:srgbClr val="EBD782">
                        <a:alpha val="19999"/>
                      </a:srgbClr>
                    </a:solidFill>
                  </a:tcPr>
                </a:tc>
                <a:tc gridSpan="2">
                  <a:txBody>
                    <a:bodyPr/>
                    <a:lstStyle/>
                    <a:p>
                      <a:pPr>
                        <a:lnSpc>
                          <a:spcPct val="100000"/>
                        </a:lnSpc>
                      </a:pPr>
                      <a:endParaRPr sz="600">
                        <a:latin typeface="Times New Roman"/>
                        <a:cs typeface="Times New Roman"/>
                      </a:endParaRPr>
                    </a:p>
                  </a:txBody>
                  <a:tcPr marL="0" marR="0" marB="0" marT="0">
                    <a:lnL w="12700">
                      <a:solidFill>
                        <a:srgbClr val="EBD782"/>
                      </a:solidFill>
                      <a:prstDash val="solid"/>
                    </a:lnL>
                    <a:lnB w="12700">
                      <a:solidFill>
                        <a:srgbClr val="EBD782"/>
                      </a:solidFill>
                      <a:prstDash val="solid"/>
                    </a:lnB>
                    <a:solidFill>
                      <a:srgbClr val="EBD782">
                        <a:alpha val="19999"/>
                      </a:srgbClr>
                    </a:solidFill>
                  </a:tcPr>
                </a:tc>
                <a:tc hMerge="1">
                  <a:txBody>
                    <a:bodyPr/>
                    <a:lstStyle/>
                    <a:p>
                      <a:pPr/>
                    </a:p>
                  </a:txBody>
                  <a:tcPr marL="0" marR="0" marB="0" marT="0"/>
                </a:tc>
              </a:tr>
            </a:tbl>
          </a:graphicData>
        </a:graphic>
      </p:graphicFrame>
      <p:sp>
        <p:nvSpPr>
          <p:cNvPr id="27" name="object 27" descr=""/>
          <p:cNvSpPr txBox="1"/>
          <p:nvPr/>
        </p:nvSpPr>
        <p:spPr>
          <a:xfrm>
            <a:off x="4646421" y="6073241"/>
            <a:ext cx="5358765" cy="452120"/>
          </a:xfrm>
          <a:prstGeom prst="rect">
            <a:avLst/>
          </a:prstGeom>
        </p:spPr>
        <p:txBody>
          <a:bodyPr wrap="square" lIns="0" tIns="12065" rIns="0" bIns="0" rtlCol="0" vert="horz">
            <a:spAutoFit/>
          </a:bodyPr>
          <a:lstStyle/>
          <a:p>
            <a:pPr marL="12700">
              <a:lnSpc>
                <a:spcPct val="100000"/>
              </a:lnSpc>
              <a:spcBef>
                <a:spcPts val="95"/>
              </a:spcBef>
            </a:pPr>
            <a:r>
              <a:rPr dirty="0" sz="2800" spc="-25">
                <a:solidFill>
                  <a:srgbClr val="FF0000"/>
                </a:solidFill>
                <a:latin typeface="黑体"/>
                <a:cs typeface="黑体"/>
              </a:rPr>
              <a:t>但</a:t>
            </a:r>
            <a:r>
              <a:rPr dirty="0" sz="2800" spc="-40">
                <a:solidFill>
                  <a:srgbClr val="006FC0"/>
                </a:solidFill>
                <a:latin typeface="黑体"/>
                <a:cs typeface="黑体"/>
              </a:rPr>
              <a:t>暂停引起性能降低，如何解决</a:t>
            </a:r>
            <a:r>
              <a:rPr dirty="0" sz="2800" spc="-50">
                <a:solidFill>
                  <a:srgbClr val="FF0000"/>
                </a:solidFill>
                <a:latin typeface="黑体"/>
                <a:cs typeface="黑体"/>
              </a:rPr>
              <a:t>？</a:t>
            </a:r>
            <a:endParaRPr sz="2800">
              <a:latin typeface="黑体"/>
              <a:cs typeface="黑体"/>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770940" y="1135126"/>
            <a:ext cx="2206625" cy="391160"/>
          </a:xfrm>
          <a:prstGeom prst="rect">
            <a:avLst/>
          </a:prstGeom>
        </p:spPr>
        <p:txBody>
          <a:bodyPr wrap="square" lIns="0" tIns="12700" rIns="0" bIns="0" rtlCol="0" vert="horz">
            <a:spAutoFit/>
          </a:bodyPr>
          <a:lstStyle/>
          <a:p>
            <a:pPr marL="354965" indent="-342265">
              <a:lnSpc>
                <a:spcPct val="100000"/>
              </a:lnSpc>
              <a:spcBef>
                <a:spcPts val="100"/>
              </a:spcBef>
              <a:buClr>
                <a:srgbClr val="4668F5"/>
              </a:buClr>
              <a:buFont typeface="Wingdings"/>
              <a:buChar char=""/>
              <a:tabLst>
                <a:tab pos="354965" algn="l"/>
              </a:tabLst>
            </a:pPr>
            <a:r>
              <a:rPr dirty="0" sz="2400" spc="-25" b="1">
                <a:latin typeface="宋体"/>
                <a:cs typeface="宋体"/>
              </a:rPr>
              <a:t>引入指令调度</a:t>
            </a:r>
            <a:endParaRPr sz="2400">
              <a:latin typeface="宋体"/>
              <a:cs typeface="宋体"/>
            </a:endParaRPr>
          </a:p>
        </p:txBody>
      </p:sp>
      <p:graphicFrame>
        <p:nvGraphicFramePr>
          <p:cNvPr id="11" name="object 11" descr=""/>
          <p:cNvGraphicFramePr>
            <a:graphicFrameLocks noGrp="1"/>
          </p:cNvGraphicFramePr>
          <p:nvPr/>
        </p:nvGraphicFramePr>
        <p:xfrm>
          <a:off x="1833562" y="2551112"/>
          <a:ext cx="5072380" cy="3625215"/>
        </p:xfrm>
        <a:graphic>
          <a:graphicData uri="http://schemas.openxmlformats.org/drawingml/2006/table">
            <a:tbl>
              <a:tblPr firstRow="1" bandRow="1">
                <a:tableStyleId>{2D5ABB26-0587-4C30-8999-92F81FD0307C}</a:tableStyleId>
              </a:tblPr>
              <a:tblGrid>
                <a:gridCol w="2484120"/>
                <a:gridCol w="2482850"/>
              </a:tblGrid>
              <a:tr h="425450">
                <a:tc>
                  <a:txBody>
                    <a:bodyPr/>
                    <a:lstStyle/>
                    <a:p>
                      <a:pPr marL="91440">
                        <a:lnSpc>
                          <a:spcPct val="100000"/>
                        </a:lnSpc>
                        <a:spcBef>
                          <a:spcPts val="340"/>
                        </a:spcBef>
                      </a:pPr>
                      <a:r>
                        <a:rPr dirty="0" sz="2000" spc="-20" b="1">
                          <a:solidFill>
                            <a:srgbClr val="E14B04"/>
                          </a:solidFill>
                          <a:latin typeface="宋体"/>
                          <a:cs typeface="宋体"/>
                        </a:rPr>
                        <a:t>调度前的代码</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1440">
                        <a:lnSpc>
                          <a:spcPct val="100000"/>
                        </a:lnSpc>
                        <a:spcBef>
                          <a:spcPts val="340"/>
                        </a:spcBef>
                      </a:pPr>
                      <a:r>
                        <a:rPr dirty="0" sz="2000" spc="-20" b="1">
                          <a:solidFill>
                            <a:srgbClr val="E14B04"/>
                          </a:solidFill>
                          <a:latin typeface="宋体"/>
                          <a:cs typeface="宋体"/>
                        </a:rPr>
                        <a:t>调度后的代码</a:t>
                      </a:r>
                      <a:endParaRPr sz="2000">
                        <a:latin typeface="宋体"/>
                        <a:cs typeface="宋体"/>
                      </a:endParaRPr>
                    </a:p>
                  </a:txBody>
                  <a:tcPr marL="0" marR="0" marB="0" marT="4318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199765">
                <a:tc>
                  <a:txBody>
                    <a:bodyPr/>
                    <a:lstStyle/>
                    <a:p>
                      <a:pPr marL="91440">
                        <a:lnSpc>
                          <a:spcPct val="100000"/>
                        </a:lnSpc>
                        <a:spcBef>
                          <a:spcPts val="34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1440">
                        <a:lnSpc>
                          <a:spcPct val="100000"/>
                        </a:lnSpc>
                        <a:spcBef>
                          <a:spcPts val="720"/>
                        </a:spcBef>
                        <a:tabLst>
                          <a:tab pos="99250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a:t>
                      </a:r>
                      <a:endParaRPr sz="2000">
                        <a:latin typeface="宋体"/>
                        <a:cs typeface="宋体"/>
                      </a:endParaRPr>
                    </a:p>
                    <a:p>
                      <a:pPr marL="91440">
                        <a:lnSpc>
                          <a:spcPct val="100000"/>
                        </a:lnSpc>
                        <a:spcBef>
                          <a:spcPts val="720"/>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1440">
                        <a:lnSpc>
                          <a:spcPct val="100000"/>
                        </a:lnSpc>
                        <a:spcBef>
                          <a:spcPts val="725"/>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1440">
                        <a:lnSpc>
                          <a:spcPct val="100000"/>
                        </a:lnSpc>
                        <a:spcBef>
                          <a:spcPts val="720"/>
                        </a:spcBef>
                        <a:tabLst>
                          <a:tab pos="98996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1440" marR="197485">
                        <a:lnSpc>
                          <a:spcPts val="3120"/>
                        </a:lnSpc>
                        <a:spcBef>
                          <a:spcPts val="225"/>
                        </a:spcBef>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1440">
                        <a:lnSpc>
                          <a:spcPct val="100000"/>
                        </a:lnSpc>
                        <a:spcBef>
                          <a:spcPts val="340"/>
                        </a:spcBef>
                        <a:tabLst>
                          <a:tab pos="990600"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Rb，B</a:t>
                      </a:r>
                      <a:endParaRPr sz="2000">
                        <a:latin typeface="宋体"/>
                        <a:cs typeface="宋体"/>
                      </a:endParaRPr>
                    </a:p>
                    <a:p>
                      <a:pPr marL="91440">
                        <a:lnSpc>
                          <a:spcPct val="100000"/>
                        </a:lnSpc>
                        <a:spcBef>
                          <a:spcPts val="720"/>
                        </a:spcBef>
                        <a:tabLst>
                          <a:tab pos="992505"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Rc，C</a:t>
                      </a:r>
                      <a:endParaRPr sz="2000">
                        <a:latin typeface="宋体"/>
                        <a:cs typeface="宋体"/>
                      </a:endParaRPr>
                    </a:p>
                    <a:p>
                      <a:pPr marL="91440">
                        <a:lnSpc>
                          <a:spcPct val="100000"/>
                        </a:lnSpc>
                        <a:spcBef>
                          <a:spcPts val="720"/>
                        </a:spcBef>
                        <a:tabLst>
                          <a:tab pos="990600"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Re，E</a:t>
                      </a:r>
                      <a:endParaRPr sz="2000">
                        <a:latin typeface="宋体"/>
                        <a:cs typeface="宋体"/>
                      </a:endParaRPr>
                    </a:p>
                    <a:p>
                      <a:pPr marL="91440">
                        <a:lnSpc>
                          <a:spcPct val="100000"/>
                        </a:lnSpc>
                        <a:spcBef>
                          <a:spcPts val="720"/>
                        </a:spcBef>
                        <a:tabLst>
                          <a:tab pos="989965" algn="l"/>
                        </a:tabLst>
                      </a:pPr>
                      <a:r>
                        <a:rPr dirty="0" sz="2000" spc="-20" b="1">
                          <a:solidFill>
                            <a:srgbClr val="40458B"/>
                          </a:solidFill>
                          <a:latin typeface="宋体"/>
                          <a:cs typeface="宋体"/>
                        </a:rPr>
                        <a:t>DADD</a:t>
                      </a:r>
                      <a:r>
                        <a:rPr dirty="0" sz="2000" b="1">
                          <a:solidFill>
                            <a:srgbClr val="40458B"/>
                          </a:solidFill>
                          <a:latin typeface="宋体"/>
                          <a:cs typeface="宋体"/>
                        </a:rPr>
                        <a:t>	</a:t>
                      </a:r>
                      <a:r>
                        <a:rPr dirty="0" sz="2000" spc="-10" b="1">
                          <a:solidFill>
                            <a:srgbClr val="40458B"/>
                          </a:solidFill>
                          <a:latin typeface="宋体"/>
                          <a:cs typeface="宋体"/>
                        </a:rPr>
                        <a:t>Ra，Rb，Rc</a:t>
                      </a:r>
                      <a:endParaRPr sz="2000">
                        <a:latin typeface="宋体"/>
                        <a:cs typeface="宋体"/>
                      </a:endParaRPr>
                    </a:p>
                    <a:p>
                      <a:pPr marL="91440">
                        <a:lnSpc>
                          <a:spcPct val="100000"/>
                        </a:lnSpc>
                        <a:spcBef>
                          <a:spcPts val="725"/>
                        </a:spcBef>
                        <a:tabLst>
                          <a:tab pos="990600" algn="l"/>
                        </a:tabLst>
                      </a:pPr>
                      <a:r>
                        <a:rPr dirty="0" sz="2000" spc="-25" b="1">
                          <a:solidFill>
                            <a:srgbClr val="40458B"/>
                          </a:solidFill>
                          <a:latin typeface="宋体"/>
                          <a:cs typeface="宋体"/>
                        </a:rPr>
                        <a:t>LD</a:t>
                      </a:r>
                      <a:r>
                        <a:rPr dirty="0" sz="2000" b="1">
                          <a:solidFill>
                            <a:srgbClr val="40458B"/>
                          </a:solidFill>
                          <a:latin typeface="宋体"/>
                          <a:cs typeface="宋体"/>
                        </a:rPr>
                        <a:t>	</a:t>
                      </a:r>
                      <a:r>
                        <a:rPr dirty="0" sz="2000" spc="-20" b="1">
                          <a:solidFill>
                            <a:srgbClr val="40458B"/>
                          </a:solidFill>
                          <a:latin typeface="宋体"/>
                          <a:cs typeface="宋体"/>
                        </a:rPr>
                        <a:t>Rf，F</a:t>
                      </a:r>
                      <a:endParaRPr sz="2000">
                        <a:latin typeface="宋体"/>
                        <a:cs typeface="宋体"/>
                      </a:endParaRPr>
                    </a:p>
                    <a:p>
                      <a:pPr marL="91440">
                        <a:lnSpc>
                          <a:spcPct val="100000"/>
                        </a:lnSpc>
                        <a:spcBef>
                          <a:spcPts val="720"/>
                        </a:spcBef>
                        <a:tabLst>
                          <a:tab pos="990600" algn="l"/>
                        </a:tabLst>
                      </a:pP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Ra，A</a:t>
                      </a:r>
                      <a:endParaRPr sz="2000">
                        <a:latin typeface="宋体"/>
                        <a:cs typeface="宋体"/>
                      </a:endParaRPr>
                    </a:p>
                    <a:p>
                      <a:pPr marL="91440" marR="196850">
                        <a:lnSpc>
                          <a:spcPts val="3120"/>
                        </a:lnSpc>
                        <a:spcBef>
                          <a:spcPts val="225"/>
                        </a:spcBef>
                        <a:tabLst>
                          <a:tab pos="989965" algn="l"/>
                        </a:tabLst>
                      </a:pPr>
                      <a:r>
                        <a:rPr dirty="0" sz="2000" spc="-20" b="1">
                          <a:solidFill>
                            <a:srgbClr val="40458B"/>
                          </a:solidFill>
                          <a:latin typeface="宋体"/>
                          <a:cs typeface="宋体"/>
                        </a:rPr>
                        <a:t>DSUB</a:t>
                      </a:r>
                      <a:r>
                        <a:rPr dirty="0" sz="2000" b="1">
                          <a:solidFill>
                            <a:srgbClr val="40458B"/>
                          </a:solidFill>
                          <a:latin typeface="宋体"/>
                          <a:cs typeface="宋体"/>
                        </a:rPr>
                        <a:t>	</a:t>
                      </a:r>
                      <a:r>
                        <a:rPr dirty="0" sz="2000" spc="-10" b="1">
                          <a:solidFill>
                            <a:srgbClr val="40458B"/>
                          </a:solidFill>
                          <a:latin typeface="宋体"/>
                          <a:cs typeface="宋体"/>
                        </a:rPr>
                        <a:t>Rd，Re，Rf </a:t>
                      </a:r>
                      <a:r>
                        <a:rPr dirty="0" sz="2000" spc="-25" b="1">
                          <a:solidFill>
                            <a:srgbClr val="40458B"/>
                          </a:solidFill>
                          <a:latin typeface="宋体"/>
                          <a:cs typeface="宋体"/>
                        </a:rPr>
                        <a:t>SD</a:t>
                      </a:r>
                      <a:r>
                        <a:rPr dirty="0" sz="2000" b="1">
                          <a:solidFill>
                            <a:srgbClr val="40458B"/>
                          </a:solidFill>
                          <a:latin typeface="宋体"/>
                          <a:cs typeface="宋体"/>
                        </a:rPr>
                        <a:t>	</a:t>
                      </a:r>
                      <a:r>
                        <a:rPr dirty="0" sz="2000" spc="-20" b="1">
                          <a:solidFill>
                            <a:srgbClr val="40458B"/>
                          </a:solidFill>
                          <a:latin typeface="宋体"/>
                          <a:cs typeface="宋体"/>
                        </a:rPr>
                        <a:t>Rd，D</a:t>
                      </a:r>
                      <a:endParaRPr sz="2000">
                        <a:latin typeface="宋体"/>
                        <a:cs typeface="宋体"/>
                      </a:endParaRPr>
                    </a:p>
                  </a:txBody>
                  <a:tcPr marL="0" marR="0" marB="0" marT="4318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2" name="object 12" descr=""/>
          <p:cNvSpPr txBox="1"/>
          <p:nvPr/>
        </p:nvSpPr>
        <p:spPr>
          <a:xfrm>
            <a:off x="7462901" y="2706751"/>
            <a:ext cx="4392930" cy="3342004"/>
          </a:xfrm>
          <a:prstGeom prst="rect">
            <a:avLst/>
          </a:prstGeom>
          <a:solidFill>
            <a:srgbClr val="D4D6EB"/>
          </a:solidFill>
        </p:spPr>
        <p:txBody>
          <a:bodyPr wrap="square" lIns="0" tIns="168275" rIns="0" bIns="0" rtlCol="0" vert="horz">
            <a:spAutoFit/>
          </a:bodyPr>
          <a:lstStyle/>
          <a:p>
            <a:pPr>
              <a:lnSpc>
                <a:spcPct val="100000"/>
              </a:lnSpc>
              <a:spcBef>
                <a:spcPts val="1325"/>
              </a:spcBef>
            </a:pPr>
            <a:endParaRPr sz="2400">
              <a:latin typeface="Times New Roman"/>
              <a:cs typeface="Times New Roman"/>
            </a:endParaRPr>
          </a:p>
          <a:p>
            <a:pPr algn="just" marL="92075" marR="267970">
              <a:lnSpc>
                <a:spcPct val="150000"/>
              </a:lnSpc>
            </a:pPr>
            <a:r>
              <a:rPr dirty="0" sz="2400" spc="-5">
                <a:solidFill>
                  <a:srgbClr val="FF0000"/>
                </a:solidFill>
                <a:latin typeface="黑体"/>
                <a:cs typeface="黑体"/>
              </a:rPr>
              <a:t>编译优化调整指令顺序，人为拉开</a:t>
            </a:r>
            <a:r>
              <a:rPr dirty="0" sz="2400">
                <a:solidFill>
                  <a:srgbClr val="FF0000"/>
                </a:solidFill>
                <a:latin typeface="Calibri"/>
                <a:cs typeface="Calibri"/>
              </a:rPr>
              <a:t>LD</a:t>
            </a:r>
            <a:r>
              <a:rPr dirty="0" sz="2400" spc="-20">
                <a:solidFill>
                  <a:srgbClr val="FF0000"/>
                </a:solidFill>
                <a:latin typeface="Calibri"/>
                <a:cs typeface="Calibri"/>
              </a:rPr>
              <a:t> </a:t>
            </a:r>
            <a:r>
              <a:rPr dirty="0" sz="2400" spc="-10">
                <a:solidFill>
                  <a:srgbClr val="FF0000"/>
                </a:solidFill>
                <a:latin typeface="Calibri"/>
                <a:cs typeface="Calibri"/>
              </a:rPr>
              <a:t>Rc,C</a:t>
            </a:r>
            <a:r>
              <a:rPr dirty="0" sz="2400" spc="-10">
                <a:solidFill>
                  <a:srgbClr val="FF0000"/>
                </a:solidFill>
                <a:latin typeface="黑体"/>
                <a:cs typeface="黑体"/>
              </a:rPr>
              <a:t>和</a:t>
            </a:r>
            <a:r>
              <a:rPr dirty="0" sz="2400">
                <a:solidFill>
                  <a:srgbClr val="FF0000"/>
                </a:solidFill>
                <a:latin typeface="Calibri"/>
                <a:cs typeface="Calibri"/>
              </a:rPr>
              <a:t>DADD</a:t>
            </a:r>
            <a:r>
              <a:rPr dirty="0" sz="2400" spc="-60">
                <a:solidFill>
                  <a:srgbClr val="FF0000"/>
                </a:solidFill>
                <a:latin typeface="Calibri"/>
                <a:cs typeface="Calibri"/>
              </a:rPr>
              <a:t> </a:t>
            </a:r>
            <a:r>
              <a:rPr dirty="0" sz="2400">
                <a:solidFill>
                  <a:srgbClr val="FF0000"/>
                </a:solidFill>
                <a:latin typeface="Calibri"/>
                <a:cs typeface="Calibri"/>
              </a:rPr>
              <a:t>Ra,Rb,Rc</a:t>
            </a:r>
            <a:r>
              <a:rPr dirty="0" sz="2400" spc="-50">
                <a:solidFill>
                  <a:srgbClr val="FF0000"/>
                </a:solidFill>
                <a:latin typeface="黑体"/>
                <a:cs typeface="黑体"/>
              </a:rPr>
              <a:t>两</a:t>
            </a:r>
            <a:r>
              <a:rPr dirty="0" sz="2400" spc="-5">
                <a:solidFill>
                  <a:srgbClr val="FF0000"/>
                </a:solidFill>
                <a:latin typeface="黑体"/>
                <a:cs typeface="黑体"/>
              </a:rPr>
              <a:t>条指令间的距离解决指令插入</a:t>
            </a:r>
            <a:r>
              <a:rPr dirty="0" sz="2400" spc="-50">
                <a:solidFill>
                  <a:srgbClr val="FF0000"/>
                </a:solidFill>
                <a:latin typeface="黑体"/>
                <a:cs typeface="黑体"/>
              </a:rPr>
              <a:t> </a:t>
            </a:r>
            <a:r>
              <a:rPr dirty="0" sz="2400" spc="-20">
                <a:solidFill>
                  <a:srgbClr val="FF0000"/>
                </a:solidFill>
                <a:latin typeface="Calibri"/>
                <a:cs typeface="Calibri"/>
              </a:rPr>
              <a:t>stall</a:t>
            </a:r>
            <a:r>
              <a:rPr dirty="0" sz="2400" spc="-20">
                <a:solidFill>
                  <a:srgbClr val="FF0000"/>
                </a:solidFill>
                <a:latin typeface="黑体"/>
                <a:cs typeface="黑体"/>
              </a:rPr>
              <a:t>的弊端</a:t>
            </a:r>
            <a:endParaRPr sz="2400">
              <a:latin typeface="黑体"/>
              <a:cs typeface="黑体"/>
            </a:endParaRPr>
          </a:p>
        </p:txBody>
      </p:sp>
      <p:sp>
        <p:nvSpPr>
          <p:cNvPr id="13" name="object 13" descr=""/>
          <p:cNvSpPr/>
          <p:nvPr/>
        </p:nvSpPr>
        <p:spPr>
          <a:xfrm>
            <a:off x="1919351" y="4632261"/>
            <a:ext cx="1656080" cy="360680"/>
          </a:xfrm>
          <a:custGeom>
            <a:avLst/>
            <a:gdLst/>
            <a:ahLst/>
            <a:cxnLst/>
            <a:rect l="l" t="t" r="r" b="b"/>
            <a:pathLst>
              <a:path w="1656079" h="360679">
                <a:moveTo>
                  <a:pt x="0" y="360362"/>
                </a:moveTo>
                <a:lnTo>
                  <a:pt x="1655699" y="360362"/>
                </a:lnTo>
                <a:lnTo>
                  <a:pt x="1655699" y="0"/>
                </a:lnTo>
                <a:lnTo>
                  <a:pt x="0" y="0"/>
                </a:lnTo>
                <a:lnTo>
                  <a:pt x="0" y="360362"/>
                </a:lnTo>
                <a:close/>
              </a:path>
            </a:pathLst>
          </a:custGeom>
          <a:ln w="15875">
            <a:solidFill>
              <a:srgbClr val="FF0000"/>
            </a:solidFill>
            <a:prstDash val="sysDash"/>
          </a:ln>
        </p:spPr>
        <p:txBody>
          <a:bodyPr wrap="square" lIns="0" tIns="0" rIns="0" bIns="0" rtlCol="0"/>
          <a:lstStyle/>
          <a:p/>
        </p:txBody>
      </p:sp>
      <p:sp>
        <p:nvSpPr>
          <p:cNvPr id="14" name="object 14" descr=""/>
          <p:cNvSpPr/>
          <p:nvPr/>
        </p:nvSpPr>
        <p:spPr>
          <a:xfrm>
            <a:off x="4440301" y="3814762"/>
            <a:ext cx="1656080" cy="360680"/>
          </a:xfrm>
          <a:custGeom>
            <a:avLst/>
            <a:gdLst/>
            <a:ahLst/>
            <a:cxnLst/>
            <a:rect l="l" t="t" r="r" b="b"/>
            <a:pathLst>
              <a:path w="1656079" h="360679">
                <a:moveTo>
                  <a:pt x="0" y="360362"/>
                </a:moveTo>
                <a:lnTo>
                  <a:pt x="1655699" y="360362"/>
                </a:lnTo>
                <a:lnTo>
                  <a:pt x="1655699" y="0"/>
                </a:lnTo>
                <a:lnTo>
                  <a:pt x="0" y="0"/>
                </a:lnTo>
                <a:lnTo>
                  <a:pt x="0" y="360362"/>
                </a:lnTo>
                <a:close/>
              </a:path>
            </a:pathLst>
          </a:custGeom>
          <a:ln w="15875">
            <a:solidFill>
              <a:srgbClr val="FF0000"/>
            </a:solidFill>
            <a:prstDash val="sysDash"/>
          </a:ln>
        </p:spPr>
        <p:txBody>
          <a:bodyPr wrap="square" lIns="0" tIns="0" rIns="0" bIns="0" rtlCol="0"/>
          <a:lstStyle/>
          <a:p/>
        </p:txBody>
      </p:sp>
      <p:sp>
        <p:nvSpPr>
          <p:cNvPr id="15" name="object 15" descr=""/>
          <p:cNvSpPr/>
          <p:nvPr/>
        </p:nvSpPr>
        <p:spPr>
          <a:xfrm>
            <a:off x="2927350" y="3636645"/>
            <a:ext cx="936625" cy="377190"/>
          </a:xfrm>
          <a:custGeom>
            <a:avLst/>
            <a:gdLst/>
            <a:ahLst/>
            <a:cxnLst/>
            <a:rect l="l" t="t" r="r" b="b"/>
            <a:pathLst>
              <a:path w="936625" h="377189">
                <a:moveTo>
                  <a:pt x="862660" y="348624"/>
                </a:moveTo>
                <a:lnTo>
                  <a:pt x="851788" y="376808"/>
                </a:lnTo>
                <a:lnTo>
                  <a:pt x="936625" y="368553"/>
                </a:lnTo>
                <a:lnTo>
                  <a:pt x="922592" y="353186"/>
                </a:lnTo>
                <a:lnTo>
                  <a:pt x="874522" y="353186"/>
                </a:lnTo>
                <a:lnTo>
                  <a:pt x="862660" y="348624"/>
                </a:lnTo>
                <a:close/>
              </a:path>
              <a:path w="936625" h="377189">
                <a:moveTo>
                  <a:pt x="868347" y="333879"/>
                </a:moveTo>
                <a:lnTo>
                  <a:pt x="862660" y="348624"/>
                </a:lnTo>
                <a:lnTo>
                  <a:pt x="874522" y="353186"/>
                </a:lnTo>
                <a:lnTo>
                  <a:pt x="880237" y="338454"/>
                </a:lnTo>
                <a:lnTo>
                  <a:pt x="868347" y="333879"/>
                </a:lnTo>
                <a:close/>
              </a:path>
              <a:path w="936625" h="377189">
                <a:moveTo>
                  <a:pt x="879221" y="305688"/>
                </a:moveTo>
                <a:lnTo>
                  <a:pt x="868347" y="333879"/>
                </a:lnTo>
                <a:lnTo>
                  <a:pt x="880237" y="338454"/>
                </a:lnTo>
                <a:lnTo>
                  <a:pt x="874522" y="353186"/>
                </a:lnTo>
                <a:lnTo>
                  <a:pt x="922592" y="353186"/>
                </a:lnTo>
                <a:lnTo>
                  <a:pt x="879221" y="305688"/>
                </a:lnTo>
                <a:close/>
              </a:path>
              <a:path w="936625" h="377189">
                <a:moveTo>
                  <a:pt x="73964" y="28186"/>
                </a:moveTo>
                <a:lnTo>
                  <a:pt x="68235" y="43038"/>
                </a:lnTo>
                <a:lnTo>
                  <a:pt x="862660" y="348624"/>
                </a:lnTo>
                <a:lnTo>
                  <a:pt x="868347" y="333879"/>
                </a:lnTo>
                <a:lnTo>
                  <a:pt x="73964" y="28186"/>
                </a:lnTo>
                <a:close/>
              </a:path>
              <a:path w="936625" h="377189">
                <a:moveTo>
                  <a:pt x="84836" y="0"/>
                </a:moveTo>
                <a:lnTo>
                  <a:pt x="0" y="8254"/>
                </a:lnTo>
                <a:lnTo>
                  <a:pt x="57404" y="71119"/>
                </a:lnTo>
                <a:lnTo>
                  <a:pt x="68235" y="43038"/>
                </a:lnTo>
                <a:lnTo>
                  <a:pt x="56387" y="38480"/>
                </a:lnTo>
                <a:lnTo>
                  <a:pt x="62102" y="23621"/>
                </a:lnTo>
                <a:lnTo>
                  <a:pt x="75724" y="23621"/>
                </a:lnTo>
                <a:lnTo>
                  <a:pt x="84836" y="0"/>
                </a:lnTo>
                <a:close/>
              </a:path>
              <a:path w="936625" h="377189">
                <a:moveTo>
                  <a:pt x="62102" y="23621"/>
                </a:moveTo>
                <a:lnTo>
                  <a:pt x="56387" y="38480"/>
                </a:lnTo>
                <a:lnTo>
                  <a:pt x="68235" y="43038"/>
                </a:lnTo>
                <a:lnTo>
                  <a:pt x="73964" y="28186"/>
                </a:lnTo>
                <a:lnTo>
                  <a:pt x="62102" y="23621"/>
                </a:lnTo>
                <a:close/>
              </a:path>
              <a:path w="936625" h="377189">
                <a:moveTo>
                  <a:pt x="75724" y="23621"/>
                </a:moveTo>
                <a:lnTo>
                  <a:pt x="62102" y="23621"/>
                </a:lnTo>
                <a:lnTo>
                  <a:pt x="73964" y="28186"/>
                </a:lnTo>
                <a:lnTo>
                  <a:pt x="75724" y="23621"/>
                </a:lnTo>
                <a:close/>
              </a:path>
            </a:pathLst>
          </a:custGeom>
          <a:solidFill>
            <a:srgbClr val="FF0000"/>
          </a:solidFill>
        </p:spPr>
        <p:txBody>
          <a:bodyPr wrap="square" lIns="0" tIns="0" rIns="0" bIns="0" rtlCol="0"/>
          <a:lstStyle/>
          <a:p/>
        </p:txBody>
      </p:sp>
      <p:sp>
        <p:nvSpPr>
          <p:cNvPr id="16" name="object 16" descr=""/>
          <p:cNvSpPr/>
          <p:nvPr/>
        </p:nvSpPr>
        <p:spPr>
          <a:xfrm>
            <a:off x="3071876" y="5251196"/>
            <a:ext cx="936625" cy="377190"/>
          </a:xfrm>
          <a:custGeom>
            <a:avLst/>
            <a:gdLst/>
            <a:ahLst/>
            <a:cxnLst/>
            <a:rect l="l" t="t" r="r" b="b"/>
            <a:pathLst>
              <a:path w="936625" h="377189">
                <a:moveTo>
                  <a:pt x="862596" y="348620"/>
                </a:moveTo>
                <a:lnTo>
                  <a:pt x="851788" y="376745"/>
                </a:lnTo>
                <a:lnTo>
                  <a:pt x="936498" y="368553"/>
                </a:lnTo>
                <a:lnTo>
                  <a:pt x="922442" y="353161"/>
                </a:lnTo>
                <a:lnTo>
                  <a:pt x="874395" y="353161"/>
                </a:lnTo>
                <a:lnTo>
                  <a:pt x="862596" y="348620"/>
                </a:lnTo>
                <a:close/>
              </a:path>
              <a:path w="936625" h="377189">
                <a:moveTo>
                  <a:pt x="868293" y="333794"/>
                </a:moveTo>
                <a:lnTo>
                  <a:pt x="862596" y="348620"/>
                </a:lnTo>
                <a:lnTo>
                  <a:pt x="874395" y="353161"/>
                </a:lnTo>
                <a:lnTo>
                  <a:pt x="880110" y="338340"/>
                </a:lnTo>
                <a:lnTo>
                  <a:pt x="868293" y="333794"/>
                </a:lnTo>
                <a:close/>
              </a:path>
              <a:path w="936625" h="377189">
                <a:moveTo>
                  <a:pt x="879094" y="305688"/>
                </a:moveTo>
                <a:lnTo>
                  <a:pt x="868293" y="333794"/>
                </a:lnTo>
                <a:lnTo>
                  <a:pt x="880110" y="338340"/>
                </a:lnTo>
                <a:lnTo>
                  <a:pt x="874395" y="353161"/>
                </a:lnTo>
                <a:lnTo>
                  <a:pt x="922442" y="353161"/>
                </a:lnTo>
                <a:lnTo>
                  <a:pt x="879094" y="305688"/>
                </a:lnTo>
                <a:close/>
              </a:path>
              <a:path w="936625" h="377189">
                <a:moveTo>
                  <a:pt x="73897" y="28159"/>
                </a:moveTo>
                <a:lnTo>
                  <a:pt x="68233" y="42912"/>
                </a:lnTo>
                <a:lnTo>
                  <a:pt x="862596" y="348620"/>
                </a:lnTo>
                <a:lnTo>
                  <a:pt x="868293" y="333794"/>
                </a:lnTo>
                <a:lnTo>
                  <a:pt x="73897" y="28159"/>
                </a:lnTo>
                <a:close/>
              </a:path>
              <a:path w="936625" h="377189">
                <a:moveTo>
                  <a:pt x="84709" y="0"/>
                </a:moveTo>
                <a:lnTo>
                  <a:pt x="0" y="8127"/>
                </a:lnTo>
                <a:lnTo>
                  <a:pt x="57404" y="71119"/>
                </a:lnTo>
                <a:lnTo>
                  <a:pt x="68233" y="42912"/>
                </a:lnTo>
                <a:lnTo>
                  <a:pt x="56387" y="38353"/>
                </a:lnTo>
                <a:lnTo>
                  <a:pt x="62103" y="23621"/>
                </a:lnTo>
                <a:lnTo>
                  <a:pt x="75639" y="23621"/>
                </a:lnTo>
                <a:lnTo>
                  <a:pt x="84709" y="0"/>
                </a:lnTo>
                <a:close/>
              </a:path>
              <a:path w="936625" h="377189">
                <a:moveTo>
                  <a:pt x="62103" y="23621"/>
                </a:moveTo>
                <a:lnTo>
                  <a:pt x="56387" y="38353"/>
                </a:lnTo>
                <a:lnTo>
                  <a:pt x="68233" y="42912"/>
                </a:lnTo>
                <a:lnTo>
                  <a:pt x="73897" y="28159"/>
                </a:lnTo>
                <a:lnTo>
                  <a:pt x="62103" y="23621"/>
                </a:lnTo>
                <a:close/>
              </a:path>
              <a:path w="936625" h="377189">
                <a:moveTo>
                  <a:pt x="75639" y="23621"/>
                </a:moveTo>
                <a:lnTo>
                  <a:pt x="62103" y="23621"/>
                </a:lnTo>
                <a:lnTo>
                  <a:pt x="73897" y="28159"/>
                </a:lnTo>
                <a:lnTo>
                  <a:pt x="75639" y="23621"/>
                </a:lnTo>
                <a:close/>
              </a:path>
            </a:pathLst>
          </a:custGeom>
          <a:solidFill>
            <a:srgbClr val="FF0000"/>
          </a:solidFill>
        </p:spPr>
        <p:txBody>
          <a:bodyPr wrap="square" lIns="0" tIns="0" rIns="0" bIns="0" rtlCol="0"/>
          <a:lstStyle/>
          <a:p/>
        </p:txBody>
      </p:sp>
      <p:sp>
        <p:nvSpPr>
          <p:cNvPr id="17" name="object 17" descr=""/>
          <p:cNvSpPr txBox="1"/>
          <p:nvPr/>
        </p:nvSpPr>
        <p:spPr>
          <a:xfrm>
            <a:off x="559714" y="3383660"/>
            <a:ext cx="941069" cy="1122680"/>
          </a:xfrm>
          <a:prstGeom prst="rect">
            <a:avLst/>
          </a:prstGeom>
        </p:spPr>
        <p:txBody>
          <a:bodyPr wrap="square" lIns="0" tIns="12700" rIns="0" bIns="0" rtlCol="0" vert="horz">
            <a:spAutoFit/>
          </a:bodyPr>
          <a:lstStyle/>
          <a:p>
            <a:pPr marL="12700" marR="5080">
              <a:lnSpc>
                <a:spcPct val="150000"/>
              </a:lnSpc>
              <a:spcBef>
                <a:spcPts val="100"/>
              </a:spcBef>
            </a:pPr>
            <a:r>
              <a:rPr dirty="0" sz="2400" spc="-20">
                <a:solidFill>
                  <a:srgbClr val="FF0000"/>
                </a:solidFill>
                <a:latin typeface="黑体"/>
                <a:cs typeface="黑体"/>
              </a:rPr>
              <a:t>箭头指向冲突</a:t>
            </a:r>
            <a:endParaRPr sz="2400">
              <a:latin typeface="黑体"/>
              <a:cs typeface="黑体"/>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388233" y="161289"/>
            <a:ext cx="4500245"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10"/>
              <a:t> 流水线的相关与冲突</a:t>
            </a:r>
          </a:p>
        </p:txBody>
      </p:sp>
      <p:sp>
        <p:nvSpPr>
          <p:cNvPr id="10" name="object 10" descr=""/>
          <p:cNvSpPr txBox="1"/>
          <p:nvPr/>
        </p:nvSpPr>
        <p:spPr>
          <a:xfrm>
            <a:off x="1528317" y="632206"/>
            <a:ext cx="6611620" cy="1805305"/>
          </a:xfrm>
          <a:prstGeom prst="rect">
            <a:avLst/>
          </a:prstGeom>
        </p:spPr>
        <p:txBody>
          <a:bodyPr wrap="square" lIns="0" tIns="12700" rIns="0" bIns="0" rtlCol="0" vert="horz">
            <a:spAutoFit/>
          </a:bodyPr>
          <a:lstStyle/>
          <a:p>
            <a:pPr marL="1213485" marR="5080" indent="-1201420">
              <a:lnSpc>
                <a:spcPct val="133300"/>
              </a:lnSpc>
              <a:spcBef>
                <a:spcPts val="100"/>
              </a:spcBef>
              <a:tabLst>
                <a:tab pos="2432685" algn="l"/>
              </a:tabLst>
            </a:pPr>
            <a:r>
              <a:rPr dirty="0" sz="2400" spc="-20" b="1">
                <a:solidFill>
                  <a:srgbClr val="E14B04"/>
                </a:solidFill>
                <a:latin typeface="宋体"/>
                <a:cs typeface="宋体"/>
              </a:rPr>
              <a:t>举例：</a:t>
            </a:r>
            <a:r>
              <a:rPr dirty="0" sz="2400" spc="-20" b="1">
                <a:latin typeface="宋体"/>
                <a:cs typeface="宋体"/>
              </a:rPr>
              <a:t>请为下列表达式生成没有暂停的指令序</a:t>
            </a:r>
            <a:r>
              <a:rPr dirty="0" sz="2400" spc="-10" b="1">
                <a:latin typeface="宋体"/>
                <a:cs typeface="宋体"/>
              </a:rPr>
              <a:t>列</a:t>
            </a:r>
            <a:r>
              <a:rPr dirty="0" sz="2400" spc="-50" b="1">
                <a:latin typeface="黑体"/>
                <a:cs typeface="黑体"/>
              </a:rPr>
              <a:t>: </a:t>
            </a:r>
            <a:r>
              <a:rPr dirty="0" sz="2400" spc="-10">
                <a:solidFill>
                  <a:srgbClr val="008000"/>
                </a:solidFill>
                <a:latin typeface="黑体"/>
                <a:cs typeface="黑体"/>
              </a:rPr>
              <a:t>A＝B＋C</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marL="1213485">
              <a:lnSpc>
                <a:spcPct val="100000"/>
              </a:lnSpc>
              <a:spcBef>
                <a:spcPts val="580"/>
              </a:spcBef>
              <a:tabLst>
                <a:tab pos="2432685" algn="l"/>
              </a:tabLst>
            </a:pPr>
            <a:r>
              <a:rPr dirty="0" sz="2400" spc="-10">
                <a:solidFill>
                  <a:srgbClr val="008000"/>
                </a:solidFill>
                <a:latin typeface="黑体"/>
                <a:cs typeface="黑体"/>
              </a:rPr>
              <a:t>D＝E－F</a:t>
            </a:r>
            <a:r>
              <a:rPr dirty="0" sz="2400">
                <a:solidFill>
                  <a:srgbClr val="008000"/>
                </a:solidFill>
                <a:latin typeface="黑体"/>
                <a:cs typeface="黑体"/>
              </a:rPr>
              <a:t>	</a:t>
            </a:r>
            <a:r>
              <a:rPr dirty="0" sz="2400" spc="-50">
                <a:solidFill>
                  <a:srgbClr val="008000"/>
                </a:solidFill>
                <a:latin typeface="黑体"/>
                <a:cs typeface="黑体"/>
              </a:rPr>
              <a:t>；</a:t>
            </a:r>
            <a:endParaRPr sz="2400">
              <a:latin typeface="黑体"/>
              <a:cs typeface="黑体"/>
            </a:endParaRPr>
          </a:p>
          <a:p>
            <a:pPr marL="906780">
              <a:lnSpc>
                <a:spcPct val="100000"/>
              </a:lnSpc>
              <a:spcBef>
                <a:spcPts val="470"/>
              </a:spcBef>
            </a:pPr>
            <a:r>
              <a:rPr dirty="0" sz="2000" spc="-10" b="1">
                <a:latin typeface="宋体"/>
                <a:cs typeface="宋体"/>
              </a:rPr>
              <a:t>假设载入延迟为</a:t>
            </a:r>
            <a:r>
              <a:rPr dirty="0" sz="2000" spc="-10" b="1">
                <a:solidFill>
                  <a:srgbClr val="9933FF"/>
                </a:solidFill>
                <a:latin typeface="宋体"/>
                <a:cs typeface="宋体"/>
              </a:rPr>
              <a:t>1</a:t>
            </a:r>
            <a:r>
              <a:rPr dirty="0" sz="2000" spc="-10" b="1">
                <a:solidFill>
                  <a:srgbClr val="080808"/>
                </a:solidFill>
                <a:latin typeface="宋体"/>
                <a:cs typeface="宋体"/>
              </a:rPr>
              <a:t>个</a:t>
            </a:r>
            <a:r>
              <a:rPr dirty="0" sz="2000" spc="-30" b="1">
                <a:latin typeface="宋体"/>
                <a:cs typeface="宋体"/>
              </a:rPr>
              <a:t>时钟周期。</a:t>
            </a:r>
            <a:endParaRPr sz="2000">
              <a:latin typeface="宋体"/>
              <a:cs typeface="宋体"/>
            </a:endParaRPr>
          </a:p>
        </p:txBody>
      </p:sp>
      <p:grpSp>
        <p:nvGrpSpPr>
          <p:cNvPr id="11" name="object 11" descr=""/>
          <p:cNvGrpSpPr/>
          <p:nvPr/>
        </p:nvGrpSpPr>
        <p:grpSpPr>
          <a:xfrm>
            <a:off x="2557462" y="2843212"/>
            <a:ext cx="7324725" cy="1933575"/>
            <a:chOff x="2557462" y="2843212"/>
            <a:chExt cx="7324725" cy="1933575"/>
          </a:xfrm>
        </p:grpSpPr>
        <p:pic>
          <p:nvPicPr>
            <p:cNvPr id="12" name="object 12" descr=""/>
            <p:cNvPicPr/>
            <p:nvPr/>
          </p:nvPicPr>
          <p:blipFill>
            <a:blip r:embed="rId2" cstate="print"/>
            <a:stretch>
              <a:fillRect/>
            </a:stretch>
          </p:blipFill>
          <p:spPr>
            <a:xfrm>
              <a:off x="2586101" y="2852674"/>
              <a:ext cx="7286625" cy="1914525"/>
            </a:xfrm>
            <a:prstGeom prst="rect">
              <a:avLst/>
            </a:prstGeom>
          </p:spPr>
        </p:pic>
        <p:sp>
          <p:nvSpPr>
            <p:cNvPr id="13" name="object 13" descr=""/>
            <p:cNvSpPr/>
            <p:nvPr/>
          </p:nvSpPr>
          <p:spPr>
            <a:xfrm>
              <a:off x="2562225" y="2847975"/>
              <a:ext cx="7315200" cy="1924050"/>
            </a:xfrm>
            <a:custGeom>
              <a:avLst/>
              <a:gdLst/>
              <a:ahLst/>
              <a:cxnLst/>
              <a:rect l="l" t="t" r="r" b="b"/>
              <a:pathLst>
                <a:path w="7315200" h="1924050">
                  <a:moveTo>
                    <a:pt x="0" y="1924050"/>
                  </a:moveTo>
                  <a:lnTo>
                    <a:pt x="7315200" y="1924050"/>
                  </a:lnTo>
                  <a:lnTo>
                    <a:pt x="7315200" y="0"/>
                  </a:lnTo>
                  <a:lnTo>
                    <a:pt x="0" y="0"/>
                  </a:lnTo>
                  <a:lnTo>
                    <a:pt x="0" y="1924050"/>
                  </a:lnTo>
                  <a:close/>
                </a:path>
              </a:pathLst>
            </a:custGeom>
            <a:ln w="9525">
              <a:solidFill>
                <a:srgbClr val="40458B"/>
              </a:solidFill>
            </a:ln>
          </p:spPr>
          <p:txBody>
            <a:bodyPr wrap="square" lIns="0" tIns="0" rIns="0" bIns="0" rtlCol="0"/>
            <a:lstStyle/>
            <a:p/>
          </p:txBody>
        </p:sp>
      </p:grpSp>
      <p:sp>
        <p:nvSpPr>
          <p:cNvPr id="14" name="object 14" descr=""/>
          <p:cNvSpPr txBox="1"/>
          <p:nvPr/>
        </p:nvSpPr>
        <p:spPr>
          <a:xfrm>
            <a:off x="192087" y="4902200"/>
            <a:ext cx="11736705" cy="1692275"/>
          </a:xfrm>
          <a:prstGeom prst="rect">
            <a:avLst/>
          </a:prstGeom>
          <a:solidFill>
            <a:srgbClr val="D4D6EB"/>
          </a:solidFill>
        </p:spPr>
        <p:txBody>
          <a:bodyPr wrap="square" lIns="0" tIns="153035" rIns="0" bIns="0" rtlCol="0" vert="horz">
            <a:spAutoFit/>
          </a:bodyPr>
          <a:lstStyle/>
          <a:p>
            <a:pPr marL="90805">
              <a:lnSpc>
                <a:spcPct val="100000"/>
              </a:lnSpc>
              <a:spcBef>
                <a:spcPts val="1205"/>
              </a:spcBef>
            </a:pPr>
            <a:r>
              <a:rPr dirty="0" sz="2400" spc="-10">
                <a:solidFill>
                  <a:srgbClr val="4D4D4D"/>
                </a:solidFill>
                <a:latin typeface="黑体"/>
                <a:cs typeface="黑体"/>
              </a:rPr>
              <a:t>在第三条加的时候就会出现问题，就需要</a:t>
            </a:r>
            <a:r>
              <a:rPr dirty="0" sz="2400" spc="-20">
                <a:solidFill>
                  <a:srgbClr val="4D4D4D"/>
                </a:solidFill>
                <a:latin typeface="Calibri"/>
                <a:cs typeface="Calibri"/>
              </a:rPr>
              <a:t>stall</a:t>
            </a:r>
            <a:r>
              <a:rPr dirty="0" sz="2400" spc="-10">
                <a:solidFill>
                  <a:srgbClr val="4D4D4D"/>
                </a:solidFill>
                <a:latin typeface="黑体"/>
                <a:cs typeface="黑体"/>
              </a:rPr>
              <a:t>了，</a:t>
            </a:r>
            <a:r>
              <a:rPr dirty="0" sz="2400" spc="-10">
                <a:solidFill>
                  <a:srgbClr val="FF0000"/>
                </a:solidFill>
                <a:latin typeface="黑体"/>
                <a:cs typeface="黑体"/>
              </a:rPr>
              <a:t>因为</a:t>
            </a:r>
            <a:r>
              <a:rPr dirty="0" sz="2400" spc="-20">
                <a:solidFill>
                  <a:srgbClr val="FF0000"/>
                </a:solidFill>
                <a:latin typeface="Calibri"/>
                <a:cs typeface="Calibri"/>
              </a:rPr>
              <a:t>DADD</a:t>
            </a:r>
            <a:r>
              <a:rPr dirty="0" sz="2400" spc="-10">
                <a:solidFill>
                  <a:srgbClr val="FF0000"/>
                </a:solidFill>
                <a:latin typeface="黑体"/>
                <a:cs typeface="黑体"/>
              </a:rPr>
              <a:t>执行的时候</a:t>
            </a:r>
            <a:r>
              <a:rPr dirty="0" sz="2400" spc="-20">
                <a:solidFill>
                  <a:srgbClr val="FF0000"/>
                </a:solidFill>
                <a:latin typeface="Calibri"/>
                <a:cs typeface="Calibri"/>
              </a:rPr>
              <a:t>ALU</a:t>
            </a:r>
            <a:r>
              <a:rPr dirty="0" sz="2400" spc="-20">
                <a:solidFill>
                  <a:srgbClr val="FF0000"/>
                </a:solidFill>
                <a:latin typeface="黑体"/>
                <a:cs typeface="黑体"/>
              </a:rPr>
              <a:t>需要上一条</a:t>
            </a:r>
            <a:endParaRPr sz="2400">
              <a:latin typeface="黑体"/>
              <a:cs typeface="黑体"/>
            </a:endParaRPr>
          </a:p>
          <a:p>
            <a:pPr marL="90805" marR="180975">
              <a:lnSpc>
                <a:spcPct val="150000"/>
              </a:lnSpc>
              <a:spcBef>
                <a:spcPts val="5"/>
              </a:spcBef>
            </a:pPr>
            <a:r>
              <a:rPr dirty="0" sz="2400">
                <a:solidFill>
                  <a:srgbClr val="FF0000"/>
                </a:solidFill>
                <a:latin typeface="黑体"/>
                <a:cs typeface="黑体"/>
              </a:rPr>
              <a:t>内存访问</a:t>
            </a:r>
            <a:r>
              <a:rPr dirty="0" sz="2400" spc="-10">
                <a:solidFill>
                  <a:srgbClr val="FF0000"/>
                </a:solidFill>
                <a:latin typeface="Calibri"/>
                <a:cs typeface="Calibri"/>
              </a:rPr>
              <a:t>load</a:t>
            </a:r>
            <a:r>
              <a:rPr dirty="0" sz="2400">
                <a:solidFill>
                  <a:srgbClr val="FF0000"/>
                </a:solidFill>
                <a:latin typeface="黑体"/>
                <a:cs typeface="黑体"/>
              </a:rPr>
              <a:t>进来的</a:t>
            </a:r>
            <a:r>
              <a:rPr dirty="0" sz="2400">
                <a:solidFill>
                  <a:srgbClr val="FF0000"/>
                </a:solidFill>
                <a:latin typeface="Calibri"/>
                <a:cs typeface="Calibri"/>
              </a:rPr>
              <a:t>c</a:t>
            </a:r>
            <a:r>
              <a:rPr dirty="0" sz="2400">
                <a:solidFill>
                  <a:srgbClr val="FF0000"/>
                </a:solidFill>
                <a:latin typeface="黑体"/>
                <a:cs typeface="黑体"/>
              </a:rPr>
              <a:t>的值</a:t>
            </a:r>
            <a:r>
              <a:rPr dirty="0" sz="2400">
                <a:solidFill>
                  <a:srgbClr val="4D4D4D"/>
                </a:solidFill>
                <a:latin typeface="黑体"/>
                <a:cs typeface="黑体"/>
              </a:rPr>
              <a:t>。此时把后面的</a:t>
            </a:r>
            <a:r>
              <a:rPr dirty="0" sz="2400">
                <a:solidFill>
                  <a:srgbClr val="4D4D4D"/>
                </a:solidFill>
                <a:latin typeface="Calibri"/>
                <a:cs typeface="Calibri"/>
              </a:rPr>
              <a:t>load </a:t>
            </a:r>
            <a:r>
              <a:rPr dirty="0" sz="2400" spc="-20">
                <a:solidFill>
                  <a:srgbClr val="4D4D4D"/>
                </a:solidFill>
                <a:latin typeface="Calibri"/>
                <a:cs typeface="Calibri"/>
              </a:rPr>
              <a:t>Re,E</a:t>
            </a:r>
            <a:r>
              <a:rPr dirty="0" sz="2400">
                <a:solidFill>
                  <a:srgbClr val="4D4D4D"/>
                </a:solidFill>
                <a:latin typeface="黑体"/>
                <a:cs typeface="黑体"/>
              </a:rPr>
              <a:t>提到这里进行，就不需要</a:t>
            </a:r>
            <a:r>
              <a:rPr dirty="0" sz="2400" spc="-20">
                <a:solidFill>
                  <a:srgbClr val="4D4D4D"/>
                </a:solidFill>
                <a:latin typeface="Calibri"/>
                <a:cs typeface="Calibri"/>
              </a:rPr>
              <a:t>stall</a:t>
            </a:r>
            <a:r>
              <a:rPr dirty="0" sz="2400" spc="-20">
                <a:solidFill>
                  <a:srgbClr val="4D4D4D"/>
                </a:solidFill>
                <a:latin typeface="黑体"/>
                <a:cs typeface="黑体"/>
              </a:rPr>
              <a:t>了，这</a:t>
            </a:r>
            <a:r>
              <a:rPr dirty="0" sz="2400">
                <a:solidFill>
                  <a:srgbClr val="4D4D4D"/>
                </a:solidFill>
                <a:latin typeface="黑体"/>
                <a:cs typeface="黑体"/>
              </a:rPr>
              <a:t>就是</a:t>
            </a:r>
            <a:r>
              <a:rPr dirty="0" sz="2400" spc="-5">
                <a:solidFill>
                  <a:srgbClr val="FF0000"/>
                </a:solidFill>
                <a:latin typeface="黑体"/>
                <a:cs typeface="黑体"/>
              </a:rPr>
              <a:t>静态调度</a:t>
            </a:r>
            <a:r>
              <a:rPr dirty="0" sz="2400" spc="-10">
                <a:solidFill>
                  <a:srgbClr val="4D4D4D"/>
                </a:solidFill>
                <a:latin typeface="黑体"/>
                <a:cs typeface="黑体"/>
              </a:rPr>
              <a:t>的解决思路。</a:t>
            </a:r>
            <a:endParaRPr sz="2400">
              <a:latin typeface="黑体"/>
              <a:cs typeface="黑体"/>
            </a:endParaRPr>
          </a:p>
        </p:txBody>
      </p:sp>
      <p:grpSp>
        <p:nvGrpSpPr>
          <p:cNvPr id="15" name="object 15" descr=""/>
          <p:cNvGrpSpPr/>
          <p:nvPr/>
        </p:nvGrpSpPr>
        <p:grpSpPr>
          <a:xfrm>
            <a:off x="5232400" y="744473"/>
            <a:ext cx="5507355" cy="1978025"/>
            <a:chOff x="5232400" y="744473"/>
            <a:chExt cx="5507355" cy="1978025"/>
          </a:xfrm>
        </p:grpSpPr>
        <p:pic>
          <p:nvPicPr>
            <p:cNvPr id="16" name="object 16" descr=""/>
            <p:cNvPicPr/>
            <p:nvPr/>
          </p:nvPicPr>
          <p:blipFill>
            <a:blip r:embed="rId3" cstate="print"/>
            <a:stretch>
              <a:fillRect/>
            </a:stretch>
          </p:blipFill>
          <p:spPr>
            <a:xfrm>
              <a:off x="5232400" y="744473"/>
              <a:ext cx="5506974" cy="1978025"/>
            </a:xfrm>
            <a:prstGeom prst="rect">
              <a:avLst/>
            </a:prstGeom>
          </p:spPr>
        </p:pic>
        <p:sp>
          <p:nvSpPr>
            <p:cNvPr id="17" name="object 17" descr=""/>
            <p:cNvSpPr/>
            <p:nvPr/>
          </p:nvSpPr>
          <p:spPr>
            <a:xfrm>
              <a:off x="7101713" y="1917065"/>
              <a:ext cx="938530" cy="584200"/>
            </a:xfrm>
            <a:custGeom>
              <a:avLst/>
              <a:gdLst/>
              <a:ahLst/>
              <a:cxnLst/>
              <a:rect l="l" t="t" r="r" b="b"/>
              <a:pathLst>
                <a:path w="938529" h="584200">
                  <a:moveTo>
                    <a:pt x="871181" y="36174"/>
                  </a:moveTo>
                  <a:lnTo>
                    <a:pt x="0" y="575818"/>
                  </a:lnTo>
                  <a:lnTo>
                    <a:pt x="5079" y="583819"/>
                  </a:lnTo>
                  <a:lnTo>
                    <a:pt x="876137" y="44174"/>
                  </a:lnTo>
                  <a:lnTo>
                    <a:pt x="871181" y="36174"/>
                  </a:lnTo>
                  <a:close/>
                </a:path>
                <a:path w="938529" h="584200">
                  <a:moveTo>
                    <a:pt x="920239" y="29463"/>
                  </a:moveTo>
                  <a:lnTo>
                    <a:pt x="882014" y="29463"/>
                  </a:lnTo>
                  <a:lnTo>
                    <a:pt x="886967" y="37464"/>
                  </a:lnTo>
                  <a:lnTo>
                    <a:pt x="876137" y="44174"/>
                  </a:lnTo>
                  <a:lnTo>
                    <a:pt x="893698" y="72517"/>
                  </a:lnTo>
                  <a:lnTo>
                    <a:pt x="920239" y="29463"/>
                  </a:lnTo>
                  <a:close/>
                </a:path>
                <a:path w="938529" h="584200">
                  <a:moveTo>
                    <a:pt x="882014" y="29463"/>
                  </a:moveTo>
                  <a:lnTo>
                    <a:pt x="871181" y="36174"/>
                  </a:lnTo>
                  <a:lnTo>
                    <a:pt x="876137" y="44174"/>
                  </a:lnTo>
                  <a:lnTo>
                    <a:pt x="886967" y="37464"/>
                  </a:lnTo>
                  <a:lnTo>
                    <a:pt x="882014" y="29463"/>
                  </a:lnTo>
                  <a:close/>
                </a:path>
                <a:path w="938529" h="584200">
                  <a:moveTo>
                    <a:pt x="938402" y="0"/>
                  </a:moveTo>
                  <a:lnTo>
                    <a:pt x="853566" y="7747"/>
                  </a:lnTo>
                  <a:lnTo>
                    <a:pt x="871181" y="36174"/>
                  </a:lnTo>
                  <a:lnTo>
                    <a:pt x="882014" y="29463"/>
                  </a:lnTo>
                  <a:lnTo>
                    <a:pt x="920239" y="29463"/>
                  </a:lnTo>
                  <a:lnTo>
                    <a:pt x="938402" y="0"/>
                  </a:lnTo>
                  <a:close/>
                </a:path>
              </a:pathLst>
            </a:custGeom>
            <a:solidFill>
              <a:srgbClr val="E14B04"/>
            </a:solidFill>
          </p:spPr>
          <p:txBody>
            <a:bodyPr wrap="square" lIns="0" tIns="0" rIns="0" bIns="0" rtlCol="0"/>
            <a:lstStyle/>
            <a:p/>
          </p:txBody>
        </p:sp>
      </p:gr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9448292" y="264921"/>
            <a:ext cx="1653539" cy="513715"/>
          </a:xfrm>
          <a:prstGeom prst="rect">
            <a:avLst/>
          </a:prstGeom>
        </p:spPr>
        <p:txBody>
          <a:bodyPr wrap="square" lIns="0" tIns="12700" rIns="0" bIns="0" rtlCol="0" vert="horz">
            <a:spAutoFit/>
          </a:bodyPr>
          <a:lstStyle/>
          <a:p>
            <a:pPr marL="12700">
              <a:lnSpc>
                <a:spcPct val="100000"/>
              </a:lnSpc>
              <a:spcBef>
                <a:spcPts val="100"/>
              </a:spcBef>
            </a:pPr>
            <a:r>
              <a:rPr dirty="0" sz="3200" spc="-15">
                <a:solidFill>
                  <a:srgbClr val="4F55AC"/>
                </a:solidFill>
                <a:latin typeface="黑体"/>
                <a:cs typeface="黑体"/>
              </a:rPr>
              <a:t>控制冲突</a:t>
            </a:r>
            <a:endParaRPr sz="3200">
              <a:latin typeface="黑体"/>
              <a:cs typeface="黑体"/>
            </a:endParaRPr>
          </a:p>
        </p:txBody>
      </p:sp>
      <p:sp>
        <p:nvSpPr>
          <p:cNvPr id="10" name="object 10" descr=""/>
          <p:cNvSpPr txBox="1"/>
          <p:nvPr/>
        </p:nvSpPr>
        <p:spPr>
          <a:xfrm>
            <a:off x="660298" y="1279397"/>
            <a:ext cx="2085975" cy="436880"/>
          </a:xfrm>
          <a:prstGeom prst="rect">
            <a:avLst/>
          </a:prstGeom>
        </p:spPr>
        <p:txBody>
          <a:bodyPr wrap="square" lIns="0" tIns="12700" rIns="0" bIns="0" rtlCol="0" vert="horz">
            <a:spAutoFit/>
          </a:bodyPr>
          <a:lstStyle/>
          <a:p>
            <a:pPr marL="12700">
              <a:lnSpc>
                <a:spcPct val="100000"/>
              </a:lnSpc>
              <a:spcBef>
                <a:spcPts val="100"/>
              </a:spcBef>
            </a:pPr>
            <a:r>
              <a:rPr dirty="0" sz="2700" spc="-10">
                <a:solidFill>
                  <a:srgbClr val="FF09FF"/>
                </a:solidFill>
                <a:latin typeface="黑体"/>
                <a:cs typeface="黑体"/>
              </a:rPr>
              <a:t>先看一个例子</a:t>
            </a:r>
            <a:endParaRPr sz="2700">
              <a:latin typeface="黑体"/>
              <a:cs typeface="黑体"/>
            </a:endParaRPr>
          </a:p>
        </p:txBody>
      </p:sp>
      <p:sp>
        <p:nvSpPr>
          <p:cNvPr id="11" name="object 11" descr=""/>
          <p:cNvSpPr txBox="1"/>
          <p:nvPr/>
        </p:nvSpPr>
        <p:spPr>
          <a:xfrm>
            <a:off x="2170938" y="1978609"/>
            <a:ext cx="1501775" cy="1137285"/>
          </a:xfrm>
          <a:prstGeom prst="rect">
            <a:avLst/>
          </a:prstGeom>
        </p:spPr>
        <p:txBody>
          <a:bodyPr wrap="square" lIns="0" tIns="12700" rIns="0" bIns="0" rtlCol="0" vert="horz">
            <a:spAutoFit/>
          </a:bodyPr>
          <a:lstStyle/>
          <a:p>
            <a:pPr marL="12700">
              <a:lnSpc>
                <a:spcPct val="100000"/>
              </a:lnSpc>
              <a:spcBef>
                <a:spcPts val="100"/>
              </a:spcBef>
            </a:pPr>
            <a:r>
              <a:rPr dirty="0" sz="2700">
                <a:solidFill>
                  <a:srgbClr val="E14B04"/>
                </a:solidFill>
                <a:latin typeface="Tahoma"/>
                <a:cs typeface="Tahoma"/>
              </a:rPr>
              <a:t>if</a:t>
            </a:r>
            <a:r>
              <a:rPr dirty="0" sz="2700" spc="-5">
                <a:solidFill>
                  <a:srgbClr val="E14B04"/>
                </a:solidFill>
                <a:latin typeface="Tahoma"/>
                <a:cs typeface="Tahoma"/>
              </a:rPr>
              <a:t> </a:t>
            </a:r>
            <a:r>
              <a:rPr dirty="0" sz="2700">
                <a:solidFill>
                  <a:srgbClr val="E14B04"/>
                </a:solidFill>
                <a:latin typeface="Tahoma"/>
                <a:cs typeface="Tahoma"/>
              </a:rPr>
              <a:t>(i &lt; </a:t>
            </a:r>
            <a:r>
              <a:rPr dirty="0" sz="2700" spc="-25">
                <a:solidFill>
                  <a:srgbClr val="E14B04"/>
                </a:solidFill>
                <a:latin typeface="Tahoma"/>
                <a:cs typeface="Tahoma"/>
              </a:rPr>
              <a:t>10)</a:t>
            </a:r>
            <a:endParaRPr sz="2700">
              <a:latin typeface="Tahoma"/>
              <a:cs typeface="Tahoma"/>
            </a:endParaRPr>
          </a:p>
          <a:p>
            <a:pPr algn="ctr" marL="200025">
              <a:lnSpc>
                <a:spcPct val="100000"/>
              </a:lnSpc>
              <a:spcBef>
                <a:spcPts val="2270"/>
              </a:spcBef>
            </a:pPr>
            <a:r>
              <a:rPr dirty="0" sz="2700" spc="-50">
                <a:solidFill>
                  <a:srgbClr val="E14B04"/>
                </a:solidFill>
                <a:latin typeface="Tahoma"/>
                <a:cs typeface="Tahoma"/>
              </a:rPr>
              <a:t>{</a:t>
            </a:r>
            <a:endParaRPr sz="2700">
              <a:latin typeface="Tahoma"/>
              <a:cs typeface="Tahoma"/>
            </a:endParaRPr>
          </a:p>
        </p:txBody>
      </p:sp>
      <p:sp>
        <p:nvSpPr>
          <p:cNvPr id="12" name="object 12" descr=""/>
          <p:cNvSpPr txBox="1"/>
          <p:nvPr/>
        </p:nvSpPr>
        <p:spPr>
          <a:xfrm>
            <a:off x="443890" y="3378454"/>
            <a:ext cx="2039620" cy="1136650"/>
          </a:xfrm>
          <a:prstGeom prst="rect">
            <a:avLst/>
          </a:prstGeom>
        </p:spPr>
        <p:txBody>
          <a:bodyPr wrap="square" lIns="0" tIns="12700" rIns="0" bIns="0" rtlCol="0" vert="horz">
            <a:spAutoFit/>
          </a:bodyPr>
          <a:lstStyle/>
          <a:p>
            <a:pPr marL="12700">
              <a:lnSpc>
                <a:spcPct val="100000"/>
              </a:lnSpc>
              <a:spcBef>
                <a:spcPts val="100"/>
              </a:spcBef>
            </a:pPr>
            <a:r>
              <a:rPr dirty="0" sz="2700" spc="-20">
                <a:solidFill>
                  <a:srgbClr val="006FC0"/>
                </a:solidFill>
                <a:latin typeface="Tahoma"/>
                <a:cs typeface="Tahoma"/>
              </a:rPr>
              <a:t>/*</a:t>
            </a:r>
            <a:r>
              <a:rPr dirty="0" sz="2700" spc="-10">
                <a:solidFill>
                  <a:srgbClr val="006FC0"/>
                </a:solidFill>
                <a:latin typeface="黑体"/>
                <a:cs typeface="黑体"/>
              </a:rPr>
              <a:t>指令一：</a:t>
            </a:r>
            <a:r>
              <a:rPr dirty="0" sz="2700" spc="-25">
                <a:solidFill>
                  <a:srgbClr val="006FC0"/>
                </a:solidFill>
                <a:latin typeface="Tahoma"/>
                <a:cs typeface="Tahoma"/>
              </a:rPr>
              <a:t>*/</a:t>
            </a:r>
            <a:endParaRPr sz="2700">
              <a:latin typeface="Tahoma"/>
              <a:cs typeface="Tahoma"/>
            </a:endParaRPr>
          </a:p>
          <a:p>
            <a:pPr marL="12700">
              <a:lnSpc>
                <a:spcPct val="100000"/>
              </a:lnSpc>
              <a:spcBef>
                <a:spcPts val="2265"/>
              </a:spcBef>
            </a:pPr>
            <a:r>
              <a:rPr dirty="0" sz="2700" spc="-20">
                <a:solidFill>
                  <a:srgbClr val="006FC0"/>
                </a:solidFill>
                <a:latin typeface="Tahoma"/>
                <a:cs typeface="Tahoma"/>
              </a:rPr>
              <a:t>/*</a:t>
            </a:r>
            <a:r>
              <a:rPr dirty="0" sz="2700" spc="-10">
                <a:solidFill>
                  <a:srgbClr val="006FC0"/>
                </a:solidFill>
                <a:latin typeface="黑体"/>
                <a:cs typeface="黑体"/>
              </a:rPr>
              <a:t>指令二：</a:t>
            </a:r>
            <a:r>
              <a:rPr dirty="0" sz="2700" spc="-25">
                <a:solidFill>
                  <a:srgbClr val="006FC0"/>
                </a:solidFill>
                <a:latin typeface="Tahoma"/>
                <a:cs typeface="Tahoma"/>
              </a:rPr>
              <a:t>*/</a:t>
            </a:r>
            <a:endParaRPr sz="2700">
              <a:latin typeface="Tahoma"/>
              <a:cs typeface="Tahoma"/>
            </a:endParaRPr>
          </a:p>
        </p:txBody>
      </p:sp>
      <p:sp>
        <p:nvSpPr>
          <p:cNvPr id="13" name="object 13" descr=""/>
          <p:cNvSpPr txBox="1"/>
          <p:nvPr/>
        </p:nvSpPr>
        <p:spPr>
          <a:xfrm>
            <a:off x="3210305" y="3378454"/>
            <a:ext cx="1459865" cy="1136650"/>
          </a:xfrm>
          <a:prstGeom prst="rect">
            <a:avLst/>
          </a:prstGeom>
        </p:spPr>
        <p:txBody>
          <a:bodyPr wrap="square" lIns="0" tIns="12700" rIns="0" bIns="0" rtlCol="0" vert="horz">
            <a:spAutoFit/>
          </a:bodyPr>
          <a:lstStyle/>
          <a:p>
            <a:pPr marL="12700">
              <a:lnSpc>
                <a:spcPct val="100000"/>
              </a:lnSpc>
              <a:spcBef>
                <a:spcPts val="100"/>
              </a:spcBef>
            </a:pPr>
            <a:r>
              <a:rPr dirty="0" sz="2700">
                <a:solidFill>
                  <a:srgbClr val="E14B04"/>
                </a:solidFill>
                <a:latin typeface="Tahoma"/>
                <a:cs typeface="Tahoma"/>
              </a:rPr>
              <a:t>s</a:t>
            </a:r>
            <a:r>
              <a:rPr dirty="0" sz="2700" spc="-10">
                <a:solidFill>
                  <a:srgbClr val="E14B04"/>
                </a:solidFill>
                <a:latin typeface="Tahoma"/>
                <a:cs typeface="Tahoma"/>
              </a:rPr>
              <a:t> </a:t>
            </a:r>
            <a:r>
              <a:rPr dirty="0" sz="2700">
                <a:solidFill>
                  <a:srgbClr val="E14B04"/>
                </a:solidFill>
                <a:latin typeface="Tahoma"/>
                <a:cs typeface="Tahoma"/>
              </a:rPr>
              <a:t>=</a:t>
            </a:r>
            <a:r>
              <a:rPr dirty="0" sz="2700" spc="5">
                <a:solidFill>
                  <a:srgbClr val="E14B04"/>
                </a:solidFill>
                <a:latin typeface="Tahoma"/>
                <a:cs typeface="Tahoma"/>
              </a:rPr>
              <a:t> </a:t>
            </a:r>
            <a:r>
              <a:rPr dirty="0" sz="2700">
                <a:solidFill>
                  <a:srgbClr val="E14B04"/>
                </a:solidFill>
                <a:latin typeface="Tahoma"/>
                <a:cs typeface="Tahoma"/>
              </a:rPr>
              <a:t>s + </a:t>
            </a:r>
            <a:r>
              <a:rPr dirty="0" sz="2700" spc="-25">
                <a:solidFill>
                  <a:srgbClr val="E14B04"/>
                </a:solidFill>
                <a:latin typeface="Tahoma"/>
                <a:cs typeface="Tahoma"/>
              </a:rPr>
              <a:t>i;</a:t>
            </a:r>
            <a:endParaRPr sz="2700">
              <a:latin typeface="Tahoma"/>
              <a:cs typeface="Tahoma"/>
            </a:endParaRPr>
          </a:p>
          <a:p>
            <a:pPr marL="12700">
              <a:lnSpc>
                <a:spcPct val="100000"/>
              </a:lnSpc>
              <a:spcBef>
                <a:spcPts val="2265"/>
              </a:spcBef>
            </a:pPr>
            <a:r>
              <a:rPr dirty="0" sz="2700" spc="-20">
                <a:solidFill>
                  <a:srgbClr val="E14B04"/>
                </a:solidFill>
                <a:latin typeface="Tahoma"/>
                <a:cs typeface="Tahoma"/>
              </a:rPr>
              <a:t>i++;</a:t>
            </a:r>
            <a:endParaRPr sz="2700">
              <a:latin typeface="Tahoma"/>
              <a:cs typeface="Tahoma"/>
            </a:endParaRPr>
          </a:p>
        </p:txBody>
      </p:sp>
      <p:sp>
        <p:nvSpPr>
          <p:cNvPr id="14" name="object 14" descr=""/>
          <p:cNvSpPr txBox="1"/>
          <p:nvPr/>
        </p:nvSpPr>
        <p:spPr>
          <a:xfrm>
            <a:off x="443890" y="4777867"/>
            <a:ext cx="3886200" cy="1136650"/>
          </a:xfrm>
          <a:prstGeom prst="rect">
            <a:avLst/>
          </a:prstGeom>
        </p:spPr>
        <p:txBody>
          <a:bodyPr wrap="square" lIns="0" tIns="12700" rIns="0" bIns="0" rtlCol="0" vert="horz">
            <a:spAutoFit/>
          </a:bodyPr>
          <a:lstStyle/>
          <a:p>
            <a:pPr algn="r" marR="1109345">
              <a:lnSpc>
                <a:spcPct val="100000"/>
              </a:lnSpc>
              <a:spcBef>
                <a:spcPts val="100"/>
              </a:spcBef>
            </a:pPr>
            <a:r>
              <a:rPr dirty="0" sz="2700" spc="-50">
                <a:solidFill>
                  <a:srgbClr val="E14B04"/>
                </a:solidFill>
                <a:latin typeface="Tahoma"/>
                <a:cs typeface="Tahoma"/>
              </a:rPr>
              <a:t>}</a:t>
            </a:r>
            <a:endParaRPr sz="2700">
              <a:latin typeface="Tahoma"/>
              <a:cs typeface="Tahoma"/>
            </a:endParaRPr>
          </a:p>
          <a:p>
            <a:pPr marL="12700">
              <a:lnSpc>
                <a:spcPct val="100000"/>
              </a:lnSpc>
              <a:spcBef>
                <a:spcPts val="2265"/>
              </a:spcBef>
              <a:tabLst>
                <a:tab pos="2454275" algn="l"/>
              </a:tabLst>
            </a:pPr>
            <a:r>
              <a:rPr dirty="0" sz="2700" spc="-20">
                <a:solidFill>
                  <a:srgbClr val="006FC0"/>
                </a:solidFill>
                <a:latin typeface="Tahoma"/>
                <a:cs typeface="Tahoma"/>
              </a:rPr>
              <a:t>/*</a:t>
            </a:r>
            <a:r>
              <a:rPr dirty="0" sz="2700">
                <a:solidFill>
                  <a:srgbClr val="006FC0"/>
                </a:solidFill>
                <a:latin typeface="黑体"/>
                <a:cs typeface="黑体"/>
              </a:rPr>
              <a:t>指令三</a:t>
            </a:r>
            <a:r>
              <a:rPr dirty="0" sz="2700" spc="-25">
                <a:solidFill>
                  <a:srgbClr val="006FC0"/>
                </a:solidFill>
                <a:latin typeface="黑体"/>
                <a:cs typeface="黑体"/>
              </a:rPr>
              <a:t>：</a:t>
            </a:r>
            <a:r>
              <a:rPr dirty="0" sz="2700" spc="-25">
                <a:solidFill>
                  <a:srgbClr val="006FC0"/>
                </a:solidFill>
                <a:latin typeface="Tahoma"/>
                <a:cs typeface="Tahoma"/>
              </a:rPr>
              <a:t>*/</a:t>
            </a:r>
            <a:r>
              <a:rPr dirty="0" sz="2700">
                <a:solidFill>
                  <a:srgbClr val="006FC0"/>
                </a:solidFill>
                <a:latin typeface="Tahoma"/>
                <a:cs typeface="Tahoma"/>
              </a:rPr>
              <a:t>	</a:t>
            </a:r>
            <a:r>
              <a:rPr dirty="0" sz="2700">
                <a:solidFill>
                  <a:srgbClr val="E14B04"/>
                </a:solidFill>
                <a:latin typeface="Tahoma"/>
                <a:cs typeface="Tahoma"/>
              </a:rPr>
              <a:t>s = s - </a:t>
            </a:r>
            <a:r>
              <a:rPr dirty="0" sz="2700" spc="-25">
                <a:solidFill>
                  <a:srgbClr val="E14B04"/>
                </a:solidFill>
                <a:latin typeface="Tahoma"/>
                <a:cs typeface="Tahoma"/>
              </a:rPr>
              <a:t>2;</a:t>
            </a:r>
            <a:endParaRPr sz="2700">
              <a:latin typeface="Tahoma"/>
              <a:cs typeface="Tahoma"/>
            </a:endParaRPr>
          </a:p>
        </p:txBody>
      </p:sp>
      <p:grpSp>
        <p:nvGrpSpPr>
          <p:cNvPr id="15" name="object 15" descr=""/>
          <p:cNvGrpSpPr/>
          <p:nvPr/>
        </p:nvGrpSpPr>
        <p:grpSpPr>
          <a:xfrm>
            <a:off x="5850001" y="836675"/>
            <a:ext cx="6342380" cy="2453005"/>
            <a:chOff x="5850001" y="836675"/>
            <a:chExt cx="6342380" cy="2453005"/>
          </a:xfrm>
        </p:grpSpPr>
        <p:sp>
          <p:nvSpPr>
            <p:cNvPr id="16" name="object 16" descr=""/>
            <p:cNvSpPr/>
            <p:nvPr/>
          </p:nvSpPr>
          <p:spPr>
            <a:xfrm>
              <a:off x="5850001" y="836675"/>
              <a:ext cx="6342380" cy="2453005"/>
            </a:xfrm>
            <a:custGeom>
              <a:avLst/>
              <a:gdLst/>
              <a:ahLst/>
              <a:cxnLst/>
              <a:rect l="l" t="t" r="r" b="b"/>
              <a:pathLst>
                <a:path w="6342380" h="2453004">
                  <a:moveTo>
                    <a:pt x="6341999" y="0"/>
                  </a:moveTo>
                  <a:lnTo>
                    <a:pt x="0" y="0"/>
                  </a:lnTo>
                  <a:lnTo>
                    <a:pt x="0" y="2452624"/>
                  </a:lnTo>
                  <a:lnTo>
                    <a:pt x="6341999" y="2452624"/>
                  </a:lnTo>
                  <a:lnTo>
                    <a:pt x="6341999" y="0"/>
                  </a:lnTo>
                  <a:close/>
                </a:path>
              </a:pathLst>
            </a:custGeom>
            <a:solidFill>
              <a:srgbClr val="B7C1EB"/>
            </a:solidFill>
          </p:spPr>
          <p:txBody>
            <a:bodyPr wrap="square" lIns="0" tIns="0" rIns="0" bIns="0" rtlCol="0"/>
            <a:lstStyle/>
            <a:p/>
          </p:txBody>
        </p:sp>
        <p:pic>
          <p:nvPicPr>
            <p:cNvPr id="17" name="object 17" descr=""/>
            <p:cNvPicPr/>
            <p:nvPr/>
          </p:nvPicPr>
          <p:blipFill>
            <a:blip r:embed="rId2" cstate="print"/>
            <a:stretch>
              <a:fillRect/>
            </a:stretch>
          </p:blipFill>
          <p:spPr>
            <a:xfrm>
              <a:off x="10646283" y="1428876"/>
              <a:ext cx="180975" cy="190500"/>
            </a:xfrm>
            <a:prstGeom prst="rect">
              <a:avLst/>
            </a:prstGeom>
          </p:spPr>
        </p:pic>
      </p:grpSp>
      <p:sp>
        <p:nvSpPr>
          <p:cNvPr id="18" name="object 18" descr=""/>
          <p:cNvSpPr txBox="1"/>
          <p:nvPr/>
        </p:nvSpPr>
        <p:spPr>
          <a:xfrm>
            <a:off x="10852658" y="1362202"/>
            <a:ext cx="1209675" cy="299720"/>
          </a:xfrm>
          <a:prstGeom prst="rect">
            <a:avLst/>
          </a:prstGeom>
        </p:spPr>
        <p:txBody>
          <a:bodyPr wrap="square" lIns="0" tIns="12700" rIns="0" bIns="0" rtlCol="0" vert="horz">
            <a:spAutoFit/>
          </a:bodyPr>
          <a:lstStyle/>
          <a:p>
            <a:pPr>
              <a:lnSpc>
                <a:spcPct val="100000"/>
              </a:lnSpc>
              <a:spcBef>
                <a:spcPts val="100"/>
              </a:spcBef>
            </a:pPr>
            <a:r>
              <a:rPr dirty="0" sz="1800" spc="-5">
                <a:solidFill>
                  <a:srgbClr val="006FC0"/>
                </a:solidFill>
                <a:latin typeface="黑体"/>
                <a:cs typeface="黑体"/>
              </a:rPr>
              <a:t>寄存器，</a:t>
            </a:r>
            <a:r>
              <a:rPr dirty="0" sz="1800" spc="-20">
                <a:solidFill>
                  <a:srgbClr val="006FC0"/>
                </a:solidFill>
                <a:latin typeface="Calibri"/>
                <a:cs typeface="Calibri"/>
              </a:rPr>
              <a:t>i++</a:t>
            </a:r>
            <a:endParaRPr sz="1800">
              <a:latin typeface="Calibri"/>
              <a:cs typeface="Calibri"/>
            </a:endParaRPr>
          </a:p>
        </p:txBody>
      </p:sp>
      <p:sp>
        <p:nvSpPr>
          <p:cNvPr id="19" name="object 19" descr=""/>
          <p:cNvSpPr txBox="1"/>
          <p:nvPr/>
        </p:nvSpPr>
        <p:spPr>
          <a:xfrm>
            <a:off x="5942076" y="813561"/>
            <a:ext cx="4695190" cy="1260475"/>
          </a:xfrm>
          <a:prstGeom prst="rect">
            <a:avLst/>
          </a:prstGeom>
        </p:spPr>
        <p:txBody>
          <a:bodyPr wrap="square" lIns="0" tIns="149860" rIns="0" bIns="0" rtlCol="0" vert="horz">
            <a:spAutoFit/>
          </a:bodyPr>
          <a:lstStyle/>
          <a:p>
            <a:pPr>
              <a:lnSpc>
                <a:spcPct val="100000"/>
              </a:lnSpc>
              <a:spcBef>
                <a:spcPts val="1180"/>
              </a:spcBef>
            </a:pPr>
            <a:r>
              <a:rPr dirty="0" sz="1800">
                <a:solidFill>
                  <a:srgbClr val="006FC0"/>
                </a:solidFill>
                <a:latin typeface="黑体"/>
                <a:cs typeface="黑体"/>
              </a:rPr>
              <a:t>计算机如何判断</a:t>
            </a:r>
            <a:r>
              <a:rPr dirty="0" sz="1800" spc="-10">
                <a:solidFill>
                  <a:srgbClr val="FF0000"/>
                </a:solidFill>
                <a:latin typeface="Calibri"/>
                <a:cs typeface="Calibri"/>
              </a:rPr>
              <a:t>i</a:t>
            </a:r>
            <a:r>
              <a:rPr dirty="0" sz="1800" spc="-10">
                <a:solidFill>
                  <a:srgbClr val="006FC0"/>
                </a:solidFill>
                <a:latin typeface="黑体"/>
                <a:cs typeface="黑体"/>
              </a:rPr>
              <a:t>到底是多少？</a:t>
            </a:r>
            <a:endParaRPr sz="1800">
              <a:latin typeface="黑体"/>
              <a:cs typeface="黑体"/>
            </a:endParaRPr>
          </a:p>
          <a:p>
            <a:pPr marL="286385" indent="-286385">
              <a:lnSpc>
                <a:spcPct val="100000"/>
              </a:lnSpc>
              <a:spcBef>
                <a:spcPts val="1080"/>
              </a:spcBef>
              <a:buClr>
                <a:srgbClr val="FF0000"/>
              </a:buClr>
              <a:buFont typeface="Arial"/>
              <a:buChar char="•"/>
              <a:tabLst>
                <a:tab pos="286385" algn="l"/>
              </a:tabLst>
            </a:pPr>
            <a:r>
              <a:rPr dirty="0" sz="1800">
                <a:solidFill>
                  <a:srgbClr val="006FC0"/>
                </a:solidFill>
                <a:latin typeface="黑体"/>
                <a:cs typeface="黑体"/>
              </a:rPr>
              <a:t>关键在指令二，因为</a:t>
            </a:r>
            <a:r>
              <a:rPr dirty="0" sz="1800" spc="-10">
                <a:solidFill>
                  <a:srgbClr val="FF0000"/>
                </a:solidFill>
                <a:latin typeface="Calibri"/>
                <a:cs typeface="Calibri"/>
              </a:rPr>
              <a:t>i</a:t>
            </a:r>
            <a:r>
              <a:rPr dirty="0" sz="1800">
                <a:solidFill>
                  <a:srgbClr val="006FC0"/>
                </a:solidFill>
                <a:latin typeface="黑体"/>
                <a:cs typeface="黑体"/>
              </a:rPr>
              <a:t>更新值在第五周期（</a:t>
            </a:r>
            <a:r>
              <a:rPr dirty="0" sz="1800" spc="-50">
                <a:solidFill>
                  <a:srgbClr val="006FC0"/>
                </a:solidFill>
                <a:latin typeface="黑体"/>
                <a:cs typeface="黑体"/>
              </a:rPr>
              <a:t>写</a:t>
            </a:r>
            <a:endParaRPr sz="1800">
              <a:latin typeface="黑体"/>
              <a:cs typeface="黑体"/>
            </a:endParaRPr>
          </a:p>
          <a:p>
            <a:pPr marL="286385">
              <a:lnSpc>
                <a:spcPct val="100000"/>
              </a:lnSpc>
              <a:spcBef>
                <a:spcPts val="1080"/>
              </a:spcBef>
            </a:pPr>
            <a:r>
              <a:rPr dirty="0" sz="1800" spc="-10">
                <a:solidFill>
                  <a:srgbClr val="006FC0"/>
                </a:solidFill>
                <a:latin typeface="黑体"/>
                <a:cs typeface="黑体"/>
              </a:rPr>
              <a:t>实际编译为例如</a:t>
            </a:r>
            <a:r>
              <a:rPr dirty="0" sz="1800">
                <a:solidFill>
                  <a:srgbClr val="006FC0"/>
                </a:solidFill>
                <a:latin typeface="Calibri"/>
                <a:cs typeface="Calibri"/>
              </a:rPr>
              <a:t>DADD</a:t>
            </a:r>
            <a:r>
              <a:rPr dirty="0" sz="1800" spc="-40">
                <a:solidFill>
                  <a:srgbClr val="006FC0"/>
                </a:solidFill>
                <a:latin typeface="Calibri"/>
                <a:cs typeface="Calibri"/>
              </a:rPr>
              <a:t> </a:t>
            </a:r>
            <a:r>
              <a:rPr dirty="0" sz="1800" spc="-10">
                <a:solidFill>
                  <a:srgbClr val="006FC0"/>
                </a:solidFill>
                <a:latin typeface="Calibri"/>
                <a:cs typeface="Calibri"/>
              </a:rPr>
              <a:t>R1,R1,1</a:t>
            </a:r>
            <a:r>
              <a:rPr dirty="0" sz="1800" spc="-10">
                <a:solidFill>
                  <a:srgbClr val="006FC0"/>
                </a:solidFill>
                <a:latin typeface="黑体"/>
                <a:cs typeface="黑体"/>
              </a:rPr>
              <a:t>），</a:t>
            </a:r>
            <a:endParaRPr sz="1800">
              <a:latin typeface="黑体"/>
              <a:cs typeface="黑体"/>
            </a:endParaRPr>
          </a:p>
        </p:txBody>
      </p:sp>
      <p:sp>
        <p:nvSpPr>
          <p:cNvPr id="20" name="object 20" descr=""/>
          <p:cNvSpPr txBox="1"/>
          <p:nvPr/>
        </p:nvSpPr>
        <p:spPr>
          <a:xfrm>
            <a:off x="5942076" y="2048383"/>
            <a:ext cx="6205855" cy="848360"/>
          </a:xfrm>
          <a:prstGeom prst="rect">
            <a:avLst/>
          </a:prstGeom>
        </p:spPr>
        <p:txBody>
          <a:bodyPr wrap="square" lIns="0" tIns="149860" rIns="0" bIns="0" rtlCol="0" vert="horz">
            <a:spAutoFit/>
          </a:bodyPr>
          <a:lstStyle/>
          <a:p>
            <a:pPr marL="286385" indent="-286385">
              <a:lnSpc>
                <a:spcPct val="100000"/>
              </a:lnSpc>
              <a:spcBef>
                <a:spcPts val="1180"/>
              </a:spcBef>
              <a:buClr>
                <a:srgbClr val="FF0000"/>
              </a:buClr>
              <a:buFont typeface="Arial"/>
              <a:buChar char="•"/>
              <a:tabLst>
                <a:tab pos="286385" algn="l"/>
              </a:tabLst>
            </a:pPr>
            <a:r>
              <a:rPr dirty="0" sz="1800">
                <a:solidFill>
                  <a:srgbClr val="006FC0"/>
                </a:solidFill>
                <a:latin typeface="黑体"/>
                <a:cs typeface="黑体"/>
              </a:rPr>
              <a:t>而第三周期</a:t>
            </a:r>
            <a:r>
              <a:rPr dirty="0" sz="1800" spc="-20">
                <a:solidFill>
                  <a:srgbClr val="006FC0"/>
                </a:solidFill>
                <a:latin typeface="Calibri"/>
                <a:cs typeface="Calibri"/>
              </a:rPr>
              <a:t>(EX)</a:t>
            </a:r>
            <a:r>
              <a:rPr dirty="0" sz="1800">
                <a:solidFill>
                  <a:srgbClr val="006FC0"/>
                </a:solidFill>
                <a:latin typeface="黑体"/>
                <a:cs typeface="黑体"/>
              </a:rPr>
              <a:t>即使使用数据定向也不可能得到正确的</a:t>
            </a:r>
            <a:r>
              <a:rPr dirty="0" sz="1800" spc="-10">
                <a:solidFill>
                  <a:srgbClr val="006FC0"/>
                </a:solidFill>
                <a:latin typeface="Calibri"/>
                <a:cs typeface="Calibri"/>
              </a:rPr>
              <a:t>i</a:t>
            </a:r>
            <a:r>
              <a:rPr dirty="0" sz="1800" spc="-25">
                <a:solidFill>
                  <a:srgbClr val="006FC0"/>
                </a:solidFill>
                <a:latin typeface="黑体"/>
                <a:cs typeface="黑体"/>
              </a:rPr>
              <a:t>值。</a:t>
            </a:r>
            <a:endParaRPr sz="1800">
              <a:latin typeface="黑体"/>
              <a:cs typeface="黑体"/>
            </a:endParaRPr>
          </a:p>
          <a:p>
            <a:pPr marL="286385" indent="-286385">
              <a:lnSpc>
                <a:spcPct val="100000"/>
              </a:lnSpc>
              <a:spcBef>
                <a:spcPts val="1080"/>
              </a:spcBef>
              <a:buClr>
                <a:srgbClr val="FF0000"/>
              </a:buClr>
              <a:buFont typeface="Arial"/>
              <a:buChar char="•"/>
              <a:tabLst>
                <a:tab pos="286385" algn="l"/>
              </a:tabLst>
            </a:pPr>
            <a:r>
              <a:rPr dirty="0" sz="1800" spc="-5">
                <a:solidFill>
                  <a:srgbClr val="006FC0"/>
                </a:solidFill>
                <a:latin typeface="黑体"/>
                <a:cs typeface="黑体"/>
              </a:rPr>
              <a:t>因此程序是分支还是顺序执行？冲突产生即延迟</a:t>
            </a:r>
            <a:endParaRPr sz="1800">
              <a:latin typeface="黑体"/>
              <a:cs typeface="黑体"/>
            </a:endParaRPr>
          </a:p>
        </p:txBody>
      </p:sp>
      <p:sp>
        <p:nvSpPr>
          <p:cNvPr id="21" name="object 21" descr=""/>
          <p:cNvSpPr txBox="1"/>
          <p:nvPr/>
        </p:nvSpPr>
        <p:spPr>
          <a:xfrm>
            <a:off x="5059426" y="6008319"/>
            <a:ext cx="60077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6FC0"/>
                </a:solidFill>
                <a:latin typeface="黑体"/>
                <a:cs typeface="黑体"/>
              </a:rPr>
              <a:t>联系第二章</a:t>
            </a:r>
            <a:r>
              <a:rPr dirty="0" sz="2400" spc="-25">
                <a:solidFill>
                  <a:srgbClr val="006FC0"/>
                </a:solidFill>
                <a:latin typeface="Tahoma"/>
                <a:cs typeface="Tahoma"/>
              </a:rPr>
              <a:t>MIPS</a:t>
            </a:r>
            <a:r>
              <a:rPr dirty="0" sz="2400" spc="-5">
                <a:solidFill>
                  <a:srgbClr val="006FC0"/>
                </a:solidFill>
                <a:latin typeface="黑体"/>
                <a:cs typeface="黑体"/>
              </a:rPr>
              <a:t>指令中</a:t>
            </a:r>
            <a:r>
              <a:rPr dirty="0" sz="2400" spc="-10">
                <a:solidFill>
                  <a:srgbClr val="006FC0"/>
                </a:solidFill>
                <a:latin typeface="Tahoma"/>
                <a:cs typeface="Tahoma"/>
              </a:rPr>
              <a:t>I</a:t>
            </a:r>
            <a:r>
              <a:rPr dirty="0" sz="2400" spc="-10">
                <a:solidFill>
                  <a:srgbClr val="006FC0"/>
                </a:solidFill>
                <a:latin typeface="黑体"/>
                <a:cs typeface="黑体"/>
              </a:rPr>
              <a:t>类分支判断语句格式</a:t>
            </a:r>
            <a:endParaRPr sz="2400">
              <a:latin typeface="黑体"/>
              <a:cs typeface="黑体"/>
            </a:endParaRPr>
          </a:p>
        </p:txBody>
      </p:sp>
      <p:sp>
        <p:nvSpPr>
          <p:cNvPr id="22" name="object 22"/>
          <p:cNvSpPr txBox="1">
            <a:spLocks noGrp="1"/>
          </p:cNvSpPr>
          <p:nvPr>
            <p:ph type="title"/>
          </p:nvPr>
        </p:nvSpPr>
        <p:spPr>
          <a:xfrm>
            <a:off x="2080005" y="208914"/>
            <a:ext cx="4497070" cy="513715"/>
          </a:xfrm>
          <a:prstGeom prst="rect"/>
        </p:spPr>
        <p:txBody>
          <a:bodyPr wrap="square" lIns="0" tIns="12700" rIns="0" bIns="0" rtlCol="0" vert="horz">
            <a:spAutoFit/>
          </a:bodyPr>
          <a:lstStyle/>
          <a:p>
            <a:pPr marL="12700">
              <a:lnSpc>
                <a:spcPct val="100000"/>
              </a:lnSpc>
              <a:spcBef>
                <a:spcPts val="100"/>
              </a:spcBef>
            </a:pPr>
            <a:r>
              <a:rPr dirty="0" u="none"/>
              <a:t>3.4</a:t>
            </a:r>
            <a:r>
              <a:rPr dirty="0" u="none" spc="-20"/>
              <a:t> 流水线的相关与冲突</a:t>
            </a:r>
          </a:p>
        </p:txBody>
      </p:sp>
      <p:sp>
        <p:nvSpPr>
          <p:cNvPr id="23" name="object 23" descr=""/>
          <p:cNvSpPr txBox="1"/>
          <p:nvPr/>
        </p:nvSpPr>
        <p:spPr>
          <a:xfrm>
            <a:off x="5930900" y="4407789"/>
            <a:ext cx="1301750" cy="756920"/>
          </a:xfrm>
          <a:prstGeom prst="rect">
            <a:avLst/>
          </a:prstGeom>
        </p:spPr>
        <p:txBody>
          <a:bodyPr wrap="square" lIns="0" tIns="12700" rIns="0" bIns="0" rtlCol="0" vert="horz">
            <a:spAutoFit/>
          </a:bodyPr>
          <a:lstStyle/>
          <a:p>
            <a:pPr marL="12700" marR="5080">
              <a:lnSpc>
                <a:spcPct val="100000"/>
              </a:lnSpc>
              <a:spcBef>
                <a:spcPts val="100"/>
              </a:spcBef>
              <a:tabLst>
                <a:tab pos="717550" algn="l"/>
              </a:tabLst>
            </a:pPr>
            <a:r>
              <a:rPr dirty="0" sz="2400">
                <a:solidFill>
                  <a:srgbClr val="40458B"/>
                </a:solidFill>
                <a:latin typeface="Tahoma"/>
                <a:cs typeface="Tahoma"/>
              </a:rPr>
              <a:t>s</a:t>
            </a:r>
            <a:r>
              <a:rPr dirty="0" sz="2400" spc="-15">
                <a:solidFill>
                  <a:srgbClr val="40458B"/>
                </a:solidFill>
                <a:latin typeface="Tahoma"/>
                <a:cs typeface="Tahoma"/>
              </a:rPr>
              <a:t> </a:t>
            </a:r>
            <a:r>
              <a:rPr dirty="0" sz="2400">
                <a:solidFill>
                  <a:srgbClr val="40458B"/>
                </a:solidFill>
                <a:latin typeface="Tahoma"/>
                <a:cs typeface="Tahoma"/>
              </a:rPr>
              <a:t>=</a:t>
            </a:r>
            <a:r>
              <a:rPr dirty="0" sz="2400" spc="-10">
                <a:solidFill>
                  <a:srgbClr val="40458B"/>
                </a:solidFill>
                <a:latin typeface="Tahoma"/>
                <a:cs typeface="Tahoma"/>
              </a:rPr>
              <a:t> </a:t>
            </a:r>
            <a:r>
              <a:rPr dirty="0" sz="2400">
                <a:solidFill>
                  <a:srgbClr val="40458B"/>
                </a:solidFill>
                <a:latin typeface="Tahoma"/>
                <a:cs typeface="Tahoma"/>
              </a:rPr>
              <a:t>s</a:t>
            </a:r>
            <a:r>
              <a:rPr dirty="0" sz="2400" spc="-25">
                <a:solidFill>
                  <a:srgbClr val="40458B"/>
                </a:solidFill>
                <a:latin typeface="Tahoma"/>
                <a:cs typeface="Tahoma"/>
              </a:rPr>
              <a:t> </a:t>
            </a:r>
            <a:r>
              <a:rPr dirty="0" sz="2400">
                <a:solidFill>
                  <a:srgbClr val="40458B"/>
                </a:solidFill>
                <a:latin typeface="Tahoma"/>
                <a:cs typeface="Tahoma"/>
              </a:rPr>
              <a:t>+</a:t>
            </a:r>
            <a:r>
              <a:rPr dirty="0" sz="2400" spc="-10">
                <a:solidFill>
                  <a:srgbClr val="40458B"/>
                </a:solidFill>
                <a:latin typeface="Tahoma"/>
                <a:cs typeface="Tahoma"/>
              </a:rPr>
              <a:t> </a:t>
            </a:r>
            <a:r>
              <a:rPr dirty="0" sz="2400" spc="-25">
                <a:solidFill>
                  <a:srgbClr val="40458B"/>
                </a:solidFill>
                <a:latin typeface="Tahoma"/>
                <a:cs typeface="Tahoma"/>
              </a:rPr>
              <a:t>i; i++</a:t>
            </a:r>
            <a:r>
              <a:rPr dirty="0" sz="2400">
                <a:solidFill>
                  <a:srgbClr val="40458B"/>
                </a:solidFill>
                <a:latin typeface="Tahoma"/>
                <a:cs typeface="Tahoma"/>
              </a:rPr>
              <a:t>	</a:t>
            </a:r>
            <a:r>
              <a:rPr dirty="0" sz="2400" spc="-50">
                <a:solidFill>
                  <a:srgbClr val="40458B"/>
                </a:solidFill>
                <a:latin typeface="Tahoma"/>
                <a:cs typeface="Tahoma"/>
              </a:rPr>
              <a:t>;</a:t>
            </a:r>
            <a:endParaRPr sz="2400">
              <a:latin typeface="Tahoma"/>
              <a:cs typeface="Tahoma"/>
            </a:endParaRPr>
          </a:p>
        </p:txBody>
      </p:sp>
      <p:sp>
        <p:nvSpPr>
          <p:cNvPr id="24" name="object 24" descr=""/>
          <p:cNvSpPr txBox="1"/>
          <p:nvPr/>
        </p:nvSpPr>
        <p:spPr>
          <a:xfrm>
            <a:off x="7683754" y="4407789"/>
            <a:ext cx="3129915" cy="75692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a:t>
            </a:r>
            <a:r>
              <a:rPr dirty="0" sz="2400">
                <a:solidFill>
                  <a:srgbClr val="40458B"/>
                </a:solidFill>
                <a:latin typeface="Tahoma"/>
                <a:cs typeface="Tahoma"/>
              </a:rPr>
              <a:t>DADD</a:t>
            </a:r>
            <a:r>
              <a:rPr dirty="0" sz="2400" spc="-15">
                <a:solidFill>
                  <a:srgbClr val="40458B"/>
                </a:solidFill>
                <a:latin typeface="Tahoma"/>
                <a:cs typeface="Tahoma"/>
              </a:rPr>
              <a:t> </a:t>
            </a:r>
            <a:r>
              <a:rPr dirty="0" sz="2400" spc="-10">
                <a:solidFill>
                  <a:srgbClr val="40458B"/>
                </a:solidFill>
                <a:latin typeface="Tahoma"/>
                <a:cs typeface="Tahoma"/>
              </a:rPr>
              <a:t>Rs,Rs,Ri</a:t>
            </a:r>
            <a:endParaRPr sz="2400">
              <a:latin typeface="Tahoma"/>
              <a:cs typeface="Tahoma"/>
            </a:endParaRPr>
          </a:p>
          <a:p>
            <a:pPr marL="26034">
              <a:lnSpc>
                <a:spcPct val="100000"/>
              </a:lnSpc>
            </a:pPr>
            <a:r>
              <a:rPr dirty="0" sz="2400" spc="-10">
                <a:solidFill>
                  <a:srgbClr val="40458B"/>
                </a:solidFill>
                <a:latin typeface="Tahoma"/>
                <a:cs typeface="Tahoma"/>
              </a:rPr>
              <a:t>----------</a:t>
            </a:r>
            <a:r>
              <a:rPr dirty="0" sz="2400">
                <a:solidFill>
                  <a:srgbClr val="40458B"/>
                </a:solidFill>
                <a:latin typeface="Tahoma"/>
                <a:cs typeface="Tahoma"/>
              </a:rPr>
              <a:t>DADD</a:t>
            </a:r>
            <a:r>
              <a:rPr dirty="0" sz="2400" spc="-30">
                <a:solidFill>
                  <a:srgbClr val="40458B"/>
                </a:solidFill>
                <a:latin typeface="Tahoma"/>
                <a:cs typeface="Tahoma"/>
              </a:rPr>
              <a:t> </a:t>
            </a:r>
            <a:r>
              <a:rPr dirty="0" sz="2400" spc="-10">
                <a:solidFill>
                  <a:srgbClr val="40458B"/>
                </a:solidFill>
                <a:latin typeface="Tahoma"/>
                <a:cs typeface="Tahoma"/>
              </a:rPr>
              <a:t>Ri,Ri,1</a:t>
            </a:r>
            <a:endParaRPr sz="2400">
              <a:latin typeface="Tahoma"/>
              <a:cs typeface="Tahoma"/>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8186" y="1156207"/>
            <a:ext cx="11014075" cy="513715"/>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40458B"/>
                </a:solidFill>
                <a:latin typeface="Tahoma"/>
                <a:cs typeface="Tahoma"/>
              </a:rPr>
              <a:t>3.</a:t>
            </a:r>
            <a:r>
              <a:rPr dirty="0" sz="3200" spc="-105">
                <a:solidFill>
                  <a:srgbClr val="40458B"/>
                </a:solidFill>
                <a:latin typeface="Tahoma"/>
                <a:cs typeface="Tahoma"/>
              </a:rPr>
              <a:t> </a:t>
            </a:r>
            <a:r>
              <a:rPr dirty="0" sz="3200">
                <a:solidFill>
                  <a:srgbClr val="E14B04"/>
                </a:solidFill>
                <a:latin typeface="黑体"/>
                <a:cs typeface="黑体"/>
              </a:rPr>
              <a:t>控制冲突</a:t>
            </a:r>
            <a:r>
              <a:rPr dirty="0" sz="3200">
                <a:solidFill>
                  <a:srgbClr val="E14B04"/>
                </a:solidFill>
                <a:latin typeface="Tahoma"/>
                <a:cs typeface="Tahoma"/>
              </a:rPr>
              <a:t>Control</a:t>
            </a:r>
            <a:r>
              <a:rPr dirty="0" sz="3200" spc="-15">
                <a:solidFill>
                  <a:srgbClr val="E14B04"/>
                </a:solidFill>
                <a:latin typeface="Tahoma"/>
                <a:cs typeface="Tahoma"/>
              </a:rPr>
              <a:t> </a:t>
            </a:r>
            <a:r>
              <a:rPr dirty="0" sz="3200" spc="-10">
                <a:solidFill>
                  <a:srgbClr val="E14B04"/>
                </a:solidFill>
                <a:latin typeface="Tahoma"/>
                <a:cs typeface="Tahoma"/>
              </a:rPr>
              <a:t>hazards</a:t>
            </a:r>
            <a:r>
              <a:rPr dirty="0" sz="3200" spc="-10">
                <a:solidFill>
                  <a:srgbClr val="E14B04"/>
                </a:solidFill>
                <a:latin typeface="黑体"/>
                <a:cs typeface="黑体"/>
              </a:rPr>
              <a:t>：</a:t>
            </a:r>
            <a:r>
              <a:rPr dirty="0" sz="2800" spc="-35">
                <a:solidFill>
                  <a:srgbClr val="006FC0"/>
                </a:solidFill>
                <a:latin typeface="黑体"/>
                <a:cs typeface="黑体"/>
              </a:rPr>
              <a:t>控制流改变（分支指令</a:t>
            </a:r>
            <a:r>
              <a:rPr dirty="0" sz="2800" spc="-20">
                <a:solidFill>
                  <a:srgbClr val="006FC0"/>
                </a:solidFill>
                <a:latin typeface="黑体"/>
                <a:cs typeface="黑体"/>
              </a:rPr>
              <a:t>）</a:t>
            </a:r>
            <a:r>
              <a:rPr dirty="0" sz="2800" spc="-40">
                <a:solidFill>
                  <a:srgbClr val="006FC0"/>
                </a:solidFill>
                <a:latin typeface="黑体"/>
                <a:cs typeface="黑体"/>
              </a:rPr>
              <a:t>造成的延迟</a:t>
            </a:r>
            <a:endParaRPr sz="2800">
              <a:latin typeface="黑体"/>
              <a:cs typeface="黑体"/>
            </a:endParaRPr>
          </a:p>
        </p:txBody>
      </p:sp>
      <p:sp>
        <p:nvSpPr>
          <p:cNvPr id="10" name="object 10" descr=""/>
          <p:cNvSpPr txBox="1"/>
          <p:nvPr/>
        </p:nvSpPr>
        <p:spPr>
          <a:xfrm>
            <a:off x="439318" y="1834083"/>
            <a:ext cx="11082655" cy="4433570"/>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006FC0"/>
                </a:solidFill>
                <a:latin typeface="黑体"/>
                <a:cs typeface="黑体"/>
              </a:rPr>
              <a:t>（</a:t>
            </a:r>
            <a:r>
              <a:rPr dirty="0" sz="2000" spc="-20">
                <a:solidFill>
                  <a:srgbClr val="006FC0"/>
                </a:solidFill>
                <a:latin typeface="黑体"/>
                <a:cs typeface="黑体"/>
              </a:rPr>
              <a:t>类似于判断、循环、函数调用、递归等涉及到跳转的会涉及到控制冲突。</a:t>
            </a:r>
            <a:r>
              <a:rPr dirty="0" sz="2000" spc="-50">
                <a:solidFill>
                  <a:srgbClr val="006FC0"/>
                </a:solidFill>
                <a:latin typeface="黑体"/>
                <a:cs typeface="黑体"/>
              </a:rPr>
              <a:t>）</a:t>
            </a:r>
            <a:endParaRPr sz="2000">
              <a:latin typeface="黑体"/>
              <a:cs typeface="黑体"/>
            </a:endParaRPr>
          </a:p>
          <a:p>
            <a:pPr>
              <a:lnSpc>
                <a:spcPct val="100000"/>
              </a:lnSpc>
            </a:pPr>
            <a:endParaRPr sz="2000">
              <a:latin typeface="黑体"/>
              <a:cs typeface="黑体"/>
            </a:endParaRPr>
          </a:p>
          <a:p>
            <a:pPr>
              <a:lnSpc>
                <a:spcPct val="100000"/>
              </a:lnSpc>
              <a:spcBef>
                <a:spcPts val="695"/>
              </a:spcBef>
            </a:pPr>
            <a:endParaRPr sz="2000">
              <a:latin typeface="黑体"/>
              <a:cs typeface="黑体"/>
            </a:endParaRPr>
          </a:p>
          <a:p>
            <a:pPr marL="615950">
              <a:lnSpc>
                <a:spcPct val="100000"/>
              </a:lnSpc>
              <a:spcBef>
                <a:spcPts val="5"/>
              </a:spcBef>
            </a:pPr>
            <a:r>
              <a:rPr dirty="0" sz="2800" spc="-35">
                <a:solidFill>
                  <a:srgbClr val="40458B"/>
                </a:solidFill>
                <a:latin typeface="黑体"/>
                <a:cs typeface="黑体"/>
              </a:rPr>
              <a:t>执行分支指令的结果有</a:t>
            </a:r>
            <a:r>
              <a:rPr dirty="0" sz="2800" spc="-30">
                <a:solidFill>
                  <a:srgbClr val="FF0000"/>
                </a:solidFill>
                <a:latin typeface="黑体"/>
                <a:cs typeface="黑体"/>
              </a:rPr>
              <a:t>两种</a:t>
            </a:r>
            <a:r>
              <a:rPr dirty="0" sz="2800" spc="-35">
                <a:solidFill>
                  <a:srgbClr val="40458B"/>
                </a:solidFill>
                <a:latin typeface="黑体"/>
                <a:cs typeface="黑体"/>
              </a:rPr>
              <a:t>（</a:t>
            </a:r>
            <a:r>
              <a:rPr dirty="0" sz="2800" spc="-30">
                <a:solidFill>
                  <a:srgbClr val="40458B"/>
                </a:solidFill>
                <a:latin typeface="黑体"/>
                <a:cs typeface="黑体"/>
              </a:rPr>
              <a:t>例如</a:t>
            </a:r>
            <a:r>
              <a:rPr dirty="0" sz="2800" spc="-45">
                <a:solidFill>
                  <a:srgbClr val="40458B"/>
                </a:solidFill>
                <a:latin typeface="Tahoma"/>
                <a:cs typeface="Tahoma"/>
              </a:rPr>
              <a:t>if-</a:t>
            </a:r>
            <a:r>
              <a:rPr dirty="0" sz="2800" spc="-25">
                <a:solidFill>
                  <a:srgbClr val="40458B"/>
                </a:solidFill>
                <a:latin typeface="Tahoma"/>
                <a:cs typeface="Tahoma"/>
              </a:rPr>
              <a:t>else</a:t>
            </a:r>
            <a:r>
              <a:rPr dirty="0" sz="2800" spc="-25">
                <a:solidFill>
                  <a:srgbClr val="40458B"/>
                </a:solidFill>
                <a:latin typeface="黑体"/>
                <a:cs typeface="黑体"/>
              </a:rPr>
              <a:t>，</a:t>
            </a:r>
            <a:r>
              <a:rPr dirty="0" sz="2800" spc="-25">
                <a:solidFill>
                  <a:srgbClr val="40458B"/>
                </a:solidFill>
                <a:latin typeface="Tahoma"/>
                <a:cs typeface="Tahoma"/>
              </a:rPr>
              <a:t>for</a:t>
            </a:r>
            <a:r>
              <a:rPr dirty="0" sz="2800" spc="-35">
                <a:solidFill>
                  <a:srgbClr val="40458B"/>
                </a:solidFill>
                <a:latin typeface="黑体"/>
                <a:cs typeface="黑体"/>
              </a:rPr>
              <a:t>循环</a:t>
            </a:r>
            <a:r>
              <a:rPr dirty="0" sz="2800" spc="-50">
                <a:solidFill>
                  <a:srgbClr val="40458B"/>
                </a:solidFill>
                <a:latin typeface="黑体"/>
                <a:cs typeface="黑体"/>
              </a:rPr>
              <a:t>）</a:t>
            </a:r>
            <a:endParaRPr sz="2800">
              <a:latin typeface="黑体"/>
              <a:cs typeface="黑体"/>
            </a:endParaRPr>
          </a:p>
          <a:p>
            <a:pPr marL="993140" marR="5080" indent="-287020">
              <a:lnSpc>
                <a:spcPct val="150100"/>
              </a:lnSpc>
              <a:spcBef>
                <a:spcPts val="95"/>
              </a:spcBef>
            </a:pPr>
            <a:r>
              <a:rPr dirty="0" sz="2400" spc="-5">
                <a:solidFill>
                  <a:srgbClr val="D50092"/>
                </a:solidFill>
                <a:latin typeface="黑体"/>
                <a:cs typeface="黑体"/>
              </a:rPr>
              <a:t>分支成功：</a:t>
            </a:r>
            <a:r>
              <a:rPr dirty="0" sz="2400" spc="-10">
                <a:solidFill>
                  <a:srgbClr val="9933FF"/>
                </a:solidFill>
                <a:latin typeface="宋体"/>
                <a:cs typeface="宋体"/>
              </a:rPr>
              <a:t>PC</a:t>
            </a:r>
            <a:r>
              <a:rPr dirty="0" sz="2400" spc="-5">
                <a:solidFill>
                  <a:srgbClr val="40458B"/>
                </a:solidFill>
                <a:latin typeface="黑体"/>
                <a:cs typeface="黑体"/>
              </a:rPr>
              <a:t>值改变为分支转移的目标地址。在条件判定和转移地址计算都完</a:t>
            </a:r>
            <a:r>
              <a:rPr dirty="0" sz="2400">
                <a:solidFill>
                  <a:srgbClr val="40458B"/>
                </a:solidFill>
                <a:latin typeface="黑体"/>
                <a:cs typeface="黑体"/>
              </a:rPr>
              <a:t>成后，才改变</a:t>
            </a:r>
            <a:r>
              <a:rPr dirty="0" sz="2400">
                <a:solidFill>
                  <a:srgbClr val="9933FF"/>
                </a:solidFill>
                <a:latin typeface="宋体"/>
                <a:cs typeface="宋体"/>
              </a:rPr>
              <a:t>PC</a:t>
            </a:r>
            <a:r>
              <a:rPr dirty="0" sz="2400" spc="-25">
                <a:solidFill>
                  <a:srgbClr val="40458B"/>
                </a:solidFill>
                <a:latin typeface="黑体"/>
                <a:cs typeface="黑体"/>
              </a:rPr>
              <a:t>值。</a:t>
            </a:r>
            <a:endParaRPr sz="2400">
              <a:latin typeface="黑体"/>
              <a:cs typeface="黑体"/>
            </a:endParaRPr>
          </a:p>
          <a:p>
            <a:pPr marL="706120">
              <a:lnSpc>
                <a:spcPct val="100000"/>
              </a:lnSpc>
              <a:spcBef>
                <a:spcPts val="1440"/>
              </a:spcBef>
            </a:pPr>
            <a:r>
              <a:rPr dirty="0" sz="2400" spc="-5">
                <a:solidFill>
                  <a:srgbClr val="D50092"/>
                </a:solidFill>
                <a:latin typeface="黑体"/>
                <a:cs typeface="黑体"/>
              </a:rPr>
              <a:t>不成功或者失败：</a:t>
            </a:r>
            <a:r>
              <a:rPr dirty="0" sz="2400" spc="-10">
                <a:solidFill>
                  <a:srgbClr val="9933FF"/>
                </a:solidFill>
                <a:latin typeface="宋体"/>
                <a:cs typeface="宋体"/>
              </a:rPr>
              <a:t>PC</a:t>
            </a:r>
            <a:r>
              <a:rPr dirty="0" sz="2400" spc="-5">
                <a:solidFill>
                  <a:srgbClr val="40458B"/>
                </a:solidFill>
                <a:latin typeface="黑体"/>
                <a:cs typeface="黑体"/>
              </a:rPr>
              <a:t>的值保持正常递增，指向顺序的下一条指令。</a:t>
            </a:r>
            <a:endParaRPr sz="2400">
              <a:latin typeface="黑体"/>
              <a:cs typeface="黑体"/>
            </a:endParaRPr>
          </a:p>
          <a:p>
            <a:pPr>
              <a:lnSpc>
                <a:spcPct val="100000"/>
              </a:lnSpc>
            </a:pPr>
            <a:endParaRPr sz="2400">
              <a:latin typeface="黑体"/>
              <a:cs typeface="黑体"/>
            </a:endParaRPr>
          </a:p>
          <a:p>
            <a:pPr>
              <a:lnSpc>
                <a:spcPct val="100000"/>
              </a:lnSpc>
              <a:spcBef>
                <a:spcPts val="380"/>
              </a:spcBef>
            </a:pPr>
            <a:endParaRPr sz="2400">
              <a:latin typeface="黑体"/>
              <a:cs typeface="黑体"/>
            </a:endParaRPr>
          </a:p>
          <a:p>
            <a:pPr marL="309880">
              <a:lnSpc>
                <a:spcPct val="100000"/>
              </a:lnSpc>
            </a:pPr>
            <a:r>
              <a:rPr dirty="0" sz="2800" spc="-35">
                <a:solidFill>
                  <a:srgbClr val="FF0000"/>
                </a:solidFill>
                <a:latin typeface="黑体"/>
                <a:cs typeface="黑体"/>
              </a:rPr>
              <a:t>控制冲突：</a:t>
            </a:r>
            <a:r>
              <a:rPr dirty="0" sz="2800" spc="-40">
                <a:solidFill>
                  <a:srgbClr val="40458B"/>
                </a:solidFill>
                <a:latin typeface="黑体"/>
                <a:cs typeface="黑体"/>
              </a:rPr>
              <a:t>由分支指令引起的指令延迟</a:t>
            </a:r>
            <a:endParaRPr sz="2800">
              <a:latin typeface="黑体"/>
              <a:cs typeface="黑体"/>
            </a:endParaRPr>
          </a:p>
        </p:txBody>
      </p:sp>
      <p:sp>
        <p:nvSpPr>
          <p:cNvPr id="11" name="object 11" descr=""/>
          <p:cNvSpPr/>
          <p:nvPr/>
        </p:nvSpPr>
        <p:spPr>
          <a:xfrm>
            <a:off x="695325" y="3716401"/>
            <a:ext cx="287655" cy="1225550"/>
          </a:xfrm>
          <a:custGeom>
            <a:avLst/>
            <a:gdLst/>
            <a:ahLst/>
            <a:cxnLst/>
            <a:rect l="l" t="t" r="r" b="b"/>
            <a:pathLst>
              <a:path w="287655" h="1225550">
                <a:moveTo>
                  <a:pt x="287337" y="1225550"/>
                </a:moveTo>
                <a:lnTo>
                  <a:pt x="231414" y="1223654"/>
                </a:lnTo>
                <a:lnTo>
                  <a:pt x="185750" y="1218485"/>
                </a:lnTo>
                <a:lnTo>
                  <a:pt x="154963" y="1210816"/>
                </a:lnTo>
                <a:lnTo>
                  <a:pt x="143675" y="1201420"/>
                </a:lnTo>
                <a:lnTo>
                  <a:pt x="143675" y="636778"/>
                </a:lnTo>
                <a:lnTo>
                  <a:pt x="132384" y="627401"/>
                </a:lnTo>
                <a:lnTo>
                  <a:pt x="101593" y="619775"/>
                </a:lnTo>
                <a:lnTo>
                  <a:pt x="55924" y="614650"/>
                </a:lnTo>
                <a:lnTo>
                  <a:pt x="0" y="612775"/>
                </a:lnTo>
                <a:lnTo>
                  <a:pt x="55924" y="610879"/>
                </a:lnTo>
                <a:lnTo>
                  <a:pt x="101593" y="605710"/>
                </a:lnTo>
                <a:lnTo>
                  <a:pt x="132384" y="598041"/>
                </a:lnTo>
                <a:lnTo>
                  <a:pt x="143675" y="588644"/>
                </a:lnTo>
                <a:lnTo>
                  <a:pt x="143675" y="24003"/>
                </a:lnTo>
                <a:lnTo>
                  <a:pt x="154963" y="14626"/>
                </a:lnTo>
                <a:lnTo>
                  <a:pt x="185750" y="7000"/>
                </a:lnTo>
                <a:lnTo>
                  <a:pt x="231414" y="1875"/>
                </a:lnTo>
                <a:lnTo>
                  <a:pt x="287337" y="0"/>
                </a:lnTo>
              </a:path>
            </a:pathLst>
          </a:custGeom>
          <a:ln w="25400">
            <a:solidFill>
              <a:srgbClr val="FF0000"/>
            </a:solidFill>
          </a:ln>
        </p:spPr>
        <p:txBody>
          <a:bodyPr wrap="square" lIns="0" tIns="0" rIns="0" bIns="0" rtlCol="0"/>
          <a:lstStyle/>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159/154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78739" y="849883"/>
            <a:ext cx="11927840" cy="3606165"/>
          </a:xfrm>
          <a:prstGeom prst="rect">
            <a:avLst/>
          </a:prstGeom>
        </p:spPr>
        <p:txBody>
          <a:bodyPr wrap="square" lIns="0" tIns="13335" rIns="0" bIns="0" rtlCol="0" vert="horz">
            <a:spAutoFit/>
          </a:bodyPr>
          <a:lstStyle/>
          <a:p>
            <a:pPr marL="468630" indent="-455930">
              <a:lnSpc>
                <a:spcPct val="100000"/>
              </a:lnSpc>
              <a:spcBef>
                <a:spcPts val="105"/>
              </a:spcBef>
              <a:buClr>
                <a:srgbClr val="40458B"/>
              </a:buClr>
              <a:buFont typeface="Tahoma"/>
              <a:buAutoNum type="arabicPeriod" startAt="3"/>
              <a:tabLst>
                <a:tab pos="468630" algn="l"/>
              </a:tabLst>
            </a:pPr>
            <a:r>
              <a:rPr dirty="0" sz="3200">
                <a:solidFill>
                  <a:srgbClr val="E14B04"/>
                </a:solidFill>
                <a:latin typeface="黑体"/>
                <a:cs typeface="黑体"/>
              </a:rPr>
              <a:t>控制冲突</a:t>
            </a:r>
            <a:r>
              <a:rPr dirty="0" sz="3200">
                <a:solidFill>
                  <a:srgbClr val="E14B04"/>
                </a:solidFill>
                <a:latin typeface="Tahoma"/>
                <a:cs typeface="Tahoma"/>
              </a:rPr>
              <a:t>Control</a:t>
            </a:r>
            <a:r>
              <a:rPr dirty="0" sz="3200" spc="-130">
                <a:solidFill>
                  <a:srgbClr val="E14B04"/>
                </a:solidFill>
                <a:latin typeface="Tahoma"/>
                <a:cs typeface="Tahoma"/>
              </a:rPr>
              <a:t> </a:t>
            </a:r>
            <a:r>
              <a:rPr dirty="0" sz="3200" spc="-10">
                <a:solidFill>
                  <a:srgbClr val="E14B04"/>
                </a:solidFill>
                <a:latin typeface="Tahoma"/>
                <a:cs typeface="Tahoma"/>
              </a:rPr>
              <a:t>hazards</a:t>
            </a:r>
            <a:r>
              <a:rPr dirty="0" sz="3200" spc="-10">
                <a:solidFill>
                  <a:srgbClr val="E14B04"/>
                </a:solidFill>
                <a:latin typeface="黑体"/>
                <a:cs typeface="黑体"/>
              </a:rPr>
              <a:t>：</a:t>
            </a:r>
            <a:endParaRPr sz="3200">
              <a:latin typeface="黑体"/>
              <a:cs typeface="黑体"/>
            </a:endParaRPr>
          </a:p>
          <a:p>
            <a:pPr lvl="1" marL="1099185" indent="-457200">
              <a:lnSpc>
                <a:spcPct val="100000"/>
              </a:lnSpc>
              <a:spcBef>
                <a:spcPts val="2450"/>
              </a:spcBef>
              <a:buSzPct val="89285"/>
              <a:buFont typeface="Wingdings"/>
              <a:buChar char=""/>
              <a:tabLst>
                <a:tab pos="1099185" algn="l"/>
              </a:tabLst>
            </a:pPr>
            <a:r>
              <a:rPr dirty="0" sz="2800" spc="-30">
                <a:solidFill>
                  <a:srgbClr val="40458B"/>
                </a:solidFill>
                <a:latin typeface="黑体"/>
                <a:cs typeface="黑体"/>
              </a:rPr>
              <a:t>解决控制冲突</a:t>
            </a:r>
            <a:r>
              <a:rPr dirty="0" sz="2800" spc="-35">
                <a:solidFill>
                  <a:srgbClr val="D50092"/>
                </a:solidFill>
                <a:latin typeface="黑体"/>
                <a:cs typeface="黑体"/>
              </a:rPr>
              <a:t>最简单的方法：</a:t>
            </a:r>
            <a:r>
              <a:rPr dirty="0" sz="2400" spc="-40">
                <a:solidFill>
                  <a:srgbClr val="40458B"/>
                </a:solidFill>
                <a:latin typeface="黑体"/>
                <a:cs typeface="黑体"/>
              </a:rPr>
              <a:t>“冻结”或者“排空”流水线 </a:t>
            </a:r>
            <a:r>
              <a:rPr dirty="0" sz="2400">
                <a:solidFill>
                  <a:srgbClr val="40458B"/>
                </a:solidFill>
                <a:latin typeface="黑体"/>
                <a:cs typeface="黑体"/>
              </a:rPr>
              <a:t>（那就“等</a:t>
            </a:r>
            <a:r>
              <a:rPr dirty="0" sz="2400" spc="-25">
                <a:solidFill>
                  <a:srgbClr val="40458B"/>
                </a:solidFill>
                <a:latin typeface="黑体"/>
                <a:cs typeface="黑体"/>
              </a:rPr>
              <a:t>”）</a:t>
            </a:r>
            <a:endParaRPr sz="2400">
              <a:latin typeface="黑体"/>
              <a:cs typeface="黑体"/>
            </a:endParaRPr>
          </a:p>
          <a:p>
            <a:pPr lvl="2" marL="1021080" marR="167005" indent="-288290">
              <a:lnSpc>
                <a:spcPct val="150000"/>
              </a:lnSpc>
              <a:spcBef>
                <a:spcPts val="680"/>
              </a:spcBef>
              <a:buClr>
                <a:srgbClr val="4668F5"/>
              </a:buClr>
              <a:buSzPct val="60416"/>
              <a:buFont typeface="Wingdings"/>
              <a:buChar char=""/>
              <a:tabLst>
                <a:tab pos="1021080" algn="l"/>
              </a:tabLst>
            </a:pPr>
            <a:r>
              <a:rPr dirty="0" sz="2400" spc="-25" b="1">
                <a:solidFill>
                  <a:srgbClr val="00AFEF"/>
                </a:solidFill>
                <a:latin typeface="黑体"/>
                <a:cs typeface="黑体"/>
              </a:rPr>
              <a:t>发现分支指令后，将其后的所有指令置空，直到分支是否成功以及分支目标地址</a:t>
            </a:r>
            <a:r>
              <a:rPr dirty="0" sz="2400" spc="-30" b="1">
                <a:solidFill>
                  <a:srgbClr val="00AFEF"/>
                </a:solidFill>
                <a:latin typeface="黑体"/>
                <a:cs typeface="黑体"/>
              </a:rPr>
              <a:t>算出来位置</a:t>
            </a:r>
            <a:endParaRPr sz="2400">
              <a:latin typeface="黑体"/>
              <a:cs typeface="黑体"/>
            </a:endParaRPr>
          </a:p>
          <a:p>
            <a:pPr lvl="2" marL="1021080" indent="-287655">
              <a:lnSpc>
                <a:spcPct val="100000"/>
              </a:lnSpc>
              <a:spcBef>
                <a:spcPts val="2014"/>
              </a:spcBef>
              <a:buClr>
                <a:srgbClr val="4668F5"/>
              </a:buClr>
              <a:buSzPct val="60416"/>
              <a:buFont typeface="Wingdings"/>
              <a:buChar char=""/>
              <a:tabLst>
                <a:tab pos="1021080" algn="l"/>
              </a:tabLst>
            </a:pPr>
            <a:r>
              <a:rPr dirty="0" sz="2400" spc="-25" b="1">
                <a:solidFill>
                  <a:srgbClr val="00AFEF"/>
                </a:solidFill>
                <a:latin typeface="黑体"/>
                <a:cs typeface="黑体"/>
              </a:rPr>
              <a:t>前述</a:t>
            </a:r>
            <a:r>
              <a:rPr dirty="0" sz="2400" spc="-10" b="1">
                <a:solidFill>
                  <a:srgbClr val="9933FF"/>
                </a:solidFill>
                <a:latin typeface="宋体"/>
                <a:cs typeface="宋体"/>
              </a:rPr>
              <a:t>5</a:t>
            </a:r>
            <a:r>
              <a:rPr dirty="0" sz="2400" spc="-25" b="1">
                <a:solidFill>
                  <a:srgbClr val="00AFEF"/>
                </a:solidFill>
                <a:latin typeface="黑体"/>
                <a:cs typeface="黑体"/>
              </a:rPr>
              <a:t>段流水线中，</a:t>
            </a:r>
            <a:r>
              <a:rPr dirty="0" u="sng" sz="2400" spc="-25" b="1">
                <a:solidFill>
                  <a:srgbClr val="00AFEF"/>
                </a:solidFill>
                <a:uFill>
                  <a:solidFill>
                    <a:srgbClr val="00AFEF"/>
                  </a:solidFill>
                </a:uFill>
                <a:latin typeface="黑体"/>
                <a:cs typeface="黑体"/>
              </a:rPr>
              <a:t>改变</a:t>
            </a:r>
            <a:r>
              <a:rPr dirty="0" u="sng" sz="2400" spc="-10" b="1">
                <a:solidFill>
                  <a:srgbClr val="9933FF"/>
                </a:solidFill>
                <a:uFill>
                  <a:solidFill>
                    <a:srgbClr val="9933FF"/>
                  </a:solidFill>
                </a:uFill>
                <a:latin typeface="宋体"/>
                <a:cs typeface="宋体"/>
              </a:rPr>
              <a:t>PC</a:t>
            </a:r>
            <a:r>
              <a:rPr dirty="0" u="sng" sz="2400" spc="-25" b="1">
                <a:solidFill>
                  <a:srgbClr val="00AFEF"/>
                </a:solidFill>
                <a:uFill>
                  <a:solidFill>
                    <a:srgbClr val="00AFEF"/>
                  </a:solidFill>
                </a:uFill>
                <a:latin typeface="黑体"/>
                <a:cs typeface="黑体"/>
              </a:rPr>
              <a:t>值是在</a:t>
            </a:r>
            <a:r>
              <a:rPr dirty="0" u="sng" sz="2400" spc="-10" b="1">
                <a:solidFill>
                  <a:srgbClr val="9933FF"/>
                </a:solidFill>
                <a:uFill>
                  <a:solidFill>
                    <a:srgbClr val="9933FF"/>
                  </a:solidFill>
                </a:uFill>
                <a:latin typeface="宋体"/>
                <a:cs typeface="宋体"/>
              </a:rPr>
              <a:t>MEM</a:t>
            </a:r>
            <a:r>
              <a:rPr dirty="0" u="sng" sz="2400" spc="-25" b="1">
                <a:solidFill>
                  <a:srgbClr val="00AFEF"/>
                </a:solidFill>
                <a:uFill>
                  <a:solidFill>
                    <a:srgbClr val="00AFEF"/>
                  </a:solidFill>
                </a:uFill>
                <a:latin typeface="黑体"/>
                <a:cs typeface="黑体"/>
              </a:rPr>
              <a:t>段进行的</a:t>
            </a:r>
            <a:r>
              <a:rPr dirty="0" u="none" sz="2400" spc="-25" b="1">
                <a:solidFill>
                  <a:srgbClr val="00AFEF"/>
                </a:solidFill>
                <a:latin typeface="黑体"/>
                <a:cs typeface="黑体"/>
              </a:rPr>
              <a:t>，分支指令给流水线带来</a:t>
            </a:r>
            <a:r>
              <a:rPr dirty="0" u="none" sz="2400" spc="-10" b="1">
                <a:solidFill>
                  <a:srgbClr val="FF5CFF"/>
                </a:solidFill>
                <a:latin typeface="宋体"/>
                <a:cs typeface="宋体"/>
              </a:rPr>
              <a:t>3</a:t>
            </a:r>
            <a:r>
              <a:rPr dirty="0" u="none" sz="2400" spc="-35" b="1">
                <a:solidFill>
                  <a:srgbClr val="FF5CFF"/>
                </a:solidFill>
                <a:latin typeface="黑体"/>
                <a:cs typeface="黑体"/>
              </a:rPr>
              <a:t>个时钟周</a:t>
            </a:r>
            <a:endParaRPr sz="2400">
              <a:latin typeface="黑体"/>
              <a:cs typeface="黑体"/>
            </a:endParaRPr>
          </a:p>
          <a:p>
            <a:pPr marL="1021080">
              <a:lnSpc>
                <a:spcPct val="100000"/>
              </a:lnSpc>
              <a:spcBef>
                <a:spcPts val="1440"/>
              </a:spcBef>
            </a:pPr>
            <a:r>
              <a:rPr dirty="0" sz="2400" spc="-20" b="1">
                <a:solidFill>
                  <a:srgbClr val="FF5CFF"/>
                </a:solidFill>
                <a:latin typeface="黑体"/>
                <a:cs typeface="黑体"/>
              </a:rPr>
              <a:t>期</a:t>
            </a:r>
            <a:r>
              <a:rPr dirty="0" sz="2400" spc="-35" b="1">
                <a:solidFill>
                  <a:srgbClr val="00AFEF"/>
                </a:solidFill>
                <a:latin typeface="黑体"/>
                <a:cs typeface="黑体"/>
              </a:rPr>
              <a:t>的延迟</a:t>
            </a:r>
            <a:endParaRPr sz="2400">
              <a:latin typeface="黑体"/>
              <a:cs typeface="黑体"/>
            </a:endParaRPr>
          </a:p>
        </p:txBody>
      </p:sp>
      <p:sp>
        <p:nvSpPr>
          <p:cNvPr id="10" name="object 10" descr=""/>
          <p:cNvSpPr/>
          <p:nvPr/>
        </p:nvSpPr>
        <p:spPr>
          <a:xfrm>
            <a:off x="2628900" y="4099178"/>
            <a:ext cx="3218815" cy="497840"/>
          </a:xfrm>
          <a:custGeom>
            <a:avLst/>
            <a:gdLst/>
            <a:ahLst/>
            <a:cxnLst/>
            <a:rect l="l" t="t" r="r" b="b"/>
            <a:pathLst>
              <a:path w="3218815" h="497839">
                <a:moveTo>
                  <a:pt x="0" y="497713"/>
                </a:moveTo>
                <a:lnTo>
                  <a:pt x="1172464" y="153162"/>
                </a:lnTo>
                <a:lnTo>
                  <a:pt x="3218815" y="0"/>
                </a:lnTo>
              </a:path>
            </a:pathLst>
          </a:custGeom>
          <a:ln w="9524">
            <a:solidFill>
              <a:srgbClr val="40458B"/>
            </a:solidFill>
          </a:ln>
        </p:spPr>
        <p:txBody>
          <a:bodyPr wrap="square" lIns="0" tIns="0" rIns="0" bIns="0" rtlCol="0"/>
          <a:lstStyle/>
          <a:p/>
        </p:txBody>
      </p:sp>
      <p:sp>
        <p:nvSpPr>
          <p:cNvPr id="11" name="object 11" descr=""/>
          <p:cNvSpPr txBox="1"/>
          <p:nvPr/>
        </p:nvSpPr>
        <p:spPr>
          <a:xfrm>
            <a:off x="585787" y="4581525"/>
            <a:ext cx="11591925" cy="1368425"/>
          </a:xfrm>
          <a:prstGeom prst="rect">
            <a:avLst/>
          </a:prstGeom>
          <a:solidFill>
            <a:srgbClr val="D4D6EB"/>
          </a:solidFill>
          <a:ln w="9525">
            <a:solidFill>
              <a:srgbClr val="40458B"/>
            </a:solidFill>
          </a:ln>
        </p:spPr>
        <p:txBody>
          <a:bodyPr wrap="square" lIns="0" tIns="135890" rIns="0" bIns="0" rtlCol="0" vert="horz">
            <a:spAutoFit/>
          </a:bodyPr>
          <a:lstStyle/>
          <a:p>
            <a:pPr marL="91440">
              <a:lnSpc>
                <a:spcPct val="100000"/>
              </a:lnSpc>
              <a:spcBef>
                <a:spcPts val="1070"/>
              </a:spcBef>
            </a:pPr>
            <a:r>
              <a:rPr dirty="0" sz="2000" spc="-10">
                <a:solidFill>
                  <a:srgbClr val="40458B"/>
                </a:solidFill>
                <a:latin typeface="黑体"/>
                <a:cs typeface="黑体"/>
              </a:rPr>
              <a:t>说明运行分支判断需要</a:t>
            </a:r>
            <a:r>
              <a:rPr dirty="0" sz="2000" spc="-15">
                <a:solidFill>
                  <a:srgbClr val="40458B"/>
                </a:solidFill>
                <a:latin typeface="Tahoma"/>
                <a:cs typeface="Tahoma"/>
              </a:rPr>
              <a:t>4</a:t>
            </a:r>
            <a:r>
              <a:rPr dirty="0" sz="2000" spc="-5">
                <a:solidFill>
                  <a:srgbClr val="40458B"/>
                </a:solidFill>
                <a:latin typeface="黑体"/>
                <a:cs typeface="黑体"/>
              </a:rPr>
              <a:t>个周期</a:t>
            </a:r>
            <a:r>
              <a:rPr dirty="0" sz="2000" spc="-10">
                <a:solidFill>
                  <a:srgbClr val="40458B"/>
                </a:solidFill>
                <a:latin typeface="黑体"/>
                <a:cs typeface="黑体"/>
              </a:rPr>
              <a:t>（</a:t>
            </a:r>
            <a:r>
              <a:rPr dirty="0" sz="2000" spc="-10">
                <a:solidFill>
                  <a:srgbClr val="40458B"/>
                </a:solidFill>
                <a:latin typeface="Tahoma"/>
                <a:cs typeface="Tahoma"/>
              </a:rPr>
              <a:t>IF/ID/EX/MEM</a:t>
            </a:r>
            <a:r>
              <a:rPr dirty="0" sz="2000" spc="-10">
                <a:solidFill>
                  <a:srgbClr val="40458B"/>
                </a:solidFill>
                <a:latin typeface="黑体"/>
                <a:cs typeface="黑体"/>
              </a:rPr>
              <a:t>），</a:t>
            </a:r>
            <a:r>
              <a:rPr dirty="0" sz="2000" spc="-10">
                <a:solidFill>
                  <a:srgbClr val="40458B"/>
                </a:solidFill>
                <a:latin typeface="Tahoma"/>
                <a:cs typeface="Tahoma"/>
              </a:rPr>
              <a:t>MEM</a:t>
            </a:r>
            <a:r>
              <a:rPr dirty="0" sz="2000" spc="-5">
                <a:solidFill>
                  <a:srgbClr val="40458B"/>
                </a:solidFill>
                <a:latin typeface="黑体"/>
                <a:cs typeface="黑体"/>
              </a:rPr>
              <a:t>周期完成</a:t>
            </a:r>
            <a:r>
              <a:rPr dirty="0" sz="2000" spc="-10">
                <a:solidFill>
                  <a:srgbClr val="40458B"/>
                </a:solidFill>
                <a:latin typeface="Tahoma"/>
                <a:cs typeface="Tahoma"/>
              </a:rPr>
              <a:t>PC</a:t>
            </a:r>
            <a:r>
              <a:rPr dirty="0" sz="2000" spc="-15">
                <a:solidFill>
                  <a:srgbClr val="40458B"/>
                </a:solidFill>
                <a:latin typeface="黑体"/>
                <a:cs typeface="黑体"/>
              </a:rPr>
              <a:t>值的更新操作</a:t>
            </a:r>
            <a:r>
              <a:rPr dirty="0" sz="2000" spc="40">
                <a:solidFill>
                  <a:srgbClr val="40458B"/>
                </a:solidFill>
                <a:latin typeface="Tahoma"/>
                <a:cs typeface="Tahoma"/>
              </a:rPr>
              <a:t>, </a:t>
            </a:r>
            <a:r>
              <a:rPr dirty="0" sz="2000" spc="-15">
                <a:solidFill>
                  <a:srgbClr val="40458B"/>
                </a:solidFill>
                <a:latin typeface="黑体"/>
                <a:cs typeface="黑体"/>
              </a:rPr>
              <a:t>也即只有经过三个</a:t>
            </a:r>
            <a:endParaRPr sz="2000">
              <a:latin typeface="黑体"/>
              <a:cs typeface="黑体"/>
            </a:endParaRPr>
          </a:p>
          <a:p>
            <a:pPr marL="91440">
              <a:lnSpc>
                <a:spcPct val="100000"/>
              </a:lnSpc>
              <a:spcBef>
                <a:spcPts val="1200"/>
              </a:spcBef>
            </a:pPr>
            <a:r>
              <a:rPr dirty="0" sz="2000" spc="-25">
                <a:solidFill>
                  <a:srgbClr val="40458B"/>
                </a:solidFill>
                <a:latin typeface="黑体"/>
                <a:cs typeface="黑体"/>
              </a:rPr>
              <a:t>周期后才能读取跳转的指令。</a:t>
            </a:r>
            <a:endParaRPr sz="2000">
              <a:latin typeface="黑体"/>
              <a:cs typeface="黑体"/>
            </a:endParaRPr>
          </a:p>
          <a:p>
            <a:pPr marL="91440">
              <a:lnSpc>
                <a:spcPct val="100000"/>
              </a:lnSpc>
              <a:spcBef>
                <a:spcPts val="1200"/>
              </a:spcBef>
            </a:pPr>
            <a:r>
              <a:rPr dirty="0" sz="2000" spc="-25">
                <a:solidFill>
                  <a:srgbClr val="40458B"/>
                </a:solidFill>
                <a:latin typeface="Tahoma"/>
                <a:cs typeface="Tahoma"/>
              </a:rPr>
              <a:t>ID</a:t>
            </a:r>
            <a:r>
              <a:rPr dirty="0" sz="2000" spc="-15">
                <a:solidFill>
                  <a:srgbClr val="40458B"/>
                </a:solidFill>
                <a:latin typeface="黑体"/>
                <a:cs typeface="黑体"/>
              </a:rPr>
              <a:t>段：译码检测得知是分支指令，则暂停其后的指令，直到</a:t>
            </a:r>
            <a:r>
              <a:rPr dirty="0" sz="2000" spc="-10">
                <a:solidFill>
                  <a:srgbClr val="40458B"/>
                </a:solidFill>
                <a:latin typeface="Tahoma"/>
                <a:cs typeface="Tahoma"/>
              </a:rPr>
              <a:t>MEM</a:t>
            </a:r>
            <a:r>
              <a:rPr dirty="0" sz="2000" spc="-15">
                <a:solidFill>
                  <a:srgbClr val="40458B"/>
                </a:solidFill>
                <a:latin typeface="黑体"/>
                <a:cs typeface="黑体"/>
              </a:rPr>
              <a:t>段计算出</a:t>
            </a:r>
            <a:r>
              <a:rPr dirty="0" sz="2000" spc="-5">
                <a:solidFill>
                  <a:srgbClr val="E14B04"/>
                </a:solidFill>
                <a:latin typeface="黑体"/>
                <a:cs typeface="黑体"/>
              </a:rPr>
              <a:t>新的</a:t>
            </a:r>
            <a:r>
              <a:rPr dirty="0" sz="2000" spc="-10">
                <a:solidFill>
                  <a:srgbClr val="E14B04"/>
                </a:solidFill>
                <a:latin typeface="Tahoma"/>
                <a:cs typeface="Tahoma"/>
              </a:rPr>
              <a:t>PC</a:t>
            </a:r>
            <a:r>
              <a:rPr dirty="0" sz="2000" spc="-50">
                <a:solidFill>
                  <a:srgbClr val="E14B04"/>
                </a:solidFill>
                <a:latin typeface="黑体"/>
                <a:cs typeface="黑体"/>
              </a:rPr>
              <a:t>值</a:t>
            </a:r>
            <a:endParaRPr sz="2000">
              <a:latin typeface="黑体"/>
              <a:cs typeface="黑体"/>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280517" y="574624"/>
            <a:ext cx="7621905" cy="1162050"/>
          </a:xfrm>
          <a:prstGeom prst="rect">
            <a:avLst/>
          </a:prstGeom>
        </p:spPr>
        <p:txBody>
          <a:bodyPr wrap="square" lIns="0" tIns="13335" rIns="0" bIns="0" rtlCol="0" vert="horz">
            <a:spAutoFit/>
          </a:bodyPr>
          <a:lstStyle/>
          <a:p>
            <a:pPr marL="469265" indent="-456565">
              <a:lnSpc>
                <a:spcPct val="100000"/>
              </a:lnSpc>
              <a:spcBef>
                <a:spcPts val="105"/>
              </a:spcBef>
              <a:buClr>
                <a:srgbClr val="40458B"/>
              </a:buClr>
              <a:buFont typeface="Tahoma"/>
              <a:buAutoNum type="arabicPeriod" startAt="3"/>
              <a:tabLst>
                <a:tab pos="469265" algn="l"/>
              </a:tabLst>
            </a:pPr>
            <a:r>
              <a:rPr dirty="0" sz="3200" spc="-5">
                <a:solidFill>
                  <a:srgbClr val="E14B04"/>
                </a:solidFill>
                <a:latin typeface="黑体"/>
                <a:cs typeface="黑体"/>
              </a:rPr>
              <a:t>控制冲突</a:t>
            </a:r>
            <a:r>
              <a:rPr dirty="0" sz="3200">
                <a:solidFill>
                  <a:srgbClr val="E14B04"/>
                </a:solidFill>
                <a:latin typeface="Tahoma"/>
                <a:cs typeface="Tahoma"/>
              </a:rPr>
              <a:t>Control</a:t>
            </a:r>
            <a:r>
              <a:rPr dirty="0" sz="3200" spc="-15">
                <a:solidFill>
                  <a:srgbClr val="E14B04"/>
                </a:solidFill>
                <a:latin typeface="Tahoma"/>
                <a:cs typeface="Tahoma"/>
              </a:rPr>
              <a:t> </a:t>
            </a:r>
            <a:r>
              <a:rPr dirty="0" sz="3200" spc="-10">
                <a:solidFill>
                  <a:srgbClr val="E14B04"/>
                </a:solidFill>
                <a:latin typeface="Tahoma"/>
                <a:cs typeface="Tahoma"/>
              </a:rPr>
              <a:t>hazards</a:t>
            </a:r>
            <a:r>
              <a:rPr dirty="0" sz="3200" spc="-10">
                <a:solidFill>
                  <a:srgbClr val="E14B04"/>
                </a:solidFill>
                <a:latin typeface="黑体"/>
                <a:cs typeface="黑体"/>
              </a:rPr>
              <a:t>：</a:t>
            </a:r>
            <a:endParaRPr sz="3200">
              <a:latin typeface="黑体"/>
              <a:cs typeface="黑体"/>
            </a:endParaRPr>
          </a:p>
          <a:p>
            <a:pPr lvl="1" marL="1021080" indent="-287655">
              <a:lnSpc>
                <a:spcPct val="100000"/>
              </a:lnSpc>
              <a:spcBef>
                <a:spcPts val="2220"/>
              </a:spcBef>
              <a:buClr>
                <a:srgbClr val="4668F5"/>
              </a:buClr>
              <a:buSzPct val="60416"/>
              <a:buFont typeface="Wingdings"/>
              <a:buChar char=""/>
              <a:tabLst>
                <a:tab pos="1021080" algn="l"/>
              </a:tabLst>
            </a:pPr>
            <a:r>
              <a:rPr dirty="0" sz="2400" spc="-20" b="1">
                <a:solidFill>
                  <a:srgbClr val="00AFEF"/>
                </a:solidFill>
                <a:latin typeface="黑体"/>
                <a:cs typeface="黑体"/>
              </a:rPr>
              <a:t>流水线带来</a:t>
            </a:r>
            <a:r>
              <a:rPr dirty="0" sz="2400" spc="-20" b="1">
                <a:solidFill>
                  <a:srgbClr val="FF5CFF"/>
                </a:solidFill>
                <a:latin typeface="宋体"/>
                <a:cs typeface="宋体"/>
              </a:rPr>
              <a:t>3</a:t>
            </a:r>
            <a:r>
              <a:rPr dirty="0" sz="2400" spc="-20" b="1">
                <a:solidFill>
                  <a:srgbClr val="FF5CFF"/>
                </a:solidFill>
                <a:latin typeface="黑体"/>
                <a:cs typeface="黑体"/>
              </a:rPr>
              <a:t>个时钟周期</a:t>
            </a:r>
            <a:r>
              <a:rPr dirty="0" sz="2400" spc="-20" b="1">
                <a:solidFill>
                  <a:srgbClr val="00AFEF"/>
                </a:solidFill>
                <a:latin typeface="黑体"/>
                <a:cs typeface="黑体"/>
              </a:rPr>
              <a:t>的延迟具体情况（见图</a:t>
            </a:r>
            <a:r>
              <a:rPr dirty="0" sz="2400" spc="-50" b="1">
                <a:solidFill>
                  <a:srgbClr val="00AFEF"/>
                </a:solidFill>
                <a:latin typeface="黑体"/>
                <a:cs typeface="黑体"/>
              </a:rPr>
              <a:t>）</a:t>
            </a:r>
            <a:endParaRPr sz="2400">
              <a:latin typeface="黑体"/>
              <a:cs typeface="黑体"/>
            </a:endParaRPr>
          </a:p>
        </p:txBody>
      </p:sp>
      <p:grpSp>
        <p:nvGrpSpPr>
          <p:cNvPr id="10" name="object 10" descr=""/>
          <p:cNvGrpSpPr/>
          <p:nvPr/>
        </p:nvGrpSpPr>
        <p:grpSpPr>
          <a:xfrm>
            <a:off x="1204912" y="2689489"/>
            <a:ext cx="8790940" cy="3034030"/>
            <a:chOff x="1204912" y="2689489"/>
            <a:chExt cx="8790940" cy="3034030"/>
          </a:xfrm>
        </p:grpSpPr>
        <p:pic>
          <p:nvPicPr>
            <p:cNvPr id="11" name="object 11" descr=""/>
            <p:cNvPicPr/>
            <p:nvPr/>
          </p:nvPicPr>
          <p:blipFill>
            <a:blip r:embed="rId2" cstate="print"/>
            <a:stretch>
              <a:fillRect/>
            </a:stretch>
          </p:blipFill>
          <p:spPr>
            <a:xfrm>
              <a:off x="1341840" y="2689489"/>
              <a:ext cx="8653838" cy="3033839"/>
            </a:xfrm>
            <a:prstGeom prst="rect">
              <a:avLst/>
            </a:prstGeom>
          </p:spPr>
        </p:pic>
        <p:pic>
          <p:nvPicPr>
            <p:cNvPr id="12" name="object 12" descr=""/>
            <p:cNvPicPr/>
            <p:nvPr/>
          </p:nvPicPr>
          <p:blipFill>
            <a:blip r:embed="rId3" cstate="print"/>
            <a:stretch>
              <a:fillRect/>
            </a:stretch>
          </p:blipFill>
          <p:spPr>
            <a:xfrm>
              <a:off x="1204912" y="2959099"/>
              <a:ext cx="211137" cy="76200"/>
            </a:xfrm>
            <a:prstGeom prst="rect">
              <a:avLst/>
            </a:prstGeom>
          </p:spPr>
        </p:pic>
      </p:grpSp>
      <p:sp>
        <p:nvSpPr>
          <p:cNvPr id="13" name="object 13" descr=""/>
          <p:cNvSpPr txBox="1"/>
          <p:nvPr/>
        </p:nvSpPr>
        <p:spPr>
          <a:xfrm>
            <a:off x="73863" y="2788157"/>
            <a:ext cx="1045210" cy="330835"/>
          </a:xfrm>
          <a:prstGeom prst="rect">
            <a:avLst/>
          </a:prstGeom>
        </p:spPr>
        <p:txBody>
          <a:bodyPr wrap="square" lIns="0" tIns="13335" rIns="0" bIns="0" rtlCol="0" vert="horz">
            <a:spAutoFit/>
          </a:bodyPr>
          <a:lstStyle/>
          <a:p>
            <a:pPr marL="12700">
              <a:lnSpc>
                <a:spcPct val="100000"/>
              </a:lnSpc>
              <a:spcBef>
                <a:spcPts val="105"/>
              </a:spcBef>
            </a:pPr>
            <a:r>
              <a:rPr dirty="0" sz="2000" spc="-15">
                <a:solidFill>
                  <a:srgbClr val="40458B"/>
                </a:solidFill>
                <a:latin typeface="黑体"/>
                <a:cs typeface="黑体"/>
              </a:rPr>
              <a:t>分支指令</a:t>
            </a:r>
            <a:endParaRPr sz="2000">
              <a:latin typeface="黑体"/>
              <a:cs typeface="黑体"/>
            </a:endParaRPr>
          </a:p>
        </p:txBody>
      </p:sp>
      <p:sp>
        <p:nvSpPr>
          <p:cNvPr id="14" name="object 14" descr=""/>
          <p:cNvSpPr/>
          <p:nvPr/>
        </p:nvSpPr>
        <p:spPr>
          <a:xfrm>
            <a:off x="10056876" y="3428619"/>
            <a:ext cx="287020" cy="1513205"/>
          </a:xfrm>
          <a:custGeom>
            <a:avLst/>
            <a:gdLst/>
            <a:ahLst/>
            <a:cxnLst/>
            <a:rect l="l" t="t" r="r" b="b"/>
            <a:pathLst>
              <a:path w="287020" h="1513204">
                <a:moveTo>
                  <a:pt x="0" y="0"/>
                </a:moveTo>
                <a:lnTo>
                  <a:pt x="55762" y="1873"/>
                </a:lnTo>
                <a:lnTo>
                  <a:pt x="101298" y="6984"/>
                </a:lnTo>
                <a:lnTo>
                  <a:pt x="131998" y="14573"/>
                </a:lnTo>
                <a:lnTo>
                  <a:pt x="143255" y="23875"/>
                </a:lnTo>
                <a:lnTo>
                  <a:pt x="143255" y="732662"/>
                </a:lnTo>
                <a:lnTo>
                  <a:pt x="154533" y="741912"/>
                </a:lnTo>
                <a:lnTo>
                  <a:pt x="185277" y="749506"/>
                </a:lnTo>
                <a:lnTo>
                  <a:pt x="230856" y="754647"/>
                </a:lnTo>
                <a:lnTo>
                  <a:pt x="286639" y="756538"/>
                </a:lnTo>
                <a:lnTo>
                  <a:pt x="230856" y="758412"/>
                </a:lnTo>
                <a:lnTo>
                  <a:pt x="185277" y="763523"/>
                </a:lnTo>
                <a:lnTo>
                  <a:pt x="154533" y="771112"/>
                </a:lnTo>
                <a:lnTo>
                  <a:pt x="143255" y="780414"/>
                </a:lnTo>
                <a:lnTo>
                  <a:pt x="143255" y="1489074"/>
                </a:lnTo>
                <a:lnTo>
                  <a:pt x="131998" y="1498377"/>
                </a:lnTo>
                <a:lnTo>
                  <a:pt x="101298" y="1505965"/>
                </a:lnTo>
                <a:lnTo>
                  <a:pt x="55762" y="1511077"/>
                </a:lnTo>
                <a:lnTo>
                  <a:pt x="0" y="1512950"/>
                </a:lnTo>
              </a:path>
            </a:pathLst>
          </a:custGeom>
          <a:ln w="25399">
            <a:solidFill>
              <a:srgbClr val="FF0000"/>
            </a:solidFill>
          </a:ln>
        </p:spPr>
        <p:txBody>
          <a:bodyPr wrap="square" lIns="0" tIns="0" rIns="0" bIns="0" rtlCol="0"/>
          <a:lstStyle/>
          <a:p/>
        </p:txBody>
      </p:sp>
      <p:sp>
        <p:nvSpPr>
          <p:cNvPr id="15" name="object 15" descr=""/>
          <p:cNvSpPr txBox="1"/>
          <p:nvPr/>
        </p:nvSpPr>
        <p:spPr>
          <a:xfrm>
            <a:off x="1283969" y="3427603"/>
            <a:ext cx="10754360" cy="2860675"/>
          </a:xfrm>
          <a:prstGeom prst="rect">
            <a:avLst/>
          </a:prstGeom>
        </p:spPr>
        <p:txBody>
          <a:bodyPr wrap="square" lIns="0" tIns="14604" rIns="0" bIns="0" rtlCol="0" vert="horz">
            <a:spAutoFit/>
          </a:bodyPr>
          <a:lstStyle/>
          <a:p>
            <a:pPr algn="just" marL="9215755" marR="5080">
              <a:lnSpc>
                <a:spcPct val="99400"/>
              </a:lnSpc>
              <a:spcBef>
                <a:spcPts val="114"/>
              </a:spcBef>
            </a:pPr>
            <a:r>
              <a:rPr dirty="0" sz="2400" spc="-10">
                <a:solidFill>
                  <a:srgbClr val="40458B"/>
                </a:solidFill>
                <a:latin typeface="黑体"/>
                <a:cs typeface="黑体"/>
              </a:rPr>
              <a:t>中间读取的三条指令停止执行，浪费三个时钟</a:t>
            </a:r>
            <a:r>
              <a:rPr dirty="0" sz="2400" spc="-25">
                <a:solidFill>
                  <a:srgbClr val="40458B"/>
                </a:solidFill>
                <a:latin typeface="黑体"/>
                <a:cs typeface="黑体"/>
              </a:rPr>
              <a:t>周期</a:t>
            </a:r>
            <a:endParaRPr sz="2400">
              <a:latin typeface="黑体"/>
              <a:cs typeface="黑体"/>
            </a:endParaRPr>
          </a:p>
          <a:p>
            <a:pPr>
              <a:lnSpc>
                <a:spcPct val="100000"/>
              </a:lnSpc>
              <a:spcBef>
                <a:spcPts val="1995"/>
              </a:spcBef>
            </a:pPr>
            <a:endParaRPr sz="2400">
              <a:latin typeface="黑体"/>
              <a:cs typeface="黑体"/>
            </a:endParaRPr>
          </a:p>
          <a:p>
            <a:pPr marL="12700">
              <a:lnSpc>
                <a:spcPct val="100000"/>
              </a:lnSpc>
            </a:pPr>
            <a:r>
              <a:rPr dirty="0" sz="2400" spc="-30">
                <a:solidFill>
                  <a:srgbClr val="40458B"/>
                </a:solidFill>
                <a:latin typeface="Tahoma"/>
                <a:cs typeface="Tahoma"/>
              </a:rPr>
              <a:t>MEM</a:t>
            </a:r>
            <a:r>
              <a:rPr dirty="0" sz="2400">
                <a:solidFill>
                  <a:srgbClr val="40458B"/>
                </a:solidFill>
                <a:latin typeface="黑体"/>
                <a:cs typeface="黑体"/>
              </a:rPr>
              <a:t>段计算出新的</a:t>
            </a:r>
            <a:r>
              <a:rPr dirty="0" sz="2400" spc="-10">
                <a:solidFill>
                  <a:srgbClr val="40458B"/>
                </a:solidFill>
                <a:latin typeface="Tahoma"/>
                <a:cs typeface="Tahoma"/>
              </a:rPr>
              <a:t>PC</a:t>
            </a:r>
            <a:r>
              <a:rPr dirty="0" sz="2400">
                <a:solidFill>
                  <a:srgbClr val="40458B"/>
                </a:solidFill>
                <a:latin typeface="黑体"/>
                <a:cs typeface="黑体"/>
              </a:rPr>
              <a:t>值，所以重新取目标地址的指令（分支成功时</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71548" y="147319"/>
            <a:ext cx="9178925" cy="452120"/>
          </a:xfrm>
          <a:prstGeom prst="rect"/>
        </p:spPr>
        <p:txBody>
          <a:bodyPr wrap="square" lIns="0" tIns="12065" rIns="0" bIns="0" rtlCol="0" vert="horz">
            <a:spAutoFit/>
          </a:bodyPr>
          <a:lstStyle/>
          <a:p>
            <a:pPr marL="12700">
              <a:lnSpc>
                <a:spcPct val="100000"/>
              </a:lnSpc>
              <a:spcBef>
                <a:spcPts val="95"/>
              </a:spcBef>
            </a:pPr>
            <a:r>
              <a:rPr dirty="0" u="none" sz="2800" spc="-15" b="1">
                <a:latin typeface="黑体"/>
                <a:cs typeface="黑体"/>
              </a:rPr>
              <a:t>分支成功时，</a:t>
            </a:r>
            <a:r>
              <a:rPr dirty="0" u="none" sz="2800" spc="-30" b="1">
                <a:latin typeface="Tahoma"/>
                <a:cs typeface="Tahoma"/>
              </a:rPr>
              <a:t>3</a:t>
            </a:r>
            <a:r>
              <a:rPr dirty="0" u="none" sz="2800" spc="-30" b="1">
                <a:latin typeface="黑体"/>
                <a:cs typeface="黑体"/>
              </a:rPr>
              <a:t>个周期的分支延迟的时空图（另一种表示</a:t>
            </a:r>
            <a:r>
              <a:rPr dirty="0" u="none" sz="2800" spc="-50" b="1">
                <a:latin typeface="黑体"/>
                <a:cs typeface="黑体"/>
              </a:rPr>
              <a:t>）</a:t>
            </a:r>
            <a:endParaRPr sz="2800">
              <a:latin typeface="黑体"/>
              <a:cs typeface="黑体"/>
            </a:endParaRPr>
          </a:p>
        </p:txBody>
      </p:sp>
      <p:pic>
        <p:nvPicPr>
          <p:cNvPr id="10" name="object 10" descr=""/>
          <p:cNvPicPr/>
          <p:nvPr/>
        </p:nvPicPr>
        <p:blipFill>
          <a:blip r:embed="rId2" cstate="print"/>
          <a:stretch>
            <a:fillRect/>
          </a:stretch>
        </p:blipFill>
        <p:spPr>
          <a:xfrm>
            <a:off x="1127125" y="1511300"/>
            <a:ext cx="9937750" cy="487045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320675" y="2333688"/>
          <a:ext cx="8096884" cy="2030095"/>
        </p:xfrm>
        <a:graphic>
          <a:graphicData uri="http://schemas.openxmlformats.org/drawingml/2006/table">
            <a:tbl>
              <a:tblPr firstRow="1" bandRow="1">
                <a:tableStyleId>{2D5ABB26-0587-4C30-8999-92F81FD0307C}</a:tableStyleId>
              </a:tblPr>
              <a:tblGrid>
                <a:gridCol w="1806575"/>
                <a:gridCol w="631825"/>
                <a:gridCol w="612775"/>
                <a:gridCol w="765175"/>
                <a:gridCol w="791845"/>
                <a:gridCol w="502920"/>
                <a:gridCol w="575945"/>
                <a:gridCol w="575945"/>
                <a:gridCol w="575945"/>
                <a:gridCol w="575945"/>
                <a:gridCol w="574040"/>
              </a:tblGrid>
              <a:tr h="418465">
                <a:tc>
                  <a:txBody>
                    <a:bodyPr/>
                    <a:lstStyle/>
                    <a:p>
                      <a:pPr marL="91440">
                        <a:lnSpc>
                          <a:spcPct val="100000"/>
                        </a:lnSpc>
                        <a:spcBef>
                          <a:spcPts val="350"/>
                        </a:spcBef>
                      </a:pPr>
                      <a:r>
                        <a:rPr dirty="0" sz="1800" spc="-25" b="1">
                          <a:solidFill>
                            <a:srgbClr val="E14B04"/>
                          </a:solidFill>
                          <a:latin typeface="宋体"/>
                          <a:cs typeface="宋体"/>
                        </a:rPr>
                        <a:t>分支指令</a:t>
                      </a:r>
                      <a:endParaRPr sz="1800">
                        <a:latin typeface="宋体"/>
                        <a:cs typeface="宋体"/>
                      </a:endParaRPr>
                    </a:p>
                  </a:txBody>
                  <a:tcPr marL="0" marR="0" marB="0" marT="4445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00025">
                        <a:lnSpc>
                          <a:spcPct val="100000"/>
                        </a:lnSpc>
                        <a:spcBef>
                          <a:spcPts val="350"/>
                        </a:spcBef>
                      </a:pPr>
                      <a:r>
                        <a:rPr dirty="0" sz="1800" spc="-25" b="1">
                          <a:solidFill>
                            <a:srgbClr val="40458B"/>
                          </a:solidFill>
                          <a:latin typeface="宋体"/>
                          <a:cs typeface="宋体"/>
                        </a:rPr>
                        <a:t>IF</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ID</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EX</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MEM</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WB</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356235">
                <a:tc>
                  <a:txBody>
                    <a:bodyPr/>
                    <a:lstStyle/>
                    <a:p>
                      <a:pPr marL="91440">
                        <a:lnSpc>
                          <a:spcPct val="100000"/>
                        </a:lnSpc>
                        <a:spcBef>
                          <a:spcPts val="350"/>
                        </a:spcBef>
                      </a:pPr>
                      <a:r>
                        <a:rPr dirty="0" sz="1800" spc="-20" b="1">
                          <a:solidFill>
                            <a:srgbClr val="E14B04"/>
                          </a:solidFill>
                          <a:latin typeface="宋体"/>
                          <a:cs typeface="宋体"/>
                        </a:rPr>
                        <a:t>分支目标指令</a:t>
                      </a:r>
                      <a:endParaRPr sz="1800">
                        <a:latin typeface="宋体"/>
                        <a:cs typeface="宋体"/>
                      </a:endParaRPr>
                    </a:p>
                  </a:txBody>
                  <a:tcPr marL="0" marR="0" marB="0" marT="4445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D50092"/>
                          </a:solidFill>
                          <a:latin typeface="宋体"/>
                          <a:cs typeface="宋体"/>
                        </a:rPr>
                        <a:t>IF</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10" b="1">
                          <a:solidFill>
                            <a:srgbClr val="D50092"/>
                          </a:solidFill>
                          <a:latin typeface="宋体"/>
                          <a:cs typeface="宋体"/>
                        </a:rPr>
                        <a:t>stall</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10" b="1">
                          <a:solidFill>
                            <a:srgbClr val="D50092"/>
                          </a:solidFill>
                          <a:latin typeface="宋体"/>
                          <a:cs typeface="宋体"/>
                        </a:rPr>
                        <a:t>stall</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IF</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ID</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EX</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MEM</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WB</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8465">
                <a:tc>
                  <a:txBody>
                    <a:bodyPr/>
                    <a:lstStyle/>
                    <a:p>
                      <a:pPr marL="91440">
                        <a:lnSpc>
                          <a:spcPct val="100000"/>
                        </a:lnSpc>
                        <a:spcBef>
                          <a:spcPts val="350"/>
                        </a:spcBef>
                      </a:pPr>
                      <a:r>
                        <a:rPr dirty="0" sz="1800" spc="-10" b="1">
                          <a:solidFill>
                            <a:srgbClr val="E14B04"/>
                          </a:solidFill>
                          <a:latin typeface="宋体"/>
                          <a:cs typeface="宋体"/>
                        </a:rPr>
                        <a:t>分支目标指令</a:t>
                      </a:r>
                      <a:r>
                        <a:rPr dirty="0" sz="1800" spc="-25" b="1">
                          <a:solidFill>
                            <a:srgbClr val="E14B04"/>
                          </a:solidFill>
                          <a:latin typeface="宋体"/>
                          <a:cs typeface="宋体"/>
                        </a:rPr>
                        <a:t>+1</a:t>
                      </a:r>
                      <a:endParaRPr sz="1800">
                        <a:latin typeface="宋体"/>
                        <a:cs typeface="宋体"/>
                      </a:endParaRPr>
                    </a:p>
                  </a:txBody>
                  <a:tcPr marL="0" marR="0" marB="0" marT="4445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IF</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ID</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EX</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1800" spc="-25" b="1">
                          <a:solidFill>
                            <a:srgbClr val="40458B"/>
                          </a:solidFill>
                          <a:latin typeface="宋体"/>
                          <a:cs typeface="宋体"/>
                        </a:rPr>
                        <a:t>MEM</a:t>
                      </a:r>
                      <a:endParaRPr sz="18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50"/>
                        </a:spcBef>
                      </a:pPr>
                      <a:r>
                        <a:rPr dirty="0" sz="1800" spc="-25" b="1">
                          <a:solidFill>
                            <a:srgbClr val="40458B"/>
                          </a:solidFill>
                          <a:latin typeface="宋体"/>
                          <a:cs typeface="宋体"/>
                        </a:rPr>
                        <a:t>WB</a:t>
                      </a:r>
                      <a:endParaRPr sz="18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8465">
                <a:tc>
                  <a:txBody>
                    <a:bodyPr/>
                    <a:lstStyle/>
                    <a:p>
                      <a:pPr marL="91440">
                        <a:lnSpc>
                          <a:spcPct val="100000"/>
                        </a:lnSpc>
                        <a:spcBef>
                          <a:spcPts val="355"/>
                        </a:spcBef>
                      </a:pPr>
                      <a:r>
                        <a:rPr dirty="0" sz="1800" spc="-10" b="1">
                          <a:solidFill>
                            <a:srgbClr val="E14B04"/>
                          </a:solidFill>
                          <a:latin typeface="宋体"/>
                          <a:cs typeface="宋体"/>
                        </a:rPr>
                        <a:t>分支目标指令</a:t>
                      </a:r>
                      <a:r>
                        <a:rPr dirty="0" sz="1800" spc="-25" b="1">
                          <a:solidFill>
                            <a:srgbClr val="E14B04"/>
                          </a:solidFill>
                          <a:latin typeface="宋体"/>
                          <a:cs typeface="宋体"/>
                        </a:rPr>
                        <a:t>+2</a:t>
                      </a:r>
                      <a:endParaRPr sz="1800">
                        <a:latin typeface="宋体"/>
                        <a:cs typeface="宋体"/>
                      </a:endParaRPr>
                    </a:p>
                  </a:txBody>
                  <a:tcPr marL="0" marR="0" marB="0" marT="4508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5"/>
                        </a:spcBef>
                      </a:pPr>
                      <a:r>
                        <a:rPr dirty="0" sz="1800" spc="-25" b="1">
                          <a:solidFill>
                            <a:srgbClr val="40458B"/>
                          </a:solidFill>
                          <a:latin typeface="宋体"/>
                          <a:cs typeface="宋体"/>
                        </a:rPr>
                        <a:t>IF</a:t>
                      </a:r>
                      <a:endParaRPr sz="1800">
                        <a:latin typeface="宋体"/>
                        <a:cs typeface="宋体"/>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5"/>
                        </a:spcBef>
                      </a:pPr>
                      <a:r>
                        <a:rPr dirty="0" sz="1800" spc="-25" b="1">
                          <a:solidFill>
                            <a:srgbClr val="40458B"/>
                          </a:solidFill>
                          <a:latin typeface="宋体"/>
                          <a:cs typeface="宋体"/>
                        </a:rPr>
                        <a:t>ID</a:t>
                      </a:r>
                      <a:endParaRPr sz="1800">
                        <a:latin typeface="宋体"/>
                        <a:cs typeface="宋体"/>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5"/>
                        </a:spcBef>
                      </a:pPr>
                      <a:r>
                        <a:rPr dirty="0" sz="1800" spc="-25" b="1">
                          <a:solidFill>
                            <a:srgbClr val="40458B"/>
                          </a:solidFill>
                          <a:latin typeface="宋体"/>
                          <a:cs typeface="宋体"/>
                        </a:rPr>
                        <a:t>EX</a:t>
                      </a:r>
                      <a:endParaRPr sz="1800">
                        <a:latin typeface="宋体"/>
                        <a:cs typeface="宋体"/>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55"/>
                        </a:spcBef>
                      </a:pPr>
                      <a:r>
                        <a:rPr dirty="0" sz="1800" spc="-25" b="1">
                          <a:solidFill>
                            <a:srgbClr val="40458B"/>
                          </a:solidFill>
                          <a:latin typeface="宋体"/>
                          <a:cs typeface="宋体"/>
                        </a:rPr>
                        <a:t>MEM</a:t>
                      </a:r>
                      <a:endParaRPr sz="1800">
                        <a:latin typeface="宋体"/>
                        <a:cs typeface="宋体"/>
                      </a:endParaRPr>
                    </a:p>
                  </a:txBody>
                  <a:tcPr marL="0" marR="0" marB="0" marT="4508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18465">
                <a:tc>
                  <a:txBody>
                    <a:bodyPr/>
                    <a:lstStyle/>
                    <a:p>
                      <a:pPr marL="91440">
                        <a:lnSpc>
                          <a:spcPct val="100000"/>
                        </a:lnSpc>
                        <a:spcBef>
                          <a:spcPts val="355"/>
                        </a:spcBef>
                      </a:pPr>
                      <a:r>
                        <a:rPr dirty="0" sz="1800" spc="-10" b="1">
                          <a:solidFill>
                            <a:srgbClr val="E14B04"/>
                          </a:solidFill>
                          <a:latin typeface="宋体"/>
                          <a:cs typeface="宋体"/>
                        </a:rPr>
                        <a:t>分支目标指令</a:t>
                      </a:r>
                      <a:r>
                        <a:rPr dirty="0" sz="1800" spc="-25" b="1">
                          <a:solidFill>
                            <a:srgbClr val="E14B04"/>
                          </a:solidFill>
                          <a:latin typeface="宋体"/>
                          <a:cs typeface="宋体"/>
                        </a:rPr>
                        <a:t>+3</a:t>
                      </a:r>
                      <a:endParaRPr sz="1800">
                        <a:latin typeface="宋体"/>
                        <a:cs typeface="宋体"/>
                      </a:endParaRPr>
                    </a:p>
                  </a:txBody>
                  <a:tcPr marL="0" marR="0" marB="0" marT="4508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55"/>
                        </a:spcBef>
                      </a:pPr>
                      <a:r>
                        <a:rPr dirty="0" sz="1800" spc="-25" b="1">
                          <a:solidFill>
                            <a:srgbClr val="40458B"/>
                          </a:solidFill>
                          <a:latin typeface="宋体"/>
                          <a:cs typeface="宋体"/>
                        </a:rPr>
                        <a:t>IF</a:t>
                      </a:r>
                      <a:endParaRPr sz="1800">
                        <a:latin typeface="宋体"/>
                        <a:cs typeface="宋体"/>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55"/>
                        </a:spcBef>
                      </a:pPr>
                      <a:r>
                        <a:rPr dirty="0" sz="1800" spc="-25" b="1">
                          <a:solidFill>
                            <a:srgbClr val="40458B"/>
                          </a:solidFill>
                          <a:latin typeface="宋体"/>
                          <a:cs typeface="宋体"/>
                        </a:rPr>
                        <a:t>ID</a:t>
                      </a:r>
                      <a:endParaRPr sz="1800">
                        <a:latin typeface="宋体"/>
                        <a:cs typeface="宋体"/>
                      </a:endParaRPr>
                    </a:p>
                  </a:txBody>
                  <a:tcPr marL="0" marR="0" marB="0" marT="4508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270">
                        <a:lnSpc>
                          <a:spcPct val="100000"/>
                        </a:lnSpc>
                        <a:spcBef>
                          <a:spcPts val="355"/>
                        </a:spcBef>
                      </a:pPr>
                      <a:r>
                        <a:rPr dirty="0" sz="1800" spc="-25" b="1">
                          <a:solidFill>
                            <a:srgbClr val="40458B"/>
                          </a:solidFill>
                          <a:latin typeface="宋体"/>
                          <a:cs typeface="宋体"/>
                        </a:rPr>
                        <a:t>EX</a:t>
                      </a:r>
                      <a:endParaRPr sz="1800">
                        <a:latin typeface="宋体"/>
                        <a:cs typeface="宋体"/>
                      </a:endParaRPr>
                    </a:p>
                  </a:txBody>
                  <a:tcPr marL="0" marR="0" marB="0" marT="4508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0" name="object 10" descr=""/>
          <p:cNvSpPr txBox="1"/>
          <p:nvPr/>
        </p:nvSpPr>
        <p:spPr>
          <a:xfrm>
            <a:off x="7099554" y="275920"/>
            <a:ext cx="4620895" cy="391795"/>
          </a:xfrm>
          <a:prstGeom prst="rect">
            <a:avLst/>
          </a:prstGeom>
        </p:spPr>
        <p:txBody>
          <a:bodyPr wrap="square" lIns="0" tIns="12700" rIns="0" bIns="0" rtlCol="0" vert="horz">
            <a:spAutoFit/>
          </a:bodyPr>
          <a:lstStyle/>
          <a:p>
            <a:pPr marL="12700">
              <a:lnSpc>
                <a:spcPct val="100000"/>
              </a:lnSpc>
              <a:spcBef>
                <a:spcPts val="100"/>
              </a:spcBef>
            </a:pPr>
            <a:r>
              <a:rPr dirty="0" sz="2400" spc="-25" b="1">
                <a:solidFill>
                  <a:srgbClr val="FF5CFF"/>
                </a:solidFill>
                <a:latin typeface="宋体"/>
                <a:cs typeface="宋体"/>
              </a:rPr>
              <a:t>简单处理分支指令：</a:t>
            </a:r>
            <a:r>
              <a:rPr dirty="0" sz="2400" spc="-25" b="1">
                <a:solidFill>
                  <a:srgbClr val="FF0000"/>
                </a:solidFill>
                <a:latin typeface="宋体"/>
                <a:cs typeface="宋体"/>
              </a:rPr>
              <a:t>分支成功</a:t>
            </a:r>
            <a:r>
              <a:rPr dirty="0" sz="2400" spc="-40" b="1">
                <a:solidFill>
                  <a:srgbClr val="FF5CFF"/>
                </a:solidFill>
                <a:latin typeface="宋体"/>
                <a:cs typeface="宋体"/>
              </a:rPr>
              <a:t>的情</a:t>
            </a:r>
            <a:endParaRPr sz="2400">
              <a:latin typeface="宋体"/>
              <a:cs typeface="宋体"/>
            </a:endParaRPr>
          </a:p>
        </p:txBody>
      </p:sp>
      <p:sp>
        <p:nvSpPr>
          <p:cNvPr id="11" name="object 11" descr=""/>
          <p:cNvSpPr txBox="1"/>
          <p:nvPr/>
        </p:nvSpPr>
        <p:spPr>
          <a:xfrm>
            <a:off x="7099554" y="825246"/>
            <a:ext cx="190182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FF5CFF"/>
                </a:solidFill>
                <a:latin typeface="宋体"/>
                <a:cs typeface="宋体"/>
              </a:rPr>
              <a:t>况，插入</a:t>
            </a:r>
            <a:r>
              <a:rPr dirty="0" sz="2400" spc="-10" b="1">
                <a:solidFill>
                  <a:srgbClr val="FF5CFF"/>
                </a:solidFill>
                <a:latin typeface="Tahoma"/>
                <a:cs typeface="Tahoma"/>
              </a:rPr>
              <a:t>stall</a:t>
            </a:r>
            <a:endParaRPr sz="2400">
              <a:latin typeface="Tahoma"/>
              <a:cs typeface="Tahoma"/>
            </a:endParaRPr>
          </a:p>
        </p:txBody>
      </p:sp>
      <p:sp>
        <p:nvSpPr>
          <p:cNvPr id="12" name="object 12"/>
          <p:cNvSpPr txBox="1">
            <a:spLocks noGrp="1"/>
          </p:cNvSpPr>
          <p:nvPr>
            <p:ph type="title"/>
          </p:nvPr>
        </p:nvSpPr>
        <p:spPr>
          <a:xfrm>
            <a:off x="1295780" y="105613"/>
            <a:ext cx="4498975"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0"/>
              <a:t> 流水线的相关与冲突</a:t>
            </a:r>
          </a:p>
        </p:txBody>
      </p:sp>
      <p:sp>
        <p:nvSpPr>
          <p:cNvPr id="13" name="object 13" descr=""/>
          <p:cNvSpPr txBox="1"/>
          <p:nvPr/>
        </p:nvSpPr>
        <p:spPr>
          <a:xfrm>
            <a:off x="288442" y="733425"/>
            <a:ext cx="6178550" cy="467995"/>
          </a:xfrm>
          <a:prstGeom prst="rect">
            <a:avLst/>
          </a:prstGeom>
        </p:spPr>
        <p:txBody>
          <a:bodyPr wrap="square" lIns="0" tIns="13335" rIns="0" bIns="0" rtlCol="0" vert="horz">
            <a:spAutoFit/>
          </a:bodyPr>
          <a:lstStyle/>
          <a:p>
            <a:pPr marL="12700">
              <a:lnSpc>
                <a:spcPct val="100000"/>
              </a:lnSpc>
              <a:spcBef>
                <a:spcPts val="105"/>
              </a:spcBef>
            </a:pPr>
            <a:r>
              <a:rPr dirty="0" sz="2900">
                <a:solidFill>
                  <a:srgbClr val="FF0000"/>
                </a:solidFill>
                <a:latin typeface="Tahoma"/>
                <a:cs typeface="Tahoma"/>
              </a:rPr>
              <a:t>3</a:t>
            </a:r>
            <a:r>
              <a:rPr dirty="0" sz="2900" spc="114">
                <a:solidFill>
                  <a:srgbClr val="FF0000"/>
                </a:solidFill>
                <a:latin typeface="Tahoma"/>
                <a:cs typeface="Tahoma"/>
              </a:rPr>
              <a:t>. </a:t>
            </a:r>
            <a:r>
              <a:rPr dirty="0" sz="2900" spc="-5">
                <a:solidFill>
                  <a:srgbClr val="FF0000"/>
                </a:solidFill>
                <a:latin typeface="黑体"/>
                <a:cs typeface="黑体"/>
              </a:rPr>
              <a:t>控制冲突</a:t>
            </a:r>
            <a:r>
              <a:rPr dirty="0" sz="2900">
                <a:solidFill>
                  <a:srgbClr val="FF0000"/>
                </a:solidFill>
                <a:latin typeface="Tahoma"/>
                <a:cs typeface="Tahoma"/>
              </a:rPr>
              <a:t>----</a:t>
            </a:r>
            <a:r>
              <a:rPr dirty="0" sz="2900" spc="-20">
                <a:solidFill>
                  <a:srgbClr val="FF0000"/>
                </a:solidFill>
                <a:latin typeface="黑体"/>
                <a:cs typeface="黑体"/>
              </a:rPr>
              <a:t>分支成功时的处理方法</a:t>
            </a:r>
            <a:endParaRPr sz="2900">
              <a:latin typeface="黑体"/>
              <a:cs typeface="黑体"/>
            </a:endParaRPr>
          </a:p>
        </p:txBody>
      </p:sp>
      <p:grpSp>
        <p:nvGrpSpPr>
          <p:cNvPr id="14" name="object 14" descr=""/>
          <p:cNvGrpSpPr/>
          <p:nvPr/>
        </p:nvGrpSpPr>
        <p:grpSpPr>
          <a:xfrm>
            <a:off x="1587" y="4643437"/>
            <a:ext cx="12000230" cy="1339850"/>
            <a:chOff x="1587" y="4643437"/>
            <a:chExt cx="12000230" cy="1339850"/>
          </a:xfrm>
        </p:grpSpPr>
        <p:sp>
          <p:nvSpPr>
            <p:cNvPr id="15" name="object 15" descr=""/>
            <p:cNvSpPr/>
            <p:nvPr/>
          </p:nvSpPr>
          <p:spPr>
            <a:xfrm>
              <a:off x="6350" y="4648200"/>
              <a:ext cx="11990705" cy="1330325"/>
            </a:xfrm>
            <a:custGeom>
              <a:avLst/>
              <a:gdLst/>
              <a:ahLst/>
              <a:cxnLst/>
              <a:rect l="l" t="t" r="r" b="b"/>
              <a:pathLst>
                <a:path w="11990705" h="1330325">
                  <a:moveTo>
                    <a:pt x="11990324" y="0"/>
                  </a:moveTo>
                  <a:lnTo>
                    <a:pt x="0" y="0"/>
                  </a:lnTo>
                  <a:lnTo>
                    <a:pt x="0" y="1330325"/>
                  </a:lnTo>
                  <a:lnTo>
                    <a:pt x="11990324" y="1330325"/>
                  </a:lnTo>
                  <a:lnTo>
                    <a:pt x="11990324" y="0"/>
                  </a:lnTo>
                  <a:close/>
                </a:path>
              </a:pathLst>
            </a:custGeom>
            <a:solidFill>
              <a:srgbClr val="F5FAAC"/>
            </a:solidFill>
          </p:spPr>
          <p:txBody>
            <a:bodyPr wrap="square" lIns="0" tIns="0" rIns="0" bIns="0" rtlCol="0"/>
            <a:lstStyle/>
            <a:p/>
          </p:txBody>
        </p:sp>
        <p:sp>
          <p:nvSpPr>
            <p:cNvPr id="16" name="object 16" descr=""/>
            <p:cNvSpPr/>
            <p:nvPr/>
          </p:nvSpPr>
          <p:spPr>
            <a:xfrm>
              <a:off x="6350" y="4648200"/>
              <a:ext cx="11990705" cy="1330325"/>
            </a:xfrm>
            <a:custGeom>
              <a:avLst/>
              <a:gdLst/>
              <a:ahLst/>
              <a:cxnLst/>
              <a:rect l="l" t="t" r="r" b="b"/>
              <a:pathLst>
                <a:path w="11990705" h="1330325">
                  <a:moveTo>
                    <a:pt x="0" y="1330325"/>
                  </a:moveTo>
                  <a:lnTo>
                    <a:pt x="11990324" y="1330325"/>
                  </a:lnTo>
                  <a:lnTo>
                    <a:pt x="11990324" y="0"/>
                  </a:lnTo>
                  <a:lnTo>
                    <a:pt x="0" y="0"/>
                  </a:lnTo>
                  <a:lnTo>
                    <a:pt x="0" y="1330325"/>
                  </a:lnTo>
                  <a:close/>
                </a:path>
              </a:pathLst>
            </a:custGeom>
            <a:ln w="9525">
              <a:solidFill>
                <a:srgbClr val="40458B"/>
              </a:solidFill>
            </a:ln>
          </p:spPr>
          <p:txBody>
            <a:bodyPr wrap="square" lIns="0" tIns="0" rIns="0" bIns="0" rtlCol="0"/>
            <a:lstStyle/>
            <a:p/>
          </p:txBody>
        </p:sp>
      </p:grpSp>
      <p:sp>
        <p:nvSpPr>
          <p:cNvPr id="17" name="object 17" descr=""/>
          <p:cNvSpPr/>
          <p:nvPr/>
        </p:nvSpPr>
        <p:spPr>
          <a:xfrm>
            <a:off x="87312" y="2087626"/>
            <a:ext cx="2836545" cy="2682875"/>
          </a:xfrm>
          <a:custGeom>
            <a:avLst/>
            <a:gdLst/>
            <a:ahLst/>
            <a:cxnLst/>
            <a:rect l="l" t="t" r="r" b="b"/>
            <a:pathLst>
              <a:path w="2836545" h="2682875">
                <a:moveTo>
                  <a:pt x="0" y="1341374"/>
                </a:moveTo>
                <a:lnTo>
                  <a:pt x="840" y="1286075"/>
                </a:lnTo>
                <a:lnTo>
                  <a:pt x="3341" y="1231347"/>
                </a:lnTo>
                <a:lnTo>
                  <a:pt x="7470" y="1177231"/>
                </a:lnTo>
                <a:lnTo>
                  <a:pt x="13193" y="1123772"/>
                </a:lnTo>
                <a:lnTo>
                  <a:pt x="20480" y="1071012"/>
                </a:lnTo>
                <a:lnTo>
                  <a:pt x="29296" y="1018994"/>
                </a:lnTo>
                <a:lnTo>
                  <a:pt x="39611" y="967762"/>
                </a:lnTo>
                <a:lnTo>
                  <a:pt x="51391" y="917358"/>
                </a:lnTo>
                <a:lnTo>
                  <a:pt x="64604" y="867826"/>
                </a:lnTo>
                <a:lnTo>
                  <a:pt x="79217" y="819209"/>
                </a:lnTo>
                <a:lnTo>
                  <a:pt x="95199" y="771550"/>
                </a:lnTo>
                <a:lnTo>
                  <a:pt x="112517" y="724892"/>
                </a:lnTo>
                <a:lnTo>
                  <a:pt x="131137" y="679278"/>
                </a:lnTo>
                <a:lnTo>
                  <a:pt x="151029" y="634752"/>
                </a:lnTo>
                <a:lnTo>
                  <a:pt x="172159" y="591356"/>
                </a:lnTo>
                <a:lnTo>
                  <a:pt x="194496" y="549133"/>
                </a:lnTo>
                <a:lnTo>
                  <a:pt x="218005" y="508128"/>
                </a:lnTo>
                <a:lnTo>
                  <a:pt x="242656" y="468382"/>
                </a:lnTo>
                <a:lnTo>
                  <a:pt x="268416" y="429939"/>
                </a:lnTo>
                <a:lnTo>
                  <a:pt x="295252" y="392842"/>
                </a:lnTo>
                <a:lnTo>
                  <a:pt x="323132" y="357135"/>
                </a:lnTo>
                <a:lnTo>
                  <a:pt x="352024" y="322860"/>
                </a:lnTo>
                <a:lnTo>
                  <a:pt x="381894" y="290060"/>
                </a:lnTo>
                <a:lnTo>
                  <a:pt x="412711" y="258779"/>
                </a:lnTo>
                <a:lnTo>
                  <a:pt x="444442" y="229059"/>
                </a:lnTo>
                <a:lnTo>
                  <a:pt x="477055" y="200945"/>
                </a:lnTo>
                <a:lnTo>
                  <a:pt x="510518" y="174478"/>
                </a:lnTo>
                <a:lnTo>
                  <a:pt x="544797" y="149703"/>
                </a:lnTo>
                <a:lnTo>
                  <a:pt x="579861" y="126662"/>
                </a:lnTo>
                <a:lnTo>
                  <a:pt x="615676" y="105398"/>
                </a:lnTo>
                <a:lnTo>
                  <a:pt x="652212" y="85954"/>
                </a:lnTo>
                <a:lnTo>
                  <a:pt x="689434" y="68374"/>
                </a:lnTo>
                <a:lnTo>
                  <a:pt x="727312" y="52701"/>
                </a:lnTo>
                <a:lnTo>
                  <a:pt x="765811" y="38978"/>
                </a:lnTo>
                <a:lnTo>
                  <a:pt x="804901" y="27247"/>
                </a:lnTo>
                <a:lnTo>
                  <a:pt x="844548" y="17553"/>
                </a:lnTo>
                <a:lnTo>
                  <a:pt x="884720" y="9938"/>
                </a:lnTo>
                <a:lnTo>
                  <a:pt x="925385" y="4445"/>
                </a:lnTo>
                <a:lnTo>
                  <a:pt x="966509" y="1118"/>
                </a:lnTo>
                <a:lnTo>
                  <a:pt x="1008062" y="0"/>
                </a:lnTo>
                <a:lnTo>
                  <a:pt x="1049617" y="1118"/>
                </a:lnTo>
                <a:lnTo>
                  <a:pt x="1090743" y="4445"/>
                </a:lnTo>
                <a:lnTo>
                  <a:pt x="1131410" y="9938"/>
                </a:lnTo>
                <a:lnTo>
                  <a:pt x="1171584" y="17553"/>
                </a:lnTo>
                <a:lnTo>
                  <a:pt x="1211233" y="27247"/>
                </a:lnTo>
                <a:lnTo>
                  <a:pt x="1250325" y="38978"/>
                </a:lnTo>
                <a:lnTo>
                  <a:pt x="1288827" y="52701"/>
                </a:lnTo>
                <a:lnTo>
                  <a:pt x="1326706" y="68374"/>
                </a:lnTo>
                <a:lnTo>
                  <a:pt x="1363931" y="85954"/>
                </a:lnTo>
                <a:lnTo>
                  <a:pt x="1400468" y="105398"/>
                </a:lnTo>
                <a:lnTo>
                  <a:pt x="1436286" y="126662"/>
                </a:lnTo>
                <a:lnTo>
                  <a:pt x="1471352" y="149703"/>
                </a:lnTo>
                <a:lnTo>
                  <a:pt x="1505633" y="174478"/>
                </a:lnTo>
                <a:lnTo>
                  <a:pt x="1539098" y="200945"/>
                </a:lnTo>
                <a:lnTo>
                  <a:pt x="1571713" y="229059"/>
                </a:lnTo>
                <a:lnTo>
                  <a:pt x="1603446" y="258779"/>
                </a:lnTo>
                <a:lnTo>
                  <a:pt x="1634265" y="290060"/>
                </a:lnTo>
                <a:lnTo>
                  <a:pt x="1664138" y="322860"/>
                </a:lnTo>
                <a:lnTo>
                  <a:pt x="1693031" y="357135"/>
                </a:lnTo>
                <a:lnTo>
                  <a:pt x="1720913" y="392842"/>
                </a:lnTo>
                <a:lnTo>
                  <a:pt x="1747751" y="429939"/>
                </a:lnTo>
                <a:lnTo>
                  <a:pt x="1773513" y="468382"/>
                </a:lnTo>
                <a:lnTo>
                  <a:pt x="1798165" y="508128"/>
                </a:lnTo>
                <a:lnTo>
                  <a:pt x="1821677" y="549133"/>
                </a:lnTo>
                <a:lnTo>
                  <a:pt x="1844015" y="591356"/>
                </a:lnTo>
                <a:lnTo>
                  <a:pt x="1865146" y="634752"/>
                </a:lnTo>
                <a:lnTo>
                  <a:pt x="1885040" y="679278"/>
                </a:lnTo>
                <a:lnTo>
                  <a:pt x="1903662" y="724892"/>
                </a:lnTo>
                <a:lnTo>
                  <a:pt x="1920981" y="771550"/>
                </a:lnTo>
                <a:lnTo>
                  <a:pt x="1936964" y="819209"/>
                </a:lnTo>
                <a:lnTo>
                  <a:pt x="1951579" y="867826"/>
                </a:lnTo>
                <a:lnTo>
                  <a:pt x="1964793" y="917358"/>
                </a:lnTo>
                <a:lnTo>
                  <a:pt x="1976574" y="967762"/>
                </a:lnTo>
                <a:lnTo>
                  <a:pt x="1986889" y="1018994"/>
                </a:lnTo>
                <a:lnTo>
                  <a:pt x="1995706" y="1071012"/>
                </a:lnTo>
                <a:lnTo>
                  <a:pt x="2002993" y="1123772"/>
                </a:lnTo>
                <a:lnTo>
                  <a:pt x="2008717" y="1177231"/>
                </a:lnTo>
                <a:lnTo>
                  <a:pt x="2012846" y="1231347"/>
                </a:lnTo>
                <a:lnTo>
                  <a:pt x="2015347" y="1286075"/>
                </a:lnTo>
                <a:lnTo>
                  <a:pt x="2016188" y="1341374"/>
                </a:lnTo>
                <a:lnTo>
                  <a:pt x="2015347" y="1396672"/>
                </a:lnTo>
                <a:lnTo>
                  <a:pt x="2012846" y="1451400"/>
                </a:lnTo>
                <a:lnTo>
                  <a:pt x="2008717" y="1505516"/>
                </a:lnTo>
                <a:lnTo>
                  <a:pt x="2002993" y="1558975"/>
                </a:lnTo>
                <a:lnTo>
                  <a:pt x="1995706" y="1611735"/>
                </a:lnTo>
                <a:lnTo>
                  <a:pt x="1986889" y="1663753"/>
                </a:lnTo>
                <a:lnTo>
                  <a:pt x="1976574" y="1714985"/>
                </a:lnTo>
                <a:lnTo>
                  <a:pt x="1964793" y="1765389"/>
                </a:lnTo>
                <a:lnTo>
                  <a:pt x="1951579" y="1814921"/>
                </a:lnTo>
                <a:lnTo>
                  <a:pt x="1936964" y="1863538"/>
                </a:lnTo>
                <a:lnTo>
                  <a:pt x="1920981" y="1911197"/>
                </a:lnTo>
                <a:lnTo>
                  <a:pt x="1903662" y="1957855"/>
                </a:lnTo>
                <a:lnTo>
                  <a:pt x="1885040" y="2003469"/>
                </a:lnTo>
                <a:lnTo>
                  <a:pt x="1865146" y="2047995"/>
                </a:lnTo>
                <a:lnTo>
                  <a:pt x="1844015" y="2091391"/>
                </a:lnTo>
                <a:lnTo>
                  <a:pt x="1821677" y="2133614"/>
                </a:lnTo>
                <a:lnTo>
                  <a:pt x="1798165" y="2174619"/>
                </a:lnTo>
                <a:lnTo>
                  <a:pt x="1773513" y="2214365"/>
                </a:lnTo>
                <a:lnTo>
                  <a:pt x="1747751" y="2252808"/>
                </a:lnTo>
                <a:lnTo>
                  <a:pt x="1720913" y="2289905"/>
                </a:lnTo>
                <a:lnTo>
                  <a:pt x="1693031" y="2325612"/>
                </a:lnTo>
                <a:lnTo>
                  <a:pt x="1664138" y="2359887"/>
                </a:lnTo>
                <a:lnTo>
                  <a:pt x="1634265" y="2392687"/>
                </a:lnTo>
                <a:lnTo>
                  <a:pt x="1603446" y="2423968"/>
                </a:lnTo>
                <a:lnTo>
                  <a:pt x="1571713" y="2453688"/>
                </a:lnTo>
                <a:lnTo>
                  <a:pt x="1539098" y="2481802"/>
                </a:lnTo>
                <a:lnTo>
                  <a:pt x="1505633" y="2508269"/>
                </a:lnTo>
                <a:lnTo>
                  <a:pt x="1471352" y="2533044"/>
                </a:lnTo>
                <a:lnTo>
                  <a:pt x="1436286" y="2556085"/>
                </a:lnTo>
                <a:lnTo>
                  <a:pt x="1400468" y="2577349"/>
                </a:lnTo>
                <a:lnTo>
                  <a:pt x="1363931" y="2596793"/>
                </a:lnTo>
                <a:lnTo>
                  <a:pt x="1326706" y="2614373"/>
                </a:lnTo>
                <a:lnTo>
                  <a:pt x="1288827" y="2630046"/>
                </a:lnTo>
                <a:lnTo>
                  <a:pt x="1250325" y="2643769"/>
                </a:lnTo>
                <a:lnTo>
                  <a:pt x="1211233" y="2655500"/>
                </a:lnTo>
                <a:lnTo>
                  <a:pt x="1171584" y="2665194"/>
                </a:lnTo>
                <a:lnTo>
                  <a:pt x="1131410" y="2672809"/>
                </a:lnTo>
                <a:lnTo>
                  <a:pt x="1090743" y="2678302"/>
                </a:lnTo>
                <a:lnTo>
                  <a:pt x="1049617" y="2681629"/>
                </a:lnTo>
                <a:lnTo>
                  <a:pt x="1008062" y="2682748"/>
                </a:lnTo>
                <a:lnTo>
                  <a:pt x="966509" y="2681629"/>
                </a:lnTo>
                <a:lnTo>
                  <a:pt x="925385" y="2678302"/>
                </a:lnTo>
                <a:lnTo>
                  <a:pt x="884720" y="2672809"/>
                </a:lnTo>
                <a:lnTo>
                  <a:pt x="844548" y="2665194"/>
                </a:lnTo>
                <a:lnTo>
                  <a:pt x="804901" y="2655500"/>
                </a:lnTo>
                <a:lnTo>
                  <a:pt x="765811" y="2643769"/>
                </a:lnTo>
                <a:lnTo>
                  <a:pt x="727312" y="2630046"/>
                </a:lnTo>
                <a:lnTo>
                  <a:pt x="689434" y="2614373"/>
                </a:lnTo>
                <a:lnTo>
                  <a:pt x="652212" y="2596793"/>
                </a:lnTo>
                <a:lnTo>
                  <a:pt x="615676" y="2577349"/>
                </a:lnTo>
                <a:lnTo>
                  <a:pt x="579861" y="2556085"/>
                </a:lnTo>
                <a:lnTo>
                  <a:pt x="544797" y="2533044"/>
                </a:lnTo>
                <a:lnTo>
                  <a:pt x="510518" y="2508269"/>
                </a:lnTo>
                <a:lnTo>
                  <a:pt x="477055" y="2481802"/>
                </a:lnTo>
                <a:lnTo>
                  <a:pt x="444442" y="2453688"/>
                </a:lnTo>
                <a:lnTo>
                  <a:pt x="412711" y="2423968"/>
                </a:lnTo>
                <a:lnTo>
                  <a:pt x="381894" y="2392687"/>
                </a:lnTo>
                <a:lnTo>
                  <a:pt x="352024" y="2359887"/>
                </a:lnTo>
                <a:lnTo>
                  <a:pt x="323132" y="2325612"/>
                </a:lnTo>
                <a:lnTo>
                  <a:pt x="295252" y="2289905"/>
                </a:lnTo>
                <a:lnTo>
                  <a:pt x="268416" y="2252808"/>
                </a:lnTo>
                <a:lnTo>
                  <a:pt x="242656" y="2214365"/>
                </a:lnTo>
                <a:lnTo>
                  <a:pt x="218005" y="2174619"/>
                </a:lnTo>
                <a:lnTo>
                  <a:pt x="194496" y="2133614"/>
                </a:lnTo>
                <a:lnTo>
                  <a:pt x="172159" y="2091391"/>
                </a:lnTo>
                <a:lnTo>
                  <a:pt x="151029" y="2047995"/>
                </a:lnTo>
                <a:lnTo>
                  <a:pt x="131137" y="2003469"/>
                </a:lnTo>
                <a:lnTo>
                  <a:pt x="112517" y="1957855"/>
                </a:lnTo>
                <a:lnTo>
                  <a:pt x="95199" y="1911197"/>
                </a:lnTo>
                <a:lnTo>
                  <a:pt x="79217" y="1863538"/>
                </a:lnTo>
                <a:lnTo>
                  <a:pt x="64604" y="1814921"/>
                </a:lnTo>
                <a:lnTo>
                  <a:pt x="51391" y="1765389"/>
                </a:lnTo>
                <a:lnTo>
                  <a:pt x="39611" y="1714985"/>
                </a:lnTo>
                <a:lnTo>
                  <a:pt x="29296" y="1663753"/>
                </a:lnTo>
                <a:lnTo>
                  <a:pt x="20480" y="1611735"/>
                </a:lnTo>
                <a:lnTo>
                  <a:pt x="13193" y="1558975"/>
                </a:lnTo>
                <a:lnTo>
                  <a:pt x="7470" y="1505516"/>
                </a:lnTo>
                <a:lnTo>
                  <a:pt x="3341" y="1451400"/>
                </a:lnTo>
                <a:lnTo>
                  <a:pt x="840" y="1396672"/>
                </a:lnTo>
                <a:lnTo>
                  <a:pt x="0" y="1341374"/>
                </a:lnTo>
                <a:close/>
              </a:path>
              <a:path w="2836545" h="2682875">
                <a:moveTo>
                  <a:pt x="2836227" y="536194"/>
                </a:moveTo>
                <a:lnTo>
                  <a:pt x="1443926" y="2615311"/>
                </a:lnTo>
              </a:path>
            </a:pathLst>
          </a:custGeom>
          <a:ln w="9525">
            <a:solidFill>
              <a:srgbClr val="40458B"/>
            </a:solidFill>
          </a:ln>
        </p:spPr>
        <p:txBody>
          <a:bodyPr wrap="square" lIns="0" tIns="0" rIns="0" bIns="0" rtlCol="0"/>
          <a:lstStyle/>
          <a:p/>
        </p:txBody>
      </p:sp>
      <p:sp>
        <p:nvSpPr>
          <p:cNvPr id="18" name="object 18" descr=""/>
          <p:cNvSpPr txBox="1"/>
          <p:nvPr/>
        </p:nvSpPr>
        <p:spPr>
          <a:xfrm>
            <a:off x="85140" y="4682490"/>
            <a:ext cx="12035790" cy="1901189"/>
          </a:xfrm>
          <a:prstGeom prst="rect">
            <a:avLst/>
          </a:prstGeom>
        </p:spPr>
        <p:txBody>
          <a:bodyPr wrap="square" lIns="0" tIns="12700" rIns="0" bIns="0" rtlCol="0" vert="horz">
            <a:spAutoFit/>
          </a:bodyPr>
          <a:lstStyle/>
          <a:p>
            <a:pPr marL="12700" marR="5080">
              <a:lnSpc>
                <a:spcPct val="100000"/>
              </a:lnSpc>
              <a:spcBef>
                <a:spcPts val="100"/>
              </a:spcBef>
            </a:pPr>
            <a:r>
              <a:rPr dirty="0" sz="2400" spc="-5">
                <a:solidFill>
                  <a:srgbClr val="FF0000"/>
                </a:solidFill>
                <a:latin typeface="黑体"/>
                <a:cs typeface="黑体"/>
              </a:rPr>
              <a:t>处理方法</a:t>
            </a:r>
            <a:r>
              <a:rPr dirty="0" sz="2400" spc="-5">
                <a:solidFill>
                  <a:srgbClr val="40458B"/>
                </a:solidFill>
                <a:latin typeface="黑体"/>
                <a:cs typeface="黑体"/>
              </a:rPr>
              <a:t>：一旦在流水线的译码段</a:t>
            </a:r>
            <a:r>
              <a:rPr dirty="0" sz="2400" spc="-20">
                <a:solidFill>
                  <a:srgbClr val="40458B"/>
                </a:solidFill>
                <a:latin typeface="Tahoma"/>
                <a:cs typeface="Tahoma"/>
              </a:rPr>
              <a:t>ID</a:t>
            </a:r>
            <a:r>
              <a:rPr dirty="0" sz="2400">
                <a:solidFill>
                  <a:srgbClr val="40458B"/>
                </a:solidFill>
                <a:latin typeface="黑体"/>
                <a:cs typeface="黑体"/>
              </a:rPr>
              <a:t>检测到分支指令</a:t>
            </a:r>
            <a:r>
              <a:rPr dirty="0" sz="2400">
                <a:solidFill>
                  <a:srgbClr val="40458B"/>
                </a:solidFill>
                <a:latin typeface="Tahoma"/>
                <a:cs typeface="Tahoma"/>
              </a:rPr>
              <a:t>,</a:t>
            </a:r>
            <a:r>
              <a:rPr dirty="0" sz="2400">
                <a:solidFill>
                  <a:srgbClr val="40458B"/>
                </a:solidFill>
                <a:latin typeface="黑体"/>
                <a:cs typeface="黑体"/>
              </a:rPr>
              <a:t>就</a:t>
            </a:r>
            <a:r>
              <a:rPr dirty="0" sz="2400">
                <a:solidFill>
                  <a:srgbClr val="FF0000"/>
                </a:solidFill>
                <a:latin typeface="黑体"/>
                <a:cs typeface="黑体"/>
              </a:rPr>
              <a:t>冻结或置空</a:t>
            </a:r>
            <a:r>
              <a:rPr dirty="0" sz="2400" spc="-5">
                <a:solidFill>
                  <a:srgbClr val="40458B"/>
                </a:solidFill>
                <a:latin typeface="黑体"/>
                <a:cs typeface="黑体"/>
              </a:rPr>
              <a:t>其后所有指令的执行</a:t>
            </a:r>
            <a:r>
              <a:rPr dirty="0" sz="2400" spc="-50">
                <a:solidFill>
                  <a:srgbClr val="40458B"/>
                </a:solidFill>
                <a:latin typeface="Tahoma"/>
                <a:cs typeface="Tahoma"/>
              </a:rPr>
              <a:t>,</a:t>
            </a:r>
            <a:r>
              <a:rPr dirty="0" sz="2400">
                <a:solidFill>
                  <a:srgbClr val="40458B"/>
                </a:solidFill>
                <a:latin typeface="黑体"/>
                <a:cs typeface="黑体"/>
              </a:rPr>
              <a:t>直到分支指令到达</a:t>
            </a:r>
            <a:r>
              <a:rPr dirty="0" sz="2400" spc="-30">
                <a:solidFill>
                  <a:srgbClr val="40458B"/>
                </a:solidFill>
                <a:latin typeface="Tahoma"/>
                <a:cs typeface="Tahoma"/>
              </a:rPr>
              <a:t>MEM</a:t>
            </a:r>
            <a:r>
              <a:rPr dirty="0" sz="2400">
                <a:solidFill>
                  <a:srgbClr val="40458B"/>
                </a:solidFill>
                <a:latin typeface="黑体"/>
                <a:cs typeface="黑体"/>
              </a:rPr>
              <a:t>段、确定出是否成功并计算出新的</a:t>
            </a:r>
            <a:r>
              <a:rPr dirty="0" sz="2400" spc="-10">
                <a:solidFill>
                  <a:srgbClr val="40458B"/>
                </a:solidFill>
                <a:latin typeface="Tahoma"/>
                <a:cs typeface="Tahoma"/>
              </a:rPr>
              <a:t>PC</a:t>
            </a:r>
            <a:r>
              <a:rPr dirty="0" sz="2400">
                <a:solidFill>
                  <a:srgbClr val="40458B"/>
                </a:solidFill>
                <a:latin typeface="黑体"/>
                <a:cs typeface="黑体"/>
              </a:rPr>
              <a:t>值为止。按照新的</a:t>
            </a:r>
            <a:r>
              <a:rPr dirty="0" sz="2400" spc="-10">
                <a:solidFill>
                  <a:srgbClr val="40458B"/>
                </a:solidFill>
                <a:latin typeface="Tahoma"/>
                <a:cs typeface="Tahoma"/>
              </a:rPr>
              <a:t>PC</a:t>
            </a:r>
            <a:r>
              <a:rPr dirty="0" sz="2400" spc="-15">
                <a:solidFill>
                  <a:srgbClr val="40458B"/>
                </a:solidFill>
                <a:latin typeface="黑体"/>
                <a:cs typeface="黑体"/>
              </a:rPr>
              <a:t>去取指，三个周期的延迟，但操作简单</a:t>
            </a:r>
            <a:endParaRPr sz="2400">
              <a:latin typeface="黑体"/>
              <a:cs typeface="黑体"/>
            </a:endParaRPr>
          </a:p>
          <a:p>
            <a:pPr>
              <a:lnSpc>
                <a:spcPct val="100000"/>
              </a:lnSpc>
              <a:spcBef>
                <a:spcPts val="125"/>
              </a:spcBef>
            </a:pPr>
            <a:endParaRPr sz="2400">
              <a:latin typeface="黑体"/>
              <a:cs typeface="黑体"/>
            </a:endParaRPr>
          </a:p>
          <a:p>
            <a:pPr algn="ctr" marR="89535">
              <a:lnSpc>
                <a:spcPct val="100000"/>
              </a:lnSpc>
              <a:spcBef>
                <a:spcPts val="5"/>
              </a:spcBef>
            </a:pPr>
            <a:r>
              <a:rPr dirty="0" sz="2400" spc="-5">
                <a:solidFill>
                  <a:srgbClr val="FF09FF"/>
                </a:solidFill>
                <a:latin typeface="黑体"/>
                <a:cs typeface="黑体"/>
              </a:rPr>
              <a:t>在流水线中，控制冲突可能会比数据冲突造成更多的性能损失</a:t>
            </a:r>
            <a:endParaRPr sz="2400">
              <a:latin typeface="黑体"/>
              <a:cs typeface="黑体"/>
            </a:endParaRPr>
          </a:p>
        </p:txBody>
      </p:sp>
      <p:sp>
        <p:nvSpPr>
          <p:cNvPr id="19" name="object 19" descr=""/>
          <p:cNvSpPr txBox="1"/>
          <p:nvPr/>
        </p:nvSpPr>
        <p:spPr>
          <a:xfrm>
            <a:off x="5670550" y="1526870"/>
            <a:ext cx="6138545" cy="75755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Tahoma"/>
                <a:cs typeface="Tahoma"/>
              </a:rPr>
              <a:t>IF</a:t>
            </a:r>
            <a:r>
              <a:rPr dirty="0" sz="2400" spc="-10">
                <a:solidFill>
                  <a:srgbClr val="FF0000"/>
                </a:solidFill>
                <a:latin typeface="黑体"/>
                <a:cs typeface="黑体"/>
              </a:rPr>
              <a:t>段要重复执行，因为</a:t>
            </a:r>
            <a:r>
              <a:rPr dirty="0" sz="2400" spc="-30">
                <a:solidFill>
                  <a:srgbClr val="FF0000"/>
                </a:solidFill>
                <a:latin typeface="Tahoma"/>
                <a:cs typeface="Tahoma"/>
              </a:rPr>
              <a:t>MEM</a:t>
            </a:r>
            <a:r>
              <a:rPr dirty="0" sz="2400" spc="-15">
                <a:solidFill>
                  <a:srgbClr val="FF0000"/>
                </a:solidFill>
                <a:latin typeface="黑体"/>
                <a:cs typeface="黑体"/>
              </a:rPr>
              <a:t>重新判断后改变了</a:t>
            </a:r>
            <a:endParaRPr sz="2400">
              <a:latin typeface="黑体"/>
              <a:cs typeface="黑体"/>
            </a:endParaRPr>
          </a:p>
          <a:p>
            <a:pPr marL="12700">
              <a:lnSpc>
                <a:spcPct val="100000"/>
              </a:lnSpc>
              <a:spcBef>
                <a:spcPts val="5"/>
              </a:spcBef>
            </a:pPr>
            <a:r>
              <a:rPr dirty="0" sz="2400" spc="-10">
                <a:solidFill>
                  <a:srgbClr val="FF0000"/>
                </a:solidFill>
                <a:latin typeface="Tahoma"/>
                <a:cs typeface="Tahoma"/>
              </a:rPr>
              <a:t>PC</a:t>
            </a:r>
            <a:r>
              <a:rPr dirty="0" sz="2400">
                <a:solidFill>
                  <a:srgbClr val="FF0000"/>
                </a:solidFill>
                <a:latin typeface="黑体"/>
                <a:cs typeface="黑体"/>
              </a:rPr>
              <a:t>指令地址，所以要从</a:t>
            </a:r>
            <a:r>
              <a:rPr dirty="0" sz="2400" spc="-20">
                <a:solidFill>
                  <a:srgbClr val="FF0000"/>
                </a:solidFill>
                <a:latin typeface="Tahoma"/>
                <a:cs typeface="Tahoma"/>
              </a:rPr>
              <a:t>IF</a:t>
            </a:r>
            <a:r>
              <a:rPr dirty="0" sz="2400" spc="-10">
                <a:solidFill>
                  <a:srgbClr val="FF0000"/>
                </a:solidFill>
                <a:latin typeface="黑体"/>
                <a:cs typeface="黑体"/>
              </a:rPr>
              <a:t>段重新获取目标地址</a:t>
            </a:r>
            <a:endParaRPr sz="2400">
              <a:latin typeface="黑体"/>
              <a:cs typeface="黑体"/>
            </a:endParaRPr>
          </a:p>
        </p:txBody>
      </p:sp>
      <p:sp>
        <p:nvSpPr>
          <p:cNvPr id="20" name="object 20" descr=""/>
          <p:cNvSpPr/>
          <p:nvPr/>
        </p:nvSpPr>
        <p:spPr>
          <a:xfrm>
            <a:off x="5303901" y="2220086"/>
            <a:ext cx="798830" cy="704215"/>
          </a:xfrm>
          <a:custGeom>
            <a:avLst/>
            <a:gdLst/>
            <a:ahLst/>
            <a:cxnLst/>
            <a:rect l="l" t="t" r="r" b="b"/>
            <a:pathLst>
              <a:path w="798829" h="704214">
                <a:moveTo>
                  <a:pt x="32003" y="625093"/>
                </a:moveTo>
                <a:lnTo>
                  <a:pt x="0" y="704088"/>
                </a:lnTo>
                <a:lnTo>
                  <a:pt x="82296" y="682371"/>
                </a:lnTo>
                <a:lnTo>
                  <a:pt x="70810" y="669289"/>
                </a:lnTo>
                <a:lnTo>
                  <a:pt x="53848" y="669289"/>
                </a:lnTo>
                <a:lnTo>
                  <a:pt x="41275" y="654938"/>
                </a:lnTo>
                <a:lnTo>
                  <a:pt x="50829" y="646533"/>
                </a:lnTo>
                <a:lnTo>
                  <a:pt x="32003" y="625093"/>
                </a:lnTo>
                <a:close/>
              </a:path>
              <a:path w="798829" h="704214">
                <a:moveTo>
                  <a:pt x="50829" y="646533"/>
                </a:moveTo>
                <a:lnTo>
                  <a:pt x="41275" y="654938"/>
                </a:lnTo>
                <a:lnTo>
                  <a:pt x="53848" y="669289"/>
                </a:lnTo>
                <a:lnTo>
                  <a:pt x="63418" y="660871"/>
                </a:lnTo>
                <a:lnTo>
                  <a:pt x="50829" y="646533"/>
                </a:lnTo>
                <a:close/>
              </a:path>
              <a:path w="798829" h="704214">
                <a:moveTo>
                  <a:pt x="63418" y="660871"/>
                </a:moveTo>
                <a:lnTo>
                  <a:pt x="53848" y="669289"/>
                </a:lnTo>
                <a:lnTo>
                  <a:pt x="70810" y="669289"/>
                </a:lnTo>
                <a:lnTo>
                  <a:pt x="63418" y="660871"/>
                </a:lnTo>
                <a:close/>
              </a:path>
              <a:path w="798829" h="704214">
                <a:moveTo>
                  <a:pt x="785749" y="0"/>
                </a:moveTo>
                <a:lnTo>
                  <a:pt x="50829" y="646533"/>
                </a:lnTo>
                <a:lnTo>
                  <a:pt x="63418" y="660871"/>
                </a:lnTo>
                <a:lnTo>
                  <a:pt x="798449" y="14350"/>
                </a:lnTo>
                <a:lnTo>
                  <a:pt x="785749" y="0"/>
                </a:lnTo>
                <a:close/>
              </a:path>
            </a:pathLst>
          </a:custGeom>
          <a:solidFill>
            <a:srgbClr val="FF0000"/>
          </a:solidFill>
        </p:spPr>
        <p:txBody>
          <a:bodyPr wrap="square" lIns="0" tIns="0" rIns="0" bIns="0" rtlCol="0"/>
          <a:lstStyle/>
          <a:p/>
        </p:txBody>
      </p:sp>
      <p:sp>
        <p:nvSpPr>
          <p:cNvPr id="21" name="object 21" descr=""/>
          <p:cNvSpPr/>
          <p:nvPr/>
        </p:nvSpPr>
        <p:spPr>
          <a:xfrm>
            <a:off x="2891789" y="1961769"/>
            <a:ext cx="2048510" cy="1229360"/>
          </a:xfrm>
          <a:custGeom>
            <a:avLst/>
            <a:gdLst/>
            <a:ahLst/>
            <a:cxnLst/>
            <a:rect l="l" t="t" r="r" b="b"/>
            <a:pathLst>
              <a:path w="2048510" h="1229360">
                <a:moveTo>
                  <a:pt x="32512" y="868933"/>
                </a:moveTo>
                <a:lnTo>
                  <a:pt x="368554" y="868933"/>
                </a:lnTo>
                <a:lnTo>
                  <a:pt x="0" y="0"/>
                </a:lnTo>
                <a:lnTo>
                  <a:pt x="872489" y="868933"/>
                </a:lnTo>
                <a:lnTo>
                  <a:pt x="2048510" y="868933"/>
                </a:lnTo>
                <a:lnTo>
                  <a:pt x="2048510" y="929004"/>
                </a:lnTo>
                <a:lnTo>
                  <a:pt x="2048510" y="1019047"/>
                </a:lnTo>
                <a:lnTo>
                  <a:pt x="2048510" y="1229105"/>
                </a:lnTo>
                <a:lnTo>
                  <a:pt x="872489" y="1229105"/>
                </a:lnTo>
                <a:lnTo>
                  <a:pt x="368554" y="1229105"/>
                </a:lnTo>
                <a:lnTo>
                  <a:pt x="32512" y="1229105"/>
                </a:lnTo>
                <a:lnTo>
                  <a:pt x="32512" y="1019047"/>
                </a:lnTo>
                <a:lnTo>
                  <a:pt x="32512" y="929004"/>
                </a:lnTo>
                <a:lnTo>
                  <a:pt x="32512" y="868933"/>
                </a:lnTo>
                <a:close/>
              </a:path>
            </a:pathLst>
          </a:custGeom>
          <a:ln w="28575">
            <a:solidFill>
              <a:srgbClr val="C00000"/>
            </a:solidFill>
          </a:ln>
        </p:spPr>
        <p:txBody>
          <a:bodyPr wrap="square" lIns="0" tIns="0" rIns="0" bIns="0" rtlCol="0"/>
          <a:lstStyle/>
          <a:p/>
        </p:txBody>
      </p:sp>
      <p:sp>
        <p:nvSpPr>
          <p:cNvPr id="22" name="object 22" descr=""/>
          <p:cNvSpPr txBox="1"/>
          <p:nvPr/>
        </p:nvSpPr>
        <p:spPr>
          <a:xfrm>
            <a:off x="1621916" y="1573784"/>
            <a:ext cx="236410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FF0000"/>
                </a:solidFill>
                <a:latin typeface="宋体"/>
                <a:cs typeface="宋体"/>
              </a:rPr>
              <a:t>浪费</a:t>
            </a:r>
            <a:r>
              <a:rPr dirty="0" sz="2400" spc="-10" b="1">
                <a:solidFill>
                  <a:srgbClr val="FF0000"/>
                </a:solidFill>
                <a:latin typeface="Tahoma"/>
                <a:cs typeface="Tahoma"/>
              </a:rPr>
              <a:t>3</a:t>
            </a:r>
            <a:r>
              <a:rPr dirty="0" sz="2400" spc="-30" b="1">
                <a:solidFill>
                  <a:srgbClr val="FF0000"/>
                </a:solidFill>
                <a:latin typeface="宋体"/>
                <a:cs typeface="宋体"/>
              </a:rPr>
              <a:t>个时钟周期</a:t>
            </a:r>
            <a:endParaRPr sz="2400">
              <a:latin typeface="宋体"/>
              <a:cs typeface="宋体"/>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872232" y="180289"/>
            <a:ext cx="4498340" cy="514350"/>
          </a:xfrm>
          <a:prstGeom prst="rect"/>
        </p:spPr>
        <p:txBody>
          <a:bodyPr wrap="square" lIns="0" tIns="13335" rIns="0" bIns="0" rtlCol="0" vert="horz">
            <a:spAutoFit/>
          </a:bodyPr>
          <a:lstStyle/>
          <a:p>
            <a:pPr marL="12700">
              <a:lnSpc>
                <a:spcPct val="100000"/>
              </a:lnSpc>
              <a:spcBef>
                <a:spcPts val="105"/>
              </a:spcBef>
            </a:pPr>
            <a:r>
              <a:rPr dirty="0" u="none"/>
              <a:t>3.4</a:t>
            </a:r>
            <a:r>
              <a:rPr dirty="0" u="none" spc="-25"/>
              <a:t> 流水线的相关与冲突</a:t>
            </a:r>
          </a:p>
        </p:txBody>
      </p:sp>
      <p:sp>
        <p:nvSpPr>
          <p:cNvPr id="10" name="object 10" descr=""/>
          <p:cNvSpPr txBox="1"/>
          <p:nvPr/>
        </p:nvSpPr>
        <p:spPr>
          <a:xfrm>
            <a:off x="634390" y="535980"/>
            <a:ext cx="10196830" cy="1400175"/>
          </a:xfrm>
          <a:prstGeom prst="rect">
            <a:avLst/>
          </a:prstGeom>
        </p:spPr>
        <p:txBody>
          <a:bodyPr wrap="square" lIns="0" tIns="270510" rIns="0" bIns="0" rtlCol="0" vert="horz">
            <a:spAutoFit/>
          </a:bodyPr>
          <a:lstStyle/>
          <a:p>
            <a:pPr marL="12700">
              <a:lnSpc>
                <a:spcPct val="100000"/>
              </a:lnSpc>
              <a:spcBef>
                <a:spcPts val="2130"/>
              </a:spcBef>
            </a:pPr>
            <a:r>
              <a:rPr dirty="0" sz="2900">
                <a:solidFill>
                  <a:srgbClr val="FF0000"/>
                </a:solidFill>
                <a:latin typeface="Tahoma"/>
                <a:cs typeface="Tahoma"/>
              </a:rPr>
              <a:t>3</a:t>
            </a:r>
            <a:r>
              <a:rPr dirty="0" sz="2900" spc="114">
                <a:solidFill>
                  <a:srgbClr val="FF0000"/>
                </a:solidFill>
                <a:latin typeface="Tahoma"/>
                <a:cs typeface="Tahoma"/>
              </a:rPr>
              <a:t>. </a:t>
            </a:r>
            <a:r>
              <a:rPr dirty="0" sz="2900" spc="-5">
                <a:solidFill>
                  <a:srgbClr val="FF0000"/>
                </a:solidFill>
                <a:latin typeface="黑体"/>
                <a:cs typeface="黑体"/>
              </a:rPr>
              <a:t>控制冲突</a:t>
            </a:r>
            <a:r>
              <a:rPr dirty="0" sz="2900" spc="-5">
                <a:solidFill>
                  <a:srgbClr val="FF0000"/>
                </a:solidFill>
                <a:latin typeface="Tahoma"/>
                <a:cs typeface="Tahoma"/>
              </a:rPr>
              <a:t>-----</a:t>
            </a:r>
            <a:r>
              <a:rPr dirty="0" sz="2900" spc="-20">
                <a:solidFill>
                  <a:srgbClr val="FF0000"/>
                </a:solidFill>
                <a:latin typeface="黑体"/>
                <a:cs typeface="黑体"/>
              </a:rPr>
              <a:t>分支失败时处理</a:t>
            </a:r>
            <a:endParaRPr sz="2900">
              <a:latin typeface="黑体"/>
              <a:cs typeface="黑体"/>
            </a:endParaRPr>
          </a:p>
          <a:p>
            <a:pPr marL="439420">
              <a:lnSpc>
                <a:spcPct val="100000"/>
              </a:lnSpc>
              <a:spcBef>
                <a:spcPts val="1955"/>
              </a:spcBef>
            </a:pPr>
            <a:r>
              <a:rPr dirty="0" sz="2800" spc="-30" b="1">
                <a:solidFill>
                  <a:srgbClr val="FF5CFF"/>
                </a:solidFill>
                <a:latin typeface="宋体"/>
                <a:cs typeface="宋体"/>
              </a:rPr>
              <a:t>简单处理分支指令：</a:t>
            </a:r>
            <a:r>
              <a:rPr dirty="0" sz="2800" spc="-25" b="1">
                <a:solidFill>
                  <a:srgbClr val="FF0000"/>
                </a:solidFill>
                <a:latin typeface="宋体"/>
                <a:cs typeface="宋体"/>
              </a:rPr>
              <a:t>分支失败</a:t>
            </a:r>
            <a:r>
              <a:rPr dirty="0" sz="2800" spc="-65" b="1">
                <a:solidFill>
                  <a:srgbClr val="FF5CFF"/>
                </a:solidFill>
                <a:latin typeface="宋体"/>
                <a:cs typeface="宋体"/>
              </a:rPr>
              <a:t>的情况， 分支后的指令已经取出</a:t>
            </a:r>
            <a:endParaRPr sz="2800">
              <a:latin typeface="宋体"/>
              <a:cs typeface="宋体"/>
            </a:endParaRPr>
          </a:p>
        </p:txBody>
      </p:sp>
      <p:sp>
        <p:nvSpPr>
          <p:cNvPr id="11" name="object 11" descr=""/>
          <p:cNvSpPr txBox="1"/>
          <p:nvPr/>
        </p:nvSpPr>
        <p:spPr>
          <a:xfrm>
            <a:off x="2257170" y="5311241"/>
            <a:ext cx="9013825" cy="109791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这种情况下，分支后的后继指令</a:t>
            </a:r>
            <a:r>
              <a:rPr dirty="0" sz="2400">
                <a:solidFill>
                  <a:srgbClr val="40458B"/>
                </a:solidFill>
                <a:latin typeface="Tahoma"/>
                <a:cs typeface="Tahoma"/>
              </a:rPr>
              <a:t>+1</a:t>
            </a:r>
            <a:r>
              <a:rPr dirty="0" sz="2400" spc="-10">
                <a:solidFill>
                  <a:srgbClr val="40458B"/>
                </a:solidFill>
                <a:latin typeface="Tahoma"/>
                <a:cs typeface="Tahoma"/>
              </a:rPr>
              <a:t> </a:t>
            </a:r>
            <a:r>
              <a:rPr dirty="0" sz="2400">
                <a:solidFill>
                  <a:srgbClr val="40458B"/>
                </a:solidFill>
                <a:latin typeface="黑体"/>
                <a:cs typeface="黑体"/>
              </a:rPr>
              <a:t>已经取出，其</a:t>
            </a:r>
            <a:r>
              <a:rPr dirty="0" sz="2400" spc="-20">
                <a:solidFill>
                  <a:srgbClr val="40458B"/>
                </a:solidFill>
                <a:latin typeface="Tahoma"/>
                <a:cs typeface="Tahoma"/>
              </a:rPr>
              <a:t>IF</a:t>
            </a:r>
            <a:r>
              <a:rPr dirty="0" sz="2400" spc="-10">
                <a:solidFill>
                  <a:srgbClr val="40458B"/>
                </a:solidFill>
                <a:latin typeface="黑体"/>
                <a:cs typeface="黑体"/>
              </a:rPr>
              <a:t>周期不需重复。</a:t>
            </a:r>
            <a:endParaRPr sz="2400">
              <a:latin typeface="黑体"/>
              <a:cs typeface="黑体"/>
            </a:endParaRPr>
          </a:p>
          <a:p>
            <a:pPr marL="104775">
              <a:lnSpc>
                <a:spcPct val="100000"/>
              </a:lnSpc>
              <a:spcBef>
                <a:spcPts val="2680"/>
              </a:spcBef>
            </a:pPr>
            <a:r>
              <a:rPr dirty="0" sz="2400" spc="-5">
                <a:solidFill>
                  <a:srgbClr val="FF09FF"/>
                </a:solidFill>
                <a:latin typeface="黑体"/>
                <a:cs typeface="黑体"/>
              </a:rPr>
              <a:t>在流水线中，控制冲突可能会比数据冲突造成更多的性能损失</a:t>
            </a:r>
            <a:endParaRPr sz="2400">
              <a:latin typeface="黑体"/>
              <a:cs typeface="黑体"/>
            </a:endParaRPr>
          </a:p>
        </p:txBody>
      </p:sp>
      <p:grpSp>
        <p:nvGrpSpPr>
          <p:cNvPr id="12" name="object 12" descr=""/>
          <p:cNvGrpSpPr/>
          <p:nvPr/>
        </p:nvGrpSpPr>
        <p:grpSpPr>
          <a:xfrm>
            <a:off x="2032063" y="2552763"/>
            <a:ext cx="8105775" cy="2478405"/>
            <a:chOff x="2032063" y="2552763"/>
            <a:chExt cx="8105775" cy="2478405"/>
          </a:xfrm>
        </p:grpSpPr>
        <p:sp>
          <p:nvSpPr>
            <p:cNvPr id="13" name="object 13" descr=""/>
            <p:cNvSpPr/>
            <p:nvPr/>
          </p:nvSpPr>
          <p:spPr>
            <a:xfrm>
              <a:off x="2036826" y="2557526"/>
              <a:ext cx="1827530" cy="2240280"/>
            </a:xfrm>
            <a:custGeom>
              <a:avLst/>
              <a:gdLst/>
              <a:ahLst/>
              <a:cxnLst/>
              <a:rect l="l" t="t" r="r" b="b"/>
              <a:pathLst>
                <a:path w="1827529" h="2240279">
                  <a:moveTo>
                    <a:pt x="0" y="2239899"/>
                  </a:moveTo>
                  <a:lnTo>
                    <a:pt x="1827149" y="2239899"/>
                  </a:lnTo>
                  <a:lnTo>
                    <a:pt x="1827149" y="0"/>
                  </a:lnTo>
                  <a:lnTo>
                    <a:pt x="0" y="0"/>
                  </a:lnTo>
                  <a:lnTo>
                    <a:pt x="0" y="2239899"/>
                  </a:lnTo>
                  <a:close/>
                </a:path>
              </a:pathLst>
            </a:custGeom>
            <a:ln w="9525">
              <a:solidFill>
                <a:srgbClr val="00AF50"/>
              </a:solidFill>
              <a:prstDash val="lgDash"/>
            </a:ln>
          </p:spPr>
          <p:txBody>
            <a:bodyPr wrap="square" lIns="0" tIns="0" rIns="0" bIns="0" rtlCol="0"/>
            <a:lstStyle/>
            <a:p/>
          </p:txBody>
        </p:sp>
        <p:pic>
          <p:nvPicPr>
            <p:cNvPr id="14" name="object 14" descr=""/>
            <p:cNvPicPr/>
            <p:nvPr/>
          </p:nvPicPr>
          <p:blipFill>
            <a:blip r:embed="rId2" cstate="print"/>
            <a:stretch>
              <a:fillRect/>
            </a:stretch>
          </p:blipFill>
          <p:spPr>
            <a:xfrm>
              <a:off x="2036826" y="2598674"/>
              <a:ext cx="8100949" cy="2432050"/>
            </a:xfrm>
            <a:prstGeom prst="rect">
              <a:avLst/>
            </a:prstGeom>
          </p:spPr>
        </p:pic>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8186" y="1156207"/>
            <a:ext cx="12112625" cy="4605655"/>
          </a:xfrm>
          <a:prstGeom prst="rect">
            <a:avLst/>
          </a:prstGeom>
        </p:spPr>
        <p:txBody>
          <a:bodyPr wrap="square" lIns="0" tIns="13335" rIns="0" bIns="0" rtlCol="0" vert="horz">
            <a:spAutoFit/>
          </a:bodyPr>
          <a:lstStyle/>
          <a:p>
            <a:pPr marL="468630" indent="-455930">
              <a:lnSpc>
                <a:spcPct val="100000"/>
              </a:lnSpc>
              <a:spcBef>
                <a:spcPts val="105"/>
              </a:spcBef>
              <a:buClr>
                <a:srgbClr val="40458B"/>
              </a:buClr>
              <a:buFont typeface="Tahoma"/>
              <a:buAutoNum type="arabicPeriod" startAt="3"/>
              <a:tabLst>
                <a:tab pos="468630" algn="l"/>
              </a:tabLst>
            </a:pPr>
            <a:r>
              <a:rPr dirty="0" sz="3200">
                <a:solidFill>
                  <a:srgbClr val="E14B04"/>
                </a:solidFill>
                <a:latin typeface="黑体"/>
                <a:cs typeface="黑体"/>
              </a:rPr>
              <a:t>控制冲突</a:t>
            </a:r>
            <a:r>
              <a:rPr dirty="0" sz="3200">
                <a:solidFill>
                  <a:srgbClr val="E14B04"/>
                </a:solidFill>
                <a:latin typeface="Tahoma"/>
                <a:cs typeface="Tahoma"/>
              </a:rPr>
              <a:t>Control</a:t>
            </a:r>
            <a:r>
              <a:rPr dirty="0" sz="3200" spc="30">
                <a:solidFill>
                  <a:srgbClr val="E14B04"/>
                </a:solidFill>
                <a:latin typeface="Tahoma"/>
                <a:cs typeface="Tahoma"/>
              </a:rPr>
              <a:t> </a:t>
            </a:r>
            <a:r>
              <a:rPr dirty="0" sz="3200" spc="-10">
                <a:solidFill>
                  <a:srgbClr val="E14B04"/>
                </a:solidFill>
                <a:latin typeface="Tahoma"/>
                <a:cs typeface="Tahoma"/>
              </a:rPr>
              <a:t>hazards</a:t>
            </a:r>
            <a:r>
              <a:rPr dirty="0" sz="3200" spc="-10">
                <a:solidFill>
                  <a:srgbClr val="E14B04"/>
                </a:solidFill>
                <a:latin typeface="黑体"/>
                <a:cs typeface="黑体"/>
              </a:rPr>
              <a:t>：</a:t>
            </a:r>
            <a:r>
              <a:rPr dirty="0" sz="2800" spc="-35">
                <a:solidFill>
                  <a:srgbClr val="006FC0"/>
                </a:solidFill>
                <a:latin typeface="黑体"/>
                <a:cs typeface="黑体"/>
              </a:rPr>
              <a:t>控制流改变（分支指令</a:t>
            </a:r>
            <a:r>
              <a:rPr dirty="0" sz="2800" spc="-20">
                <a:solidFill>
                  <a:srgbClr val="006FC0"/>
                </a:solidFill>
                <a:latin typeface="黑体"/>
                <a:cs typeface="黑体"/>
              </a:rPr>
              <a:t>）</a:t>
            </a:r>
            <a:r>
              <a:rPr dirty="0" sz="2800" spc="-40">
                <a:solidFill>
                  <a:srgbClr val="006FC0"/>
                </a:solidFill>
                <a:latin typeface="黑体"/>
                <a:cs typeface="黑体"/>
              </a:rPr>
              <a:t>造成的延迟</a:t>
            </a:r>
            <a:endParaRPr sz="2800">
              <a:latin typeface="黑体"/>
              <a:cs typeface="黑体"/>
            </a:endParaRPr>
          </a:p>
          <a:p>
            <a:pPr marL="469900">
              <a:lnSpc>
                <a:spcPct val="100000"/>
              </a:lnSpc>
              <a:spcBef>
                <a:spcPts val="1500"/>
              </a:spcBef>
            </a:pPr>
            <a:r>
              <a:rPr dirty="0" sz="2000">
                <a:solidFill>
                  <a:srgbClr val="006FC0"/>
                </a:solidFill>
                <a:latin typeface="黑体"/>
                <a:cs typeface="黑体"/>
              </a:rPr>
              <a:t>（</a:t>
            </a:r>
            <a:r>
              <a:rPr dirty="0" sz="2000" spc="-20">
                <a:solidFill>
                  <a:srgbClr val="006FC0"/>
                </a:solidFill>
                <a:latin typeface="黑体"/>
                <a:cs typeface="黑体"/>
              </a:rPr>
              <a:t>类似于判断、循环、函数调用、递归等涉及到跳转的会涉及到控制冲突。</a:t>
            </a:r>
            <a:r>
              <a:rPr dirty="0" sz="2000" spc="-50">
                <a:solidFill>
                  <a:srgbClr val="006FC0"/>
                </a:solidFill>
                <a:latin typeface="黑体"/>
                <a:cs typeface="黑体"/>
              </a:rPr>
              <a:t>）</a:t>
            </a:r>
            <a:endParaRPr sz="2000">
              <a:latin typeface="黑体"/>
              <a:cs typeface="黑体"/>
            </a:endParaRPr>
          </a:p>
          <a:p>
            <a:pPr>
              <a:lnSpc>
                <a:spcPct val="100000"/>
              </a:lnSpc>
              <a:spcBef>
                <a:spcPts val="1705"/>
              </a:spcBef>
            </a:pPr>
            <a:endParaRPr sz="2000">
              <a:latin typeface="黑体"/>
              <a:cs typeface="黑体"/>
            </a:endParaRPr>
          </a:p>
          <a:p>
            <a:pPr lvl="1" marL="1243965" indent="-457200">
              <a:lnSpc>
                <a:spcPct val="100000"/>
              </a:lnSpc>
              <a:buClr>
                <a:srgbClr val="006FC0"/>
              </a:buClr>
              <a:buFont typeface="Wingdings"/>
              <a:buChar char=""/>
              <a:tabLst>
                <a:tab pos="1243965" algn="l"/>
              </a:tabLst>
            </a:pPr>
            <a:r>
              <a:rPr dirty="0" sz="2400" spc="-10">
                <a:solidFill>
                  <a:srgbClr val="40458B"/>
                </a:solidFill>
                <a:latin typeface="黑体"/>
                <a:cs typeface="黑体"/>
              </a:rPr>
              <a:t>分支指令在目标代码中出现的频度每</a:t>
            </a:r>
            <a:r>
              <a:rPr dirty="0" sz="2400" spc="-10">
                <a:solidFill>
                  <a:srgbClr val="9933FF"/>
                </a:solidFill>
                <a:latin typeface="宋体"/>
                <a:cs typeface="宋体"/>
              </a:rPr>
              <a:t>3</a:t>
            </a:r>
            <a:r>
              <a:rPr dirty="0" sz="2400" spc="-10">
                <a:solidFill>
                  <a:srgbClr val="9933FF"/>
                </a:solidFill>
                <a:latin typeface="黑体"/>
                <a:cs typeface="黑体"/>
              </a:rPr>
              <a:t>～</a:t>
            </a:r>
            <a:r>
              <a:rPr dirty="0" sz="2400" spc="-10">
                <a:solidFill>
                  <a:srgbClr val="9933FF"/>
                </a:solidFill>
                <a:latin typeface="宋体"/>
                <a:cs typeface="宋体"/>
              </a:rPr>
              <a:t>4</a:t>
            </a:r>
            <a:r>
              <a:rPr dirty="0" sz="2400" spc="-15">
                <a:solidFill>
                  <a:srgbClr val="40458B"/>
                </a:solidFill>
                <a:latin typeface="黑体"/>
                <a:cs typeface="黑体"/>
              </a:rPr>
              <a:t>条指令就有一条是分支指令。</a:t>
            </a:r>
            <a:endParaRPr sz="2400">
              <a:latin typeface="黑体"/>
              <a:cs typeface="黑体"/>
            </a:endParaRPr>
          </a:p>
          <a:p>
            <a:pPr marL="2506980" marR="5888355" indent="-864235">
              <a:lnSpc>
                <a:spcPct val="150000"/>
              </a:lnSpc>
            </a:pPr>
            <a:r>
              <a:rPr dirty="0" sz="2400">
                <a:solidFill>
                  <a:srgbClr val="E14B04"/>
                </a:solidFill>
                <a:latin typeface="黑体"/>
                <a:cs typeface="黑体"/>
              </a:rPr>
              <a:t>假设：</a:t>
            </a:r>
            <a:r>
              <a:rPr dirty="0" sz="2400">
                <a:solidFill>
                  <a:srgbClr val="40458B"/>
                </a:solidFill>
                <a:latin typeface="黑体"/>
                <a:cs typeface="黑体"/>
              </a:rPr>
              <a:t>分支指令出现的频度是</a:t>
            </a:r>
            <a:r>
              <a:rPr dirty="0" sz="2400" spc="-25">
                <a:solidFill>
                  <a:srgbClr val="D50092"/>
                </a:solidFill>
                <a:latin typeface="宋体"/>
                <a:cs typeface="宋体"/>
              </a:rPr>
              <a:t>30</a:t>
            </a:r>
            <a:r>
              <a:rPr dirty="0" sz="2400" spc="-25">
                <a:solidFill>
                  <a:srgbClr val="D50092"/>
                </a:solidFill>
                <a:latin typeface="黑体"/>
                <a:cs typeface="黑体"/>
              </a:rPr>
              <a:t>％</a:t>
            </a:r>
            <a:r>
              <a:rPr dirty="0" sz="2400" spc="-5">
                <a:solidFill>
                  <a:srgbClr val="40458B"/>
                </a:solidFill>
                <a:latin typeface="黑体"/>
                <a:cs typeface="黑体"/>
              </a:rPr>
              <a:t>流水线理想 </a:t>
            </a:r>
            <a:r>
              <a:rPr dirty="0" sz="2400" spc="-10">
                <a:solidFill>
                  <a:srgbClr val="D50092"/>
                </a:solidFill>
                <a:latin typeface="宋体"/>
                <a:cs typeface="宋体"/>
              </a:rPr>
              <a:t>CPI</a:t>
            </a:r>
            <a:r>
              <a:rPr dirty="0" sz="2400" spc="-10">
                <a:solidFill>
                  <a:srgbClr val="D50092"/>
                </a:solidFill>
                <a:latin typeface="黑体"/>
                <a:cs typeface="黑体"/>
              </a:rPr>
              <a:t>＝</a:t>
            </a:r>
            <a:r>
              <a:rPr dirty="0" sz="2400" spc="-10">
                <a:solidFill>
                  <a:srgbClr val="D50092"/>
                </a:solidFill>
                <a:latin typeface="宋体"/>
                <a:cs typeface="宋体"/>
              </a:rPr>
              <a:t>1</a:t>
            </a:r>
            <a:endParaRPr sz="2400">
              <a:latin typeface="宋体"/>
              <a:cs typeface="宋体"/>
            </a:endParaRPr>
          </a:p>
          <a:p>
            <a:pPr marL="1579245">
              <a:lnSpc>
                <a:spcPct val="100000"/>
              </a:lnSpc>
              <a:spcBef>
                <a:spcPts val="1445"/>
              </a:spcBef>
              <a:tabLst>
                <a:tab pos="5084445" algn="l"/>
                <a:tab pos="6608445" algn="l"/>
                <a:tab pos="7066280" algn="l"/>
                <a:tab pos="7828280" algn="l"/>
              </a:tabLst>
            </a:pPr>
            <a:r>
              <a:rPr dirty="0" sz="2400">
                <a:solidFill>
                  <a:srgbClr val="E14B04"/>
                </a:solidFill>
                <a:latin typeface="黑体"/>
                <a:cs typeface="黑体"/>
              </a:rPr>
              <a:t>那么：</a:t>
            </a:r>
            <a:r>
              <a:rPr dirty="0" sz="2400">
                <a:solidFill>
                  <a:srgbClr val="40458B"/>
                </a:solidFill>
                <a:latin typeface="黑体"/>
                <a:cs typeface="黑体"/>
              </a:rPr>
              <a:t>流水线的实际 </a:t>
            </a:r>
            <a:r>
              <a:rPr dirty="0" sz="2400" spc="-25">
                <a:solidFill>
                  <a:srgbClr val="D50092"/>
                </a:solidFill>
                <a:latin typeface="宋体"/>
                <a:cs typeface="宋体"/>
              </a:rPr>
              <a:t>CPI</a:t>
            </a:r>
            <a:r>
              <a:rPr dirty="0" sz="2400">
                <a:solidFill>
                  <a:srgbClr val="D50092"/>
                </a:solidFill>
                <a:latin typeface="宋体"/>
                <a:cs typeface="宋体"/>
              </a:rPr>
              <a:t>	</a:t>
            </a:r>
            <a:r>
              <a:rPr dirty="0" sz="2400" spc="-10">
                <a:solidFill>
                  <a:srgbClr val="D50092"/>
                </a:solidFill>
                <a:latin typeface="黑体"/>
                <a:cs typeface="黑体"/>
              </a:rPr>
              <a:t>＝</a:t>
            </a:r>
            <a:r>
              <a:rPr dirty="0" sz="2400" spc="-10">
                <a:solidFill>
                  <a:srgbClr val="D50092"/>
                </a:solidFill>
                <a:latin typeface="宋体"/>
                <a:cs typeface="宋体"/>
              </a:rPr>
              <a:t>1+30%*3</a:t>
            </a:r>
            <a:r>
              <a:rPr dirty="0" sz="2400">
                <a:solidFill>
                  <a:srgbClr val="D50092"/>
                </a:solidFill>
                <a:latin typeface="宋体"/>
                <a:cs typeface="宋体"/>
              </a:rPr>
              <a:t>	</a:t>
            </a:r>
            <a:r>
              <a:rPr dirty="0" sz="2400" spc="-50">
                <a:solidFill>
                  <a:srgbClr val="D50092"/>
                </a:solidFill>
                <a:latin typeface="宋体"/>
                <a:cs typeface="宋体"/>
              </a:rPr>
              <a:t>=</a:t>
            </a:r>
            <a:r>
              <a:rPr dirty="0" sz="2400">
                <a:solidFill>
                  <a:srgbClr val="D50092"/>
                </a:solidFill>
                <a:latin typeface="宋体"/>
                <a:cs typeface="宋体"/>
              </a:rPr>
              <a:t>	</a:t>
            </a:r>
            <a:r>
              <a:rPr dirty="0" sz="2400" spc="-25">
                <a:solidFill>
                  <a:srgbClr val="D50092"/>
                </a:solidFill>
                <a:latin typeface="宋体"/>
                <a:cs typeface="宋体"/>
              </a:rPr>
              <a:t>1.9</a:t>
            </a:r>
            <a:r>
              <a:rPr dirty="0" sz="2400">
                <a:solidFill>
                  <a:srgbClr val="D50092"/>
                </a:solidFill>
                <a:latin typeface="宋体"/>
                <a:cs typeface="宋体"/>
              </a:rPr>
              <a:t>	</a:t>
            </a:r>
            <a:r>
              <a:rPr dirty="0" sz="2400">
                <a:solidFill>
                  <a:srgbClr val="D50092"/>
                </a:solidFill>
                <a:latin typeface="黑体"/>
                <a:cs typeface="黑体"/>
              </a:rPr>
              <a:t>，使得流水线的吞吐率几乎减</a:t>
            </a:r>
            <a:r>
              <a:rPr dirty="0" sz="2400" spc="-50">
                <a:solidFill>
                  <a:srgbClr val="D50092"/>
                </a:solidFill>
                <a:latin typeface="黑体"/>
                <a:cs typeface="黑体"/>
              </a:rPr>
              <a:t>半</a:t>
            </a:r>
            <a:endParaRPr sz="2400">
              <a:latin typeface="黑体"/>
              <a:cs typeface="黑体"/>
            </a:endParaRPr>
          </a:p>
          <a:p>
            <a:pPr>
              <a:lnSpc>
                <a:spcPct val="100000"/>
              </a:lnSpc>
              <a:spcBef>
                <a:spcPts val="2165"/>
              </a:spcBef>
            </a:pPr>
            <a:endParaRPr sz="2400">
              <a:latin typeface="黑体"/>
              <a:cs typeface="黑体"/>
            </a:endParaRPr>
          </a:p>
          <a:p>
            <a:pPr algn="ctr" marR="55880">
              <a:lnSpc>
                <a:spcPct val="100000"/>
              </a:lnSpc>
            </a:pPr>
            <a:r>
              <a:rPr dirty="0" sz="2400" spc="-5">
                <a:solidFill>
                  <a:srgbClr val="D50092"/>
                </a:solidFill>
                <a:latin typeface="黑体"/>
                <a:cs typeface="黑体"/>
              </a:rPr>
              <a:t>分支带来的控制冲突如何解决？</a:t>
            </a:r>
            <a:endParaRPr sz="2400">
              <a:latin typeface="黑体"/>
              <a:cs typeface="黑体"/>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86867" y="767531"/>
            <a:ext cx="11341735" cy="4806315"/>
          </a:xfrm>
          <a:prstGeom prst="rect">
            <a:avLst/>
          </a:prstGeom>
        </p:spPr>
        <p:txBody>
          <a:bodyPr wrap="square" lIns="0" tIns="239395" rIns="0" bIns="0" rtlCol="0" vert="horz">
            <a:spAutoFit/>
          </a:bodyPr>
          <a:lstStyle/>
          <a:p>
            <a:pPr marL="548005" indent="-457200">
              <a:lnSpc>
                <a:spcPct val="100000"/>
              </a:lnSpc>
              <a:spcBef>
                <a:spcPts val="1885"/>
              </a:spcBef>
              <a:buClr>
                <a:srgbClr val="001F5F"/>
              </a:buClr>
              <a:buFont typeface="Wingdings"/>
              <a:buChar char=""/>
              <a:tabLst>
                <a:tab pos="548005" algn="l"/>
              </a:tabLst>
            </a:pPr>
            <a:r>
              <a:rPr dirty="0" sz="2800" spc="-35">
                <a:solidFill>
                  <a:srgbClr val="40458B"/>
                </a:solidFill>
                <a:latin typeface="黑体"/>
                <a:cs typeface="黑体"/>
              </a:rPr>
              <a:t>首先提出一种简单的基于硬件的解决方案（设置专用的处理单元</a:t>
            </a:r>
            <a:r>
              <a:rPr dirty="0" sz="2800" spc="-25">
                <a:solidFill>
                  <a:srgbClr val="40458B"/>
                </a:solidFill>
                <a:latin typeface="黑体"/>
                <a:cs typeface="黑体"/>
              </a:rPr>
              <a:t>）：</a:t>
            </a:r>
            <a:endParaRPr sz="2800">
              <a:latin typeface="黑体"/>
              <a:cs typeface="黑体"/>
            </a:endParaRPr>
          </a:p>
          <a:p>
            <a:pPr lvl="1" marL="1245870" indent="-342265">
              <a:lnSpc>
                <a:spcPct val="100000"/>
              </a:lnSpc>
              <a:spcBef>
                <a:spcPts val="1540"/>
              </a:spcBef>
              <a:buClr>
                <a:srgbClr val="006FC0"/>
              </a:buClr>
              <a:buFont typeface="Wingdings"/>
              <a:buChar char=""/>
              <a:tabLst>
                <a:tab pos="1245870" algn="l"/>
              </a:tabLst>
            </a:pPr>
            <a:r>
              <a:rPr dirty="0" sz="2400" spc="-10">
                <a:solidFill>
                  <a:srgbClr val="40458B"/>
                </a:solidFill>
                <a:latin typeface="黑体"/>
                <a:cs typeface="黑体"/>
              </a:rPr>
              <a:t>提前判断（或猜测）</a:t>
            </a:r>
            <a:r>
              <a:rPr dirty="0" sz="2400" spc="-20">
                <a:solidFill>
                  <a:srgbClr val="40458B"/>
                </a:solidFill>
                <a:latin typeface="黑体"/>
                <a:cs typeface="黑体"/>
              </a:rPr>
              <a:t>分支是否成功</a:t>
            </a:r>
            <a:endParaRPr sz="2400">
              <a:latin typeface="黑体"/>
              <a:cs typeface="黑体"/>
            </a:endParaRPr>
          </a:p>
          <a:p>
            <a:pPr lvl="1" marL="1245870" indent="-342265">
              <a:lnSpc>
                <a:spcPct val="100000"/>
              </a:lnSpc>
              <a:spcBef>
                <a:spcPts val="1445"/>
              </a:spcBef>
              <a:buClr>
                <a:srgbClr val="006FC0"/>
              </a:buClr>
              <a:buFont typeface="Wingdings"/>
              <a:buChar char=""/>
              <a:tabLst>
                <a:tab pos="1245870" algn="l"/>
              </a:tabLst>
            </a:pPr>
            <a:r>
              <a:rPr dirty="0" sz="2400" spc="-5">
                <a:solidFill>
                  <a:srgbClr val="40458B"/>
                </a:solidFill>
                <a:latin typeface="黑体"/>
                <a:cs typeface="黑体"/>
              </a:rPr>
              <a:t>尽早计算出分支目标地址</a:t>
            </a:r>
            <a:endParaRPr sz="2400">
              <a:latin typeface="黑体"/>
              <a:cs typeface="黑体"/>
            </a:endParaRPr>
          </a:p>
          <a:p>
            <a:pPr lvl="1" marL="1245870" indent="-342265">
              <a:lnSpc>
                <a:spcPct val="100000"/>
              </a:lnSpc>
              <a:spcBef>
                <a:spcPts val="1440"/>
              </a:spcBef>
              <a:buClr>
                <a:srgbClr val="006FC0"/>
              </a:buClr>
              <a:buFont typeface="Wingdings"/>
              <a:buChar char=""/>
              <a:tabLst>
                <a:tab pos="1245870" algn="l"/>
              </a:tabLst>
            </a:pPr>
            <a:r>
              <a:rPr dirty="0" sz="2400" spc="-10">
                <a:solidFill>
                  <a:srgbClr val="40458B"/>
                </a:solidFill>
                <a:latin typeface="黑体"/>
                <a:cs typeface="黑体"/>
              </a:rPr>
              <a:t>二者缺一不可</a:t>
            </a:r>
            <a:endParaRPr sz="2400">
              <a:latin typeface="黑体"/>
              <a:cs typeface="黑体"/>
            </a:endParaRPr>
          </a:p>
          <a:p>
            <a:pPr marL="12700" marR="5080" indent="647700">
              <a:lnSpc>
                <a:spcPct val="140000"/>
              </a:lnSpc>
              <a:spcBef>
                <a:spcPts val="1285"/>
              </a:spcBef>
            </a:pPr>
            <a:r>
              <a:rPr dirty="0" sz="2700">
                <a:solidFill>
                  <a:srgbClr val="E14B04"/>
                </a:solidFill>
                <a:latin typeface="黑体"/>
                <a:cs typeface="黑体"/>
              </a:rPr>
              <a:t>因此：</a:t>
            </a:r>
            <a:r>
              <a:rPr dirty="0" sz="2700" spc="-5">
                <a:solidFill>
                  <a:srgbClr val="D50092"/>
                </a:solidFill>
                <a:latin typeface="黑体"/>
                <a:cs typeface="黑体"/>
              </a:rPr>
              <a:t>本来分支判断是在</a:t>
            </a:r>
            <a:r>
              <a:rPr dirty="0" sz="2700">
                <a:solidFill>
                  <a:srgbClr val="D50092"/>
                </a:solidFill>
                <a:latin typeface="黑体"/>
                <a:cs typeface="黑体"/>
              </a:rPr>
              <a:t>MEM段完成的，假设</a:t>
            </a:r>
            <a:r>
              <a:rPr dirty="0" sz="2700" spc="-5">
                <a:solidFill>
                  <a:srgbClr val="40458B"/>
                </a:solidFill>
                <a:latin typeface="黑体"/>
                <a:cs typeface="黑体"/>
              </a:rPr>
              <a:t>上述这两步工作被提前到</a:t>
            </a:r>
            <a:r>
              <a:rPr dirty="0" sz="2700" spc="-50">
                <a:solidFill>
                  <a:srgbClr val="40458B"/>
                </a:solidFill>
                <a:latin typeface="黑体"/>
                <a:cs typeface="黑体"/>
              </a:rPr>
              <a:t> </a:t>
            </a:r>
            <a:r>
              <a:rPr dirty="0" sz="2700" spc="-10">
                <a:solidFill>
                  <a:srgbClr val="9933FF"/>
                </a:solidFill>
                <a:latin typeface="黑体"/>
                <a:cs typeface="黑体"/>
              </a:rPr>
              <a:t>ID</a:t>
            </a:r>
            <a:r>
              <a:rPr dirty="0" sz="2700" spc="-10">
                <a:solidFill>
                  <a:srgbClr val="40458B"/>
                </a:solidFill>
                <a:latin typeface="黑体"/>
                <a:cs typeface="黑体"/>
              </a:rPr>
              <a:t>段完成，即分支指令是在</a:t>
            </a:r>
            <a:r>
              <a:rPr dirty="0" sz="2700" spc="-10">
                <a:solidFill>
                  <a:srgbClr val="9933FF"/>
                </a:solidFill>
                <a:latin typeface="黑体"/>
                <a:cs typeface="黑体"/>
              </a:rPr>
              <a:t>ID</a:t>
            </a:r>
            <a:r>
              <a:rPr dirty="0" sz="2700" spc="-10">
                <a:solidFill>
                  <a:srgbClr val="40458B"/>
                </a:solidFill>
                <a:latin typeface="黑体"/>
                <a:cs typeface="黑体"/>
              </a:rPr>
              <a:t>段的末尾执行完成，所带来的</a:t>
            </a:r>
            <a:r>
              <a:rPr dirty="0" sz="2700" spc="-20">
                <a:solidFill>
                  <a:srgbClr val="D50092"/>
                </a:solidFill>
                <a:latin typeface="黑体"/>
                <a:cs typeface="黑体"/>
              </a:rPr>
              <a:t>分支延迟为一个</a:t>
            </a:r>
            <a:r>
              <a:rPr dirty="0" sz="2700">
                <a:solidFill>
                  <a:srgbClr val="D50092"/>
                </a:solidFill>
                <a:latin typeface="黑体"/>
                <a:cs typeface="黑体"/>
              </a:rPr>
              <a:t>时钟周期（在</a:t>
            </a:r>
            <a:r>
              <a:rPr dirty="0" sz="2700" spc="-10">
                <a:solidFill>
                  <a:srgbClr val="D50092"/>
                </a:solidFill>
                <a:latin typeface="黑体"/>
                <a:cs typeface="黑体"/>
              </a:rPr>
              <a:t>ID</a:t>
            </a:r>
            <a:r>
              <a:rPr dirty="0" sz="2700" spc="-5">
                <a:solidFill>
                  <a:srgbClr val="D50092"/>
                </a:solidFill>
                <a:latin typeface="黑体"/>
                <a:cs typeface="黑体"/>
              </a:rPr>
              <a:t>的下一个时钟周期就开始取指分支指令的下一条指令，之前</a:t>
            </a:r>
            <a:r>
              <a:rPr dirty="0" sz="2700">
                <a:solidFill>
                  <a:srgbClr val="D50092"/>
                </a:solidFill>
                <a:latin typeface="黑体"/>
                <a:cs typeface="黑体"/>
              </a:rPr>
              <a:t>在</a:t>
            </a:r>
            <a:r>
              <a:rPr dirty="0" sz="2700" spc="-10">
                <a:solidFill>
                  <a:srgbClr val="D50092"/>
                </a:solidFill>
                <a:latin typeface="黑体"/>
                <a:cs typeface="黑体"/>
              </a:rPr>
              <a:t>MEM</a:t>
            </a:r>
            <a:r>
              <a:rPr dirty="0" sz="2700">
                <a:solidFill>
                  <a:srgbClr val="D50092"/>
                </a:solidFill>
                <a:latin typeface="黑体"/>
                <a:cs typeface="黑体"/>
              </a:rPr>
              <a:t>段完成分支需要三个时钟延迟）</a:t>
            </a:r>
            <a:r>
              <a:rPr dirty="0" sz="2700" spc="-50">
                <a:solidFill>
                  <a:srgbClr val="D50092"/>
                </a:solidFill>
                <a:latin typeface="黑体"/>
                <a:cs typeface="黑体"/>
              </a:rPr>
              <a:t>。</a:t>
            </a:r>
            <a:endParaRPr sz="2700">
              <a:latin typeface="黑体"/>
              <a:cs typeface="黑体"/>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7" name="object 7" descr=""/>
          <p:cNvGrpSpPr/>
          <p:nvPr/>
        </p:nvGrpSpPr>
        <p:grpSpPr>
          <a:xfrm>
            <a:off x="0" y="765175"/>
            <a:ext cx="12184380" cy="6092825"/>
            <a:chOff x="0" y="765175"/>
            <a:chExt cx="12184380" cy="6092825"/>
          </a:xfrm>
        </p:grpSpPr>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695325" y="765175"/>
              <a:ext cx="9221724" cy="5832475"/>
            </a:xfrm>
            <a:prstGeom prst="rect">
              <a:avLst/>
            </a:prstGeom>
          </p:spPr>
        </p:pic>
        <p:pic>
          <p:nvPicPr>
            <p:cNvPr id="10" name="object 10" descr=""/>
            <p:cNvPicPr/>
            <p:nvPr/>
          </p:nvPicPr>
          <p:blipFill>
            <a:blip r:embed="rId3" cstate="print"/>
            <a:stretch>
              <a:fillRect/>
            </a:stretch>
          </p:blipFill>
          <p:spPr>
            <a:xfrm>
              <a:off x="9803383" y="2731135"/>
              <a:ext cx="238125" cy="250825"/>
            </a:xfrm>
            <a:prstGeom prst="rect">
              <a:avLst/>
            </a:prstGeom>
          </p:spPr>
        </p:pic>
      </p:grpSp>
      <p:sp>
        <p:nvSpPr>
          <p:cNvPr id="11" name="object 11"/>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004695" algn="l"/>
                <a:tab pos="11028045" algn="l"/>
              </a:tabLst>
            </a:pPr>
            <a:r>
              <a:rPr dirty="0">
                <a:latin typeface="Times New Roman"/>
                <a:cs typeface="Times New Roman"/>
              </a:rPr>
              <a:t>	</a:t>
            </a:r>
            <a:r>
              <a:rPr dirty="0"/>
              <a:t>控制</a:t>
            </a:r>
            <a:r>
              <a:rPr dirty="0" spc="-20"/>
              <a:t>相</a:t>
            </a:r>
            <a:r>
              <a:rPr dirty="0"/>
              <a:t>关解</a:t>
            </a:r>
            <a:r>
              <a:rPr dirty="0" spc="-20"/>
              <a:t>决</a:t>
            </a:r>
            <a:r>
              <a:rPr dirty="0"/>
              <a:t>方法</a:t>
            </a:r>
            <a:r>
              <a:rPr dirty="0" spc="-20"/>
              <a:t>：</a:t>
            </a:r>
            <a:r>
              <a:rPr dirty="0"/>
              <a:t>尽早</a:t>
            </a:r>
            <a:r>
              <a:rPr dirty="0" spc="-20"/>
              <a:t>判</a:t>
            </a:r>
            <a:r>
              <a:rPr dirty="0"/>
              <a:t>断并</a:t>
            </a:r>
            <a:r>
              <a:rPr dirty="0" spc="-20"/>
              <a:t>分</a:t>
            </a:r>
            <a:r>
              <a:rPr dirty="0" spc="-50"/>
              <a:t>支</a:t>
            </a:r>
            <a:r>
              <a:rPr dirty="0"/>
              <a:t>	</a:t>
            </a:r>
          </a:p>
        </p:txBody>
      </p:sp>
      <p:sp>
        <p:nvSpPr>
          <p:cNvPr id="12" name="object 12" descr=""/>
          <p:cNvSpPr txBox="1"/>
          <p:nvPr/>
        </p:nvSpPr>
        <p:spPr>
          <a:xfrm>
            <a:off x="9416033" y="1557020"/>
            <a:ext cx="2549525" cy="3308985"/>
          </a:xfrm>
          <a:prstGeom prst="rect">
            <a:avLst/>
          </a:prstGeom>
        </p:spPr>
        <p:txBody>
          <a:bodyPr wrap="square" lIns="0" tIns="12700" rIns="0" bIns="0" rtlCol="0" vert="horz">
            <a:spAutoFit/>
          </a:bodyPr>
          <a:lstStyle/>
          <a:p>
            <a:pPr marL="355600" marR="52069" indent="-342900">
              <a:lnSpc>
                <a:spcPct val="100000"/>
              </a:lnSpc>
              <a:spcBef>
                <a:spcPts val="100"/>
              </a:spcBef>
              <a:buClr>
                <a:srgbClr val="006FC0"/>
              </a:buClr>
              <a:buFont typeface="Wingdings"/>
              <a:buChar char=""/>
              <a:tabLst>
                <a:tab pos="355600" algn="l"/>
              </a:tabLst>
            </a:pPr>
            <a:r>
              <a:rPr dirty="0" sz="2400" spc="-10">
                <a:solidFill>
                  <a:srgbClr val="FF5CFF"/>
                </a:solidFill>
                <a:latin typeface="黑体"/>
                <a:cs typeface="黑体"/>
              </a:rPr>
              <a:t>判断分支结束在第</a:t>
            </a:r>
            <a:r>
              <a:rPr dirty="0" sz="2400" spc="-25">
                <a:solidFill>
                  <a:srgbClr val="FF5CFF"/>
                </a:solidFill>
                <a:latin typeface="Tahoma"/>
                <a:cs typeface="Tahoma"/>
              </a:rPr>
              <a:t>4</a:t>
            </a:r>
            <a:r>
              <a:rPr dirty="0" sz="2400" spc="-20">
                <a:solidFill>
                  <a:srgbClr val="FF5CFF"/>
                </a:solidFill>
                <a:latin typeface="黑体"/>
                <a:cs typeface="黑体"/>
              </a:rPr>
              <a:t>周期，不管</a:t>
            </a:r>
            <a:r>
              <a:rPr dirty="0" sz="2400" spc="-10">
                <a:solidFill>
                  <a:srgbClr val="FF5CFF"/>
                </a:solidFill>
                <a:latin typeface="黑体"/>
                <a:cs typeface="黑体"/>
              </a:rPr>
              <a:t>成功与否都要返</a:t>
            </a:r>
            <a:endParaRPr sz="2400">
              <a:latin typeface="黑体"/>
              <a:cs typeface="黑体"/>
            </a:endParaRPr>
          </a:p>
          <a:p>
            <a:pPr marL="660400">
              <a:lnSpc>
                <a:spcPts val="2810"/>
              </a:lnSpc>
            </a:pPr>
            <a:r>
              <a:rPr dirty="0" sz="2400" spc="-10">
                <a:solidFill>
                  <a:srgbClr val="FF5CFF"/>
                </a:solidFill>
                <a:latin typeface="Tahoma"/>
                <a:cs typeface="Tahoma"/>
              </a:rPr>
              <a:t>PC</a:t>
            </a:r>
            <a:r>
              <a:rPr dirty="0" sz="2400" spc="-10">
                <a:solidFill>
                  <a:srgbClr val="FF5CFF"/>
                </a:solidFill>
                <a:latin typeface="黑体"/>
                <a:cs typeface="黑体"/>
              </a:rPr>
              <a:t>处，但此时</a:t>
            </a:r>
            <a:endParaRPr sz="2400">
              <a:latin typeface="黑体"/>
              <a:cs typeface="黑体"/>
            </a:endParaRPr>
          </a:p>
          <a:p>
            <a:pPr marL="355600">
              <a:lnSpc>
                <a:spcPts val="2845"/>
              </a:lnSpc>
              <a:spcBef>
                <a:spcPts val="70"/>
              </a:spcBef>
            </a:pPr>
            <a:r>
              <a:rPr dirty="0" sz="2400" spc="-10">
                <a:solidFill>
                  <a:srgbClr val="FF5CFF"/>
                </a:solidFill>
                <a:latin typeface="黑体"/>
                <a:cs typeface="黑体"/>
              </a:rPr>
              <a:t>前</a:t>
            </a:r>
            <a:r>
              <a:rPr dirty="0" sz="2400" spc="-10">
                <a:solidFill>
                  <a:srgbClr val="FF0000"/>
                </a:solidFill>
                <a:latin typeface="黑体"/>
                <a:cs typeface="黑体"/>
              </a:rPr>
              <a:t>三个周期</a:t>
            </a:r>
            <a:r>
              <a:rPr dirty="0" sz="2400" spc="-30">
                <a:solidFill>
                  <a:srgbClr val="FF5CFF"/>
                </a:solidFill>
                <a:latin typeface="黑体"/>
                <a:cs typeface="黑体"/>
              </a:rPr>
              <a:t>不可</a:t>
            </a:r>
            <a:endParaRPr sz="2400">
              <a:latin typeface="黑体"/>
              <a:cs typeface="黑体"/>
            </a:endParaRPr>
          </a:p>
          <a:p>
            <a:pPr marL="355600">
              <a:lnSpc>
                <a:spcPts val="2845"/>
              </a:lnSpc>
            </a:pPr>
            <a:r>
              <a:rPr dirty="0" sz="2400" spc="-10">
                <a:solidFill>
                  <a:srgbClr val="FF5CFF"/>
                </a:solidFill>
                <a:latin typeface="黑体"/>
                <a:cs typeface="黑体"/>
              </a:rPr>
              <a:t>能执行其他指令</a:t>
            </a:r>
            <a:endParaRPr sz="2400">
              <a:latin typeface="黑体"/>
              <a:cs typeface="黑体"/>
            </a:endParaRPr>
          </a:p>
          <a:p>
            <a:pPr marL="487680" marR="13970" indent="-94615">
              <a:lnSpc>
                <a:spcPct val="100000"/>
              </a:lnSpc>
            </a:pPr>
            <a:r>
              <a:rPr dirty="0" sz="2400">
                <a:solidFill>
                  <a:srgbClr val="40458B"/>
                </a:solidFill>
                <a:latin typeface="黑体"/>
                <a:cs typeface="黑体"/>
              </a:rPr>
              <a:t>（</a:t>
            </a:r>
            <a:r>
              <a:rPr dirty="0" sz="2400" spc="-10">
                <a:solidFill>
                  <a:srgbClr val="40458B"/>
                </a:solidFill>
                <a:latin typeface="黑体"/>
                <a:cs typeface="黑体"/>
              </a:rPr>
              <a:t>停顿解决，但是否有进一步解决方法</a:t>
            </a:r>
            <a:r>
              <a:rPr dirty="0" sz="2400" spc="-25">
                <a:solidFill>
                  <a:srgbClr val="40458B"/>
                </a:solidFill>
                <a:latin typeface="黑体"/>
                <a:cs typeface="黑体"/>
              </a:rPr>
              <a:t>？）</a:t>
            </a:r>
            <a:endParaRPr sz="2400">
              <a:latin typeface="黑体"/>
              <a:cs typeface="黑体"/>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169/154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7" name="object 7" descr=""/>
          <p:cNvGrpSpPr/>
          <p:nvPr/>
        </p:nvGrpSpPr>
        <p:grpSpPr>
          <a:xfrm>
            <a:off x="0" y="765175"/>
            <a:ext cx="12184380" cy="6092825"/>
            <a:chOff x="0" y="765175"/>
            <a:chExt cx="12184380" cy="6092825"/>
          </a:xfrm>
        </p:grpSpPr>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0" y="765175"/>
              <a:ext cx="9194736" cy="5832475"/>
            </a:xfrm>
            <a:prstGeom prst="rect">
              <a:avLst/>
            </a:prstGeom>
          </p:spPr>
        </p:pic>
      </p:grpSp>
      <p:sp>
        <p:nvSpPr>
          <p:cNvPr id="10" name="object 10"/>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004695" algn="l"/>
                <a:tab pos="11028045" algn="l"/>
              </a:tabLst>
            </a:pPr>
            <a:r>
              <a:rPr dirty="0">
                <a:latin typeface="Times New Roman"/>
                <a:cs typeface="Times New Roman"/>
              </a:rPr>
              <a:t>	</a:t>
            </a:r>
            <a:r>
              <a:rPr dirty="0"/>
              <a:t>控制</a:t>
            </a:r>
            <a:r>
              <a:rPr dirty="0" spc="-20"/>
              <a:t>相</a:t>
            </a:r>
            <a:r>
              <a:rPr dirty="0"/>
              <a:t>关解</a:t>
            </a:r>
            <a:r>
              <a:rPr dirty="0" spc="-20"/>
              <a:t>决</a:t>
            </a:r>
            <a:r>
              <a:rPr dirty="0"/>
              <a:t>方法</a:t>
            </a:r>
            <a:r>
              <a:rPr dirty="0" spc="-20"/>
              <a:t>：</a:t>
            </a:r>
            <a:r>
              <a:rPr dirty="0"/>
              <a:t>尽早</a:t>
            </a:r>
            <a:r>
              <a:rPr dirty="0" spc="-20"/>
              <a:t>判</a:t>
            </a:r>
            <a:r>
              <a:rPr dirty="0"/>
              <a:t>断并</a:t>
            </a:r>
            <a:r>
              <a:rPr dirty="0" spc="-20"/>
              <a:t>分</a:t>
            </a:r>
            <a:r>
              <a:rPr dirty="0" spc="-50"/>
              <a:t>支</a:t>
            </a:r>
            <a:r>
              <a:rPr dirty="0"/>
              <a:t>	</a:t>
            </a:r>
          </a:p>
        </p:txBody>
      </p:sp>
      <p:sp>
        <p:nvSpPr>
          <p:cNvPr id="11" name="object 11" descr=""/>
          <p:cNvSpPr txBox="1"/>
          <p:nvPr/>
        </p:nvSpPr>
        <p:spPr>
          <a:xfrm>
            <a:off x="9489185" y="1029715"/>
            <a:ext cx="2401570" cy="330835"/>
          </a:xfrm>
          <a:prstGeom prst="rect">
            <a:avLst/>
          </a:prstGeom>
        </p:spPr>
        <p:txBody>
          <a:bodyPr wrap="square" lIns="0" tIns="13335" rIns="0" bIns="0" rtlCol="0" vert="horz">
            <a:spAutoFit/>
          </a:bodyPr>
          <a:lstStyle/>
          <a:p>
            <a:pPr marL="354965" indent="-342265">
              <a:lnSpc>
                <a:spcPct val="100000"/>
              </a:lnSpc>
              <a:spcBef>
                <a:spcPts val="105"/>
              </a:spcBef>
              <a:buClr>
                <a:srgbClr val="006FC0"/>
              </a:buClr>
              <a:buFont typeface="Wingdings"/>
              <a:buChar char=""/>
              <a:tabLst>
                <a:tab pos="354965" algn="l"/>
              </a:tabLst>
            </a:pPr>
            <a:r>
              <a:rPr dirty="0" sz="2000" spc="-5">
                <a:solidFill>
                  <a:srgbClr val="FF0000"/>
                </a:solidFill>
                <a:latin typeface="黑体"/>
                <a:cs typeface="黑体"/>
              </a:rPr>
              <a:t>解决方法：</a:t>
            </a:r>
            <a:r>
              <a:rPr dirty="0" sz="2000" spc="-25">
                <a:solidFill>
                  <a:srgbClr val="40458B"/>
                </a:solidFill>
                <a:latin typeface="黑体"/>
                <a:cs typeface="黑体"/>
              </a:rPr>
              <a:t>分支判</a:t>
            </a:r>
            <a:endParaRPr sz="2000">
              <a:latin typeface="黑体"/>
              <a:cs typeface="黑体"/>
            </a:endParaRPr>
          </a:p>
        </p:txBody>
      </p:sp>
      <p:sp>
        <p:nvSpPr>
          <p:cNvPr id="12" name="object 12" descr=""/>
          <p:cNvSpPr txBox="1"/>
          <p:nvPr/>
        </p:nvSpPr>
        <p:spPr>
          <a:xfrm>
            <a:off x="9832085" y="1335379"/>
            <a:ext cx="2155190" cy="2769235"/>
          </a:xfrm>
          <a:prstGeom prst="rect">
            <a:avLst/>
          </a:prstGeom>
        </p:spPr>
        <p:txBody>
          <a:bodyPr wrap="square" lIns="0" tIns="12700" rIns="0" bIns="0" rtlCol="0" vert="horz">
            <a:spAutoFit/>
          </a:bodyPr>
          <a:lstStyle/>
          <a:p>
            <a:pPr marL="12700" marR="5080">
              <a:lnSpc>
                <a:spcPct val="150000"/>
              </a:lnSpc>
              <a:spcBef>
                <a:spcPts val="100"/>
              </a:spcBef>
            </a:pPr>
            <a:r>
              <a:rPr dirty="0" sz="2000">
                <a:solidFill>
                  <a:srgbClr val="40458B"/>
                </a:solidFill>
                <a:latin typeface="黑体"/>
                <a:cs typeface="黑体"/>
              </a:rPr>
              <a:t>断完成由</a:t>
            </a:r>
            <a:r>
              <a:rPr dirty="0" sz="2000" spc="-10">
                <a:solidFill>
                  <a:srgbClr val="40458B"/>
                </a:solidFill>
                <a:latin typeface="Tahoma"/>
                <a:cs typeface="Tahoma"/>
              </a:rPr>
              <a:t>MEM</a:t>
            </a:r>
            <a:r>
              <a:rPr dirty="0" sz="2000" spc="-30">
                <a:solidFill>
                  <a:srgbClr val="40458B"/>
                </a:solidFill>
                <a:latin typeface="黑体"/>
                <a:cs typeface="黑体"/>
              </a:rPr>
              <a:t>段，</a:t>
            </a:r>
            <a:r>
              <a:rPr dirty="0" sz="2000">
                <a:solidFill>
                  <a:srgbClr val="40458B"/>
                </a:solidFill>
                <a:latin typeface="黑体"/>
                <a:cs typeface="黑体"/>
              </a:rPr>
              <a:t>改为</a:t>
            </a:r>
            <a:r>
              <a:rPr dirty="0" sz="2000" spc="-25">
                <a:solidFill>
                  <a:srgbClr val="40458B"/>
                </a:solidFill>
                <a:latin typeface="Tahoma"/>
                <a:cs typeface="Tahoma"/>
              </a:rPr>
              <a:t>ID</a:t>
            </a:r>
            <a:r>
              <a:rPr dirty="0" sz="2000" spc="-85">
                <a:solidFill>
                  <a:srgbClr val="40458B"/>
                </a:solidFill>
                <a:latin typeface="黑体"/>
                <a:cs typeface="黑体"/>
              </a:rPr>
              <a:t>完成， 但需</a:t>
            </a:r>
            <a:r>
              <a:rPr dirty="0" sz="2000" spc="-5">
                <a:solidFill>
                  <a:srgbClr val="40458B"/>
                </a:solidFill>
                <a:latin typeface="黑体"/>
                <a:cs typeface="黑体"/>
              </a:rPr>
              <a:t>添加加法器</a:t>
            </a:r>
            <a:r>
              <a:rPr dirty="0" sz="2000" spc="-10">
                <a:solidFill>
                  <a:srgbClr val="40458B"/>
                </a:solidFill>
                <a:latin typeface="黑体"/>
                <a:cs typeface="黑体"/>
              </a:rPr>
              <a:t>）</a:t>
            </a:r>
            <a:r>
              <a:rPr dirty="0" sz="2000" spc="-30">
                <a:solidFill>
                  <a:srgbClr val="40458B"/>
                </a:solidFill>
                <a:latin typeface="黑体"/>
                <a:cs typeface="黑体"/>
              </a:rPr>
              <a:t>，即</a:t>
            </a:r>
            <a:r>
              <a:rPr dirty="0" sz="2000" spc="-15">
                <a:solidFill>
                  <a:srgbClr val="40458B"/>
                </a:solidFill>
                <a:latin typeface="黑体"/>
                <a:cs typeface="黑体"/>
              </a:rPr>
              <a:t>使这样仍然浪费一</a:t>
            </a:r>
            <a:r>
              <a:rPr dirty="0" sz="2000" spc="-5">
                <a:solidFill>
                  <a:srgbClr val="40458B"/>
                </a:solidFill>
                <a:latin typeface="黑体"/>
                <a:cs typeface="黑体"/>
              </a:rPr>
              <a:t>个周期，</a:t>
            </a:r>
            <a:r>
              <a:rPr dirty="0" sz="2000" spc="-20">
                <a:solidFill>
                  <a:srgbClr val="FF0000"/>
                </a:solidFill>
                <a:latin typeface="黑体"/>
                <a:cs typeface="黑体"/>
              </a:rPr>
              <a:t>还有没有</a:t>
            </a:r>
            <a:r>
              <a:rPr dirty="0" sz="2000" spc="-15">
                <a:solidFill>
                  <a:srgbClr val="FF0000"/>
                </a:solidFill>
                <a:latin typeface="黑体"/>
                <a:cs typeface="黑体"/>
              </a:rPr>
              <a:t>更好的方法？</a:t>
            </a:r>
            <a:endParaRPr sz="2000">
              <a:latin typeface="黑体"/>
              <a:cs typeface="黑体"/>
            </a:endParaRPr>
          </a:p>
        </p:txBody>
      </p:sp>
      <p:sp>
        <p:nvSpPr>
          <p:cNvPr id="13" name="object 13" descr=""/>
          <p:cNvSpPr txBox="1"/>
          <p:nvPr/>
        </p:nvSpPr>
        <p:spPr>
          <a:xfrm>
            <a:off x="2782951" y="1773301"/>
            <a:ext cx="1152525" cy="431800"/>
          </a:xfrm>
          <a:prstGeom prst="rect">
            <a:avLst/>
          </a:prstGeom>
          <a:solidFill>
            <a:srgbClr val="FFACFF"/>
          </a:solidFill>
          <a:ln w="9525">
            <a:solidFill>
              <a:srgbClr val="40458B"/>
            </a:solidFill>
          </a:ln>
        </p:spPr>
        <p:txBody>
          <a:bodyPr wrap="square" lIns="0" tIns="45719" rIns="0" bIns="0" rtlCol="0" vert="horz">
            <a:spAutoFit/>
          </a:bodyPr>
          <a:lstStyle/>
          <a:p>
            <a:pPr marL="91440">
              <a:lnSpc>
                <a:spcPct val="100000"/>
              </a:lnSpc>
              <a:spcBef>
                <a:spcPts val="359"/>
              </a:spcBef>
            </a:pPr>
            <a:r>
              <a:rPr dirty="0" sz="1600" spc="-30">
                <a:solidFill>
                  <a:srgbClr val="40458B"/>
                </a:solidFill>
                <a:latin typeface="黑体"/>
                <a:cs typeface="黑体"/>
              </a:rPr>
              <a:t>添加运算器</a:t>
            </a:r>
            <a:endParaRPr sz="1600">
              <a:latin typeface="黑体"/>
              <a:cs typeface="黑体"/>
            </a:endParaRPr>
          </a:p>
        </p:txBody>
      </p:sp>
      <p:sp>
        <p:nvSpPr>
          <p:cNvPr id="14" name="object 14" descr=""/>
          <p:cNvSpPr txBox="1"/>
          <p:nvPr/>
        </p:nvSpPr>
        <p:spPr>
          <a:xfrm>
            <a:off x="9473310" y="4191056"/>
            <a:ext cx="2406650" cy="1398270"/>
          </a:xfrm>
          <a:prstGeom prst="rect">
            <a:avLst/>
          </a:prstGeom>
        </p:spPr>
        <p:txBody>
          <a:bodyPr wrap="square" lIns="0" tIns="13335" rIns="0" bIns="0" rtlCol="0" vert="horz">
            <a:spAutoFit/>
          </a:bodyPr>
          <a:lstStyle/>
          <a:p>
            <a:pPr algn="just" marL="355600" marR="5080" indent="-342900">
              <a:lnSpc>
                <a:spcPct val="150000"/>
              </a:lnSpc>
              <a:spcBef>
                <a:spcPts val="105"/>
              </a:spcBef>
              <a:buClr>
                <a:srgbClr val="006FC0"/>
              </a:buClr>
              <a:buFont typeface="Wingdings"/>
              <a:buChar char=""/>
              <a:tabLst>
                <a:tab pos="355600" algn="l"/>
              </a:tabLst>
            </a:pPr>
            <a:r>
              <a:rPr dirty="0" sz="2000" spc="-15">
                <a:solidFill>
                  <a:srgbClr val="FF0000"/>
                </a:solidFill>
                <a:latin typeface="黑体"/>
                <a:cs typeface="黑体"/>
              </a:rPr>
              <a:t>进一步解决方法：</a:t>
            </a:r>
            <a:r>
              <a:rPr dirty="0" sz="2000" spc="-15">
                <a:solidFill>
                  <a:srgbClr val="40458B"/>
                </a:solidFill>
                <a:latin typeface="黑体"/>
                <a:cs typeface="黑体"/>
              </a:rPr>
              <a:t>对分支结果进行预</a:t>
            </a:r>
            <a:r>
              <a:rPr dirty="0" sz="2000">
                <a:solidFill>
                  <a:srgbClr val="40458B"/>
                </a:solidFill>
                <a:latin typeface="黑体"/>
                <a:cs typeface="黑体"/>
              </a:rPr>
              <a:t>测（</a:t>
            </a:r>
            <a:r>
              <a:rPr dirty="0" sz="2000" spc="-10">
                <a:solidFill>
                  <a:srgbClr val="40458B"/>
                </a:solidFill>
                <a:latin typeface="黑体"/>
                <a:cs typeface="黑体"/>
              </a:rPr>
              <a:t>猜！！！！）</a:t>
            </a:r>
            <a:endParaRPr sz="2000">
              <a:latin typeface="黑体"/>
              <a:cs typeface="黑体"/>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02864" y="197307"/>
            <a:ext cx="6711950" cy="514350"/>
          </a:xfrm>
          <a:prstGeom prst="rect"/>
        </p:spPr>
        <p:txBody>
          <a:bodyPr wrap="square" lIns="0" tIns="13335" rIns="0" bIns="0" rtlCol="0" vert="horz">
            <a:spAutoFit/>
          </a:bodyPr>
          <a:lstStyle/>
          <a:p>
            <a:pPr marL="38100">
              <a:lnSpc>
                <a:spcPct val="100000"/>
              </a:lnSpc>
              <a:spcBef>
                <a:spcPts val="105"/>
              </a:spcBef>
            </a:pPr>
            <a:r>
              <a:rPr dirty="0" u="none"/>
              <a:t>3.4 流水线的相关与冲突 </a:t>
            </a:r>
            <a:r>
              <a:rPr dirty="0" u="none" baseline="5747" sz="4350">
                <a:solidFill>
                  <a:srgbClr val="FF0000"/>
                </a:solidFill>
                <a:latin typeface="Tahoma"/>
                <a:cs typeface="Tahoma"/>
              </a:rPr>
              <a:t>3.</a:t>
            </a:r>
            <a:r>
              <a:rPr dirty="0" u="none" baseline="5747" sz="4350" spc="337">
                <a:solidFill>
                  <a:srgbClr val="FF0000"/>
                </a:solidFill>
                <a:latin typeface="Tahoma"/>
                <a:cs typeface="Tahoma"/>
              </a:rPr>
              <a:t> </a:t>
            </a:r>
            <a:r>
              <a:rPr dirty="0" u="none" baseline="5747" sz="4350" spc="-22">
                <a:solidFill>
                  <a:srgbClr val="FF0000"/>
                </a:solidFill>
              </a:rPr>
              <a:t>控制冲突</a:t>
            </a:r>
            <a:endParaRPr baseline="5747" sz="4350">
              <a:latin typeface="Tahoma"/>
              <a:cs typeface="Tahoma"/>
            </a:endParaRPr>
          </a:p>
        </p:txBody>
      </p:sp>
      <p:sp>
        <p:nvSpPr>
          <p:cNvPr id="10" name="object 10" descr=""/>
          <p:cNvSpPr/>
          <p:nvPr/>
        </p:nvSpPr>
        <p:spPr>
          <a:xfrm>
            <a:off x="4653026" y="3429127"/>
            <a:ext cx="797560" cy="1964689"/>
          </a:xfrm>
          <a:custGeom>
            <a:avLst/>
            <a:gdLst/>
            <a:ahLst/>
            <a:cxnLst/>
            <a:rect l="l" t="t" r="r" b="b"/>
            <a:pathLst>
              <a:path w="797560" h="1964689">
                <a:moveTo>
                  <a:pt x="4825" y="0"/>
                </a:moveTo>
                <a:lnTo>
                  <a:pt x="797433" y="0"/>
                </a:lnTo>
              </a:path>
              <a:path w="797560" h="1964689">
                <a:moveTo>
                  <a:pt x="0" y="1080389"/>
                </a:moveTo>
                <a:lnTo>
                  <a:pt x="792607" y="1080389"/>
                </a:lnTo>
              </a:path>
              <a:path w="797560" h="1964689">
                <a:moveTo>
                  <a:pt x="0" y="1964182"/>
                </a:moveTo>
                <a:lnTo>
                  <a:pt x="792607" y="1964182"/>
                </a:lnTo>
              </a:path>
              <a:path w="797560" h="1964689">
                <a:moveTo>
                  <a:pt x="0" y="0"/>
                </a:moveTo>
                <a:lnTo>
                  <a:pt x="0" y="1964182"/>
                </a:lnTo>
              </a:path>
            </a:pathLst>
          </a:custGeom>
          <a:ln w="47625">
            <a:solidFill>
              <a:srgbClr val="FF0000"/>
            </a:solidFill>
          </a:ln>
        </p:spPr>
        <p:txBody>
          <a:bodyPr wrap="square" lIns="0" tIns="0" rIns="0" bIns="0" rtlCol="0"/>
          <a:lstStyle/>
          <a:p/>
        </p:txBody>
      </p:sp>
      <p:sp>
        <p:nvSpPr>
          <p:cNvPr id="11" name="object 11" descr=""/>
          <p:cNvSpPr txBox="1"/>
          <p:nvPr/>
        </p:nvSpPr>
        <p:spPr>
          <a:xfrm>
            <a:off x="250952" y="825500"/>
            <a:ext cx="8035925" cy="2838450"/>
          </a:xfrm>
          <a:prstGeom prst="rect">
            <a:avLst/>
          </a:prstGeom>
        </p:spPr>
        <p:txBody>
          <a:bodyPr wrap="square" lIns="0" tIns="13335" rIns="0" bIns="0" rtlCol="0" vert="horz">
            <a:spAutoFit/>
          </a:bodyPr>
          <a:lstStyle/>
          <a:p>
            <a:pPr marL="104139">
              <a:lnSpc>
                <a:spcPct val="100000"/>
              </a:lnSpc>
              <a:spcBef>
                <a:spcPts val="105"/>
              </a:spcBef>
            </a:pPr>
            <a:r>
              <a:rPr dirty="0" sz="3200" spc="-20">
                <a:solidFill>
                  <a:srgbClr val="4D4D4D"/>
                </a:solidFill>
                <a:latin typeface="黑体"/>
                <a:cs typeface="黑体"/>
              </a:rPr>
              <a:t>进一步减少分支延迟的方法有多种</a:t>
            </a:r>
            <a:endParaRPr sz="3200">
              <a:latin typeface="黑体"/>
              <a:cs typeface="黑体"/>
            </a:endParaRPr>
          </a:p>
          <a:p>
            <a:pPr marL="469265" indent="-456565">
              <a:lnSpc>
                <a:spcPct val="100000"/>
              </a:lnSpc>
              <a:spcBef>
                <a:spcPts val="2435"/>
              </a:spcBef>
              <a:buClr>
                <a:srgbClr val="40458B"/>
              </a:buClr>
              <a:buSzPct val="89285"/>
              <a:buFont typeface="Wingdings"/>
              <a:buChar char=""/>
              <a:tabLst>
                <a:tab pos="469265" algn="l"/>
              </a:tabLst>
            </a:pPr>
            <a:r>
              <a:rPr dirty="0" sz="2800" spc="-10">
                <a:solidFill>
                  <a:srgbClr val="9933FF"/>
                </a:solidFill>
                <a:latin typeface="宋体"/>
                <a:cs typeface="宋体"/>
              </a:rPr>
              <a:t>3</a:t>
            </a:r>
            <a:r>
              <a:rPr dirty="0" sz="2800" spc="-30">
                <a:solidFill>
                  <a:srgbClr val="40458B"/>
                </a:solidFill>
                <a:latin typeface="黑体"/>
                <a:cs typeface="黑体"/>
              </a:rPr>
              <a:t>种通过软件</a:t>
            </a:r>
            <a:r>
              <a:rPr dirty="0" sz="2800" spc="-25">
                <a:solidFill>
                  <a:srgbClr val="40458B"/>
                </a:solidFill>
                <a:latin typeface="黑体"/>
                <a:cs typeface="黑体"/>
              </a:rPr>
              <a:t>（</a:t>
            </a:r>
            <a:r>
              <a:rPr dirty="0" sz="2800" spc="-30">
                <a:solidFill>
                  <a:srgbClr val="40458B"/>
                </a:solidFill>
                <a:latin typeface="黑体"/>
                <a:cs typeface="黑体"/>
              </a:rPr>
              <a:t>编译器</a:t>
            </a:r>
            <a:r>
              <a:rPr dirty="0" sz="2800" spc="-35">
                <a:solidFill>
                  <a:srgbClr val="40458B"/>
                </a:solidFill>
                <a:latin typeface="黑体"/>
                <a:cs typeface="黑体"/>
              </a:rPr>
              <a:t>）</a:t>
            </a:r>
            <a:r>
              <a:rPr dirty="0" sz="2800" spc="-40">
                <a:solidFill>
                  <a:srgbClr val="40458B"/>
                </a:solidFill>
                <a:latin typeface="黑体"/>
                <a:cs typeface="黑体"/>
              </a:rPr>
              <a:t>来减少分支延迟的方法</a:t>
            </a:r>
            <a:endParaRPr sz="2800">
              <a:latin typeface="黑体"/>
              <a:cs typeface="黑体"/>
            </a:endParaRPr>
          </a:p>
          <a:p>
            <a:pPr lvl="1" marL="1283335" indent="-287655">
              <a:lnSpc>
                <a:spcPct val="100000"/>
              </a:lnSpc>
              <a:spcBef>
                <a:spcPts val="2115"/>
              </a:spcBef>
              <a:buClr>
                <a:srgbClr val="4668F5"/>
              </a:buClr>
              <a:buSzPct val="60416"/>
              <a:buFont typeface="Wingdings"/>
              <a:buChar char=""/>
              <a:tabLst>
                <a:tab pos="1283335" algn="l"/>
              </a:tabLst>
            </a:pPr>
            <a:r>
              <a:rPr dirty="0" sz="2400" spc="-25" b="1">
                <a:solidFill>
                  <a:srgbClr val="00AFEF"/>
                </a:solidFill>
                <a:latin typeface="黑体"/>
                <a:cs typeface="黑体"/>
              </a:rPr>
              <a:t>（</a:t>
            </a:r>
            <a:r>
              <a:rPr dirty="0" sz="2400" spc="-25" b="1">
                <a:solidFill>
                  <a:srgbClr val="FF09FF"/>
                </a:solidFill>
                <a:latin typeface="黑体"/>
                <a:cs typeface="黑体"/>
              </a:rPr>
              <a:t>预测分支失败、预测分支成功、延迟槽</a:t>
            </a:r>
            <a:r>
              <a:rPr dirty="0" sz="2400" spc="-50" b="1">
                <a:solidFill>
                  <a:srgbClr val="00AFEF"/>
                </a:solidFill>
                <a:latin typeface="黑体"/>
                <a:cs typeface="黑体"/>
              </a:rPr>
              <a:t>）</a:t>
            </a:r>
            <a:endParaRPr sz="2400">
              <a:latin typeface="黑体"/>
              <a:cs typeface="黑体"/>
            </a:endParaRPr>
          </a:p>
          <a:p>
            <a:pPr>
              <a:lnSpc>
                <a:spcPct val="100000"/>
              </a:lnSpc>
              <a:spcBef>
                <a:spcPts val="1030"/>
              </a:spcBef>
            </a:pPr>
            <a:endParaRPr sz="2400">
              <a:latin typeface="黑体"/>
              <a:cs typeface="黑体"/>
            </a:endParaRPr>
          </a:p>
          <a:p>
            <a:pPr marL="5179695">
              <a:lnSpc>
                <a:spcPct val="100000"/>
              </a:lnSpc>
            </a:pPr>
            <a:r>
              <a:rPr dirty="0" sz="2800" spc="-40">
                <a:solidFill>
                  <a:srgbClr val="40458B"/>
                </a:solidFill>
                <a:latin typeface="黑体"/>
                <a:cs typeface="黑体"/>
              </a:rPr>
              <a:t>总是预测分支失败</a:t>
            </a:r>
            <a:endParaRPr sz="2800">
              <a:latin typeface="黑体"/>
              <a:cs typeface="黑体"/>
            </a:endParaRPr>
          </a:p>
        </p:txBody>
      </p:sp>
      <p:sp>
        <p:nvSpPr>
          <p:cNvPr id="12" name="object 12" descr=""/>
          <p:cNvSpPr txBox="1"/>
          <p:nvPr/>
        </p:nvSpPr>
        <p:spPr>
          <a:xfrm>
            <a:off x="5443473" y="4313935"/>
            <a:ext cx="2868295"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40458B"/>
                </a:solidFill>
                <a:latin typeface="黑体"/>
                <a:cs typeface="黑体"/>
              </a:rPr>
              <a:t>总是预测分支成功</a:t>
            </a:r>
            <a:endParaRPr sz="2800">
              <a:latin typeface="黑体"/>
              <a:cs typeface="黑体"/>
            </a:endParaRPr>
          </a:p>
        </p:txBody>
      </p:sp>
      <p:sp>
        <p:nvSpPr>
          <p:cNvPr id="13" name="object 13" descr=""/>
          <p:cNvSpPr txBox="1"/>
          <p:nvPr/>
        </p:nvSpPr>
        <p:spPr>
          <a:xfrm>
            <a:off x="5524627" y="5163439"/>
            <a:ext cx="3223895" cy="452120"/>
          </a:xfrm>
          <a:prstGeom prst="rect">
            <a:avLst/>
          </a:prstGeom>
        </p:spPr>
        <p:txBody>
          <a:bodyPr wrap="square" lIns="0" tIns="12065" rIns="0" bIns="0" rtlCol="0" vert="horz">
            <a:spAutoFit/>
          </a:bodyPr>
          <a:lstStyle/>
          <a:p>
            <a:pPr marL="12700">
              <a:lnSpc>
                <a:spcPct val="100000"/>
              </a:lnSpc>
              <a:spcBef>
                <a:spcPts val="95"/>
              </a:spcBef>
            </a:pPr>
            <a:r>
              <a:rPr dirty="0" sz="2800" spc="-35">
                <a:solidFill>
                  <a:srgbClr val="40458B"/>
                </a:solidFill>
                <a:latin typeface="黑体"/>
                <a:cs typeface="黑体"/>
              </a:rPr>
              <a:t>延迟槽（延迟分支</a:t>
            </a:r>
            <a:r>
              <a:rPr dirty="0" sz="2800" spc="-50">
                <a:solidFill>
                  <a:srgbClr val="40458B"/>
                </a:solidFill>
                <a:latin typeface="黑体"/>
                <a:cs typeface="黑体"/>
              </a:rPr>
              <a:t>）</a:t>
            </a:r>
            <a:endParaRPr sz="2800">
              <a:latin typeface="黑体"/>
              <a:cs typeface="黑体"/>
            </a:endParaRPr>
          </a:p>
        </p:txBody>
      </p:sp>
      <p:sp>
        <p:nvSpPr>
          <p:cNvPr id="14" name="object 14" descr=""/>
          <p:cNvSpPr txBox="1"/>
          <p:nvPr/>
        </p:nvSpPr>
        <p:spPr>
          <a:xfrm>
            <a:off x="2282444" y="3971035"/>
            <a:ext cx="1854200" cy="756920"/>
          </a:xfrm>
          <a:prstGeom prst="rect">
            <a:avLst/>
          </a:prstGeom>
        </p:spPr>
        <p:txBody>
          <a:bodyPr wrap="square" lIns="0" tIns="12700" rIns="0" bIns="0" rtlCol="0" vert="horz">
            <a:spAutoFit/>
          </a:bodyPr>
          <a:lstStyle/>
          <a:p>
            <a:pPr marL="12700" marR="5080">
              <a:lnSpc>
                <a:spcPct val="100000"/>
              </a:lnSpc>
              <a:spcBef>
                <a:spcPts val="100"/>
              </a:spcBef>
            </a:pPr>
            <a:r>
              <a:rPr dirty="0" sz="2400" spc="-10">
                <a:solidFill>
                  <a:srgbClr val="FF09FF"/>
                </a:solidFill>
                <a:latin typeface="黑体"/>
                <a:cs typeface="黑体"/>
              </a:rPr>
              <a:t>基于编译器的</a:t>
            </a:r>
            <a:r>
              <a:rPr dirty="0" sz="2400" spc="-15">
                <a:solidFill>
                  <a:srgbClr val="FF09FF"/>
                </a:solidFill>
                <a:latin typeface="黑体"/>
                <a:cs typeface="黑体"/>
              </a:rPr>
              <a:t>软件方法</a:t>
            </a:r>
            <a:endParaRPr sz="2400">
              <a:latin typeface="黑体"/>
              <a:cs typeface="黑体"/>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102864" y="197307"/>
            <a:ext cx="6711950" cy="514350"/>
          </a:xfrm>
          <a:prstGeom prst="rect"/>
        </p:spPr>
        <p:txBody>
          <a:bodyPr wrap="square" lIns="0" tIns="13335" rIns="0" bIns="0" rtlCol="0" vert="horz">
            <a:spAutoFit/>
          </a:bodyPr>
          <a:lstStyle/>
          <a:p>
            <a:pPr marL="38100">
              <a:lnSpc>
                <a:spcPct val="100000"/>
              </a:lnSpc>
              <a:spcBef>
                <a:spcPts val="105"/>
              </a:spcBef>
            </a:pPr>
            <a:r>
              <a:rPr dirty="0" u="none"/>
              <a:t>3.4 流水线的相关与冲突 </a:t>
            </a:r>
            <a:r>
              <a:rPr dirty="0" u="none" baseline="5747" sz="4350">
                <a:solidFill>
                  <a:srgbClr val="FF0000"/>
                </a:solidFill>
                <a:latin typeface="Tahoma"/>
                <a:cs typeface="Tahoma"/>
              </a:rPr>
              <a:t>3.</a:t>
            </a:r>
            <a:r>
              <a:rPr dirty="0" u="none" baseline="5747" sz="4350" spc="337">
                <a:solidFill>
                  <a:srgbClr val="FF0000"/>
                </a:solidFill>
                <a:latin typeface="Tahoma"/>
                <a:cs typeface="Tahoma"/>
              </a:rPr>
              <a:t> </a:t>
            </a:r>
            <a:r>
              <a:rPr dirty="0" u="none" baseline="5747" sz="4350" spc="-22">
                <a:solidFill>
                  <a:srgbClr val="FF0000"/>
                </a:solidFill>
              </a:rPr>
              <a:t>控制冲突</a:t>
            </a:r>
            <a:endParaRPr baseline="5747" sz="4350">
              <a:latin typeface="Tahoma"/>
              <a:cs typeface="Tahoma"/>
            </a:endParaRPr>
          </a:p>
        </p:txBody>
      </p:sp>
      <p:sp>
        <p:nvSpPr>
          <p:cNvPr id="10" name="object 10" descr=""/>
          <p:cNvSpPr txBox="1"/>
          <p:nvPr/>
        </p:nvSpPr>
        <p:spPr>
          <a:xfrm>
            <a:off x="250952" y="639853"/>
            <a:ext cx="12071985" cy="3314065"/>
          </a:xfrm>
          <a:prstGeom prst="rect">
            <a:avLst/>
          </a:prstGeom>
        </p:spPr>
        <p:txBody>
          <a:bodyPr wrap="square" lIns="0" tIns="278130" rIns="0" bIns="0" rtlCol="0" vert="horz">
            <a:spAutoFit/>
          </a:bodyPr>
          <a:lstStyle/>
          <a:p>
            <a:pPr marL="175260">
              <a:lnSpc>
                <a:spcPct val="100000"/>
              </a:lnSpc>
              <a:spcBef>
                <a:spcPts val="2190"/>
              </a:spcBef>
            </a:pPr>
            <a:r>
              <a:rPr dirty="0" sz="3200" spc="-20">
                <a:solidFill>
                  <a:srgbClr val="4D4D4D"/>
                </a:solidFill>
                <a:latin typeface="黑体"/>
                <a:cs typeface="黑体"/>
              </a:rPr>
              <a:t>进一步减少分支延迟的方法有多种</a:t>
            </a:r>
            <a:r>
              <a:rPr dirty="0" sz="3200">
                <a:solidFill>
                  <a:srgbClr val="4D4D4D"/>
                </a:solidFill>
                <a:latin typeface="黑体"/>
                <a:cs typeface="黑体"/>
              </a:rPr>
              <a:t>（</a:t>
            </a:r>
            <a:r>
              <a:rPr dirty="0" sz="3200" spc="-15">
                <a:solidFill>
                  <a:srgbClr val="4D4D4D"/>
                </a:solidFill>
                <a:latin typeface="黑体"/>
                <a:cs typeface="黑体"/>
              </a:rPr>
              <a:t>控制冲突的改善</a:t>
            </a:r>
            <a:r>
              <a:rPr dirty="0" sz="3200" spc="-50">
                <a:solidFill>
                  <a:srgbClr val="4D4D4D"/>
                </a:solidFill>
                <a:latin typeface="黑体"/>
                <a:cs typeface="黑体"/>
              </a:rPr>
              <a:t>）</a:t>
            </a:r>
            <a:endParaRPr sz="3200">
              <a:latin typeface="黑体"/>
              <a:cs typeface="黑体"/>
            </a:endParaRPr>
          </a:p>
          <a:p>
            <a:pPr marL="469265" indent="-456565">
              <a:lnSpc>
                <a:spcPct val="100000"/>
              </a:lnSpc>
              <a:spcBef>
                <a:spcPts val="1810"/>
              </a:spcBef>
              <a:buClr>
                <a:srgbClr val="40458B"/>
              </a:buClr>
              <a:buSzPct val="89285"/>
              <a:buFont typeface="Wingdings"/>
              <a:buChar char=""/>
              <a:tabLst>
                <a:tab pos="469265" algn="l"/>
              </a:tabLst>
            </a:pPr>
            <a:r>
              <a:rPr dirty="0" sz="2800" spc="-35">
                <a:solidFill>
                  <a:srgbClr val="9933FF"/>
                </a:solidFill>
                <a:latin typeface="宋体"/>
                <a:cs typeface="宋体"/>
              </a:rPr>
              <a:t>采用</a:t>
            </a:r>
            <a:r>
              <a:rPr dirty="0" sz="2800" spc="-30">
                <a:solidFill>
                  <a:srgbClr val="40458B"/>
                </a:solidFill>
                <a:latin typeface="黑体"/>
                <a:cs typeface="黑体"/>
              </a:rPr>
              <a:t>软件（</a:t>
            </a:r>
            <a:r>
              <a:rPr dirty="0" sz="2800" spc="-35">
                <a:solidFill>
                  <a:srgbClr val="40458B"/>
                </a:solidFill>
                <a:latin typeface="黑体"/>
                <a:cs typeface="黑体"/>
              </a:rPr>
              <a:t>基于编译器</a:t>
            </a:r>
            <a:r>
              <a:rPr dirty="0" sz="2800" spc="-30">
                <a:solidFill>
                  <a:srgbClr val="40458B"/>
                </a:solidFill>
                <a:latin typeface="黑体"/>
                <a:cs typeface="黑体"/>
              </a:rPr>
              <a:t>）</a:t>
            </a:r>
            <a:r>
              <a:rPr dirty="0" sz="2800" spc="-40">
                <a:solidFill>
                  <a:srgbClr val="40458B"/>
                </a:solidFill>
                <a:latin typeface="黑体"/>
                <a:cs typeface="黑体"/>
              </a:rPr>
              <a:t>方法来减少分支延迟的方法</a:t>
            </a:r>
            <a:endParaRPr sz="2800">
              <a:latin typeface="黑体"/>
              <a:cs typeface="黑体"/>
            </a:endParaRPr>
          </a:p>
          <a:p>
            <a:pPr lvl="1" marL="1282065" indent="-287655">
              <a:lnSpc>
                <a:spcPct val="100000"/>
              </a:lnSpc>
              <a:spcBef>
                <a:spcPts val="2120"/>
              </a:spcBef>
              <a:buClr>
                <a:srgbClr val="4668F5"/>
              </a:buClr>
              <a:buSzPct val="60416"/>
              <a:buFont typeface="Wingdings"/>
              <a:buChar char=""/>
              <a:tabLst>
                <a:tab pos="1282065" algn="l"/>
              </a:tabLst>
            </a:pPr>
            <a:r>
              <a:rPr dirty="0" sz="2400" spc="-30" b="1">
                <a:solidFill>
                  <a:srgbClr val="D50092"/>
                </a:solidFill>
                <a:latin typeface="黑体"/>
                <a:cs typeface="黑体"/>
              </a:rPr>
              <a:t>软件优化的共同点：</a:t>
            </a:r>
            <a:endParaRPr sz="2400">
              <a:latin typeface="黑体"/>
              <a:cs typeface="黑体"/>
            </a:endParaRPr>
          </a:p>
          <a:p>
            <a:pPr marL="714375" indent="-287655">
              <a:lnSpc>
                <a:spcPct val="100000"/>
              </a:lnSpc>
              <a:spcBef>
                <a:spcPts val="2014"/>
              </a:spcBef>
              <a:buClr>
                <a:srgbClr val="00AF50"/>
              </a:buClr>
              <a:buSzPct val="72916"/>
              <a:buFont typeface="Wingdings"/>
              <a:buChar char=""/>
              <a:tabLst>
                <a:tab pos="714375" algn="l"/>
              </a:tabLst>
            </a:pPr>
            <a:r>
              <a:rPr dirty="0" sz="2400" spc="-20" b="1">
                <a:solidFill>
                  <a:srgbClr val="006FC0"/>
                </a:solidFill>
                <a:latin typeface="黑体"/>
                <a:cs typeface="黑体"/>
              </a:rPr>
              <a:t>对分支的处理方法在程序的执行过程中始终是不变的，是静态的（编译时完成的）</a:t>
            </a:r>
            <a:r>
              <a:rPr dirty="0" sz="2400" spc="-50" b="1">
                <a:solidFill>
                  <a:srgbClr val="006FC0"/>
                </a:solidFill>
                <a:latin typeface="黑体"/>
                <a:cs typeface="黑体"/>
              </a:rPr>
              <a:t>。</a:t>
            </a:r>
            <a:endParaRPr sz="2400">
              <a:latin typeface="黑体"/>
              <a:cs typeface="黑体"/>
            </a:endParaRPr>
          </a:p>
          <a:p>
            <a:pPr marL="714375" indent="-287655">
              <a:lnSpc>
                <a:spcPct val="100000"/>
              </a:lnSpc>
              <a:spcBef>
                <a:spcPts val="2014"/>
              </a:spcBef>
              <a:buClr>
                <a:srgbClr val="00AF50"/>
              </a:buClr>
              <a:buSzPct val="72916"/>
              <a:buFont typeface="Wingdings"/>
              <a:buChar char=""/>
              <a:tabLst>
                <a:tab pos="714375" algn="l"/>
              </a:tabLst>
            </a:pPr>
            <a:r>
              <a:rPr dirty="0" sz="2400" spc="-25" b="1">
                <a:solidFill>
                  <a:srgbClr val="006FC0"/>
                </a:solidFill>
                <a:latin typeface="黑体"/>
                <a:cs typeface="黑体"/>
              </a:rPr>
              <a:t>这些预测方法要么总是预测分支成功，要么总是预测分支失败。</a:t>
            </a:r>
            <a:endParaRPr sz="2400">
              <a:latin typeface="黑体"/>
              <a:cs typeface="黑体"/>
            </a:endParaRPr>
          </a:p>
        </p:txBody>
      </p:sp>
      <p:sp>
        <p:nvSpPr>
          <p:cNvPr id="11" name="object 11" descr=""/>
          <p:cNvSpPr txBox="1"/>
          <p:nvPr/>
        </p:nvSpPr>
        <p:spPr>
          <a:xfrm>
            <a:off x="558190" y="4939639"/>
            <a:ext cx="11153140" cy="1159510"/>
          </a:xfrm>
          <a:prstGeom prst="rect">
            <a:avLst/>
          </a:prstGeom>
        </p:spPr>
        <p:txBody>
          <a:bodyPr wrap="square" lIns="0" tIns="28575" rIns="0" bIns="0" rtlCol="0" vert="horz">
            <a:spAutoFit/>
          </a:bodyPr>
          <a:lstStyle/>
          <a:p>
            <a:pPr marL="12700" marR="5080">
              <a:lnSpc>
                <a:spcPct val="101899"/>
              </a:lnSpc>
              <a:spcBef>
                <a:spcPts val="225"/>
              </a:spcBef>
            </a:pPr>
            <a:r>
              <a:rPr dirty="0" sz="2400">
                <a:solidFill>
                  <a:srgbClr val="FF0000"/>
                </a:solidFill>
                <a:latin typeface="黑体"/>
                <a:cs typeface="黑体"/>
              </a:rPr>
              <a:t>在</a:t>
            </a:r>
            <a:r>
              <a:rPr dirty="0" sz="2400" spc="-10">
                <a:solidFill>
                  <a:srgbClr val="FF0000"/>
                </a:solidFill>
                <a:latin typeface="Calibri"/>
                <a:cs typeface="Calibri"/>
              </a:rPr>
              <a:t>5</a:t>
            </a:r>
            <a:r>
              <a:rPr dirty="0" sz="2400">
                <a:solidFill>
                  <a:srgbClr val="FF0000"/>
                </a:solidFill>
                <a:latin typeface="黑体"/>
                <a:cs typeface="黑体"/>
              </a:rPr>
              <a:t>段流水线中由于</a:t>
            </a:r>
            <a:r>
              <a:rPr dirty="0" sz="2400">
                <a:solidFill>
                  <a:srgbClr val="FF09FF"/>
                </a:solidFill>
                <a:latin typeface="黑体"/>
                <a:cs typeface="黑体"/>
              </a:rPr>
              <a:t>分支成功判断</a:t>
            </a:r>
            <a:r>
              <a:rPr dirty="0" sz="2400">
                <a:solidFill>
                  <a:srgbClr val="FF0000"/>
                </a:solidFill>
                <a:latin typeface="黑体"/>
                <a:cs typeface="黑体"/>
              </a:rPr>
              <a:t>和</a:t>
            </a:r>
            <a:r>
              <a:rPr dirty="0" sz="2400">
                <a:solidFill>
                  <a:srgbClr val="FF09FF"/>
                </a:solidFill>
                <a:latin typeface="黑体"/>
                <a:cs typeface="黑体"/>
              </a:rPr>
              <a:t>转移地址计算</a:t>
            </a:r>
            <a:r>
              <a:rPr dirty="0" sz="2400" spc="-5">
                <a:solidFill>
                  <a:srgbClr val="FF0000"/>
                </a:solidFill>
                <a:latin typeface="黑体"/>
                <a:cs typeface="黑体"/>
              </a:rPr>
              <a:t>是在同一个指令周期完成，所以分支延迟无法减少，因为即使预测了分支成功或失败也无法计算出相应的分支目标地</a:t>
            </a:r>
            <a:r>
              <a:rPr dirty="0" sz="2400" spc="-10">
                <a:solidFill>
                  <a:srgbClr val="FF0000"/>
                </a:solidFill>
                <a:latin typeface="黑体"/>
                <a:cs typeface="黑体"/>
              </a:rPr>
              <a:t>址。分支目标地址的计算要能在分支成功与失败的判断之前被确定。</a:t>
            </a:r>
            <a:endParaRPr sz="2400">
              <a:latin typeface="黑体"/>
              <a:cs typeface="黑体"/>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50316" y="906526"/>
            <a:ext cx="11714480" cy="3267710"/>
          </a:xfrm>
          <a:prstGeom prst="rect">
            <a:avLst/>
          </a:prstGeom>
        </p:spPr>
        <p:txBody>
          <a:bodyPr wrap="square" lIns="0" tIns="13335" rIns="0" bIns="0" rtlCol="0" vert="horz">
            <a:spAutoFit/>
          </a:bodyPr>
          <a:lstStyle/>
          <a:p>
            <a:pPr marL="469900" indent="-457200">
              <a:lnSpc>
                <a:spcPct val="100000"/>
              </a:lnSpc>
              <a:spcBef>
                <a:spcPts val="105"/>
              </a:spcBef>
              <a:buFont typeface="Tahoma"/>
              <a:buAutoNum type="arabicPeriod" startAt="3"/>
              <a:tabLst>
                <a:tab pos="469900" algn="l"/>
              </a:tabLst>
            </a:pPr>
            <a:r>
              <a:rPr dirty="0" sz="2900" spc="-15">
                <a:solidFill>
                  <a:srgbClr val="FF0000"/>
                </a:solidFill>
                <a:latin typeface="黑体"/>
                <a:cs typeface="黑体"/>
              </a:rPr>
              <a:t>控制冲突</a:t>
            </a:r>
            <a:endParaRPr sz="2900">
              <a:latin typeface="黑体"/>
              <a:cs typeface="黑体"/>
            </a:endParaRPr>
          </a:p>
          <a:p>
            <a:pPr>
              <a:lnSpc>
                <a:spcPct val="100000"/>
              </a:lnSpc>
              <a:spcBef>
                <a:spcPts val="1180"/>
              </a:spcBef>
              <a:buClr>
                <a:srgbClr val="FF0000"/>
              </a:buClr>
              <a:buFont typeface="Tahoma"/>
              <a:buAutoNum type="arabicPeriod" startAt="3"/>
            </a:pPr>
            <a:endParaRPr sz="2900">
              <a:latin typeface="黑体"/>
              <a:cs typeface="黑体"/>
            </a:endParaRPr>
          </a:p>
          <a:p>
            <a:pPr marL="1144905">
              <a:lnSpc>
                <a:spcPct val="100000"/>
              </a:lnSpc>
              <a:tabLst>
                <a:tab pos="3444875" algn="l"/>
                <a:tab pos="4212590" algn="l"/>
              </a:tabLst>
            </a:pPr>
            <a:r>
              <a:rPr dirty="0" sz="2400" spc="-20" b="1">
                <a:solidFill>
                  <a:srgbClr val="FF5CFF"/>
                </a:solidFill>
                <a:latin typeface="黑体"/>
                <a:cs typeface="黑体"/>
              </a:rPr>
              <a:t>预测分支失</a:t>
            </a:r>
            <a:r>
              <a:rPr dirty="0" sz="2400" spc="-50" b="1">
                <a:solidFill>
                  <a:srgbClr val="FF5CFF"/>
                </a:solidFill>
                <a:latin typeface="黑体"/>
                <a:cs typeface="黑体"/>
              </a:rPr>
              <a:t>败</a:t>
            </a:r>
            <a:r>
              <a:rPr dirty="0" sz="2400" b="1">
                <a:solidFill>
                  <a:srgbClr val="FF5CFF"/>
                </a:solidFill>
                <a:latin typeface="黑体"/>
                <a:cs typeface="黑体"/>
              </a:rPr>
              <a:t>	</a:t>
            </a:r>
            <a:r>
              <a:rPr dirty="0" sz="2400" spc="-50" b="1">
                <a:solidFill>
                  <a:srgbClr val="FF5CFF"/>
                </a:solidFill>
                <a:latin typeface="黑体"/>
                <a:cs typeface="黑体"/>
              </a:rPr>
              <a:t>或</a:t>
            </a:r>
            <a:r>
              <a:rPr dirty="0" sz="2400" b="1">
                <a:solidFill>
                  <a:srgbClr val="FF5CFF"/>
                </a:solidFill>
                <a:latin typeface="黑体"/>
                <a:cs typeface="黑体"/>
              </a:rPr>
              <a:t>	</a:t>
            </a:r>
            <a:r>
              <a:rPr dirty="0" sz="2400" spc="-20" b="1">
                <a:solidFill>
                  <a:srgbClr val="FF5CFF"/>
                </a:solidFill>
                <a:latin typeface="黑体"/>
                <a:cs typeface="黑体"/>
              </a:rPr>
              <a:t>预测分支成</a:t>
            </a:r>
            <a:r>
              <a:rPr dirty="0" sz="2400" b="1">
                <a:solidFill>
                  <a:srgbClr val="FF5CFF"/>
                </a:solidFill>
                <a:latin typeface="黑体"/>
                <a:cs typeface="黑体"/>
              </a:rPr>
              <a:t>功</a:t>
            </a:r>
            <a:r>
              <a:rPr dirty="0" sz="2400" spc="80" b="1">
                <a:solidFill>
                  <a:srgbClr val="FF5CFF"/>
                </a:solidFill>
                <a:latin typeface="黑体"/>
                <a:cs typeface="黑体"/>
              </a:rPr>
              <a:t> </a:t>
            </a:r>
            <a:r>
              <a:rPr dirty="0" sz="2400" spc="-20" b="1">
                <a:solidFill>
                  <a:srgbClr val="FF5CFF"/>
                </a:solidFill>
                <a:latin typeface="黑体"/>
                <a:cs typeface="黑体"/>
              </a:rPr>
              <a:t>（</a:t>
            </a:r>
            <a:r>
              <a:rPr dirty="0" sz="1900" spc="-25">
                <a:solidFill>
                  <a:srgbClr val="FF5CFF"/>
                </a:solidFill>
                <a:latin typeface="黑体"/>
                <a:cs typeface="黑体"/>
              </a:rPr>
              <a:t>去猜</a:t>
            </a:r>
            <a:r>
              <a:rPr dirty="0" sz="1900" spc="-20">
                <a:solidFill>
                  <a:srgbClr val="FF5CFF"/>
                </a:solidFill>
                <a:latin typeface="黑体"/>
                <a:cs typeface="黑体"/>
              </a:rPr>
              <a:t>测</a:t>
            </a:r>
            <a:r>
              <a:rPr dirty="0" sz="1900" spc="-25">
                <a:solidFill>
                  <a:srgbClr val="FF5CFF"/>
                </a:solidFill>
                <a:latin typeface="黑体"/>
                <a:cs typeface="黑体"/>
              </a:rPr>
              <a:t>分支跳</a:t>
            </a:r>
            <a:r>
              <a:rPr dirty="0" sz="1900" spc="-20">
                <a:solidFill>
                  <a:srgbClr val="FF5CFF"/>
                </a:solidFill>
                <a:latin typeface="黑体"/>
                <a:cs typeface="黑体"/>
              </a:rPr>
              <a:t>转</a:t>
            </a:r>
            <a:r>
              <a:rPr dirty="0" sz="1900" spc="-25">
                <a:solidFill>
                  <a:srgbClr val="FF5CFF"/>
                </a:solidFill>
                <a:latin typeface="黑体"/>
                <a:cs typeface="黑体"/>
              </a:rPr>
              <a:t>的</a:t>
            </a:r>
            <a:r>
              <a:rPr dirty="0" sz="1900" spc="-20">
                <a:solidFill>
                  <a:srgbClr val="FF5CFF"/>
                </a:solidFill>
                <a:latin typeface="黑体"/>
                <a:cs typeface="黑体"/>
              </a:rPr>
              <a:t>方</a:t>
            </a:r>
            <a:r>
              <a:rPr dirty="0" sz="1900" spc="-10">
                <a:solidFill>
                  <a:srgbClr val="FF5CFF"/>
                </a:solidFill>
                <a:latin typeface="黑体"/>
                <a:cs typeface="黑体"/>
              </a:rPr>
              <a:t>向</a:t>
            </a:r>
            <a:r>
              <a:rPr dirty="0" sz="2400" spc="-50" b="1">
                <a:solidFill>
                  <a:srgbClr val="FF5CFF"/>
                </a:solidFill>
                <a:latin typeface="黑体"/>
                <a:cs typeface="黑体"/>
              </a:rPr>
              <a:t>）</a:t>
            </a:r>
            <a:endParaRPr sz="2400">
              <a:latin typeface="黑体"/>
              <a:cs typeface="黑体"/>
            </a:endParaRPr>
          </a:p>
          <a:p>
            <a:pPr lvl="1" marL="710565" indent="-287020">
              <a:lnSpc>
                <a:spcPct val="100000"/>
              </a:lnSpc>
              <a:spcBef>
                <a:spcPts val="1985"/>
              </a:spcBef>
              <a:buClr>
                <a:srgbClr val="40458B"/>
              </a:buClr>
              <a:buSzPct val="89655"/>
              <a:buFont typeface="Wingdings"/>
              <a:buChar char=""/>
              <a:tabLst>
                <a:tab pos="710565" algn="l"/>
              </a:tabLst>
            </a:pPr>
            <a:r>
              <a:rPr dirty="0" sz="2900" spc="-10">
                <a:solidFill>
                  <a:srgbClr val="E14B04"/>
                </a:solidFill>
                <a:latin typeface="黑体"/>
                <a:cs typeface="黑体"/>
              </a:rPr>
              <a:t>这两种方法实际上就是去猜测分支跳转的方向</a:t>
            </a:r>
            <a:endParaRPr sz="2900">
              <a:latin typeface="黑体"/>
              <a:cs typeface="黑体"/>
            </a:endParaRPr>
          </a:p>
          <a:p>
            <a:pPr algn="ctr" lvl="2" marL="1419225" indent="-287020">
              <a:lnSpc>
                <a:spcPct val="100000"/>
              </a:lnSpc>
              <a:spcBef>
                <a:spcPts val="1835"/>
              </a:spcBef>
              <a:buClr>
                <a:srgbClr val="00AF50"/>
              </a:buClr>
              <a:buSzPct val="72916"/>
              <a:buFont typeface="Wingdings"/>
              <a:buChar char=""/>
              <a:tabLst>
                <a:tab pos="1419225" algn="l"/>
              </a:tabLst>
            </a:pPr>
            <a:r>
              <a:rPr dirty="0" sz="2400" spc="-25" b="1">
                <a:solidFill>
                  <a:srgbClr val="006FC0"/>
                </a:solidFill>
                <a:latin typeface="黑体"/>
                <a:cs typeface="黑体"/>
              </a:rPr>
              <a:t>比如猜测分支总会成功。这样预测是有实际意义 ：事实证明这样确实可以提</a:t>
            </a:r>
            <a:endParaRPr sz="2400">
              <a:latin typeface="黑体"/>
              <a:cs typeface="黑体"/>
            </a:endParaRPr>
          </a:p>
          <a:p>
            <a:pPr algn="ctr" marL="34925">
              <a:lnSpc>
                <a:spcPct val="100000"/>
              </a:lnSpc>
              <a:spcBef>
                <a:spcPts val="1150"/>
              </a:spcBef>
            </a:pPr>
            <a:r>
              <a:rPr dirty="0" sz="2400" spc="-25" b="1">
                <a:solidFill>
                  <a:srgbClr val="006FC0"/>
                </a:solidFill>
                <a:latin typeface="黑体"/>
                <a:cs typeface="黑体"/>
              </a:rPr>
              <a:t>高效率。而预测失败大同小异，即预测分支向着失败的方向跳转。</a:t>
            </a:r>
            <a:endParaRPr sz="2400">
              <a:latin typeface="黑体"/>
              <a:cs typeface="黑体"/>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128264" y="197307"/>
            <a:ext cx="4497705" cy="514350"/>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4F55AC"/>
                </a:solidFill>
                <a:latin typeface="黑体"/>
                <a:cs typeface="黑体"/>
              </a:rPr>
              <a:t>3.4</a:t>
            </a:r>
            <a:r>
              <a:rPr dirty="0" sz="3200" spc="-25">
                <a:solidFill>
                  <a:srgbClr val="4F55AC"/>
                </a:solidFill>
                <a:latin typeface="黑体"/>
                <a:cs typeface="黑体"/>
              </a:rPr>
              <a:t> 流水线的相关与冲突</a:t>
            </a:r>
            <a:endParaRPr sz="3200">
              <a:latin typeface="黑体"/>
              <a:cs typeface="黑体"/>
            </a:endParaRPr>
          </a:p>
        </p:txBody>
      </p:sp>
      <p:sp>
        <p:nvSpPr>
          <p:cNvPr id="10" name="object 10" descr=""/>
          <p:cNvSpPr/>
          <p:nvPr/>
        </p:nvSpPr>
        <p:spPr>
          <a:xfrm>
            <a:off x="227304" y="980694"/>
            <a:ext cx="11449685" cy="3888740"/>
          </a:xfrm>
          <a:custGeom>
            <a:avLst/>
            <a:gdLst/>
            <a:ahLst/>
            <a:cxnLst/>
            <a:rect l="l" t="t" r="r" b="b"/>
            <a:pathLst>
              <a:path w="11449685" h="3888740">
                <a:moveTo>
                  <a:pt x="0" y="3888485"/>
                </a:moveTo>
                <a:lnTo>
                  <a:pt x="11449304" y="3888485"/>
                </a:lnTo>
                <a:lnTo>
                  <a:pt x="11449304" y="0"/>
                </a:lnTo>
                <a:lnTo>
                  <a:pt x="0" y="0"/>
                </a:lnTo>
                <a:lnTo>
                  <a:pt x="0" y="3888485"/>
                </a:lnTo>
                <a:close/>
              </a:path>
            </a:pathLst>
          </a:custGeom>
          <a:ln w="9525">
            <a:solidFill>
              <a:srgbClr val="FF0000"/>
            </a:solidFill>
          </a:ln>
        </p:spPr>
        <p:txBody>
          <a:bodyPr wrap="square" lIns="0" tIns="0" rIns="0" bIns="0" rtlCol="0"/>
          <a:lstStyle/>
          <a:p/>
        </p:txBody>
      </p:sp>
      <p:sp>
        <p:nvSpPr>
          <p:cNvPr id="11" name="object 11"/>
          <p:cNvSpPr txBox="1">
            <a:spLocks noGrp="1"/>
          </p:cNvSpPr>
          <p:nvPr>
            <p:ph type="title"/>
          </p:nvPr>
        </p:nvSpPr>
        <p:spPr>
          <a:xfrm>
            <a:off x="9416033" y="185115"/>
            <a:ext cx="1958339" cy="468630"/>
          </a:xfrm>
          <a:prstGeom prst="rect"/>
        </p:spPr>
        <p:txBody>
          <a:bodyPr wrap="square" lIns="0" tIns="13335" rIns="0" bIns="0" rtlCol="0" vert="horz">
            <a:spAutoFit/>
          </a:bodyPr>
          <a:lstStyle/>
          <a:p>
            <a:pPr marL="12700">
              <a:lnSpc>
                <a:spcPct val="100000"/>
              </a:lnSpc>
              <a:spcBef>
                <a:spcPts val="105"/>
              </a:spcBef>
            </a:pPr>
            <a:r>
              <a:rPr dirty="0" u="none" sz="2900">
                <a:solidFill>
                  <a:srgbClr val="FF0000"/>
                </a:solidFill>
                <a:latin typeface="Tahoma"/>
                <a:cs typeface="Tahoma"/>
              </a:rPr>
              <a:t>3</a:t>
            </a:r>
            <a:r>
              <a:rPr dirty="0" u="none" sz="2900" spc="114">
                <a:solidFill>
                  <a:srgbClr val="FF0000"/>
                </a:solidFill>
                <a:latin typeface="Tahoma"/>
                <a:cs typeface="Tahoma"/>
              </a:rPr>
              <a:t>. </a:t>
            </a:r>
            <a:r>
              <a:rPr dirty="0" u="none" sz="2900" spc="-20">
                <a:solidFill>
                  <a:srgbClr val="FF0000"/>
                </a:solidFill>
              </a:rPr>
              <a:t>控制冲突</a:t>
            </a:r>
            <a:endParaRPr sz="2900">
              <a:latin typeface="Tahoma"/>
              <a:cs typeface="Tahoma"/>
            </a:endParaRPr>
          </a:p>
        </p:txBody>
      </p:sp>
      <p:pic>
        <p:nvPicPr>
          <p:cNvPr id="12" name="object 12" descr=""/>
          <p:cNvPicPr/>
          <p:nvPr/>
        </p:nvPicPr>
        <p:blipFill>
          <a:blip r:embed="rId2" cstate="print"/>
          <a:stretch>
            <a:fillRect/>
          </a:stretch>
        </p:blipFill>
        <p:spPr>
          <a:xfrm>
            <a:off x="2873121" y="5869101"/>
            <a:ext cx="238124" cy="250825"/>
          </a:xfrm>
          <a:prstGeom prst="rect">
            <a:avLst/>
          </a:prstGeom>
        </p:spPr>
      </p:pic>
      <p:sp>
        <p:nvSpPr>
          <p:cNvPr id="13" name="object 13" descr=""/>
          <p:cNvSpPr txBox="1"/>
          <p:nvPr/>
        </p:nvSpPr>
        <p:spPr>
          <a:xfrm>
            <a:off x="948232" y="1120902"/>
            <a:ext cx="10567035" cy="5053965"/>
          </a:xfrm>
          <a:prstGeom prst="rect">
            <a:avLst/>
          </a:prstGeom>
        </p:spPr>
        <p:txBody>
          <a:bodyPr wrap="square" lIns="0" tIns="12700" rIns="0" bIns="0" rtlCol="0" vert="horz">
            <a:spAutoFit/>
          </a:bodyPr>
          <a:lstStyle/>
          <a:p>
            <a:pPr marL="456565" indent="-456565">
              <a:lnSpc>
                <a:spcPct val="100000"/>
              </a:lnSpc>
              <a:spcBef>
                <a:spcPts val="100"/>
              </a:spcBef>
              <a:buClr>
                <a:srgbClr val="40458B"/>
              </a:buClr>
              <a:buSzPct val="89583"/>
              <a:buFont typeface="Wingdings"/>
              <a:buChar char=""/>
              <a:tabLst>
                <a:tab pos="456565" algn="l"/>
              </a:tabLst>
            </a:pPr>
            <a:r>
              <a:rPr dirty="0" sz="2400" spc="-10">
                <a:solidFill>
                  <a:srgbClr val="E14B04"/>
                </a:solidFill>
                <a:latin typeface="黑体"/>
                <a:cs typeface="黑体"/>
              </a:rPr>
              <a:t>总是预测分支失败</a:t>
            </a:r>
            <a:endParaRPr sz="2400">
              <a:latin typeface="黑体"/>
              <a:cs typeface="黑体"/>
            </a:endParaRPr>
          </a:p>
          <a:p>
            <a:pPr lvl="1" marL="852805" indent="-457200">
              <a:lnSpc>
                <a:spcPct val="100000"/>
              </a:lnSpc>
              <a:spcBef>
                <a:spcPts val="1780"/>
              </a:spcBef>
              <a:buClr>
                <a:srgbClr val="4668F5"/>
              </a:buClr>
              <a:buSzPct val="60000"/>
              <a:buFont typeface="Wingdings"/>
              <a:buChar char=""/>
              <a:tabLst>
                <a:tab pos="852805" algn="l"/>
              </a:tabLst>
            </a:pPr>
            <a:r>
              <a:rPr dirty="0" sz="2000" spc="-25" b="1">
                <a:solidFill>
                  <a:srgbClr val="006FC0"/>
                </a:solidFill>
                <a:latin typeface="黑体"/>
                <a:cs typeface="黑体"/>
              </a:rPr>
              <a:t>允许分支指令后的指令继续在流水线中流动，就好象什么都没发生似的；</a:t>
            </a:r>
            <a:endParaRPr sz="2000">
              <a:latin typeface="黑体"/>
              <a:cs typeface="黑体"/>
            </a:endParaRPr>
          </a:p>
          <a:p>
            <a:pPr lvl="2" marL="1177925" indent="-457200">
              <a:lnSpc>
                <a:spcPct val="100000"/>
              </a:lnSpc>
              <a:spcBef>
                <a:spcPts val="1620"/>
              </a:spcBef>
              <a:buClr>
                <a:srgbClr val="00AF50"/>
              </a:buClr>
              <a:buSzPct val="73684"/>
              <a:buFont typeface="Wingdings"/>
              <a:buChar char=""/>
              <a:tabLst>
                <a:tab pos="1177925" algn="l"/>
              </a:tabLst>
            </a:pPr>
            <a:r>
              <a:rPr dirty="0" sz="1900" spc="-30" b="1">
                <a:solidFill>
                  <a:srgbClr val="FF0000"/>
                </a:solidFill>
                <a:latin typeface="黑体"/>
                <a:cs typeface="黑体"/>
              </a:rPr>
              <a:t>若确定分支失败</a:t>
            </a:r>
            <a:endParaRPr sz="1900">
              <a:latin typeface="黑体"/>
              <a:cs typeface="黑体"/>
            </a:endParaRPr>
          </a:p>
          <a:p>
            <a:pPr lvl="3" marL="1603375" indent="-457200">
              <a:lnSpc>
                <a:spcPct val="100000"/>
              </a:lnSpc>
              <a:spcBef>
                <a:spcPts val="1655"/>
              </a:spcBef>
              <a:buClr>
                <a:srgbClr val="4668F5"/>
              </a:buClr>
              <a:buSzPct val="60000"/>
              <a:buFont typeface="Wingdings"/>
              <a:buChar char=""/>
              <a:tabLst>
                <a:tab pos="1603375" algn="l"/>
              </a:tabLst>
            </a:pPr>
            <a:r>
              <a:rPr dirty="0" sz="2000" spc="-25" b="1">
                <a:solidFill>
                  <a:srgbClr val="006FC0"/>
                </a:solidFill>
                <a:latin typeface="宋体"/>
                <a:cs typeface="宋体"/>
              </a:rPr>
              <a:t>将分支指令看作是一条普通指令，流水线正常流动；</a:t>
            </a:r>
            <a:endParaRPr sz="2000">
              <a:latin typeface="宋体"/>
              <a:cs typeface="宋体"/>
            </a:endParaRPr>
          </a:p>
          <a:p>
            <a:pPr lvl="2" marL="1177925" indent="-457200">
              <a:lnSpc>
                <a:spcPct val="100000"/>
              </a:lnSpc>
              <a:spcBef>
                <a:spcPts val="1625"/>
              </a:spcBef>
              <a:buClr>
                <a:srgbClr val="00AF50"/>
              </a:buClr>
              <a:buSzPct val="73684"/>
              <a:buFont typeface="Wingdings"/>
              <a:buChar char=""/>
              <a:tabLst>
                <a:tab pos="1177925" algn="l"/>
              </a:tabLst>
            </a:pPr>
            <a:r>
              <a:rPr dirty="0" sz="1900" spc="-25" b="1">
                <a:solidFill>
                  <a:srgbClr val="FF0000"/>
                </a:solidFill>
                <a:latin typeface="黑体"/>
                <a:cs typeface="黑体"/>
              </a:rPr>
              <a:t>若确定分支成功</a:t>
            </a:r>
            <a:endParaRPr sz="1900">
              <a:latin typeface="黑体"/>
              <a:cs typeface="黑体"/>
            </a:endParaRPr>
          </a:p>
          <a:p>
            <a:pPr lvl="3" marL="1603375" marR="5080" indent="-457200">
              <a:lnSpc>
                <a:spcPct val="150000"/>
              </a:lnSpc>
              <a:spcBef>
                <a:spcPts val="455"/>
              </a:spcBef>
              <a:buClr>
                <a:srgbClr val="4668F5"/>
              </a:buClr>
              <a:buSzPct val="60000"/>
              <a:buFont typeface="Wingdings"/>
              <a:buChar char=""/>
              <a:tabLst>
                <a:tab pos="1603375" algn="l"/>
              </a:tabLst>
            </a:pPr>
            <a:r>
              <a:rPr dirty="0" sz="2000" spc="-20" b="1">
                <a:solidFill>
                  <a:srgbClr val="006FC0"/>
                </a:solidFill>
                <a:latin typeface="宋体"/>
                <a:cs typeface="宋体"/>
              </a:rPr>
              <a:t>流水线就把在分支指令之后取出的所有指令转化为空操作（</a:t>
            </a:r>
            <a:r>
              <a:rPr dirty="0" sz="2000" spc="-25" b="1">
                <a:solidFill>
                  <a:srgbClr val="006FC0"/>
                </a:solidFill>
                <a:latin typeface="宋体"/>
                <a:cs typeface="宋体"/>
              </a:rPr>
              <a:t>证明后面的指令不应</a:t>
            </a:r>
            <a:r>
              <a:rPr dirty="0" sz="2000" spc="-10" b="1">
                <a:solidFill>
                  <a:srgbClr val="006FC0"/>
                </a:solidFill>
                <a:latin typeface="宋体"/>
                <a:cs typeface="宋体"/>
              </a:rPr>
              <a:t>该做），</a:t>
            </a:r>
            <a:r>
              <a:rPr dirty="0" sz="2000" spc="-25" b="1">
                <a:solidFill>
                  <a:srgbClr val="006FC0"/>
                </a:solidFill>
                <a:latin typeface="宋体"/>
                <a:cs typeface="宋体"/>
              </a:rPr>
              <a:t>并按分支目地重新取指令执行。</a:t>
            </a:r>
            <a:endParaRPr sz="2000">
              <a:latin typeface="宋体"/>
              <a:cs typeface="宋体"/>
            </a:endParaRPr>
          </a:p>
          <a:p>
            <a:pPr>
              <a:lnSpc>
                <a:spcPct val="100000"/>
              </a:lnSpc>
              <a:spcBef>
                <a:spcPts val="2350"/>
              </a:spcBef>
            </a:pPr>
            <a:endParaRPr sz="2000">
              <a:latin typeface="宋体"/>
              <a:cs typeface="宋体"/>
            </a:endParaRPr>
          </a:p>
          <a:p>
            <a:pPr marL="673735" marR="130810">
              <a:lnSpc>
                <a:spcPct val="140000"/>
              </a:lnSpc>
              <a:tabLst>
                <a:tab pos="2197735" algn="l"/>
              </a:tabLst>
            </a:pPr>
            <a:r>
              <a:rPr dirty="0" sz="2400">
                <a:solidFill>
                  <a:srgbClr val="E14B04"/>
                </a:solidFill>
                <a:latin typeface="黑体"/>
                <a:cs typeface="黑体"/>
              </a:rPr>
              <a:t>要保证：</a:t>
            </a:r>
            <a:r>
              <a:rPr dirty="0" sz="2400">
                <a:solidFill>
                  <a:srgbClr val="40458B"/>
                </a:solidFill>
                <a:latin typeface="黑体"/>
                <a:cs typeface="黑体"/>
              </a:rPr>
              <a:t>分支结果出来之前不能改变处理机的状态，以便一旦猜错时，</a:t>
            </a:r>
            <a:r>
              <a:rPr dirty="0" sz="2400" spc="-50">
                <a:solidFill>
                  <a:srgbClr val="40458B"/>
                </a:solidFill>
                <a:latin typeface="黑体"/>
                <a:cs typeface="黑体"/>
              </a:rPr>
              <a:t>处</a:t>
            </a:r>
            <a:r>
              <a:rPr dirty="0" sz="2400" spc="-10">
                <a:solidFill>
                  <a:srgbClr val="40458B"/>
                </a:solidFill>
                <a:latin typeface="黑体"/>
                <a:cs typeface="黑体"/>
              </a:rPr>
              <a:t>理机能</a:t>
            </a:r>
            <a:r>
              <a:rPr dirty="0" sz="2400" spc="-50">
                <a:solidFill>
                  <a:srgbClr val="40458B"/>
                </a:solidFill>
                <a:latin typeface="黑体"/>
                <a:cs typeface="黑体"/>
              </a:rPr>
              <a:t>够</a:t>
            </a:r>
            <a:r>
              <a:rPr dirty="0" sz="2400">
                <a:solidFill>
                  <a:srgbClr val="40458B"/>
                </a:solidFill>
                <a:latin typeface="黑体"/>
                <a:cs typeface="黑体"/>
              </a:rPr>
              <a:t>	</a:t>
            </a:r>
            <a:r>
              <a:rPr dirty="0" sz="2400" spc="-10">
                <a:solidFill>
                  <a:srgbClr val="40458B"/>
                </a:solidFill>
                <a:latin typeface="黑体"/>
                <a:cs typeface="黑体"/>
              </a:rPr>
              <a:t>退到原先的状态</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3397250" y="1546288"/>
            <a:ext cx="7667625" cy="4249674"/>
          </a:xfrm>
          <a:prstGeom prst="rect">
            <a:avLst/>
          </a:prstGeom>
        </p:spPr>
      </p:pic>
      <p:sp>
        <p:nvSpPr>
          <p:cNvPr id="10" name="object 10"/>
          <p:cNvSpPr txBox="1">
            <a:spLocks noGrp="1"/>
          </p:cNvSpPr>
          <p:nvPr>
            <p:ph type="title"/>
          </p:nvPr>
        </p:nvSpPr>
        <p:spPr>
          <a:xfrm>
            <a:off x="2790570" y="49149"/>
            <a:ext cx="4776470" cy="467995"/>
          </a:xfrm>
          <a:prstGeom prst="rect"/>
        </p:spPr>
        <p:txBody>
          <a:bodyPr wrap="square" lIns="0" tIns="12700" rIns="0" bIns="0" rtlCol="0" vert="horz">
            <a:spAutoFit/>
          </a:bodyPr>
          <a:lstStyle/>
          <a:p>
            <a:pPr marL="12700">
              <a:lnSpc>
                <a:spcPct val="100000"/>
              </a:lnSpc>
              <a:spcBef>
                <a:spcPts val="100"/>
              </a:spcBef>
            </a:pPr>
            <a:r>
              <a:rPr dirty="0" u="none" sz="2900">
                <a:solidFill>
                  <a:srgbClr val="FF0000"/>
                </a:solidFill>
                <a:latin typeface="Tahoma"/>
                <a:cs typeface="Tahoma"/>
              </a:rPr>
              <a:t>3</a:t>
            </a:r>
            <a:r>
              <a:rPr dirty="0" u="none" sz="2900" spc="130">
                <a:solidFill>
                  <a:srgbClr val="FF0000"/>
                </a:solidFill>
                <a:latin typeface="Tahoma"/>
                <a:cs typeface="Tahoma"/>
              </a:rPr>
              <a:t>. </a:t>
            </a:r>
            <a:r>
              <a:rPr dirty="0" u="none" sz="2900" spc="-5">
                <a:solidFill>
                  <a:srgbClr val="FF0000"/>
                </a:solidFill>
              </a:rPr>
              <a:t>控制冲突</a:t>
            </a:r>
            <a:r>
              <a:rPr dirty="0" u="none" sz="2900">
                <a:solidFill>
                  <a:srgbClr val="FF0000"/>
                </a:solidFill>
              </a:rPr>
              <a:t>（</a:t>
            </a:r>
            <a:r>
              <a:rPr dirty="0" u="none" sz="2400" spc="-20" b="1">
                <a:solidFill>
                  <a:srgbClr val="FF0000"/>
                </a:solidFill>
                <a:latin typeface="黑体"/>
                <a:cs typeface="黑体"/>
              </a:rPr>
              <a:t>预测失败、成功</a:t>
            </a:r>
            <a:r>
              <a:rPr dirty="0" u="none" sz="2400" spc="-50" b="1">
                <a:solidFill>
                  <a:srgbClr val="FF0000"/>
                </a:solidFill>
                <a:latin typeface="黑体"/>
                <a:cs typeface="黑体"/>
              </a:rPr>
              <a:t>）</a:t>
            </a:r>
            <a:endParaRPr sz="2400">
              <a:latin typeface="黑体"/>
              <a:cs typeface="黑体"/>
            </a:endParaRPr>
          </a:p>
        </p:txBody>
      </p:sp>
      <p:sp>
        <p:nvSpPr>
          <p:cNvPr id="11" name="object 11" descr=""/>
          <p:cNvSpPr txBox="1"/>
          <p:nvPr/>
        </p:nvSpPr>
        <p:spPr>
          <a:xfrm>
            <a:off x="3346196" y="749300"/>
            <a:ext cx="7900034" cy="330835"/>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FF09FF"/>
                </a:solidFill>
                <a:latin typeface="黑体"/>
                <a:cs typeface="黑体"/>
              </a:rPr>
              <a:t>若确定分支失败，将分支指令看作是一条普通指令，流水线正常流动。</a:t>
            </a:r>
            <a:endParaRPr sz="2000">
              <a:latin typeface="黑体"/>
              <a:cs typeface="黑体"/>
            </a:endParaRPr>
          </a:p>
        </p:txBody>
      </p:sp>
      <p:sp>
        <p:nvSpPr>
          <p:cNvPr id="12" name="object 12" descr=""/>
          <p:cNvSpPr txBox="1"/>
          <p:nvPr/>
        </p:nvSpPr>
        <p:spPr>
          <a:xfrm>
            <a:off x="413715" y="2264155"/>
            <a:ext cx="2464435" cy="1671955"/>
          </a:xfrm>
          <a:prstGeom prst="rect">
            <a:avLst/>
          </a:prstGeom>
        </p:spPr>
        <p:txBody>
          <a:bodyPr wrap="square" lIns="0" tIns="12700" rIns="0" bIns="0" rtlCol="0" vert="horz">
            <a:spAutoFit/>
          </a:bodyPr>
          <a:lstStyle/>
          <a:p>
            <a:pPr algn="just" marL="12700" marR="5080">
              <a:lnSpc>
                <a:spcPct val="150000"/>
              </a:lnSpc>
              <a:spcBef>
                <a:spcPts val="100"/>
              </a:spcBef>
            </a:pPr>
            <a:r>
              <a:rPr dirty="0" sz="2400">
                <a:solidFill>
                  <a:srgbClr val="006FC0"/>
                </a:solidFill>
                <a:latin typeface="黑体"/>
                <a:cs typeface="黑体"/>
              </a:rPr>
              <a:t>假设始终是以</a:t>
            </a:r>
            <a:r>
              <a:rPr dirty="0" sz="2400" spc="-25">
                <a:solidFill>
                  <a:srgbClr val="FF0000"/>
                </a:solidFill>
                <a:latin typeface="黑体"/>
                <a:cs typeface="黑体"/>
              </a:rPr>
              <a:t>预测</a:t>
            </a:r>
            <a:r>
              <a:rPr dirty="0" sz="2400">
                <a:solidFill>
                  <a:srgbClr val="FF0000"/>
                </a:solidFill>
                <a:latin typeface="黑体"/>
                <a:cs typeface="黑体"/>
              </a:rPr>
              <a:t>分支指令失败</a:t>
            </a:r>
            <a:r>
              <a:rPr dirty="0" sz="2400" spc="-25">
                <a:solidFill>
                  <a:srgbClr val="006FC0"/>
                </a:solidFill>
                <a:latin typeface="黑体"/>
                <a:cs typeface="黑体"/>
              </a:rPr>
              <a:t>的方</a:t>
            </a:r>
            <a:r>
              <a:rPr dirty="0" sz="2400" spc="-10">
                <a:solidFill>
                  <a:srgbClr val="006FC0"/>
                </a:solidFill>
                <a:latin typeface="黑体"/>
                <a:cs typeface="黑体"/>
              </a:rPr>
              <a:t>式处理分支指令</a:t>
            </a:r>
            <a:endParaRPr sz="2400">
              <a:latin typeface="黑体"/>
              <a:cs typeface="黑体"/>
            </a:endParaRPr>
          </a:p>
        </p:txBody>
      </p:sp>
      <p:sp>
        <p:nvSpPr>
          <p:cNvPr id="13" name="object 13" descr=""/>
          <p:cNvSpPr txBox="1"/>
          <p:nvPr/>
        </p:nvSpPr>
        <p:spPr>
          <a:xfrm>
            <a:off x="8191881" y="3284931"/>
            <a:ext cx="12446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006FC0"/>
                </a:solidFill>
                <a:latin typeface="黑体"/>
                <a:cs typeface="黑体"/>
              </a:rPr>
              <a:t>预测正确</a:t>
            </a:r>
            <a:endParaRPr sz="2400">
              <a:latin typeface="黑体"/>
              <a:cs typeface="黑体"/>
            </a:endParaRPr>
          </a:p>
        </p:txBody>
      </p:sp>
      <p:sp>
        <p:nvSpPr>
          <p:cNvPr id="14" name="object 14" descr=""/>
          <p:cNvSpPr txBox="1"/>
          <p:nvPr/>
        </p:nvSpPr>
        <p:spPr>
          <a:xfrm>
            <a:off x="1710944" y="5479796"/>
            <a:ext cx="10187940" cy="964565"/>
          </a:xfrm>
          <a:prstGeom prst="rect">
            <a:avLst/>
          </a:prstGeom>
        </p:spPr>
        <p:txBody>
          <a:bodyPr wrap="square" lIns="0" tIns="12700" rIns="0" bIns="0" rtlCol="0" vert="horz">
            <a:spAutoFit/>
          </a:bodyPr>
          <a:lstStyle/>
          <a:p>
            <a:pPr marL="6348730">
              <a:lnSpc>
                <a:spcPts val="2765"/>
              </a:lnSpc>
              <a:spcBef>
                <a:spcPts val="100"/>
              </a:spcBef>
            </a:pPr>
            <a:r>
              <a:rPr dirty="0" sz="2400" spc="-15">
                <a:solidFill>
                  <a:srgbClr val="006FC0"/>
                </a:solidFill>
                <a:latin typeface="黑体"/>
                <a:cs typeface="黑体"/>
              </a:rPr>
              <a:t>预测错误</a:t>
            </a:r>
            <a:endParaRPr sz="2400">
              <a:latin typeface="黑体"/>
              <a:cs typeface="黑体"/>
            </a:endParaRPr>
          </a:p>
          <a:p>
            <a:pPr marL="12700">
              <a:lnSpc>
                <a:spcPts val="2255"/>
              </a:lnSpc>
            </a:pPr>
            <a:r>
              <a:rPr dirty="0" sz="2000" spc="-15">
                <a:solidFill>
                  <a:srgbClr val="FF09FF"/>
                </a:solidFill>
                <a:latin typeface="黑体"/>
                <a:cs typeface="黑体"/>
              </a:rPr>
              <a:t>若确定分支成功，流水线就把在分支指令之后</a:t>
            </a:r>
            <a:r>
              <a:rPr dirty="0" sz="2000">
                <a:solidFill>
                  <a:srgbClr val="FF09FF"/>
                </a:solidFill>
                <a:latin typeface="黑体"/>
                <a:cs typeface="黑体"/>
              </a:rPr>
              <a:t>（</a:t>
            </a:r>
            <a:r>
              <a:rPr dirty="0" sz="2000" spc="-15">
                <a:solidFill>
                  <a:srgbClr val="FF09FF"/>
                </a:solidFill>
                <a:latin typeface="黑体"/>
                <a:cs typeface="黑体"/>
              </a:rPr>
              <a:t>即取指令之后）取出的指令转化为空操作</a:t>
            </a:r>
            <a:r>
              <a:rPr dirty="0" sz="2000" spc="-50">
                <a:solidFill>
                  <a:srgbClr val="FF09FF"/>
                </a:solidFill>
                <a:latin typeface="黑体"/>
                <a:cs typeface="黑体"/>
              </a:rPr>
              <a:t>（</a:t>
            </a:r>
            <a:endParaRPr sz="2000">
              <a:latin typeface="黑体"/>
              <a:cs typeface="黑体"/>
            </a:endParaRPr>
          </a:p>
          <a:p>
            <a:pPr marL="12700">
              <a:lnSpc>
                <a:spcPts val="2370"/>
              </a:lnSpc>
            </a:pPr>
            <a:r>
              <a:rPr dirty="0" sz="2000" spc="-5">
                <a:solidFill>
                  <a:srgbClr val="FF09FF"/>
                </a:solidFill>
                <a:latin typeface="黑体"/>
                <a:cs typeface="黑体"/>
              </a:rPr>
              <a:t>或清除</a:t>
            </a:r>
            <a:r>
              <a:rPr dirty="0" sz="2000" spc="-10">
                <a:solidFill>
                  <a:srgbClr val="FF09FF"/>
                </a:solidFill>
                <a:latin typeface="黑体"/>
                <a:cs typeface="黑体"/>
              </a:rPr>
              <a:t>）</a:t>
            </a:r>
            <a:r>
              <a:rPr dirty="0" sz="2000" spc="-25">
                <a:solidFill>
                  <a:srgbClr val="FF09FF"/>
                </a:solidFill>
                <a:latin typeface="黑体"/>
                <a:cs typeface="黑体"/>
              </a:rPr>
              <a:t>，并按分支目地重新取指令执行。</a:t>
            </a:r>
            <a:endParaRPr sz="2000">
              <a:latin typeface="黑体"/>
              <a:cs typeface="黑体"/>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128264" y="197307"/>
            <a:ext cx="4497705" cy="514350"/>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4F55AC"/>
                </a:solidFill>
                <a:latin typeface="黑体"/>
                <a:cs typeface="黑体"/>
              </a:rPr>
              <a:t>3.4</a:t>
            </a:r>
            <a:r>
              <a:rPr dirty="0" sz="3200" spc="-25">
                <a:solidFill>
                  <a:srgbClr val="4F55AC"/>
                </a:solidFill>
                <a:latin typeface="黑体"/>
                <a:cs typeface="黑体"/>
              </a:rPr>
              <a:t> 流水线的相关与冲突</a:t>
            </a:r>
            <a:endParaRPr sz="3200">
              <a:latin typeface="黑体"/>
              <a:cs typeface="黑体"/>
            </a:endParaRPr>
          </a:p>
        </p:txBody>
      </p:sp>
      <p:sp>
        <p:nvSpPr>
          <p:cNvPr id="10" name="object 10" descr=""/>
          <p:cNvSpPr txBox="1"/>
          <p:nvPr/>
        </p:nvSpPr>
        <p:spPr>
          <a:xfrm>
            <a:off x="652678" y="1265682"/>
            <a:ext cx="11257915" cy="3478529"/>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10">
                <a:solidFill>
                  <a:srgbClr val="FF0000"/>
                </a:solidFill>
                <a:latin typeface="黑体"/>
                <a:cs typeface="黑体"/>
              </a:rPr>
              <a:t>总是预测分支成功</a:t>
            </a:r>
            <a:endParaRPr sz="2400">
              <a:latin typeface="黑体"/>
              <a:cs typeface="黑体"/>
            </a:endParaRPr>
          </a:p>
          <a:p>
            <a:pPr lvl="1" marL="387985" indent="-285750">
              <a:lnSpc>
                <a:spcPct val="100000"/>
              </a:lnSpc>
              <a:spcBef>
                <a:spcPts val="1900"/>
              </a:spcBef>
              <a:buClr>
                <a:srgbClr val="4668F5"/>
              </a:buClr>
              <a:buSzPct val="59090"/>
              <a:buFont typeface="Wingdings"/>
              <a:buChar char=""/>
              <a:tabLst>
                <a:tab pos="387985" algn="l"/>
              </a:tabLst>
            </a:pPr>
            <a:r>
              <a:rPr dirty="0" sz="2200" spc="-30" b="1">
                <a:solidFill>
                  <a:srgbClr val="006FC0"/>
                </a:solidFill>
                <a:latin typeface="黑体"/>
                <a:cs typeface="黑体"/>
              </a:rPr>
              <a:t>假定预测分支成功</a:t>
            </a:r>
            <a:endParaRPr sz="2200">
              <a:latin typeface="黑体"/>
              <a:cs typeface="黑体"/>
            </a:endParaRPr>
          </a:p>
          <a:p>
            <a:pPr lvl="2" marL="715010" indent="-288290">
              <a:lnSpc>
                <a:spcPct val="100000"/>
              </a:lnSpc>
              <a:spcBef>
                <a:spcPts val="1675"/>
              </a:spcBef>
              <a:buClr>
                <a:srgbClr val="00AF50"/>
              </a:buClr>
              <a:buSzPct val="73684"/>
              <a:buFont typeface="Wingdings"/>
              <a:buChar char=""/>
              <a:tabLst>
                <a:tab pos="715010" algn="l"/>
              </a:tabLst>
            </a:pPr>
            <a:r>
              <a:rPr dirty="0" sz="1900" spc="-10" b="1">
                <a:solidFill>
                  <a:srgbClr val="006FC0"/>
                </a:solidFill>
                <a:latin typeface="黑体"/>
                <a:cs typeface="黑体"/>
              </a:rPr>
              <a:t>当流水线ID</a:t>
            </a:r>
            <a:r>
              <a:rPr dirty="0" sz="1900" spc="-25" b="1">
                <a:solidFill>
                  <a:srgbClr val="006FC0"/>
                </a:solidFill>
                <a:latin typeface="黑体"/>
                <a:cs typeface="黑体"/>
              </a:rPr>
              <a:t>段检测到分支指令后，一旦计算出了分支目标地址，就开始从该目标地址取指令执行。</a:t>
            </a:r>
            <a:endParaRPr sz="1900">
              <a:latin typeface="黑体"/>
              <a:cs typeface="黑体"/>
            </a:endParaRPr>
          </a:p>
          <a:p>
            <a:pPr lvl="1" marL="388620" indent="-286385">
              <a:lnSpc>
                <a:spcPct val="100000"/>
              </a:lnSpc>
              <a:spcBef>
                <a:spcPts val="1650"/>
              </a:spcBef>
              <a:buClr>
                <a:srgbClr val="4668F5"/>
              </a:buClr>
              <a:buSzPct val="60000"/>
              <a:buFont typeface="Wingdings"/>
              <a:buChar char=""/>
              <a:tabLst>
                <a:tab pos="388620" algn="l"/>
              </a:tabLst>
            </a:pPr>
            <a:r>
              <a:rPr dirty="0" sz="2000" spc="-25" b="1">
                <a:solidFill>
                  <a:srgbClr val="006FC0"/>
                </a:solidFill>
                <a:latin typeface="黑体"/>
                <a:cs typeface="黑体"/>
              </a:rPr>
              <a:t>这种方法起作用的前提是：需要先知道分支目标地址，后知道分支是否成功</a:t>
            </a:r>
            <a:endParaRPr sz="2000">
              <a:latin typeface="黑体"/>
              <a:cs typeface="黑体"/>
            </a:endParaRPr>
          </a:p>
          <a:p>
            <a:pPr lvl="1" marL="388620" indent="-286385">
              <a:lnSpc>
                <a:spcPct val="100000"/>
              </a:lnSpc>
              <a:spcBef>
                <a:spcPts val="1680"/>
              </a:spcBef>
              <a:buClr>
                <a:srgbClr val="4668F5"/>
              </a:buClr>
              <a:buSzPct val="60000"/>
              <a:buFont typeface="Wingdings"/>
              <a:buChar char=""/>
              <a:tabLst>
                <a:tab pos="388620" algn="l"/>
              </a:tabLst>
            </a:pPr>
            <a:r>
              <a:rPr dirty="0" sz="2000" spc="-10" b="1">
                <a:solidFill>
                  <a:srgbClr val="006FC0"/>
                </a:solidFill>
                <a:latin typeface="黑体"/>
                <a:cs typeface="黑体"/>
              </a:rPr>
              <a:t>5</a:t>
            </a:r>
            <a:r>
              <a:rPr dirty="0" sz="2000" spc="-20" b="1">
                <a:solidFill>
                  <a:srgbClr val="006FC0"/>
                </a:solidFill>
                <a:latin typeface="黑体"/>
                <a:cs typeface="黑体"/>
              </a:rPr>
              <a:t>段流水线中，这种方法没有任何好处（</a:t>
            </a:r>
            <a:r>
              <a:rPr dirty="0" sz="2000" spc="-25" b="1">
                <a:solidFill>
                  <a:srgbClr val="006FC0"/>
                </a:solidFill>
                <a:latin typeface="黑体"/>
                <a:cs typeface="黑体"/>
              </a:rPr>
              <a:t>判断分支是否成功与分支目标地址计算是在同一段流水段</a:t>
            </a:r>
            <a:endParaRPr sz="2000">
              <a:latin typeface="黑体"/>
              <a:cs typeface="黑体"/>
            </a:endParaRPr>
          </a:p>
          <a:p>
            <a:pPr marL="388620">
              <a:lnSpc>
                <a:spcPct val="100000"/>
              </a:lnSpc>
              <a:spcBef>
                <a:spcPts val="1200"/>
              </a:spcBef>
            </a:pPr>
            <a:r>
              <a:rPr dirty="0" sz="2000" spc="-20" b="1">
                <a:solidFill>
                  <a:srgbClr val="006FC0"/>
                </a:solidFill>
                <a:latin typeface="黑体"/>
                <a:cs typeface="黑体"/>
              </a:rPr>
              <a:t>完成的，对引起流水线的分支延迟没有任何好处</a:t>
            </a:r>
            <a:r>
              <a:rPr dirty="0" sz="2000" spc="-10" b="1">
                <a:solidFill>
                  <a:srgbClr val="006FC0"/>
                </a:solidFill>
                <a:latin typeface="黑体"/>
                <a:cs typeface="黑体"/>
              </a:rPr>
              <a:t>）</a:t>
            </a:r>
            <a:r>
              <a:rPr dirty="0" sz="2000" spc="-50" b="1">
                <a:solidFill>
                  <a:srgbClr val="006FC0"/>
                </a:solidFill>
                <a:latin typeface="黑体"/>
                <a:cs typeface="黑体"/>
              </a:rPr>
              <a:t>。</a:t>
            </a:r>
            <a:endParaRPr sz="2000">
              <a:latin typeface="黑体"/>
              <a:cs typeface="黑体"/>
            </a:endParaRPr>
          </a:p>
          <a:p>
            <a:pPr lvl="1" marL="388620" indent="-286385">
              <a:lnSpc>
                <a:spcPct val="100000"/>
              </a:lnSpc>
              <a:spcBef>
                <a:spcPts val="1680"/>
              </a:spcBef>
              <a:buClr>
                <a:srgbClr val="4668F5"/>
              </a:buClr>
              <a:buSzPct val="60000"/>
              <a:buFont typeface="Wingdings"/>
              <a:buChar char=""/>
              <a:tabLst>
                <a:tab pos="388620" algn="l"/>
              </a:tabLst>
            </a:pPr>
            <a:r>
              <a:rPr dirty="0" sz="2000" spc="-25" b="1">
                <a:solidFill>
                  <a:srgbClr val="006FC0"/>
                </a:solidFill>
                <a:latin typeface="黑体"/>
                <a:cs typeface="黑体"/>
              </a:rPr>
              <a:t>注意：这和预测分支失败不是一种方法；</a:t>
            </a:r>
            <a:endParaRPr sz="2000">
              <a:latin typeface="黑体"/>
              <a:cs typeface="黑体"/>
            </a:endParaRPr>
          </a:p>
        </p:txBody>
      </p:sp>
      <p:sp>
        <p:nvSpPr>
          <p:cNvPr id="11" name="object 11"/>
          <p:cNvSpPr txBox="1">
            <a:spLocks noGrp="1"/>
          </p:cNvSpPr>
          <p:nvPr>
            <p:ph type="title"/>
          </p:nvPr>
        </p:nvSpPr>
        <p:spPr>
          <a:xfrm>
            <a:off x="9416033" y="185115"/>
            <a:ext cx="1958339" cy="468630"/>
          </a:xfrm>
          <a:prstGeom prst="rect"/>
        </p:spPr>
        <p:txBody>
          <a:bodyPr wrap="square" lIns="0" tIns="13335" rIns="0" bIns="0" rtlCol="0" vert="horz">
            <a:spAutoFit/>
          </a:bodyPr>
          <a:lstStyle/>
          <a:p>
            <a:pPr marL="12700">
              <a:lnSpc>
                <a:spcPct val="100000"/>
              </a:lnSpc>
              <a:spcBef>
                <a:spcPts val="105"/>
              </a:spcBef>
            </a:pPr>
            <a:r>
              <a:rPr dirty="0" u="none" sz="2900">
                <a:solidFill>
                  <a:srgbClr val="FF0000"/>
                </a:solidFill>
                <a:latin typeface="Tahoma"/>
                <a:cs typeface="Tahoma"/>
              </a:rPr>
              <a:t>3</a:t>
            </a:r>
            <a:r>
              <a:rPr dirty="0" u="none" sz="2900" spc="114">
                <a:solidFill>
                  <a:srgbClr val="FF0000"/>
                </a:solidFill>
                <a:latin typeface="Tahoma"/>
                <a:cs typeface="Tahoma"/>
              </a:rPr>
              <a:t>. </a:t>
            </a:r>
            <a:r>
              <a:rPr dirty="0" u="none" sz="2900" spc="-20">
                <a:solidFill>
                  <a:srgbClr val="FF0000"/>
                </a:solidFill>
              </a:rPr>
              <a:t>控制冲突</a:t>
            </a:r>
            <a:endParaRPr sz="2900">
              <a:latin typeface="Tahoma"/>
              <a:cs typeface="Tahoma"/>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3128264" y="197307"/>
            <a:ext cx="4497705" cy="514350"/>
          </a:xfrm>
          <a:prstGeom prst="rect">
            <a:avLst/>
          </a:prstGeom>
        </p:spPr>
        <p:txBody>
          <a:bodyPr wrap="square" lIns="0" tIns="13335" rIns="0" bIns="0" rtlCol="0" vert="horz">
            <a:spAutoFit/>
          </a:bodyPr>
          <a:lstStyle/>
          <a:p>
            <a:pPr marL="12700">
              <a:lnSpc>
                <a:spcPct val="100000"/>
              </a:lnSpc>
              <a:spcBef>
                <a:spcPts val="105"/>
              </a:spcBef>
            </a:pPr>
            <a:r>
              <a:rPr dirty="0" sz="3200">
                <a:solidFill>
                  <a:srgbClr val="4F55AC"/>
                </a:solidFill>
                <a:latin typeface="黑体"/>
                <a:cs typeface="黑体"/>
              </a:rPr>
              <a:t>3.4</a:t>
            </a:r>
            <a:r>
              <a:rPr dirty="0" sz="3200" spc="-25">
                <a:solidFill>
                  <a:srgbClr val="4F55AC"/>
                </a:solidFill>
                <a:latin typeface="黑体"/>
                <a:cs typeface="黑体"/>
              </a:rPr>
              <a:t> 流水线的相关与冲突</a:t>
            </a:r>
            <a:endParaRPr sz="3200">
              <a:latin typeface="黑体"/>
              <a:cs typeface="黑体"/>
            </a:endParaRPr>
          </a:p>
        </p:txBody>
      </p:sp>
      <p:sp>
        <p:nvSpPr>
          <p:cNvPr id="10" name="object 10" descr=""/>
          <p:cNvSpPr txBox="1"/>
          <p:nvPr/>
        </p:nvSpPr>
        <p:spPr>
          <a:xfrm>
            <a:off x="261010" y="882745"/>
            <a:ext cx="11823700" cy="5347970"/>
          </a:xfrm>
          <a:prstGeom prst="rect">
            <a:avLst/>
          </a:prstGeom>
        </p:spPr>
        <p:txBody>
          <a:bodyPr wrap="square" lIns="0" tIns="71755" rIns="0" bIns="0" rtlCol="0" vert="horz">
            <a:spAutoFit/>
          </a:bodyPr>
          <a:lstStyle/>
          <a:p>
            <a:pPr marL="101600">
              <a:lnSpc>
                <a:spcPct val="100000"/>
              </a:lnSpc>
              <a:spcBef>
                <a:spcPts val="565"/>
              </a:spcBef>
            </a:pPr>
            <a:r>
              <a:rPr dirty="0" sz="2900">
                <a:solidFill>
                  <a:srgbClr val="FF0000"/>
                </a:solidFill>
                <a:latin typeface="Tahoma"/>
                <a:cs typeface="Tahoma"/>
              </a:rPr>
              <a:t>3</a:t>
            </a:r>
            <a:r>
              <a:rPr dirty="0" sz="2900" spc="110">
                <a:solidFill>
                  <a:srgbClr val="FF0000"/>
                </a:solidFill>
                <a:latin typeface="Tahoma"/>
                <a:cs typeface="Tahoma"/>
              </a:rPr>
              <a:t>. </a:t>
            </a:r>
            <a:r>
              <a:rPr dirty="0" sz="2900" spc="-15">
                <a:solidFill>
                  <a:srgbClr val="FF0000"/>
                </a:solidFill>
                <a:latin typeface="黑体"/>
                <a:cs typeface="黑体"/>
              </a:rPr>
              <a:t>控制冲突</a:t>
            </a:r>
            <a:endParaRPr sz="2900">
              <a:latin typeface="黑体"/>
              <a:cs typeface="黑体"/>
            </a:endParaRPr>
          </a:p>
          <a:p>
            <a:pPr marL="300990" indent="-288290">
              <a:lnSpc>
                <a:spcPct val="100000"/>
              </a:lnSpc>
              <a:spcBef>
                <a:spcPts val="380"/>
              </a:spcBef>
              <a:buClr>
                <a:srgbClr val="4668F5"/>
              </a:buClr>
              <a:buSzPct val="60416"/>
              <a:buFont typeface="Wingdings"/>
              <a:buChar char=""/>
              <a:tabLst>
                <a:tab pos="300990" algn="l"/>
              </a:tabLst>
            </a:pPr>
            <a:r>
              <a:rPr dirty="0" sz="2400" spc="-20" b="1">
                <a:solidFill>
                  <a:srgbClr val="FF0000"/>
                </a:solidFill>
                <a:latin typeface="黑体"/>
                <a:cs typeface="黑体"/>
              </a:rPr>
              <a:t>延迟槽---延迟分支的方法（相对于前两个猜测，更好的方法去减少分支的延迟</a:t>
            </a:r>
            <a:r>
              <a:rPr dirty="0" sz="2400" spc="-50" b="1">
                <a:solidFill>
                  <a:srgbClr val="FF0000"/>
                </a:solidFill>
                <a:latin typeface="黑体"/>
                <a:cs typeface="黑体"/>
              </a:rPr>
              <a:t>）</a:t>
            </a:r>
            <a:endParaRPr sz="2400">
              <a:latin typeface="黑体"/>
              <a:cs typeface="黑体"/>
            </a:endParaRPr>
          </a:p>
          <a:p>
            <a:pPr marL="12700">
              <a:lnSpc>
                <a:spcPct val="100000"/>
              </a:lnSpc>
              <a:spcBef>
                <a:spcPts val="2014"/>
              </a:spcBef>
            </a:pPr>
            <a:r>
              <a:rPr dirty="0" sz="2400" spc="-30" b="1">
                <a:solidFill>
                  <a:srgbClr val="D50092"/>
                </a:solidFill>
                <a:latin typeface="黑体"/>
                <a:cs typeface="黑体"/>
              </a:rPr>
              <a:t>主要思想：</a:t>
            </a:r>
            <a:endParaRPr sz="2400">
              <a:latin typeface="黑体"/>
              <a:cs typeface="黑体"/>
            </a:endParaRPr>
          </a:p>
          <a:p>
            <a:pPr marL="300990" marR="5080" indent="481330">
              <a:lnSpc>
                <a:spcPct val="150000"/>
              </a:lnSpc>
              <a:spcBef>
                <a:spcPts val="580"/>
              </a:spcBef>
            </a:pPr>
            <a:r>
              <a:rPr dirty="0" sz="2400" spc="-25" b="1">
                <a:solidFill>
                  <a:srgbClr val="00AFEF"/>
                </a:solidFill>
                <a:latin typeface="黑体"/>
                <a:cs typeface="黑体"/>
              </a:rPr>
              <a:t>从逻辑上“延长”分支指令的执行时间。把延迟分支看成是由原来的分支指令和若干个延迟槽构成，不管分支是否成功，都要按顺序执行延迟槽中的指令。</a:t>
            </a:r>
            <a:endParaRPr sz="2400">
              <a:latin typeface="黑体"/>
              <a:cs typeface="黑体"/>
            </a:endParaRPr>
          </a:p>
          <a:p>
            <a:pPr marL="12700">
              <a:lnSpc>
                <a:spcPct val="100000"/>
              </a:lnSpc>
              <a:spcBef>
                <a:spcPts val="2020"/>
              </a:spcBef>
            </a:pPr>
            <a:r>
              <a:rPr dirty="0" sz="2400" spc="-30" b="1">
                <a:solidFill>
                  <a:srgbClr val="D50092"/>
                </a:solidFill>
                <a:latin typeface="黑体"/>
                <a:cs typeface="黑体"/>
              </a:rPr>
              <a:t>主要优点：</a:t>
            </a:r>
            <a:endParaRPr sz="2400">
              <a:latin typeface="黑体"/>
              <a:cs typeface="黑体"/>
            </a:endParaRPr>
          </a:p>
          <a:p>
            <a:pPr marL="782320">
              <a:lnSpc>
                <a:spcPct val="100000"/>
              </a:lnSpc>
              <a:spcBef>
                <a:spcPts val="2014"/>
              </a:spcBef>
            </a:pPr>
            <a:r>
              <a:rPr dirty="0" sz="2400" spc="-20" b="1">
                <a:solidFill>
                  <a:srgbClr val="00AFEF"/>
                </a:solidFill>
                <a:latin typeface="黑体"/>
                <a:cs typeface="黑体"/>
              </a:rPr>
              <a:t>分支延迟槽中的指令“掩盖”了流水线原来必需插入的暂停周期（一个时钟周期</a:t>
            </a:r>
            <a:r>
              <a:rPr dirty="0" sz="2400" spc="-50" b="1">
                <a:solidFill>
                  <a:srgbClr val="00AFEF"/>
                </a:solidFill>
                <a:latin typeface="黑体"/>
                <a:cs typeface="黑体"/>
              </a:rPr>
              <a:t>）</a:t>
            </a:r>
            <a:endParaRPr sz="2400">
              <a:latin typeface="黑体"/>
              <a:cs typeface="黑体"/>
            </a:endParaRPr>
          </a:p>
          <a:p>
            <a:pPr marL="454025" marR="83185">
              <a:lnSpc>
                <a:spcPct val="150000"/>
              </a:lnSpc>
              <a:spcBef>
                <a:spcPts val="2155"/>
              </a:spcBef>
            </a:pPr>
            <a:r>
              <a:rPr dirty="0" sz="2400">
                <a:solidFill>
                  <a:srgbClr val="FF0000"/>
                </a:solidFill>
                <a:latin typeface="黑体"/>
                <a:cs typeface="黑体"/>
              </a:rPr>
              <a:t>延迟槽</a:t>
            </a:r>
            <a:r>
              <a:rPr dirty="0" sz="2400" spc="-5">
                <a:solidFill>
                  <a:srgbClr val="333333"/>
                </a:solidFill>
                <a:latin typeface="黑体"/>
                <a:cs typeface="黑体"/>
              </a:rPr>
              <a:t>：为了不中断流水线的正常执行，需要在分支指令之后预留一个或多个槽位，</a:t>
            </a:r>
            <a:r>
              <a:rPr dirty="0" sz="2400" spc="-15">
                <a:solidFill>
                  <a:srgbClr val="333333"/>
                </a:solidFill>
                <a:latin typeface="黑体"/>
                <a:cs typeface="黑体"/>
              </a:rPr>
              <a:t>用于填充一些无论分支结果如何都需要执行的指令，这就是延迟槽。</a:t>
            </a:r>
            <a:endParaRPr sz="2400">
              <a:latin typeface="黑体"/>
              <a:cs typeface="黑体"/>
            </a:endParaRPr>
          </a:p>
        </p:txBody>
      </p:sp>
      <p:sp>
        <p:nvSpPr>
          <p:cNvPr id="11" name="object 11"/>
          <p:cNvSpPr txBox="1">
            <a:spLocks noGrp="1"/>
          </p:cNvSpPr>
          <p:nvPr>
            <p:ph type="title"/>
          </p:nvPr>
        </p:nvSpPr>
        <p:spPr>
          <a:xfrm>
            <a:off x="8479281" y="96774"/>
            <a:ext cx="1958339" cy="467995"/>
          </a:xfrm>
          <a:prstGeom prst="rect"/>
        </p:spPr>
        <p:txBody>
          <a:bodyPr wrap="square" lIns="0" tIns="12700" rIns="0" bIns="0" rtlCol="0" vert="horz">
            <a:spAutoFit/>
          </a:bodyPr>
          <a:lstStyle/>
          <a:p>
            <a:pPr marL="12700">
              <a:lnSpc>
                <a:spcPct val="100000"/>
              </a:lnSpc>
              <a:spcBef>
                <a:spcPts val="100"/>
              </a:spcBef>
            </a:pPr>
            <a:r>
              <a:rPr dirty="0" u="none" sz="2900">
                <a:solidFill>
                  <a:srgbClr val="FF0000"/>
                </a:solidFill>
                <a:latin typeface="Tahoma"/>
                <a:cs typeface="Tahoma"/>
              </a:rPr>
              <a:t>3</a:t>
            </a:r>
            <a:r>
              <a:rPr dirty="0" u="none" sz="2900" spc="110">
                <a:solidFill>
                  <a:srgbClr val="FF0000"/>
                </a:solidFill>
                <a:latin typeface="Tahoma"/>
                <a:cs typeface="Tahoma"/>
              </a:rPr>
              <a:t>. </a:t>
            </a:r>
            <a:r>
              <a:rPr dirty="0" u="none" sz="2900" spc="-15">
                <a:solidFill>
                  <a:srgbClr val="FF0000"/>
                </a:solidFill>
              </a:rPr>
              <a:t>控制冲突</a:t>
            </a:r>
            <a:endParaRPr sz="2900">
              <a:latin typeface="Tahoma"/>
              <a:cs typeface="Tahoma"/>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990396" y="1688414"/>
            <a:ext cx="4064000" cy="452120"/>
          </a:xfrm>
          <a:prstGeom prst="rect">
            <a:avLst/>
          </a:prstGeom>
        </p:spPr>
        <p:txBody>
          <a:bodyPr wrap="square" lIns="0" tIns="12065" rIns="0" bIns="0" rtlCol="0" vert="horz">
            <a:spAutoFit/>
          </a:bodyPr>
          <a:lstStyle/>
          <a:p>
            <a:pPr marL="298450" indent="-285750">
              <a:lnSpc>
                <a:spcPct val="100000"/>
              </a:lnSpc>
              <a:spcBef>
                <a:spcPts val="95"/>
              </a:spcBef>
              <a:buClr>
                <a:srgbClr val="4668F5"/>
              </a:buClr>
              <a:buSzPct val="58928"/>
              <a:buFont typeface="Wingdings"/>
              <a:buChar char=""/>
              <a:tabLst>
                <a:tab pos="298450" algn="l"/>
              </a:tabLst>
            </a:pPr>
            <a:r>
              <a:rPr dirty="0" sz="2800" spc="-35" b="1">
                <a:solidFill>
                  <a:srgbClr val="FF0000"/>
                </a:solidFill>
                <a:latin typeface="黑体"/>
                <a:cs typeface="黑体"/>
              </a:rPr>
              <a:t>延迟槽---延迟分支方法</a:t>
            </a:r>
            <a:endParaRPr sz="2800">
              <a:latin typeface="黑体"/>
              <a:cs typeface="黑体"/>
            </a:endParaRPr>
          </a:p>
        </p:txBody>
      </p:sp>
      <p:sp>
        <p:nvSpPr>
          <p:cNvPr id="10" name="object 10" descr=""/>
          <p:cNvSpPr txBox="1"/>
          <p:nvPr/>
        </p:nvSpPr>
        <p:spPr>
          <a:xfrm>
            <a:off x="1314958" y="2467737"/>
            <a:ext cx="4399915" cy="330835"/>
          </a:xfrm>
          <a:prstGeom prst="rect">
            <a:avLst/>
          </a:prstGeom>
        </p:spPr>
        <p:txBody>
          <a:bodyPr wrap="square" lIns="0" tIns="13335" rIns="0" bIns="0" rtlCol="0" vert="horz">
            <a:spAutoFit/>
          </a:bodyPr>
          <a:lstStyle/>
          <a:p>
            <a:pPr marL="300355" indent="-287655">
              <a:lnSpc>
                <a:spcPct val="100000"/>
              </a:lnSpc>
              <a:spcBef>
                <a:spcPts val="105"/>
              </a:spcBef>
              <a:buClr>
                <a:srgbClr val="00AF50"/>
              </a:buClr>
              <a:buSzPct val="72500"/>
              <a:buFont typeface="Wingdings"/>
              <a:buChar char=""/>
              <a:tabLst>
                <a:tab pos="300355" algn="l"/>
              </a:tabLst>
            </a:pPr>
            <a:r>
              <a:rPr dirty="0" sz="2000" spc="-25" b="1">
                <a:solidFill>
                  <a:srgbClr val="006FC0"/>
                </a:solidFill>
                <a:latin typeface="黑体"/>
                <a:cs typeface="黑体"/>
              </a:rPr>
              <a:t>在分支指令后添加延迟槽：格式如右</a:t>
            </a:r>
            <a:endParaRPr sz="2000">
              <a:latin typeface="黑体"/>
              <a:cs typeface="黑体"/>
            </a:endParaRPr>
          </a:p>
        </p:txBody>
      </p:sp>
      <p:sp>
        <p:nvSpPr>
          <p:cNvPr id="11" name="object 11" descr=""/>
          <p:cNvSpPr txBox="1"/>
          <p:nvPr/>
        </p:nvSpPr>
        <p:spPr>
          <a:xfrm>
            <a:off x="1314958" y="3137992"/>
            <a:ext cx="4657090" cy="331470"/>
          </a:xfrm>
          <a:prstGeom prst="rect">
            <a:avLst/>
          </a:prstGeom>
        </p:spPr>
        <p:txBody>
          <a:bodyPr wrap="square" lIns="0" tIns="13335" rIns="0" bIns="0" rtlCol="0" vert="horz">
            <a:spAutoFit/>
          </a:bodyPr>
          <a:lstStyle/>
          <a:p>
            <a:pPr marL="300355" indent="-287655">
              <a:lnSpc>
                <a:spcPct val="100000"/>
              </a:lnSpc>
              <a:spcBef>
                <a:spcPts val="105"/>
              </a:spcBef>
              <a:buClr>
                <a:srgbClr val="00AF50"/>
              </a:buClr>
              <a:buSzPct val="72500"/>
              <a:buFont typeface="Wingdings"/>
              <a:buChar char=""/>
              <a:tabLst>
                <a:tab pos="300355" algn="l"/>
              </a:tabLst>
            </a:pPr>
            <a:r>
              <a:rPr dirty="0" sz="2000" spc="-25" b="1">
                <a:solidFill>
                  <a:srgbClr val="006FC0"/>
                </a:solidFill>
                <a:latin typeface="黑体"/>
                <a:cs typeface="黑体"/>
              </a:rPr>
              <a:t>延迟槽里放的指令是由编译器来选择的</a:t>
            </a:r>
            <a:endParaRPr sz="2000">
              <a:latin typeface="黑体"/>
              <a:cs typeface="黑体"/>
            </a:endParaRPr>
          </a:p>
        </p:txBody>
      </p:sp>
      <p:sp>
        <p:nvSpPr>
          <p:cNvPr id="12" name="object 12" descr=""/>
          <p:cNvSpPr txBox="1"/>
          <p:nvPr/>
        </p:nvSpPr>
        <p:spPr>
          <a:xfrm>
            <a:off x="1314958" y="3809238"/>
            <a:ext cx="7719695" cy="330835"/>
          </a:xfrm>
          <a:prstGeom prst="rect">
            <a:avLst/>
          </a:prstGeom>
        </p:spPr>
        <p:txBody>
          <a:bodyPr wrap="square" lIns="0" tIns="12700" rIns="0" bIns="0" rtlCol="0" vert="horz">
            <a:spAutoFit/>
          </a:bodyPr>
          <a:lstStyle/>
          <a:p>
            <a:pPr marL="300355" indent="-287655">
              <a:lnSpc>
                <a:spcPct val="100000"/>
              </a:lnSpc>
              <a:spcBef>
                <a:spcPts val="100"/>
              </a:spcBef>
              <a:buClr>
                <a:srgbClr val="00AF50"/>
              </a:buClr>
              <a:buSzPct val="72500"/>
              <a:buFont typeface="Wingdings"/>
              <a:buChar char=""/>
              <a:tabLst>
                <a:tab pos="300355" algn="l"/>
              </a:tabLst>
            </a:pPr>
            <a:r>
              <a:rPr dirty="0" sz="2000" spc="-25" b="1">
                <a:solidFill>
                  <a:srgbClr val="006FC0"/>
                </a:solidFill>
                <a:latin typeface="黑体"/>
                <a:cs typeface="黑体"/>
              </a:rPr>
              <a:t>延迟槽能否解决问题取决于编译器能否把有用的指令调度到延迟槽</a:t>
            </a:r>
            <a:endParaRPr sz="2000">
              <a:latin typeface="黑体"/>
              <a:cs typeface="黑体"/>
            </a:endParaRPr>
          </a:p>
        </p:txBody>
      </p:sp>
      <p:sp>
        <p:nvSpPr>
          <p:cNvPr id="13" name="object 13" descr=""/>
          <p:cNvSpPr txBox="1"/>
          <p:nvPr/>
        </p:nvSpPr>
        <p:spPr>
          <a:xfrm>
            <a:off x="270763" y="941324"/>
            <a:ext cx="1958339" cy="467995"/>
          </a:xfrm>
          <a:prstGeom prst="rect">
            <a:avLst/>
          </a:prstGeom>
        </p:spPr>
        <p:txBody>
          <a:bodyPr wrap="square" lIns="0" tIns="13335" rIns="0" bIns="0" rtlCol="0" vert="horz">
            <a:spAutoFit/>
          </a:bodyPr>
          <a:lstStyle/>
          <a:p>
            <a:pPr marL="12700">
              <a:lnSpc>
                <a:spcPct val="100000"/>
              </a:lnSpc>
              <a:spcBef>
                <a:spcPts val="105"/>
              </a:spcBef>
            </a:pPr>
            <a:r>
              <a:rPr dirty="0" sz="2900">
                <a:solidFill>
                  <a:srgbClr val="FF0000"/>
                </a:solidFill>
                <a:latin typeface="Tahoma"/>
                <a:cs typeface="Tahoma"/>
              </a:rPr>
              <a:t>3</a:t>
            </a:r>
            <a:r>
              <a:rPr dirty="0" sz="2900" spc="110">
                <a:solidFill>
                  <a:srgbClr val="FF0000"/>
                </a:solidFill>
                <a:latin typeface="Tahoma"/>
                <a:cs typeface="Tahoma"/>
              </a:rPr>
              <a:t>. </a:t>
            </a:r>
            <a:r>
              <a:rPr dirty="0" sz="2900" spc="-15">
                <a:solidFill>
                  <a:srgbClr val="FF0000"/>
                </a:solidFill>
                <a:latin typeface="黑体"/>
                <a:cs typeface="黑体"/>
              </a:rPr>
              <a:t>控制冲突</a:t>
            </a:r>
            <a:endParaRPr sz="2900">
              <a:latin typeface="黑体"/>
              <a:cs typeface="黑体"/>
            </a:endParaRPr>
          </a:p>
        </p:txBody>
      </p:sp>
      <p:sp>
        <p:nvSpPr>
          <p:cNvPr id="14" name="object 14" descr=""/>
          <p:cNvSpPr txBox="1"/>
          <p:nvPr/>
        </p:nvSpPr>
        <p:spPr>
          <a:xfrm>
            <a:off x="9048115" y="1835023"/>
            <a:ext cx="1755139" cy="1567180"/>
          </a:xfrm>
          <a:prstGeom prst="rect">
            <a:avLst/>
          </a:prstGeom>
          <a:solidFill>
            <a:srgbClr val="B7C1EB"/>
          </a:solidFill>
        </p:spPr>
        <p:txBody>
          <a:bodyPr wrap="square" lIns="0" tIns="0" rIns="0" bIns="0" rtlCol="0" vert="horz">
            <a:spAutoFit/>
          </a:bodyPr>
          <a:lstStyle/>
          <a:p>
            <a:pPr marL="92075">
              <a:lnSpc>
                <a:spcPts val="2570"/>
              </a:lnSpc>
            </a:pPr>
            <a:r>
              <a:rPr dirty="0" sz="2400" spc="-20">
                <a:solidFill>
                  <a:srgbClr val="333333"/>
                </a:solidFill>
                <a:latin typeface="黑体"/>
                <a:cs typeface="黑体"/>
              </a:rPr>
              <a:t>分支指令</a:t>
            </a:r>
            <a:endParaRPr sz="2400">
              <a:latin typeface="黑体"/>
              <a:cs typeface="黑体"/>
            </a:endParaRPr>
          </a:p>
          <a:p>
            <a:pPr marL="92075" marR="434975">
              <a:lnSpc>
                <a:spcPts val="4700"/>
              </a:lnSpc>
              <a:spcBef>
                <a:spcPts val="355"/>
              </a:spcBef>
            </a:pPr>
            <a:r>
              <a:rPr dirty="0" sz="2400" spc="-20">
                <a:solidFill>
                  <a:srgbClr val="333333"/>
                </a:solidFill>
                <a:latin typeface="黑体"/>
                <a:cs typeface="黑体"/>
              </a:rPr>
              <a:t>延迟槽</a:t>
            </a:r>
            <a:r>
              <a:rPr dirty="0" sz="2400" spc="-50">
                <a:solidFill>
                  <a:srgbClr val="333333"/>
                </a:solidFill>
                <a:latin typeface="黑体"/>
                <a:cs typeface="黑体"/>
              </a:rPr>
              <a:t> </a:t>
            </a:r>
            <a:r>
              <a:rPr dirty="0" sz="2400" spc="-20">
                <a:solidFill>
                  <a:srgbClr val="333333"/>
                </a:solidFill>
                <a:latin typeface="黑体"/>
                <a:cs typeface="黑体"/>
              </a:rPr>
              <a:t>后继指令</a:t>
            </a:r>
            <a:endParaRPr sz="2400">
              <a:latin typeface="黑体"/>
              <a:cs typeface="黑体"/>
            </a:endParaRPr>
          </a:p>
        </p:txBody>
      </p:sp>
      <p:grpSp>
        <p:nvGrpSpPr>
          <p:cNvPr id="15" name="object 15" descr=""/>
          <p:cNvGrpSpPr/>
          <p:nvPr/>
        </p:nvGrpSpPr>
        <p:grpSpPr>
          <a:xfrm>
            <a:off x="7531163" y="2613850"/>
            <a:ext cx="1419225" cy="153670"/>
            <a:chOff x="7531163" y="2613850"/>
            <a:chExt cx="1419225" cy="153670"/>
          </a:xfrm>
        </p:grpSpPr>
        <p:sp>
          <p:nvSpPr>
            <p:cNvPr id="16" name="object 16" descr=""/>
            <p:cNvSpPr/>
            <p:nvPr/>
          </p:nvSpPr>
          <p:spPr>
            <a:xfrm>
              <a:off x="7535926" y="2618613"/>
              <a:ext cx="1409700" cy="144145"/>
            </a:xfrm>
            <a:custGeom>
              <a:avLst/>
              <a:gdLst/>
              <a:ahLst/>
              <a:cxnLst/>
              <a:rect l="l" t="t" r="r" b="b"/>
              <a:pathLst>
                <a:path w="1409700" h="144144">
                  <a:moveTo>
                    <a:pt x="1337437" y="0"/>
                  </a:moveTo>
                  <a:lnTo>
                    <a:pt x="1337437" y="35940"/>
                  </a:lnTo>
                  <a:lnTo>
                    <a:pt x="0" y="35940"/>
                  </a:lnTo>
                  <a:lnTo>
                    <a:pt x="0" y="107950"/>
                  </a:lnTo>
                  <a:lnTo>
                    <a:pt x="1337437" y="107950"/>
                  </a:lnTo>
                  <a:lnTo>
                    <a:pt x="1337437" y="144017"/>
                  </a:lnTo>
                  <a:lnTo>
                    <a:pt x="1409446" y="72009"/>
                  </a:lnTo>
                  <a:lnTo>
                    <a:pt x="1337437" y="0"/>
                  </a:lnTo>
                  <a:close/>
                </a:path>
              </a:pathLst>
            </a:custGeom>
            <a:solidFill>
              <a:srgbClr val="EBD782"/>
            </a:solidFill>
          </p:spPr>
          <p:txBody>
            <a:bodyPr wrap="square" lIns="0" tIns="0" rIns="0" bIns="0" rtlCol="0"/>
            <a:lstStyle/>
            <a:p/>
          </p:txBody>
        </p:sp>
        <p:sp>
          <p:nvSpPr>
            <p:cNvPr id="17" name="object 17" descr=""/>
            <p:cNvSpPr/>
            <p:nvPr/>
          </p:nvSpPr>
          <p:spPr>
            <a:xfrm>
              <a:off x="7535926" y="2618613"/>
              <a:ext cx="1409700" cy="144145"/>
            </a:xfrm>
            <a:custGeom>
              <a:avLst/>
              <a:gdLst/>
              <a:ahLst/>
              <a:cxnLst/>
              <a:rect l="l" t="t" r="r" b="b"/>
              <a:pathLst>
                <a:path w="1409700" h="144144">
                  <a:moveTo>
                    <a:pt x="0" y="35940"/>
                  </a:moveTo>
                  <a:lnTo>
                    <a:pt x="1337437" y="35940"/>
                  </a:lnTo>
                  <a:lnTo>
                    <a:pt x="1337437" y="0"/>
                  </a:lnTo>
                  <a:lnTo>
                    <a:pt x="1409446" y="72009"/>
                  </a:lnTo>
                  <a:lnTo>
                    <a:pt x="1337437" y="144017"/>
                  </a:lnTo>
                  <a:lnTo>
                    <a:pt x="1337437" y="107950"/>
                  </a:lnTo>
                  <a:lnTo>
                    <a:pt x="0" y="107950"/>
                  </a:lnTo>
                  <a:lnTo>
                    <a:pt x="0" y="35940"/>
                  </a:lnTo>
                  <a:close/>
                </a:path>
              </a:pathLst>
            </a:custGeom>
            <a:ln w="9525">
              <a:solidFill>
                <a:srgbClr val="40458B"/>
              </a:solidFill>
            </a:ln>
          </p:spPr>
          <p:txBody>
            <a:bodyPr wrap="square" lIns="0" tIns="0" rIns="0" bIns="0" rtlCol="0"/>
            <a:lstStyle/>
            <a:p/>
          </p:txBody>
        </p:sp>
      </p:gr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178/154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1978088" y="3575113"/>
          <a:ext cx="8456930" cy="2216150"/>
        </p:xfrm>
        <a:graphic>
          <a:graphicData uri="http://schemas.openxmlformats.org/drawingml/2006/table">
            <a:tbl>
              <a:tblPr firstRow="1" bandRow="1">
                <a:tableStyleId>{2D5ABB26-0587-4C30-8999-92F81FD0307C}</a:tableStyleId>
              </a:tblPr>
              <a:tblGrid>
                <a:gridCol w="594995"/>
                <a:gridCol w="198754"/>
                <a:gridCol w="2085975"/>
                <a:gridCol w="101600"/>
                <a:gridCol w="598170"/>
                <a:gridCol w="596900"/>
                <a:gridCol w="595629"/>
                <a:gridCol w="598804"/>
                <a:gridCol w="595629"/>
                <a:gridCol w="595629"/>
                <a:gridCol w="597534"/>
                <a:gridCol w="599440"/>
                <a:gridCol w="596265"/>
              </a:tblGrid>
              <a:tr h="433705">
                <a:tc rowSpan="5">
                  <a:txBody>
                    <a:bodyPr/>
                    <a:lstStyle/>
                    <a:p>
                      <a:pPr algn="just" marL="91440" marR="240665">
                        <a:lnSpc>
                          <a:spcPct val="125499"/>
                        </a:lnSpc>
                        <a:spcBef>
                          <a:spcPts val="2220"/>
                        </a:spcBef>
                      </a:pPr>
                      <a:r>
                        <a:rPr dirty="0" sz="2000" spc="-50" b="1">
                          <a:solidFill>
                            <a:srgbClr val="008000"/>
                          </a:solidFill>
                          <a:latin typeface="宋体"/>
                          <a:cs typeface="宋体"/>
                        </a:rPr>
                        <a:t>分支成功</a:t>
                      </a:r>
                      <a:endParaRPr sz="2000">
                        <a:latin typeface="宋体"/>
                        <a:cs typeface="宋体"/>
                      </a:endParaR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616585">
                        <a:lnSpc>
                          <a:spcPct val="100000"/>
                        </a:lnSpc>
                        <a:spcBef>
                          <a:spcPts val="345"/>
                        </a:spcBef>
                      </a:pPr>
                      <a:r>
                        <a:rPr dirty="0" sz="2000" spc="-10" b="1">
                          <a:solidFill>
                            <a:srgbClr val="E14B04"/>
                          </a:solidFill>
                          <a:latin typeface="宋体"/>
                          <a:cs typeface="宋体"/>
                        </a:rPr>
                        <a:t>分支指令</a:t>
                      </a:r>
                      <a:r>
                        <a:rPr dirty="0" sz="2000" spc="-50" b="1">
                          <a:solidFill>
                            <a:srgbClr val="E14B04"/>
                          </a:solidFill>
                          <a:latin typeface="宋体"/>
                          <a:cs typeface="宋体"/>
                        </a:rPr>
                        <a:t>i</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57150">
                      <a:solidFill>
                        <a:srgbClr val="00AF50"/>
                      </a:solidFill>
                      <a:prstDash val="sysDash"/>
                    </a:lnB>
                  </a:tcPr>
                </a:tc>
                <a:tc hMerge="1">
                  <a:txBody>
                    <a:bodyPr/>
                    <a:lstStyle/>
                    <a:p>
                      <a:pPr/>
                    </a:p>
                  </a:txBody>
                  <a:tcPr marL="0" marR="0" marB="0" marT="0"/>
                </a:tc>
                <a:tc hMerge="1">
                  <a:txBody>
                    <a:bodyPr/>
                    <a:lstStyle/>
                    <a:p>
                      <a:pPr/>
                    </a:p>
                  </a:txBody>
                  <a:tcPr marL="0" marR="0" marB="0" marT="0"/>
                </a:tc>
                <a:tc>
                  <a:txBody>
                    <a:bodyPr/>
                    <a:lstStyle/>
                    <a:p>
                      <a:pPr marL="92075">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9207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61009">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38100">
                      <a:solidFill>
                        <a:srgbClr val="00AF50"/>
                      </a:solidFill>
                      <a:prstDash val="sysDash"/>
                    </a:lnR>
                    <a:lnT w="12700">
                      <a:solidFill>
                        <a:srgbClr val="40458B"/>
                      </a:solidFill>
                      <a:prstDash val="solid"/>
                    </a:lnT>
                    <a:lnB w="12700">
                      <a:solidFill>
                        <a:srgbClr val="40458B"/>
                      </a:solidFill>
                      <a:prstDash val="solid"/>
                    </a:lnB>
                    <a:solidFill>
                      <a:srgbClr val="F5EABA"/>
                    </a:solidFill>
                  </a:tcPr>
                </a:tc>
                <a:tc>
                  <a:txBody>
                    <a:bodyPr/>
                    <a:lstStyle/>
                    <a:p>
                      <a:pPr marL="95885">
                        <a:lnSpc>
                          <a:spcPct val="100000"/>
                        </a:lnSpc>
                        <a:spcBef>
                          <a:spcPts val="450"/>
                        </a:spcBef>
                      </a:pPr>
                      <a:r>
                        <a:rPr dirty="0" sz="2000" spc="-15" b="1">
                          <a:solidFill>
                            <a:srgbClr val="D50092"/>
                          </a:solidFill>
                          <a:latin typeface="宋体"/>
                          <a:cs typeface="宋体"/>
                        </a:rPr>
                        <a:t>延迟槽指令 </a:t>
                      </a:r>
                      <a:r>
                        <a:rPr dirty="0" sz="2000" spc="-25" b="1">
                          <a:solidFill>
                            <a:srgbClr val="D50092"/>
                          </a:solidFill>
                          <a:latin typeface="宋体"/>
                          <a:cs typeface="宋体"/>
                        </a:rPr>
                        <a:t>i+1</a:t>
                      </a:r>
                      <a:endParaRPr sz="2000">
                        <a:latin typeface="宋体"/>
                        <a:cs typeface="宋体"/>
                      </a:endParaRPr>
                    </a:p>
                  </a:txBody>
                  <a:tcPr marL="0" marR="0" marB="0" marT="57150">
                    <a:lnL w="38100">
                      <a:solidFill>
                        <a:srgbClr val="00AF50"/>
                      </a:solidFill>
                      <a:prstDash val="sysDash"/>
                    </a:lnL>
                    <a:lnR w="38100">
                      <a:solidFill>
                        <a:srgbClr val="00AF50"/>
                      </a:solidFill>
                      <a:prstDash val="sysDash"/>
                    </a:lnR>
                    <a:lnT w="57150">
                      <a:solidFill>
                        <a:srgbClr val="00AF50"/>
                      </a:solidFill>
                      <a:prstDash val="sysDash"/>
                    </a:lnT>
                    <a:lnB w="12700">
                      <a:solidFill>
                        <a:srgbClr val="00AF50"/>
                      </a:solidFill>
                      <a:prstDash val="sysDash"/>
                    </a:lnB>
                    <a:solidFill>
                      <a:srgbClr val="F5EABA"/>
                    </a:solidFill>
                  </a:tcPr>
                </a:tc>
                <a:tc>
                  <a:txBody>
                    <a:bodyPr/>
                    <a:lstStyle/>
                    <a:p>
                      <a:pPr>
                        <a:lnSpc>
                          <a:spcPct val="100000"/>
                        </a:lnSpc>
                      </a:pPr>
                      <a:endParaRPr sz="2000">
                        <a:latin typeface="Times New Roman"/>
                        <a:cs typeface="Times New Roman"/>
                      </a:endParaRPr>
                    </a:p>
                  </a:txBody>
                  <a:tcPr marL="0" marR="0" marB="0" marT="0">
                    <a:lnL w="38100">
                      <a:solidFill>
                        <a:srgbClr val="00AF50"/>
                      </a:solidFill>
                      <a:prstDash val="sysDash"/>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450"/>
                        </a:spcBef>
                      </a:pPr>
                      <a:r>
                        <a:rPr dirty="0" sz="2000" spc="-25" b="1">
                          <a:solidFill>
                            <a:srgbClr val="40458B"/>
                          </a:solidFill>
                          <a:latin typeface="宋体"/>
                          <a:cs typeface="宋体"/>
                        </a:rPr>
                        <a:t>IF</a:t>
                      </a:r>
                      <a:endParaRPr sz="2000">
                        <a:latin typeface="宋体"/>
                        <a:cs typeface="宋体"/>
                      </a:endParaRPr>
                    </a:p>
                  </a:txBody>
                  <a:tcPr marL="0" marR="0" marB="0" marT="571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450"/>
                        </a:spcBef>
                      </a:pPr>
                      <a:r>
                        <a:rPr dirty="0" sz="2000" spc="-25" b="1">
                          <a:solidFill>
                            <a:srgbClr val="40458B"/>
                          </a:solidFill>
                          <a:latin typeface="宋体"/>
                          <a:cs typeface="宋体"/>
                        </a:rPr>
                        <a:t>ID</a:t>
                      </a:r>
                      <a:endParaRPr sz="2000">
                        <a:latin typeface="宋体"/>
                        <a:cs typeface="宋体"/>
                      </a:endParaRPr>
                    </a:p>
                  </a:txBody>
                  <a:tcPr marL="0" marR="0" marB="0" marT="571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450"/>
                        </a:spcBef>
                      </a:pPr>
                      <a:r>
                        <a:rPr dirty="0" sz="2000" spc="-25" b="1">
                          <a:solidFill>
                            <a:srgbClr val="40458B"/>
                          </a:solidFill>
                          <a:latin typeface="宋体"/>
                          <a:cs typeface="宋体"/>
                        </a:rPr>
                        <a:t>EX</a:t>
                      </a:r>
                      <a:endParaRPr sz="2000">
                        <a:latin typeface="宋体"/>
                        <a:cs typeface="宋体"/>
                      </a:endParaRPr>
                    </a:p>
                  </a:txBody>
                  <a:tcPr marL="0" marR="0" marB="0" marT="571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450"/>
                        </a:spcBef>
                      </a:pPr>
                      <a:r>
                        <a:rPr dirty="0" sz="2000" spc="-25" b="1">
                          <a:solidFill>
                            <a:srgbClr val="40458B"/>
                          </a:solidFill>
                          <a:latin typeface="宋体"/>
                          <a:cs typeface="宋体"/>
                        </a:rPr>
                        <a:t>MEM</a:t>
                      </a:r>
                      <a:endParaRPr sz="2000">
                        <a:latin typeface="宋体"/>
                        <a:cs typeface="宋体"/>
                      </a:endParaRPr>
                    </a:p>
                  </a:txBody>
                  <a:tcPr marL="0" marR="0" marB="0" marT="571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marL="92075">
                        <a:lnSpc>
                          <a:spcPct val="100000"/>
                        </a:lnSpc>
                        <a:spcBef>
                          <a:spcPts val="450"/>
                        </a:spcBef>
                      </a:pPr>
                      <a:r>
                        <a:rPr dirty="0" sz="2000" spc="-25" b="1">
                          <a:solidFill>
                            <a:srgbClr val="40458B"/>
                          </a:solidFill>
                          <a:latin typeface="宋体"/>
                          <a:cs typeface="宋体"/>
                        </a:rPr>
                        <a:t>WB</a:t>
                      </a:r>
                      <a:endParaRPr sz="2000">
                        <a:latin typeface="宋体"/>
                        <a:cs typeface="宋体"/>
                      </a:endParaRPr>
                    </a:p>
                  </a:txBody>
                  <a:tcPr marL="0" marR="0" marB="0" marT="571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5EABA"/>
                    </a:solidFill>
                  </a:tcPr>
                </a:tc>
              </a:tr>
              <a:tr h="447675">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360680">
                        <a:lnSpc>
                          <a:spcPct val="100000"/>
                        </a:lnSpc>
                        <a:spcBef>
                          <a:spcPts val="350"/>
                        </a:spcBef>
                      </a:pPr>
                      <a:r>
                        <a:rPr dirty="0" sz="2000" spc="-10" b="1">
                          <a:solidFill>
                            <a:srgbClr val="E14B04"/>
                          </a:solidFill>
                          <a:latin typeface="宋体"/>
                          <a:cs typeface="宋体"/>
                        </a:rPr>
                        <a:t>分支目标指令</a:t>
                      </a:r>
                      <a:r>
                        <a:rPr dirty="0" sz="2000" spc="-60" b="1">
                          <a:solidFill>
                            <a:srgbClr val="E14B04"/>
                          </a:solidFill>
                          <a:latin typeface="宋体"/>
                          <a:cs typeface="宋体"/>
                        </a:rPr>
                        <a:t>j</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00AF50"/>
                      </a:solidFill>
                      <a:prstDash val="sysDash"/>
                    </a:lnT>
                    <a:lnB w="12700">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47675">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230504">
                        <a:lnSpc>
                          <a:spcPct val="100000"/>
                        </a:lnSpc>
                        <a:spcBef>
                          <a:spcPts val="350"/>
                        </a:spcBef>
                      </a:pPr>
                      <a:r>
                        <a:rPr dirty="0" sz="2000" spc="-10" b="1">
                          <a:solidFill>
                            <a:srgbClr val="E14B04"/>
                          </a:solidFill>
                          <a:latin typeface="宋体"/>
                          <a:cs typeface="宋体"/>
                        </a:rPr>
                        <a:t>分支目标指令</a:t>
                      </a:r>
                      <a:r>
                        <a:rPr dirty="0" sz="2000" spc="-25" b="1">
                          <a:solidFill>
                            <a:srgbClr val="E14B04"/>
                          </a:solidFill>
                          <a:latin typeface="宋体"/>
                          <a:cs typeface="宋体"/>
                        </a:rPr>
                        <a:t>j+1</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6084">
                <a:tc vMerge="1">
                  <a:txBody>
                    <a:bodyPr/>
                    <a:lstStyle/>
                    <a:p>
                      <a:pPr/>
                    </a:p>
                  </a:txBody>
                  <a:tcPr marL="0" marR="0" marB="0" marT="28194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230504">
                        <a:lnSpc>
                          <a:spcPct val="100000"/>
                        </a:lnSpc>
                        <a:spcBef>
                          <a:spcPts val="350"/>
                        </a:spcBef>
                      </a:pPr>
                      <a:r>
                        <a:rPr dirty="0" sz="2000" spc="-10" b="1">
                          <a:solidFill>
                            <a:srgbClr val="E14B04"/>
                          </a:solidFill>
                          <a:latin typeface="宋体"/>
                          <a:cs typeface="宋体"/>
                        </a:rPr>
                        <a:t>分支目标指令</a:t>
                      </a:r>
                      <a:r>
                        <a:rPr dirty="0" sz="2000" spc="-25" b="1">
                          <a:solidFill>
                            <a:srgbClr val="E14B04"/>
                          </a:solidFill>
                          <a:latin typeface="宋体"/>
                          <a:cs typeface="宋体"/>
                        </a:rPr>
                        <a:t>j+2</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graphicFrame>
        <p:nvGraphicFramePr>
          <p:cNvPr id="10" name="object 10" descr=""/>
          <p:cNvGraphicFramePr>
            <a:graphicFrameLocks noGrp="1"/>
          </p:cNvGraphicFramePr>
          <p:nvPr/>
        </p:nvGraphicFramePr>
        <p:xfrm>
          <a:off x="1978088" y="1254188"/>
          <a:ext cx="8458200" cy="2139950"/>
        </p:xfrm>
        <a:graphic>
          <a:graphicData uri="http://schemas.openxmlformats.org/drawingml/2006/table">
            <a:tbl>
              <a:tblPr firstRow="1" bandRow="1">
                <a:tableStyleId>{2D5ABB26-0587-4C30-8999-92F81FD0307C}</a:tableStyleId>
              </a:tblPr>
              <a:tblGrid>
                <a:gridCol w="594995"/>
                <a:gridCol w="198754"/>
                <a:gridCol w="2085975"/>
                <a:gridCol w="101600"/>
                <a:gridCol w="600075"/>
                <a:gridCol w="596900"/>
                <a:gridCol w="593725"/>
                <a:gridCol w="600075"/>
                <a:gridCol w="594995"/>
                <a:gridCol w="594995"/>
                <a:gridCol w="594995"/>
                <a:gridCol w="600075"/>
                <a:gridCol w="595629"/>
              </a:tblGrid>
              <a:tr h="427990">
                <a:tc rowSpan="5">
                  <a:txBody>
                    <a:bodyPr/>
                    <a:lstStyle/>
                    <a:p>
                      <a:pPr algn="just" marL="91440" marR="240665">
                        <a:lnSpc>
                          <a:spcPct val="125499"/>
                        </a:lnSpc>
                        <a:spcBef>
                          <a:spcPts val="1980"/>
                        </a:spcBef>
                      </a:pPr>
                      <a:r>
                        <a:rPr dirty="0" sz="2000" spc="-50" b="1">
                          <a:solidFill>
                            <a:srgbClr val="008000"/>
                          </a:solidFill>
                          <a:latin typeface="宋体"/>
                          <a:cs typeface="宋体"/>
                        </a:rPr>
                        <a:t>分支失败</a:t>
                      </a:r>
                      <a:endParaRPr sz="2000">
                        <a:latin typeface="宋体"/>
                        <a:cs typeface="宋体"/>
                      </a:endParaR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616585">
                        <a:lnSpc>
                          <a:spcPct val="100000"/>
                        </a:lnSpc>
                        <a:spcBef>
                          <a:spcPts val="345"/>
                        </a:spcBef>
                      </a:pPr>
                      <a:r>
                        <a:rPr dirty="0" sz="2000" spc="-10" b="1">
                          <a:solidFill>
                            <a:srgbClr val="E14B04"/>
                          </a:solidFill>
                          <a:latin typeface="宋体"/>
                          <a:cs typeface="宋体"/>
                        </a:rPr>
                        <a:t>分支指令</a:t>
                      </a:r>
                      <a:r>
                        <a:rPr dirty="0" sz="2000" spc="-50" b="1">
                          <a:solidFill>
                            <a:srgbClr val="E14B04"/>
                          </a:solidFill>
                          <a:latin typeface="宋体"/>
                          <a:cs typeface="宋体"/>
                        </a:rPr>
                        <a:t>i</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00AF50"/>
                      </a:solidFill>
                      <a:prstDash val="sysDash"/>
                    </a:lnB>
                  </a:tcPr>
                </a:tc>
                <a:tc hMerge="1">
                  <a:txBody>
                    <a:bodyPr/>
                    <a:lstStyle/>
                    <a:p>
                      <a:pPr/>
                    </a:p>
                  </a:txBody>
                  <a:tcPr marL="0" marR="0" marB="0" marT="0"/>
                </a:tc>
                <a:tc hMerge="1">
                  <a:txBody>
                    <a:bodyPr/>
                    <a:lstStyle/>
                    <a:p>
                      <a:pPr/>
                    </a:p>
                  </a:txBody>
                  <a:tcPr marL="0" marR="0" marB="0" marT="0"/>
                </a:tc>
                <a:tc>
                  <a:txBody>
                    <a:bodyPr/>
                    <a:lstStyle/>
                    <a:p>
                      <a:pPr marL="170180">
                        <a:lnSpc>
                          <a:spcPct val="100000"/>
                        </a:lnSpc>
                        <a:spcBef>
                          <a:spcPts val="345"/>
                        </a:spcBef>
                      </a:pPr>
                      <a:r>
                        <a:rPr dirty="0" sz="2000" spc="-25" b="1">
                          <a:solidFill>
                            <a:srgbClr val="40458B"/>
                          </a:solidFill>
                          <a:latin typeface="宋体"/>
                          <a:cs typeface="宋体"/>
                        </a:rPr>
                        <a:t>IF</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45"/>
                        </a:spcBef>
                      </a:pPr>
                      <a:r>
                        <a:rPr dirty="0" sz="2000" spc="-25" b="1">
                          <a:solidFill>
                            <a:srgbClr val="40458B"/>
                          </a:solidFill>
                          <a:latin typeface="宋体"/>
                          <a:cs typeface="宋体"/>
                        </a:rPr>
                        <a:t>ID</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345"/>
                        </a:spcBef>
                      </a:pPr>
                      <a:r>
                        <a:rPr dirty="0" sz="2000" spc="-25" b="1">
                          <a:solidFill>
                            <a:srgbClr val="40458B"/>
                          </a:solidFill>
                          <a:latin typeface="宋体"/>
                          <a:cs typeface="宋体"/>
                        </a:rPr>
                        <a:t>EX</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MEM</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905">
                        <a:lnSpc>
                          <a:spcPct val="100000"/>
                        </a:lnSpc>
                        <a:spcBef>
                          <a:spcPts val="345"/>
                        </a:spcBef>
                      </a:pPr>
                      <a:r>
                        <a:rPr dirty="0" sz="2000" spc="-25" b="1">
                          <a:solidFill>
                            <a:srgbClr val="40458B"/>
                          </a:solidFill>
                          <a:latin typeface="宋体"/>
                          <a:cs typeface="宋体"/>
                        </a:rPr>
                        <a:t>WB</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38100">
                      <a:solidFill>
                        <a:srgbClr val="00AF50"/>
                      </a:solidFill>
                      <a:prstDash val="sysDash"/>
                    </a:lnR>
                    <a:lnT w="12700">
                      <a:solidFill>
                        <a:srgbClr val="40458B"/>
                      </a:solidFill>
                      <a:prstDash val="solid"/>
                    </a:lnT>
                    <a:lnB w="12700">
                      <a:solidFill>
                        <a:srgbClr val="40458B"/>
                      </a:solidFill>
                      <a:prstDash val="solid"/>
                    </a:lnB>
                    <a:solidFill>
                      <a:srgbClr val="F5EABA"/>
                    </a:solidFill>
                  </a:tcPr>
                </a:tc>
                <a:tc>
                  <a:txBody>
                    <a:bodyPr/>
                    <a:lstStyle/>
                    <a:p>
                      <a:pPr marL="95885">
                        <a:lnSpc>
                          <a:spcPct val="100000"/>
                        </a:lnSpc>
                        <a:spcBef>
                          <a:spcPts val="350"/>
                        </a:spcBef>
                      </a:pPr>
                      <a:r>
                        <a:rPr dirty="0" sz="2000" spc="-15" b="1">
                          <a:solidFill>
                            <a:srgbClr val="D50092"/>
                          </a:solidFill>
                          <a:latin typeface="宋体"/>
                          <a:cs typeface="宋体"/>
                        </a:rPr>
                        <a:t>延迟槽指令 </a:t>
                      </a:r>
                      <a:r>
                        <a:rPr dirty="0" sz="2000" spc="-25" b="1">
                          <a:solidFill>
                            <a:srgbClr val="D50092"/>
                          </a:solidFill>
                          <a:latin typeface="宋体"/>
                          <a:cs typeface="宋体"/>
                        </a:rPr>
                        <a:t>i+1</a:t>
                      </a:r>
                      <a:endParaRPr sz="2000">
                        <a:latin typeface="宋体"/>
                        <a:cs typeface="宋体"/>
                      </a:endParaRPr>
                    </a:p>
                  </a:txBody>
                  <a:tcPr marL="0" marR="0" marB="0" marT="44450">
                    <a:lnL w="38100">
                      <a:solidFill>
                        <a:srgbClr val="00AF50"/>
                      </a:solidFill>
                      <a:prstDash val="sysDash"/>
                    </a:lnL>
                    <a:lnR w="38100">
                      <a:solidFill>
                        <a:srgbClr val="00AF50"/>
                      </a:solidFill>
                      <a:prstDash val="sysDash"/>
                    </a:lnR>
                    <a:lnT w="12700">
                      <a:solidFill>
                        <a:srgbClr val="00AF50"/>
                      </a:solidFill>
                      <a:prstDash val="sysDash"/>
                    </a:lnT>
                    <a:lnB w="12700">
                      <a:solidFill>
                        <a:srgbClr val="00AF50"/>
                      </a:solidFill>
                      <a:prstDash val="sysDash"/>
                    </a:lnB>
                    <a:solidFill>
                      <a:srgbClr val="F5EABA"/>
                    </a:solidFill>
                  </a:tcPr>
                </a:tc>
                <a:tc>
                  <a:txBody>
                    <a:bodyPr/>
                    <a:lstStyle/>
                    <a:p>
                      <a:pPr>
                        <a:lnSpc>
                          <a:spcPct val="100000"/>
                        </a:lnSpc>
                      </a:pPr>
                      <a:endParaRPr sz="2000">
                        <a:latin typeface="Times New Roman"/>
                        <a:cs typeface="Times New Roman"/>
                      </a:endParaRPr>
                    </a:p>
                  </a:txBody>
                  <a:tcPr marL="0" marR="0" marB="0" marT="0">
                    <a:lnL w="38100">
                      <a:solidFill>
                        <a:srgbClr val="00AF50"/>
                      </a:solidFill>
                      <a:prstDash val="sysDash"/>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63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63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gn="ctr" marL="190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5EA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5EABA"/>
                    </a:solidFill>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678815">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i+2</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00AF50"/>
                      </a:solidFill>
                      <a:prstDash val="sysDash"/>
                    </a:lnT>
                    <a:lnB w="12700">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678815">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i+3</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27990">
                <a:tc vMerge="1">
                  <a:txBody>
                    <a:bodyPr/>
                    <a:lstStyle/>
                    <a:p>
                      <a:pPr/>
                    </a:p>
                  </a:txBody>
                  <a:tcPr marL="0" marR="0" marB="0" marT="251460">
                    <a:lnL w="28575">
                      <a:solidFill>
                        <a:srgbClr val="40458B"/>
                      </a:solidFill>
                      <a:prstDash val="solid"/>
                    </a:lnL>
                    <a:lnR w="12700">
                      <a:solidFill>
                        <a:srgbClr val="40458B"/>
                      </a:solidFill>
                      <a:prstDash val="solid"/>
                    </a:lnR>
                    <a:lnT w="28575">
                      <a:solidFill>
                        <a:srgbClr val="40458B"/>
                      </a:solidFill>
                      <a:prstDash val="solid"/>
                    </a:lnT>
                    <a:lnB w="28575">
                      <a:solidFill>
                        <a:srgbClr val="40458B"/>
                      </a:solidFill>
                      <a:prstDash val="solid"/>
                    </a:lnB>
                  </a:tcPr>
                </a:tc>
                <a:tc gridSpan="3">
                  <a:txBody>
                    <a:bodyPr/>
                    <a:lstStyle/>
                    <a:p>
                      <a:pPr marL="678815">
                        <a:lnSpc>
                          <a:spcPct val="100000"/>
                        </a:lnSpc>
                        <a:spcBef>
                          <a:spcPts val="350"/>
                        </a:spcBef>
                      </a:pPr>
                      <a:r>
                        <a:rPr dirty="0" sz="2000" spc="-10" b="1">
                          <a:solidFill>
                            <a:srgbClr val="E14B04"/>
                          </a:solidFill>
                          <a:latin typeface="宋体"/>
                          <a:cs typeface="宋体"/>
                        </a:rPr>
                        <a:t>指令 </a:t>
                      </a:r>
                      <a:r>
                        <a:rPr dirty="0" sz="2000" spc="-25" b="1">
                          <a:solidFill>
                            <a:srgbClr val="E14B04"/>
                          </a:solidFill>
                          <a:latin typeface="宋体"/>
                          <a:cs typeface="宋体"/>
                        </a:rPr>
                        <a:t>i+4</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hMerge="1">
                  <a:txBody>
                    <a:bodyPr/>
                    <a:lstStyle/>
                    <a:p>
                      <a:pPr/>
                    </a:p>
                  </a:txBody>
                  <a:tcPr marL="0" marR="0" marB="0" marT="0"/>
                </a:tc>
                <a:tc hMerge="1">
                  <a:txBody>
                    <a:bodyPr/>
                    <a:lstStyle/>
                    <a:p>
                      <a:pPr/>
                    </a:p>
                  </a:txBody>
                  <a:tcPr marL="0" marR="0" marB="0" marT="0"/>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IF</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ID</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350"/>
                        </a:spcBef>
                      </a:pPr>
                      <a:r>
                        <a:rPr dirty="0" sz="2000" spc="-25" b="1">
                          <a:solidFill>
                            <a:srgbClr val="40458B"/>
                          </a:solidFill>
                          <a:latin typeface="宋体"/>
                          <a:cs typeface="宋体"/>
                        </a:rPr>
                        <a:t>EX</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350"/>
                        </a:spcBef>
                      </a:pPr>
                      <a:r>
                        <a:rPr dirty="0" sz="2000" spc="-25" b="1">
                          <a:solidFill>
                            <a:srgbClr val="40458B"/>
                          </a:solidFill>
                          <a:latin typeface="宋体"/>
                          <a:cs typeface="宋体"/>
                        </a:rPr>
                        <a:t>MEM</a:t>
                      </a:r>
                      <a:endParaRPr sz="2000">
                        <a:latin typeface="宋体"/>
                        <a:cs typeface="宋体"/>
                      </a:endParaRPr>
                    </a:p>
                  </a:txBody>
                  <a:tcPr marL="0" marR="0" marB="0" marT="4445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169545">
                        <a:lnSpc>
                          <a:spcPct val="100000"/>
                        </a:lnSpc>
                        <a:spcBef>
                          <a:spcPts val="350"/>
                        </a:spcBef>
                      </a:pPr>
                      <a:r>
                        <a:rPr dirty="0" sz="2000" spc="-25" b="1">
                          <a:solidFill>
                            <a:srgbClr val="40458B"/>
                          </a:solidFill>
                          <a:latin typeface="宋体"/>
                          <a:cs typeface="宋体"/>
                        </a:rPr>
                        <a:t>WB</a:t>
                      </a:r>
                      <a:endParaRPr sz="2000">
                        <a:latin typeface="宋体"/>
                        <a:cs typeface="宋体"/>
                      </a:endParaRPr>
                    </a:p>
                  </a:txBody>
                  <a:tcPr marL="0" marR="0" marB="0" marT="444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descr=""/>
          <p:cNvSpPr txBox="1"/>
          <p:nvPr/>
        </p:nvSpPr>
        <p:spPr>
          <a:xfrm>
            <a:off x="3760723" y="733171"/>
            <a:ext cx="4168140" cy="299720"/>
          </a:xfrm>
          <a:prstGeom prst="rect">
            <a:avLst/>
          </a:prstGeom>
        </p:spPr>
        <p:txBody>
          <a:bodyPr wrap="square" lIns="0" tIns="12700" rIns="0" bIns="0" rtlCol="0" vert="horz">
            <a:spAutoFit/>
          </a:bodyPr>
          <a:lstStyle/>
          <a:p>
            <a:pPr marL="12700">
              <a:lnSpc>
                <a:spcPct val="100000"/>
              </a:lnSpc>
              <a:spcBef>
                <a:spcPts val="100"/>
              </a:spcBef>
            </a:pPr>
            <a:r>
              <a:rPr dirty="0" sz="1800" spc="-15" b="1">
                <a:solidFill>
                  <a:srgbClr val="E14B04"/>
                </a:solidFill>
                <a:latin typeface="黑体"/>
                <a:cs typeface="黑体"/>
              </a:rPr>
              <a:t>具有一个分支延迟槽的流水线的执行过程</a:t>
            </a:r>
            <a:endParaRPr sz="1800">
              <a:latin typeface="黑体"/>
              <a:cs typeface="黑体"/>
            </a:endParaRPr>
          </a:p>
        </p:txBody>
      </p:sp>
      <p:sp>
        <p:nvSpPr>
          <p:cNvPr id="12" name="object 12" descr=""/>
          <p:cNvSpPr txBox="1"/>
          <p:nvPr/>
        </p:nvSpPr>
        <p:spPr>
          <a:xfrm>
            <a:off x="2574798" y="6090920"/>
            <a:ext cx="7439025"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080808"/>
                </a:solidFill>
                <a:latin typeface="宋体"/>
                <a:cs typeface="宋体"/>
              </a:rPr>
              <a:t>分支延迟槽中的指令“掩盖”了流水线原来必需插入的暂停周期。</a:t>
            </a:r>
            <a:endParaRPr sz="2000">
              <a:latin typeface="宋体"/>
              <a:cs typeface="宋体"/>
            </a:endParaRPr>
          </a:p>
        </p:txBody>
      </p:sp>
      <p:sp>
        <p:nvSpPr>
          <p:cNvPr id="13" name="object 13"/>
          <p:cNvSpPr txBox="1">
            <a:spLocks noGrp="1"/>
          </p:cNvSpPr>
          <p:nvPr>
            <p:ph type="title"/>
          </p:nvPr>
        </p:nvSpPr>
        <p:spPr>
          <a:xfrm>
            <a:off x="2865247" y="107696"/>
            <a:ext cx="7340600" cy="391160"/>
          </a:xfrm>
          <a:prstGeom prst="rect"/>
        </p:spPr>
        <p:txBody>
          <a:bodyPr wrap="square" lIns="0" tIns="12700" rIns="0" bIns="0" rtlCol="0" vert="horz">
            <a:spAutoFit/>
          </a:bodyPr>
          <a:lstStyle/>
          <a:p>
            <a:pPr marL="12700">
              <a:lnSpc>
                <a:spcPct val="100000"/>
              </a:lnSpc>
              <a:spcBef>
                <a:spcPts val="100"/>
              </a:spcBef>
            </a:pPr>
            <a:r>
              <a:rPr dirty="0" u="none" sz="2400" spc="-5">
                <a:solidFill>
                  <a:srgbClr val="FF09FF"/>
                </a:solidFill>
              </a:rPr>
              <a:t>无论分支是否成功，都要按顺序执行延迟槽中的指令。</a:t>
            </a:r>
            <a:endParaRPr sz="2400"/>
          </a:p>
        </p:txBody>
      </p:sp>
      <p:sp>
        <p:nvSpPr>
          <p:cNvPr id="14" name="object 14" descr=""/>
          <p:cNvSpPr txBox="1"/>
          <p:nvPr/>
        </p:nvSpPr>
        <p:spPr>
          <a:xfrm>
            <a:off x="34925" y="2339187"/>
            <a:ext cx="1846580" cy="462280"/>
          </a:xfrm>
          <a:prstGeom prst="rect">
            <a:avLst/>
          </a:prstGeom>
          <a:ln w="34925">
            <a:solidFill>
              <a:srgbClr val="00AF50"/>
            </a:solidFill>
          </a:ln>
        </p:spPr>
        <p:txBody>
          <a:bodyPr wrap="square" lIns="0" tIns="46355" rIns="0" bIns="0" rtlCol="0" vert="horz">
            <a:spAutoFit/>
          </a:bodyPr>
          <a:lstStyle/>
          <a:p>
            <a:pPr marL="91440">
              <a:lnSpc>
                <a:spcPct val="100000"/>
              </a:lnSpc>
              <a:spcBef>
                <a:spcPts val="365"/>
              </a:spcBef>
            </a:pPr>
            <a:r>
              <a:rPr dirty="0" sz="2400" spc="-10">
                <a:solidFill>
                  <a:srgbClr val="40458B"/>
                </a:solidFill>
                <a:latin typeface="黑体"/>
                <a:cs typeface="黑体"/>
              </a:rPr>
              <a:t>增加延迟槽</a:t>
            </a:r>
            <a:endParaRPr sz="2400">
              <a:latin typeface="黑体"/>
              <a:cs typeface="黑体"/>
            </a:endParaRPr>
          </a:p>
        </p:txBody>
      </p:sp>
      <p:sp>
        <p:nvSpPr>
          <p:cNvPr id="15" name="object 15" descr=""/>
          <p:cNvSpPr txBox="1"/>
          <p:nvPr/>
        </p:nvSpPr>
        <p:spPr>
          <a:xfrm>
            <a:off x="10856214" y="1742947"/>
            <a:ext cx="939800" cy="4040504"/>
          </a:xfrm>
          <a:prstGeom prst="rect">
            <a:avLst/>
          </a:prstGeom>
        </p:spPr>
        <p:txBody>
          <a:bodyPr wrap="square" lIns="0" tIns="12700" rIns="0" bIns="0" rtlCol="0" vert="horz">
            <a:spAutoFit/>
          </a:bodyPr>
          <a:lstStyle/>
          <a:p>
            <a:pPr algn="just" marL="12700" marR="5080">
              <a:lnSpc>
                <a:spcPct val="100000"/>
              </a:lnSpc>
              <a:spcBef>
                <a:spcPts val="100"/>
              </a:spcBef>
            </a:pPr>
            <a:r>
              <a:rPr dirty="0" sz="2400" spc="-20">
                <a:solidFill>
                  <a:srgbClr val="40458B"/>
                </a:solidFill>
                <a:latin typeface="黑体"/>
                <a:cs typeface="黑体"/>
              </a:rPr>
              <a:t>当分支是否成功与分支目标地址计算出时</a:t>
            </a:r>
            <a:endParaRPr sz="2400">
              <a:latin typeface="黑体"/>
              <a:cs typeface="黑体"/>
            </a:endParaRPr>
          </a:p>
          <a:p>
            <a:pPr algn="just" marL="12700" marR="5080">
              <a:lnSpc>
                <a:spcPct val="99400"/>
              </a:lnSpc>
              <a:spcBef>
                <a:spcPts val="20"/>
              </a:spcBef>
            </a:pPr>
            <a:r>
              <a:rPr dirty="0" sz="2400" spc="-25">
                <a:solidFill>
                  <a:srgbClr val="40458B"/>
                </a:solidFill>
                <a:latin typeface="黑体"/>
                <a:cs typeface="黑体"/>
              </a:rPr>
              <a:t>，恰好</a:t>
            </a:r>
            <a:r>
              <a:rPr dirty="0" sz="2400" spc="-20">
                <a:solidFill>
                  <a:srgbClr val="40458B"/>
                </a:solidFill>
                <a:latin typeface="黑体"/>
                <a:cs typeface="黑体"/>
              </a:rPr>
              <a:t>能够进行对应的取指</a:t>
            </a:r>
            <a:r>
              <a:rPr dirty="0" sz="2400" spc="-30">
                <a:solidFill>
                  <a:srgbClr val="40458B"/>
                </a:solidFill>
                <a:latin typeface="黑体"/>
                <a:cs typeface="黑体"/>
              </a:rPr>
              <a:t>操作</a:t>
            </a:r>
            <a:endParaRPr sz="2400">
              <a:latin typeface="黑体"/>
              <a:cs typeface="黑体"/>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179/154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05511" y="1134871"/>
            <a:ext cx="11845925" cy="5309235"/>
          </a:xfrm>
          <a:prstGeom prst="rect">
            <a:avLst/>
          </a:prstGeom>
        </p:spPr>
        <p:txBody>
          <a:bodyPr wrap="square" lIns="0" tIns="12700" rIns="0" bIns="0" rtlCol="0" vert="horz">
            <a:spAutoFit/>
          </a:bodyPr>
          <a:lstStyle/>
          <a:p>
            <a:pPr marL="21590">
              <a:lnSpc>
                <a:spcPct val="100000"/>
              </a:lnSpc>
              <a:spcBef>
                <a:spcPts val="100"/>
              </a:spcBef>
            </a:pPr>
            <a:r>
              <a:rPr dirty="0" sz="2700" spc="-10">
                <a:solidFill>
                  <a:srgbClr val="E14B04"/>
                </a:solidFill>
                <a:latin typeface="黑体"/>
                <a:cs typeface="黑体"/>
              </a:rPr>
              <a:t>延迟分支而言：</a:t>
            </a:r>
            <a:endParaRPr sz="2700">
              <a:latin typeface="黑体"/>
              <a:cs typeface="黑体"/>
            </a:endParaRPr>
          </a:p>
          <a:p>
            <a:pPr marL="813435" indent="-287020">
              <a:lnSpc>
                <a:spcPct val="100000"/>
              </a:lnSpc>
              <a:spcBef>
                <a:spcPts val="2085"/>
              </a:spcBef>
              <a:buClr>
                <a:srgbClr val="00AF50"/>
              </a:buClr>
              <a:buSzPct val="72916"/>
              <a:buFont typeface="Wingdings"/>
              <a:buChar char=""/>
              <a:tabLst>
                <a:tab pos="813435" algn="l"/>
              </a:tabLst>
            </a:pPr>
            <a:r>
              <a:rPr dirty="0" sz="2400" spc="-30" b="1">
                <a:solidFill>
                  <a:srgbClr val="00AFEF"/>
                </a:solidFill>
                <a:latin typeface="黑体"/>
                <a:cs typeface="黑体"/>
              </a:rPr>
              <a:t>关键是延迟槽中存放有用的指令，这由编译器来完成</a:t>
            </a:r>
            <a:endParaRPr sz="2400">
              <a:latin typeface="黑体"/>
              <a:cs typeface="黑体"/>
            </a:endParaRPr>
          </a:p>
          <a:p>
            <a:pPr marL="814069" indent="-287655">
              <a:lnSpc>
                <a:spcPct val="100000"/>
              </a:lnSpc>
              <a:spcBef>
                <a:spcPts val="2020"/>
              </a:spcBef>
              <a:buClr>
                <a:srgbClr val="00AF50"/>
              </a:buClr>
              <a:buSzPct val="72916"/>
              <a:buFont typeface="Wingdings"/>
              <a:buChar char=""/>
              <a:tabLst>
                <a:tab pos="814069" algn="l"/>
              </a:tabLst>
            </a:pPr>
            <a:r>
              <a:rPr dirty="0" sz="2400" spc="-25" b="1">
                <a:solidFill>
                  <a:srgbClr val="00AFEF"/>
                </a:solidFill>
                <a:latin typeface="黑体"/>
                <a:cs typeface="黑体"/>
              </a:rPr>
              <a:t>是否能带来好处：编译器能把有用的指令调度到延迟槽中</a:t>
            </a:r>
            <a:endParaRPr sz="2400">
              <a:latin typeface="黑体"/>
              <a:cs typeface="黑体"/>
            </a:endParaRPr>
          </a:p>
          <a:p>
            <a:pPr>
              <a:lnSpc>
                <a:spcPct val="100000"/>
              </a:lnSpc>
              <a:spcBef>
                <a:spcPts val="3050"/>
              </a:spcBef>
              <a:buClr>
                <a:srgbClr val="00AF50"/>
              </a:buClr>
              <a:buFont typeface="Wingdings"/>
              <a:buChar char=""/>
            </a:pPr>
            <a:endParaRPr sz="2400">
              <a:latin typeface="黑体"/>
              <a:cs typeface="黑体"/>
            </a:endParaRPr>
          </a:p>
          <a:p>
            <a:pPr marL="12700">
              <a:lnSpc>
                <a:spcPct val="100000"/>
              </a:lnSpc>
              <a:spcBef>
                <a:spcPts val="5"/>
              </a:spcBef>
            </a:pPr>
            <a:r>
              <a:rPr dirty="0" sz="2700" spc="-5">
                <a:solidFill>
                  <a:srgbClr val="E14B04"/>
                </a:solidFill>
                <a:latin typeface="黑体"/>
                <a:cs typeface="黑体"/>
              </a:rPr>
              <a:t>延迟槽三种调度方法：</a:t>
            </a:r>
            <a:endParaRPr sz="2700">
              <a:latin typeface="黑体"/>
              <a:cs typeface="黑体"/>
            </a:endParaRPr>
          </a:p>
          <a:p>
            <a:pPr marL="803910" indent="-287020">
              <a:lnSpc>
                <a:spcPct val="100000"/>
              </a:lnSpc>
              <a:spcBef>
                <a:spcPts val="2085"/>
              </a:spcBef>
              <a:buClr>
                <a:srgbClr val="00AF50"/>
              </a:buClr>
              <a:buSzPct val="72916"/>
              <a:buFont typeface="Wingdings"/>
              <a:buChar char=""/>
              <a:tabLst>
                <a:tab pos="803910" algn="l"/>
              </a:tabLst>
            </a:pPr>
            <a:r>
              <a:rPr dirty="0" sz="2400" spc="-25" b="1">
                <a:solidFill>
                  <a:srgbClr val="FF5CFF"/>
                </a:solidFill>
                <a:latin typeface="黑体"/>
                <a:cs typeface="黑体"/>
              </a:rPr>
              <a:t>从前调度：</a:t>
            </a:r>
            <a:r>
              <a:rPr dirty="0" sz="2400" spc="-30" b="1">
                <a:solidFill>
                  <a:srgbClr val="00AFEF"/>
                </a:solidFill>
                <a:latin typeface="黑体"/>
                <a:cs typeface="黑体"/>
              </a:rPr>
              <a:t>把位于分支指令之前的一条独立指令移到延迟槽，与分支结果无关</a:t>
            </a:r>
            <a:endParaRPr sz="2400">
              <a:latin typeface="黑体"/>
              <a:cs typeface="黑体"/>
            </a:endParaRPr>
          </a:p>
          <a:p>
            <a:pPr marL="805180" marR="5080" indent="-288290">
              <a:lnSpc>
                <a:spcPct val="150000"/>
              </a:lnSpc>
              <a:spcBef>
                <a:spcPts val="580"/>
              </a:spcBef>
              <a:buClr>
                <a:srgbClr val="00AF50"/>
              </a:buClr>
              <a:buSzPct val="72916"/>
              <a:buFont typeface="Wingdings"/>
              <a:buChar char=""/>
              <a:tabLst>
                <a:tab pos="805180" algn="l"/>
              </a:tabLst>
            </a:pPr>
            <a:r>
              <a:rPr dirty="0" sz="2400" spc="-25" b="1">
                <a:solidFill>
                  <a:srgbClr val="FF5CFF"/>
                </a:solidFill>
                <a:latin typeface="黑体"/>
                <a:cs typeface="黑体"/>
              </a:rPr>
              <a:t>从目标处调度：</a:t>
            </a:r>
            <a:r>
              <a:rPr dirty="0" sz="2400" spc="-20" b="1">
                <a:solidFill>
                  <a:srgbClr val="00AFEF"/>
                </a:solidFill>
                <a:latin typeface="黑体"/>
                <a:cs typeface="黑体"/>
              </a:rPr>
              <a:t>把目标处指令复制到延迟槽，同时修改分支指令的目标地址（</a:t>
            </a:r>
            <a:r>
              <a:rPr dirty="0" sz="2400" spc="-35" b="1">
                <a:solidFill>
                  <a:srgbClr val="00AFEF"/>
                </a:solidFill>
                <a:latin typeface="黑体"/>
                <a:cs typeface="黑体"/>
              </a:rPr>
              <a:t>预测</a:t>
            </a:r>
            <a:r>
              <a:rPr dirty="0" sz="2400" spc="-20" b="1">
                <a:solidFill>
                  <a:srgbClr val="00AFEF"/>
                </a:solidFill>
                <a:latin typeface="黑体"/>
                <a:cs typeface="黑体"/>
              </a:rPr>
              <a:t>成功</a:t>
            </a:r>
            <a:r>
              <a:rPr dirty="0" sz="2400" spc="-50" b="1">
                <a:solidFill>
                  <a:srgbClr val="00AFEF"/>
                </a:solidFill>
                <a:latin typeface="黑体"/>
                <a:cs typeface="黑体"/>
              </a:rPr>
              <a:t>）</a:t>
            </a:r>
            <a:endParaRPr sz="2400">
              <a:latin typeface="黑体"/>
              <a:cs typeface="黑体"/>
            </a:endParaRPr>
          </a:p>
          <a:p>
            <a:pPr marL="804545" indent="-287655">
              <a:lnSpc>
                <a:spcPct val="100000"/>
              </a:lnSpc>
              <a:spcBef>
                <a:spcPts val="2020"/>
              </a:spcBef>
              <a:buClr>
                <a:srgbClr val="00AF50"/>
              </a:buClr>
              <a:buSzPct val="72916"/>
              <a:buFont typeface="Wingdings"/>
              <a:buChar char=""/>
              <a:tabLst>
                <a:tab pos="804545" algn="l"/>
              </a:tabLst>
            </a:pPr>
            <a:r>
              <a:rPr dirty="0" sz="2400" spc="-25" b="1">
                <a:solidFill>
                  <a:srgbClr val="FF5CFF"/>
                </a:solidFill>
                <a:latin typeface="黑体"/>
                <a:cs typeface="黑体"/>
              </a:rPr>
              <a:t>从失败处调度：将</a:t>
            </a:r>
            <a:r>
              <a:rPr dirty="0" sz="2400" spc="-20" b="1">
                <a:solidFill>
                  <a:srgbClr val="00AFEF"/>
                </a:solidFill>
                <a:latin typeface="黑体"/>
                <a:cs typeface="黑体"/>
              </a:rPr>
              <a:t>分支失败处的指令（下一条顺序地址）</a:t>
            </a:r>
            <a:r>
              <a:rPr dirty="0" sz="2400" spc="-30" b="1">
                <a:solidFill>
                  <a:srgbClr val="00AFEF"/>
                </a:solidFill>
                <a:latin typeface="黑体"/>
                <a:cs typeface="黑体"/>
              </a:rPr>
              <a:t>调入延迟槽</a:t>
            </a:r>
            <a:endParaRPr sz="2400">
              <a:latin typeface="黑体"/>
              <a:cs typeface="黑体"/>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180/154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197916" y="938763"/>
            <a:ext cx="11659235" cy="5132705"/>
          </a:xfrm>
          <a:prstGeom prst="rect">
            <a:avLst/>
          </a:prstGeom>
        </p:spPr>
        <p:txBody>
          <a:bodyPr wrap="square" lIns="0" tIns="12065" rIns="0" bIns="0" rtlCol="0" vert="horz">
            <a:spAutoFit/>
          </a:bodyPr>
          <a:lstStyle/>
          <a:p>
            <a:pPr marL="825500" marR="5080" indent="-457200">
              <a:lnSpc>
                <a:spcPct val="150000"/>
              </a:lnSpc>
              <a:spcBef>
                <a:spcPts val="95"/>
              </a:spcBef>
            </a:pPr>
            <a:r>
              <a:rPr dirty="0" sz="2400" spc="-5">
                <a:solidFill>
                  <a:srgbClr val="C00000"/>
                </a:solidFill>
                <a:latin typeface="黑体"/>
                <a:cs typeface="黑体"/>
              </a:rPr>
              <a:t>分支延迟指令的调度：只有当被调入延迟槽的指令实际上会被执行时，分支延迟技术</a:t>
            </a:r>
            <a:r>
              <a:rPr dirty="0" sz="2400" spc="-20">
                <a:solidFill>
                  <a:srgbClr val="C00000"/>
                </a:solidFill>
                <a:latin typeface="黑体"/>
                <a:cs typeface="黑体"/>
              </a:rPr>
              <a:t>才会真正起效。</a:t>
            </a:r>
            <a:endParaRPr sz="2400">
              <a:latin typeface="黑体"/>
              <a:cs typeface="黑体"/>
            </a:endParaRPr>
          </a:p>
          <a:p>
            <a:pPr marL="12700">
              <a:lnSpc>
                <a:spcPct val="100000"/>
              </a:lnSpc>
              <a:spcBef>
                <a:spcPts val="1375"/>
              </a:spcBef>
            </a:pPr>
            <a:r>
              <a:rPr dirty="0" sz="2600" spc="-15">
                <a:solidFill>
                  <a:srgbClr val="00AFEF"/>
                </a:solidFill>
                <a:latin typeface="黑体"/>
                <a:cs typeface="黑体"/>
              </a:rPr>
              <a:t>三种调度方法：</a:t>
            </a:r>
            <a:endParaRPr sz="2600">
              <a:latin typeface="黑体"/>
              <a:cs typeface="黑体"/>
            </a:endParaRPr>
          </a:p>
          <a:p>
            <a:pPr marL="847090" indent="-287655">
              <a:lnSpc>
                <a:spcPct val="100000"/>
              </a:lnSpc>
              <a:spcBef>
                <a:spcPts val="2065"/>
              </a:spcBef>
              <a:buClr>
                <a:srgbClr val="00AF50"/>
              </a:buClr>
              <a:buSzPct val="72916"/>
              <a:buFont typeface="Wingdings"/>
              <a:buChar char=""/>
              <a:tabLst>
                <a:tab pos="847090" algn="l"/>
              </a:tabLst>
            </a:pPr>
            <a:r>
              <a:rPr dirty="0" sz="2400" spc="-30" b="1">
                <a:solidFill>
                  <a:srgbClr val="FF5CFF"/>
                </a:solidFill>
                <a:latin typeface="黑体"/>
                <a:cs typeface="黑体"/>
              </a:rPr>
              <a:t>从前调度</a:t>
            </a:r>
            <a:endParaRPr sz="2400">
              <a:latin typeface="黑体"/>
              <a:cs typeface="黑体"/>
            </a:endParaRPr>
          </a:p>
          <a:p>
            <a:pPr lvl="1" marL="1048385" indent="-381000">
              <a:lnSpc>
                <a:spcPct val="100000"/>
              </a:lnSpc>
              <a:spcBef>
                <a:spcPts val="1780"/>
              </a:spcBef>
              <a:buClr>
                <a:srgbClr val="4668F5"/>
              </a:buClr>
              <a:buSzPct val="60000"/>
              <a:buFont typeface="Wingdings"/>
              <a:buChar char=""/>
              <a:tabLst>
                <a:tab pos="1048385" algn="l"/>
              </a:tabLst>
            </a:pPr>
            <a:r>
              <a:rPr dirty="0" sz="2000" spc="-25" b="1">
                <a:solidFill>
                  <a:srgbClr val="40458B"/>
                </a:solidFill>
                <a:latin typeface="宋体"/>
                <a:cs typeface="宋体"/>
              </a:rPr>
              <a:t>无论分支是否成功，从前调度均能消除控制冲突</a:t>
            </a:r>
            <a:endParaRPr sz="2000">
              <a:latin typeface="宋体"/>
              <a:cs typeface="宋体"/>
            </a:endParaRPr>
          </a:p>
          <a:p>
            <a:pPr marL="847090" indent="-287655">
              <a:lnSpc>
                <a:spcPct val="100000"/>
              </a:lnSpc>
              <a:spcBef>
                <a:spcPts val="1920"/>
              </a:spcBef>
              <a:buClr>
                <a:srgbClr val="00AF50"/>
              </a:buClr>
              <a:buSzPct val="72916"/>
              <a:buFont typeface="Wingdings"/>
              <a:buChar char=""/>
              <a:tabLst>
                <a:tab pos="847090" algn="l"/>
              </a:tabLst>
            </a:pPr>
            <a:r>
              <a:rPr dirty="0" sz="2400" spc="-25" b="1">
                <a:solidFill>
                  <a:srgbClr val="FF5CFF"/>
                </a:solidFill>
                <a:latin typeface="黑体"/>
                <a:cs typeface="黑体"/>
              </a:rPr>
              <a:t>从目标处调度</a:t>
            </a:r>
            <a:endParaRPr sz="2400">
              <a:latin typeface="黑体"/>
              <a:cs typeface="黑体"/>
            </a:endParaRPr>
          </a:p>
          <a:p>
            <a:pPr lvl="1" marL="1048385" indent="-381000">
              <a:lnSpc>
                <a:spcPct val="100000"/>
              </a:lnSpc>
              <a:spcBef>
                <a:spcPts val="1780"/>
              </a:spcBef>
              <a:buClr>
                <a:srgbClr val="4668F5"/>
              </a:buClr>
              <a:buSzPct val="60000"/>
              <a:buFont typeface="Wingdings"/>
              <a:buChar char=""/>
              <a:tabLst>
                <a:tab pos="1048385" algn="l"/>
              </a:tabLst>
            </a:pPr>
            <a:r>
              <a:rPr dirty="0" sz="2000" spc="-25" b="1">
                <a:solidFill>
                  <a:srgbClr val="40458B"/>
                </a:solidFill>
                <a:latin typeface="宋体"/>
                <a:cs typeface="宋体"/>
              </a:rPr>
              <a:t>只有分支成功时，从目标处调度才能消除控制冲突。</a:t>
            </a:r>
            <a:endParaRPr sz="2000">
              <a:latin typeface="宋体"/>
              <a:cs typeface="宋体"/>
            </a:endParaRPr>
          </a:p>
          <a:p>
            <a:pPr marL="847090" indent="-287655">
              <a:lnSpc>
                <a:spcPct val="100000"/>
              </a:lnSpc>
              <a:spcBef>
                <a:spcPts val="1914"/>
              </a:spcBef>
              <a:buClr>
                <a:srgbClr val="00AF50"/>
              </a:buClr>
              <a:buSzPct val="72916"/>
              <a:buFont typeface="Wingdings"/>
              <a:buChar char=""/>
              <a:tabLst>
                <a:tab pos="847090" algn="l"/>
              </a:tabLst>
            </a:pPr>
            <a:r>
              <a:rPr dirty="0" sz="2400" spc="-25" b="1">
                <a:solidFill>
                  <a:srgbClr val="FF5CFF"/>
                </a:solidFill>
                <a:latin typeface="黑体"/>
                <a:cs typeface="黑体"/>
              </a:rPr>
              <a:t>从失败处调度</a:t>
            </a:r>
            <a:endParaRPr sz="2400">
              <a:latin typeface="黑体"/>
              <a:cs typeface="黑体"/>
            </a:endParaRPr>
          </a:p>
          <a:p>
            <a:pPr lvl="1" marL="1048385" indent="-381000">
              <a:lnSpc>
                <a:spcPct val="100000"/>
              </a:lnSpc>
              <a:spcBef>
                <a:spcPts val="1780"/>
              </a:spcBef>
              <a:buClr>
                <a:srgbClr val="4668F5"/>
              </a:buClr>
              <a:buSzPct val="60000"/>
              <a:buFont typeface="Wingdings"/>
              <a:buChar char=""/>
              <a:tabLst>
                <a:tab pos="1048385" algn="l"/>
              </a:tabLst>
            </a:pPr>
            <a:r>
              <a:rPr dirty="0" sz="2000" spc="-25" b="1">
                <a:solidFill>
                  <a:srgbClr val="40458B"/>
                </a:solidFill>
                <a:latin typeface="宋体"/>
                <a:cs typeface="宋体"/>
              </a:rPr>
              <a:t>只有分支失败时，从失败处调度才能消除控制冲突。</a:t>
            </a:r>
            <a:endParaRPr sz="2000">
              <a:latin typeface="宋体"/>
              <a:cs typeface="宋体"/>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181/154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42391" y="1562226"/>
            <a:ext cx="11290935" cy="4318635"/>
          </a:xfrm>
          <a:prstGeom prst="rect">
            <a:avLst/>
          </a:prstGeom>
        </p:spPr>
        <p:txBody>
          <a:bodyPr wrap="square" lIns="0" tIns="13335" rIns="0" bIns="0" rtlCol="0" vert="horz">
            <a:spAutoFit/>
          </a:bodyPr>
          <a:lstStyle/>
          <a:p>
            <a:pPr marL="12700">
              <a:lnSpc>
                <a:spcPct val="100000"/>
              </a:lnSpc>
              <a:spcBef>
                <a:spcPts val="105"/>
              </a:spcBef>
            </a:pPr>
            <a:r>
              <a:rPr dirty="0" sz="2600" spc="-15">
                <a:solidFill>
                  <a:srgbClr val="00AFEF"/>
                </a:solidFill>
                <a:latin typeface="黑体"/>
                <a:cs typeface="黑体"/>
              </a:rPr>
              <a:t>三种调度方法：</a:t>
            </a:r>
            <a:endParaRPr sz="2600">
              <a:latin typeface="黑体"/>
              <a:cs typeface="黑体"/>
            </a:endParaRPr>
          </a:p>
          <a:p>
            <a:pPr marL="846455" indent="-287020">
              <a:lnSpc>
                <a:spcPct val="100000"/>
              </a:lnSpc>
              <a:spcBef>
                <a:spcPts val="2060"/>
              </a:spcBef>
              <a:buClr>
                <a:srgbClr val="00AF50"/>
              </a:buClr>
              <a:buSzPct val="72916"/>
              <a:buFont typeface="Wingdings"/>
              <a:buChar char=""/>
              <a:tabLst>
                <a:tab pos="846455" algn="l"/>
              </a:tabLst>
            </a:pPr>
            <a:r>
              <a:rPr dirty="0" sz="2400" spc="-35" b="1">
                <a:solidFill>
                  <a:srgbClr val="FF5CFF"/>
                </a:solidFill>
                <a:latin typeface="黑体"/>
                <a:cs typeface="黑体"/>
              </a:rPr>
              <a:t>从前调度</a:t>
            </a:r>
            <a:endParaRPr sz="2400">
              <a:latin typeface="黑体"/>
              <a:cs typeface="黑体"/>
            </a:endParaRPr>
          </a:p>
          <a:p>
            <a:pPr lvl="1" marL="1048385" indent="-380365">
              <a:lnSpc>
                <a:spcPct val="100000"/>
              </a:lnSpc>
              <a:spcBef>
                <a:spcPts val="1780"/>
              </a:spcBef>
              <a:buClr>
                <a:srgbClr val="4668F5"/>
              </a:buClr>
              <a:buSzPct val="60000"/>
              <a:buFont typeface="Wingdings"/>
              <a:buChar char=""/>
              <a:tabLst>
                <a:tab pos="1048385" algn="l"/>
              </a:tabLst>
            </a:pPr>
            <a:r>
              <a:rPr dirty="0" sz="2000" spc="-10" b="1">
                <a:solidFill>
                  <a:srgbClr val="40458B"/>
                </a:solidFill>
                <a:latin typeface="宋体"/>
                <a:cs typeface="宋体"/>
              </a:rPr>
              <a:t>（</a:t>
            </a:r>
            <a:r>
              <a:rPr dirty="0" sz="2000" spc="-20" b="1">
                <a:solidFill>
                  <a:srgbClr val="40458B"/>
                </a:solidFill>
                <a:latin typeface="宋体"/>
                <a:cs typeface="宋体"/>
              </a:rPr>
              <a:t>把位于分支指令之前的一条独立的指令移到延迟槽。与分支结果无关</a:t>
            </a:r>
            <a:r>
              <a:rPr dirty="0" sz="2000" spc="-50" b="1">
                <a:solidFill>
                  <a:srgbClr val="40458B"/>
                </a:solidFill>
                <a:latin typeface="宋体"/>
                <a:cs typeface="宋体"/>
              </a:rPr>
              <a:t>）</a:t>
            </a:r>
            <a:endParaRPr sz="2000">
              <a:latin typeface="宋体"/>
              <a:cs typeface="宋体"/>
            </a:endParaRPr>
          </a:p>
          <a:p>
            <a:pPr marL="847090" indent="-287655">
              <a:lnSpc>
                <a:spcPct val="100000"/>
              </a:lnSpc>
              <a:spcBef>
                <a:spcPts val="1914"/>
              </a:spcBef>
              <a:buClr>
                <a:srgbClr val="00AF50"/>
              </a:buClr>
              <a:buSzPct val="72916"/>
              <a:buFont typeface="Wingdings"/>
              <a:buChar char=""/>
              <a:tabLst>
                <a:tab pos="847090" algn="l"/>
              </a:tabLst>
            </a:pPr>
            <a:r>
              <a:rPr dirty="0" sz="2400" spc="-25" b="1">
                <a:solidFill>
                  <a:srgbClr val="FF5CFF"/>
                </a:solidFill>
                <a:latin typeface="黑体"/>
                <a:cs typeface="黑体"/>
              </a:rPr>
              <a:t>从目标处调度</a:t>
            </a:r>
            <a:endParaRPr sz="2400">
              <a:latin typeface="黑体"/>
              <a:cs typeface="黑体"/>
            </a:endParaRPr>
          </a:p>
          <a:p>
            <a:pPr lvl="1" marL="1049020" marR="5080" indent="-381000">
              <a:lnSpc>
                <a:spcPct val="150000"/>
              </a:lnSpc>
              <a:spcBef>
                <a:spcPts val="585"/>
              </a:spcBef>
              <a:buClr>
                <a:srgbClr val="4668F5"/>
              </a:buClr>
              <a:buSzPct val="60000"/>
              <a:buFont typeface="Wingdings"/>
              <a:buChar char=""/>
              <a:tabLst>
                <a:tab pos="1049020" algn="l"/>
              </a:tabLst>
            </a:pPr>
            <a:r>
              <a:rPr dirty="0" sz="2000" spc="-25" b="1">
                <a:solidFill>
                  <a:srgbClr val="40458B"/>
                </a:solidFill>
                <a:latin typeface="宋体"/>
                <a:cs typeface="宋体"/>
              </a:rPr>
              <a:t>必须保证在分支失败时执行被调度指令不会导致错误，可能需要复制指令，也就是也许需要重复执行一遍但是不能导致错误，适用与分支预测成功概率较高的情况。</a:t>
            </a:r>
            <a:endParaRPr sz="2000">
              <a:latin typeface="宋体"/>
              <a:cs typeface="宋体"/>
            </a:endParaRPr>
          </a:p>
          <a:p>
            <a:pPr marL="846455" indent="-287020">
              <a:lnSpc>
                <a:spcPct val="100000"/>
              </a:lnSpc>
              <a:spcBef>
                <a:spcPts val="1914"/>
              </a:spcBef>
              <a:buClr>
                <a:srgbClr val="00AF50"/>
              </a:buClr>
              <a:buSzPct val="72916"/>
              <a:buFont typeface="Wingdings"/>
              <a:buChar char=""/>
              <a:tabLst>
                <a:tab pos="846455" algn="l"/>
              </a:tabLst>
            </a:pPr>
            <a:r>
              <a:rPr dirty="0" sz="2400" spc="-30" b="1">
                <a:solidFill>
                  <a:srgbClr val="FF5CFF"/>
                </a:solidFill>
                <a:latin typeface="黑体"/>
                <a:cs typeface="黑体"/>
              </a:rPr>
              <a:t>从失败处调度</a:t>
            </a:r>
            <a:endParaRPr sz="2400">
              <a:latin typeface="黑体"/>
              <a:cs typeface="黑体"/>
            </a:endParaRPr>
          </a:p>
          <a:p>
            <a:pPr lvl="1" marL="1048385" indent="-380365">
              <a:lnSpc>
                <a:spcPct val="100000"/>
              </a:lnSpc>
              <a:spcBef>
                <a:spcPts val="1780"/>
              </a:spcBef>
              <a:buClr>
                <a:srgbClr val="4668F5"/>
              </a:buClr>
              <a:buSzPct val="60000"/>
              <a:buFont typeface="Wingdings"/>
              <a:buChar char=""/>
              <a:tabLst>
                <a:tab pos="1048385" algn="l"/>
              </a:tabLst>
            </a:pPr>
            <a:r>
              <a:rPr dirty="0" sz="2000" spc="-25" b="1">
                <a:solidFill>
                  <a:srgbClr val="40458B"/>
                </a:solidFill>
                <a:latin typeface="宋体"/>
                <a:cs typeface="宋体"/>
              </a:rPr>
              <a:t>必须保证在分支成功时执行被调度指令不会导致错误，适用于分支失败预测较多的情况。</a:t>
            </a:r>
            <a:endParaRPr sz="2000">
              <a:latin typeface="宋体"/>
              <a:cs typeface="宋体"/>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7" name="object 7" descr=""/>
          <p:cNvGrpSpPr/>
          <p:nvPr/>
        </p:nvGrpSpPr>
        <p:grpSpPr>
          <a:xfrm>
            <a:off x="0" y="1484375"/>
            <a:ext cx="12184380" cy="5374005"/>
            <a:chOff x="0" y="1484375"/>
            <a:chExt cx="12184380" cy="5374005"/>
          </a:xfrm>
        </p:grpSpPr>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p:nvPr/>
          </p:nvSpPr>
          <p:spPr>
            <a:xfrm>
              <a:off x="2422525" y="1484375"/>
              <a:ext cx="7345680" cy="5040630"/>
            </a:xfrm>
            <a:custGeom>
              <a:avLst/>
              <a:gdLst/>
              <a:ahLst/>
              <a:cxnLst/>
              <a:rect l="l" t="t" r="r" b="b"/>
              <a:pathLst>
                <a:path w="7345680" h="5040630">
                  <a:moveTo>
                    <a:pt x="7345426" y="0"/>
                  </a:moveTo>
                  <a:lnTo>
                    <a:pt x="0" y="0"/>
                  </a:lnTo>
                  <a:lnTo>
                    <a:pt x="0" y="5040249"/>
                  </a:lnTo>
                  <a:lnTo>
                    <a:pt x="7345426" y="5040249"/>
                  </a:lnTo>
                  <a:lnTo>
                    <a:pt x="7345426" y="0"/>
                  </a:lnTo>
                  <a:close/>
                </a:path>
              </a:pathLst>
            </a:custGeom>
            <a:solidFill>
              <a:srgbClr val="D4D6EB"/>
            </a:solidFill>
          </p:spPr>
          <p:txBody>
            <a:bodyPr wrap="square" lIns="0" tIns="0" rIns="0" bIns="0" rtlCol="0"/>
            <a:lstStyle/>
            <a:p/>
          </p:txBody>
        </p:sp>
        <p:pic>
          <p:nvPicPr>
            <p:cNvPr id="10" name="object 10" descr=""/>
            <p:cNvPicPr/>
            <p:nvPr/>
          </p:nvPicPr>
          <p:blipFill>
            <a:blip r:embed="rId2" cstate="print"/>
            <a:stretch>
              <a:fillRect/>
            </a:stretch>
          </p:blipFill>
          <p:spPr>
            <a:xfrm>
              <a:off x="7758365" y="5169194"/>
              <a:ext cx="1384473" cy="310427"/>
            </a:xfrm>
            <a:prstGeom prst="rect">
              <a:avLst/>
            </a:prstGeom>
          </p:spPr>
        </p:pic>
        <p:pic>
          <p:nvPicPr>
            <p:cNvPr id="11" name="object 11" descr=""/>
            <p:cNvPicPr/>
            <p:nvPr/>
          </p:nvPicPr>
          <p:blipFill>
            <a:blip r:embed="rId2" cstate="print"/>
            <a:stretch>
              <a:fillRect/>
            </a:stretch>
          </p:blipFill>
          <p:spPr>
            <a:xfrm>
              <a:off x="3063352" y="5037458"/>
              <a:ext cx="1384473" cy="310923"/>
            </a:xfrm>
            <a:prstGeom prst="rect">
              <a:avLst/>
            </a:prstGeom>
          </p:spPr>
        </p:pic>
        <p:pic>
          <p:nvPicPr>
            <p:cNvPr id="12" name="object 12" descr=""/>
            <p:cNvPicPr/>
            <p:nvPr/>
          </p:nvPicPr>
          <p:blipFill>
            <a:blip r:embed="rId3" cstate="print"/>
            <a:stretch>
              <a:fillRect/>
            </a:stretch>
          </p:blipFill>
          <p:spPr>
            <a:xfrm>
              <a:off x="7758365" y="2630447"/>
              <a:ext cx="1341594" cy="310427"/>
            </a:xfrm>
            <a:prstGeom prst="rect">
              <a:avLst/>
            </a:prstGeom>
          </p:spPr>
        </p:pic>
        <p:pic>
          <p:nvPicPr>
            <p:cNvPr id="13" name="object 13" descr=""/>
            <p:cNvPicPr/>
            <p:nvPr/>
          </p:nvPicPr>
          <p:blipFill>
            <a:blip r:embed="rId4" cstate="print"/>
            <a:stretch>
              <a:fillRect/>
            </a:stretch>
          </p:blipFill>
          <p:spPr>
            <a:xfrm>
              <a:off x="5368069" y="3184640"/>
              <a:ext cx="1384473" cy="310923"/>
            </a:xfrm>
            <a:prstGeom prst="rect">
              <a:avLst/>
            </a:prstGeom>
          </p:spPr>
        </p:pic>
        <p:pic>
          <p:nvPicPr>
            <p:cNvPr id="14" name="object 14" descr=""/>
            <p:cNvPicPr/>
            <p:nvPr/>
          </p:nvPicPr>
          <p:blipFill>
            <a:blip r:embed="rId5" cstate="print"/>
            <a:stretch>
              <a:fillRect/>
            </a:stretch>
          </p:blipFill>
          <p:spPr>
            <a:xfrm>
              <a:off x="3063352" y="2768971"/>
              <a:ext cx="1384473" cy="310427"/>
            </a:xfrm>
            <a:prstGeom prst="rect">
              <a:avLst/>
            </a:prstGeom>
          </p:spPr>
        </p:pic>
      </p:grpSp>
      <p:sp>
        <p:nvSpPr>
          <p:cNvPr id="15" name="object 15"/>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16" name="object 16" descr=""/>
          <p:cNvSpPr txBox="1"/>
          <p:nvPr/>
        </p:nvSpPr>
        <p:spPr>
          <a:xfrm>
            <a:off x="2071242" y="988516"/>
            <a:ext cx="493204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调度前和调度后的代码</a:t>
            </a:r>
            <a:r>
              <a:rPr dirty="0" sz="2400" spc="-10">
                <a:solidFill>
                  <a:srgbClr val="40458B"/>
                </a:solidFill>
                <a:latin typeface="Tahoma"/>
                <a:cs typeface="Tahoma"/>
              </a:rPr>
              <a:t>---</a:t>
            </a:r>
            <a:r>
              <a:rPr dirty="0" sz="2400" spc="-20">
                <a:solidFill>
                  <a:srgbClr val="40458B"/>
                </a:solidFill>
                <a:latin typeface="黑体"/>
                <a:cs typeface="黑体"/>
              </a:rPr>
              <a:t>延迟槽技术</a:t>
            </a:r>
            <a:endParaRPr sz="2400">
              <a:latin typeface="黑体"/>
              <a:cs typeface="黑体"/>
            </a:endParaRPr>
          </a:p>
        </p:txBody>
      </p:sp>
      <p:sp>
        <p:nvSpPr>
          <p:cNvPr id="17" name="object 17" descr=""/>
          <p:cNvSpPr txBox="1"/>
          <p:nvPr/>
        </p:nvSpPr>
        <p:spPr>
          <a:xfrm>
            <a:off x="2422525" y="1484375"/>
            <a:ext cx="7345680" cy="5040630"/>
          </a:xfrm>
          <a:prstGeom prst="rect">
            <a:avLst/>
          </a:prstGeom>
        </p:spPr>
        <p:txBody>
          <a:bodyPr wrap="square" lIns="0" tIns="0" rIns="0" bIns="0" rtlCol="0" vert="horz">
            <a:spAutoFit/>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90"/>
              </a:spcBef>
            </a:pPr>
            <a:endParaRPr sz="1400">
              <a:latin typeface="Times New Roman"/>
              <a:cs typeface="Times New Roman"/>
            </a:endParaRPr>
          </a:p>
          <a:p>
            <a:pPr marL="870585">
              <a:lnSpc>
                <a:spcPct val="100000"/>
              </a:lnSpc>
              <a:tabLst>
                <a:tab pos="3007360" algn="l"/>
                <a:tab pos="5354955" algn="l"/>
              </a:tabLst>
            </a:pPr>
            <a:r>
              <a:rPr dirty="0" sz="1400">
                <a:latin typeface="Times New Roman"/>
                <a:cs typeface="Times New Roman"/>
              </a:rPr>
              <a:t>(a)</a:t>
            </a:r>
            <a:r>
              <a:rPr dirty="0" sz="1400" spc="400">
                <a:latin typeface="Times New Roman"/>
                <a:cs typeface="Times New Roman"/>
              </a:rPr>
              <a:t> </a:t>
            </a:r>
            <a:r>
              <a:rPr dirty="0" sz="1400">
                <a:latin typeface="宋体"/>
                <a:cs typeface="宋体"/>
              </a:rPr>
              <a:t>从前调</a:t>
            </a:r>
            <a:r>
              <a:rPr dirty="0" sz="1400" spc="-50">
                <a:latin typeface="宋体"/>
                <a:cs typeface="宋体"/>
              </a:rPr>
              <a:t>度</a:t>
            </a:r>
            <a:r>
              <a:rPr dirty="0" sz="1400">
                <a:latin typeface="宋体"/>
                <a:cs typeface="宋体"/>
              </a:rPr>
              <a:t>	</a:t>
            </a:r>
            <a:r>
              <a:rPr dirty="0" sz="1400">
                <a:latin typeface="Times New Roman"/>
                <a:cs typeface="Times New Roman"/>
              </a:rPr>
              <a:t>(b)</a:t>
            </a:r>
            <a:r>
              <a:rPr dirty="0" sz="1400" spc="430">
                <a:latin typeface="Times New Roman"/>
                <a:cs typeface="Times New Roman"/>
              </a:rPr>
              <a:t> </a:t>
            </a:r>
            <a:r>
              <a:rPr dirty="0" sz="1400">
                <a:latin typeface="宋体"/>
                <a:cs typeface="宋体"/>
              </a:rPr>
              <a:t>从目标处调</a:t>
            </a:r>
            <a:r>
              <a:rPr dirty="0" sz="1400" spc="-50">
                <a:latin typeface="宋体"/>
                <a:cs typeface="宋体"/>
              </a:rPr>
              <a:t>度</a:t>
            </a:r>
            <a:r>
              <a:rPr dirty="0" sz="1400">
                <a:latin typeface="宋体"/>
                <a:cs typeface="宋体"/>
              </a:rPr>
              <a:t>	</a:t>
            </a:r>
            <a:r>
              <a:rPr dirty="0" sz="1400">
                <a:latin typeface="Times New Roman"/>
                <a:cs typeface="Times New Roman"/>
              </a:rPr>
              <a:t>(c)</a:t>
            </a:r>
            <a:r>
              <a:rPr dirty="0" sz="1400" spc="415">
                <a:latin typeface="Times New Roman"/>
                <a:cs typeface="Times New Roman"/>
              </a:rPr>
              <a:t> </a:t>
            </a:r>
            <a:r>
              <a:rPr dirty="0" sz="1400">
                <a:latin typeface="宋体"/>
                <a:cs typeface="宋体"/>
              </a:rPr>
              <a:t>从失败处调</a:t>
            </a:r>
            <a:r>
              <a:rPr dirty="0" sz="1400" spc="-50">
                <a:latin typeface="宋体"/>
                <a:cs typeface="宋体"/>
              </a:rPr>
              <a:t>度</a:t>
            </a:r>
            <a:endParaRPr sz="1400">
              <a:latin typeface="宋体"/>
              <a:cs typeface="宋体"/>
            </a:endParaRPr>
          </a:p>
        </p:txBody>
      </p:sp>
      <p:sp>
        <p:nvSpPr>
          <p:cNvPr id="18" name="object 18" descr=""/>
          <p:cNvSpPr txBox="1"/>
          <p:nvPr/>
        </p:nvSpPr>
        <p:spPr>
          <a:xfrm>
            <a:off x="3063352" y="2768970"/>
            <a:ext cx="1384935" cy="310515"/>
          </a:xfrm>
          <a:prstGeom prst="rect">
            <a:avLst/>
          </a:prstGeom>
          <a:ln w="14257">
            <a:solidFill>
              <a:srgbClr val="000000"/>
            </a:solidFill>
          </a:ln>
        </p:spPr>
        <p:txBody>
          <a:bodyPr wrap="square" lIns="0" tIns="34290" rIns="0" bIns="0" rtlCol="0" vert="horz">
            <a:spAutoFit/>
          </a:bodyPr>
          <a:lstStyle/>
          <a:p>
            <a:pPr marL="438150">
              <a:lnSpc>
                <a:spcPct val="100000"/>
              </a:lnSpc>
              <a:spcBef>
                <a:spcPts val="270"/>
              </a:spcBef>
            </a:pPr>
            <a:r>
              <a:rPr dirty="0" sz="1400" spc="-20">
                <a:latin typeface="宋体"/>
                <a:cs typeface="宋体"/>
              </a:rPr>
              <a:t>延迟槽</a:t>
            </a:r>
            <a:endParaRPr sz="1400">
              <a:latin typeface="宋体"/>
              <a:cs typeface="宋体"/>
            </a:endParaRPr>
          </a:p>
        </p:txBody>
      </p:sp>
      <p:sp>
        <p:nvSpPr>
          <p:cNvPr id="19" name="object 19" descr=""/>
          <p:cNvSpPr txBox="1"/>
          <p:nvPr/>
        </p:nvSpPr>
        <p:spPr>
          <a:xfrm>
            <a:off x="5370457" y="3187101"/>
            <a:ext cx="1382395" cy="308610"/>
          </a:xfrm>
          <a:prstGeom prst="rect">
            <a:avLst/>
          </a:prstGeom>
          <a:ln w="14257">
            <a:solidFill>
              <a:srgbClr val="000000"/>
            </a:solidFill>
          </a:ln>
        </p:spPr>
        <p:txBody>
          <a:bodyPr wrap="square" lIns="0" tIns="34925" rIns="0" bIns="0" rtlCol="0" vert="horz">
            <a:spAutoFit/>
          </a:bodyPr>
          <a:lstStyle/>
          <a:p>
            <a:pPr marL="394970">
              <a:lnSpc>
                <a:spcPct val="100000"/>
              </a:lnSpc>
              <a:spcBef>
                <a:spcPts val="275"/>
              </a:spcBef>
            </a:pPr>
            <a:r>
              <a:rPr dirty="0" sz="1400" spc="-20">
                <a:latin typeface="宋体"/>
                <a:cs typeface="宋体"/>
              </a:rPr>
              <a:t>延迟槽</a:t>
            </a:r>
            <a:endParaRPr sz="1400">
              <a:latin typeface="宋体"/>
              <a:cs typeface="宋体"/>
            </a:endParaRPr>
          </a:p>
        </p:txBody>
      </p:sp>
      <p:sp>
        <p:nvSpPr>
          <p:cNvPr id="20" name="object 20" descr=""/>
          <p:cNvSpPr txBox="1"/>
          <p:nvPr/>
        </p:nvSpPr>
        <p:spPr>
          <a:xfrm>
            <a:off x="7758365" y="2630507"/>
            <a:ext cx="1341755" cy="308610"/>
          </a:xfrm>
          <a:prstGeom prst="rect">
            <a:avLst/>
          </a:prstGeom>
          <a:ln w="14257">
            <a:solidFill>
              <a:srgbClr val="000000"/>
            </a:solidFill>
          </a:ln>
        </p:spPr>
        <p:txBody>
          <a:bodyPr wrap="square" lIns="0" tIns="41910" rIns="0" bIns="0" rtlCol="0" vert="horz">
            <a:spAutoFit/>
          </a:bodyPr>
          <a:lstStyle/>
          <a:p>
            <a:pPr marL="397510">
              <a:lnSpc>
                <a:spcPct val="100000"/>
              </a:lnSpc>
              <a:spcBef>
                <a:spcPts val="330"/>
              </a:spcBef>
            </a:pPr>
            <a:r>
              <a:rPr dirty="0" sz="1400" spc="-20">
                <a:latin typeface="宋体"/>
                <a:cs typeface="宋体"/>
              </a:rPr>
              <a:t>延迟槽</a:t>
            </a:r>
            <a:endParaRPr sz="1400">
              <a:latin typeface="宋体"/>
              <a:cs typeface="宋体"/>
            </a:endParaRPr>
          </a:p>
        </p:txBody>
      </p:sp>
      <p:sp>
        <p:nvSpPr>
          <p:cNvPr id="21" name="object 21" descr=""/>
          <p:cNvSpPr txBox="1"/>
          <p:nvPr/>
        </p:nvSpPr>
        <p:spPr>
          <a:xfrm>
            <a:off x="3071876" y="1835150"/>
            <a:ext cx="1393825" cy="441325"/>
          </a:xfrm>
          <a:prstGeom prst="rect">
            <a:avLst/>
          </a:prstGeom>
          <a:solidFill>
            <a:srgbClr val="D4D6EB"/>
          </a:solidFill>
          <a:ln w="9525">
            <a:solidFill>
              <a:srgbClr val="FF5CFF"/>
            </a:solidFill>
          </a:ln>
        </p:spPr>
        <p:txBody>
          <a:bodyPr wrap="square" lIns="0" tIns="105410" rIns="0" bIns="0" rtlCol="0" vert="horz">
            <a:spAutoFit/>
          </a:bodyPr>
          <a:lstStyle/>
          <a:p>
            <a:pPr marL="93980">
              <a:lnSpc>
                <a:spcPct val="100000"/>
              </a:lnSpc>
              <a:spcBef>
                <a:spcPts val="830"/>
              </a:spcBef>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p:txBody>
      </p:sp>
      <p:sp>
        <p:nvSpPr>
          <p:cNvPr id="22" name="object 22" descr=""/>
          <p:cNvSpPr txBox="1"/>
          <p:nvPr/>
        </p:nvSpPr>
        <p:spPr>
          <a:xfrm>
            <a:off x="2701816" y="2418220"/>
            <a:ext cx="2127250" cy="241300"/>
          </a:xfrm>
          <a:prstGeom prst="rect">
            <a:avLst/>
          </a:prstGeom>
        </p:spPr>
        <p:txBody>
          <a:bodyPr wrap="square" lIns="0" tIns="14604" rIns="0" bIns="0" rtlCol="0" vert="horz">
            <a:spAutoFit/>
          </a:bodyPr>
          <a:lstStyle/>
          <a:p>
            <a:pPr marL="591185">
              <a:lnSpc>
                <a:spcPct val="100000"/>
              </a:lnSpc>
              <a:spcBef>
                <a:spcPts val="114"/>
              </a:spcBef>
            </a:pPr>
            <a:r>
              <a:rPr dirty="0" sz="1400">
                <a:latin typeface="Times New Roman"/>
                <a:cs typeface="Times New Roman"/>
              </a:rPr>
              <a:t>if R2=0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p:txBody>
      </p:sp>
      <p:sp>
        <p:nvSpPr>
          <p:cNvPr id="23" name="object 23" descr=""/>
          <p:cNvSpPr txBox="1"/>
          <p:nvPr/>
        </p:nvSpPr>
        <p:spPr>
          <a:xfrm>
            <a:off x="2701816" y="4641658"/>
            <a:ext cx="2127250" cy="241300"/>
          </a:xfrm>
          <a:prstGeom prst="rect">
            <a:avLst/>
          </a:prstGeom>
        </p:spPr>
        <p:txBody>
          <a:bodyPr wrap="square" lIns="0" tIns="14604" rIns="0" bIns="0" rtlCol="0" vert="horz">
            <a:spAutoFit/>
          </a:bodyPr>
          <a:lstStyle/>
          <a:p>
            <a:pPr marL="591185">
              <a:lnSpc>
                <a:spcPct val="100000"/>
              </a:lnSpc>
              <a:spcBef>
                <a:spcPts val="114"/>
              </a:spcBef>
            </a:pPr>
            <a:r>
              <a:rPr dirty="0" sz="1400">
                <a:latin typeface="Times New Roman"/>
                <a:cs typeface="Times New Roman"/>
              </a:rPr>
              <a:t>if R2=0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p:txBody>
      </p:sp>
      <p:sp>
        <p:nvSpPr>
          <p:cNvPr id="24" name="object 24" descr=""/>
          <p:cNvSpPr txBox="1"/>
          <p:nvPr/>
        </p:nvSpPr>
        <p:spPr>
          <a:xfrm>
            <a:off x="3063352" y="5039919"/>
            <a:ext cx="1384935" cy="308610"/>
          </a:xfrm>
          <a:prstGeom prst="rect">
            <a:avLst/>
          </a:prstGeom>
          <a:ln w="14257">
            <a:solidFill>
              <a:srgbClr val="000000"/>
            </a:solidFill>
          </a:ln>
        </p:spPr>
        <p:txBody>
          <a:bodyPr wrap="square" lIns="0" tIns="48895" rIns="0" bIns="0" rtlCol="0" vert="horz">
            <a:spAutoFit/>
          </a:bodyPr>
          <a:lstStyle/>
          <a:p>
            <a:pPr marL="62230">
              <a:lnSpc>
                <a:spcPct val="100000"/>
              </a:lnSpc>
              <a:spcBef>
                <a:spcPts val="385"/>
              </a:spcBef>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p:txBody>
      </p:sp>
      <p:sp>
        <p:nvSpPr>
          <p:cNvPr id="25" name="object 25" descr=""/>
          <p:cNvSpPr txBox="1"/>
          <p:nvPr/>
        </p:nvSpPr>
        <p:spPr>
          <a:xfrm>
            <a:off x="5049283" y="4333136"/>
            <a:ext cx="2127250" cy="1169670"/>
          </a:xfrm>
          <a:prstGeom prst="rect">
            <a:avLst/>
          </a:prstGeom>
        </p:spPr>
        <p:txBody>
          <a:bodyPr wrap="square" lIns="0" tIns="14604" rIns="0" bIns="0" rtlCol="0" vert="horz">
            <a:spAutoFit/>
          </a:bodyPr>
          <a:lstStyle/>
          <a:p>
            <a:pPr algn="ctr" marR="7620">
              <a:lnSpc>
                <a:spcPct val="100000"/>
              </a:lnSpc>
              <a:spcBef>
                <a:spcPts val="114"/>
              </a:spcBef>
            </a:pPr>
            <a:r>
              <a:rPr dirty="0" sz="1400">
                <a:latin typeface="Times New Roman"/>
                <a:cs typeface="Times New Roman"/>
              </a:rPr>
              <a:t>DSUB</a:t>
            </a:r>
            <a:r>
              <a:rPr dirty="0" sz="1400" spc="10">
                <a:latin typeface="Times New Roman"/>
                <a:cs typeface="Times New Roman"/>
              </a:rPr>
              <a:t> </a:t>
            </a:r>
            <a:r>
              <a:rPr dirty="0" sz="1400" spc="-10">
                <a:latin typeface="Times New Roman"/>
                <a:cs typeface="Times New Roman"/>
              </a:rPr>
              <a:t>R4,R5,R6</a:t>
            </a:r>
            <a:endParaRPr sz="1400">
              <a:latin typeface="Times New Roman"/>
              <a:cs typeface="Times New Roman"/>
            </a:endParaRPr>
          </a:p>
          <a:p>
            <a:pPr>
              <a:lnSpc>
                <a:spcPct val="100000"/>
              </a:lnSpc>
              <a:spcBef>
                <a:spcPts val="1570"/>
              </a:spcBef>
            </a:pPr>
            <a:endParaRPr sz="1400">
              <a:latin typeface="Times New Roman"/>
              <a:cs typeface="Times New Roman"/>
            </a:endParaRPr>
          </a:p>
          <a:p>
            <a:pPr algn="ctr" marL="5715">
              <a:lnSpc>
                <a:spcPct val="100000"/>
              </a:lnSpc>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a:p>
            <a:pPr algn="ctr" marR="24130">
              <a:lnSpc>
                <a:spcPct val="100000"/>
              </a:lnSpc>
              <a:spcBef>
                <a:spcPts val="765"/>
              </a:spcBef>
            </a:pPr>
            <a:r>
              <a:rPr dirty="0" sz="1400">
                <a:latin typeface="Times New Roman"/>
                <a:cs typeface="Times New Roman"/>
              </a:rPr>
              <a:t>if R1=0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p:txBody>
      </p:sp>
      <p:sp>
        <p:nvSpPr>
          <p:cNvPr id="26" name="object 26" descr=""/>
          <p:cNvSpPr txBox="1"/>
          <p:nvPr/>
        </p:nvSpPr>
        <p:spPr>
          <a:xfrm>
            <a:off x="7758365" y="5171635"/>
            <a:ext cx="1384935" cy="308610"/>
          </a:xfrm>
          <a:prstGeom prst="rect">
            <a:avLst/>
          </a:prstGeom>
          <a:ln w="14257">
            <a:solidFill>
              <a:srgbClr val="000000"/>
            </a:solidFill>
          </a:ln>
        </p:spPr>
        <p:txBody>
          <a:bodyPr wrap="square" lIns="0" tIns="41910" rIns="0" bIns="0" rtlCol="0" vert="horz">
            <a:spAutoFit/>
          </a:bodyPr>
          <a:lstStyle/>
          <a:p>
            <a:pPr marL="55244">
              <a:lnSpc>
                <a:spcPct val="100000"/>
              </a:lnSpc>
              <a:spcBef>
                <a:spcPts val="330"/>
              </a:spcBef>
            </a:pPr>
            <a:r>
              <a:rPr dirty="0" sz="1400">
                <a:latin typeface="Times New Roman"/>
                <a:cs typeface="Times New Roman"/>
              </a:rPr>
              <a:t>DSUB</a:t>
            </a:r>
            <a:r>
              <a:rPr dirty="0" sz="1400" spc="10">
                <a:latin typeface="Times New Roman"/>
                <a:cs typeface="Times New Roman"/>
              </a:rPr>
              <a:t> </a:t>
            </a:r>
            <a:r>
              <a:rPr dirty="0" sz="1400" spc="-10">
                <a:latin typeface="Times New Roman"/>
                <a:cs typeface="Times New Roman"/>
              </a:rPr>
              <a:t>R4,R5,R6</a:t>
            </a:r>
            <a:endParaRPr sz="1400">
              <a:latin typeface="Times New Roman"/>
              <a:cs typeface="Times New Roman"/>
            </a:endParaRPr>
          </a:p>
        </p:txBody>
      </p:sp>
      <p:sp>
        <p:nvSpPr>
          <p:cNvPr id="27" name="object 27" descr=""/>
          <p:cNvSpPr/>
          <p:nvPr/>
        </p:nvSpPr>
        <p:spPr>
          <a:xfrm>
            <a:off x="2687288" y="1764835"/>
            <a:ext cx="6856095" cy="4324985"/>
          </a:xfrm>
          <a:custGeom>
            <a:avLst/>
            <a:gdLst/>
            <a:ahLst/>
            <a:cxnLst/>
            <a:rect l="l" t="t" r="r" b="b"/>
            <a:pathLst>
              <a:path w="6856095" h="4324985">
                <a:moveTo>
                  <a:pt x="0" y="1852778"/>
                </a:moveTo>
                <a:lnTo>
                  <a:pt x="2136601" y="1852778"/>
                </a:lnTo>
                <a:lnTo>
                  <a:pt x="2136601" y="0"/>
                </a:lnTo>
                <a:lnTo>
                  <a:pt x="0" y="0"/>
                </a:lnTo>
                <a:lnTo>
                  <a:pt x="0" y="1852778"/>
                </a:lnTo>
                <a:close/>
              </a:path>
              <a:path w="6856095" h="4324985">
                <a:moveTo>
                  <a:pt x="7392" y="1881555"/>
                </a:moveTo>
                <a:lnTo>
                  <a:pt x="2160707" y="1881555"/>
                </a:lnTo>
                <a:lnTo>
                  <a:pt x="2160707" y="9684"/>
                </a:lnTo>
                <a:lnTo>
                  <a:pt x="7391" y="9684"/>
                </a:lnTo>
                <a:lnTo>
                  <a:pt x="7392" y="1881555"/>
                </a:lnTo>
                <a:close/>
              </a:path>
              <a:path w="6856095" h="4324985">
                <a:moveTo>
                  <a:pt x="0" y="4295968"/>
                </a:moveTo>
                <a:lnTo>
                  <a:pt x="2136601" y="4295968"/>
                </a:lnTo>
                <a:lnTo>
                  <a:pt x="2136601" y="2443189"/>
                </a:lnTo>
                <a:lnTo>
                  <a:pt x="0" y="2443189"/>
                </a:lnTo>
                <a:lnTo>
                  <a:pt x="0" y="4295968"/>
                </a:lnTo>
                <a:close/>
              </a:path>
              <a:path w="6856095" h="4324985">
                <a:moveTo>
                  <a:pt x="7392" y="4324367"/>
                </a:moveTo>
                <a:lnTo>
                  <a:pt x="2160707" y="4324367"/>
                </a:lnTo>
                <a:lnTo>
                  <a:pt x="2160707" y="2450552"/>
                </a:lnTo>
                <a:lnTo>
                  <a:pt x="7392" y="2450552"/>
                </a:lnTo>
                <a:lnTo>
                  <a:pt x="7392" y="4324367"/>
                </a:lnTo>
                <a:close/>
              </a:path>
              <a:path w="6856095" h="4324985">
                <a:moveTo>
                  <a:pt x="2347496" y="4295968"/>
                </a:moveTo>
                <a:lnTo>
                  <a:pt x="4484098" y="4295968"/>
                </a:lnTo>
                <a:lnTo>
                  <a:pt x="4484098" y="2443189"/>
                </a:lnTo>
                <a:lnTo>
                  <a:pt x="2347496" y="2443189"/>
                </a:lnTo>
                <a:lnTo>
                  <a:pt x="2347496" y="4295968"/>
                </a:lnTo>
                <a:close/>
              </a:path>
              <a:path w="6856095" h="4324985">
                <a:moveTo>
                  <a:pt x="2354858" y="4324367"/>
                </a:moveTo>
                <a:lnTo>
                  <a:pt x="4508174" y="4324367"/>
                </a:lnTo>
                <a:lnTo>
                  <a:pt x="4508174" y="2450552"/>
                </a:lnTo>
                <a:lnTo>
                  <a:pt x="2354858" y="2450552"/>
                </a:lnTo>
                <a:lnTo>
                  <a:pt x="2354858" y="4324367"/>
                </a:lnTo>
                <a:close/>
              </a:path>
              <a:path w="6856095" h="4324985">
                <a:moveTo>
                  <a:pt x="4695012" y="4295968"/>
                </a:moveTo>
                <a:lnTo>
                  <a:pt x="6832012" y="4295968"/>
                </a:lnTo>
                <a:lnTo>
                  <a:pt x="6832012" y="2443189"/>
                </a:lnTo>
                <a:lnTo>
                  <a:pt x="4695012" y="2443189"/>
                </a:lnTo>
                <a:lnTo>
                  <a:pt x="4695012" y="4295968"/>
                </a:lnTo>
                <a:close/>
              </a:path>
              <a:path w="6856095" h="4324985">
                <a:moveTo>
                  <a:pt x="4702374" y="4324367"/>
                </a:moveTo>
                <a:lnTo>
                  <a:pt x="6855690" y="4324367"/>
                </a:lnTo>
                <a:lnTo>
                  <a:pt x="6855690" y="2450552"/>
                </a:lnTo>
                <a:lnTo>
                  <a:pt x="4702374" y="2450552"/>
                </a:lnTo>
                <a:lnTo>
                  <a:pt x="4702374" y="4324367"/>
                </a:lnTo>
                <a:close/>
              </a:path>
              <a:path w="6856095" h="4324985">
                <a:moveTo>
                  <a:pt x="2323818" y="1852778"/>
                </a:moveTo>
                <a:lnTo>
                  <a:pt x="4460420" y="1852778"/>
                </a:lnTo>
                <a:lnTo>
                  <a:pt x="4460419" y="0"/>
                </a:lnTo>
                <a:lnTo>
                  <a:pt x="2323818" y="0"/>
                </a:lnTo>
                <a:lnTo>
                  <a:pt x="2323818" y="1852778"/>
                </a:lnTo>
                <a:close/>
              </a:path>
              <a:path w="6856095" h="4324985">
                <a:moveTo>
                  <a:pt x="2330782" y="1881555"/>
                </a:moveTo>
                <a:lnTo>
                  <a:pt x="4484098" y="1881555"/>
                </a:lnTo>
                <a:lnTo>
                  <a:pt x="4484098" y="9684"/>
                </a:lnTo>
                <a:lnTo>
                  <a:pt x="2330782" y="9684"/>
                </a:lnTo>
                <a:lnTo>
                  <a:pt x="2330782" y="1881555"/>
                </a:lnTo>
                <a:close/>
              </a:path>
              <a:path w="6856095" h="4324985">
                <a:moveTo>
                  <a:pt x="4695012" y="1852778"/>
                </a:moveTo>
                <a:lnTo>
                  <a:pt x="6832012" y="1852778"/>
                </a:lnTo>
                <a:lnTo>
                  <a:pt x="6832012" y="0"/>
                </a:lnTo>
                <a:lnTo>
                  <a:pt x="4695012" y="0"/>
                </a:lnTo>
                <a:lnTo>
                  <a:pt x="4695012" y="1852778"/>
                </a:lnTo>
                <a:close/>
              </a:path>
              <a:path w="6856095" h="4324985">
                <a:moveTo>
                  <a:pt x="4702374" y="1883539"/>
                </a:moveTo>
                <a:lnTo>
                  <a:pt x="6855690" y="1883539"/>
                </a:lnTo>
                <a:lnTo>
                  <a:pt x="6855690" y="9724"/>
                </a:lnTo>
                <a:lnTo>
                  <a:pt x="4702374" y="9724"/>
                </a:lnTo>
                <a:lnTo>
                  <a:pt x="4702374" y="1883539"/>
                </a:lnTo>
                <a:close/>
              </a:path>
            </a:pathLst>
          </a:custGeom>
          <a:ln w="14274">
            <a:solidFill>
              <a:srgbClr val="000000"/>
            </a:solidFill>
          </a:ln>
        </p:spPr>
        <p:txBody>
          <a:bodyPr wrap="square" lIns="0" tIns="0" rIns="0" bIns="0" rtlCol="0"/>
          <a:lstStyle/>
          <a:p/>
        </p:txBody>
      </p:sp>
      <p:sp>
        <p:nvSpPr>
          <p:cNvPr id="28" name="object 28" descr=""/>
          <p:cNvSpPr txBox="1"/>
          <p:nvPr/>
        </p:nvSpPr>
        <p:spPr>
          <a:xfrm>
            <a:off x="5025206" y="1926244"/>
            <a:ext cx="2127250" cy="1166495"/>
          </a:xfrm>
          <a:prstGeom prst="rect">
            <a:avLst/>
          </a:prstGeom>
        </p:spPr>
        <p:txBody>
          <a:bodyPr wrap="square" lIns="0" tIns="14604" rIns="0" bIns="0" rtlCol="0" vert="horz">
            <a:spAutoFit/>
          </a:bodyPr>
          <a:lstStyle/>
          <a:p>
            <a:pPr marL="320675">
              <a:lnSpc>
                <a:spcPct val="100000"/>
              </a:lnSpc>
              <a:spcBef>
                <a:spcPts val="114"/>
              </a:spcBef>
            </a:pPr>
            <a:r>
              <a:rPr dirty="0" sz="1400">
                <a:latin typeface="Times New Roman"/>
                <a:cs typeface="Times New Roman"/>
              </a:rPr>
              <a:t>DSUB</a:t>
            </a:r>
            <a:r>
              <a:rPr dirty="0" sz="1400" spc="10">
                <a:latin typeface="Times New Roman"/>
                <a:cs typeface="Times New Roman"/>
              </a:rPr>
              <a:t> </a:t>
            </a:r>
            <a:r>
              <a:rPr dirty="0" sz="1400" spc="-10">
                <a:latin typeface="Times New Roman"/>
                <a:cs typeface="Times New Roman"/>
              </a:rPr>
              <a:t>R4,R5,R6</a:t>
            </a:r>
            <a:endParaRPr sz="1400">
              <a:latin typeface="Times New Roman"/>
              <a:cs typeface="Times New Roman"/>
            </a:endParaRPr>
          </a:p>
          <a:p>
            <a:pPr>
              <a:lnSpc>
                <a:spcPct val="100000"/>
              </a:lnSpc>
              <a:spcBef>
                <a:spcPts val="1565"/>
              </a:spcBef>
            </a:pPr>
            <a:endParaRPr sz="1400">
              <a:latin typeface="Times New Roman"/>
              <a:cs typeface="Times New Roman"/>
            </a:endParaRPr>
          </a:p>
          <a:p>
            <a:pPr marL="320675">
              <a:lnSpc>
                <a:spcPct val="100000"/>
              </a:lnSpc>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a:p>
            <a:pPr marL="572135">
              <a:lnSpc>
                <a:spcPct val="100000"/>
              </a:lnSpc>
              <a:spcBef>
                <a:spcPts val="745"/>
              </a:spcBef>
            </a:pPr>
            <a:r>
              <a:rPr dirty="0" sz="1400">
                <a:latin typeface="Times New Roman"/>
                <a:cs typeface="Times New Roman"/>
              </a:rPr>
              <a:t>if R1=0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p:txBody>
      </p:sp>
      <p:sp>
        <p:nvSpPr>
          <p:cNvPr id="29" name="object 29" descr=""/>
          <p:cNvSpPr txBox="1"/>
          <p:nvPr/>
        </p:nvSpPr>
        <p:spPr>
          <a:xfrm>
            <a:off x="7396798" y="1926244"/>
            <a:ext cx="2127250" cy="1290955"/>
          </a:xfrm>
          <a:prstGeom prst="rect">
            <a:avLst/>
          </a:prstGeom>
        </p:spPr>
        <p:txBody>
          <a:bodyPr wrap="square" lIns="0" tIns="14604" rIns="0" bIns="0" rtlCol="0" vert="horz">
            <a:spAutoFit/>
          </a:bodyPr>
          <a:lstStyle/>
          <a:p>
            <a:pPr marL="424180">
              <a:lnSpc>
                <a:spcPct val="100000"/>
              </a:lnSpc>
              <a:spcBef>
                <a:spcPts val="114"/>
              </a:spcBef>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a:p>
            <a:pPr marL="548005">
              <a:lnSpc>
                <a:spcPct val="100000"/>
              </a:lnSpc>
              <a:spcBef>
                <a:spcPts val="1235"/>
              </a:spcBef>
            </a:pPr>
            <a:r>
              <a:rPr dirty="0" sz="1400">
                <a:latin typeface="Times New Roman"/>
                <a:cs typeface="Times New Roman"/>
              </a:rPr>
              <a:t>if R1=0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45"/>
              </a:spcBef>
            </a:pPr>
            <a:endParaRPr sz="1400">
              <a:latin typeface="Times New Roman"/>
              <a:cs typeface="Times New Roman"/>
            </a:endParaRPr>
          </a:p>
          <a:p>
            <a:pPr marL="433070">
              <a:lnSpc>
                <a:spcPct val="100000"/>
              </a:lnSpc>
            </a:pPr>
            <a:r>
              <a:rPr dirty="0" sz="1400">
                <a:latin typeface="Times New Roman"/>
                <a:cs typeface="Times New Roman"/>
              </a:rPr>
              <a:t>DSUB</a:t>
            </a:r>
            <a:r>
              <a:rPr dirty="0" sz="1400" spc="10">
                <a:latin typeface="Times New Roman"/>
                <a:cs typeface="Times New Roman"/>
              </a:rPr>
              <a:t> </a:t>
            </a:r>
            <a:r>
              <a:rPr dirty="0" sz="1400" spc="-10">
                <a:latin typeface="Times New Roman"/>
                <a:cs typeface="Times New Roman"/>
              </a:rPr>
              <a:t>R4,R5,R6</a:t>
            </a:r>
            <a:endParaRPr sz="1400">
              <a:latin typeface="Times New Roman"/>
              <a:cs typeface="Times New Roman"/>
            </a:endParaRPr>
          </a:p>
        </p:txBody>
      </p:sp>
      <p:grpSp>
        <p:nvGrpSpPr>
          <p:cNvPr id="30" name="object 30" descr=""/>
          <p:cNvGrpSpPr/>
          <p:nvPr/>
        </p:nvGrpSpPr>
        <p:grpSpPr>
          <a:xfrm>
            <a:off x="3694607" y="2029160"/>
            <a:ext cx="5624195" cy="3883660"/>
            <a:chOff x="3694607" y="2029160"/>
            <a:chExt cx="5624195" cy="3883660"/>
          </a:xfrm>
        </p:grpSpPr>
        <p:sp>
          <p:nvSpPr>
            <p:cNvPr id="31" name="object 31" descr=""/>
            <p:cNvSpPr/>
            <p:nvPr/>
          </p:nvSpPr>
          <p:spPr>
            <a:xfrm>
              <a:off x="4321158" y="2568171"/>
              <a:ext cx="295275" cy="803275"/>
            </a:xfrm>
            <a:custGeom>
              <a:avLst/>
              <a:gdLst/>
              <a:ahLst/>
              <a:cxnLst/>
              <a:rect l="l" t="t" r="r" b="b"/>
              <a:pathLst>
                <a:path w="295275" h="803275">
                  <a:moveTo>
                    <a:pt x="0" y="0"/>
                  </a:moveTo>
                  <a:lnTo>
                    <a:pt x="294782" y="0"/>
                  </a:lnTo>
                </a:path>
                <a:path w="295275" h="803275">
                  <a:moveTo>
                    <a:pt x="294782" y="0"/>
                  </a:moveTo>
                  <a:lnTo>
                    <a:pt x="294782" y="803157"/>
                  </a:lnTo>
                </a:path>
              </a:pathLst>
            </a:custGeom>
            <a:ln w="14274">
              <a:solidFill>
                <a:srgbClr val="000000"/>
              </a:solidFill>
            </a:ln>
          </p:spPr>
          <p:txBody>
            <a:bodyPr wrap="square" lIns="0" tIns="0" rIns="0" bIns="0" rtlCol="0"/>
            <a:lstStyle/>
            <a:p/>
          </p:txBody>
        </p:sp>
        <p:sp>
          <p:nvSpPr>
            <p:cNvPr id="32" name="object 32" descr=""/>
            <p:cNvSpPr/>
            <p:nvPr/>
          </p:nvSpPr>
          <p:spPr>
            <a:xfrm>
              <a:off x="3737104" y="3333622"/>
              <a:ext cx="891540" cy="81280"/>
            </a:xfrm>
            <a:custGeom>
              <a:avLst/>
              <a:gdLst/>
              <a:ahLst/>
              <a:cxnLst/>
              <a:rect l="l" t="t" r="r" b="b"/>
              <a:pathLst>
                <a:path w="891539" h="81279">
                  <a:moveTo>
                    <a:pt x="119763" y="0"/>
                  </a:moveTo>
                  <a:lnTo>
                    <a:pt x="0" y="40485"/>
                  </a:lnTo>
                  <a:lnTo>
                    <a:pt x="119763" y="81169"/>
                  </a:lnTo>
                  <a:lnTo>
                    <a:pt x="88832" y="50408"/>
                  </a:lnTo>
                  <a:lnTo>
                    <a:pt x="76884" y="50408"/>
                  </a:lnTo>
                  <a:lnTo>
                    <a:pt x="71949" y="47828"/>
                  </a:lnTo>
                  <a:lnTo>
                    <a:pt x="71949" y="45446"/>
                  </a:lnTo>
                  <a:lnTo>
                    <a:pt x="69482" y="40485"/>
                  </a:lnTo>
                  <a:lnTo>
                    <a:pt x="71949" y="35722"/>
                  </a:lnTo>
                  <a:lnTo>
                    <a:pt x="71949" y="33142"/>
                  </a:lnTo>
                  <a:lnTo>
                    <a:pt x="76884" y="31356"/>
                  </a:lnTo>
                  <a:lnTo>
                    <a:pt x="88078" y="31356"/>
                  </a:lnTo>
                  <a:lnTo>
                    <a:pt x="119763" y="0"/>
                  </a:lnTo>
                  <a:close/>
                </a:path>
                <a:path w="891539" h="81279">
                  <a:moveTo>
                    <a:pt x="88078" y="31356"/>
                  </a:moveTo>
                  <a:lnTo>
                    <a:pt x="76884" y="31356"/>
                  </a:lnTo>
                  <a:lnTo>
                    <a:pt x="71949" y="33142"/>
                  </a:lnTo>
                  <a:lnTo>
                    <a:pt x="71949" y="35722"/>
                  </a:lnTo>
                  <a:lnTo>
                    <a:pt x="69482" y="40485"/>
                  </a:lnTo>
                  <a:lnTo>
                    <a:pt x="71949" y="45446"/>
                  </a:lnTo>
                  <a:lnTo>
                    <a:pt x="71949" y="47828"/>
                  </a:lnTo>
                  <a:lnTo>
                    <a:pt x="76884" y="50408"/>
                  </a:lnTo>
                  <a:lnTo>
                    <a:pt x="88832" y="50408"/>
                  </a:lnTo>
                  <a:lnTo>
                    <a:pt x="78854" y="40485"/>
                  </a:lnTo>
                  <a:lnTo>
                    <a:pt x="88078" y="31356"/>
                  </a:lnTo>
                  <a:close/>
                </a:path>
                <a:path w="891539" h="81279">
                  <a:moveTo>
                    <a:pt x="883810" y="31356"/>
                  </a:moveTo>
                  <a:lnTo>
                    <a:pt x="88078" y="31356"/>
                  </a:lnTo>
                  <a:lnTo>
                    <a:pt x="78854" y="40485"/>
                  </a:lnTo>
                  <a:lnTo>
                    <a:pt x="88832" y="50408"/>
                  </a:lnTo>
                  <a:lnTo>
                    <a:pt x="883810" y="50408"/>
                  </a:lnTo>
                  <a:lnTo>
                    <a:pt x="888585" y="47828"/>
                  </a:lnTo>
                  <a:lnTo>
                    <a:pt x="888585" y="45446"/>
                  </a:lnTo>
                  <a:lnTo>
                    <a:pt x="891172" y="40485"/>
                  </a:lnTo>
                  <a:lnTo>
                    <a:pt x="888585" y="35722"/>
                  </a:lnTo>
                  <a:lnTo>
                    <a:pt x="888585" y="33142"/>
                  </a:lnTo>
                  <a:lnTo>
                    <a:pt x="883810" y="31356"/>
                  </a:lnTo>
                  <a:close/>
                </a:path>
              </a:pathLst>
            </a:custGeom>
            <a:solidFill>
              <a:srgbClr val="000000"/>
            </a:solidFill>
          </p:spPr>
          <p:txBody>
            <a:bodyPr wrap="square" lIns="0" tIns="0" rIns="0" bIns="0" rtlCol="0"/>
            <a:lstStyle/>
            <a:p/>
          </p:txBody>
        </p:sp>
        <p:sp>
          <p:nvSpPr>
            <p:cNvPr id="33" name="object 33" descr=""/>
            <p:cNvSpPr/>
            <p:nvPr/>
          </p:nvSpPr>
          <p:spPr>
            <a:xfrm>
              <a:off x="3737104" y="3333622"/>
              <a:ext cx="891540" cy="81280"/>
            </a:xfrm>
            <a:custGeom>
              <a:avLst/>
              <a:gdLst/>
              <a:ahLst/>
              <a:cxnLst/>
              <a:rect l="l" t="t" r="r" b="b"/>
              <a:pathLst>
                <a:path w="891539" h="81279">
                  <a:moveTo>
                    <a:pt x="881820" y="50408"/>
                  </a:moveTo>
                  <a:lnTo>
                    <a:pt x="78854" y="50408"/>
                  </a:lnTo>
                  <a:lnTo>
                    <a:pt x="76884" y="50408"/>
                  </a:lnTo>
                  <a:lnTo>
                    <a:pt x="71949" y="47828"/>
                  </a:lnTo>
                  <a:lnTo>
                    <a:pt x="71949" y="45446"/>
                  </a:lnTo>
                  <a:lnTo>
                    <a:pt x="69482" y="40485"/>
                  </a:lnTo>
                  <a:lnTo>
                    <a:pt x="71949" y="35722"/>
                  </a:lnTo>
                  <a:lnTo>
                    <a:pt x="71949" y="33142"/>
                  </a:lnTo>
                  <a:lnTo>
                    <a:pt x="76884" y="31356"/>
                  </a:lnTo>
                  <a:lnTo>
                    <a:pt x="78854" y="31356"/>
                  </a:lnTo>
                  <a:lnTo>
                    <a:pt x="881820" y="31356"/>
                  </a:lnTo>
                  <a:lnTo>
                    <a:pt x="883810" y="31356"/>
                  </a:lnTo>
                  <a:lnTo>
                    <a:pt x="888586" y="33142"/>
                  </a:lnTo>
                  <a:lnTo>
                    <a:pt x="888586" y="35722"/>
                  </a:lnTo>
                  <a:lnTo>
                    <a:pt x="891172" y="40485"/>
                  </a:lnTo>
                  <a:lnTo>
                    <a:pt x="888586" y="45446"/>
                  </a:lnTo>
                  <a:lnTo>
                    <a:pt x="888586" y="47828"/>
                  </a:lnTo>
                  <a:lnTo>
                    <a:pt x="883810" y="50408"/>
                  </a:lnTo>
                  <a:lnTo>
                    <a:pt x="881820" y="50408"/>
                  </a:lnTo>
                  <a:close/>
                </a:path>
                <a:path w="891539" h="81279">
                  <a:moveTo>
                    <a:pt x="78854" y="40485"/>
                  </a:moveTo>
                  <a:lnTo>
                    <a:pt x="119763" y="81169"/>
                  </a:lnTo>
                  <a:lnTo>
                    <a:pt x="0" y="40485"/>
                  </a:lnTo>
                  <a:lnTo>
                    <a:pt x="119763" y="0"/>
                  </a:lnTo>
                  <a:lnTo>
                    <a:pt x="78854" y="40485"/>
                  </a:lnTo>
                  <a:close/>
                </a:path>
              </a:pathLst>
            </a:custGeom>
            <a:ln w="3175">
              <a:solidFill>
                <a:srgbClr val="000000"/>
              </a:solidFill>
            </a:ln>
          </p:spPr>
          <p:txBody>
            <a:bodyPr wrap="square" lIns="0" tIns="0" rIns="0" bIns="0" rtlCol="0"/>
            <a:lstStyle/>
            <a:p/>
          </p:txBody>
        </p:sp>
        <p:sp>
          <p:nvSpPr>
            <p:cNvPr id="34" name="object 34" descr=""/>
            <p:cNvSpPr/>
            <p:nvPr/>
          </p:nvSpPr>
          <p:spPr>
            <a:xfrm>
              <a:off x="6627784" y="2065875"/>
              <a:ext cx="292735" cy="935355"/>
            </a:xfrm>
            <a:custGeom>
              <a:avLst/>
              <a:gdLst/>
              <a:ahLst/>
              <a:cxnLst/>
              <a:rect l="l" t="t" r="r" b="b"/>
              <a:pathLst>
                <a:path w="292734" h="935355">
                  <a:moveTo>
                    <a:pt x="0" y="934734"/>
                  </a:moveTo>
                  <a:lnTo>
                    <a:pt x="292295" y="927788"/>
                  </a:lnTo>
                </a:path>
                <a:path w="292734" h="935355">
                  <a:moveTo>
                    <a:pt x="292295" y="927788"/>
                  </a:moveTo>
                  <a:lnTo>
                    <a:pt x="292295" y="0"/>
                  </a:lnTo>
                </a:path>
              </a:pathLst>
            </a:custGeom>
            <a:ln w="14274">
              <a:solidFill>
                <a:srgbClr val="000000"/>
              </a:solidFill>
            </a:ln>
          </p:spPr>
          <p:txBody>
            <a:bodyPr wrap="square" lIns="0" tIns="0" rIns="0" bIns="0" rtlCol="0"/>
            <a:lstStyle/>
            <a:p/>
          </p:txBody>
        </p:sp>
        <p:sp>
          <p:nvSpPr>
            <p:cNvPr id="35" name="object 35" descr=""/>
            <p:cNvSpPr/>
            <p:nvPr/>
          </p:nvSpPr>
          <p:spPr>
            <a:xfrm>
              <a:off x="6674146" y="2030550"/>
              <a:ext cx="260985" cy="79375"/>
            </a:xfrm>
            <a:custGeom>
              <a:avLst/>
              <a:gdLst/>
              <a:ahLst/>
              <a:cxnLst/>
              <a:rect l="l" t="t" r="r" b="b"/>
              <a:pathLst>
                <a:path w="260984" h="79375">
                  <a:moveTo>
                    <a:pt x="119783" y="0"/>
                  </a:moveTo>
                  <a:lnTo>
                    <a:pt x="0" y="38302"/>
                  </a:lnTo>
                  <a:lnTo>
                    <a:pt x="119783" y="78986"/>
                  </a:lnTo>
                  <a:lnTo>
                    <a:pt x="90560" y="48026"/>
                  </a:lnTo>
                  <a:lnTo>
                    <a:pt x="76406" y="48026"/>
                  </a:lnTo>
                  <a:lnTo>
                    <a:pt x="73820" y="45645"/>
                  </a:lnTo>
                  <a:lnTo>
                    <a:pt x="71830" y="43263"/>
                  </a:lnTo>
                  <a:lnTo>
                    <a:pt x="69442" y="38302"/>
                  </a:lnTo>
                  <a:lnTo>
                    <a:pt x="71830" y="35920"/>
                  </a:lnTo>
                  <a:lnTo>
                    <a:pt x="73820" y="31356"/>
                  </a:lnTo>
                  <a:lnTo>
                    <a:pt x="76406" y="28974"/>
                  </a:lnTo>
                  <a:lnTo>
                    <a:pt x="90732" y="28974"/>
                  </a:lnTo>
                  <a:lnTo>
                    <a:pt x="119783" y="0"/>
                  </a:lnTo>
                  <a:close/>
                </a:path>
                <a:path w="260984" h="79375">
                  <a:moveTo>
                    <a:pt x="90732" y="28974"/>
                  </a:moveTo>
                  <a:lnTo>
                    <a:pt x="76406" y="28974"/>
                  </a:lnTo>
                  <a:lnTo>
                    <a:pt x="73820" y="31356"/>
                  </a:lnTo>
                  <a:lnTo>
                    <a:pt x="71830" y="35920"/>
                  </a:lnTo>
                  <a:lnTo>
                    <a:pt x="69442" y="38302"/>
                  </a:lnTo>
                  <a:lnTo>
                    <a:pt x="71830" y="43263"/>
                  </a:lnTo>
                  <a:lnTo>
                    <a:pt x="73820" y="45645"/>
                  </a:lnTo>
                  <a:lnTo>
                    <a:pt x="76406" y="48026"/>
                  </a:lnTo>
                  <a:lnTo>
                    <a:pt x="90560" y="48026"/>
                  </a:lnTo>
                  <a:lnTo>
                    <a:pt x="81381" y="38302"/>
                  </a:lnTo>
                  <a:lnTo>
                    <a:pt x="90732" y="28974"/>
                  </a:lnTo>
                  <a:close/>
                </a:path>
                <a:path w="260984" h="79375">
                  <a:moveTo>
                    <a:pt x="256280" y="28974"/>
                  </a:moveTo>
                  <a:lnTo>
                    <a:pt x="90732" y="28974"/>
                  </a:lnTo>
                  <a:lnTo>
                    <a:pt x="81381" y="38302"/>
                  </a:lnTo>
                  <a:lnTo>
                    <a:pt x="90560" y="48026"/>
                  </a:lnTo>
                  <a:lnTo>
                    <a:pt x="256280" y="48026"/>
                  </a:lnTo>
                  <a:lnTo>
                    <a:pt x="258668" y="45645"/>
                  </a:lnTo>
                  <a:lnTo>
                    <a:pt x="260658" y="43263"/>
                  </a:lnTo>
                  <a:lnTo>
                    <a:pt x="260658" y="35920"/>
                  </a:lnTo>
                  <a:lnTo>
                    <a:pt x="258668" y="31356"/>
                  </a:lnTo>
                  <a:lnTo>
                    <a:pt x="256280" y="28974"/>
                  </a:lnTo>
                  <a:close/>
                </a:path>
              </a:pathLst>
            </a:custGeom>
            <a:solidFill>
              <a:srgbClr val="000000"/>
            </a:solidFill>
          </p:spPr>
          <p:txBody>
            <a:bodyPr wrap="square" lIns="0" tIns="0" rIns="0" bIns="0" rtlCol="0"/>
            <a:lstStyle/>
            <a:p/>
          </p:txBody>
        </p:sp>
        <p:pic>
          <p:nvPicPr>
            <p:cNvPr id="36" name="object 36" descr=""/>
            <p:cNvPicPr/>
            <p:nvPr/>
          </p:nvPicPr>
          <p:blipFill>
            <a:blip r:embed="rId6" cstate="print"/>
            <a:stretch>
              <a:fillRect/>
            </a:stretch>
          </p:blipFill>
          <p:spPr>
            <a:xfrm>
              <a:off x="6672755" y="2029160"/>
              <a:ext cx="263437" cy="81766"/>
            </a:xfrm>
            <a:prstGeom prst="rect">
              <a:avLst/>
            </a:prstGeom>
          </p:spPr>
        </p:pic>
        <p:sp>
          <p:nvSpPr>
            <p:cNvPr id="37" name="object 37" descr=""/>
            <p:cNvSpPr/>
            <p:nvPr/>
          </p:nvSpPr>
          <p:spPr>
            <a:xfrm>
              <a:off x="9016289" y="2446318"/>
              <a:ext cx="295275" cy="1049655"/>
            </a:xfrm>
            <a:custGeom>
              <a:avLst/>
              <a:gdLst/>
              <a:ahLst/>
              <a:cxnLst/>
              <a:rect l="l" t="t" r="r" b="b"/>
              <a:pathLst>
                <a:path w="295275" h="1049654">
                  <a:moveTo>
                    <a:pt x="0" y="0"/>
                  </a:moveTo>
                  <a:lnTo>
                    <a:pt x="294683" y="0"/>
                  </a:lnTo>
                </a:path>
                <a:path w="295275" h="1049654">
                  <a:moveTo>
                    <a:pt x="294683" y="0"/>
                  </a:moveTo>
                  <a:lnTo>
                    <a:pt x="294683" y="1049244"/>
                  </a:lnTo>
                </a:path>
              </a:pathLst>
            </a:custGeom>
            <a:ln w="14274">
              <a:solidFill>
                <a:srgbClr val="000000"/>
              </a:solidFill>
            </a:ln>
          </p:spPr>
          <p:txBody>
            <a:bodyPr wrap="square" lIns="0" tIns="0" rIns="0" bIns="0" rtlCol="0"/>
            <a:lstStyle/>
            <a:p/>
          </p:txBody>
        </p:sp>
        <p:pic>
          <p:nvPicPr>
            <p:cNvPr id="38" name="object 38" descr=""/>
            <p:cNvPicPr/>
            <p:nvPr/>
          </p:nvPicPr>
          <p:blipFill>
            <a:blip r:embed="rId5" cstate="print"/>
            <a:stretch>
              <a:fillRect/>
            </a:stretch>
          </p:blipFill>
          <p:spPr>
            <a:xfrm>
              <a:off x="5410849" y="5601514"/>
              <a:ext cx="1384473" cy="310923"/>
            </a:xfrm>
            <a:prstGeom prst="rect">
              <a:avLst/>
            </a:prstGeom>
          </p:spPr>
        </p:pic>
        <p:sp>
          <p:nvSpPr>
            <p:cNvPr id="39" name="object 39" descr=""/>
            <p:cNvSpPr/>
            <p:nvPr/>
          </p:nvSpPr>
          <p:spPr>
            <a:xfrm>
              <a:off x="4321158" y="4791192"/>
              <a:ext cx="295275" cy="866140"/>
            </a:xfrm>
            <a:custGeom>
              <a:avLst/>
              <a:gdLst/>
              <a:ahLst/>
              <a:cxnLst/>
              <a:rect l="l" t="t" r="r" b="b"/>
              <a:pathLst>
                <a:path w="295275" h="866139">
                  <a:moveTo>
                    <a:pt x="0" y="0"/>
                  </a:moveTo>
                  <a:lnTo>
                    <a:pt x="294782" y="0"/>
                  </a:lnTo>
                </a:path>
                <a:path w="295275" h="866139">
                  <a:moveTo>
                    <a:pt x="294782" y="0"/>
                  </a:moveTo>
                  <a:lnTo>
                    <a:pt x="294782" y="865671"/>
                  </a:lnTo>
                </a:path>
              </a:pathLst>
            </a:custGeom>
            <a:ln w="14274">
              <a:solidFill>
                <a:srgbClr val="000000"/>
              </a:solidFill>
            </a:ln>
          </p:spPr>
          <p:txBody>
            <a:bodyPr wrap="square" lIns="0" tIns="0" rIns="0" bIns="0" rtlCol="0"/>
            <a:lstStyle/>
            <a:p/>
          </p:txBody>
        </p:sp>
        <p:sp>
          <p:nvSpPr>
            <p:cNvPr id="40" name="object 40" descr=""/>
            <p:cNvSpPr/>
            <p:nvPr/>
          </p:nvSpPr>
          <p:spPr>
            <a:xfrm>
              <a:off x="3696195" y="5619157"/>
              <a:ext cx="932180" cy="81915"/>
            </a:xfrm>
            <a:custGeom>
              <a:avLst/>
              <a:gdLst/>
              <a:ahLst/>
              <a:cxnLst/>
              <a:rect l="l" t="t" r="r" b="b"/>
              <a:pathLst>
                <a:path w="932179" h="81914">
                  <a:moveTo>
                    <a:pt x="119763" y="0"/>
                  </a:moveTo>
                  <a:lnTo>
                    <a:pt x="0" y="40644"/>
                  </a:lnTo>
                  <a:lnTo>
                    <a:pt x="119763" y="81288"/>
                  </a:lnTo>
                  <a:lnTo>
                    <a:pt x="88606" y="49951"/>
                  </a:lnTo>
                  <a:lnTo>
                    <a:pt x="74416" y="49951"/>
                  </a:lnTo>
                  <a:lnTo>
                    <a:pt x="71949" y="47490"/>
                  </a:lnTo>
                  <a:lnTo>
                    <a:pt x="69482" y="45526"/>
                  </a:lnTo>
                  <a:lnTo>
                    <a:pt x="69482" y="35742"/>
                  </a:lnTo>
                  <a:lnTo>
                    <a:pt x="74416" y="30840"/>
                  </a:lnTo>
                  <a:lnTo>
                    <a:pt x="89099" y="30840"/>
                  </a:lnTo>
                  <a:lnTo>
                    <a:pt x="119763" y="0"/>
                  </a:lnTo>
                  <a:close/>
                </a:path>
                <a:path w="932179" h="81914">
                  <a:moveTo>
                    <a:pt x="89099" y="30840"/>
                  </a:moveTo>
                  <a:lnTo>
                    <a:pt x="74416" y="30840"/>
                  </a:lnTo>
                  <a:lnTo>
                    <a:pt x="69482" y="35742"/>
                  </a:lnTo>
                  <a:lnTo>
                    <a:pt x="69482" y="45526"/>
                  </a:lnTo>
                  <a:lnTo>
                    <a:pt x="71949" y="47490"/>
                  </a:lnTo>
                  <a:lnTo>
                    <a:pt x="74416" y="49951"/>
                  </a:lnTo>
                  <a:lnTo>
                    <a:pt x="88606" y="49951"/>
                  </a:lnTo>
                  <a:lnTo>
                    <a:pt x="79351" y="40644"/>
                  </a:lnTo>
                  <a:lnTo>
                    <a:pt x="89099" y="30840"/>
                  </a:lnTo>
                  <a:close/>
                </a:path>
                <a:path w="932179" h="81914">
                  <a:moveTo>
                    <a:pt x="924719" y="30840"/>
                  </a:moveTo>
                  <a:lnTo>
                    <a:pt x="89099" y="30840"/>
                  </a:lnTo>
                  <a:lnTo>
                    <a:pt x="79351" y="40644"/>
                  </a:lnTo>
                  <a:lnTo>
                    <a:pt x="88606" y="49951"/>
                  </a:lnTo>
                  <a:lnTo>
                    <a:pt x="924719" y="49951"/>
                  </a:lnTo>
                  <a:lnTo>
                    <a:pt x="929495" y="47490"/>
                  </a:lnTo>
                  <a:lnTo>
                    <a:pt x="929495" y="45526"/>
                  </a:lnTo>
                  <a:lnTo>
                    <a:pt x="932082" y="40644"/>
                  </a:lnTo>
                  <a:lnTo>
                    <a:pt x="929495" y="35742"/>
                  </a:lnTo>
                  <a:lnTo>
                    <a:pt x="929495" y="33301"/>
                  </a:lnTo>
                  <a:lnTo>
                    <a:pt x="924719" y="30840"/>
                  </a:lnTo>
                  <a:close/>
                </a:path>
              </a:pathLst>
            </a:custGeom>
            <a:solidFill>
              <a:srgbClr val="000000"/>
            </a:solidFill>
          </p:spPr>
          <p:txBody>
            <a:bodyPr wrap="square" lIns="0" tIns="0" rIns="0" bIns="0" rtlCol="0"/>
            <a:lstStyle/>
            <a:p/>
          </p:txBody>
        </p:sp>
        <p:sp>
          <p:nvSpPr>
            <p:cNvPr id="41" name="object 41" descr=""/>
            <p:cNvSpPr/>
            <p:nvPr/>
          </p:nvSpPr>
          <p:spPr>
            <a:xfrm>
              <a:off x="3696195" y="5619157"/>
              <a:ext cx="932180" cy="81915"/>
            </a:xfrm>
            <a:custGeom>
              <a:avLst/>
              <a:gdLst/>
              <a:ahLst/>
              <a:cxnLst/>
              <a:rect l="l" t="t" r="r" b="b"/>
              <a:pathLst>
                <a:path w="932179" h="81914">
                  <a:moveTo>
                    <a:pt x="922730" y="49951"/>
                  </a:moveTo>
                  <a:lnTo>
                    <a:pt x="79351" y="49951"/>
                  </a:lnTo>
                  <a:lnTo>
                    <a:pt x="74416" y="49951"/>
                  </a:lnTo>
                  <a:lnTo>
                    <a:pt x="71949" y="47490"/>
                  </a:lnTo>
                  <a:lnTo>
                    <a:pt x="69482" y="45526"/>
                  </a:lnTo>
                  <a:lnTo>
                    <a:pt x="69482" y="40644"/>
                  </a:lnTo>
                  <a:lnTo>
                    <a:pt x="69482" y="35742"/>
                  </a:lnTo>
                  <a:lnTo>
                    <a:pt x="71949" y="33301"/>
                  </a:lnTo>
                  <a:lnTo>
                    <a:pt x="74416" y="30840"/>
                  </a:lnTo>
                  <a:lnTo>
                    <a:pt x="79351" y="30840"/>
                  </a:lnTo>
                  <a:lnTo>
                    <a:pt x="922730" y="30840"/>
                  </a:lnTo>
                  <a:lnTo>
                    <a:pt x="924720" y="30840"/>
                  </a:lnTo>
                  <a:lnTo>
                    <a:pt x="929495" y="33301"/>
                  </a:lnTo>
                  <a:lnTo>
                    <a:pt x="929495" y="35742"/>
                  </a:lnTo>
                  <a:lnTo>
                    <a:pt x="932082" y="40644"/>
                  </a:lnTo>
                  <a:lnTo>
                    <a:pt x="929495" y="45526"/>
                  </a:lnTo>
                  <a:lnTo>
                    <a:pt x="929495" y="47490"/>
                  </a:lnTo>
                  <a:lnTo>
                    <a:pt x="924720" y="49951"/>
                  </a:lnTo>
                  <a:lnTo>
                    <a:pt x="922730" y="49951"/>
                  </a:lnTo>
                  <a:close/>
                </a:path>
                <a:path w="932179" h="81914">
                  <a:moveTo>
                    <a:pt x="79351" y="40644"/>
                  </a:moveTo>
                  <a:lnTo>
                    <a:pt x="119763" y="81288"/>
                  </a:lnTo>
                  <a:lnTo>
                    <a:pt x="0" y="40644"/>
                  </a:lnTo>
                  <a:lnTo>
                    <a:pt x="119763" y="0"/>
                  </a:lnTo>
                  <a:lnTo>
                    <a:pt x="79351" y="40644"/>
                  </a:lnTo>
                  <a:close/>
                </a:path>
              </a:pathLst>
            </a:custGeom>
            <a:ln w="3175">
              <a:solidFill>
                <a:srgbClr val="000000"/>
              </a:solidFill>
            </a:ln>
          </p:spPr>
          <p:txBody>
            <a:bodyPr wrap="square" lIns="0" tIns="0" rIns="0" bIns="0" rtlCol="0"/>
            <a:lstStyle/>
            <a:p/>
          </p:txBody>
        </p:sp>
      </p:grpSp>
      <p:sp>
        <p:nvSpPr>
          <p:cNvPr id="42" name="object 42" descr=""/>
          <p:cNvSpPr txBox="1"/>
          <p:nvPr/>
        </p:nvSpPr>
        <p:spPr>
          <a:xfrm>
            <a:off x="5410849" y="5601514"/>
            <a:ext cx="1384935" cy="311150"/>
          </a:xfrm>
          <a:prstGeom prst="rect">
            <a:avLst/>
          </a:prstGeom>
          <a:ln w="14257">
            <a:solidFill>
              <a:srgbClr val="000000"/>
            </a:solidFill>
          </a:ln>
        </p:spPr>
        <p:txBody>
          <a:bodyPr wrap="square" lIns="0" tIns="45085" rIns="0" bIns="0" rtlCol="0" vert="horz">
            <a:spAutoFit/>
          </a:bodyPr>
          <a:lstStyle/>
          <a:p>
            <a:pPr marL="62230">
              <a:lnSpc>
                <a:spcPct val="100000"/>
              </a:lnSpc>
              <a:spcBef>
                <a:spcPts val="355"/>
              </a:spcBef>
            </a:pPr>
            <a:r>
              <a:rPr dirty="0" sz="1400">
                <a:latin typeface="Times New Roman"/>
                <a:cs typeface="Times New Roman"/>
              </a:rPr>
              <a:t>DSUB</a:t>
            </a:r>
            <a:r>
              <a:rPr dirty="0" sz="1400" spc="10">
                <a:latin typeface="Times New Roman"/>
                <a:cs typeface="Times New Roman"/>
              </a:rPr>
              <a:t> </a:t>
            </a:r>
            <a:r>
              <a:rPr dirty="0" sz="1400" spc="-10">
                <a:latin typeface="Times New Roman"/>
                <a:cs typeface="Times New Roman"/>
              </a:rPr>
              <a:t>R4,R5,R6</a:t>
            </a:r>
            <a:endParaRPr sz="1400">
              <a:latin typeface="Times New Roman"/>
              <a:cs typeface="Times New Roman"/>
            </a:endParaRPr>
          </a:p>
        </p:txBody>
      </p:sp>
      <p:grpSp>
        <p:nvGrpSpPr>
          <p:cNvPr id="43" name="object 43" descr=""/>
          <p:cNvGrpSpPr/>
          <p:nvPr/>
        </p:nvGrpSpPr>
        <p:grpSpPr>
          <a:xfrm>
            <a:off x="3694803" y="3456466"/>
            <a:ext cx="5671185" cy="2429510"/>
            <a:chOff x="3694803" y="3456466"/>
            <a:chExt cx="5671185" cy="2429510"/>
          </a:xfrm>
        </p:grpSpPr>
        <p:sp>
          <p:nvSpPr>
            <p:cNvPr id="44" name="object 44" descr=""/>
            <p:cNvSpPr/>
            <p:nvPr/>
          </p:nvSpPr>
          <p:spPr>
            <a:xfrm>
              <a:off x="6711553" y="4669260"/>
              <a:ext cx="208915" cy="741680"/>
            </a:xfrm>
            <a:custGeom>
              <a:avLst/>
              <a:gdLst/>
              <a:ahLst/>
              <a:cxnLst/>
              <a:rect l="l" t="t" r="r" b="b"/>
              <a:pathLst>
                <a:path w="208915" h="741679">
                  <a:moveTo>
                    <a:pt x="0" y="741317"/>
                  </a:moveTo>
                  <a:lnTo>
                    <a:pt x="208526" y="741317"/>
                  </a:lnTo>
                </a:path>
                <a:path w="208915" h="741679">
                  <a:moveTo>
                    <a:pt x="208526" y="741317"/>
                  </a:moveTo>
                  <a:lnTo>
                    <a:pt x="208526" y="0"/>
                  </a:lnTo>
                </a:path>
              </a:pathLst>
            </a:custGeom>
            <a:ln w="14274">
              <a:solidFill>
                <a:srgbClr val="000000"/>
              </a:solidFill>
            </a:ln>
          </p:spPr>
          <p:txBody>
            <a:bodyPr wrap="square" lIns="0" tIns="0" rIns="0" bIns="0" rtlCol="0"/>
            <a:lstStyle/>
            <a:p/>
          </p:txBody>
        </p:sp>
        <p:sp>
          <p:nvSpPr>
            <p:cNvPr id="45" name="object 45" descr=""/>
            <p:cNvSpPr/>
            <p:nvPr/>
          </p:nvSpPr>
          <p:spPr>
            <a:xfrm>
              <a:off x="6630769" y="4631573"/>
              <a:ext cx="302260" cy="79375"/>
            </a:xfrm>
            <a:custGeom>
              <a:avLst/>
              <a:gdLst/>
              <a:ahLst/>
              <a:cxnLst/>
              <a:rect l="l" t="t" r="r" b="b"/>
              <a:pathLst>
                <a:path w="302259" h="79375">
                  <a:moveTo>
                    <a:pt x="119783" y="0"/>
                  </a:moveTo>
                  <a:lnTo>
                    <a:pt x="0" y="40644"/>
                  </a:lnTo>
                  <a:lnTo>
                    <a:pt x="119783" y="78827"/>
                  </a:lnTo>
                  <a:lnTo>
                    <a:pt x="89741" y="50428"/>
                  </a:lnTo>
                  <a:lnTo>
                    <a:pt x="79391" y="50428"/>
                  </a:lnTo>
                  <a:lnTo>
                    <a:pt x="74416" y="47987"/>
                  </a:lnTo>
                  <a:lnTo>
                    <a:pt x="71830" y="47987"/>
                  </a:lnTo>
                  <a:lnTo>
                    <a:pt x="69442" y="43085"/>
                  </a:lnTo>
                  <a:lnTo>
                    <a:pt x="69442" y="36218"/>
                  </a:lnTo>
                  <a:lnTo>
                    <a:pt x="71830" y="33777"/>
                  </a:lnTo>
                  <a:lnTo>
                    <a:pt x="74416" y="31336"/>
                  </a:lnTo>
                  <a:lnTo>
                    <a:pt x="79391" y="28875"/>
                  </a:lnTo>
                  <a:lnTo>
                    <a:pt x="91086" y="28875"/>
                  </a:lnTo>
                  <a:lnTo>
                    <a:pt x="119783" y="0"/>
                  </a:lnTo>
                  <a:close/>
                </a:path>
                <a:path w="302259" h="79375">
                  <a:moveTo>
                    <a:pt x="91086" y="28875"/>
                  </a:moveTo>
                  <a:lnTo>
                    <a:pt x="79391" y="28875"/>
                  </a:lnTo>
                  <a:lnTo>
                    <a:pt x="74416" y="31336"/>
                  </a:lnTo>
                  <a:lnTo>
                    <a:pt x="71830" y="33777"/>
                  </a:lnTo>
                  <a:lnTo>
                    <a:pt x="69442" y="36218"/>
                  </a:lnTo>
                  <a:lnTo>
                    <a:pt x="69442" y="43085"/>
                  </a:lnTo>
                  <a:lnTo>
                    <a:pt x="71830" y="47987"/>
                  </a:lnTo>
                  <a:lnTo>
                    <a:pt x="74416" y="47987"/>
                  </a:lnTo>
                  <a:lnTo>
                    <a:pt x="79391" y="50428"/>
                  </a:lnTo>
                  <a:lnTo>
                    <a:pt x="89741" y="50428"/>
                  </a:lnTo>
                  <a:lnTo>
                    <a:pt x="79391" y="40644"/>
                  </a:lnTo>
                  <a:lnTo>
                    <a:pt x="91086" y="28875"/>
                  </a:lnTo>
                  <a:close/>
                </a:path>
                <a:path w="302259" h="79375">
                  <a:moveTo>
                    <a:pt x="292295" y="28875"/>
                  </a:moveTo>
                  <a:lnTo>
                    <a:pt x="91086" y="28875"/>
                  </a:lnTo>
                  <a:lnTo>
                    <a:pt x="79391" y="40644"/>
                  </a:lnTo>
                  <a:lnTo>
                    <a:pt x="89741" y="50428"/>
                  </a:lnTo>
                  <a:lnTo>
                    <a:pt x="292295" y="50428"/>
                  </a:lnTo>
                  <a:lnTo>
                    <a:pt x="297269" y="47987"/>
                  </a:lnTo>
                  <a:lnTo>
                    <a:pt x="299657" y="47987"/>
                  </a:lnTo>
                  <a:lnTo>
                    <a:pt x="302045" y="43085"/>
                  </a:lnTo>
                  <a:lnTo>
                    <a:pt x="302045" y="36218"/>
                  </a:lnTo>
                  <a:lnTo>
                    <a:pt x="297269" y="31336"/>
                  </a:lnTo>
                  <a:lnTo>
                    <a:pt x="292295" y="28875"/>
                  </a:lnTo>
                  <a:close/>
                </a:path>
              </a:pathLst>
            </a:custGeom>
            <a:solidFill>
              <a:srgbClr val="000000"/>
            </a:solidFill>
          </p:spPr>
          <p:txBody>
            <a:bodyPr wrap="square" lIns="0" tIns="0" rIns="0" bIns="0" rtlCol="0"/>
            <a:lstStyle/>
            <a:p/>
          </p:txBody>
        </p:sp>
        <p:pic>
          <p:nvPicPr>
            <p:cNvPr id="46" name="object 46" descr=""/>
            <p:cNvPicPr/>
            <p:nvPr/>
          </p:nvPicPr>
          <p:blipFill>
            <a:blip r:embed="rId7" cstate="print"/>
            <a:stretch>
              <a:fillRect/>
            </a:stretch>
          </p:blipFill>
          <p:spPr>
            <a:xfrm>
              <a:off x="6629379" y="4630183"/>
              <a:ext cx="304824" cy="81607"/>
            </a:xfrm>
            <a:prstGeom prst="rect">
              <a:avLst/>
            </a:prstGeom>
          </p:spPr>
        </p:pic>
        <p:sp>
          <p:nvSpPr>
            <p:cNvPr id="47" name="object 47" descr=""/>
            <p:cNvSpPr/>
            <p:nvPr/>
          </p:nvSpPr>
          <p:spPr>
            <a:xfrm>
              <a:off x="9016289" y="4915546"/>
              <a:ext cx="335280" cy="925830"/>
            </a:xfrm>
            <a:custGeom>
              <a:avLst/>
              <a:gdLst/>
              <a:ahLst/>
              <a:cxnLst/>
              <a:rect l="l" t="t" r="r" b="b"/>
              <a:pathLst>
                <a:path w="335279" h="925829">
                  <a:moveTo>
                    <a:pt x="0" y="0"/>
                  </a:moveTo>
                  <a:lnTo>
                    <a:pt x="335075" y="0"/>
                  </a:lnTo>
                </a:path>
                <a:path w="335279" h="925829">
                  <a:moveTo>
                    <a:pt x="335075" y="0"/>
                  </a:moveTo>
                  <a:lnTo>
                    <a:pt x="335075" y="925407"/>
                  </a:lnTo>
                </a:path>
              </a:pathLst>
            </a:custGeom>
            <a:ln w="14274">
              <a:solidFill>
                <a:srgbClr val="000000"/>
              </a:solidFill>
            </a:ln>
          </p:spPr>
          <p:txBody>
            <a:bodyPr wrap="square" lIns="0" tIns="0" rIns="0" bIns="0" rtlCol="0"/>
            <a:lstStyle/>
            <a:p/>
          </p:txBody>
        </p:sp>
        <p:sp>
          <p:nvSpPr>
            <p:cNvPr id="48" name="object 48" descr=""/>
            <p:cNvSpPr/>
            <p:nvPr/>
          </p:nvSpPr>
          <p:spPr>
            <a:xfrm>
              <a:off x="8935306" y="5805707"/>
              <a:ext cx="429259" cy="79375"/>
            </a:xfrm>
            <a:custGeom>
              <a:avLst/>
              <a:gdLst/>
              <a:ahLst/>
              <a:cxnLst/>
              <a:rect l="l" t="t" r="r" b="b"/>
              <a:pathLst>
                <a:path w="429259" h="79375">
                  <a:moveTo>
                    <a:pt x="119783" y="0"/>
                  </a:moveTo>
                  <a:lnTo>
                    <a:pt x="0" y="38183"/>
                  </a:lnTo>
                  <a:lnTo>
                    <a:pt x="119783" y="78827"/>
                  </a:lnTo>
                  <a:lnTo>
                    <a:pt x="90804" y="49951"/>
                  </a:lnTo>
                  <a:lnTo>
                    <a:pt x="78993" y="49951"/>
                  </a:lnTo>
                  <a:lnTo>
                    <a:pt x="76406" y="47490"/>
                  </a:lnTo>
                  <a:lnTo>
                    <a:pt x="72029" y="45049"/>
                  </a:lnTo>
                  <a:lnTo>
                    <a:pt x="72029" y="42588"/>
                  </a:lnTo>
                  <a:lnTo>
                    <a:pt x="69641" y="38183"/>
                  </a:lnTo>
                  <a:lnTo>
                    <a:pt x="72029" y="35742"/>
                  </a:lnTo>
                  <a:lnTo>
                    <a:pt x="72029" y="30840"/>
                  </a:lnTo>
                  <a:lnTo>
                    <a:pt x="76406" y="30840"/>
                  </a:lnTo>
                  <a:lnTo>
                    <a:pt x="78993" y="28399"/>
                  </a:lnTo>
                  <a:lnTo>
                    <a:pt x="89445" y="28399"/>
                  </a:lnTo>
                  <a:lnTo>
                    <a:pt x="119783" y="0"/>
                  </a:lnTo>
                  <a:close/>
                </a:path>
                <a:path w="429259" h="79375">
                  <a:moveTo>
                    <a:pt x="89445" y="28399"/>
                  </a:moveTo>
                  <a:lnTo>
                    <a:pt x="78993" y="28399"/>
                  </a:lnTo>
                  <a:lnTo>
                    <a:pt x="76406" y="30840"/>
                  </a:lnTo>
                  <a:lnTo>
                    <a:pt x="72029" y="30840"/>
                  </a:lnTo>
                  <a:lnTo>
                    <a:pt x="72029" y="35742"/>
                  </a:lnTo>
                  <a:lnTo>
                    <a:pt x="69641" y="38183"/>
                  </a:lnTo>
                  <a:lnTo>
                    <a:pt x="72029" y="42588"/>
                  </a:lnTo>
                  <a:lnTo>
                    <a:pt x="72029" y="45049"/>
                  </a:lnTo>
                  <a:lnTo>
                    <a:pt x="76406" y="47490"/>
                  </a:lnTo>
                  <a:lnTo>
                    <a:pt x="78993" y="49951"/>
                  </a:lnTo>
                  <a:lnTo>
                    <a:pt x="90804" y="49951"/>
                  </a:lnTo>
                  <a:lnTo>
                    <a:pt x="78993" y="38183"/>
                  </a:lnTo>
                  <a:lnTo>
                    <a:pt x="89445" y="28399"/>
                  </a:lnTo>
                  <a:close/>
                </a:path>
                <a:path w="429259" h="79375">
                  <a:moveTo>
                    <a:pt x="419042" y="28399"/>
                  </a:moveTo>
                  <a:lnTo>
                    <a:pt x="89445" y="28399"/>
                  </a:lnTo>
                  <a:lnTo>
                    <a:pt x="78993" y="38183"/>
                  </a:lnTo>
                  <a:lnTo>
                    <a:pt x="90804" y="49951"/>
                  </a:lnTo>
                  <a:lnTo>
                    <a:pt x="419042" y="49951"/>
                  </a:lnTo>
                  <a:lnTo>
                    <a:pt x="424017" y="47490"/>
                  </a:lnTo>
                  <a:lnTo>
                    <a:pt x="428792" y="42588"/>
                  </a:lnTo>
                  <a:lnTo>
                    <a:pt x="428792" y="35742"/>
                  </a:lnTo>
                  <a:lnTo>
                    <a:pt x="426405" y="30840"/>
                  </a:lnTo>
                  <a:lnTo>
                    <a:pt x="424017" y="30840"/>
                  </a:lnTo>
                  <a:lnTo>
                    <a:pt x="419042" y="28399"/>
                  </a:lnTo>
                  <a:close/>
                </a:path>
              </a:pathLst>
            </a:custGeom>
            <a:solidFill>
              <a:srgbClr val="000000"/>
            </a:solidFill>
          </p:spPr>
          <p:txBody>
            <a:bodyPr wrap="square" lIns="0" tIns="0" rIns="0" bIns="0" rtlCol="0"/>
            <a:lstStyle/>
            <a:p/>
          </p:txBody>
        </p:sp>
        <p:sp>
          <p:nvSpPr>
            <p:cNvPr id="49" name="object 49" descr=""/>
            <p:cNvSpPr/>
            <p:nvPr/>
          </p:nvSpPr>
          <p:spPr>
            <a:xfrm>
              <a:off x="8935306" y="5805707"/>
              <a:ext cx="429259" cy="79375"/>
            </a:xfrm>
            <a:custGeom>
              <a:avLst/>
              <a:gdLst/>
              <a:ahLst/>
              <a:cxnLst/>
              <a:rect l="l" t="t" r="r" b="b"/>
              <a:pathLst>
                <a:path w="429259" h="79375">
                  <a:moveTo>
                    <a:pt x="419042" y="49951"/>
                  </a:moveTo>
                  <a:lnTo>
                    <a:pt x="78993" y="49951"/>
                  </a:lnTo>
                  <a:lnTo>
                    <a:pt x="76406" y="47490"/>
                  </a:lnTo>
                  <a:lnTo>
                    <a:pt x="72029" y="45049"/>
                  </a:lnTo>
                  <a:lnTo>
                    <a:pt x="72029" y="42588"/>
                  </a:lnTo>
                  <a:lnTo>
                    <a:pt x="69641" y="38183"/>
                  </a:lnTo>
                  <a:lnTo>
                    <a:pt x="72029" y="35742"/>
                  </a:lnTo>
                  <a:lnTo>
                    <a:pt x="72029" y="30840"/>
                  </a:lnTo>
                  <a:lnTo>
                    <a:pt x="76406" y="30840"/>
                  </a:lnTo>
                  <a:lnTo>
                    <a:pt x="78993" y="28399"/>
                  </a:lnTo>
                  <a:lnTo>
                    <a:pt x="419042" y="28399"/>
                  </a:lnTo>
                  <a:lnTo>
                    <a:pt x="424017" y="30840"/>
                  </a:lnTo>
                  <a:lnTo>
                    <a:pt x="426405" y="30840"/>
                  </a:lnTo>
                  <a:lnTo>
                    <a:pt x="428792" y="35742"/>
                  </a:lnTo>
                  <a:lnTo>
                    <a:pt x="428792" y="38183"/>
                  </a:lnTo>
                  <a:lnTo>
                    <a:pt x="428792" y="42588"/>
                  </a:lnTo>
                  <a:lnTo>
                    <a:pt x="426405" y="45049"/>
                  </a:lnTo>
                  <a:lnTo>
                    <a:pt x="424017" y="47490"/>
                  </a:lnTo>
                  <a:lnTo>
                    <a:pt x="419042" y="49951"/>
                  </a:lnTo>
                  <a:close/>
                </a:path>
                <a:path w="429259" h="79375">
                  <a:moveTo>
                    <a:pt x="78993" y="38183"/>
                  </a:moveTo>
                  <a:lnTo>
                    <a:pt x="119783" y="78827"/>
                  </a:lnTo>
                  <a:lnTo>
                    <a:pt x="0" y="38183"/>
                  </a:lnTo>
                  <a:lnTo>
                    <a:pt x="119783" y="0"/>
                  </a:lnTo>
                  <a:lnTo>
                    <a:pt x="78993" y="38183"/>
                  </a:lnTo>
                  <a:close/>
                </a:path>
              </a:pathLst>
            </a:custGeom>
            <a:ln w="3175">
              <a:solidFill>
                <a:srgbClr val="000000"/>
              </a:solidFill>
            </a:ln>
          </p:spPr>
          <p:txBody>
            <a:bodyPr wrap="square" lIns="0" tIns="0" rIns="0" bIns="0" rtlCol="0"/>
            <a:lstStyle/>
            <a:p/>
          </p:txBody>
        </p:sp>
        <p:sp>
          <p:nvSpPr>
            <p:cNvPr id="50" name="object 50" descr=""/>
            <p:cNvSpPr/>
            <p:nvPr/>
          </p:nvSpPr>
          <p:spPr>
            <a:xfrm>
              <a:off x="3696195" y="3672785"/>
              <a:ext cx="81915" cy="505459"/>
            </a:xfrm>
            <a:custGeom>
              <a:avLst/>
              <a:gdLst/>
              <a:ahLst/>
              <a:cxnLst/>
              <a:rect l="l" t="t" r="r" b="b"/>
              <a:pathLst>
                <a:path w="81914" h="505460">
                  <a:moveTo>
                    <a:pt x="31537" y="385007"/>
                  </a:moveTo>
                  <a:lnTo>
                    <a:pt x="0" y="385007"/>
                  </a:lnTo>
                  <a:lnTo>
                    <a:pt x="40909" y="504875"/>
                  </a:lnTo>
                  <a:lnTo>
                    <a:pt x="71997" y="413783"/>
                  </a:lnTo>
                  <a:lnTo>
                    <a:pt x="35974" y="413783"/>
                  </a:lnTo>
                  <a:lnTo>
                    <a:pt x="33507" y="411402"/>
                  </a:lnTo>
                  <a:lnTo>
                    <a:pt x="31537" y="409020"/>
                  </a:lnTo>
                  <a:lnTo>
                    <a:pt x="31537" y="385007"/>
                  </a:lnTo>
                  <a:close/>
                </a:path>
                <a:path w="81914" h="505460">
                  <a:moveTo>
                    <a:pt x="45824" y="0"/>
                  </a:moveTo>
                  <a:lnTo>
                    <a:pt x="35974" y="0"/>
                  </a:lnTo>
                  <a:lnTo>
                    <a:pt x="33507" y="2579"/>
                  </a:lnTo>
                  <a:lnTo>
                    <a:pt x="31537" y="7342"/>
                  </a:lnTo>
                  <a:lnTo>
                    <a:pt x="31537" y="409020"/>
                  </a:lnTo>
                  <a:lnTo>
                    <a:pt x="33507" y="411402"/>
                  </a:lnTo>
                  <a:lnTo>
                    <a:pt x="35974" y="413783"/>
                  </a:lnTo>
                  <a:lnTo>
                    <a:pt x="45824" y="413783"/>
                  </a:lnTo>
                  <a:lnTo>
                    <a:pt x="48291" y="411402"/>
                  </a:lnTo>
                  <a:lnTo>
                    <a:pt x="50261" y="409020"/>
                  </a:lnTo>
                  <a:lnTo>
                    <a:pt x="50261" y="7342"/>
                  </a:lnTo>
                  <a:lnTo>
                    <a:pt x="48291" y="2579"/>
                  </a:lnTo>
                  <a:lnTo>
                    <a:pt x="45824" y="0"/>
                  </a:lnTo>
                  <a:close/>
                </a:path>
                <a:path w="81914" h="505460">
                  <a:moveTo>
                    <a:pt x="81818" y="385007"/>
                  </a:moveTo>
                  <a:lnTo>
                    <a:pt x="50261" y="385007"/>
                  </a:lnTo>
                  <a:lnTo>
                    <a:pt x="50261" y="409020"/>
                  </a:lnTo>
                  <a:lnTo>
                    <a:pt x="48291" y="411402"/>
                  </a:lnTo>
                  <a:lnTo>
                    <a:pt x="45824" y="413783"/>
                  </a:lnTo>
                  <a:lnTo>
                    <a:pt x="71997" y="413783"/>
                  </a:lnTo>
                  <a:lnTo>
                    <a:pt x="81818" y="385007"/>
                  </a:lnTo>
                  <a:close/>
                </a:path>
              </a:pathLst>
            </a:custGeom>
            <a:solidFill>
              <a:srgbClr val="000000"/>
            </a:solidFill>
          </p:spPr>
          <p:txBody>
            <a:bodyPr wrap="square" lIns="0" tIns="0" rIns="0" bIns="0" rtlCol="0"/>
            <a:lstStyle/>
            <a:p/>
          </p:txBody>
        </p:sp>
        <p:sp>
          <p:nvSpPr>
            <p:cNvPr id="51" name="object 51" descr=""/>
            <p:cNvSpPr/>
            <p:nvPr/>
          </p:nvSpPr>
          <p:spPr>
            <a:xfrm>
              <a:off x="3696195" y="3672785"/>
              <a:ext cx="81915" cy="505459"/>
            </a:xfrm>
            <a:custGeom>
              <a:avLst/>
              <a:gdLst/>
              <a:ahLst/>
              <a:cxnLst/>
              <a:rect l="l" t="t" r="r" b="b"/>
              <a:pathLst>
                <a:path w="81914" h="505460">
                  <a:moveTo>
                    <a:pt x="50261" y="9922"/>
                  </a:moveTo>
                  <a:lnTo>
                    <a:pt x="50261" y="404456"/>
                  </a:lnTo>
                  <a:lnTo>
                    <a:pt x="50261" y="409020"/>
                  </a:lnTo>
                  <a:lnTo>
                    <a:pt x="48291" y="411402"/>
                  </a:lnTo>
                  <a:lnTo>
                    <a:pt x="45824" y="413783"/>
                  </a:lnTo>
                  <a:lnTo>
                    <a:pt x="40909" y="413783"/>
                  </a:lnTo>
                  <a:lnTo>
                    <a:pt x="35974" y="413783"/>
                  </a:lnTo>
                  <a:lnTo>
                    <a:pt x="33507" y="411402"/>
                  </a:lnTo>
                  <a:lnTo>
                    <a:pt x="31537" y="409020"/>
                  </a:lnTo>
                  <a:lnTo>
                    <a:pt x="31537" y="404456"/>
                  </a:lnTo>
                  <a:lnTo>
                    <a:pt x="31537" y="9922"/>
                  </a:lnTo>
                  <a:lnTo>
                    <a:pt x="31537" y="7342"/>
                  </a:lnTo>
                  <a:lnTo>
                    <a:pt x="33507" y="2579"/>
                  </a:lnTo>
                  <a:lnTo>
                    <a:pt x="35974" y="0"/>
                  </a:lnTo>
                  <a:lnTo>
                    <a:pt x="40909" y="0"/>
                  </a:lnTo>
                  <a:lnTo>
                    <a:pt x="45824" y="0"/>
                  </a:lnTo>
                  <a:lnTo>
                    <a:pt x="48291" y="2579"/>
                  </a:lnTo>
                  <a:lnTo>
                    <a:pt x="50261" y="7342"/>
                  </a:lnTo>
                  <a:lnTo>
                    <a:pt x="50261" y="9922"/>
                  </a:lnTo>
                  <a:close/>
                </a:path>
                <a:path w="81914" h="505460">
                  <a:moveTo>
                    <a:pt x="81818" y="385007"/>
                  </a:moveTo>
                  <a:lnTo>
                    <a:pt x="40909" y="504875"/>
                  </a:lnTo>
                  <a:lnTo>
                    <a:pt x="0" y="385007"/>
                  </a:lnTo>
                  <a:lnTo>
                    <a:pt x="81818" y="385007"/>
                  </a:lnTo>
                  <a:close/>
                </a:path>
              </a:pathLst>
            </a:custGeom>
            <a:ln w="3175">
              <a:solidFill>
                <a:srgbClr val="000000"/>
              </a:solidFill>
            </a:ln>
          </p:spPr>
          <p:txBody>
            <a:bodyPr wrap="square" lIns="0" tIns="0" rIns="0" bIns="0" rtlCol="0"/>
            <a:lstStyle/>
            <a:p/>
          </p:txBody>
        </p:sp>
        <p:sp>
          <p:nvSpPr>
            <p:cNvPr id="52" name="object 52" descr=""/>
            <p:cNvSpPr/>
            <p:nvPr/>
          </p:nvSpPr>
          <p:spPr>
            <a:xfrm>
              <a:off x="6043790" y="3672785"/>
              <a:ext cx="81915" cy="505459"/>
            </a:xfrm>
            <a:custGeom>
              <a:avLst/>
              <a:gdLst/>
              <a:ahLst/>
              <a:cxnLst/>
              <a:rect l="l" t="t" r="r" b="b"/>
              <a:pathLst>
                <a:path w="81914" h="505460">
                  <a:moveTo>
                    <a:pt x="31438" y="385007"/>
                  </a:moveTo>
                  <a:lnTo>
                    <a:pt x="0" y="385007"/>
                  </a:lnTo>
                  <a:lnTo>
                    <a:pt x="40790" y="504875"/>
                  </a:lnTo>
                  <a:lnTo>
                    <a:pt x="71938" y="413783"/>
                  </a:lnTo>
                  <a:lnTo>
                    <a:pt x="36014" y="413783"/>
                  </a:lnTo>
                  <a:lnTo>
                    <a:pt x="34024" y="411402"/>
                  </a:lnTo>
                  <a:lnTo>
                    <a:pt x="31438" y="409020"/>
                  </a:lnTo>
                  <a:lnTo>
                    <a:pt x="31438" y="385007"/>
                  </a:lnTo>
                  <a:close/>
                </a:path>
                <a:path w="81914" h="505460">
                  <a:moveTo>
                    <a:pt x="45764" y="0"/>
                  </a:moveTo>
                  <a:lnTo>
                    <a:pt x="36014" y="0"/>
                  </a:lnTo>
                  <a:lnTo>
                    <a:pt x="34024" y="2579"/>
                  </a:lnTo>
                  <a:lnTo>
                    <a:pt x="31438" y="7342"/>
                  </a:lnTo>
                  <a:lnTo>
                    <a:pt x="31438" y="409020"/>
                  </a:lnTo>
                  <a:lnTo>
                    <a:pt x="34024" y="411402"/>
                  </a:lnTo>
                  <a:lnTo>
                    <a:pt x="36014" y="413783"/>
                  </a:lnTo>
                  <a:lnTo>
                    <a:pt x="45764" y="413783"/>
                  </a:lnTo>
                  <a:lnTo>
                    <a:pt x="48152" y="411402"/>
                  </a:lnTo>
                  <a:lnTo>
                    <a:pt x="50738" y="409020"/>
                  </a:lnTo>
                  <a:lnTo>
                    <a:pt x="50738" y="7342"/>
                  </a:lnTo>
                  <a:lnTo>
                    <a:pt x="48152" y="2579"/>
                  </a:lnTo>
                  <a:lnTo>
                    <a:pt x="45764" y="0"/>
                  </a:lnTo>
                  <a:close/>
                </a:path>
                <a:path w="81914" h="505460">
                  <a:moveTo>
                    <a:pt x="81779" y="385007"/>
                  </a:moveTo>
                  <a:lnTo>
                    <a:pt x="50738" y="385007"/>
                  </a:lnTo>
                  <a:lnTo>
                    <a:pt x="50738" y="409020"/>
                  </a:lnTo>
                  <a:lnTo>
                    <a:pt x="48152" y="411402"/>
                  </a:lnTo>
                  <a:lnTo>
                    <a:pt x="45764" y="413783"/>
                  </a:lnTo>
                  <a:lnTo>
                    <a:pt x="71938" y="413783"/>
                  </a:lnTo>
                  <a:lnTo>
                    <a:pt x="81779" y="385007"/>
                  </a:lnTo>
                  <a:close/>
                </a:path>
              </a:pathLst>
            </a:custGeom>
            <a:solidFill>
              <a:srgbClr val="000000"/>
            </a:solidFill>
          </p:spPr>
          <p:txBody>
            <a:bodyPr wrap="square" lIns="0" tIns="0" rIns="0" bIns="0" rtlCol="0"/>
            <a:lstStyle/>
            <a:p/>
          </p:txBody>
        </p:sp>
        <p:sp>
          <p:nvSpPr>
            <p:cNvPr id="53" name="object 53" descr=""/>
            <p:cNvSpPr/>
            <p:nvPr/>
          </p:nvSpPr>
          <p:spPr>
            <a:xfrm>
              <a:off x="6043790" y="3672785"/>
              <a:ext cx="81915" cy="505459"/>
            </a:xfrm>
            <a:custGeom>
              <a:avLst/>
              <a:gdLst/>
              <a:ahLst/>
              <a:cxnLst/>
              <a:rect l="l" t="t" r="r" b="b"/>
              <a:pathLst>
                <a:path w="81914" h="505460">
                  <a:moveTo>
                    <a:pt x="50738" y="9922"/>
                  </a:moveTo>
                  <a:lnTo>
                    <a:pt x="50738" y="404456"/>
                  </a:lnTo>
                  <a:lnTo>
                    <a:pt x="50738" y="409020"/>
                  </a:lnTo>
                  <a:lnTo>
                    <a:pt x="48152" y="411402"/>
                  </a:lnTo>
                  <a:lnTo>
                    <a:pt x="45764" y="413783"/>
                  </a:lnTo>
                  <a:lnTo>
                    <a:pt x="40790" y="413783"/>
                  </a:lnTo>
                  <a:lnTo>
                    <a:pt x="36014" y="413783"/>
                  </a:lnTo>
                  <a:lnTo>
                    <a:pt x="34024" y="411402"/>
                  </a:lnTo>
                  <a:lnTo>
                    <a:pt x="31438" y="409020"/>
                  </a:lnTo>
                  <a:lnTo>
                    <a:pt x="31438" y="404456"/>
                  </a:lnTo>
                  <a:lnTo>
                    <a:pt x="31438" y="9922"/>
                  </a:lnTo>
                  <a:lnTo>
                    <a:pt x="31438" y="7342"/>
                  </a:lnTo>
                  <a:lnTo>
                    <a:pt x="34024" y="2579"/>
                  </a:lnTo>
                  <a:lnTo>
                    <a:pt x="36014" y="0"/>
                  </a:lnTo>
                  <a:lnTo>
                    <a:pt x="40790" y="0"/>
                  </a:lnTo>
                  <a:lnTo>
                    <a:pt x="45764" y="0"/>
                  </a:lnTo>
                  <a:lnTo>
                    <a:pt x="48152" y="2579"/>
                  </a:lnTo>
                  <a:lnTo>
                    <a:pt x="50738" y="7342"/>
                  </a:lnTo>
                  <a:lnTo>
                    <a:pt x="50738" y="9922"/>
                  </a:lnTo>
                  <a:close/>
                </a:path>
                <a:path w="81914" h="505460">
                  <a:moveTo>
                    <a:pt x="81779" y="385007"/>
                  </a:moveTo>
                  <a:lnTo>
                    <a:pt x="40790" y="504875"/>
                  </a:lnTo>
                  <a:lnTo>
                    <a:pt x="0" y="385007"/>
                  </a:lnTo>
                  <a:lnTo>
                    <a:pt x="81779" y="385007"/>
                  </a:lnTo>
                  <a:close/>
                </a:path>
              </a:pathLst>
            </a:custGeom>
            <a:ln w="3175">
              <a:solidFill>
                <a:srgbClr val="000000"/>
              </a:solidFill>
            </a:ln>
          </p:spPr>
          <p:txBody>
            <a:bodyPr wrap="square" lIns="0" tIns="0" rIns="0" bIns="0" rtlCol="0"/>
            <a:lstStyle/>
            <a:p/>
          </p:txBody>
        </p:sp>
        <p:sp>
          <p:nvSpPr>
            <p:cNvPr id="54" name="object 54" descr=""/>
            <p:cNvSpPr/>
            <p:nvPr/>
          </p:nvSpPr>
          <p:spPr>
            <a:xfrm>
              <a:off x="8391307" y="3672785"/>
              <a:ext cx="81915" cy="505459"/>
            </a:xfrm>
            <a:custGeom>
              <a:avLst/>
              <a:gdLst/>
              <a:ahLst/>
              <a:cxnLst/>
              <a:rect l="l" t="t" r="r" b="b"/>
              <a:pathLst>
                <a:path w="81915" h="505460">
                  <a:moveTo>
                    <a:pt x="31438" y="385007"/>
                  </a:moveTo>
                  <a:lnTo>
                    <a:pt x="0" y="385007"/>
                  </a:lnTo>
                  <a:lnTo>
                    <a:pt x="40790" y="504875"/>
                  </a:lnTo>
                  <a:lnTo>
                    <a:pt x="71938" y="413783"/>
                  </a:lnTo>
                  <a:lnTo>
                    <a:pt x="36014" y="413783"/>
                  </a:lnTo>
                  <a:lnTo>
                    <a:pt x="34024" y="411402"/>
                  </a:lnTo>
                  <a:lnTo>
                    <a:pt x="31438" y="409020"/>
                  </a:lnTo>
                  <a:lnTo>
                    <a:pt x="31438" y="385007"/>
                  </a:lnTo>
                  <a:close/>
                </a:path>
                <a:path w="81915" h="505460">
                  <a:moveTo>
                    <a:pt x="45764" y="0"/>
                  </a:moveTo>
                  <a:lnTo>
                    <a:pt x="36014" y="0"/>
                  </a:lnTo>
                  <a:lnTo>
                    <a:pt x="34024" y="2579"/>
                  </a:lnTo>
                  <a:lnTo>
                    <a:pt x="31438" y="7342"/>
                  </a:lnTo>
                  <a:lnTo>
                    <a:pt x="31438" y="409020"/>
                  </a:lnTo>
                  <a:lnTo>
                    <a:pt x="34024" y="411402"/>
                  </a:lnTo>
                  <a:lnTo>
                    <a:pt x="36014" y="413783"/>
                  </a:lnTo>
                  <a:lnTo>
                    <a:pt x="45764" y="413783"/>
                  </a:lnTo>
                  <a:lnTo>
                    <a:pt x="48351" y="411402"/>
                  </a:lnTo>
                  <a:lnTo>
                    <a:pt x="50738" y="409020"/>
                  </a:lnTo>
                  <a:lnTo>
                    <a:pt x="50738" y="7342"/>
                  </a:lnTo>
                  <a:lnTo>
                    <a:pt x="48351" y="2579"/>
                  </a:lnTo>
                  <a:lnTo>
                    <a:pt x="45764" y="0"/>
                  </a:lnTo>
                  <a:close/>
                </a:path>
                <a:path w="81915" h="505460">
                  <a:moveTo>
                    <a:pt x="81779" y="385007"/>
                  </a:moveTo>
                  <a:lnTo>
                    <a:pt x="50738" y="385007"/>
                  </a:lnTo>
                  <a:lnTo>
                    <a:pt x="50738" y="409020"/>
                  </a:lnTo>
                  <a:lnTo>
                    <a:pt x="48351" y="411402"/>
                  </a:lnTo>
                  <a:lnTo>
                    <a:pt x="45764" y="413783"/>
                  </a:lnTo>
                  <a:lnTo>
                    <a:pt x="71938" y="413783"/>
                  </a:lnTo>
                  <a:lnTo>
                    <a:pt x="81779" y="385007"/>
                  </a:lnTo>
                  <a:close/>
                </a:path>
              </a:pathLst>
            </a:custGeom>
            <a:solidFill>
              <a:srgbClr val="000000"/>
            </a:solidFill>
          </p:spPr>
          <p:txBody>
            <a:bodyPr wrap="square" lIns="0" tIns="0" rIns="0" bIns="0" rtlCol="0"/>
            <a:lstStyle/>
            <a:p/>
          </p:txBody>
        </p:sp>
        <p:sp>
          <p:nvSpPr>
            <p:cNvPr id="55" name="object 55" descr=""/>
            <p:cNvSpPr/>
            <p:nvPr/>
          </p:nvSpPr>
          <p:spPr>
            <a:xfrm>
              <a:off x="8391307" y="3672785"/>
              <a:ext cx="81915" cy="505459"/>
            </a:xfrm>
            <a:custGeom>
              <a:avLst/>
              <a:gdLst/>
              <a:ahLst/>
              <a:cxnLst/>
              <a:rect l="l" t="t" r="r" b="b"/>
              <a:pathLst>
                <a:path w="81915" h="505460">
                  <a:moveTo>
                    <a:pt x="50738" y="9922"/>
                  </a:moveTo>
                  <a:lnTo>
                    <a:pt x="50738" y="404456"/>
                  </a:lnTo>
                  <a:lnTo>
                    <a:pt x="50738" y="409020"/>
                  </a:lnTo>
                  <a:lnTo>
                    <a:pt x="48351" y="411402"/>
                  </a:lnTo>
                  <a:lnTo>
                    <a:pt x="45764" y="413783"/>
                  </a:lnTo>
                  <a:lnTo>
                    <a:pt x="40790" y="413783"/>
                  </a:lnTo>
                  <a:lnTo>
                    <a:pt x="36014" y="413783"/>
                  </a:lnTo>
                  <a:lnTo>
                    <a:pt x="34024" y="411402"/>
                  </a:lnTo>
                  <a:lnTo>
                    <a:pt x="31438" y="409020"/>
                  </a:lnTo>
                  <a:lnTo>
                    <a:pt x="31438" y="404456"/>
                  </a:lnTo>
                  <a:lnTo>
                    <a:pt x="31438" y="9922"/>
                  </a:lnTo>
                  <a:lnTo>
                    <a:pt x="31438" y="7342"/>
                  </a:lnTo>
                  <a:lnTo>
                    <a:pt x="34024" y="2579"/>
                  </a:lnTo>
                  <a:lnTo>
                    <a:pt x="36014" y="0"/>
                  </a:lnTo>
                  <a:lnTo>
                    <a:pt x="40790" y="0"/>
                  </a:lnTo>
                  <a:lnTo>
                    <a:pt x="45764" y="0"/>
                  </a:lnTo>
                  <a:lnTo>
                    <a:pt x="48351" y="2579"/>
                  </a:lnTo>
                  <a:lnTo>
                    <a:pt x="50738" y="7342"/>
                  </a:lnTo>
                  <a:lnTo>
                    <a:pt x="50738" y="9922"/>
                  </a:lnTo>
                  <a:close/>
                </a:path>
                <a:path w="81915" h="505460">
                  <a:moveTo>
                    <a:pt x="81779" y="385007"/>
                  </a:moveTo>
                  <a:lnTo>
                    <a:pt x="40790" y="504875"/>
                  </a:lnTo>
                  <a:lnTo>
                    <a:pt x="0" y="385007"/>
                  </a:lnTo>
                  <a:lnTo>
                    <a:pt x="81779" y="385007"/>
                  </a:lnTo>
                  <a:close/>
                </a:path>
              </a:pathLst>
            </a:custGeom>
            <a:ln w="3175">
              <a:solidFill>
                <a:srgbClr val="000000"/>
              </a:solidFill>
            </a:ln>
          </p:spPr>
          <p:txBody>
            <a:bodyPr wrap="square" lIns="0" tIns="0" rIns="0" bIns="0" rtlCol="0"/>
            <a:lstStyle/>
            <a:p/>
          </p:txBody>
        </p:sp>
        <p:sp>
          <p:nvSpPr>
            <p:cNvPr id="56" name="object 56" descr=""/>
            <p:cNvSpPr/>
            <p:nvPr/>
          </p:nvSpPr>
          <p:spPr>
            <a:xfrm>
              <a:off x="8894516" y="3457856"/>
              <a:ext cx="429259" cy="79375"/>
            </a:xfrm>
            <a:custGeom>
              <a:avLst/>
              <a:gdLst/>
              <a:ahLst/>
              <a:cxnLst/>
              <a:rect l="l" t="t" r="r" b="b"/>
              <a:pathLst>
                <a:path w="429259" h="79375">
                  <a:moveTo>
                    <a:pt x="119783" y="0"/>
                  </a:moveTo>
                  <a:lnTo>
                    <a:pt x="0" y="40683"/>
                  </a:lnTo>
                  <a:lnTo>
                    <a:pt x="119783" y="78986"/>
                  </a:lnTo>
                  <a:lnTo>
                    <a:pt x="89646" y="50408"/>
                  </a:lnTo>
                  <a:lnTo>
                    <a:pt x="74416" y="50408"/>
                  </a:lnTo>
                  <a:lnTo>
                    <a:pt x="72029" y="48026"/>
                  </a:lnTo>
                  <a:lnTo>
                    <a:pt x="69442" y="43065"/>
                  </a:lnTo>
                  <a:lnTo>
                    <a:pt x="69442" y="35722"/>
                  </a:lnTo>
                  <a:lnTo>
                    <a:pt x="72029" y="33340"/>
                  </a:lnTo>
                  <a:lnTo>
                    <a:pt x="74416" y="30959"/>
                  </a:lnTo>
                  <a:lnTo>
                    <a:pt x="89046" y="30959"/>
                  </a:lnTo>
                  <a:lnTo>
                    <a:pt x="119783" y="0"/>
                  </a:lnTo>
                  <a:close/>
                </a:path>
                <a:path w="429259" h="79375">
                  <a:moveTo>
                    <a:pt x="89046" y="30959"/>
                  </a:moveTo>
                  <a:lnTo>
                    <a:pt x="74416" y="30959"/>
                  </a:lnTo>
                  <a:lnTo>
                    <a:pt x="72029" y="33340"/>
                  </a:lnTo>
                  <a:lnTo>
                    <a:pt x="69442" y="35722"/>
                  </a:lnTo>
                  <a:lnTo>
                    <a:pt x="69442" y="43065"/>
                  </a:lnTo>
                  <a:lnTo>
                    <a:pt x="72029" y="48026"/>
                  </a:lnTo>
                  <a:lnTo>
                    <a:pt x="74416" y="50408"/>
                  </a:lnTo>
                  <a:lnTo>
                    <a:pt x="89646" y="50408"/>
                  </a:lnTo>
                  <a:lnTo>
                    <a:pt x="79391" y="40683"/>
                  </a:lnTo>
                  <a:lnTo>
                    <a:pt x="89046" y="30959"/>
                  </a:lnTo>
                  <a:close/>
                </a:path>
                <a:path w="429259" h="79375">
                  <a:moveTo>
                    <a:pt x="421828" y="30959"/>
                  </a:moveTo>
                  <a:lnTo>
                    <a:pt x="89046" y="30959"/>
                  </a:lnTo>
                  <a:lnTo>
                    <a:pt x="79391" y="40683"/>
                  </a:lnTo>
                  <a:lnTo>
                    <a:pt x="89646" y="50408"/>
                  </a:lnTo>
                  <a:lnTo>
                    <a:pt x="421828" y="50408"/>
                  </a:lnTo>
                  <a:lnTo>
                    <a:pt x="426405" y="48026"/>
                  </a:lnTo>
                  <a:lnTo>
                    <a:pt x="426405" y="43065"/>
                  </a:lnTo>
                  <a:lnTo>
                    <a:pt x="428792" y="40683"/>
                  </a:lnTo>
                  <a:lnTo>
                    <a:pt x="426405" y="35722"/>
                  </a:lnTo>
                  <a:lnTo>
                    <a:pt x="426405" y="33340"/>
                  </a:lnTo>
                  <a:lnTo>
                    <a:pt x="421828" y="30959"/>
                  </a:lnTo>
                  <a:close/>
                </a:path>
              </a:pathLst>
            </a:custGeom>
            <a:solidFill>
              <a:srgbClr val="000000"/>
            </a:solidFill>
          </p:spPr>
          <p:txBody>
            <a:bodyPr wrap="square" lIns="0" tIns="0" rIns="0" bIns="0" rtlCol="0"/>
            <a:lstStyle/>
            <a:p/>
          </p:txBody>
        </p:sp>
        <p:sp>
          <p:nvSpPr>
            <p:cNvPr id="57" name="object 57" descr=""/>
            <p:cNvSpPr/>
            <p:nvPr/>
          </p:nvSpPr>
          <p:spPr>
            <a:xfrm>
              <a:off x="8894516" y="3457856"/>
              <a:ext cx="429259" cy="79375"/>
            </a:xfrm>
            <a:custGeom>
              <a:avLst/>
              <a:gdLst/>
              <a:ahLst/>
              <a:cxnLst/>
              <a:rect l="l" t="t" r="r" b="b"/>
              <a:pathLst>
                <a:path w="429259" h="79375">
                  <a:moveTo>
                    <a:pt x="419440" y="50408"/>
                  </a:moveTo>
                  <a:lnTo>
                    <a:pt x="79391" y="50408"/>
                  </a:lnTo>
                  <a:lnTo>
                    <a:pt x="74416" y="50408"/>
                  </a:lnTo>
                  <a:lnTo>
                    <a:pt x="72029" y="48026"/>
                  </a:lnTo>
                  <a:lnTo>
                    <a:pt x="69442" y="43065"/>
                  </a:lnTo>
                  <a:lnTo>
                    <a:pt x="69442" y="40683"/>
                  </a:lnTo>
                  <a:lnTo>
                    <a:pt x="69442" y="35722"/>
                  </a:lnTo>
                  <a:lnTo>
                    <a:pt x="72029" y="33340"/>
                  </a:lnTo>
                  <a:lnTo>
                    <a:pt x="74416" y="30959"/>
                  </a:lnTo>
                  <a:lnTo>
                    <a:pt x="79391" y="30959"/>
                  </a:lnTo>
                  <a:lnTo>
                    <a:pt x="419440" y="30959"/>
                  </a:lnTo>
                  <a:lnTo>
                    <a:pt x="421828" y="30959"/>
                  </a:lnTo>
                  <a:lnTo>
                    <a:pt x="426405" y="33340"/>
                  </a:lnTo>
                  <a:lnTo>
                    <a:pt x="426405" y="35722"/>
                  </a:lnTo>
                  <a:lnTo>
                    <a:pt x="428792" y="40683"/>
                  </a:lnTo>
                  <a:lnTo>
                    <a:pt x="426405" y="43065"/>
                  </a:lnTo>
                  <a:lnTo>
                    <a:pt x="426405" y="48026"/>
                  </a:lnTo>
                  <a:lnTo>
                    <a:pt x="421828" y="50408"/>
                  </a:lnTo>
                  <a:lnTo>
                    <a:pt x="419440" y="50408"/>
                  </a:lnTo>
                  <a:close/>
                </a:path>
                <a:path w="429259" h="79375">
                  <a:moveTo>
                    <a:pt x="79391" y="40683"/>
                  </a:moveTo>
                  <a:lnTo>
                    <a:pt x="119783" y="78986"/>
                  </a:lnTo>
                  <a:lnTo>
                    <a:pt x="0" y="40683"/>
                  </a:lnTo>
                  <a:lnTo>
                    <a:pt x="119783" y="0"/>
                  </a:lnTo>
                  <a:lnTo>
                    <a:pt x="79391" y="40683"/>
                  </a:lnTo>
                  <a:close/>
                </a:path>
              </a:pathLst>
            </a:custGeom>
            <a:ln w="3175">
              <a:solidFill>
                <a:srgbClr val="000000"/>
              </a:solidFill>
            </a:ln>
          </p:spPr>
          <p:txBody>
            <a:bodyPr wrap="square" lIns="0" tIns="0" rIns="0" bIns="0" rtlCol="0"/>
            <a:lstStyle/>
            <a:p/>
          </p:txBody>
        </p:sp>
      </p:grpSp>
      <p:sp>
        <p:nvSpPr>
          <p:cNvPr id="58" name="object 58" descr=""/>
          <p:cNvSpPr txBox="1"/>
          <p:nvPr/>
        </p:nvSpPr>
        <p:spPr>
          <a:xfrm>
            <a:off x="7396798" y="4395452"/>
            <a:ext cx="2127250" cy="1584325"/>
          </a:xfrm>
          <a:prstGeom prst="rect">
            <a:avLst/>
          </a:prstGeom>
        </p:spPr>
        <p:txBody>
          <a:bodyPr wrap="square" lIns="0" tIns="14604" rIns="0" bIns="0" rtlCol="0" vert="horz">
            <a:spAutoFit/>
          </a:bodyPr>
          <a:lstStyle/>
          <a:p>
            <a:pPr marL="424180">
              <a:lnSpc>
                <a:spcPct val="100000"/>
              </a:lnSpc>
              <a:spcBef>
                <a:spcPts val="114"/>
              </a:spcBef>
            </a:pPr>
            <a:r>
              <a:rPr dirty="0" sz="1400">
                <a:latin typeface="Times New Roman"/>
                <a:cs typeface="Times New Roman"/>
              </a:rPr>
              <a:t>DADD</a:t>
            </a:r>
            <a:r>
              <a:rPr dirty="0" sz="1400" spc="5">
                <a:latin typeface="Times New Roman"/>
                <a:cs typeface="Times New Roman"/>
              </a:rPr>
              <a:t> </a:t>
            </a:r>
            <a:r>
              <a:rPr dirty="0" sz="1400" spc="-10">
                <a:latin typeface="Times New Roman"/>
                <a:cs typeface="Times New Roman"/>
              </a:rPr>
              <a:t>R1,R2,R3</a:t>
            </a:r>
            <a:endParaRPr sz="1400">
              <a:latin typeface="Times New Roman"/>
              <a:cs typeface="Times New Roman"/>
            </a:endParaRPr>
          </a:p>
          <a:p>
            <a:pPr marL="548005">
              <a:lnSpc>
                <a:spcPct val="100000"/>
              </a:lnSpc>
              <a:spcBef>
                <a:spcPts val="1240"/>
              </a:spcBef>
            </a:pPr>
            <a:r>
              <a:rPr dirty="0" sz="1400">
                <a:latin typeface="Times New Roman"/>
                <a:cs typeface="Times New Roman"/>
              </a:rPr>
              <a:t>if R1=0</a:t>
            </a:r>
            <a:r>
              <a:rPr dirty="0" sz="1400" spc="30">
                <a:latin typeface="Times New Roman"/>
                <a:cs typeface="Times New Roman"/>
              </a:rPr>
              <a:t> </a:t>
            </a:r>
            <a:r>
              <a:rPr dirty="0" sz="1400" spc="-20">
                <a:latin typeface="Times New Roman"/>
                <a:cs typeface="Times New Roman"/>
              </a:rPr>
              <a:t>then</a:t>
            </a: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844"/>
              </a:spcBef>
            </a:pPr>
            <a:endParaRPr sz="1400">
              <a:latin typeface="Times New Roman"/>
              <a:cs typeface="Times New Roman"/>
            </a:endParaRPr>
          </a:p>
          <a:p>
            <a:pPr algn="ctr" marL="187325">
              <a:lnSpc>
                <a:spcPct val="100000"/>
              </a:lnSpc>
            </a:pPr>
            <a:r>
              <a:rPr dirty="0" sz="1650" spc="-50">
                <a:latin typeface="宋体"/>
                <a:cs typeface="宋体"/>
              </a:rPr>
              <a:t>…</a:t>
            </a:r>
            <a:endParaRPr sz="1650">
              <a:latin typeface="宋体"/>
              <a:cs typeface="宋体"/>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p:nvPr/>
        </p:nvSpPr>
        <p:spPr>
          <a:xfrm>
            <a:off x="5591175" y="1220850"/>
            <a:ext cx="5905500" cy="3676650"/>
          </a:xfrm>
          <a:custGeom>
            <a:avLst/>
            <a:gdLst/>
            <a:ahLst/>
            <a:cxnLst/>
            <a:rect l="l" t="t" r="r" b="b"/>
            <a:pathLst>
              <a:path w="5905500" h="3676650">
                <a:moveTo>
                  <a:pt x="5905500" y="0"/>
                </a:moveTo>
                <a:lnTo>
                  <a:pt x="0" y="0"/>
                </a:lnTo>
                <a:lnTo>
                  <a:pt x="0" y="3676650"/>
                </a:lnTo>
                <a:lnTo>
                  <a:pt x="5905500" y="3676650"/>
                </a:lnTo>
                <a:lnTo>
                  <a:pt x="5905500" y="0"/>
                </a:lnTo>
                <a:close/>
              </a:path>
            </a:pathLst>
          </a:custGeom>
          <a:solidFill>
            <a:srgbClr val="FFACFF"/>
          </a:solidFill>
        </p:spPr>
        <p:txBody>
          <a:bodyPr wrap="square" lIns="0" tIns="0" rIns="0" bIns="0" rtlCol="0"/>
          <a:lstStyle/>
          <a:p/>
        </p:txBody>
      </p:sp>
      <p:sp>
        <p:nvSpPr>
          <p:cNvPr id="10" name="object 10" descr=""/>
          <p:cNvSpPr txBox="1"/>
          <p:nvPr/>
        </p:nvSpPr>
        <p:spPr>
          <a:xfrm>
            <a:off x="5670550" y="1498219"/>
            <a:ext cx="5675630" cy="331787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D4D4D"/>
                </a:solidFill>
                <a:latin typeface="黑体"/>
                <a:cs typeface="黑体"/>
              </a:rPr>
              <a:t>原来的情况是</a:t>
            </a:r>
            <a:r>
              <a:rPr dirty="0" sz="2400" spc="-10">
                <a:solidFill>
                  <a:srgbClr val="4D4D4D"/>
                </a:solidFill>
                <a:latin typeface="Calibri"/>
                <a:cs typeface="Calibri"/>
              </a:rPr>
              <a:t>if</a:t>
            </a:r>
            <a:r>
              <a:rPr dirty="0" sz="2400">
                <a:solidFill>
                  <a:srgbClr val="4D4D4D"/>
                </a:solidFill>
                <a:latin typeface="黑体"/>
                <a:cs typeface="黑体"/>
              </a:rPr>
              <a:t>跳转成功则执行某条语句</a:t>
            </a:r>
            <a:r>
              <a:rPr dirty="0" sz="2400" spc="-50">
                <a:solidFill>
                  <a:srgbClr val="4D4D4D"/>
                </a:solidFill>
                <a:latin typeface="黑体"/>
                <a:cs typeface="黑体"/>
              </a:rPr>
              <a:t>（</a:t>
            </a:r>
            <a:endParaRPr sz="2400">
              <a:latin typeface="黑体"/>
              <a:cs typeface="黑体"/>
            </a:endParaRPr>
          </a:p>
          <a:p>
            <a:pPr marL="12700" marR="168275">
              <a:lnSpc>
                <a:spcPts val="5760"/>
              </a:lnSpc>
              <a:spcBef>
                <a:spcPts val="670"/>
              </a:spcBef>
            </a:pPr>
            <a:r>
              <a:rPr dirty="0" sz="2400">
                <a:solidFill>
                  <a:srgbClr val="4D4D4D"/>
                </a:solidFill>
                <a:latin typeface="黑体"/>
                <a:cs typeface="黑体"/>
              </a:rPr>
              <a:t>即箭头指向），而前面的</a:t>
            </a:r>
            <a:r>
              <a:rPr dirty="0" sz="2400" spc="-10">
                <a:solidFill>
                  <a:srgbClr val="4D4D4D"/>
                </a:solidFill>
                <a:latin typeface="Calibri"/>
                <a:cs typeface="Calibri"/>
              </a:rPr>
              <a:t>DADDd</a:t>
            </a:r>
            <a:r>
              <a:rPr dirty="0" sz="2400" spc="-15">
                <a:solidFill>
                  <a:srgbClr val="4D4D4D"/>
                </a:solidFill>
                <a:latin typeface="黑体"/>
                <a:cs typeface="黑体"/>
              </a:rPr>
              <a:t>指令与分</a:t>
            </a:r>
            <a:r>
              <a:rPr dirty="0" sz="2400" spc="-5">
                <a:solidFill>
                  <a:srgbClr val="4D4D4D"/>
                </a:solidFill>
                <a:latin typeface="黑体"/>
                <a:cs typeface="黑体"/>
              </a:rPr>
              <a:t>支无任何关系，那么此时将其放入延迟槽</a:t>
            </a:r>
            <a:endParaRPr sz="2400">
              <a:latin typeface="黑体"/>
              <a:cs typeface="黑体"/>
            </a:endParaRPr>
          </a:p>
          <a:p>
            <a:pPr marL="12700" marR="168275">
              <a:lnSpc>
                <a:spcPts val="5760"/>
              </a:lnSpc>
            </a:pPr>
            <a:r>
              <a:rPr dirty="0" sz="2400">
                <a:solidFill>
                  <a:srgbClr val="4D4D4D"/>
                </a:solidFill>
                <a:latin typeface="黑体"/>
                <a:cs typeface="黑体"/>
              </a:rPr>
              <a:t>（</a:t>
            </a:r>
            <a:r>
              <a:rPr dirty="0" sz="2400" spc="-5">
                <a:solidFill>
                  <a:srgbClr val="4D4D4D"/>
                </a:solidFill>
                <a:latin typeface="黑体"/>
                <a:cs typeface="黑体"/>
              </a:rPr>
              <a:t>要记得，无论分支预测如何，都要执行</a:t>
            </a:r>
            <a:r>
              <a:rPr dirty="0" sz="2400">
                <a:solidFill>
                  <a:srgbClr val="4D4D4D"/>
                </a:solidFill>
                <a:latin typeface="黑体"/>
                <a:cs typeface="黑体"/>
              </a:rPr>
              <a:t>延迟槽指令，且是在</a:t>
            </a:r>
            <a:r>
              <a:rPr dirty="0" sz="2400" spc="-20">
                <a:solidFill>
                  <a:srgbClr val="4D4D4D"/>
                </a:solidFill>
                <a:latin typeface="Calibri"/>
                <a:cs typeface="Calibri"/>
              </a:rPr>
              <a:t>branch</a:t>
            </a:r>
            <a:r>
              <a:rPr dirty="0" sz="2400">
                <a:solidFill>
                  <a:srgbClr val="4D4D4D"/>
                </a:solidFill>
                <a:latin typeface="黑体"/>
                <a:cs typeface="黑体"/>
              </a:rPr>
              <a:t>后一句执行</a:t>
            </a:r>
            <a:r>
              <a:rPr dirty="0" sz="2400" spc="-50">
                <a:solidFill>
                  <a:srgbClr val="4D4D4D"/>
                </a:solidFill>
                <a:latin typeface="黑体"/>
                <a:cs typeface="黑体"/>
              </a:rPr>
              <a:t>）</a:t>
            </a:r>
            <a:endParaRPr sz="2400">
              <a:latin typeface="黑体"/>
              <a:cs typeface="黑体"/>
            </a:endParaRPr>
          </a:p>
        </p:txBody>
      </p:sp>
      <p:grpSp>
        <p:nvGrpSpPr>
          <p:cNvPr id="11" name="object 11" descr=""/>
          <p:cNvGrpSpPr/>
          <p:nvPr/>
        </p:nvGrpSpPr>
        <p:grpSpPr>
          <a:xfrm>
            <a:off x="4705413" y="2919412"/>
            <a:ext cx="675005" cy="370205"/>
            <a:chOff x="4705413" y="2919412"/>
            <a:chExt cx="675005" cy="370205"/>
          </a:xfrm>
        </p:grpSpPr>
        <p:sp>
          <p:nvSpPr>
            <p:cNvPr id="12" name="object 12" descr=""/>
            <p:cNvSpPr/>
            <p:nvPr/>
          </p:nvSpPr>
          <p:spPr>
            <a:xfrm>
              <a:off x="4710176" y="2924175"/>
              <a:ext cx="665480" cy="360680"/>
            </a:xfrm>
            <a:custGeom>
              <a:avLst/>
              <a:gdLst/>
              <a:ahLst/>
              <a:cxnLst/>
              <a:rect l="l" t="t" r="r" b="b"/>
              <a:pathLst>
                <a:path w="665479" h="360679">
                  <a:moveTo>
                    <a:pt x="179959" y="0"/>
                  </a:moveTo>
                  <a:lnTo>
                    <a:pt x="0" y="180212"/>
                  </a:lnTo>
                  <a:lnTo>
                    <a:pt x="179959" y="360425"/>
                  </a:lnTo>
                  <a:lnTo>
                    <a:pt x="179959" y="270255"/>
                  </a:lnTo>
                  <a:lnTo>
                    <a:pt x="665099" y="270255"/>
                  </a:lnTo>
                  <a:lnTo>
                    <a:pt x="665099" y="90042"/>
                  </a:lnTo>
                  <a:lnTo>
                    <a:pt x="179959" y="90042"/>
                  </a:lnTo>
                  <a:lnTo>
                    <a:pt x="179959" y="0"/>
                  </a:lnTo>
                  <a:close/>
                </a:path>
              </a:pathLst>
            </a:custGeom>
            <a:solidFill>
              <a:srgbClr val="EBD782"/>
            </a:solidFill>
          </p:spPr>
          <p:txBody>
            <a:bodyPr wrap="square" lIns="0" tIns="0" rIns="0" bIns="0" rtlCol="0"/>
            <a:lstStyle/>
            <a:p/>
          </p:txBody>
        </p:sp>
        <p:sp>
          <p:nvSpPr>
            <p:cNvPr id="13" name="object 13" descr=""/>
            <p:cNvSpPr/>
            <p:nvPr/>
          </p:nvSpPr>
          <p:spPr>
            <a:xfrm>
              <a:off x="4710176" y="2924175"/>
              <a:ext cx="665480" cy="360680"/>
            </a:xfrm>
            <a:custGeom>
              <a:avLst/>
              <a:gdLst/>
              <a:ahLst/>
              <a:cxnLst/>
              <a:rect l="l" t="t" r="r" b="b"/>
              <a:pathLst>
                <a:path w="665479" h="360679">
                  <a:moveTo>
                    <a:pt x="0" y="180212"/>
                  </a:moveTo>
                  <a:lnTo>
                    <a:pt x="179959" y="0"/>
                  </a:lnTo>
                  <a:lnTo>
                    <a:pt x="179959" y="90042"/>
                  </a:lnTo>
                  <a:lnTo>
                    <a:pt x="665099" y="90042"/>
                  </a:lnTo>
                  <a:lnTo>
                    <a:pt x="665099" y="270255"/>
                  </a:lnTo>
                  <a:lnTo>
                    <a:pt x="179959" y="270255"/>
                  </a:lnTo>
                  <a:lnTo>
                    <a:pt x="179959" y="360425"/>
                  </a:lnTo>
                  <a:lnTo>
                    <a:pt x="0" y="180212"/>
                  </a:lnTo>
                  <a:close/>
                </a:path>
              </a:pathLst>
            </a:custGeom>
            <a:ln w="9524">
              <a:solidFill>
                <a:srgbClr val="40458B"/>
              </a:solidFill>
            </a:ln>
          </p:spPr>
          <p:txBody>
            <a:bodyPr wrap="square" lIns="0" tIns="0" rIns="0" bIns="0" rtlCol="0"/>
            <a:lstStyle/>
            <a:p/>
          </p:txBody>
        </p:sp>
      </p:grpSp>
      <p:pic>
        <p:nvPicPr>
          <p:cNvPr id="14" name="object 14" descr=""/>
          <p:cNvPicPr/>
          <p:nvPr/>
        </p:nvPicPr>
        <p:blipFill>
          <a:blip r:embed="rId2" cstate="print"/>
          <a:stretch>
            <a:fillRect/>
          </a:stretch>
        </p:blipFill>
        <p:spPr>
          <a:xfrm>
            <a:off x="1919351" y="620712"/>
            <a:ext cx="2667000" cy="584835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371538"/>
            <a:ext cx="12184380" cy="6486525"/>
            <a:chOff x="0" y="371538"/>
            <a:chExt cx="12184380" cy="6486525"/>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10" name="object 10" descr=""/>
            <p:cNvPicPr/>
            <p:nvPr/>
          </p:nvPicPr>
          <p:blipFill>
            <a:blip r:embed="rId2" cstate="print"/>
            <a:stretch>
              <a:fillRect/>
            </a:stretch>
          </p:blipFill>
          <p:spPr>
            <a:xfrm>
              <a:off x="1847850" y="371538"/>
              <a:ext cx="3305175" cy="6227699"/>
            </a:xfrm>
            <a:prstGeom prst="rect">
              <a:avLst/>
            </a:prstGeom>
          </p:spPr>
        </p:pic>
        <p:sp>
          <p:nvSpPr>
            <p:cNvPr id="11" name="object 11" descr=""/>
            <p:cNvSpPr/>
            <p:nvPr/>
          </p:nvSpPr>
          <p:spPr>
            <a:xfrm>
              <a:off x="6167501" y="1220850"/>
              <a:ext cx="4392930" cy="1678305"/>
            </a:xfrm>
            <a:custGeom>
              <a:avLst/>
              <a:gdLst/>
              <a:ahLst/>
              <a:cxnLst/>
              <a:rect l="l" t="t" r="r" b="b"/>
              <a:pathLst>
                <a:path w="4392930" h="1678305">
                  <a:moveTo>
                    <a:pt x="4392549" y="0"/>
                  </a:moveTo>
                  <a:lnTo>
                    <a:pt x="0" y="0"/>
                  </a:lnTo>
                  <a:lnTo>
                    <a:pt x="0" y="1677924"/>
                  </a:lnTo>
                  <a:lnTo>
                    <a:pt x="4392549" y="1677924"/>
                  </a:lnTo>
                  <a:lnTo>
                    <a:pt x="4392549" y="0"/>
                  </a:lnTo>
                  <a:close/>
                </a:path>
              </a:pathLst>
            </a:custGeom>
            <a:solidFill>
              <a:srgbClr val="FFACFF"/>
            </a:solidFill>
          </p:spPr>
          <p:txBody>
            <a:bodyPr wrap="square" lIns="0" tIns="0" rIns="0" bIns="0" rtlCol="0"/>
            <a:lstStyle/>
            <a:p/>
          </p:txBody>
        </p:sp>
      </p:grpSp>
      <p:sp>
        <p:nvSpPr>
          <p:cNvPr id="12" name="object 12"/>
          <p:cNvSpPr txBox="1">
            <a:spLocks noGrp="1"/>
          </p:cNvSpPr>
          <p:nvPr>
            <p:ph type="title"/>
          </p:nvPr>
        </p:nvSpPr>
        <p:spPr>
          <a:xfrm>
            <a:off x="6247003" y="1176990"/>
            <a:ext cx="3987800" cy="1672589"/>
          </a:xfrm>
          <a:prstGeom prst="rect"/>
        </p:spPr>
        <p:txBody>
          <a:bodyPr wrap="square" lIns="0" tIns="12700" rIns="0" bIns="0" rtlCol="0" vert="horz">
            <a:spAutoFit/>
          </a:bodyPr>
          <a:lstStyle/>
          <a:p>
            <a:pPr algn="just" marL="12700" marR="5080">
              <a:lnSpc>
                <a:spcPct val="150100"/>
              </a:lnSpc>
              <a:spcBef>
                <a:spcPts val="100"/>
              </a:spcBef>
            </a:pPr>
            <a:r>
              <a:rPr dirty="0" u="none" sz="2400" spc="-15">
                <a:solidFill>
                  <a:srgbClr val="4D4D4D"/>
                </a:solidFill>
              </a:rPr>
              <a:t>目标处指令只是复制过来，因</a:t>
            </a:r>
            <a:r>
              <a:rPr dirty="0" u="none" sz="2400" spc="-5">
                <a:solidFill>
                  <a:srgbClr val="4D4D4D"/>
                </a:solidFill>
              </a:rPr>
              <a:t>为其他路径也可能能使用目标</a:t>
            </a:r>
            <a:r>
              <a:rPr dirty="0" u="none" sz="2400" spc="-20">
                <a:solidFill>
                  <a:srgbClr val="4D4D4D"/>
                </a:solidFill>
              </a:rPr>
              <a:t>处的指令</a:t>
            </a:r>
            <a:endParaRPr sz="2400"/>
          </a:p>
        </p:txBody>
      </p:sp>
      <p:grpSp>
        <p:nvGrpSpPr>
          <p:cNvPr id="13" name="object 13" descr=""/>
          <p:cNvGrpSpPr/>
          <p:nvPr/>
        </p:nvGrpSpPr>
        <p:grpSpPr>
          <a:xfrm>
            <a:off x="2701925" y="2311463"/>
            <a:ext cx="3640454" cy="3648075"/>
            <a:chOff x="2701925" y="2311463"/>
            <a:chExt cx="3640454" cy="3648075"/>
          </a:xfrm>
        </p:grpSpPr>
        <p:sp>
          <p:nvSpPr>
            <p:cNvPr id="14" name="object 14" descr=""/>
            <p:cNvSpPr/>
            <p:nvPr/>
          </p:nvSpPr>
          <p:spPr>
            <a:xfrm>
              <a:off x="4778120" y="2316226"/>
              <a:ext cx="1559560" cy="1440815"/>
            </a:xfrm>
            <a:custGeom>
              <a:avLst/>
              <a:gdLst/>
              <a:ahLst/>
              <a:cxnLst/>
              <a:rect l="l" t="t" r="r" b="b"/>
              <a:pathLst>
                <a:path w="1559560" h="1440814">
                  <a:moveTo>
                    <a:pt x="1438782" y="0"/>
                  </a:moveTo>
                  <a:lnTo>
                    <a:pt x="73025" y="1241425"/>
                  </a:lnTo>
                  <a:lnTo>
                    <a:pt x="12700" y="1175003"/>
                  </a:lnTo>
                  <a:lnTo>
                    <a:pt x="0" y="1428877"/>
                  </a:lnTo>
                  <a:lnTo>
                    <a:pt x="254000" y="1440561"/>
                  </a:lnTo>
                  <a:lnTo>
                    <a:pt x="193675" y="1374140"/>
                  </a:lnTo>
                  <a:lnTo>
                    <a:pt x="1559432" y="132841"/>
                  </a:lnTo>
                  <a:lnTo>
                    <a:pt x="1438782" y="0"/>
                  </a:lnTo>
                  <a:close/>
                </a:path>
              </a:pathLst>
            </a:custGeom>
            <a:solidFill>
              <a:srgbClr val="EBD782"/>
            </a:solidFill>
          </p:spPr>
          <p:txBody>
            <a:bodyPr wrap="square" lIns="0" tIns="0" rIns="0" bIns="0" rtlCol="0"/>
            <a:lstStyle/>
            <a:p/>
          </p:txBody>
        </p:sp>
        <p:sp>
          <p:nvSpPr>
            <p:cNvPr id="15" name="object 15" descr=""/>
            <p:cNvSpPr/>
            <p:nvPr/>
          </p:nvSpPr>
          <p:spPr>
            <a:xfrm>
              <a:off x="4778120" y="2316226"/>
              <a:ext cx="1559560" cy="1440815"/>
            </a:xfrm>
            <a:custGeom>
              <a:avLst/>
              <a:gdLst/>
              <a:ahLst/>
              <a:cxnLst/>
              <a:rect l="l" t="t" r="r" b="b"/>
              <a:pathLst>
                <a:path w="1559560" h="1440814">
                  <a:moveTo>
                    <a:pt x="0" y="1428877"/>
                  </a:moveTo>
                  <a:lnTo>
                    <a:pt x="12700" y="1175003"/>
                  </a:lnTo>
                  <a:lnTo>
                    <a:pt x="73025" y="1241425"/>
                  </a:lnTo>
                  <a:lnTo>
                    <a:pt x="1438782" y="0"/>
                  </a:lnTo>
                  <a:lnTo>
                    <a:pt x="1559432" y="132841"/>
                  </a:lnTo>
                  <a:lnTo>
                    <a:pt x="193675" y="1374140"/>
                  </a:lnTo>
                  <a:lnTo>
                    <a:pt x="254000" y="1440561"/>
                  </a:lnTo>
                  <a:lnTo>
                    <a:pt x="0" y="1428877"/>
                  </a:lnTo>
                  <a:close/>
                </a:path>
              </a:pathLst>
            </a:custGeom>
            <a:ln w="9525">
              <a:solidFill>
                <a:srgbClr val="40458B"/>
              </a:solidFill>
            </a:ln>
          </p:spPr>
          <p:txBody>
            <a:bodyPr wrap="square" lIns="0" tIns="0" rIns="0" bIns="0" rtlCol="0"/>
            <a:lstStyle/>
            <a:p/>
          </p:txBody>
        </p:sp>
        <p:sp>
          <p:nvSpPr>
            <p:cNvPr id="16" name="object 16" descr=""/>
            <p:cNvSpPr/>
            <p:nvPr/>
          </p:nvSpPr>
          <p:spPr>
            <a:xfrm>
              <a:off x="2711450" y="5445125"/>
              <a:ext cx="1656080" cy="504825"/>
            </a:xfrm>
            <a:custGeom>
              <a:avLst/>
              <a:gdLst/>
              <a:ahLst/>
              <a:cxnLst/>
              <a:rect l="l" t="t" r="r" b="b"/>
              <a:pathLst>
                <a:path w="1656079" h="504825">
                  <a:moveTo>
                    <a:pt x="0" y="504825"/>
                  </a:moveTo>
                  <a:lnTo>
                    <a:pt x="1655826" y="504825"/>
                  </a:lnTo>
                  <a:lnTo>
                    <a:pt x="1655826" y="0"/>
                  </a:lnTo>
                  <a:lnTo>
                    <a:pt x="0" y="0"/>
                  </a:lnTo>
                  <a:lnTo>
                    <a:pt x="0" y="504825"/>
                  </a:lnTo>
                  <a:close/>
                </a:path>
              </a:pathLst>
            </a:custGeom>
            <a:ln w="19050">
              <a:solidFill>
                <a:srgbClr val="E14B04"/>
              </a:solidFill>
              <a:prstDash val="lgDash"/>
            </a:ln>
          </p:spPr>
          <p:txBody>
            <a:bodyPr wrap="square" lIns="0" tIns="0" rIns="0" bIns="0" rtlCol="0"/>
            <a:lstStyle/>
            <a:p/>
          </p:txBody>
        </p:sp>
      </p:grpSp>
      <p:sp>
        <p:nvSpPr>
          <p:cNvPr id="17" name="object 17" descr=""/>
          <p:cNvSpPr txBox="1"/>
          <p:nvPr/>
        </p:nvSpPr>
        <p:spPr>
          <a:xfrm>
            <a:off x="6177026" y="3562350"/>
            <a:ext cx="4392930" cy="1691005"/>
          </a:xfrm>
          <a:prstGeom prst="rect">
            <a:avLst/>
          </a:prstGeom>
          <a:solidFill>
            <a:srgbClr val="FFACFF"/>
          </a:solidFill>
        </p:spPr>
        <p:txBody>
          <a:bodyPr wrap="square" lIns="0" tIns="153035" rIns="0" bIns="0" rtlCol="0" vert="horz">
            <a:spAutoFit/>
          </a:bodyPr>
          <a:lstStyle/>
          <a:p>
            <a:pPr marL="92075">
              <a:lnSpc>
                <a:spcPct val="100000"/>
              </a:lnSpc>
              <a:spcBef>
                <a:spcPts val="1205"/>
              </a:spcBef>
            </a:pPr>
            <a:r>
              <a:rPr dirty="0" sz="2400" spc="-10">
                <a:solidFill>
                  <a:srgbClr val="4D4D4D"/>
                </a:solidFill>
                <a:latin typeface="黑体"/>
                <a:cs typeface="黑体"/>
              </a:rPr>
              <a:t>预测分支成功</a:t>
            </a:r>
            <a:endParaRPr sz="2400">
              <a:latin typeface="黑体"/>
              <a:cs typeface="黑体"/>
            </a:endParaRPr>
          </a:p>
          <a:p>
            <a:pPr marL="92075" marR="235585">
              <a:lnSpc>
                <a:spcPct val="150000"/>
              </a:lnSpc>
            </a:pPr>
            <a:r>
              <a:rPr dirty="0" sz="2400">
                <a:latin typeface="黑体"/>
                <a:cs typeface="黑体"/>
              </a:rPr>
              <a:t>分支成功概率比较高时</a:t>
            </a:r>
            <a:r>
              <a:rPr dirty="0" sz="2400">
                <a:latin typeface="Calibri"/>
                <a:cs typeface="Calibri"/>
              </a:rPr>
              <a:t>(</a:t>
            </a:r>
            <a:r>
              <a:rPr dirty="0" sz="2400" spc="-20">
                <a:latin typeface="黑体"/>
                <a:cs typeface="黑体"/>
              </a:rPr>
              <a:t>例如循</a:t>
            </a:r>
            <a:r>
              <a:rPr dirty="0" sz="2400" spc="-10">
                <a:latin typeface="黑体"/>
                <a:cs typeface="黑体"/>
              </a:rPr>
              <a:t>环转移</a:t>
            </a:r>
            <a:r>
              <a:rPr dirty="0" sz="2400">
                <a:latin typeface="Calibri"/>
                <a:cs typeface="Calibri"/>
              </a:rPr>
              <a:t>),</a:t>
            </a:r>
            <a:r>
              <a:rPr dirty="0" sz="2400" spc="-15">
                <a:latin typeface="黑体"/>
                <a:cs typeface="黑体"/>
              </a:rPr>
              <a:t>采用这种方法比较好</a:t>
            </a:r>
            <a:endParaRPr sz="2400">
              <a:latin typeface="黑体"/>
              <a:cs typeface="黑体"/>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185/154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p:nvPr/>
        </p:nvSpPr>
        <p:spPr>
          <a:xfrm>
            <a:off x="6245225" y="3041650"/>
            <a:ext cx="4392930" cy="1123950"/>
          </a:xfrm>
          <a:custGeom>
            <a:avLst/>
            <a:gdLst/>
            <a:ahLst/>
            <a:cxnLst/>
            <a:rect l="l" t="t" r="r" b="b"/>
            <a:pathLst>
              <a:path w="4392930" h="1123950">
                <a:moveTo>
                  <a:pt x="4392676" y="0"/>
                </a:moveTo>
                <a:lnTo>
                  <a:pt x="0" y="0"/>
                </a:lnTo>
                <a:lnTo>
                  <a:pt x="0" y="1123950"/>
                </a:lnTo>
                <a:lnTo>
                  <a:pt x="4392676" y="1123950"/>
                </a:lnTo>
                <a:lnTo>
                  <a:pt x="4392676" y="0"/>
                </a:lnTo>
                <a:close/>
              </a:path>
            </a:pathLst>
          </a:custGeom>
          <a:solidFill>
            <a:srgbClr val="FFACFF"/>
          </a:solidFill>
        </p:spPr>
        <p:txBody>
          <a:bodyPr wrap="square" lIns="0" tIns="0" rIns="0" bIns="0" rtlCol="0"/>
          <a:lstStyle/>
          <a:p/>
        </p:txBody>
      </p:sp>
      <p:sp>
        <p:nvSpPr>
          <p:cNvPr id="10" name="object 10" descr=""/>
          <p:cNvSpPr/>
          <p:nvPr/>
        </p:nvSpPr>
        <p:spPr>
          <a:xfrm>
            <a:off x="6275451" y="1231900"/>
            <a:ext cx="4392930" cy="1676400"/>
          </a:xfrm>
          <a:custGeom>
            <a:avLst/>
            <a:gdLst/>
            <a:ahLst/>
            <a:cxnLst/>
            <a:rect l="l" t="t" r="r" b="b"/>
            <a:pathLst>
              <a:path w="4392930" h="1676400">
                <a:moveTo>
                  <a:pt x="4392549" y="0"/>
                </a:moveTo>
                <a:lnTo>
                  <a:pt x="0" y="0"/>
                </a:lnTo>
                <a:lnTo>
                  <a:pt x="0" y="1676400"/>
                </a:lnTo>
                <a:lnTo>
                  <a:pt x="4392549" y="1676400"/>
                </a:lnTo>
                <a:lnTo>
                  <a:pt x="4392549" y="0"/>
                </a:lnTo>
                <a:close/>
              </a:path>
            </a:pathLst>
          </a:custGeom>
          <a:solidFill>
            <a:srgbClr val="FFACFF"/>
          </a:solidFill>
        </p:spPr>
        <p:txBody>
          <a:bodyPr wrap="square" lIns="0" tIns="0" rIns="0" bIns="0" rtlCol="0"/>
          <a:lstStyle/>
          <a:p/>
        </p:txBody>
      </p:sp>
      <p:sp>
        <p:nvSpPr>
          <p:cNvPr id="11" name="object 11" descr=""/>
          <p:cNvSpPr txBox="1"/>
          <p:nvPr/>
        </p:nvSpPr>
        <p:spPr>
          <a:xfrm>
            <a:off x="6324727" y="1189588"/>
            <a:ext cx="4035425" cy="2933065"/>
          </a:xfrm>
          <a:prstGeom prst="rect">
            <a:avLst/>
          </a:prstGeom>
        </p:spPr>
        <p:txBody>
          <a:bodyPr wrap="square" lIns="0" tIns="11430" rIns="0" bIns="0" rtlCol="0" vert="horz">
            <a:spAutoFit/>
          </a:bodyPr>
          <a:lstStyle/>
          <a:p>
            <a:pPr algn="just" marL="42545" marR="5080">
              <a:lnSpc>
                <a:spcPct val="150100"/>
              </a:lnSpc>
              <a:spcBef>
                <a:spcPts val="90"/>
              </a:spcBef>
            </a:pPr>
            <a:r>
              <a:rPr dirty="0" sz="2400">
                <a:solidFill>
                  <a:srgbClr val="4D4D4D"/>
                </a:solidFill>
                <a:latin typeface="黑体"/>
                <a:cs typeface="黑体"/>
              </a:rPr>
              <a:t>预测分支失败，则按照</a:t>
            </a:r>
            <a:r>
              <a:rPr dirty="0" sz="2400">
                <a:solidFill>
                  <a:srgbClr val="4D4D4D"/>
                </a:solidFill>
                <a:latin typeface="Calibri"/>
                <a:cs typeface="Calibri"/>
              </a:rPr>
              <a:t>PC+4</a:t>
            </a:r>
            <a:r>
              <a:rPr dirty="0" sz="2400" spc="-50">
                <a:solidFill>
                  <a:srgbClr val="4D4D4D"/>
                </a:solidFill>
                <a:latin typeface="黑体"/>
                <a:cs typeface="黑体"/>
              </a:rPr>
              <a:t>取</a:t>
            </a:r>
            <a:r>
              <a:rPr dirty="0" sz="2400" spc="-10">
                <a:solidFill>
                  <a:srgbClr val="4D4D4D"/>
                </a:solidFill>
                <a:latin typeface="黑体"/>
                <a:cs typeface="黑体"/>
              </a:rPr>
              <a:t>指执行，</a:t>
            </a:r>
            <a:r>
              <a:rPr dirty="0" sz="2400" spc="-15">
                <a:latin typeface="黑体"/>
                <a:cs typeface="黑体"/>
              </a:rPr>
              <a:t>这时延迟槽中的指令是无用的</a:t>
            </a:r>
            <a:endParaRPr sz="2400">
              <a:latin typeface="黑体"/>
              <a:cs typeface="黑体"/>
            </a:endParaRPr>
          </a:p>
          <a:p>
            <a:pPr marL="12700" marR="52069">
              <a:lnSpc>
                <a:spcPct val="150000"/>
              </a:lnSpc>
              <a:spcBef>
                <a:spcPts val="1295"/>
              </a:spcBef>
            </a:pPr>
            <a:r>
              <a:rPr dirty="0" sz="2400" spc="-5">
                <a:solidFill>
                  <a:srgbClr val="4D4D4D"/>
                </a:solidFill>
                <a:latin typeface="黑体"/>
                <a:cs typeface="黑体"/>
              </a:rPr>
              <a:t>确保延迟槽中指令的执行不影</a:t>
            </a:r>
            <a:r>
              <a:rPr dirty="0" sz="2400" spc="-10">
                <a:solidFill>
                  <a:srgbClr val="4D4D4D"/>
                </a:solidFill>
                <a:latin typeface="黑体"/>
                <a:cs typeface="黑体"/>
              </a:rPr>
              <a:t>响程序的准确性</a:t>
            </a:r>
            <a:endParaRPr sz="2400">
              <a:latin typeface="黑体"/>
              <a:cs typeface="黑体"/>
            </a:endParaRPr>
          </a:p>
        </p:txBody>
      </p:sp>
      <p:grpSp>
        <p:nvGrpSpPr>
          <p:cNvPr id="12" name="object 12" descr=""/>
          <p:cNvGrpSpPr/>
          <p:nvPr/>
        </p:nvGrpSpPr>
        <p:grpSpPr>
          <a:xfrm>
            <a:off x="2351151" y="260350"/>
            <a:ext cx="4081779" cy="6219825"/>
            <a:chOff x="2351151" y="260350"/>
            <a:chExt cx="4081779" cy="6219825"/>
          </a:xfrm>
        </p:grpSpPr>
        <p:pic>
          <p:nvPicPr>
            <p:cNvPr id="13" name="object 13" descr=""/>
            <p:cNvPicPr/>
            <p:nvPr/>
          </p:nvPicPr>
          <p:blipFill>
            <a:blip r:embed="rId2" cstate="print"/>
            <a:stretch>
              <a:fillRect/>
            </a:stretch>
          </p:blipFill>
          <p:spPr>
            <a:xfrm>
              <a:off x="2351151" y="260350"/>
              <a:ext cx="3419475" cy="6219825"/>
            </a:xfrm>
            <a:prstGeom prst="rect">
              <a:avLst/>
            </a:prstGeom>
          </p:spPr>
        </p:pic>
        <p:sp>
          <p:nvSpPr>
            <p:cNvPr id="14" name="object 14" descr=""/>
            <p:cNvSpPr/>
            <p:nvPr/>
          </p:nvSpPr>
          <p:spPr>
            <a:xfrm>
              <a:off x="5121021" y="2503677"/>
              <a:ext cx="1306830" cy="2157095"/>
            </a:xfrm>
            <a:custGeom>
              <a:avLst/>
              <a:gdLst/>
              <a:ahLst/>
              <a:cxnLst/>
              <a:rect l="l" t="t" r="r" b="b"/>
              <a:pathLst>
                <a:path w="1306829" h="2157095">
                  <a:moveTo>
                    <a:pt x="1149477" y="0"/>
                  </a:moveTo>
                  <a:lnTo>
                    <a:pt x="78739" y="1955800"/>
                  </a:lnTo>
                  <a:lnTo>
                    <a:pt x="0" y="1912747"/>
                  </a:lnTo>
                  <a:lnTo>
                    <a:pt x="70865" y="2156841"/>
                  </a:lnTo>
                  <a:lnTo>
                    <a:pt x="314705" y="2085086"/>
                  </a:lnTo>
                  <a:lnTo>
                    <a:pt x="236092" y="2041906"/>
                  </a:lnTo>
                  <a:lnTo>
                    <a:pt x="1306829" y="86106"/>
                  </a:lnTo>
                  <a:lnTo>
                    <a:pt x="1149477" y="0"/>
                  </a:lnTo>
                  <a:close/>
                </a:path>
              </a:pathLst>
            </a:custGeom>
            <a:solidFill>
              <a:srgbClr val="EBD782"/>
            </a:solidFill>
          </p:spPr>
          <p:txBody>
            <a:bodyPr wrap="square" lIns="0" tIns="0" rIns="0" bIns="0" rtlCol="0"/>
            <a:lstStyle/>
            <a:p/>
          </p:txBody>
        </p:sp>
        <p:sp>
          <p:nvSpPr>
            <p:cNvPr id="15" name="object 15" descr=""/>
            <p:cNvSpPr/>
            <p:nvPr/>
          </p:nvSpPr>
          <p:spPr>
            <a:xfrm>
              <a:off x="5121021" y="2503677"/>
              <a:ext cx="1306830" cy="2157095"/>
            </a:xfrm>
            <a:custGeom>
              <a:avLst/>
              <a:gdLst/>
              <a:ahLst/>
              <a:cxnLst/>
              <a:rect l="l" t="t" r="r" b="b"/>
              <a:pathLst>
                <a:path w="1306829" h="2157095">
                  <a:moveTo>
                    <a:pt x="70865" y="2156841"/>
                  </a:moveTo>
                  <a:lnTo>
                    <a:pt x="0" y="1912747"/>
                  </a:lnTo>
                  <a:lnTo>
                    <a:pt x="78739" y="1955800"/>
                  </a:lnTo>
                  <a:lnTo>
                    <a:pt x="1149477" y="0"/>
                  </a:lnTo>
                  <a:lnTo>
                    <a:pt x="1306829" y="86106"/>
                  </a:lnTo>
                  <a:lnTo>
                    <a:pt x="236092" y="2041906"/>
                  </a:lnTo>
                  <a:lnTo>
                    <a:pt x="314705" y="2085086"/>
                  </a:lnTo>
                  <a:lnTo>
                    <a:pt x="70865" y="2156841"/>
                  </a:lnTo>
                  <a:close/>
                </a:path>
              </a:pathLst>
            </a:custGeom>
            <a:ln w="9524">
              <a:solidFill>
                <a:srgbClr val="40458B"/>
              </a:solidFill>
            </a:ln>
          </p:spPr>
          <p:txBody>
            <a:bodyPr wrap="square" lIns="0" tIns="0" rIns="0" bIns="0" rtlCol="0"/>
            <a:lstStyle/>
            <a:p/>
          </p:txBody>
        </p:sp>
      </p:gr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4303521" y="1366215"/>
            <a:ext cx="3454400" cy="437515"/>
          </a:xfrm>
          <a:prstGeom prst="rect">
            <a:avLst/>
          </a:prstGeom>
        </p:spPr>
        <p:txBody>
          <a:bodyPr wrap="square" lIns="0" tIns="12700" rIns="0" bIns="0" rtlCol="0" vert="horz">
            <a:spAutoFit/>
          </a:bodyPr>
          <a:lstStyle/>
          <a:p>
            <a:pPr marL="12700">
              <a:lnSpc>
                <a:spcPct val="100000"/>
              </a:lnSpc>
              <a:spcBef>
                <a:spcPts val="100"/>
              </a:spcBef>
            </a:pPr>
            <a:r>
              <a:rPr dirty="0" sz="2700" spc="-15">
                <a:solidFill>
                  <a:srgbClr val="E14B04"/>
                </a:solidFill>
                <a:latin typeface="黑体"/>
                <a:cs typeface="黑体"/>
              </a:rPr>
              <a:t>三种方法的要求及效果</a:t>
            </a:r>
            <a:endParaRPr sz="2700">
              <a:latin typeface="黑体"/>
              <a:cs typeface="黑体"/>
            </a:endParaRPr>
          </a:p>
        </p:txBody>
      </p:sp>
      <p:graphicFrame>
        <p:nvGraphicFramePr>
          <p:cNvPr id="10" name="object 10" descr=""/>
          <p:cNvGraphicFramePr>
            <a:graphicFrameLocks noGrp="1"/>
          </p:cNvGraphicFramePr>
          <p:nvPr/>
        </p:nvGraphicFramePr>
        <p:xfrm>
          <a:off x="1914588" y="1785937"/>
          <a:ext cx="8510905" cy="4146550"/>
        </p:xfrm>
        <a:graphic>
          <a:graphicData uri="http://schemas.openxmlformats.org/drawingml/2006/table">
            <a:tbl>
              <a:tblPr firstRow="1" bandRow="1">
                <a:tableStyleId>{2D5ABB26-0587-4C30-8999-92F81FD0307C}</a:tableStyleId>
              </a:tblPr>
              <a:tblGrid>
                <a:gridCol w="215900"/>
                <a:gridCol w="1750695"/>
                <a:gridCol w="3733800"/>
                <a:gridCol w="2508250"/>
                <a:gridCol w="215900"/>
              </a:tblGrid>
              <a:tr h="552450">
                <a:tc rowSpan="4">
                  <a:txBody>
                    <a:bodyPr/>
                    <a:lstStyle/>
                    <a:p>
                      <a:pPr>
                        <a:lnSpc>
                          <a:spcPct val="100000"/>
                        </a:lnSpc>
                      </a:pPr>
                      <a:endParaRPr sz="1900">
                        <a:latin typeface="Times New Roman"/>
                        <a:cs typeface="Times New Roman"/>
                      </a:endParaRPr>
                    </a:p>
                  </a:txBody>
                  <a:tcPr marL="0" marR="0" marB="0" marT="0">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a:txBody>
                    <a:bodyPr/>
                    <a:lstStyle/>
                    <a:p>
                      <a:pPr algn="ctr" marL="55244">
                        <a:lnSpc>
                          <a:spcPct val="100000"/>
                        </a:lnSpc>
                        <a:spcBef>
                          <a:spcPts val="1330"/>
                        </a:spcBef>
                      </a:pPr>
                      <a:r>
                        <a:rPr dirty="0" sz="2000" spc="-15">
                          <a:solidFill>
                            <a:srgbClr val="E14B04"/>
                          </a:solidFill>
                          <a:latin typeface="黑体"/>
                          <a:cs typeface="黑体"/>
                        </a:rPr>
                        <a:t>调 度 策 略</a:t>
                      </a:r>
                      <a:endParaRPr sz="2000">
                        <a:latin typeface="黑体"/>
                        <a:cs typeface="黑体"/>
                      </a:endParaRPr>
                    </a:p>
                  </a:txBody>
                  <a:tcPr marL="0" marR="0" marB="0" marT="16891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marL="1235075">
                        <a:lnSpc>
                          <a:spcPct val="100000"/>
                        </a:lnSpc>
                        <a:spcBef>
                          <a:spcPts val="1330"/>
                        </a:spcBef>
                      </a:pPr>
                      <a:r>
                        <a:rPr dirty="0" sz="2000" spc="-15">
                          <a:solidFill>
                            <a:srgbClr val="E14B04"/>
                          </a:solidFill>
                          <a:latin typeface="黑体"/>
                          <a:cs typeface="黑体"/>
                        </a:rPr>
                        <a:t>对调度的要求</a:t>
                      </a:r>
                      <a:endParaRPr sz="2000">
                        <a:latin typeface="黑体"/>
                        <a:cs typeface="黑体"/>
                      </a:endParaRPr>
                    </a:p>
                  </a:txBody>
                  <a:tcPr marL="0" marR="0" marB="0" marT="168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marL="198120">
                        <a:lnSpc>
                          <a:spcPct val="100000"/>
                        </a:lnSpc>
                        <a:spcBef>
                          <a:spcPts val="1125"/>
                        </a:spcBef>
                      </a:pPr>
                      <a:r>
                        <a:rPr dirty="0" sz="2000" spc="-15">
                          <a:solidFill>
                            <a:srgbClr val="E14B04"/>
                          </a:solidFill>
                          <a:latin typeface="黑体"/>
                          <a:cs typeface="黑体"/>
                        </a:rPr>
                        <a:t>什么情况下起作用</a:t>
                      </a:r>
                      <a:r>
                        <a:rPr dirty="0" sz="1800" spc="-50">
                          <a:solidFill>
                            <a:srgbClr val="E14B04"/>
                          </a:solidFill>
                          <a:latin typeface="黑体"/>
                          <a:cs typeface="黑体"/>
                        </a:rPr>
                        <a:t>？</a:t>
                      </a:r>
                      <a:endParaRPr sz="1800">
                        <a:latin typeface="黑体"/>
                        <a:cs typeface="黑体"/>
                      </a:endParaRPr>
                    </a:p>
                  </a:txBody>
                  <a:tcPr marL="0" marR="0" marB="0" marT="142875">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rowSpan="4">
                  <a:txBody>
                    <a:bodyPr/>
                    <a:lstStyle/>
                    <a:p>
                      <a:pPr>
                        <a:lnSpc>
                          <a:spcPct val="100000"/>
                        </a:lnSpc>
                      </a:pPr>
                      <a:endParaRPr sz="1900">
                        <a:latin typeface="Times New Roman"/>
                        <a:cs typeface="Times New Roman"/>
                      </a:endParaRPr>
                    </a:p>
                  </a:txBody>
                  <a:tcPr marL="0" marR="0" marB="0" marT="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r>
              <a:tr h="863600">
                <a:tc vMerge="1">
                  <a:txBody>
                    <a:bodyPr/>
                    <a:lstStyle/>
                    <a:p>
                      <a:pPr/>
                    </a:p>
                  </a:txBody>
                  <a:tcPr marL="0" marR="0" marB="0" marT="0">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a:txBody>
                    <a:bodyPr/>
                    <a:lstStyle/>
                    <a:p>
                      <a:pPr>
                        <a:lnSpc>
                          <a:spcPct val="100000"/>
                        </a:lnSpc>
                        <a:spcBef>
                          <a:spcPts val="755"/>
                        </a:spcBef>
                      </a:pPr>
                      <a:endParaRPr sz="1800">
                        <a:latin typeface="Times New Roman"/>
                        <a:cs typeface="Times New Roman"/>
                      </a:endParaRPr>
                    </a:p>
                    <a:p>
                      <a:pPr algn="ctr" marL="38100">
                        <a:lnSpc>
                          <a:spcPct val="100000"/>
                        </a:lnSpc>
                      </a:pPr>
                      <a:r>
                        <a:rPr dirty="0" sz="1800" spc="-15" b="1">
                          <a:solidFill>
                            <a:srgbClr val="40458B"/>
                          </a:solidFill>
                          <a:latin typeface="宋体"/>
                          <a:cs typeface="宋体"/>
                        </a:rPr>
                        <a:t>从 前 调 度</a:t>
                      </a:r>
                      <a:endParaRPr sz="1800">
                        <a:latin typeface="宋体"/>
                        <a:cs typeface="宋体"/>
                      </a:endParaRPr>
                    </a:p>
                  </a:txBody>
                  <a:tcPr marL="0" marR="0" marB="0" marT="95885">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a:lnSpc>
                          <a:spcPct val="100000"/>
                        </a:lnSpc>
                        <a:spcBef>
                          <a:spcPts val="755"/>
                        </a:spcBef>
                      </a:pPr>
                      <a:endParaRPr sz="1800">
                        <a:latin typeface="Times New Roman"/>
                        <a:cs typeface="Times New Roman"/>
                      </a:endParaRPr>
                    </a:p>
                    <a:p>
                      <a:pPr marL="396875">
                        <a:lnSpc>
                          <a:spcPct val="100000"/>
                        </a:lnSpc>
                      </a:pPr>
                      <a:r>
                        <a:rPr dirty="0" sz="1800" spc="-15" b="1">
                          <a:solidFill>
                            <a:srgbClr val="40458B"/>
                          </a:solidFill>
                          <a:latin typeface="宋体"/>
                          <a:cs typeface="宋体"/>
                        </a:rPr>
                        <a:t>被调度的指令必须与分支无关</a:t>
                      </a:r>
                      <a:endParaRPr sz="1800">
                        <a:latin typeface="宋体"/>
                        <a:cs typeface="宋体"/>
                      </a:endParaRPr>
                    </a:p>
                  </a:txBody>
                  <a:tcPr marL="0" marR="0" marB="0" marT="9588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a:lnSpc>
                          <a:spcPct val="100000"/>
                        </a:lnSpc>
                        <a:spcBef>
                          <a:spcPts val="905"/>
                        </a:spcBef>
                      </a:pPr>
                      <a:endParaRPr sz="1800">
                        <a:latin typeface="Times New Roman"/>
                        <a:cs typeface="Times New Roman"/>
                      </a:endParaRPr>
                    </a:p>
                    <a:p>
                      <a:pPr marL="701675">
                        <a:lnSpc>
                          <a:spcPct val="100000"/>
                        </a:lnSpc>
                      </a:pPr>
                      <a:r>
                        <a:rPr dirty="0" sz="1800" spc="-25" b="1">
                          <a:solidFill>
                            <a:srgbClr val="40458B"/>
                          </a:solidFill>
                          <a:latin typeface="宋体"/>
                          <a:cs typeface="宋体"/>
                        </a:rPr>
                        <a:t>任何情况</a:t>
                      </a:r>
                      <a:endParaRPr sz="1800">
                        <a:latin typeface="宋体"/>
                        <a:cs typeface="宋体"/>
                      </a:endParaRPr>
                    </a:p>
                  </a:txBody>
                  <a:tcPr marL="0" marR="0" marB="0" marT="114935">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vMerge="1">
                  <a:txBody>
                    <a:bodyPr/>
                    <a:lstStyle/>
                    <a:p>
                      <a:pPr/>
                    </a:p>
                  </a:txBody>
                  <a:tcPr marL="0" marR="0" marB="0" marT="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r>
              <a:tr h="1403350">
                <a:tc vMerge="1">
                  <a:txBody>
                    <a:bodyPr/>
                    <a:lstStyle/>
                    <a:p>
                      <a:pPr/>
                    </a:p>
                  </a:txBody>
                  <a:tcPr marL="0" marR="0" marB="0" marT="0">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a:txBody>
                    <a:bodyPr/>
                    <a:lstStyle/>
                    <a:p>
                      <a:pPr>
                        <a:lnSpc>
                          <a:spcPct val="100000"/>
                        </a:lnSpc>
                      </a:pPr>
                      <a:endParaRPr sz="1800">
                        <a:latin typeface="Times New Roman"/>
                        <a:cs typeface="Times New Roman"/>
                      </a:endParaRPr>
                    </a:p>
                    <a:p>
                      <a:pPr>
                        <a:lnSpc>
                          <a:spcPct val="100000"/>
                        </a:lnSpc>
                        <a:spcBef>
                          <a:spcPts val="850"/>
                        </a:spcBef>
                      </a:pPr>
                      <a:endParaRPr sz="1800">
                        <a:latin typeface="Times New Roman"/>
                        <a:cs typeface="Times New Roman"/>
                      </a:endParaRPr>
                    </a:p>
                    <a:p>
                      <a:pPr algn="ctr" marL="69850">
                        <a:lnSpc>
                          <a:spcPct val="100000"/>
                        </a:lnSpc>
                      </a:pPr>
                      <a:r>
                        <a:rPr dirty="0" sz="1800" spc="-20" b="1">
                          <a:solidFill>
                            <a:srgbClr val="40458B"/>
                          </a:solidFill>
                          <a:latin typeface="宋体"/>
                          <a:cs typeface="宋体"/>
                        </a:rPr>
                        <a:t>从目标处调度</a:t>
                      </a:r>
                      <a:endParaRPr sz="1800">
                        <a:latin typeface="宋体"/>
                        <a:cs typeface="宋体"/>
                      </a:endParaRPr>
                    </a:p>
                  </a:txBody>
                  <a:tcPr marL="0" marR="0" marB="0" marT="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algn="just" marL="168275" marR="106680">
                        <a:lnSpc>
                          <a:spcPct val="130000"/>
                        </a:lnSpc>
                        <a:spcBef>
                          <a:spcPts val="1330"/>
                        </a:spcBef>
                      </a:pPr>
                      <a:r>
                        <a:rPr dirty="0" sz="1800" spc="-15" b="1">
                          <a:solidFill>
                            <a:srgbClr val="40458B"/>
                          </a:solidFill>
                          <a:latin typeface="宋体"/>
                          <a:cs typeface="宋体"/>
                        </a:rPr>
                        <a:t>必须保证在分支失败时执行被调度的指令不会导致错误。有可能需要</a:t>
                      </a:r>
                      <a:r>
                        <a:rPr dirty="0" sz="1800" spc="-20" b="1">
                          <a:solidFill>
                            <a:srgbClr val="40458B"/>
                          </a:solidFill>
                          <a:latin typeface="宋体"/>
                          <a:cs typeface="宋体"/>
                        </a:rPr>
                        <a:t>复制指令。</a:t>
                      </a:r>
                      <a:endParaRPr sz="1800">
                        <a:latin typeface="宋体"/>
                        <a:cs typeface="宋体"/>
                      </a:endParaRPr>
                    </a:p>
                  </a:txBody>
                  <a:tcPr marL="0" marR="0" marB="0" marT="168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marL="555625">
                        <a:lnSpc>
                          <a:spcPct val="100000"/>
                        </a:lnSpc>
                        <a:spcBef>
                          <a:spcPts val="2025"/>
                        </a:spcBef>
                      </a:pPr>
                      <a:r>
                        <a:rPr dirty="0" sz="1800" spc="-20" b="1">
                          <a:solidFill>
                            <a:srgbClr val="40458B"/>
                          </a:solidFill>
                          <a:latin typeface="宋体"/>
                          <a:cs typeface="宋体"/>
                        </a:rPr>
                        <a:t>分支成功时</a:t>
                      </a:r>
                      <a:endParaRPr sz="1800">
                        <a:latin typeface="宋体"/>
                        <a:cs typeface="宋体"/>
                      </a:endParaRPr>
                    </a:p>
                    <a:p>
                      <a:pPr marL="92075" marR="220979">
                        <a:lnSpc>
                          <a:spcPct val="120000"/>
                        </a:lnSpc>
                      </a:pPr>
                      <a:r>
                        <a:rPr dirty="0" sz="1800" spc="-15" b="1">
                          <a:solidFill>
                            <a:srgbClr val="40458B"/>
                          </a:solidFill>
                          <a:latin typeface="宋体"/>
                          <a:cs typeface="宋体"/>
                        </a:rPr>
                        <a:t>(但由于复制指令，有可能会增大程序空间)</a:t>
                      </a:r>
                      <a:endParaRPr sz="1800">
                        <a:latin typeface="宋体"/>
                        <a:cs typeface="宋体"/>
                      </a:endParaRPr>
                    </a:p>
                  </a:txBody>
                  <a:tcPr marL="0" marR="0" marB="0" marT="257175">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vMerge="1">
                  <a:txBody>
                    <a:bodyPr/>
                    <a:lstStyle/>
                    <a:p>
                      <a:pPr/>
                    </a:p>
                  </a:txBody>
                  <a:tcPr marL="0" marR="0" marB="0" marT="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r>
              <a:tr h="1327150">
                <a:tc vMerge="1">
                  <a:txBody>
                    <a:bodyPr/>
                    <a:lstStyle/>
                    <a:p>
                      <a:pPr/>
                    </a:p>
                  </a:txBody>
                  <a:tcPr marL="0" marR="0" marB="0" marT="0">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a:txBody>
                    <a:bodyPr/>
                    <a:lstStyle/>
                    <a:p>
                      <a:pPr>
                        <a:lnSpc>
                          <a:spcPct val="100000"/>
                        </a:lnSpc>
                        <a:spcBef>
                          <a:spcPts val="1960"/>
                        </a:spcBef>
                      </a:pPr>
                      <a:endParaRPr sz="1800">
                        <a:latin typeface="Times New Roman"/>
                        <a:cs typeface="Times New Roman"/>
                      </a:endParaRPr>
                    </a:p>
                    <a:p>
                      <a:pPr algn="ctr" marL="69850">
                        <a:lnSpc>
                          <a:spcPct val="100000"/>
                        </a:lnSpc>
                      </a:pPr>
                      <a:r>
                        <a:rPr dirty="0" sz="1800" spc="-20" b="1">
                          <a:solidFill>
                            <a:srgbClr val="40458B"/>
                          </a:solidFill>
                          <a:latin typeface="宋体"/>
                          <a:cs typeface="宋体"/>
                        </a:rPr>
                        <a:t>从失败处调度</a:t>
                      </a:r>
                      <a:endParaRPr sz="1800">
                        <a:latin typeface="宋体"/>
                        <a:cs typeface="宋体"/>
                      </a:endParaRPr>
                    </a:p>
                  </a:txBody>
                  <a:tcPr marL="0" marR="0" marB="0" marT="24892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a:lnSpc>
                          <a:spcPct val="100000"/>
                        </a:lnSpc>
                        <a:spcBef>
                          <a:spcPts val="145"/>
                        </a:spcBef>
                      </a:pPr>
                      <a:endParaRPr sz="1800">
                        <a:latin typeface="Times New Roman"/>
                        <a:cs typeface="Times New Roman"/>
                      </a:endParaRPr>
                    </a:p>
                    <a:p>
                      <a:pPr marL="168275">
                        <a:lnSpc>
                          <a:spcPct val="100000"/>
                        </a:lnSpc>
                      </a:pPr>
                      <a:r>
                        <a:rPr dirty="0" sz="1800" spc="-25" b="1">
                          <a:solidFill>
                            <a:srgbClr val="40458B"/>
                          </a:solidFill>
                          <a:latin typeface="宋体"/>
                          <a:cs typeface="宋体"/>
                        </a:rPr>
                        <a:t>必须保证在分支成功时执行被调度</a:t>
                      </a:r>
                      <a:endParaRPr sz="1800">
                        <a:latin typeface="宋体"/>
                        <a:cs typeface="宋体"/>
                      </a:endParaRPr>
                    </a:p>
                    <a:p>
                      <a:pPr marL="168275">
                        <a:lnSpc>
                          <a:spcPct val="100000"/>
                        </a:lnSpc>
                        <a:spcBef>
                          <a:spcPts val="650"/>
                        </a:spcBef>
                      </a:pPr>
                      <a:r>
                        <a:rPr dirty="0" sz="1800" spc="-15" b="1">
                          <a:solidFill>
                            <a:srgbClr val="40458B"/>
                          </a:solidFill>
                          <a:latin typeface="宋体"/>
                          <a:cs typeface="宋体"/>
                        </a:rPr>
                        <a:t>的指令不会导致错误。</a:t>
                      </a:r>
                      <a:endParaRPr sz="1800">
                        <a:latin typeface="宋体"/>
                        <a:cs typeface="宋体"/>
                      </a:endParaRPr>
                    </a:p>
                  </a:txBody>
                  <a:tcPr marL="0" marR="0" marB="0" marT="1841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marL="625475">
                        <a:lnSpc>
                          <a:spcPct val="100000"/>
                        </a:lnSpc>
                      </a:pPr>
                      <a:r>
                        <a:rPr dirty="0" sz="1800" spc="-20" b="1">
                          <a:solidFill>
                            <a:srgbClr val="40458B"/>
                          </a:solidFill>
                          <a:latin typeface="宋体"/>
                          <a:cs typeface="宋体"/>
                        </a:rPr>
                        <a:t>分支失败时</a:t>
                      </a:r>
                      <a:endParaRPr sz="1800">
                        <a:latin typeface="宋体"/>
                        <a:cs typeface="宋体"/>
                      </a:endParaRPr>
                    </a:p>
                  </a:txBody>
                  <a:tcPr marL="0" marR="0" marB="0" marT="0">
                    <a:lnL w="9525">
                      <a:solidFill>
                        <a:srgbClr val="000000"/>
                      </a:solidFill>
                      <a:prstDash val="solid"/>
                    </a:lnL>
                    <a:lnT w="9525">
                      <a:solidFill>
                        <a:srgbClr val="000000"/>
                      </a:solidFill>
                      <a:prstDash val="solid"/>
                    </a:lnT>
                    <a:lnB w="9525">
                      <a:solidFill>
                        <a:srgbClr val="000000"/>
                      </a:solidFill>
                      <a:prstDash val="solid"/>
                    </a:lnB>
                    <a:solidFill>
                      <a:srgbClr val="D4D6EB"/>
                    </a:solidFill>
                  </a:tcPr>
                </a:tc>
                <a:tc vMerge="1">
                  <a:txBody>
                    <a:bodyPr/>
                    <a:lstStyle/>
                    <a:p>
                      <a:pPr/>
                    </a:p>
                  </a:txBody>
                  <a:tcPr marL="0" marR="0" marB="0" marT="0">
                    <a:lnR w="9525">
                      <a:solidFill>
                        <a:srgbClr val="000000"/>
                      </a:solidFill>
                      <a:prstDash val="solid"/>
                    </a:lnR>
                    <a:lnT w="9525">
                      <a:solidFill>
                        <a:srgbClr val="000000"/>
                      </a:solidFill>
                      <a:prstDash val="solid"/>
                    </a:lnT>
                    <a:lnB w="9525">
                      <a:solidFill>
                        <a:srgbClr val="000000"/>
                      </a:solidFill>
                      <a:prstDash val="solid"/>
                    </a:lnB>
                    <a:solidFill>
                      <a:srgbClr val="D4D6EB"/>
                    </a:solidFill>
                  </a:tcPr>
                </a:tc>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976755" algn="l"/>
                <a:tab pos="11028045" algn="l"/>
              </a:tabLst>
            </a:pPr>
            <a:r>
              <a:rPr dirty="0"/>
              <a:t>	3.4</a:t>
            </a:r>
            <a:r>
              <a:rPr dirty="0" spc="-15"/>
              <a:t> </a:t>
            </a:r>
            <a:r>
              <a:rPr dirty="0"/>
              <a:t>流水线</a:t>
            </a:r>
            <a:r>
              <a:rPr dirty="0" spc="-25"/>
              <a:t>的</a:t>
            </a:r>
            <a:r>
              <a:rPr dirty="0"/>
              <a:t>相关</a:t>
            </a:r>
            <a:r>
              <a:rPr dirty="0" spc="-20"/>
              <a:t>与</a:t>
            </a:r>
            <a:r>
              <a:rPr dirty="0"/>
              <a:t>冲</a:t>
            </a:r>
            <a:r>
              <a:rPr dirty="0" spc="-50"/>
              <a:t>突</a:t>
            </a:r>
            <a:r>
              <a:rPr dirty="0"/>
              <a:t>	</a:t>
            </a:r>
          </a:p>
        </p:txBody>
      </p:sp>
      <p:sp>
        <p:nvSpPr>
          <p:cNvPr id="9" name="object 9" descr=""/>
          <p:cNvSpPr txBox="1"/>
          <p:nvPr/>
        </p:nvSpPr>
        <p:spPr>
          <a:xfrm>
            <a:off x="395427" y="883158"/>
            <a:ext cx="11608435" cy="4867275"/>
          </a:xfrm>
          <a:prstGeom prst="rect">
            <a:avLst/>
          </a:prstGeom>
        </p:spPr>
        <p:txBody>
          <a:bodyPr wrap="square" lIns="0" tIns="12700" rIns="0" bIns="0" rtlCol="0" vert="horz">
            <a:spAutoFit/>
          </a:bodyPr>
          <a:lstStyle/>
          <a:p>
            <a:pPr marL="469265" marR="5080" indent="-457200">
              <a:lnSpc>
                <a:spcPct val="130100"/>
              </a:lnSpc>
              <a:spcBef>
                <a:spcPts val="100"/>
              </a:spcBef>
            </a:pPr>
            <a:r>
              <a:rPr dirty="0" sz="2400">
                <a:solidFill>
                  <a:srgbClr val="FF09FF"/>
                </a:solidFill>
                <a:latin typeface="黑体"/>
                <a:cs typeface="黑体"/>
              </a:rPr>
              <a:t>总之：</a:t>
            </a:r>
            <a:r>
              <a:rPr dirty="0" sz="2400">
                <a:solidFill>
                  <a:srgbClr val="001F5F"/>
                </a:solidFill>
                <a:latin typeface="黑体"/>
                <a:cs typeface="黑体"/>
              </a:rPr>
              <a:t>延迟槽的作用就是通过找与分支无关的指令（或者不影响分支运行的指令）</a:t>
            </a:r>
            <a:r>
              <a:rPr dirty="0" sz="2400" spc="-25">
                <a:solidFill>
                  <a:srgbClr val="001F5F"/>
                </a:solidFill>
                <a:latin typeface="黑体"/>
                <a:cs typeface="黑体"/>
              </a:rPr>
              <a:t>去充</a:t>
            </a:r>
            <a:r>
              <a:rPr dirty="0" sz="2400">
                <a:solidFill>
                  <a:srgbClr val="001F5F"/>
                </a:solidFill>
                <a:latin typeface="黑体"/>
                <a:cs typeface="黑体"/>
              </a:rPr>
              <a:t>分利用分支的空间，进而削弱预测分支的副作用，减少分支延迟。</a:t>
            </a:r>
            <a:r>
              <a:rPr dirty="0" sz="2400" spc="-50">
                <a:solidFill>
                  <a:srgbClr val="001F5F"/>
                </a:solidFill>
                <a:latin typeface="黑体"/>
                <a:cs typeface="黑体"/>
              </a:rPr>
              <a:t>）</a:t>
            </a:r>
            <a:endParaRPr sz="2400">
              <a:latin typeface="黑体"/>
              <a:cs typeface="黑体"/>
            </a:endParaRPr>
          </a:p>
          <a:p>
            <a:pPr marL="12700">
              <a:lnSpc>
                <a:spcPct val="100000"/>
              </a:lnSpc>
              <a:spcBef>
                <a:spcPts val="1440"/>
              </a:spcBef>
            </a:pPr>
            <a:r>
              <a:rPr dirty="0" sz="2400" spc="-5">
                <a:solidFill>
                  <a:srgbClr val="E14B04"/>
                </a:solidFill>
                <a:latin typeface="黑体"/>
                <a:cs typeface="黑体"/>
              </a:rPr>
              <a:t>分支延迟受到两个方面的限制：</a:t>
            </a:r>
            <a:endParaRPr sz="2400">
              <a:latin typeface="黑体"/>
              <a:cs typeface="黑体"/>
            </a:endParaRPr>
          </a:p>
          <a:p>
            <a:pPr marL="894715" indent="-287655">
              <a:lnSpc>
                <a:spcPct val="100000"/>
              </a:lnSpc>
              <a:spcBef>
                <a:spcPts val="1275"/>
              </a:spcBef>
              <a:buClr>
                <a:srgbClr val="4668F5"/>
              </a:buClr>
              <a:buSzPct val="60000"/>
              <a:buFont typeface="Wingdings"/>
              <a:buChar char=""/>
              <a:tabLst>
                <a:tab pos="894715" algn="l"/>
              </a:tabLst>
            </a:pPr>
            <a:r>
              <a:rPr dirty="0" sz="2000" spc="-25" b="1">
                <a:solidFill>
                  <a:srgbClr val="00AFEF"/>
                </a:solidFill>
                <a:latin typeface="黑体"/>
                <a:cs typeface="黑体"/>
              </a:rPr>
              <a:t>可以被放入延迟槽中的指令要满足一定的条件；</a:t>
            </a:r>
            <a:endParaRPr sz="2000">
              <a:latin typeface="黑体"/>
              <a:cs typeface="黑体"/>
            </a:endParaRPr>
          </a:p>
          <a:p>
            <a:pPr marL="894715" indent="-287655">
              <a:lnSpc>
                <a:spcPct val="100000"/>
              </a:lnSpc>
              <a:spcBef>
                <a:spcPts val="1200"/>
              </a:spcBef>
              <a:buClr>
                <a:srgbClr val="4668F5"/>
              </a:buClr>
              <a:buSzPct val="60000"/>
              <a:buFont typeface="Wingdings"/>
              <a:buChar char=""/>
              <a:tabLst>
                <a:tab pos="894715" algn="l"/>
              </a:tabLst>
            </a:pPr>
            <a:r>
              <a:rPr dirty="0" sz="2000" spc="-25" b="1">
                <a:solidFill>
                  <a:srgbClr val="00AFEF"/>
                </a:solidFill>
                <a:latin typeface="黑体"/>
                <a:cs typeface="黑体"/>
              </a:rPr>
              <a:t>编译器预测分支转移方向的能力。</a:t>
            </a:r>
            <a:endParaRPr sz="2000">
              <a:latin typeface="黑体"/>
              <a:cs typeface="黑体"/>
            </a:endParaRPr>
          </a:p>
          <a:p>
            <a:pPr marL="12700">
              <a:lnSpc>
                <a:spcPct val="100000"/>
              </a:lnSpc>
              <a:spcBef>
                <a:spcPts val="1365"/>
              </a:spcBef>
            </a:pPr>
            <a:r>
              <a:rPr dirty="0" sz="2400" spc="-5">
                <a:solidFill>
                  <a:srgbClr val="E14B04"/>
                </a:solidFill>
                <a:latin typeface="黑体"/>
                <a:cs typeface="黑体"/>
              </a:rPr>
              <a:t>为了提高编译器在延迟槽中放入有用指令的能力进一步改进：引入分支取消机制</a:t>
            </a:r>
            <a:endParaRPr sz="2400">
              <a:latin typeface="黑体"/>
              <a:cs typeface="黑体"/>
            </a:endParaRPr>
          </a:p>
          <a:p>
            <a:pPr marL="949960" indent="-342900">
              <a:lnSpc>
                <a:spcPct val="100000"/>
              </a:lnSpc>
              <a:spcBef>
                <a:spcPts val="1275"/>
              </a:spcBef>
              <a:buClr>
                <a:srgbClr val="4668F5"/>
              </a:buClr>
              <a:buSzPct val="60000"/>
              <a:buFont typeface="Wingdings"/>
              <a:buChar char=""/>
              <a:tabLst>
                <a:tab pos="949960" algn="l"/>
              </a:tabLst>
            </a:pPr>
            <a:r>
              <a:rPr dirty="0" sz="2000" spc="-25" b="1">
                <a:solidFill>
                  <a:srgbClr val="00AFEF"/>
                </a:solidFill>
                <a:latin typeface="黑体"/>
                <a:cs typeface="黑体"/>
              </a:rPr>
              <a:t>其作用：在这种机制中,分支指令隐含了预测的分支执行方向。当分支的实际执行方向和事先所</a:t>
            </a:r>
            <a:endParaRPr sz="2000">
              <a:latin typeface="黑体"/>
              <a:cs typeface="黑体"/>
            </a:endParaRPr>
          </a:p>
          <a:p>
            <a:pPr marL="949960">
              <a:lnSpc>
                <a:spcPct val="100000"/>
              </a:lnSpc>
              <a:spcBef>
                <a:spcPts val="725"/>
              </a:spcBef>
            </a:pPr>
            <a:r>
              <a:rPr dirty="0" sz="2000" spc="-25" b="1">
                <a:solidFill>
                  <a:srgbClr val="00AFEF"/>
                </a:solidFill>
                <a:latin typeface="黑体"/>
                <a:cs typeface="黑体"/>
              </a:rPr>
              <a:t>预测的一样时，执行分支延迟槽中的指令，否则就将分支延迟槽中的指令转化成一个空操作。</a:t>
            </a:r>
            <a:endParaRPr sz="2000">
              <a:latin typeface="黑体"/>
              <a:cs typeface="黑体"/>
            </a:endParaRPr>
          </a:p>
          <a:p>
            <a:pPr marL="469265" marR="26034" indent="-457200">
              <a:lnSpc>
                <a:spcPct val="130000"/>
              </a:lnSpc>
              <a:spcBef>
                <a:spcPts val="500"/>
              </a:spcBef>
            </a:pPr>
            <a:r>
              <a:rPr dirty="0" sz="2400" spc="-5">
                <a:solidFill>
                  <a:srgbClr val="E14B04"/>
                </a:solidFill>
                <a:latin typeface="黑体"/>
                <a:cs typeface="黑体"/>
              </a:rPr>
              <a:t>下图 给出了预测分支成功的情况下</a:t>
            </a:r>
            <a:r>
              <a:rPr dirty="0" sz="2400">
                <a:solidFill>
                  <a:srgbClr val="E14B04"/>
                </a:solidFill>
                <a:latin typeface="Tahoma"/>
                <a:cs typeface="Tahoma"/>
              </a:rPr>
              <a:t>,</a:t>
            </a:r>
            <a:r>
              <a:rPr dirty="0" sz="2400" spc="-5">
                <a:solidFill>
                  <a:srgbClr val="E14B04"/>
                </a:solidFill>
                <a:latin typeface="黑体"/>
                <a:cs typeface="黑体"/>
              </a:rPr>
              <a:t>分支取消机制在分支成功和失败两种情况下的执行</a:t>
            </a:r>
            <a:r>
              <a:rPr dirty="0" sz="2400" spc="-25">
                <a:solidFill>
                  <a:srgbClr val="E14B04"/>
                </a:solidFill>
                <a:latin typeface="黑体"/>
                <a:cs typeface="黑体"/>
              </a:rPr>
              <a:t>过程。</a:t>
            </a:r>
            <a:endParaRPr sz="2400">
              <a:latin typeface="黑体"/>
              <a:cs typeface="黑体"/>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269239"/>
            <a:ext cx="11041380" cy="513715"/>
          </a:xfrm>
          <a:prstGeom prst="rect"/>
        </p:spPr>
        <p:txBody>
          <a:bodyPr wrap="square" lIns="0" tIns="12700" rIns="0" bIns="0" rtlCol="0" vert="horz">
            <a:spAutoFit/>
          </a:bodyPr>
          <a:lstStyle/>
          <a:p>
            <a:pPr marL="12700">
              <a:lnSpc>
                <a:spcPct val="100000"/>
              </a:lnSpc>
              <a:spcBef>
                <a:spcPts val="100"/>
              </a:spcBef>
              <a:tabLst>
                <a:tab pos="975360" algn="l"/>
                <a:tab pos="11028045" algn="l"/>
              </a:tabLst>
            </a:pPr>
            <a:r>
              <a:rPr dirty="0">
                <a:latin typeface="Times New Roman"/>
                <a:cs typeface="Times New Roman"/>
              </a:rPr>
              <a:t>	</a:t>
            </a:r>
            <a:r>
              <a:rPr dirty="0"/>
              <a:t>“预</a:t>
            </a:r>
            <a:r>
              <a:rPr dirty="0" spc="-15"/>
              <a:t>测</a:t>
            </a:r>
            <a:r>
              <a:rPr dirty="0"/>
              <a:t>成功</a:t>
            </a:r>
            <a:r>
              <a:rPr dirty="0" spc="-10"/>
              <a:t>-</a:t>
            </a:r>
            <a:r>
              <a:rPr dirty="0" spc="-15"/>
              <a:t>取</a:t>
            </a:r>
            <a:r>
              <a:rPr dirty="0"/>
              <a:t>消”</a:t>
            </a:r>
            <a:r>
              <a:rPr dirty="0" spc="-15"/>
              <a:t>分</a:t>
            </a:r>
            <a:r>
              <a:rPr dirty="0"/>
              <a:t>支的</a:t>
            </a:r>
            <a:r>
              <a:rPr dirty="0" spc="-15"/>
              <a:t>执</a:t>
            </a:r>
            <a:r>
              <a:rPr dirty="0"/>
              <a:t>行过</a:t>
            </a:r>
            <a:r>
              <a:rPr dirty="0" spc="-15"/>
              <a:t>程</a:t>
            </a:r>
            <a:r>
              <a:rPr dirty="0"/>
              <a:t>（两</a:t>
            </a:r>
            <a:r>
              <a:rPr dirty="0" spc="-15"/>
              <a:t>种</a:t>
            </a:r>
            <a:r>
              <a:rPr dirty="0"/>
              <a:t>情况</a:t>
            </a:r>
            <a:r>
              <a:rPr dirty="0" spc="-50"/>
              <a:t>）</a:t>
            </a:r>
            <a:r>
              <a:rPr dirty="0"/>
              <a:t>	</a:t>
            </a:r>
          </a:p>
        </p:txBody>
      </p:sp>
      <p:pic>
        <p:nvPicPr>
          <p:cNvPr id="9" name="object 9" descr=""/>
          <p:cNvPicPr/>
          <p:nvPr/>
        </p:nvPicPr>
        <p:blipFill>
          <a:blip r:embed="rId2" cstate="print"/>
          <a:stretch>
            <a:fillRect/>
          </a:stretch>
        </p:blipFill>
        <p:spPr>
          <a:xfrm>
            <a:off x="1073150" y="2033523"/>
            <a:ext cx="7780274" cy="3476625"/>
          </a:xfrm>
          <a:prstGeom prst="rect">
            <a:avLst/>
          </a:prstGeom>
        </p:spPr>
      </p:pic>
      <p:sp>
        <p:nvSpPr>
          <p:cNvPr id="10" name="object 10" descr=""/>
          <p:cNvSpPr txBox="1"/>
          <p:nvPr/>
        </p:nvSpPr>
        <p:spPr>
          <a:xfrm>
            <a:off x="1151940" y="4601083"/>
            <a:ext cx="10753090" cy="1522095"/>
          </a:xfrm>
          <a:prstGeom prst="rect">
            <a:avLst/>
          </a:prstGeom>
        </p:spPr>
        <p:txBody>
          <a:bodyPr wrap="square" lIns="0" tIns="12700" rIns="0" bIns="0" rtlCol="0" vert="horz">
            <a:spAutoFit/>
          </a:bodyPr>
          <a:lstStyle/>
          <a:p>
            <a:pPr marL="8179434" marR="5080">
              <a:lnSpc>
                <a:spcPct val="100000"/>
              </a:lnSpc>
              <a:spcBef>
                <a:spcPts val="100"/>
              </a:spcBef>
            </a:pPr>
            <a:r>
              <a:rPr dirty="0" sz="2000" spc="-15" b="1">
                <a:solidFill>
                  <a:srgbClr val="080808"/>
                </a:solidFill>
                <a:latin typeface="宋体"/>
                <a:cs typeface="宋体"/>
              </a:rPr>
              <a:t>预测正确时，执行延迟</a:t>
            </a:r>
            <a:r>
              <a:rPr dirty="0" sz="2000" spc="-20" b="1">
                <a:solidFill>
                  <a:srgbClr val="080808"/>
                </a:solidFill>
                <a:latin typeface="宋体"/>
                <a:cs typeface="宋体"/>
              </a:rPr>
              <a:t>槽指令的情况</a:t>
            </a:r>
            <a:endParaRPr sz="2000">
              <a:latin typeface="宋体"/>
              <a:cs typeface="宋体"/>
            </a:endParaRPr>
          </a:p>
          <a:p>
            <a:pPr>
              <a:lnSpc>
                <a:spcPct val="100000"/>
              </a:lnSpc>
              <a:spcBef>
                <a:spcPts val="1980"/>
              </a:spcBef>
            </a:pPr>
            <a:endParaRPr sz="2000">
              <a:latin typeface="宋体"/>
              <a:cs typeface="宋体"/>
            </a:endParaRPr>
          </a:p>
          <a:p>
            <a:pPr marL="12700">
              <a:lnSpc>
                <a:spcPct val="100000"/>
              </a:lnSpc>
            </a:pPr>
            <a:r>
              <a:rPr dirty="0" sz="2000" spc="-25" b="1">
                <a:solidFill>
                  <a:srgbClr val="080808"/>
                </a:solidFill>
                <a:latin typeface="宋体"/>
                <a:cs typeface="宋体"/>
              </a:rPr>
              <a:t>预测分支成功的情况下，分支取消机制的执行情况，保证运行的正确性</a:t>
            </a:r>
            <a:endParaRPr sz="2000">
              <a:latin typeface="宋体"/>
              <a:cs typeface="宋体"/>
            </a:endParaRPr>
          </a:p>
        </p:txBody>
      </p:sp>
      <p:sp>
        <p:nvSpPr>
          <p:cNvPr id="11" name="object 11" descr=""/>
          <p:cNvSpPr txBox="1"/>
          <p:nvPr/>
        </p:nvSpPr>
        <p:spPr>
          <a:xfrm>
            <a:off x="1996820" y="950467"/>
            <a:ext cx="8559800" cy="748030"/>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FF09FF"/>
                </a:solidFill>
                <a:latin typeface="黑体"/>
                <a:cs typeface="黑体"/>
              </a:rPr>
              <a:t>当分支的实际执行方向和事先所预测的一样时，执行分支延迟槽</a:t>
            </a:r>
            <a:r>
              <a:rPr dirty="0" sz="2400" spc="-15">
                <a:solidFill>
                  <a:srgbClr val="FF09FF"/>
                </a:solidFill>
                <a:latin typeface="黑体"/>
                <a:cs typeface="黑体"/>
              </a:rPr>
              <a:t>中的指令，否则就将分支延迟槽中的指令转化成一个空操作。</a:t>
            </a:r>
            <a:endParaRPr sz="2400">
              <a:latin typeface="黑体"/>
              <a:cs typeface="黑体"/>
            </a:endParaRPr>
          </a:p>
        </p:txBody>
      </p:sp>
      <p:sp>
        <p:nvSpPr>
          <p:cNvPr id="12" name="object 12" descr=""/>
          <p:cNvSpPr txBox="1"/>
          <p:nvPr/>
        </p:nvSpPr>
        <p:spPr>
          <a:xfrm>
            <a:off x="9319006" y="2462276"/>
            <a:ext cx="2585720" cy="635635"/>
          </a:xfrm>
          <a:prstGeom prst="rect">
            <a:avLst/>
          </a:prstGeom>
        </p:spPr>
        <p:txBody>
          <a:bodyPr wrap="square" lIns="0" tIns="13335" rIns="0" bIns="0" rtlCol="0" vert="horz">
            <a:spAutoFit/>
          </a:bodyPr>
          <a:lstStyle/>
          <a:p>
            <a:pPr marL="12700" marR="5080">
              <a:lnSpc>
                <a:spcPct val="100000"/>
              </a:lnSpc>
              <a:spcBef>
                <a:spcPts val="105"/>
              </a:spcBef>
            </a:pPr>
            <a:r>
              <a:rPr dirty="0" sz="2000" spc="-15" b="1">
                <a:solidFill>
                  <a:srgbClr val="080808"/>
                </a:solidFill>
                <a:latin typeface="宋体"/>
                <a:cs typeface="宋体"/>
              </a:rPr>
              <a:t>预测错误后的取消延迟</a:t>
            </a:r>
            <a:r>
              <a:rPr dirty="0" sz="2000" spc="-20" b="1">
                <a:solidFill>
                  <a:srgbClr val="080808"/>
                </a:solidFill>
                <a:latin typeface="宋体"/>
                <a:cs typeface="宋体"/>
              </a:rPr>
              <a:t>槽指令的情况</a:t>
            </a:r>
            <a:endParaRPr sz="2000">
              <a:latin typeface="宋体"/>
              <a:cs typeface="宋体"/>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189/154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269239"/>
            <a:ext cx="11041380" cy="513715"/>
          </a:xfrm>
          <a:prstGeom prst="rect"/>
        </p:spPr>
        <p:txBody>
          <a:bodyPr wrap="square" lIns="0" tIns="12700" rIns="0" bIns="0" rtlCol="0" vert="horz">
            <a:spAutoFit/>
          </a:bodyPr>
          <a:lstStyle/>
          <a:p>
            <a:pPr marL="12700">
              <a:lnSpc>
                <a:spcPct val="100000"/>
              </a:lnSpc>
              <a:spcBef>
                <a:spcPts val="100"/>
              </a:spcBef>
              <a:tabLst>
                <a:tab pos="4939030" algn="l"/>
                <a:tab pos="11028045" algn="l"/>
              </a:tabLst>
            </a:pPr>
            <a:r>
              <a:rPr dirty="0">
                <a:latin typeface="Times New Roman"/>
                <a:cs typeface="Times New Roman"/>
              </a:rPr>
              <a:t>	</a:t>
            </a:r>
            <a:r>
              <a:rPr dirty="0"/>
              <a:t>总</a:t>
            </a:r>
            <a:r>
              <a:rPr dirty="0" spc="-50"/>
              <a:t>结</a:t>
            </a:r>
            <a:r>
              <a:rPr dirty="0"/>
              <a:t>	</a:t>
            </a:r>
          </a:p>
        </p:txBody>
      </p:sp>
      <p:sp>
        <p:nvSpPr>
          <p:cNvPr id="9" name="object 9" descr=""/>
          <p:cNvSpPr txBox="1"/>
          <p:nvPr/>
        </p:nvSpPr>
        <p:spPr>
          <a:xfrm>
            <a:off x="629818" y="1231468"/>
            <a:ext cx="4291330"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FF09FF"/>
                </a:solidFill>
                <a:latin typeface="黑体"/>
                <a:cs typeface="黑体"/>
              </a:rPr>
              <a:t>控制冲突的处理改进过程：</a:t>
            </a:r>
            <a:endParaRPr sz="2800">
              <a:latin typeface="黑体"/>
              <a:cs typeface="黑体"/>
            </a:endParaRPr>
          </a:p>
        </p:txBody>
      </p:sp>
      <p:sp>
        <p:nvSpPr>
          <p:cNvPr id="10" name="object 10" descr=""/>
          <p:cNvSpPr txBox="1"/>
          <p:nvPr/>
        </p:nvSpPr>
        <p:spPr>
          <a:xfrm>
            <a:off x="407987" y="2168525"/>
            <a:ext cx="2447925" cy="1676400"/>
          </a:xfrm>
          <a:prstGeom prst="rect">
            <a:avLst/>
          </a:prstGeom>
          <a:ln w="9525">
            <a:solidFill>
              <a:srgbClr val="C00000"/>
            </a:solidFill>
          </a:ln>
        </p:spPr>
        <p:txBody>
          <a:bodyPr wrap="square" lIns="0" tIns="19050" rIns="0" bIns="0" rtlCol="0" vert="horz">
            <a:spAutoFit/>
          </a:bodyPr>
          <a:lstStyle/>
          <a:p>
            <a:pPr algn="just" marL="91440" marR="214629">
              <a:lnSpc>
                <a:spcPts val="4320"/>
              </a:lnSpc>
              <a:spcBef>
                <a:spcPts val="150"/>
              </a:spcBef>
            </a:pPr>
            <a:r>
              <a:rPr dirty="0" sz="2400" spc="250">
                <a:solidFill>
                  <a:srgbClr val="006FC0"/>
                </a:solidFill>
                <a:latin typeface="Tahoma"/>
                <a:cs typeface="Tahoma"/>
              </a:rPr>
              <a:t>MEM</a:t>
            </a:r>
            <a:r>
              <a:rPr dirty="0" sz="2400" spc="-15">
                <a:solidFill>
                  <a:srgbClr val="006FC0"/>
                </a:solidFill>
                <a:latin typeface="黑体"/>
                <a:cs typeface="黑体"/>
              </a:rPr>
              <a:t>段完成分</a:t>
            </a:r>
            <a:r>
              <a:rPr dirty="0" sz="2400">
                <a:solidFill>
                  <a:srgbClr val="006FC0"/>
                </a:solidFill>
                <a:latin typeface="黑体"/>
                <a:cs typeface="黑体"/>
              </a:rPr>
              <a:t>支确定，造成</a:t>
            </a:r>
            <a:r>
              <a:rPr dirty="0" sz="2400" spc="25">
                <a:solidFill>
                  <a:srgbClr val="FF0000"/>
                </a:solidFill>
                <a:latin typeface="Tahoma"/>
                <a:cs typeface="Tahoma"/>
              </a:rPr>
              <a:t>3</a:t>
            </a:r>
            <a:r>
              <a:rPr dirty="0" sz="2400" spc="-10">
                <a:solidFill>
                  <a:srgbClr val="FF0000"/>
                </a:solidFill>
                <a:latin typeface="黑体"/>
                <a:cs typeface="黑体"/>
              </a:rPr>
              <a:t>个</a:t>
            </a:r>
            <a:r>
              <a:rPr dirty="0" sz="2400" spc="-20">
                <a:solidFill>
                  <a:srgbClr val="006FC0"/>
                </a:solidFill>
                <a:latin typeface="黑体"/>
                <a:cs typeface="黑体"/>
              </a:rPr>
              <a:t>时钟周期的延</a:t>
            </a:r>
            <a:endParaRPr sz="2400">
              <a:latin typeface="黑体"/>
              <a:cs typeface="黑体"/>
            </a:endParaRPr>
          </a:p>
        </p:txBody>
      </p:sp>
      <p:sp>
        <p:nvSpPr>
          <p:cNvPr id="11" name="object 11" descr=""/>
          <p:cNvSpPr txBox="1"/>
          <p:nvPr/>
        </p:nvSpPr>
        <p:spPr>
          <a:xfrm>
            <a:off x="486867" y="3955160"/>
            <a:ext cx="330200"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006FC0"/>
                </a:solidFill>
                <a:latin typeface="黑体"/>
                <a:cs typeface="黑体"/>
              </a:rPr>
              <a:t>迟</a:t>
            </a:r>
            <a:endParaRPr sz="2400">
              <a:latin typeface="黑体"/>
              <a:cs typeface="黑体"/>
            </a:endParaRPr>
          </a:p>
        </p:txBody>
      </p:sp>
      <p:sp>
        <p:nvSpPr>
          <p:cNvPr id="12" name="object 12" descr=""/>
          <p:cNvSpPr txBox="1"/>
          <p:nvPr/>
        </p:nvSpPr>
        <p:spPr>
          <a:xfrm>
            <a:off x="4454525" y="1978025"/>
            <a:ext cx="3168650" cy="2230755"/>
          </a:xfrm>
          <a:prstGeom prst="rect">
            <a:avLst/>
          </a:prstGeom>
          <a:ln w="9525">
            <a:solidFill>
              <a:srgbClr val="C00000"/>
            </a:solidFill>
          </a:ln>
        </p:spPr>
        <p:txBody>
          <a:bodyPr wrap="square" lIns="0" tIns="152400" rIns="0" bIns="0" rtlCol="0" vert="horz">
            <a:spAutoFit/>
          </a:bodyPr>
          <a:lstStyle/>
          <a:p>
            <a:pPr marL="91440">
              <a:lnSpc>
                <a:spcPct val="100000"/>
              </a:lnSpc>
              <a:spcBef>
                <a:spcPts val="1200"/>
              </a:spcBef>
            </a:pPr>
            <a:r>
              <a:rPr dirty="0" sz="2400" spc="-10">
                <a:solidFill>
                  <a:srgbClr val="006FC0"/>
                </a:solidFill>
                <a:latin typeface="黑体"/>
                <a:cs typeface="黑体"/>
              </a:rPr>
              <a:t>对分支的确定操作提</a:t>
            </a:r>
            <a:endParaRPr sz="2400">
              <a:latin typeface="黑体"/>
              <a:cs typeface="黑体"/>
            </a:endParaRPr>
          </a:p>
          <a:p>
            <a:pPr marL="91440" marR="148590">
              <a:lnSpc>
                <a:spcPct val="150000"/>
              </a:lnSpc>
              <a:spcBef>
                <a:spcPts val="5"/>
              </a:spcBef>
            </a:pPr>
            <a:r>
              <a:rPr dirty="0" sz="2400">
                <a:solidFill>
                  <a:srgbClr val="006FC0"/>
                </a:solidFill>
                <a:latin typeface="黑体"/>
                <a:cs typeface="黑体"/>
              </a:rPr>
              <a:t>前到</a:t>
            </a:r>
            <a:r>
              <a:rPr dirty="0" sz="2400" spc="-35">
                <a:solidFill>
                  <a:srgbClr val="006FC0"/>
                </a:solidFill>
                <a:latin typeface="Tahoma"/>
                <a:cs typeface="Tahoma"/>
              </a:rPr>
              <a:t>ID</a:t>
            </a:r>
            <a:r>
              <a:rPr dirty="0" sz="2400" spc="-10">
                <a:solidFill>
                  <a:srgbClr val="006FC0"/>
                </a:solidFill>
                <a:latin typeface="黑体"/>
                <a:cs typeface="黑体"/>
              </a:rPr>
              <a:t>段，但需额外</a:t>
            </a:r>
            <a:r>
              <a:rPr dirty="0" sz="2400" spc="-5">
                <a:solidFill>
                  <a:srgbClr val="006FC0"/>
                </a:solidFill>
                <a:latin typeface="黑体"/>
                <a:cs typeface="黑体"/>
              </a:rPr>
              <a:t>增加加法器，仍有</a:t>
            </a:r>
            <a:r>
              <a:rPr dirty="0" sz="2400" spc="75">
                <a:solidFill>
                  <a:srgbClr val="FF0000"/>
                </a:solidFill>
                <a:latin typeface="Tahoma"/>
                <a:cs typeface="Tahoma"/>
              </a:rPr>
              <a:t>1</a:t>
            </a:r>
            <a:r>
              <a:rPr dirty="0" sz="2400" spc="-50">
                <a:solidFill>
                  <a:srgbClr val="FF0000"/>
                </a:solidFill>
                <a:latin typeface="黑体"/>
                <a:cs typeface="黑体"/>
              </a:rPr>
              <a:t>个</a:t>
            </a:r>
            <a:r>
              <a:rPr dirty="0" sz="2400" spc="-10">
                <a:solidFill>
                  <a:srgbClr val="006FC0"/>
                </a:solidFill>
                <a:latin typeface="黑体"/>
                <a:cs typeface="黑体"/>
              </a:rPr>
              <a:t>时钟周期的延迟</a:t>
            </a:r>
            <a:endParaRPr sz="2400">
              <a:latin typeface="黑体"/>
              <a:cs typeface="黑体"/>
            </a:endParaRPr>
          </a:p>
        </p:txBody>
      </p:sp>
      <p:grpSp>
        <p:nvGrpSpPr>
          <p:cNvPr id="13" name="object 13" descr=""/>
          <p:cNvGrpSpPr/>
          <p:nvPr/>
        </p:nvGrpSpPr>
        <p:grpSpPr>
          <a:xfrm>
            <a:off x="3122612" y="2706687"/>
            <a:ext cx="1160780" cy="390525"/>
            <a:chOff x="3122612" y="2706687"/>
            <a:chExt cx="1160780" cy="390525"/>
          </a:xfrm>
        </p:grpSpPr>
        <p:sp>
          <p:nvSpPr>
            <p:cNvPr id="14" name="object 14" descr=""/>
            <p:cNvSpPr/>
            <p:nvPr/>
          </p:nvSpPr>
          <p:spPr>
            <a:xfrm>
              <a:off x="3127375" y="2711450"/>
              <a:ext cx="1151255" cy="381000"/>
            </a:xfrm>
            <a:custGeom>
              <a:avLst/>
              <a:gdLst/>
              <a:ahLst/>
              <a:cxnLst/>
              <a:rect l="l" t="t" r="r" b="b"/>
              <a:pathLst>
                <a:path w="1151254" h="381000">
                  <a:moveTo>
                    <a:pt x="960627" y="0"/>
                  </a:moveTo>
                  <a:lnTo>
                    <a:pt x="960627" y="95250"/>
                  </a:lnTo>
                  <a:lnTo>
                    <a:pt x="0" y="95250"/>
                  </a:lnTo>
                  <a:lnTo>
                    <a:pt x="0" y="285750"/>
                  </a:lnTo>
                  <a:lnTo>
                    <a:pt x="960627" y="285750"/>
                  </a:lnTo>
                  <a:lnTo>
                    <a:pt x="960627" y="381000"/>
                  </a:lnTo>
                  <a:lnTo>
                    <a:pt x="1151001" y="190500"/>
                  </a:lnTo>
                  <a:lnTo>
                    <a:pt x="960627" y="0"/>
                  </a:lnTo>
                  <a:close/>
                </a:path>
              </a:pathLst>
            </a:custGeom>
            <a:solidFill>
              <a:srgbClr val="EBD782"/>
            </a:solidFill>
          </p:spPr>
          <p:txBody>
            <a:bodyPr wrap="square" lIns="0" tIns="0" rIns="0" bIns="0" rtlCol="0"/>
            <a:lstStyle/>
            <a:p/>
          </p:txBody>
        </p:sp>
        <p:sp>
          <p:nvSpPr>
            <p:cNvPr id="15" name="object 15" descr=""/>
            <p:cNvSpPr/>
            <p:nvPr/>
          </p:nvSpPr>
          <p:spPr>
            <a:xfrm>
              <a:off x="3127375" y="2711450"/>
              <a:ext cx="1151255" cy="381000"/>
            </a:xfrm>
            <a:custGeom>
              <a:avLst/>
              <a:gdLst/>
              <a:ahLst/>
              <a:cxnLst/>
              <a:rect l="l" t="t" r="r" b="b"/>
              <a:pathLst>
                <a:path w="1151254" h="381000">
                  <a:moveTo>
                    <a:pt x="0" y="95250"/>
                  </a:moveTo>
                  <a:lnTo>
                    <a:pt x="960627" y="95250"/>
                  </a:lnTo>
                  <a:lnTo>
                    <a:pt x="960627" y="0"/>
                  </a:lnTo>
                  <a:lnTo>
                    <a:pt x="1151001" y="190500"/>
                  </a:lnTo>
                  <a:lnTo>
                    <a:pt x="960627" y="381000"/>
                  </a:lnTo>
                  <a:lnTo>
                    <a:pt x="960627" y="285750"/>
                  </a:lnTo>
                  <a:lnTo>
                    <a:pt x="0" y="285750"/>
                  </a:lnTo>
                  <a:lnTo>
                    <a:pt x="0" y="95250"/>
                  </a:lnTo>
                  <a:close/>
                </a:path>
              </a:pathLst>
            </a:custGeom>
            <a:ln w="9525">
              <a:solidFill>
                <a:srgbClr val="40458B"/>
              </a:solidFill>
            </a:ln>
          </p:spPr>
          <p:txBody>
            <a:bodyPr wrap="square" lIns="0" tIns="0" rIns="0" bIns="0" rtlCol="0"/>
            <a:lstStyle/>
            <a:p/>
          </p:txBody>
        </p:sp>
      </p:grpSp>
      <p:grpSp>
        <p:nvGrpSpPr>
          <p:cNvPr id="16" name="object 16" descr=""/>
          <p:cNvGrpSpPr/>
          <p:nvPr/>
        </p:nvGrpSpPr>
        <p:grpSpPr>
          <a:xfrm>
            <a:off x="7794688" y="2897187"/>
            <a:ext cx="1162050" cy="390525"/>
            <a:chOff x="7794688" y="2897187"/>
            <a:chExt cx="1162050" cy="390525"/>
          </a:xfrm>
        </p:grpSpPr>
        <p:sp>
          <p:nvSpPr>
            <p:cNvPr id="17" name="object 17" descr=""/>
            <p:cNvSpPr/>
            <p:nvPr/>
          </p:nvSpPr>
          <p:spPr>
            <a:xfrm>
              <a:off x="7799451" y="2901950"/>
              <a:ext cx="1152525" cy="381000"/>
            </a:xfrm>
            <a:custGeom>
              <a:avLst/>
              <a:gdLst/>
              <a:ahLst/>
              <a:cxnLst/>
              <a:rect l="l" t="t" r="r" b="b"/>
              <a:pathLst>
                <a:path w="1152525" h="381000">
                  <a:moveTo>
                    <a:pt x="961898" y="0"/>
                  </a:moveTo>
                  <a:lnTo>
                    <a:pt x="961898" y="95250"/>
                  </a:lnTo>
                  <a:lnTo>
                    <a:pt x="0" y="95250"/>
                  </a:lnTo>
                  <a:lnTo>
                    <a:pt x="0" y="285750"/>
                  </a:lnTo>
                  <a:lnTo>
                    <a:pt x="961898" y="285750"/>
                  </a:lnTo>
                  <a:lnTo>
                    <a:pt x="961898" y="381000"/>
                  </a:lnTo>
                  <a:lnTo>
                    <a:pt x="1152525" y="190500"/>
                  </a:lnTo>
                  <a:lnTo>
                    <a:pt x="961898" y="0"/>
                  </a:lnTo>
                  <a:close/>
                </a:path>
              </a:pathLst>
            </a:custGeom>
            <a:solidFill>
              <a:srgbClr val="EBD782"/>
            </a:solidFill>
          </p:spPr>
          <p:txBody>
            <a:bodyPr wrap="square" lIns="0" tIns="0" rIns="0" bIns="0" rtlCol="0"/>
            <a:lstStyle/>
            <a:p/>
          </p:txBody>
        </p:sp>
        <p:sp>
          <p:nvSpPr>
            <p:cNvPr id="18" name="object 18" descr=""/>
            <p:cNvSpPr/>
            <p:nvPr/>
          </p:nvSpPr>
          <p:spPr>
            <a:xfrm>
              <a:off x="7799451" y="2901950"/>
              <a:ext cx="1152525" cy="381000"/>
            </a:xfrm>
            <a:custGeom>
              <a:avLst/>
              <a:gdLst/>
              <a:ahLst/>
              <a:cxnLst/>
              <a:rect l="l" t="t" r="r" b="b"/>
              <a:pathLst>
                <a:path w="1152525" h="381000">
                  <a:moveTo>
                    <a:pt x="0" y="95250"/>
                  </a:moveTo>
                  <a:lnTo>
                    <a:pt x="961898" y="95250"/>
                  </a:lnTo>
                  <a:lnTo>
                    <a:pt x="961898" y="0"/>
                  </a:lnTo>
                  <a:lnTo>
                    <a:pt x="1152525" y="190500"/>
                  </a:lnTo>
                  <a:lnTo>
                    <a:pt x="961898" y="381000"/>
                  </a:lnTo>
                  <a:lnTo>
                    <a:pt x="961898" y="285750"/>
                  </a:lnTo>
                  <a:lnTo>
                    <a:pt x="0" y="285750"/>
                  </a:lnTo>
                  <a:lnTo>
                    <a:pt x="0" y="95250"/>
                  </a:lnTo>
                  <a:close/>
                </a:path>
              </a:pathLst>
            </a:custGeom>
            <a:ln w="9525">
              <a:solidFill>
                <a:srgbClr val="40458B"/>
              </a:solidFill>
            </a:ln>
          </p:spPr>
          <p:txBody>
            <a:bodyPr wrap="square" lIns="0" tIns="0" rIns="0" bIns="0" rtlCol="0"/>
            <a:lstStyle/>
            <a:p/>
          </p:txBody>
        </p:sp>
      </p:grpSp>
      <p:sp>
        <p:nvSpPr>
          <p:cNvPr id="19" name="object 19" descr=""/>
          <p:cNvSpPr txBox="1"/>
          <p:nvPr/>
        </p:nvSpPr>
        <p:spPr>
          <a:xfrm>
            <a:off x="9047226" y="2038350"/>
            <a:ext cx="2940050" cy="1678305"/>
          </a:xfrm>
          <a:prstGeom prst="rect">
            <a:avLst/>
          </a:prstGeom>
          <a:ln w="9525">
            <a:solidFill>
              <a:srgbClr val="C00000"/>
            </a:solidFill>
          </a:ln>
        </p:spPr>
        <p:txBody>
          <a:bodyPr wrap="square" lIns="0" tIns="153035" rIns="0" bIns="0" rtlCol="0" vert="horz">
            <a:spAutoFit/>
          </a:bodyPr>
          <a:lstStyle/>
          <a:p>
            <a:pPr marL="92075">
              <a:lnSpc>
                <a:spcPct val="100000"/>
              </a:lnSpc>
              <a:spcBef>
                <a:spcPts val="1205"/>
              </a:spcBef>
            </a:pPr>
            <a:r>
              <a:rPr dirty="0" sz="2400" spc="-15">
                <a:solidFill>
                  <a:srgbClr val="006FC0"/>
                </a:solidFill>
                <a:latin typeface="黑体"/>
                <a:cs typeface="黑体"/>
              </a:rPr>
              <a:t>对分支的确定操作：</a:t>
            </a:r>
            <a:endParaRPr sz="2400">
              <a:latin typeface="黑体"/>
              <a:cs typeface="黑体"/>
            </a:endParaRPr>
          </a:p>
          <a:p>
            <a:pPr marL="92075" marR="95885">
              <a:lnSpc>
                <a:spcPct val="150000"/>
              </a:lnSpc>
            </a:pPr>
            <a:r>
              <a:rPr dirty="0" sz="2400">
                <a:solidFill>
                  <a:srgbClr val="FF0000"/>
                </a:solidFill>
                <a:latin typeface="黑体"/>
                <a:cs typeface="黑体"/>
              </a:rPr>
              <a:t>预测</a:t>
            </a:r>
            <a:r>
              <a:rPr dirty="0" sz="2400">
                <a:solidFill>
                  <a:srgbClr val="006FC0"/>
                </a:solidFill>
                <a:latin typeface="黑体"/>
                <a:cs typeface="黑体"/>
              </a:rPr>
              <a:t>（猜！！），</a:t>
            </a:r>
            <a:r>
              <a:rPr dirty="0" sz="2400" spc="-50">
                <a:solidFill>
                  <a:srgbClr val="FF0000"/>
                </a:solidFill>
                <a:latin typeface="黑体"/>
                <a:cs typeface="黑体"/>
              </a:rPr>
              <a:t>但</a:t>
            </a:r>
            <a:r>
              <a:rPr dirty="0" sz="2400">
                <a:solidFill>
                  <a:srgbClr val="FF0000"/>
                </a:solidFill>
                <a:latin typeface="黑体"/>
                <a:cs typeface="黑体"/>
              </a:rPr>
              <a:t>可能</a:t>
            </a:r>
            <a:r>
              <a:rPr dirty="0" sz="2400" spc="-10">
                <a:solidFill>
                  <a:srgbClr val="006FC0"/>
                </a:solidFill>
                <a:latin typeface="黑体"/>
                <a:cs typeface="黑体"/>
              </a:rPr>
              <a:t>会产生效率低下</a:t>
            </a:r>
            <a:endParaRPr sz="2400">
              <a:latin typeface="黑体"/>
              <a:cs typeface="黑体"/>
            </a:endParaRPr>
          </a:p>
        </p:txBody>
      </p:sp>
      <p:sp>
        <p:nvSpPr>
          <p:cNvPr id="20" name="object 20" descr=""/>
          <p:cNvSpPr txBox="1"/>
          <p:nvPr/>
        </p:nvSpPr>
        <p:spPr>
          <a:xfrm>
            <a:off x="9120251" y="4495800"/>
            <a:ext cx="2941955" cy="1122680"/>
          </a:xfrm>
          <a:prstGeom prst="rect">
            <a:avLst/>
          </a:prstGeom>
          <a:ln w="9525">
            <a:solidFill>
              <a:srgbClr val="C00000"/>
            </a:solidFill>
          </a:ln>
        </p:spPr>
        <p:txBody>
          <a:bodyPr wrap="square" lIns="0" tIns="19685" rIns="0" bIns="0" rtlCol="0" vert="horz">
            <a:spAutoFit/>
          </a:bodyPr>
          <a:lstStyle/>
          <a:p>
            <a:pPr marL="92075" marR="97790">
              <a:lnSpc>
                <a:spcPts val="4320"/>
              </a:lnSpc>
              <a:spcBef>
                <a:spcPts val="155"/>
              </a:spcBef>
            </a:pPr>
            <a:r>
              <a:rPr dirty="0" sz="2400" spc="-10">
                <a:solidFill>
                  <a:srgbClr val="006FC0"/>
                </a:solidFill>
                <a:latin typeface="黑体"/>
                <a:cs typeface="黑体"/>
              </a:rPr>
              <a:t>对分支的确定操作：</a:t>
            </a:r>
            <a:r>
              <a:rPr dirty="0" sz="2400" spc="-10">
                <a:solidFill>
                  <a:srgbClr val="FF0000"/>
                </a:solidFill>
                <a:latin typeface="黑体"/>
                <a:cs typeface="黑体"/>
              </a:rPr>
              <a:t>引入延迟槽</a:t>
            </a:r>
            <a:endParaRPr sz="2400">
              <a:latin typeface="黑体"/>
              <a:cs typeface="黑体"/>
            </a:endParaRPr>
          </a:p>
        </p:txBody>
      </p:sp>
      <p:grpSp>
        <p:nvGrpSpPr>
          <p:cNvPr id="21" name="object 21" descr=""/>
          <p:cNvGrpSpPr/>
          <p:nvPr/>
        </p:nvGrpSpPr>
        <p:grpSpPr>
          <a:xfrm>
            <a:off x="10325163" y="3711638"/>
            <a:ext cx="384175" cy="789305"/>
            <a:chOff x="10325163" y="3711638"/>
            <a:chExt cx="384175" cy="789305"/>
          </a:xfrm>
        </p:grpSpPr>
        <p:sp>
          <p:nvSpPr>
            <p:cNvPr id="22" name="object 22" descr=""/>
            <p:cNvSpPr/>
            <p:nvPr/>
          </p:nvSpPr>
          <p:spPr>
            <a:xfrm>
              <a:off x="10329926" y="3716401"/>
              <a:ext cx="374650" cy="779780"/>
            </a:xfrm>
            <a:custGeom>
              <a:avLst/>
              <a:gdLst/>
              <a:ahLst/>
              <a:cxnLst/>
              <a:rect l="l" t="t" r="r" b="b"/>
              <a:pathLst>
                <a:path w="374650" h="779779">
                  <a:moveTo>
                    <a:pt x="280924" y="0"/>
                  </a:moveTo>
                  <a:lnTo>
                    <a:pt x="93599" y="0"/>
                  </a:lnTo>
                  <a:lnTo>
                    <a:pt x="93599" y="591947"/>
                  </a:lnTo>
                  <a:lnTo>
                    <a:pt x="0" y="591947"/>
                  </a:lnTo>
                  <a:lnTo>
                    <a:pt x="187325" y="779399"/>
                  </a:lnTo>
                  <a:lnTo>
                    <a:pt x="374650" y="591947"/>
                  </a:lnTo>
                  <a:lnTo>
                    <a:pt x="280924" y="591947"/>
                  </a:lnTo>
                  <a:lnTo>
                    <a:pt x="280924" y="0"/>
                  </a:lnTo>
                  <a:close/>
                </a:path>
              </a:pathLst>
            </a:custGeom>
            <a:solidFill>
              <a:srgbClr val="EBD782"/>
            </a:solidFill>
          </p:spPr>
          <p:txBody>
            <a:bodyPr wrap="square" lIns="0" tIns="0" rIns="0" bIns="0" rtlCol="0"/>
            <a:lstStyle/>
            <a:p/>
          </p:txBody>
        </p:sp>
        <p:sp>
          <p:nvSpPr>
            <p:cNvPr id="23" name="object 23" descr=""/>
            <p:cNvSpPr/>
            <p:nvPr/>
          </p:nvSpPr>
          <p:spPr>
            <a:xfrm>
              <a:off x="10329926" y="3716401"/>
              <a:ext cx="374650" cy="779780"/>
            </a:xfrm>
            <a:custGeom>
              <a:avLst/>
              <a:gdLst/>
              <a:ahLst/>
              <a:cxnLst/>
              <a:rect l="l" t="t" r="r" b="b"/>
              <a:pathLst>
                <a:path w="374650" h="779779">
                  <a:moveTo>
                    <a:pt x="280924" y="0"/>
                  </a:moveTo>
                  <a:lnTo>
                    <a:pt x="280924" y="591947"/>
                  </a:lnTo>
                  <a:lnTo>
                    <a:pt x="374650" y="591947"/>
                  </a:lnTo>
                  <a:lnTo>
                    <a:pt x="187325" y="779399"/>
                  </a:lnTo>
                  <a:lnTo>
                    <a:pt x="0" y="591947"/>
                  </a:lnTo>
                  <a:lnTo>
                    <a:pt x="93599" y="591947"/>
                  </a:lnTo>
                  <a:lnTo>
                    <a:pt x="93599" y="0"/>
                  </a:lnTo>
                  <a:lnTo>
                    <a:pt x="280924" y="0"/>
                  </a:lnTo>
                  <a:close/>
                </a:path>
              </a:pathLst>
            </a:custGeom>
            <a:ln w="9525">
              <a:solidFill>
                <a:srgbClr val="40458B"/>
              </a:solidFill>
            </a:ln>
          </p:spPr>
          <p:txBody>
            <a:bodyPr wrap="square" lIns="0" tIns="0" rIns="0" bIns="0" rtlCol="0"/>
            <a:lstStyle/>
            <a:p/>
          </p:txBody>
        </p:sp>
      </p:grpSp>
      <p:sp>
        <p:nvSpPr>
          <p:cNvPr id="24" name="object 24" descr=""/>
          <p:cNvSpPr txBox="1"/>
          <p:nvPr/>
        </p:nvSpPr>
        <p:spPr>
          <a:xfrm>
            <a:off x="3366896" y="2167254"/>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优化</a:t>
            </a:r>
            <a:endParaRPr sz="2400">
              <a:latin typeface="黑体"/>
              <a:cs typeface="黑体"/>
            </a:endParaRPr>
          </a:p>
        </p:txBody>
      </p:sp>
      <p:sp>
        <p:nvSpPr>
          <p:cNvPr id="25" name="object 25" descr=""/>
          <p:cNvSpPr txBox="1"/>
          <p:nvPr/>
        </p:nvSpPr>
        <p:spPr>
          <a:xfrm>
            <a:off x="8023606" y="2343403"/>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优化</a:t>
            </a:r>
            <a:endParaRPr sz="2400">
              <a:latin typeface="黑体"/>
              <a:cs typeface="黑体"/>
            </a:endParaRPr>
          </a:p>
        </p:txBody>
      </p:sp>
      <p:sp>
        <p:nvSpPr>
          <p:cNvPr id="26" name="object 26" descr=""/>
          <p:cNvSpPr txBox="1"/>
          <p:nvPr/>
        </p:nvSpPr>
        <p:spPr>
          <a:xfrm>
            <a:off x="10902188" y="3909186"/>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优化</a:t>
            </a:r>
            <a:endParaRPr sz="2400">
              <a:latin typeface="黑体"/>
              <a:cs typeface="黑体"/>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0" y="6196012"/>
            <a:ext cx="12184380" cy="662305"/>
            <a:chOff x="0" y="6196012"/>
            <a:chExt cx="12184380" cy="662305"/>
          </a:xfrm>
        </p:grpSpPr>
        <p:sp>
          <p:nvSpPr>
            <p:cNvPr id="5" name="object 5"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6" name="object 6" descr=""/>
            <p:cNvSpPr/>
            <p:nvPr/>
          </p:nvSpPr>
          <p:spPr>
            <a:xfrm>
              <a:off x="8915400" y="6215062"/>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8915400" y="6215062"/>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8" name="object 8"/>
          <p:cNvSpPr txBox="1">
            <a:spLocks noGrp="1"/>
          </p:cNvSpPr>
          <p:nvPr>
            <p:ph type="title"/>
          </p:nvPr>
        </p:nvSpPr>
        <p:spPr>
          <a:xfrm>
            <a:off x="1298194" y="1482039"/>
            <a:ext cx="4653915" cy="422909"/>
          </a:xfrm>
          <a:prstGeom prst="rect"/>
        </p:spPr>
        <p:txBody>
          <a:bodyPr wrap="square" lIns="0" tIns="13335" rIns="0" bIns="0" rtlCol="0" vert="horz">
            <a:spAutoFit/>
          </a:bodyPr>
          <a:lstStyle/>
          <a:p>
            <a:pPr marL="12700">
              <a:lnSpc>
                <a:spcPct val="100000"/>
              </a:lnSpc>
              <a:spcBef>
                <a:spcPts val="105"/>
              </a:spcBef>
            </a:pPr>
            <a:r>
              <a:rPr dirty="0" u="none" sz="2600" spc="-20">
                <a:solidFill>
                  <a:srgbClr val="000000"/>
                </a:solidFill>
                <a:latin typeface="微软雅黑"/>
                <a:cs typeface="微软雅黑"/>
              </a:rPr>
              <a:t>以下哪种冲突不属于流水线冲突</a:t>
            </a:r>
            <a:endParaRPr sz="2600">
              <a:latin typeface="微软雅黑"/>
              <a:cs typeface="微软雅黑"/>
            </a:endParaRPr>
          </a:p>
        </p:txBody>
      </p:sp>
      <p:sp>
        <p:nvSpPr>
          <p:cNvPr id="9" name="object 9" descr=""/>
          <p:cNvSpPr txBox="1"/>
          <p:nvPr/>
        </p:nvSpPr>
        <p:spPr>
          <a:xfrm>
            <a:off x="2517394" y="2883788"/>
            <a:ext cx="1348740" cy="422275"/>
          </a:xfrm>
          <a:prstGeom prst="rect">
            <a:avLst/>
          </a:prstGeom>
        </p:spPr>
        <p:txBody>
          <a:bodyPr wrap="square" lIns="0" tIns="13335" rIns="0" bIns="0" rtlCol="0" vert="horz">
            <a:spAutoFit/>
          </a:bodyPr>
          <a:lstStyle/>
          <a:p>
            <a:pPr marL="12700">
              <a:lnSpc>
                <a:spcPct val="100000"/>
              </a:lnSpc>
              <a:spcBef>
                <a:spcPts val="105"/>
              </a:spcBef>
            </a:pPr>
            <a:r>
              <a:rPr dirty="0" sz="2600" spc="-15">
                <a:latin typeface="微软雅黑"/>
                <a:cs typeface="微软雅黑"/>
              </a:rPr>
              <a:t>结构冲突</a:t>
            </a:r>
            <a:endParaRPr sz="2600">
              <a:latin typeface="微软雅黑"/>
              <a:cs typeface="微软雅黑"/>
            </a:endParaRPr>
          </a:p>
        </p:txBody>
      </p:sp>
      <p:sp>
        <p:nvSpPr>
          <p:cNvPr id="10" name="object 10" descr=""/>
          <p:cNvSpPr txBox="1"/>
          <p:nvPr/>
        </p:nvSpPr>
        <p:spPr>
          <a:xfrm>
            <a:off x="2517394" y="3741165"/>
            <a:ext cx="134874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数据冲突</a:t>
            </a:r>
            <a:endParaRPr sz="2600">
              <a:latin typeface="微软雅黑"/>
              <a:cs typeface="微软雅黑"/>
            </a:endParaRPr>
          </a:p>
        </p:txBody>
      </p:sp>
      <p:sp>
        <p:nvSpPr>
          <p:cNvPr id="11" name="object 11" descr=""/>
          <p:cNvSpPr txBox="1"/>
          <p:nvPr/>
        </p:nvSpPr>
        <p:spPr>
          <a:xfrm>
            <a:off x="2517394" y="4598670"/>
            <a:ext cx="134874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条件冲突</a:t>
            </a:r>
            <a:endParaRPr sz="2600">
              <a:latin typeface="微软雅黑"/>
              <a:cs typeface="微软雅黑"/>
            </a:endParaRPr>
          </a:p>
        </p:txBody>
      </p:sp>
      <p:sp>
        <p:nvSpPr>
          <p:cNvPr id="12" name="object 12" descr=""/>
          <p:cNvSpPr txBox="1"/>
          <p:nvPr/>
        </p:nvSpPr>
        <p:spPr>
          <a:xfrm>
            <a:off x="2517394" y="5456021"/>
            <a:ext cx="1348740"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控制冲突</a:t>
            </a:r>
            <a:endParaRPr sz="2600">
              <a:latin typeface="微软雅黑"/>
              <a:cs typeface="微软雅黑"/>
            </a:endParaRPr>
          </a:p>
        </p:txBody>
      </p:sp>
      <p:grpSp>
        <p:nvGrpSpPr>
          <p:cNvPr id="13" name="object 13" descr=""/>
          <p:cNvGrpSpPr/>
          <p:nvPr/>
        </p:nvGrpSpPr>
        <p:grpSpPr>
          <a:xfrm>
            <a:off x="1565275" y="2843276"/>
            <a:ext cx="527050" cy="527050"/>
            <a:chOff x="1565275" y="2843276"/>
            <a:chExt cx="527050" cy="527050"/>
          </a:xfrm>
        </p:grpSpPr>
        <p:sp>
          <p:nvSpPr>
            <p:cNvPr id="14" name="object 14" descr=""/>
            <p:cNvSpPr/>
            <p:nvPr/>
          </p:nvSpPr>
          <p:spPr>
            <a:xfrm>
              <a:off x="15716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5" name="object 15" descr=""/>
            <p:cNvSpPr/>
            <p:nvPr/>
          </p:nvSpPr>
          <p:spPr>
            <a:xfrm>
              <a:off x="15716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6" name="object 16" descr=""/>
          <p:cNvSpPr txBox="1"/>
          <p:nvPr/>
        </p:nvSpPr>
        <p:spPr>
          <a:xfrm>
            <a:off x="1744726"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7" name="object 17" descr=""/>
          <p:cNvGrpSpPr/>
          <p:nvPr/>
        </p:nvGrpSpPr>
        <p:grpSpPr>
          <a:xfrm>
            <a:off x="1565275" y="3700526"/>
            <a:ext cx="527050" cy="527050"/>
            <a:chOff x="1565275" y="3700526"/>
            <a:chExt cx="527050" cy="527050"/>
          </a:xfrm>
        </p:grpSpPr>
        <p:sp>
          <p:nvSpPr>
            <p:cNvPr id="18" name="object 18" descr=""/>
            <p:cNvSpPr/>
            <p:nvPr/>
          </p:nvSpPr>
          <p:spPr>
            <a:xfrm>
              <a:off x="15716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9" name="object 19" descr=""/>
            <p:cNvSpPr/>
            <p:nvPr/>
          </p:nvSpPr>
          <p:spPr>
            <a:xfrm>
              <a:off x="15716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0" name="object 20" descr=""/>
          <p:cNvSpPr txBox="1"/>
          <p:nvPr/>
        </p:nvSpPr>
        <p:spPr>
          <a:xfrm>
            <a:off x="1752726"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21" name="object 21" descr=""/>
          <p:cNvGrpSpPr/>
          <p:nvPr/>
        </p:nvGrpSpPr>
        <p:grpSpPr>
          <a:xfrm>
            <a:off x="1558925" y="4551426"/>
            <a:ext cx="539750" cy="539750"/>
            <a:chOff x="1558925" y="4551426"/>
            <a:chExt cx="539750" cy="539750"/>
          </a:xfrm>
        </p:grpSpPr>
        <p:sp>
          <p:nvSpPr>
            <p:cNvPr id="22" name="object 22" descr=""/>
            <p:cNvSpPr/>
            <p:nvPr/>
          </p:nvSpPr>
          <p:spPr>
            <a:xfrm>
              <a:off x="15716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23" name="object 23" descr=""/>
            <p:cNvSpPr/>
            <p:nvPr/>
          </p:nvSpPr>
          <p:spPr>
            <a:xfrm>
              <a:off x="15716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24" name="object 24" descr=""/>
          <p:cNvSpPr txBox="1"/>
          <p:nvPr/>
        </p:nvSpPr>
        <p:spPr>
          <a:xfrm>
            <a:off x="17481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5" name="object 25" descr=""/>
          <p:cNvGrpSpPr/>
          <p:nvPr/>
        </p:nvGrpSpPr>
        <p:grpSpPr>
          <a:xfrm>
            <a:off x="1565275" y="5415026"/>
            <a:ext cx="527050" cy="527050"/>
            <a:chOff x="1565275" y="5415026"/>
            <a:chExt cx="527050" cy="527050"/>
          </a:xfrm>
        </p:grpSpPr>
        <p:sp>
          <p:nvSpPr>
            <p:cNvPr id="26" name="object 26" descr=""/>
            <p:cNvSpPr/>
            <p:nvPr/>
          </p:nvSpPr>
          <p:spPr>
            <a:xfrm>
              <a:off x="15716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7" name="object 27" descr=""/>
            <p:cNvSpPr/>
            <p:nvPr/>
          </p:nvSpPr>
          <p:spPr>
            <a:xfrm>
              <a:off x="15716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12699">
              <a:solidFill>
                <a:srgbClr val="000000"/>
              </a:solidFill>
            </a:ln>
          </p:spPr>
          <p:txBody>
            <a:bodyPr wrap="square" lIns="0" tIns="0" rIns="0" bIns="0" rtlCol="0"/>
            <a:lstStyle/>
            <a:p/>
          </p:txBody>
        </p:sp>
      </p:grpSp>
      <p:sp>
        <p:nvSpPr>
          <p:cNvPr id="28" name="object 28" descr=""/>
          <p:cNvSpPr txBox="1"/>
          <p:nvPr/>
        </p:nvSpPr>
        <p:spPr>
          <a:xfrm>
            <a:off x="17386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sp>
        <p:nvSpPr>
          <p:cNvPr id="29" name="object 29" descr=""/>
          <p:cNvSpPr txBox="1"/>
          <p:nvPr/>
        </p:nvSpPr>
        <p:spPr>
          <a:xfrm>
            <a:off x="9472041" y="627989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grpSp>
        <p:nvGrpSpPr>
          <p:cNvPr id="30" name="object 30" descr=""/>
          <p:cNvGrpSpPr/>
          <p:nvPr/>
        </p:nvGrpSpPr>
        <p:grpSpPr>
          <a:xfrm>
            <a:off x="0" y="0"/>
            <a:ext cx="12192000" cy="635000"/>
            <a:chOff x="0" y="0"/>
            <a:chExt cx="12192000" cy="635000"/>
          </a:xfrm>
        </p:grpSpPr>
        <p:sp>
          <p:nvSpPr>
            <p:cNvPr id="31" name="object 31" descr=""/>
            <p:cNvSpPr/>
            <p:nvPr/>
          </p:nvSpPr>
          <p:spPr>
            <a:xfrm>
              <a:off x="190500" y="0"/>
              <a:ext cx="12001500" cy="635000"/>
            </a:xfrm>
            <a:custGeom>
              <a:avLst/>
              <a:gdLst/>
              <a:ahLst/>
              <a:cxnLst/>
              <a:rect l="l" t="t" r="r" b="b"/>
              <a:pathLst>
                <a:path w="12001500" h="635000">
                  <a:moveTo>
                    <a:pt x="0" y="635000"/>
                  </a:moveTo>
                  <a:lnTo>
                    <a:pt x="12001500" y="635000"/>
                  </a:lnTo>
                  <a:lnTo>
                    <a:pt x="12001500" y="0"/>
                  </a:lnTo>
                  <a:lnTo>
                    <a:pt x="0" y="0"/>
                  </a:lnTo>
                  <a:lnTo>
                    <a:pt x="0" y="635000"/>
                  </a:lnTo>
                  <a:close/>
                </a:path>
              </a:pathLst>
            </a:custGeom>
            <a:solidFill>
              <a:srgbClr val="F6F7F8"/>
            </a:solidFill>
          </p:spPr>
          <p:txBody>
            <a:bodyPr wrap="square" lIns="0" tIns="0" rIns="0" bIns="0" rtlCol="0"/>
            <a:lstStyle/>
            <a:p/>
          </p:txBody>
        </p:sp>
        <p:sp>
          <p:nvSpPr>
            <p:cNvPr id="32" name="object 32"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33" name="object 33"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单选题</a:t>
            </a:r>
            <a:endParaRPr sz="2600">
              <a:latin typeface="微软雅黑"/>
              <a:cs typeface="微软雅黑"/>
            </a:endParaRPr>
          </a:p>
        </p:txBody>
      </p:sp>
      <p:sp>
        <p:nvSpPr>
          <p:cNvPr id="34" name="object 34"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35" name="object 35"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0" y="6196012"/>
            <a:ext cx="12184380" cy="662305"/>
            <a:chOff x="0" y="6196012"/>
            <a:chExt cx="12184380" cy="662305"/>
          </a:xfrm>
        </p:grpSpPr>
        <p:sp>
          <p:nvSpPr>
            <p:cNvPr id="5" name="object 5"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6" name="object 6" descr=""/>
            <p:cNvSpPr/>
            <p:nvPr/>
          </p:nvSpPr>
          <p:spPr>
            <a:xfrm>
              <a:off x="8915400" y="6215062"/>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8915400" y="6215062"/>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8" name="object 8"/>
          <p:cNvSpPr txBox="1">
            <a:spLocks noGrp="1"/>
          </p:cNvSpPr>
          <p:nvPr>
            <p:ph type="title"/>
          </p:nvPr>
        </p:nvSpPr>
        <p:spPr>
          <a:xfrm>
            <a:off x="1298194" y="1482039"/>
            <a:ext cx="3663315" cy="422909"/>
          </a:xfrm>
          <a:prstGeom prst="rect"/>
        </p:spPr>
        <p:txBody>
          <a:bodyPr wrap="square" lIns="0" tIns="13335" rIns="0" bIns="0" rtlCol="0" vert="horz">
            <a:spAutoFit/>
          </a:bodyPr>
          <a:lstStyle/>
          <a:p>
            <a:pPr marL="12700">
              <a:lnSpc>
                <a:spcPct val="100000"/>
              </a:lnSpc>
              <a:spcBef>
                <a:spcPts val="105"/>
              </a:spcBef>
            </a:pPr>
            <a:r>
              <a:rPr dirty="0" u="none" sz="2600" spc="-15">
                <a:solidFill>
                  <a:srgbClr val="000000"/>
                </a:solidFill>
                <a:latin typeface="微软雅黑"/>
                <a:cs typeface="微软雅黑"/>
              </a:rPr>
              <a:t>以下哪种说法是错误的？</a:t>
            </a:r>
            <a:endParaRPr sz="2600">
              <a:latin typeface="微软雅黑"/>
              <a:cs typeface="微软雅黑"/>
            </a:endParaRPr>
          </a:p>
        </p:txBody>
      </p:sp>
      <p:sp>
        <p:nvSpPr>
          <p:cNvPr id="9" name="object 9" descr=""/>
          <p:cNvSpPr txBox="1"/>
          <p:nvPr/>
        </p:nvSpPr>
        <p:spPr>
          <a:xfrm>
            <a:off x="2517394" y="2883788"/>
            <a:ext cx="4323080"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写后读冲突是数据相关造成的</a:t>
            </a:r>
            <a:endParaRPr sz="2600">
              <a:latin typeface="微软雅黑"/>
              <a:cs typeface="微软雅黑"/>
            </a:endParaRPr>
          </a:p>
        </p:txBody>
      </p:sp>
      <p:sp>
        <p:nvSpPr>
          <p:cNvPr id="10" name="object 10" descr=""/>
          <p:cNvSpPr txBox="1"/>
          <p:nvPr/>
        </p:nvSpPr>
        <p:spPr>
          <a:xfrm>
            <a:off x="2517394" y="3741165"/>
            <a:ext cx="4323080"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输出相关可能造成读后写冲突</a:t>
            </a:r>
            <a:endParaRPr sz="2600">
              <a:latin typeface="微软雅黑"/>
              <a:cs typeface="微软雅黑"/>
            </a:endParaRPr>
          </a:p>
        </p:txBody>
      </p:sp>
      <p:sp>
        <p:nvSpPr>
          <p:cNvPr id="11" name="object 11" descr=""/>
          <p:cNvSpPr txBox="1"/>
          <p:nvPr/>
        </p:nvSpPr>
        <p:spPr>
          <a:xfrm>
            <a:off x="2517394" y="4598670"/>
            <a:ext cx="4323080"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读后写冲突是由反相关造成的</a:t>
            </a:r>
            <a:endParaRPr sz="2600">
              <a:latin typeface="微软雅黑"/>
              <a:cs typeface="微软雅黑"/>
            </a:endParaRPr>
          </a:p>
        </p:txBody>
      </p:sp>
      <p:sp>
        <p:nvSpPr>
          <p:cNvPr id="12" name="object 12" descr=""/>
          <p:cNvSpPr txBox="1"/>
          <p:nvPr/>
        </p:nvSpPr>
        <p:spPr>
          <a:xfrm>
            <a:off x="2517394" y="5456021"/>
            <a:ext cx="3992245"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反相关可能造成读后写冲突</a:t>
            </a:r>
            <a:endParaRPr sz="2600">
              <a:latin typeface="微软雅黑"/>
              <a:cs typeface="微软雅黑"/>
            </a:endParaRPr>
          </a:p>
        </p:txBody>
      </p:sp>
      <p:grpSp>
        <p:nvGrpSpPr>
          <p:cNvPr id="13" name="object 13" descr=""/>
          <p:cNvGrpSpPr/>
          <p:nvPr/>
        </p:nvGrpSpPr>
        <p:grpSpPr>
          <a:xfrm>
            <a:off x="1565275" y="2843276"/>
            <a:ext cx="527050" cy="527050"/>
            <a:chOff x="1565275" y="2843276"/>
            <a:chExt cx="527050" cy="527050"/>
          </a:xfrm>
        </p:grpSpPr>
        <p:sp>
          <p:nvSpPr>
            <p:cNvPr id="14" name="object 14" descr=""/>
            <p:cNvSpPr/>
            <p:nvPr/>
          </p:nvSpPr>
          <p:spPr>
            <a:xfrm>
              <a:off x="15716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5" name="object 15" descr=""/>
            <p:cNvSpPr/>
            <p:nvPr/>
          </p:nvSpPr>
          <p:spPr>
            <a:xfrm>
              <a:off x="15716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6" name="object 16" descr=""/>
          <p:cNvSpPr txBox="1"/>
          <p:nvPr/>
        </p:nvSpPr>
        <p:spPr>
          <a:xfrm>
            <a:off x="1744726"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7" name="object 17" descr=""/>
          <p:cNvGrpSpPr/>
          <p:nvPr/>
        </p:nvGrpSpPr>
        <p:grpSpPr>
          <a:xfrm>
            <a:off x="1558925" y="3694176"/>
            <a:ext cx="539750" cy="539750"/>
            <a:chOff x="1558925" y="3694176"/>
            <a:chExt cx="539750" cy="539750"/>
          </a:xfrm>
        </p:grpSpPr>
        <p:sp>
          <p:nvSpPr>
            <p:cNvPr id="18" name="object 18" descr=""/>
            <p:cNvSpPr/>
            <p:nvPr/>
          </p:nvSpPr>
          <p:spPr>
            <a:xfrm>
              <a:off x="15716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19" name="object 19" descr=""/>
            <p:cNvSpPr/>
            <p:nvPr/>
          </p:nvSpPr>
          <p:spPr>
            <a:xfrm>
              <a:off x="15716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20" name="object 20" descr=""/>
          <p:cNvSpPr txBox="1"/>
          <p:nvPr/>
        </p:nvSpPr>
        <p:spPr>
          <a:xfrm>
            <a:off x="1752726"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21" name="object 21" descr=""/>
          <p:cNvGrpSpPr/>
          <p:nvPr/>
        </p:nvGrpSpPr>
        <p:grpSpPr>
          <a:xfrm>
            <a:off x="1565275" y="4557776"/>
            <a:ext cx="527050" cy="527050"/>
            <a:chOff x="1565275" y="4557776"/>
            <a:chExt cx="527050" cy="527050"/>
          </a:xfrm>
        </p:grpSpPr>
        <p:sp>
          <p:nvSpPr>
            <p:cNvPr id="22" name="object 22" descr=""/>
            <p:cNvSpPr/>
            <p:nvPr/>
          </p:nvSpPr>
          <p:spPr>
            <a:xfrm>
              <a:off x="15716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23" name="object 23" descr=""/>
            <p:cNvSpPr/>
            <p:nvPr/>
          </p:nvSpPr>
          <p:spPr>
            <a:xfrm>
              <a:off x="15716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4" name="object 24" descr=""/>
          <p:cNvSpPr txBox="1"/>
          <p:nvPr/>
        </p:nvSpPr>
        <p:spPr>
          <a:xfrm>
            <a:off x="17481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5" name="object 25" descr=""/>
          <p:cNvGrpSpPr/>
          <p:nvPr/>
        </p:nvGrpSpPr>
        <p:grpSpPr>
          <a:xfrm>
            <a:off x="1565275" y="5415026"/>
            <a:ext cx="527050" cy="527050"/>
            <a:chOff x="1565275" y="5415026"/>
            <a:chExt cx="527050" cy="527050"/>
          </a:xfrm>
        </p:grpSpPr>
        <p:sp>
          <p:nvSpPr>
            <p:cNvPr id="26" name="object 26" descr=""/>
            <p:cNvSpPr/>
            <p:nvPr/>
          </p:nvSpPr>
          <p:spPr>
            <a:xfrm>
              <a:off x="15716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7" name="object 27" descr=""/>
            <p:cNvSpPr/>
            <p:nvPr/>
          </p:nvSpPr>
          <p:spPr>
            <a:xfrm>
              <a:off x="15716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12699">
              <a:solidFill>
                <a:srgbClr val="000000"/>
              </a:solidFill>
            </a:ln>
          </p:spPr>
          <p:txBody>
            <a:bodyPr wrap="square" lIns="0" tIns="0" rIns="0" bIns="0" rtlCol="0"/>
            <a:lstStyle/>
            <a:p/>
          </p:txBody>
        </p:sp>
      </p:grpSp>
      <p:sp>
        <p:nvSpPr>
          <p:cNvPr id="28" name="object 28" descr=""/>
          <p:cNvSpPr txBox="1"/>
          <p:nvPr/>
        </p:nvSpPr>
        <p:spPr>
          <a:xfrm>
            <a:off x="17386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sp>
        <p:nvSpPr>
          <p:cNvPr id="29" name="object 29" descr=""/>
          <p:cNvSpPr txBox="1"/>
          <p:nvPr/>
        </p:nvSpPr>
        <p:spPr>
          <a:xfrm>
            <a:off x="9472041" y="627989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grpSp>
        <p:nvGrpSpPr>
          <p:cNvPr id="30" name="object 30" descr=""/>
          <p:cNvGrpSpPr/>
          <p:nvPr/>
        </p:nvGrpSpPr>
        <p:grpSpPr>
          <a:xfrm>
            <a:off x="0" y="0"/>
            <a:ext cx="12192000" cy="635000"/>
            <a:chOff x="0" y="0"/>
            <a:chExt cx="12192000" cy="635000"/>
          </a:xfrm>
        </p:grpSpPr>
        <p:sp>
          <p:nvSpPr>
            <p:cNvPr id="31" name="object 31" descr=""/>
            <p:cNvSpPr/>
            <p:nvPr/>
          </p:nvSpPr>
          <p:spPr>
            <a:xfrm>
              <a:off x="190500" y="0"/>
              <a:ext cx="12001500" cy="635000"/>
            </a:xfrm>
            <a:custGeom>
              <a:avLst/>
              <a:gdLst/>
              <a:ahLst/>
              <a:cxnLst/>
              <a:rect l="l" t="t" r="r" b="b"/>
              <a:pathLst>
                <a:path w="12001500" h="635000">
                  <a:moveTo>
                    <a:pt x="0" y="635000"/>
                  </a:moveTo>
                  <a:lnTo>
                    <a:pt x="12001500" y="635000"/>
                  </a:lnTo>
                  <a:lnTo>
                    <a:pt x="12001500" y="0"/>
                  </a:lnTo>
                  <a:lnTo>
                    <a:pt x="0" y="0"/>
                  </a:lnTo>
                  <a:lnTo>
                    <a:pt x="0" y="635000"/>
                  </a:lnTo>
                  <a:close/>
                </a:path>
              </a:pathLst>
            </a:custGeom>
            <a:solidFill>
              <a:srgbClr val="F6F7F8"/>
            </a:solidFill>
          </p:spPr>
          <p:txBody>
            <a:bodyPr wrap="square" lIns="0" tIns="0" rIns="0" bIns="0" rtlCol="0"/>
            <a:lstStyle/>
            <a:p/>
          </p:txBody>
        </p:sp>
        <p:sp>
          <p:nvSpPr>
            <p:cNvPr id="32" name="object 32"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33" name="object 33"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单选题</a:t>
            </a:r>
            <a:endParaRPr sz="2600">
              <a:latin typeface="微软雅黑"/>
              <a:cs typeface="微软雅黑"/>
            </a:endParaRPr>
          </a:p>
        </p:txBody>
      </p:sp>
      <p:sp>
        <p:nvSpPr>
          <p:cNvPr id="34" name="object 34"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35" name="object 35"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192/154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0" y="6196012"/>
            <a:ext cx="12184380" cy="662305"/>
            <a:chOff x="0" y="6196012"/>
            <a:chExt cx="12184380" cy="662305"/>
          </a:xfrm>
        </p:grpSpPr>
        <p:sp>
          <p:nvSpPr>
            <p:cNvPr id="5" name="object 5"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6" name="object 6" descr=""/>
            <p:cNvSpPr/>
            <p:nvPr/>
          </p:nvSpPr>
          <p:spPr>
            <a:xfrm>
              <a:off x="8915400" y="6215062"/>
              <a:ext cx="1543050" cy="411480"/>
            </a:xfrm>
            <a:custGeom>
              <a:avLst/>
              <a:gdLst/>
              <a:ahLst/>
              <a:cxnLst/>
              <a:rect l="l" t="t" r="r" b="b"/>
              <a:pathLst>
                <a:path w="1543050" h="411479">
                  <a:moveTo>
                    <a:pt x="1474470" y="0"/>
                  </a:moveTo>
                  <a:lnTo>
                    <a:pt x="68579" y="0"/>
                  </a:lnTo>
                  <a:lnTo>
                    <a:pt x="41898" y="5385"/>
                  </a:lnTo>
                  <a:lnTo>
                    <a:pt x="20097" y="20072"/>
                  </a:lnTo>
                  <a:lnTo>
                    <a:pt x="5393" y="41855"/>
                  </a:lnTo>
                  <a:lnTo>
                    <a:pt x="0" y="68529"/>
                  </a:lnTo>
                  <a:lnTo>
                    <a:pt x="0" y="342633"/>
                  </a:lnTo>
                  <a:lnTo>
                    <a:pt x="5393" y="369307"/>
                  </a:lnTo>
                  <a:lnTo>
                    <a:pt x="20097" y="391090"/>
                  </a:lnTo>
                  <a:lnTo>
                    <a:pt x="41898" y="405776"/>
                  </a:lnTo>
                  <a:lnTo>
                    <a:pt x="68579"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7" name="object 7" descr=""/>
            <p:cNvSpPr/>
            <p:nvPr/>
          </p:nvSpPr>
          <p:spPr>
            <a:xfrm>
              <a:off x="8915400" y="6215062"/>
              <a:ext cx="1543050" cy="411480"/>
            </a:xfrm>
            <a:custGeom>
              <a:avLst/>
              <a:gdLst/>
              <a:ahLst/>
              <a:cxnLst/>
              <a:rect l="l" t="t" r="r" b="b"/>
              <a:pathLst>
                <a:path w="1543050" h="411479">
                  <a:moveTo>
                    <a:pt x="0" y="68529"/>
                  </a:moveTo>
                  <a:lnTo>
                    <a:pt x="5393" y="41855"/>
                  </a:lnTo>
                  <a:lnTo>
                    <a:pt x="20097" y="20072"/>
                  </a:lnTo>
                  <a:lnTo>
                    <a:pt x="41898" y="5385"/>
                  </a:lnTo>
                  <a:lnTo>
                    <a:pt x="68579"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579" y="411162"/>
                  </a:lnTo>
                  <a:lnTo>
                    <a:pt x="41898" y="405776"/>
                  </a:lnTo>
                  <a:lnTo>
                    <a:pt x="20097" y="391090"/>
                  </a:lnTo>
                  <a:lnTo>
                    <a:pt x="5393" y="369307"/>
                  </a:lnTo>
                  <a:lnTo>
                    <a:pt x="0" y="342633"/>
                  </a:lnTo>
                  <a:lnTo>
                    <a:pt x="0" y="68529"/>
                  </a:lnTo>
                  <a:close/>
                </a:path>
              </a:pathLst>
            </a:custGeom>
            <a:ln w="38100">
              <a:solidFill>
                <a:srgbClr val="000000"/>
              </a:solidFill>
            </a:ln>
          </p:spPr>
          <p:txBody>
            <a:bodyPr wrap="square" lIns="0" tIns="0" rIns="0" bIns="0" rtlCol="0"/>
            <a:lstStyle/>
            <a:p/>
          </p:txBody>
        </p:sp>
      </p:grpSp>
      <p:sp>
        <p:nvSpPr>
          <p:cNvPr id="8" name="object 8"/>
          <p:cNvSpPr txBox="1">
            <a:spLocks noGrp="1"/>
          </p:cNvSpPr>
          <p:nvPr>
            <p:ph type="title"/>
          </p:nvPr>
        </p:nvSpPr>
        <p:spPr>
          <a:xfrm>
            <a:off x="1298194" y="1482039"/>
            <a:ext cx="5313680" cy="422909"/>
          </a:xfrm>
          <a:prstGeom prst="rect"/>
        </p:spPr>
        <p:txBody>
          <a:bodyPr wrap="square" lIns="0" tIns="13335" rIns="0" bIns="0" rtlCol="0" vert="horz">
            <a:spAutoFit/>
          </a:bodyPr>
          <a:lstStyle/>
          <a:p>
            <a:pPr marL="12700">
              <a:lnSpc>
                <a:spcPct val="100000"/>
              </a:lnSpc>
              <a:spcBef>
                <a:spcPts val="105"/>
              </a:spcBef>
            </a:pPr>
            <a:r>
              <a:rPr dirty="0" u="none" sz="2600" spc="-25">
                <a:solidFill>
                  <a:srgbClr val="000000"/>
                </a:solidFill>
                <a:latin typeface="微软雅黑"/>
                <a:cs typeface="微软雅黑"/>
              </a:rPr>
              <a:t>关于控制冲突，下列说法错误的是？</a:t>
            </a:r>
            <a:endParaRPr sz="2600">
              <a:latin typeface="微软雅黑"/>
              <a:cs typeface="微软雅黑"/>
            </a:endParaRPr>
          </a:p>
        </p:txBody>
      </p:sp>
      <p:sp>
        <p:nvSpPr>
          <p:cNvPr id="9" name="object 9" descr=""/>
          <p:cNvSpPr txBox="1"/>
          <p:nvPr/>
        </p:nvSpPr>
        <p:spPr>
          <a:xfrm>
            <a:off x="2517394" y="2883788"/>
            <a:ext cx="465391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控制冲突是由于分支指令引起的</a:t>
            </a:r>
            <a:endParaRPr sz="2600">
              <a:latin typeface="微软雅黑"/>
              <a:cs typeface="微软雅黑"/>
            </a:endParaRPr>
          </a:p>
        </p:txBody>
      </p:sp>
      <p:sp>
        <p:nvSpPr>
          <p:cNvPr id="10" name="object 10" descr=""/>
          <p:cNvSpPr txBox="1"/>
          <p:nvPr/>
        </p:nvSpPr>
        <p:spPr>
          <a:xfrm>
            <a:off x="2517394" y="3741165"/>
            <a:ext cx="663511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流水线线的设计决定了控制冲突的延迟周期数</a:t>
            </a:r>
            <a:endParaRPr sz="2600">
              <a:latin typeface="微软雅黑"/>
              <a:cs typeface="微软雅黑"/>
            </a:endParaRPr>
          </a:p>
        </p:txBody>
      </p:sp>
      <p:sp>
        <p:nvSpPr>
          <p:cNvPr id="11" name="object 11" descr=""/>
          <p:cNvSpPr txBox="1"/>
          <p:nvPr/>
        </p:nvSpPr>
        <p:spPr>
          <a:xfrm>
            <a:off x="2517394" y="4598670"/>
            <a:ext cx="663511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总是预测分支成功能够消除所有控制冲突延迟</a:t>
            </a:r>
            <a:endParaRPr sz="2600">
              <a:latin typeface="微软雅黑"/>
              <a:cs typeface="微软雅黑"/>
            </a:endParaRPr>
          </a:p>
        </p:txBody>
      </p:sp>
      <p:sp>
        <p:nvSpPr>
          <p:cNvPr id="12" name="object 12" descr=""/>
          <p:cNvSpPr txBox="1"/>
          <p:nvPr/>
        </p:nvSpPr>
        <p:spPr>
          <a:xfrm>
            <a:off x="2517394" y="5456021"/>
            <a:ext cx="5644515" cy="422275"/>
          </a:xfrm>
          <a:prstGeom prst="rect">
            <a:avLst/>
          </a:prstGeom>
        </p:spPr>
        <p:txBody>
          <a:bodyPr wrap="square" lIns="0" tIns="12700" rIns="0" bIns="0" rtlCol="0" vert="horz">
            <a:spAutoFit/>
          </a:bodyPr>
          <a:lstStyle/>
          <a:p>
            <a:pPr marL="12700">
              <a:lnSpc>
                <a:spcPct val="100000"/>
              </a:lnSpc>
              <a:spcBef>
                <a:spcPts val="100"/>
              </a:spcBef>
            </a:pPr>
            <a:r>
              <a:rPr dirty="0" sz="2600" spc="-15">
                <a:latin typeface="微软雅黑"/>
                <a:cs typeface="微软雅黑"/>
              </a:rPr>
              <a:t>冻结流水线是解决控制冲突的方法之一</a:t>
            </a:r>
            <a:endParaRPr sz="2600">
              <a:latin typeface="微软雅黑"/>
              <a:cs typeface="微软雅黑"/>
            </a:endParaRPr>
          </a:p>
        </p:txBody>
      </p:sp>
      <p:grpSp>
        <p:nvGrpSpPr>
          <p:cNvPr id="13" name="object 13" descr=""/>
          <p:cNvGrpSpPr/>
          <p:nvPr/>
        </p:nvGrpSpPr>
        <p:grpSpPr>
          <a:xfrm>
            <a:off x="1565275" y="2843276"/>
            <a:ext cx="527050" cy="527050"/>
            <a:chOff x="1565275" y="2843276"/>
            <a:chExt cx="527050" cy="527050"/>
          </a:xfrm>
        </p:grpSpPr>
        <p:sp>
          <p:nvSpPr>
            <p:cNvPr id="14" name="object 14" descr=""/>
            <p:cNvSpPr/>
            <p:nvPr/>
          </p:nvSpPr>
          <p:spPr>
            <a:xfrm>
              <a:off x="1571625" y="28496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5" name="object 15" descr=""/>
            <p:cNvSpPr/>
            <p:nvPr/>
          </p:nvSpPr>
          <p:spPr>
            <a:xfrm>
              <a:off x="1571625" y="28496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6" name="object 16" descr=""/>
          <p:cNvSpPr txBox="1"/>
          <p:nvPr/>
        </p:nvSpPr>
        <p:spPr>
          <a:xfrm>
            <a:off x="1744726" y="2965195"/>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7" name="object 17" descr=""/>
          <p:cNvGrpSpPr/>
          <p:nvPr/>
        </p:nvGrpSpPr>
        <p:grpSpPr>
          <a:xfrm>
            <a:off x="1565275" y="3700526"/>
            <a:ext cx="527050" cy="527050"/>
            <a:chOff x="1565275" y="3700526"/>
            <a:chExt cx="527050" cy="527050"/>
          </a:xfrm>
        </p:grpSpPr>
        <p:sp>
          <p:nvSpPr>
            <p:cNvPr id="18" name="object 18" descr=""/>
            <p:cNvSpPr/>
            <p:nvPr/>
          </p:nvSpPr>
          <p:spPr>
            <a:xfrm>
              <a:off x="1571625" y="370687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9" name="object 19" descr=""/>
            <p:cNvSpPr/>
            <p:nvPr/>
          </p:nvSpPr>
          <p:spPr>
            <a:xfrm>
              <a:off x="1571625" y="370687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20" name="object 20" descr=""/>
          <p:cNvSpPr txBox="1"/>
          <p:nvPr/>
        </p:nvSpPr>
        <p:spPr>
          <a:xfrm>
            <a:off x="1752726" y="3822572"/>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21" name="object 21" descr=""/>
          <p:cNvGrpSpPr/>
          <p:nvPr/>
        </p:nvGrpSpPr>
        <p:grpSpPr>
          <a:xfrm>
            <a:off x="1558925" y="4551426"/>
            <a:ext cx="539750" cy="539750"/>
            <a:chOff x="1558925" y="4551426"/>
            <a:chExt cx="539750" cy="539750"/>
          </a:xfrm>
        </p:grpSpPr>
        <p:sp>
          <p:nvSpPr>
            <p:cNvPr id="22" name="object 22" descr=""/>
            <p:cNvSpPr/>
            <p:nvPr/>
          </p:nvSpPr>
          <p:spPr>
            <a:xfrm>
              <a:off x="1571625" y="45641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00FF00"/>
            </a:solidFill>
          </p:spPr>
          <p:txBody>
            <a:bodyPr wrap="square" lIns="0" tIns="0" rIns="0" bIns="0" rtlCol="0"/>
            <a:lstStyle/>
            <a:p/>
          </p:txBody>
        </p:sp>
        <p:sp>
          <p:nvSpPr>
            <p:cNvPr id="23" name="object 23" descr=""/>
            <p:cNvSpPr/>
            <p:nvPr/>
          </p:nvSpPr>
          <p:spPr>
            <a:xfrm>
              <a:off x="1571625" y="45641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25400">
              <a:solidFill>
                <a:srgbClr val="000000"/>
              </a:solidFill>
            </a:ln>
          </p:spPr>
          <p:txBody>
            <a:bodyPr wrap="square" lIns="0" tIns="0" rIns="0" bIns="0" rtlCol="0"/>
            <a:lstStyle/>
            <a:p/>
          </p:txBody>
        </p:sp>
      </p:grpSp>
      <p:sp>
        <p:nvSpPr>
          <p:cNvPr id="24" name="object 24" descr=""/>
          <p:cNvSpPr txBox="1"/>
          <p:nvPr/>
        </p:nvSpPr>
        <p:spPr>
          <a:xfrm>
            <a:off x="1748154" y="4679645"/>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5" name="object 25" descr=""/>
          <p:cNvGrpSpPr/>
          <p:nvPr/>
        </p:nvGrpSpPr>
        <p:grpSpPr>
          <a:xfrm>
            <a:off x="1565275" y="5415026"/>
            <a:ext cx="527050" cy="527050"/>
            <a:chOff x="1565275" y="5415026"/>
            <a:chExt cx="527050" cy="527050"/>
          </a:xfrm>
        </p:grpSpPr>
        <p:sp>
          <p:nvSpPr>
            <p:cNvPr id="26" name="object 26" descr=""/>
            <p:cNvSpPr/>
            <p:nvPr/>
          </p:nvSpPr>
          <p:spPr>
            <a:xfrm>
              <a:off x="1571625" y="5421376"/>
              <a:ext cx="514350" cy="514350"/>
            </a:xfrm>
            <a:custGeom>
              <a:avLst/>
              <a:gdLst/>
              <a:ahLst/>
              <a:cxnLst/>
              <a:rect l="l" t="t" r="r" b="b"/>
              <a:pathLst>
                <a:path w="514350" h="514350">
                  <a:moveTo>
                    <a:pt x="257175" y="0"/>
                  </a:moveTo>
                  <a:lnTo>
                    <a:pt x="210960" y="4140"/>
                  </a:lnTo>
                  <a:lnTo>
                    <a:pt x="167457" y="16079"/>
                  </a:lnTo>
                  <a:lnTo>
                    <a:pt x="127395" y="35091"/>
                  </a:lnTo>
                  <a:lnTo>
                    <a:pt x="91500" y="60452"/>
                  </a:lnTo>
                  <a:lnTo>
                    <a:pt x="60500" y="91436"/>
                  </a:lnTo>
                  <a:lnTo>
                    <a:pt x="35122" y="127319"/>
                  </a:lnTo>
                  <a:lnTo>
                    <a:pt x="16095" y="167376"/>
                  </a:lnTo>
                  <a:lnTo>
                    <a:pt x="4145" y="210882"/>
                  </a:lnTo>
                  <a:lnTo>
                    <a:pt x="0" y="257111"/>
                  </a:lnTo>
                  <a:lnTo>
                    <a:pt x="4145" y="303339"/>
                  </a:lnTo>
                  <a:lnTo>
                    <a:pt x="16095" y="346849"/>
                  </a:lnTo>
                  <a:lnTo>
                    <a:pt x="35122" y="386913"/>
                  </a:lnTo>
                  <a:lnTo>
                    <a:pt x="60500" y="422807"/>
                  </a:lnTo>
                  <a:lnTo>
                    <a:pt x="91500" y="453803"/>
                  </a:lnTo>
                  <a:lnTo>
                    <a:pt x="127395" y="479175"/>
                  </a:lnTo>
                  <a:lnTo>
                    <a:pt x="167457" y="498197"/>
                  </a:lnTo>
                  <a:lnTo>
                    <a:pt x="210960" y="510143"/>
                  </a:lnTo>
                  <a:lnTo>
                    <a:pt x="257175" y="514286"/>
                  </a:lnTo>
                  <a:lnTo>
                    <a:pt x="303389" y="510143"/>
                  </a:lnTo>
                  <a:lnTo>
                    <a:pt x="346892" y="498197"/>
                  </a:lnTo>
                  <a:lnTo>
                    <a:pt x="386954" y="479175"/>
                  </a:lnTo>
                  <a:lnTo>
                    <a:pt x="422849" y="453803"/>
                  </a:lnTo>
                  <a:lnTo>
                    <a:pt x="453849" y="422807"/>
                  </a:lnTo>
                  <a:lnTo>
                    <a:pt x="479227" y="386913"/>
                  </a:lnTo>
                  <a:lnTo>
                    <a:pt x="498254" y="346849"/>
                  </a:lnTo>
                  <a:lnTo>
                    <a:pt x="510204" y="303339"/>
                  </a:lnTo>
                  <a:lnTo>
                    <a:pt x="514350" y="257111"/>
                  </a:lnTo>
                  <a:lnTo>
                    <a:pt x="510204" y="210882"/>
                  </a:lnTo>
                  <a:lnTo>
                    <a:pt x="498254" y="167376"/>
                  </a:lnTo>
                  <a:lnTo>
                    <a:pt x="479227" y="127319"/>
                  </a:lnTo>
                  <a:lnTo>
                    <a:pt x="453849" y="91436"/>
                  </a:lnTo>
                  <a:lnTo>
                    <a:pt x="422849" y="60452"/>
                  </a:lnTo>
                  <a:lnTo>
                    <a:pt x="386954" y="35091"/>
                  </a:lnTo>
                  <a:lnTo>
                    <a:pt x="346892" y="16079"/>
                  </a:lnTo>
                  <a:lnTo>
                    <a:pt x="303389" y="4140"/>
                  </a:lnTo>
                  <a:lnTo>
                    <a:pt x="257175" y="0"/>
                  </a:lnTo>
                  <a:close/>
                </a:path>
              </a:pathLst>
            </a:custGeom>
            <a:solidFill>
              <a:srgbClr val="808080"/>
            </a:solidFill>
          </p:spPr>
          <p:txBody>
            <a:bodyPr wrap="square" lIns="0" tIns="0" rIns="0" bIns="0" rtlCol="0"/>
            <a:lstStyle/>
            <a:p/>
          </p:txBody>
        </p:sp>
        <p:sp>
          <p:nvSpPr>
            <p:cNvPr id="27" name="object 27" descr=""/>
            <p:cNvSpPr/>
            <p:nvPr/>
          </p:nvSpPr>
          <p:spPr>
            <a:xfrm>
              <a:off x="1571625" y="5421376"/>
              <a:ext cx="514350" cy="514350"/>
            </a:xfrm>
            <a:custGeom>
              <a:avLst/>
              <a:gdLst/>
              <a:ahLst/>
              <a:cxnLst/>
              <a:rect l="l" t="t" r="r" b="b"/>
              <a:pathLst>
                <a:path w="514350" h="514350">
                  <a:moveTo>
                    <a:pt x="0" y="257111"/>
                  </a:moveTo>
                  <a:lnTo>
                    <a:pt x="4145" y="210882"/>
                  </a:lnTo>
                  <a:lnTo>
                    <a:pt x="16095" y="167376"/>
                  </a:lnTo>
                  <a:lnTo>
                    <a:pt x="35122" y="127319"/>
                  </a:lnTo>
                  <a:lnTo>
                    <a:pt x="60500" y="91436"/>
                  </a:lnTo>
                  <a:lnTo>
                    <a:pt x="91500" y="60452"/>
                  </a:lnTo>
                  <a:lnTo>
                    <a:pt x="127395" y="35091"/>
                  </a:lnTo>
                  <a:lnTo>
                    <a:pt x="167457" y="16079"/>
                  </a:lnTo>
                  <a:lnTo>
                    <a:pt x="210960" y="4140"/>
                  </a:lnTo>
                  <a:lnTo>
                    <a:pt x="257175" y="0"/>
                  </a:lnTo>
                  <a:lnTo>
                    <a:pt x="303389" y="4140"/>
                  </a:lnTo>
                  <a:lnTo>
                    <a:pt x="346892" y="16079"/>
                  </a:lnTo>
                  <a:lnTo>
                    <a:pt x="386954" y="35091"/>
                  </a:lnTo>
                  <a:lnTo>
                    <a:pt x="422849" y="60452"/>
                  </a:lnTo>
                  <a:lnTo>
                    <a:pt x="453849" y="91436"/>
                  </a:lnTo>
                  <a:lnTo>
                    <a:pt x="479227" y="127319"/>
                  </a:lnTo>
                  <a:lnTo>
                    <a:pt x="498254" y="167376"/>
                  </a:lnTo>
                  <a:lnTo>
                    <a:pt x="510204" y="210882"/>
                  </a:lnTo>
                  <a:lnTo>
                    <a:pt x="514350" y="257111"/>
                  </a:lnTo>
                  <a:lnTo>
                    <a:pt x="510204" y="303339"/>
                  </a:lnTo>
                  <a:lnTo>
                    <a:pt x="498254" y="346849"/>
                  </a:lnTo>
                  <a:lnTo>
                    <a:pt x="479227" y="386913"/>
                  </a:lnTo>
                  <a:lnTo>
                    <a:pt x="453849" y="422807"/>
                  </a:lnTo>
                  <a:lnTo>
                    <a:pt x="422849" y="453803"/>
                  </a:lnTo>
                  <a:lnTo>
                    <a:pt x="386954" y="479175"/>
                  </a:lnTo>
                  <a:lnTo>
                    <a:pt x="346892" y="498197"/>
                  </a:lnTo>
                  <a:lnTo>
                    <a:pt x="303389" y="510143"/>
                  </a:lnTo>
                  <a:lnTo>
                    <a:pt x="257175" y="514286"/>
                  </a:lnTo>
                  <a:lnTo>
                    <a:pt x="210960" y="510143"/>
                  </a:lnTo>
                  <a:lnTo>
                    <a:pt x="167457" y="498197"/>
                  </a:lnTo>
                  <a:lnTo>
                    <a:pt x="127395" y="479175"/>
                  </a:lnTo>
                  <a:lnTo>
                    <a:pt x="91500" y="453803"/>
                  </a:lnTo>
                  <a:lnTo>
                    <a:pt x="60500" y="422807"/>
                  </a:lnTo>
                  <a:lnTo>
                    <a:pt x="35122" y="386913"/>
                  </a:lnTo>
                  <a:lnTo>
                    <a:pt x="16095" y="346849"/>
                  </a:lnTo>
                  <a:lnTo>
                    <a:pt x="4145" y="303339"/>
                  </a:lnTo>
                  <a:lnTo>
                    <a:pt x="0" y="257111"/>
                  </a:lnTo>
                  <a:close/>
                </a:path>
              </a:pathLst>
            </a:custGeom>
            <a:ln w="12699">
              <a:solidFill>
                <a:srgbClr val="000000"/>
              </a:solidFill>
            </a:ln>
          </p:spPr>
          <p:txBody>
            <a:bodyPr wrap="square" lIns="0" tIns="0" rIns="0" bIns="0" rtlCol="0"/>
            <a:lstStyle/>
            <a:p/>
          </p:txBody>
        </p:sp>
      </p:grpSp>
      <p:sp>
        <p:nvSpPr>
          <p:cNvPr id="28" name="object 28" descr=""/>
          <p:cNvSpPr txBox="1"/>
          <p:nvPr/>
        </p:nvSpPr>
        <p:spPr>
          <a:xfrm>
            <a:off x="1738629" y="5537708"/>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sp>
        <p:nvSpPr>
          <p:cNvPr id="29" name="object 29" descr=""/>
          <p:cNvSpPr txBox="1"/>
          <p:nvPr/>
        </p:nvSpPr>
        <p:spPr>
          <a:xfrm>
            <a:off x="9472041" y="627989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grpSp>
        <p:nvGrpSpPr>
          <p:cNvPr id="30" name="object 30" descr=""/>
          <p:cNvGrpSpPr/>
          <p:nvPr/>
        </p:nvGrpSpPr>
        <p:grpSpPr>
          <a:xfrm>
            <a:off x="0" y="0"/>
            <a:ext cx="12192000" cy="635000"/>
            <a:chOff x="0" y="0"/>
            <a:chExt cx="12192000" cy="635000"/>
          </a:xfrm>
        </p:grpSpPr>
        <p:sp>
          <p:nvSpPr>
            <p:cNvPr id="31" name="object 31" descr=""/>
            <p:cNvSpPr/>
            <p:nvPr/>
          </p:nvSpPr>
          <p:spPr>
            <a:xfrm>
              <a:off x="190500" y="0"/>
              <a:ext cx="12001500" cy="635000"/>
            </a:xfrm>
            <a:custGeom>
              <a:avLst/>
              <a:gdLst/>
              <a:ahLst/>
              <a:cxnLst/>
              <a:rect l="l" t="t" r="r" b="b"/>
              <a:pathLst>
                <a:path w="12001500" h="635000">
                  <a:moveTo>
                    <a:pt x="0" y="635000"/>
                  </a:moveTo>
                  <a:lnTo>
                    <a:pt x="12001500" y="635000"/>
                  </a:lnTo>
                  <a:lnTo>
                    <a:pt x="12001500" y="0"/>
                  </a:lnTo>
                  <a:lnTo>
                    <a:pt x="0" y="0"/>
                  </a:lnTo>
                  <a:lnTo>
                    <a:pt x="0" y="635000"/>
                  </a:lnTo>
                  <a:close/>
                </a:path>
              </a:pathLst>
            </a:custGeom>
            <a:solidFill>
              <a:srgbClr val="F6F7F8"/>
            </a:solidFill>
          </p:spPr>
          <p:txBody>
            <a:bodyPr wrap="square" lIns="0" tIns="0" rIns="0" bIns="0" rtlCol="0"/>
            <a:lstStyle/>
            <a:p/>
          </p:txBody>
        </p:sp>
        <p:sp>
          <p:nvSpPr>
            <p:cNvPr id="32" name="object 32"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grpSp>
      <p:sp>
        <p:nvSpPr>
          <p:cNvPr id="33" name="object 33" descr=""/>
          <p:cNvSpPr txBox="1"/>
          <p:nvPr/>
        </p:nvSpPr>
        <p:spPr>
          <a:xfrm>
            <a:off x="332943" y="93090"/>
            <a:ext cx="1017905" cy="422275"/>
          </a:xfrm>
          <a:prstGeom prst="rect">
            <a:avLst/>
          </a:prstGeom>
        </p:spPr>
        <p:txBody>
          <a:bodyPr wrap="square" lIns="0" tIns="12700" rIns="0" bIns="0" rtlCol="0" vert="horz">
            <a:spAutoFit/>
          </a:bodyPr>
          <a:lstStyle/>
          <a:p>
            <a:pPr marL="12700">
              <a:lnSpc>
                <a:spcPct val="100000"/>
              </a:lnSpc>
              <a:spcBef>
                <a:spcPts val="100"/>
              </a:spcBef>
            </a:pPr>
            <a:r>
              <a:rPr dirty="0" sz="2600" spc="-20">
                <a:latin typeface="微软雅黑"/>
                <a:cs typeface="微软雅黑"/>
              </a:rPr>
              <a:t>单选题</a:t>
            </a:r>
            <a:endParaRPr sz="2600">
              <a:latin typeface="微软雅黑"/>
              <a:cs typeface="微软雅黑"/>
            </a:endParaRPr>
          </a:p>
        </p:txBody>
      </p:sp>
      <p:sp>
        <p:nvSpPr>
          <p:cNvPr id="34" name="object 34" descr=""/>
          <p:cNvSpPr txBox="1"/>
          <p:nvPr/>
        </p:nvSpPr>
        <p:spPr>
          <a:xfrm>
            <a:off x="1604899" y="187578"/>
            <a:ext cx="429259"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808080"/>
                </a:solidFill>
                <a:latin typeface="微软雅黑"/>
                <a:cs typeface="微软雅黑"/>
              </a:rPr>
              <a:t>1</a:t>
            </a:r>
            <a:r>
              <a:rPr dirty="0" sz="2000" spc="-50">
                <a:solidFill>
                  <a:srgbClr val="808080"/>
                </a:solidFill>
                <a:latin typeface="微软雅黑"/>
                <a:cs typeface="微软雅黑"/>
              </a:rPr>
              <a:t>分</a:t>
            </a:r>
            <a:endParaRPr sz="2000">
              <a:latin typeface="微软雅黑"/>
              <a:cs typeface="微软雅黑"/>
            </a:endParaRPr>
          </a:p>
        </p:txBody>
      </p:sp>
      <p:pic>
        <p:nvPicPr>
          <p:cNvPr id="35" name="object 35"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2076958" y="4694046"/>
            <a:ext cx="200025" cy="209550"/>
          </a:xfrm>
          <a:prstGeom prst="rect">
            <a:avLst/>
          </a:prstGeom>
        </p:spPr>
      </p:pic>
      <p:sp>
        <p:nvSpPr>
          <p:cNvPr id="10" name="object 10" descr=""/>
          <p:cNvSpPr txBox="1"/>
          <p:nvPr/>
        </p:nvSpPr>
        <p:spPr>
          <a:xfrm>
            <a:off x="270763" y="1279397"/>
            <a:ext cx="10436860" cy="4362450"/>
          </a:xfrm>
          <a:prstGeom prst="rect">
            <a:avLst/>
          </a:prstGeom>
        </p:spPr>
        <p:txBody>
          <a:bodyPr wrap="square" lIns="0" tIns="12700" rIns="0" bIns="0" rtlCol="0" vert="horz">
            <a:spAutoFit/>
          </a:bodyPr>
          <a:lstStyle/>
          <a:p>
            <a:pPr marL="12700">
              <a:lnSpc>
                <a:spcPct val="100000"/>
              </a:lnSpc>
              <a:spcBef>
                <a:spcPts val="100"/>
              </a:spcBef>
            </a:pPr>
            <a:r>
              <a:rPr dirty="0" sz="2700">
                <a:solidFill>
                  <a:srgbClr val="E14B04"/>
                </a:solidFill>
                <a:latin typeface="黑体"/>
                <a:cs typeface="黑体"/>
              </a:rPr>
              <a:t>实现</a:t>
            </a:r>
            <a:r>
              <a:rPr dirty="0" sz="2700" spc="-10">
                <a:solidFill>
                  <a:srgbClr val="E14B04"/>
                </a:solidFill>
                <a:latin typeface="Tahoma"/>
                <a:cs typeface="Tahoma"/>
              </a:rPr>
              <a:t>MIPS</a:t>
            </a:r>
            <a:r>
              <a:rPr dirty="0" sz="2700">
                <a:solidFill>
                  <a:srgbClr val="E14B04"/>
                </a:solidFill>
                <a:latin typeface="黑体"/>
                <a:cs typeface="黑体"/>
              </a:rPr>
              <a:t>指令子集的一种简单数据通路（非流水）</a:t>
            </a:r>
            <a:r>
              <a:rPr dirty="0" sz="2700" spc="-50">
                <a:solidFill>
                  <a:srgbClr val="E14B04"/>
                </a:solidFill>
                <a:latin typeface="黑体"/>
                <a:cs typeface="黑体"/>
              </a:rPr>
              <a:t>。</a:t>
            </a:r>
            <a:endParaRPr sz="2700">
              <a:latin typeface="黑体"/>
              <a:cs typeface="黑体"/>
            </a:endParaRPr>
          </a:p>
          <a:p>
            <a:pPr marL="1099185" indent="-457200">
              <a:lnSpc>
                <a:spcPct val="100000"/>
              </a:lnSpc>
              <a:spcBef>
                <a:spcPts val="2085"/>
              </a:spcBef>
              <a:buSzPct val="89583"/>
              <a:buFont typeface="Wingdings"/>
              <a:buChar char=""/>
              <a:tabLst>
                <a:tab pos="1099185" algn="l"/>
              </a:tabLst>
            </a:pPr>
            <a:r>
              <a:rPr dirty="0" sz="2400" spc="-10">
                <a:solidFill>
                  <a:srgbClr val="40458B"/>
                </a:solidFill>
                <a:latin typeface="黑体"/>
                <a:cs typeface="黑体"/>
              </a:rPr>
              <a:t>该数据通路的操作分成</a:t>
            </a:r>
            <a:r>
              <a:rPr dirty="0" sz="2400" spc="-10">
                <a:solidFill>
                  <a:srgbClr val="9933FF"/>
                </a:solidFill>
                <a:latin typeface="黑体"/>
                <a:cs typeface="黑体"/>
              </a:rPr>
              <a:t>5</a:t>
            </a:r>
            <a:r>
              <a:rPr dirty="0" sz="2400" spc="-20">
                <a:solidFill>
                  <a:srgbClr val="40458B"/>
                </a:solidFill>
                <a:latin typeface="黑体"/>
                <a:cs typeface="黑体"/>
              </a:rPr>
              <a:t>个时钟周期</a:t>
            </a:r>
            <a:endParaRPr sz="2400">
              <a:latin typeface="黑体"/>
              <a:cs typeface="黑体"/>
            </a:endParaRPr>
          </a:p>
          <a:p>
            <a:pPr lvl="1" marL="1524635" indent="-288290">
              <a:lnSpc>
                <a:spcPct val="100000"/>
              </a:lnSpc>
              <a:spcBef>
                <a:spcPts val="1785"/>
              </a:spcBef>
              <a:buClr>
                <a:srgbClr val="4668F5"/>
              </a:buClr>
              <a:buSzPct val="60000"/>
              <a:buFont typeface="Wingdings"/>
              <a:buChar char=""/>
              <a:tabLst>
                <a:tab pos="1524635" algn="l"/>
              </a:tabLst>
            </a:pPr>
            <a:r>
              <a:rPr dirty="0" sz="2000" spc="-25" b="1">
                <a:solidFill>
                  <a:srgbClr val="00AFEF"/>
                </a:solidFill>
                <a:latin typeface="黑体"/>
                <a:cs typeface="黑体"/>
              </a:rPr>
              <a:t>取指令</a:t>
            </a:r>
            <a:endParaRPr sz="2000">
              <a:latin typeface="黑体"/>
              <a:cs typeface="黑体"/>
            </a:endParaRPr>
          </a:p>
          <a:p>
            <a:pPr lvl="1" marL="1524635" indent="-288290">
              <a:lnSpc>
                <a:spcPct val="100000"/>
              </a:lnSpc>
              <a:spcBef>
                <a:spcPts val="1680"/>
              </a:spcBef>
              <a:buClr>
                <a:srgbClr val="4668F5"/>
              </a:buClr>
              <a:buSzPct val="60000"/>
              <a:buFont typeface="Wingdings"/>
              <a:buChar char=""/>
              <a:tabLst>
                <a:tab pos="1524635" algn="l"/>
              </a:tabLst>
            </a:pPr>
            <a:r>
              <a:rPr dirty="0" sz="2000" spc="-25" b="1">
                <a:solidFill>
                  <a:srgbClr val="00AFEF"/>
                </a:solidFill>
                <a:latin typeface="黑体"/>
                <a:cs typeface="黑体"/>
              </a:rPr>
              <a:t>指令译码/读寄存器</a:t>
            </a:r>
            <a:endParaRPr sz="2000">
              <a:latin typeface="黑体"/>
              <a:cs typeface="黑体"/>
            </a:endParaRPr>
          </a:p>
          <a:p>
            <a:pPr lvl="1" marL="1524635" indent="-288290">
              <a:lnSpc>
                <a:spcPct val="100000"/>
              </a:lnSpc>
              <a:spcBef>
                <a:spcPts val="1680"/>
              </a:spcBef>
              <a:buClr>
                <a:srgbClr val="4668F5"/>
              </a:buClr>
              <a:buSzPct val="60000"/>
              <a:buFont typeface="Wingdings"/>
              <a:buChar char=""/>
              <a:tabLst>
                <a:tab pos="1524635" algn="l"/>
              </a:tabLst>
            </a:pPr>
            <a:r>
              <a:rPr dirty="0" sz="2000" spc="-25" b="1">
                <a:solidFill>
                  <a:srgbClr val="00AFEF"/>
                </a:solidFill>
                <a:latin typeface="黑体"/>
                <a:cs typeface="黑体"/>
              </a:rPr>
              <a:t>执行/有效地址计算</a:t>
            </a:r>
            <a:endParaRPr sz="2000">
              <a:latin typeface="黑体"/>
              <a:cs typeface="黑体"/>
            </a:endParaRPr>
          </a:p>
          <a:p>
            <a:pPr lvl="1" marL="1524635" indent="-288290">
              <a:lnSpc>
                <a:spcPct val="100000"/>
              </a:lnSpc>
              <a:spcBef>
                <a:spcPts val="1680"/>
              </a:spcBef>
              <a:buClr>
                <a:srgbClr val="4668F5"/>
              </a:buClr>
              <a:buSzPct val="60000"/>
              <a:buFont typeface="Wingdings"/>
              <a:buChar char=""/>
              <a:tabLst>
                <a:tab pos="1524635" algn="l"/>
              </a:tabLst>
            </a:pPr>
            <a:r>
              <a:rPr dirty="0" sz="2000" spc="-20" b="1">
                <a:solidFill>
                  <a:srgbClr val="00AFEF"/>
                </a:solidFill>
                <a:latin typeface="黑体"/>
                <a:cs typeface="黑体"/>
              </a:rPr>
              <a:t>存储器访问/分支完成</a:t>
            </a:r>
            <a:endParaRPr sz="2000">
              <a:latin typeface="黑体"/>
              <a:cs typeface="黑体"/>
            </a:endParaRPr>
          </a:p>
          <a:p>
            <a:pPr lvl="1" marL="1524635" indent="-288290">
              <a:lnSpc>
                <a:spcPct val="100000"/>
              </a:lnSpc>
              <a:spcBef>
                <a:spcPts val="1680"/>
              </a:spcBef>
              <a:buClr>
                <a:srgbClr val="4668F5"/>
              </a:buClr>
              <a:buSzPct val="60000"/>
              <a:buFont typeface="Wingdings"/>
              <a:buChar char=""/>
              <a:tabLst>
                <a:tab pos="1524635" algn="l"/>
              </a:tabLst>
            </a:pPr>
            <a:r>
              <a:rPr dirty="0" sz="2000" spc="-994" b="1">
                <a:solidFill>
                  <a:srgbClr val="00AFEF"/>
                </a:solidFill>
                <a:latin typeface="黑体"/>
                <a:cs typeface="黑体"/>
              </a:rPr>
              <a:t>写</a:t>
            </a:r>
            <a:r>
              <a:rPr dirty="0" sz="2000" spc="-1045" b="1">
                <a:solidFill>
                  <a:srgbClr val="00AFEF"/>
                </a:solidFill>
                <a:latin typeface="黑体"/>
                <a:cs typeface="黑体"/>
              </a:rPr>
              <a:t></a:t>
            </a:r>
            <a:endParaRPr sz="2000">
              <a:latin typeface="黑体"/>
              <a:cs typeface="黑体"/>
            </a:endParaRPr>
          </a:p>
          <a:p>
            <a:pPr marL="1099185" indent="-457200">
              <a:lnSpc>
                <a:spcPct val="100000"/>
              </a:lnSpc>
              <a:spcBef>
                <a:spcPts val="2555"/>
              </a:spcBef>
              <a:buSzPct val="89583"/>
              <a:buFont typeface="Wingdings"/>
              <a:buChar char=""/>
              <a:tabLst>
                <a:tab pos="1099185" algn="l"/>
              </a:tabLst>
            </a:pPr>
            <a:r>
              <a:rPr dirty="0" sz="2400">
                <a:solidFill>
                  <a:srgbClr val="40458B"/>
                </a:solidFill>
                <a:latin typeface="黑体"/>
                <a:cs typeface="黑体"/>
              </a:rPr>
              <a:t>只讨论整数指令的实现</a:t>
            </a:r>
            <a:r>
              <a:rPr dirty="0" sz="2000" spc="-10" b="1">
                <a:latin typeface="宋体"/>
                <a:cs typeface="宋体"/>
              </a:rPr>
              <a:t>（包括：</a:t>
            </a:r>
            <a:r>
              <a:rPr dirty="0" sz="2000" spc="-10" b="1">
                <a:solidFill>
                  <a:srgbClr val="9933FF"/>
                </a:solidFill>
                <a:latin typeface="宋体"/>
                <a:cs typeface="宋体"/>
              </a:rPr>
              <a:t>load</a:t>
            </a:r>
            <a:r>
              <a:rPr dirty="0" sz="2000" spc="-10" b="1">
                <a:latin typeface="宋体"/>
                <a:cs typeface="宋体"/>
              </a:rPr>
              <a:t>和</a:t>
            </a:r>
            <a:r>
              <a:rPr dirty="0" sz="2000" spc="-20" b="1">
                <a:solidFill>
                  <a:srgbClr val="9933FF"/>
                </a:solidFill>
                <a:latin typeface="宋体"/>
                <a:cs typeface="宋体"/>
              </a:rPr>
              <a:t>store</a:t>
            </a:r>
            <a:r>
              <a:rPr dirty="0" sz="2000" spc="-20" b="1">
                <a:latin typeface="宋体"/>
                <a:cs typeface="宋体"/>
              </a:rPr>
              <a:t>，等于</a:t>
            </a:r>
            <a:r>
              <a:rPr dirty="0" sz="2000" spc="-15" b="1">
                <a:solidFill>
                  <a:srgbClr val="9933FF"/>
                </a:solidFill>
                <a:latin typeface="宋体"/>
                <a:cs typeface="宋体"/>
              </a:rPr>
              <a:t>0</a:t>
            </a:r>
            <a:r>
              <a:rPr dirty="0" sz="2000" spc="-15" b="1">
                <a:latin typeface="宋体"/>
                <a:cs typeface="宋体"/>
              </a:rPr>
              <a:t>转移，整数</a:t>
            </a:r>
            <a:r>
              <a:rPr dirty="0" sz="2000" spc="-20" b="1">
                <a:solidFill>
                  <a:srgbClr val="9933FF"/>
                </a:solidFill>
                <a:latin typeface="宋体"/>
                <a:cs typeface="宋体"/>
              </a:rPr>
              <a:t>ALU</a:t>
            </a:r>
            <a:r>
              <a:rPr dirty="0" sz="2000" spc="-15" b="1">
                <a:latin typeface="宋体"/>
                <a:cs typeface="宋体"/>
              </a:rPr>
              <a:t>指令等。</a:t>
            </a:r>
            <a:r>
              <a:rPr dirty="0" sz="2000" spc="-50" b="1">
                <a:latin typeface="宋体"/>
                <a:cs typeface="宋体"/>
              </a:rPr>
              <a:t>）</a:t>
            </a:r>
            <a:endParaRPr sz="2000">
              <a:latin typeface="宋体"/>
              <a:cs typeface="宋体"/>
            </a:endParaRPr>
          </a:p>
        </p:txBody>
      </p:sp>
      <p:sp>
        <p:nvSpPr>
          <p:cNvPr id="11" name="object 11"/>
          <p:cNvSpPr txBox="1">
            <a:spLocks noGrp="1"/>
          </p:cNvSpPr>
          <p:nvPr>
            <p:ph type="title"/>
          </p:nvPr>
        </p:nvSpPr>
        <p:spPr>
          <a:xfrm>
            <a:off x="1468627" y="233883"/>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2" name="object 12" descr=""/>
          <p:cNvSpPr txBox="1"/>
          <p:nvPr/>
        </p:nvSpPr>
        <p:spPr>
          <a:xfrm>
            <a:off x="7615555" y="279019"/>
            <a:ext cx="3989704"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3.5.1</a:t>
            </a:r>
            <a:r>
              <a:rPr dirty="0" sz="2600" spc="15">
                <a:solidFill>
                  <a:srgbClr val="0000CC"/>
                </a:solidFill>
                <a:latin typeface="黑体"/>
                <a:cs typeface="黑体"/>
              </a:rPr>
              <a:t> </a:t>
            </a:r>
            <a:r>
              <a:rPr dirty="0" sz="2600" spc="-10">
                <a:solidFill>
                  <a:srgbClr val="0000CC"/>
                </a:solidFill>
                <a:latin typeface="黑体"/>
                <a:cs typeface="黑体"/>
              </a:rPr>
              <a:t>MIPS</a:t>
            </a:r>
            <a:r>
              <a:rPr dirty="0" sz="2600" spc="-15">
                <a:solidFill>
                  <a:srgbClr val="0000CC"/>
                </a:solidFill>
                <a:latin typeface="黑体"/>
                <a:cs typeface="黑体"/>
              </a:rPr>
              <a:t>的一种简单实现</a:t>
            </a:r>
            <a:endParaRPr sz="2600">
              <a:latin typeface="黑体"/>
              <a:cs typeface="黑体"/>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6517640" y="916050"/>
            <a:ext cx="5758815" cy="4829810"/>
          </a:xfrm>
          <a:prstGeom prst="rect">
            <a:avLst/>
          </a:prstGeom>
        </p:spPr>
        <p:txBody>
          <a:bodyPr wrap="square" lIns="0" tIns="12065" rIns="0" bIns="0" rtlCol="0" vert="horz">
            <a:spAutoFit/>
          </a:bodyPr>
          <a:lstStyle/>
          <a:p>
            <a:pPr marL="469265" indent="-456565">
              <a:lnSpc>
                <a:spcPct val="100000"/>
              </a:lnSpc>
              <a:spcBef>
                <a:spcPts val="95"/>
              </a:spcBef>
              <a:buSzPct val="90625"/>
              <a:buFont typeface="Wingdings"/>
              <a:buChar char=""/>
              <a:tabLst>
                <a:tab pos="469265" algn="l"/>
              </a:tabLst>
            </a:pPr>
            <a:r>
              <a:rPr dirty="0" sz="1600" spc="-25">
                <a:solidFill>
                  <a:srgbClr val="40458B"/>
                </a:solidFill>
                <a:latin typeface="黑体"/>
                <a:cs typeface="黑体"/>
              </a:rPr>
              <a:t>设置了一些</a:t>
            </a:r>
            <a:r>
              <a:rPr dirty="0" sz="1600" spc="-25">
                <a:solidFill>
                  <a:srgbClr val="D50092"/>
                </a:solidFill>
                <a:latin typeface="黑体"/>
                <a:cs typeface="黑体"/>
              </a:rPr>
              <a:t>临时寄存器</a:t>
            </a:r>
            <a:r>
              <a:rPr dirty="0" sz="1600" spc="-30">
                <a:solidFill>
                  <a:srgbClr val="40458B"/>
                </a:solidFill>
                <a:latin typeface="黑体"/>
                <a:cs typeface="黑体"/>
              </a:rPr>
              <a:t>。其作用如下：</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10" b="1">
                <a:solidFill>
                  <a:srgbClr val="9933FF"/>
                </a:solidFill>
                <a:latin typeface="Times New Roman"/>
                <a:cs typeface="Times New Roman"/>
              </a:rPr>
              <a:t>PC</a:t>
            </a:r>
            <a:r>
              <a:rPr dirty="0" sz="1600" spc="-35" b="1">
                <a:solidFill>
                  <a:srgbClr val="00AFEF"/>
                </a:solidFill>
                <a:latin typeface="黑体"/>
                <a:cs typeface="黑体"/>
              </a:rPr>
              <a:t>：程序计数器，存放当前指令的地址。</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10" b="1">
                <a:solidFill>
                  <a:srgbClr val="9933FF"/>
                </a:solidFill>
                <a:latin typeface="Times New Roman"/>
                <a:cs typeface="Times New Roman"/>
              </a:rPr>
              <a:t>NPC</a:t>
            </a:r>
            <a:r>
              <a:rPr dirty="0" sz="1600" spc="-35" b="1">
                <a:solidFill>
                  <a:srgbClr val="00AFEF"/>
                </a:solidFill>
                <a:latin typeface="黑体"/>
                <a:cs typeface="黑体"/>
              </a:rPr>
              <a:t>：下一条程序计数器，存放下一条指令的地址。</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20" b="1">
                <a:solidFill>
                  <a:srgbClr val="9933FF"/>
                </a:solidFill>
                <a:latin typeface="Times New Roman"/>
                <a:cs typeface="Times New Roman"/>
              </a:rPr>
              <a:t>IR</a:t>
            </a:r>
            <a:r>
              <a:rPr dirty="0" sz="1600" spc="-35" b="1">
                <a:solidFill>
                  <a:srgbClr val="00AFEF"/>
                </a:solidFill>
                <a:latin typeface="黑体"/>
                <a:cs typeface="黑体"/>
              </a:rPr>
              <a:t>：指令寄存器，存放当前正在处理的指令。</a:t>
            </a:r>
            <a:endParaRPr sz="1600">
              <a:latin typeface="黑体"/>
              <a:cs typeface="黑体"/>
            </a:endParaRPr>
          </a:p>
          <a:p>
            <a:pPr lvl="1" marL="894715" marR="5080" indent="-288290">
              <a:lnSpc>
                <a:spcPct val="170000"/>
              </a:lnSpc>
              <a:buClr>
                <a:srgbClr val="4668F5"/>
              </a:buClr>
              <a:buSzPct val="59375"/>
              <a:buFont typeface="Wingdings"/>
              <a:buChar char=""/>
              <a:tabLst>
                <a:tab pos="1216025" algn="l"/>
              </a:tabLst>
            </a:pPr>
            <a:r>
              <a:rPr dirty="0" sz="1600" spc="-10" b="1">
                <a:solidFill>
                  <a:srgbClr val="9933FF"/>
                </a:solidFill>
                <a:latin typeface="Times New Roman"/>
                <a:cs typeface="Times New Roman"/>
              </a:rPr>
              <a:t>A</a:t>
            </a:r>
            <a:r>
              <a:rPr dirty="0" sz="1600" spc="-35" b="1">
                <a:solidFill>
                  <a:srgbClr val="00AFEF"/>
                </a:solidFill>
                <a:latin typeface="黑体"/>
                <a:cs typeface="黑体"/>
              </a:rPr>
              <a:t>：第一操作数寄存器，存放从通用寄存器组读出来的</a:t>
            </a:r>
            <a:r>
              <a:rPr dirty="0" sz="1600" spc="-35" b="1">
                <a:solidFill>
                  <a:srgbClr val="00AFEF"/>
                </a:solidFill>
                <a:latin typeface="黑体"/>
                <a:cs typeface="黑体"/>
              </a:rPr>
              <a:t>	</a:t>
            </a:r>
            <a:r>
              <a:rPr dirty="0" sz="1600" spc="-30" b="1">
                <a:solidFill>
                  <a:srgbClr val="00AFEF"/>
                </a:solidFill>
                <a:latin typeface="黑体"/>
                <a:cs typeface="黑体"/>
              </a:rPr>
              <a:t>操作数。</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10" b="1">
                <a:solidFill>
                  <a:srgbClr val="9933FF"/>
                </a:solidFill>
                <a:latin typeface="Times New Roman"/>
                <a:cs typeface="Times New Roman"/>
              </a:rPr>
              <a:t>B</a:t>
            </a:r>
            <a:r>
              <a:rPr dirty="0" sz="1600" spc="-35" b="1">
                <a:solidFill>
                  <a:srgbClr val="00AFEF"/>
                </a:solidFill>
                <a:latin typeface="黑体"/>
                <a:cs typeface="黑体"/>
              </a:rPr>
              <a:t>：第二操作数寄存器，存放从通用寄存器组读出来的</a:t>
            </a:r>
            <a:endParaRPr sz="1600">
              <a:latin typeface="黑体"/>
              <a:cs typeface="黑体"/>
            </a:endParaRPr>
          </a:p>
          <a:p>
            <a:pPr marL="1216025">
              <a:lnSpc>
                <a:spcPct val="100000"/>
              </a:lnSpc>
              <a:spcBef>
                <a:spcPts val="1345"/>
              </a:spcBef>
            </a:pPr>
            <a:r>
              <a:rPr dirty="0" sz="1600" spc="-15" b="1">
                <a:solidFill>
                  <a:srgbClr val="00AFEF"/>
                </a:solidFill>
                <a:latin typeface="黑体"/>
                <a:cs typeface="黑体"/>
              </a:rPr>
              <a:t>另一个操作数。</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30" b="1">
                <a:solidFill>
                  <a:srgbClr val="9933FF"/>
                </a:solidFill>
                <a:latin typeface="Times New Roman"/>
                <a:cs typeface="Times New Roman"/>
              </a:rPr>
              <a:t>Imm</a:t>
            </a:r>
            <a:r>
              <a:rPr dirty="0" sz="1600" spc="-30" b="1">
                <a:solidFill>
                  <a:srgbClr val="00AFEF"/>
                </a:solidFill>
                <a:latin typeface="黑体"/>
                <a:cs typeface="黑体"/>
              </a:rPr>
              <a:t>：存放符号扩展后的立即数操作数。</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10" b="1">
                <a:solidFill>
                  <a:srgbClr val="9933FF"/>
                </a:solidFill>
                <a:latin typeface="Times New Roman"/>
                <a:cs typeface="Times New Roman"/>
              </a:rPr>
              <a:t>Cond</a:t>
            </a:r>
            <a:r>
              <a:rPr dirty="0" sz="1600" spc="-35" b="1">
                <a:solidFill>
                  <a:srgbClr val="00AFEF"/>
                </a:solidFill>
                <a:latin typeface="黑体"/>
                <a:cs typeface="黑体"/>
              </a:rPr>
              <a:t>：存放条件判定的结果。为“真”表示分支成功</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b="1">
                <a:solidFill>
                  <a:srgbClr val="9933FF"/>
                </a:solidFill>
                <a:latin typeface="Times New Roman"/>
                <a:cs typeface="Times New Roman"/>
              </a:rPr>
              <a:t>ALUo</a:t>
            </a:r>
            <a:r>
              <a:rPr dirty="0" sz="1600" b="1">
                <a:solidFill>
                  <a:srgbClr val="00AFEF"/>
                </a:solidFill>
                <a:latin typeface="黑体"/>
                <a:cs typeface="黑体"/>
              </a:rPr>
              <a:t>：存放</a:t>
            </a:r>
            <a:r>
              <a:rPr dirty="0" sz="1600" spc="-10" b="1">
                <a:solidFill>
                  <a:srgbClr val="00AFEF"/>
                </a:solidFill>
                <a:latin typeface="Times New Roman"/>
                <a:cs typeface="Times New Roman"/>
              </a:rPr>
              <a:t>ALU</a:t>
            </a:r>
            <a:r>
              <a:rPr dirty="0" sz="1600" spc="-25" b="1">
                <a:solidFill>
                  <a:srgbClr val="00AFEF"/>
                </a:solidFill>
                <a:latin typeface="黑体"/>
                <a:cs typeface="黑体"/>
              </a:rPr>
              <a:t>的运算结果。</a:t>
            </a:r>
            <a:endParaRPr sz="1600">
              <a:latin typeface="黑体"/>
              <a:cs typeface="黑体"/>
            </a:endParaRPr>
          </a:p>
          <a:p>
            <a:pPr lvl="1" marL="894715" indent="-288290">
              <a:lnSpc>
                <a:spcPct val="100000"/>
              </a:lnSpc>
              <a:spcBef>
                <a:spcPts val="1345"/>
              </a:spcBef>
              <a:buClr>
                <a:srgbClr val="4668F5"/>
              </a:buClr>
              <a:buSzPct val="59375"/>
              <a:buFont typeface="Wingdings"/>
              <a:buChar char=""/>
              <a:tabLst>
                <a:tab pos="894715" algn="l"/>
              </a:tabLst>
            </a:pPr>
            <a:r>
              <a:rPr dirty="0" sz="1600" spc="-10" b="1">
                <a:solidFill>
                  <a:srgbClr val="9933FF"/>
                </a:solidFill>
                <a:latin typeface="Times New Roman"/>
                <a:cs typeface="Times New Roman"/>
              </a:rPr>
              <a:t>LMD</a:t>
            </a:r>
            <a:r>
              <a:rPr dirty="0" sz="1600" spc="-15" b="1">
                <a:solidFill>
                  <a:srgbClr val="00AFEF"/>
                </a:solidFill>
                <a:latin typeface="黑体"/>
                <a:cs typeface="黑体"/>
              </a:rPr>
              <a:t>：存放</a:t>
            </a:r>
            <a:r>
              <a:rPr dirty="0" sz="1600" spc="-10" b="1">
                <a:solidFill>
                  <a:srgbClr val="00AFEF"/>
                </a:solidFill>
                <a:latin typeface="Times New Roman"/>
                <a:cs typeface="Times New Roman"/>
              </a:rPr>
              <a:t>load</a:t>
            </a:r>
            <a:r>
              <a:rPr dirty="0" sz="1600" spc="-35" b="1">
                <a:solidFill>
                  <a:srgbClr val="00AFEF"/>
                </a:solidFill>
                <a:latin typeface="黑体"/>
                <a:cs typeface="黑体"/>
              </a:rPr>
              <a:t>指令从存储器读出的数据。</a:t>
            </a:r>
            <a:endParaRPr sz="1600">
              <a:latin typeface="黑体"/>
              <a:cs typeface="黑体"/>
            </a:endParaRPr>
          </a:p>
        </p:txBody>
      </p:sp>
      <p:pic>
        <p:nvPicPr>
          <p:cNvPr id="10" name="object 10" descr=""/>
          <p:cNvPicPr/>
          <p:nvPr/>
        </p:nvPicPr>
        <p:blipFill>
          <a:blip r:embed="rId2" cstate="print"/>
          <a:stretch>
            <a:fillRect/>
          </a:stretch>
        </p:blipFill>
        <p:spPr>
          <a:xfrm>
            <a:off x="136525" y="1182750"/>
            <a:ext cx="6751574" cy="4789424"/>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78638" y="882110"/>
            <a:ext cx="11908790" cy="4894580"/>
          </a:xfrm>
          <a:prstGeom prst="rect">
            <a:avLst/>
          </a:prstGeom>
        </p:spPr>
        <p:txBody>
          <a:bodyPr wrap="square" lIns="0" tIns="82550" rIns="0" bIns="0" rtlCol="0" vert="horz">
            <a:spAutoFit/>
          </a:bodyPr>
          <a:lstStyle/>
          <a:p>
            <a:pPr marL="495300" indent="-457200">
              <a:lnSpc>
                <a:spcPct val="100000"/>
              </a:lnSpc>
              <a:spcBef>
                <a:spcPts val="650"/>
              </a:spcBef>
              <a:buClr>
                <a:srgbClr val="40458B"/>
              </a:buClr>
              <a:buAutoNum type="arabicPeriod" startAt="2"/>
              <a:tabLst>
                <a:tab pos="495300" algn="l"/>
              </a:tabLst>
            </a:pPr>
            <a:r>
              <a:rPr dirty="0" sz="2700">
                <a:solidFill>
                  <a:srgbClr val="E14B04"/>
                </a:solidFill>
                <a:latin typeface="黑体"/>
                <a:cs typeface="黑体"/>
              </a:rPr>
              <a:t>一条MIPS指令最多需要以下</a:t>
            </a:r>
            <a:r>
              <a:rPr dirty="0" sz="2700" spc="-10">
                <a:solidFill>
                  <a:srgbClr val="E14B04"/>
                </a:solidFill>
                <a:latin typeface="黑体"/>
                <a:cs typeface="黑体"/>
              </a:rPr>
              <a:t>5个时钟周期：</a:t>
            </a:r>
            <a:endParaRPr sz="2700">
              <a:latin typeface="黑体"/>
              <a:cs typeface="黑体"/>
            </a:endParaRPr>
          </a:p>
          <a:p>
            <a:pPr lvl="1" marL="1124585" indent="-457200">
              <a:lnSpc>
                <a:spcPct val="100000"/>
              </a:lnSpc>
              <a:spcBef>
                <a:spcPts val="490"/>
              </a:spcBef>
              <a:buSzPct val="89583"/>
              <a:buFont typeface="Wingdings"/>
              <a:buChar char=""/>
              <a:tabLst>
                <a:tab pos="1124585" algn="l"/>
              </a:tabLst>
            </a:pPr>
            <a:r>
              <a:rPr dirty="0" sz="2400" spc="-10">
                <a:solidFill>
                  <a:srgbClr val="40458B"/>
                </a:solidFill>
                <a:latin typeface="黑体"/>
                <a:cs typeface="黑体"/>
              </a:rPr>
              <a:t>取指令周期</a:t>
            </a:r>
            <a:r>
              <a:rPr dirty="0" sz="2400" spc="-20">
                <a:solidFill>
                  <a:srgbClr val="D50092"/>
                </a:solidFill>
                <a:latin typeface="黑体"/>
                <a:cs typeface="黑体"/>
              </a:rPr>
              <a:t>（IF）</a:t>
            </a:r>
            <a:endParaRPr sz="2400">
              <a:latin typeface="黑体"/>
              <a:cs typeface="黑体"/>
            </a:endParaRPr>
          </a:p>
          <a:p>
            <a:pPr lvl="2" marL="1550035" indent="-288290">
              <a:lnSpc>
                <a:spcPct val="100000"/>
              </a:lnSpc>
              <a:spcBef>
                <a:spcPts val="545"/>
              </a:spcBef>
              <a:buClr>
                <a:srgbClr val="4668F5"/>
              </a:buClr>
              <a:buSzPct val="60000"/>
              <a:buFont typeface="Wingdings"/>
              <a:buChar char=""/>
              <a:tabLst>
                <a:tab pos="1550035" algn="l"/>
              </a:tabLst>
            </a:pPr>
            <a:r>
              <a:rPr dirty="0" sz="2000" spc="-10" b="1">
                <a:solidFill>
                  <a:srgbClr val="00AFEF"/>
                </a:solidFill>
                <a:latin typeface="宋体"/>
                <a:cs typeface="宋体"/>
              </a:rPr>
              <a:t>IR←Mem[PC]</a:t>
            </a:r>
            <a:endParaRPr sz="2000">
              <a:latin typeface="宋体"/>
              <a:cs typeface="宋体"/>
            </a:endParaRPr>
          </a:p>
          <a:p>
            <a:pPr lvl="2" marL="1550035" indent="-288290">
              <a:lnSpc>
                <a:spcPct val="100000"/>
              </a:lnSpc>
              <a:spcBef>
                <a:spcPts val="480"/>
              </a:spcBef>
              <a:buClr>
                <a:srgbClr val="4668F5"/>
              </a:buClr>
              <a:buSzPct val="60000"/>
              <a:buFont typeface="Wingdings"/>
              <a:buChar char=""/>
              <a:tabLst>
                <a:tab pos="1550035" algn="l"/>
              </a:tabLst>
            </a:pPr>
            <a:r>
              <a:rPr dirty="0" sz="2000" spc="-10" b="1">
                <a:solidFill>
                  <a:srgbClr val="00AFEF"/>
                </a:solidFill>
                <a:latin typeface="宋体"/>
                <a:cs typeface="宋体"/>
              </a:rPr>
              <a:t>NPC←PC+4</a:t>
            </a:r>
            <a:endParaRPr sz="2000">
              <a:latin typeface="宋体"/>
              <a:cs typeface="宋体"/>
            </a:endParaRPr>
          </a:p>
          <a:p>
            <a:pPr lvl="1" marL="1124585" indent="-457200">
              <a:lnSpc>
                <a:spcPct val="100000"/>
              </a:lnSpc>
              <a:spcBef>
                <a:spcPts val="515"/>
              </a:spcBef>
              <a:buSzPct val="89583"/>
              <a:buFont typeface="Wingdings"/>
              <a:buChar char=""/>
              <a:tabLst>
                <a:tab pos="1124585" algn="l"/>
              </a:tabLst>
            </a:pPr>
            <a:r>
              <a:rPr dirty="0" sz="2400" spc="-10">
                <a:solidFill>
                  <a:srgbClr val="40458B"/>
                </a:solidFill>
                <a:latin typeface="黑体"/>
                <a:cs typeface="黑体"/>
              </a:rPr>
              <a:t>指令译码</a:t>
            </a:r>
            <a:r>
              <a:rPr dirty="0" sz="2400" spc="-10">
                <a:solidFill>
                  <a:srgbClr val="40458B"/>
                </a:solidFill>
                <a:latin typeface="Tahoma"/>
                <a:cs typeface="Tahoma"/>
              </a:rPr>
              <a:t>/</a:t>
            </a:r>
            <a:r>
              <a:rPr dirty="0" sz="2400" spc="-5">
                <a:solidFill>
                  <a:srgbClr val="40458B"/>
                </a:solidFill>
                <a:latin typeface="黑体"/>
                <a:cs typeface="黑体"/>
              </a:rPr>
              <a:t>读寄存器周期</a:t>
            </a:r>
            <a:r>
              <a:rPr dirty="0" sz="2400" spc="-20">
                <a:solidFill>
                  <a:srgbClr val="D50092"/>
                </a:solidFill>
                <a:latin typeface="黑体"/>
                <a:cs typeface="黑体"/>
              </a:rPr>
              <a:t>（ID）</a:t>
            </a:r>
            <a:endParaRPr sz="2400">
              <a:latin typeface="黑体"/>
              <a:cs typeface="黑体"/>
            </a:endParaRPr>
          </a:p>
          <a:p>
            <a:pPr marL="1550035" indent="-288290">
              <a:lnSpc>
                <a:spcPct val="100000"/>
              </a:lnSpc>
              <a:spcBef>
                <a:spcPts val="650"/>
              </a:spcBef>
              <a:buClr>
                <a:srgbClr val="4668F5"/>
              </a:buClr>
              <a:buSzPct val="60000"/>
              <a:buFont typeface="Wingdings"/>
              <a:buChar char=""/>
              <a:tabLst>
                <a:tab pos="1550035" algn="l"/>
              </a:tabLst>
            </a:pPr>
            <a:r>
              <a:rPr dirty="0" sz="2000" b="1">
                <a:solidFill>
                  <a:srgbClr val="00AFEF"/>
                </a:solidFill>
                <a:latin typeface="宋体"/>
                <a:cs typeface="宋体"/>
              </a:rPr>
              <a:t>A</a:t>
            </a:r>
            <a:r>
              <a:rPr dirty="0" sz="2000" spc="-10" b="1">
                <a:solidFill>
                  <a:srgbClr val="00AFEF"/>
                </a:solidFill>
                <a:latin typeface="宋体"/>
                <a:cs typeface="宋体"/>
              </a:rPr>
              <a:t> </a:t>
            </a:r>
            <a:r>
              <a:rPr dirty="0" sz="2400" b="1">
                <a:solidFill>
                  <a:srgbClr val="00AFEF"/>
                </a:solidFill>
                <a:latin typeface="宋体"/>
                <a:cs typeface="宋体"/>
              </a:rPr>
              <a:t>←</a:t>
            </a:r>
            <a:r>
              <a:rPr dirty="0" sz="2400" spc="-210" b="1">
                <a:solidFill>
                  <a:srgbClr val="00AFEF"/>
                </a:solidFill>
                <a:latin typeface="宋体"/>
                <a:cs typeface="宋体"/>
              </a:rPr>
              <a:t> </a:t>
            </a:r>
            <a:r>
              <a:rPr dirty="0" sz="2000" spc="-10" b="1">
                <a:solidFill>
                  <a:srgbClr val="00AFEF"/>
                </a:solidFill>
                <a:latin typeface="宋体"/>
                <a:cs typeface="宋体"/>
              </a:rPr>
              <a:t>Regs[rs]</a:t>
            </a:r>
            <a:endParaRPr sz="2000">
              <a:latin typeface="宋体"/>
              <a:cs typeface="宋体"/>
            </a:endParaRPr>
          </a:p>
          <a:p>
            <a:pPr marL="1550035" indent="-288290">
              <a:lnSpc>
                <a:spcPct val="100000"/>
              </a:lnSpc>
              <a:spcBef>
                <a:spcPts val="575"/>
              </a:spcBef>
              <a:buClr>
                <a:srgbClr val="4668F5"/>
              </a:buClr>
              <a:buSzPct val="60000"/>
              <a:buFont typeface="Wingdings"/>
              <a:buChar char=""/>
              <a:tabLst>
                <a:tab pos="1550035" algn="l"/>
              </a:tabLst>
            </a:pPr>
            <a:r>
              <a:rPr dirty="0" sz="2000" b="1">
                <a:solidFill>
                  <a:srgbClr val="00AFEF"/>
                </a:solidFill>
                <a:latin typeface="宋体"/>
                <a:cs typeface="宋体"/>
              </a:rPr>
              <a:t>B</a:t>
            </a:r>
            <a:r>
              <a:rPr dirty="0" sz="2000" spc="-10" b="1">
                <a:solidFill>
                  <a:srgbClr val="00AFEF"/>
                </a:solidFill>
                <a:latin typeface="宋体"/>
                <a:cs typeface="宋体"/>
              </a:rPr>
              <a:t> </a:t>
            </a:r>
            <a:r>
              <a:rPr dirty="0" sz="2400" b="1">
                <a:solidFill>
                  <a:srgbClr val="00AFEF"/>
                </a:solidFill>
                <a:latin typeface="宋体"/>
                <a:cs typeface="宋体"/>
              </a:rPr>
              <a:t>←</a:t>
            </a:r>
            <a:r>
              <a:rPr dirty="0" sz="2400" spc="-210" b="1">
                <a:solidFill>
                  <a:srgbClr val="00AFEF"/>
                </a:solidFill>
                <a:latin typeface="宋体"/>
                <a:cs typeface="宋体"/>
              </a:rPr>
              <a:t> </a:t>
            </a:r>
            <a:r>
              <a:rPr dirty="0" sz="2000" spc="-10" b="1">
                <a:solidFill>
                  <a:srgbClr val="00AFEF"/>
                </a:solidFill>
                <a:latin typeface="宋体"/>
                <a:cs typeface="宋体"/>
              </a:rPr>
              <a:t>Regs[rt]</a:t>
            </a:r>
            <a:endParaRPr sz="2000">
              <a:latin typeface="宋体"/>
              <a:cs typeface="宋体"/>
            </a:endParaRPr>
          </a:p>
          <a:p>
            <a:pPr marL="1550035" indent="-288290">
              <a:lnSpc>
                <a:spcPct val="100000"/>
              </a:lnSpc>
              <a:spcBef>
                <a:spcPts val="575"/>
              </a:spcBef>
              <a:buClr>
                <a:srgbClr val="4668F5"/>
              </a:buClr>
              <a:buSzPct val="60000"/>
              <a:buFont typeface="Wingdings"/>
              <a:buChar char=""/>
              <a:tabLst>
                <a:tab pos="1550035" algn="l"/>
              </a:tabLst>
            </a:pPr>
            <a:r>
              <a:rPr dirty="0" sz="2000" b="1">
                <a:solidFill>
                  <a:srgbClr val="00AFEF"/>
                </a:solidFill>
                <a:latin typeface="宋体"/>
                <a:cs typeface="宋体"/>
              </a:rPr>
              <a:t>Imm</a:t>
            </a:r>
            <a:r>
              <a:rPr dirty="0" sz="2000" spc="-25" b="1">
                <a:solidFill>
                  <a:srgbClr val="00AFEF"/>
                </a:solidFill>
                <a:latin typeface="宋体"/>
                <a:cs typeface="宋体"/>
              </a:rPr>
              <a:t> </a:t>
            </a:r>
            <a:r>
              <a:rPr dirty="0" sz="2400" b="1">
                <a:solidFill>
                  <a:srgbClr val="00AFEF"/>
                </a:solidFill>
                <a:latin typeface="宋体"/>
                <a:cs typeface="宋体"/>
              </a:rPr>
              <a:t>←</a:t>
            </a:r>
            <a:r>
              <a:rPr dirty="0" sz="2400" spc="-190" b="1">
                <a:solidFill>
                  <a:srgbClr val="00AFEF"/>
                </a:solidFill>
                <a:latin typeface="宋体"/>
                <a:cs typeface="宋体"/>
              </a:rPr>
              <a:t> </a:t>
            </a:r>
            <a:r>
              <a:rPr dirty="0" sz="2000" spc="-10" b="1">
                <a:solidFill>
                  <a:srgbClr val="00AFEF"/>
                </a:solidFill>
                <a:latin typeface="黑体"/>
                <a:cs typeface="黑体"/>
              </a:rPr>
              <a:t>（（</a:t>
            </a:r>
            <a:r>
              <a:rPr dirty="0" sz="2000" spc="-10" b="1">
                <a:solidFill>
                  <a:srgbClr val="00AFEF"/>
                </a:solidFill>
                <a:latin typeface="宋体"/>
                <a:cs typeface="宋体"/>
              </a:rPr>
              <a:t>IR</a:t>
            </a:r>
            <a:r>
              <a:rPr dirty="0" baseline="-21367" sz="1950" spc="-15" b="1">
                <a:solidFill>
                  <a:srgbClr val="00AFEF"/>
                </a:solidFill>
                <a:latin typeface="宋体"/>
                <a:cs typeface="宋体"/>
              </a:rPr>
              <a:t>16</a:t>
            </a:r>
            <a:r>
              <a:rPr dirty="0" sz="2000" spc="-10" b="1">
                <a:solidFill>
                  <a:srgbClr val="00AFEF"/>
                </a:solidFill>
                <a:latin typeface="黑体"/>
                <a:cs typeface="黑体"/>
              </a:rPr>
              <a:t>）</a:t>
            </a:r>
            <a:r>
              <a:rPr dirty="0" baseline="25641" sz="1950" spc="-15" b="1">
                <a:solidFill>
                  <a:srgbClr val="00AFEF"/>
                </a:solidFill>
                <a:latin typeface="宋体"/>
                <a:cs typeface="宋体"/>
              </a:rPr>
              <a:t>16</a:t>
            </a:r>
            <a:r>
              <a:rPr dirty="0" sz="2000" spc="-10" b="1">
                <a:solidFill>
                  <a:srgbClr val="9933FF"/>
                </a:solidFill>
                <a:latin typeface="宋体"/>
                <a:cs typeface="宋体"/>
              </a:rPr>
              <a:t>##</a:t>
            </a:r>
            <a:r>
              <a:rPr dirty="0" sz="2000" spc="-10" b="1">
                <a:solidFill>
                  <a:srgbClr val="00AFEF"/>
                </a:solidFill>
                <a:latin typeface="宋体"/>
                <a:cs typeface="宋体"/>
              </a:rPr>
              <a:t>IR</a:t>
            </a:r>
            <a:r>
              <a:rPr dirty="0" baseline="-21367" sz="1950" spc="-15" b="1">
                <a:solidFill>
                  <a:srgbClr val="00AFEF"/>
                </a:solidFill>
                <a:latin typeface="宋体"/>
                <a:cs typeface="宋体"/>
              </a:rPr>
              <a:t>16..31</a:t>
            </a:r>
            <a:r>
              <a:rPr dirty="0" sz="2000" spc="-10" b="1">
                <a:solidFill>
                  <a:srgbClr val="00AFEF"/>
                </a:solidFill>
                <a:latin typeface="黑体"/>
                <a:cs typeface="黑体"/>
              </a:rPr>
              <a:t>）</a:t>
            </a:r>
            <a:endParaRPr sz="2000">
              <a:latin typeface="黑体"/>
              <a:cs typeface="黑体"/>
            </a:endParaRPr>
          </a:p>
          <a:p>
            <a:pPr marL="1647189" marR="4617085">
              <a:lnSpc>
                <a:spcPts val="2880"/>
              </a:lnSpc>
              <a:spcBef>
                <a:spcPts val="170"/>
              </a:spcBef>
            </a:pPr>
            <a:r>
              <a:rPr dirty="0" sz="2000" spc="-25" b="1">
                <a:solidFill>
                  <a:srgbClr val="00AFEF"/>
                </a:solidFill>
                <a:latin typeface="黑体"/>
                <a:cs typeface="黑体"/>
              </a:rPr>
              <a:t>指令的译码操作和读寄存器操作是并行进行的。</a:t>
            </a:r>
            <a:r>
              <a:rPr dirty="0" sz="2000" spc="-50" b="1">
                <a:solidFill>
                  <a:srgbClr val="00AFEF"/>
                </a:solidFill>
                <a:latin typeface="黑体"/>
                <a:cs typeface="黑体"/>
              </a:rPr>
              <a:t> </a:t>
            </a:r>
            <a:r>
              <a:rPr dirty="0" sz="2000" spc="-10" b="1">
                <a:solidFill>
                  <a:srgbClr val="00AFEF"/>
                </a:solidFill>
                <a:latin typeface="黑体"/>
                <a:cs typeface="黑体"/>
              </a:rPr>
              <a:t>原因：在</a:t>
            </a:r>
            <a:r>
              <a:rPr dirty="0" sz="2000" spc="-20" b="1">
                <a:solidFill>
                  <a:srgbClr val="9933FF"/>
                </a:solidFill>
                <a:latin typeface="宋体"/>
                <a:cs typeface="宋体"/>
              </a:rPr>
              <a:t>MIPS</a:t>
            </a:r>
            <a:r>
              <a:rPr dirty="0" sz="2000" spc="-20" b="1">
                <a:solidFill>
                  <a:srgbClr val="00AFEF"/>
                </a:solidFill>
                <a:latin typeface="黑体"/>
                <a:cs typeface="黑体"/>
              </a:rPr>
              <a:t>指令格式中，操作码字段以及</a:t>
            </a:r>
            <a:r>
              <a:rPr dirty="0" sz="2000" spc="-15" b="1">
                <a:solidFill>
                  <a:srgbClr val="9933FF"/>
                </a:solidFill>
                <a:latin typeface="宋体"/>
                <a:cs typeface="宋体"/>
              </a:rPr>
              <a:t>rs</a:t>
            </a:r>
            <a:r>
              <a:rPr dirty="0" sz="2000" spc="-10" b="1">
                <a:solidFill>
                  <a:srgbClr val="9933FF"/>
                </a:solidFill>
                <a:latin typeface="黑体"/>
                <a:cs typeface="黑体"/>
              </a:rPr>
              <a:t>、</a:t>
            </a:r>
            <a:r>
              <a:rPr dirty="0" sz="2000" spc="-25" b="1">
                <a:solidFill>
                  <a:srgbClr val="9933FF"/>
                </a:solidFill>
                <a:latin typeface="宋体"/>
                <a:cs typeface="宋体"/>
              </a:rPr>
              <a:t>rt</a:t>
            </a:r>
            <a:endParaRPr sz="2000">
              <a:latin typeface="宋体"/>
              <a:cs typeface="宋体"/>
            </a:endParaRPr>
          </a:p>
          <a:p>
            <a:pPr marL="1776730">
              <a:lnSpc>
                <a:spcPct val="100000"/>
              </a:lnSpc>
              <a:spcBef>
                <a:spcPts val="305"/>
              </a:spcBef>
            </a:pPr>
            <a:r>
              <a:rPr dirty="0" sz="2000" spc="-20" b="1">
                <a:solidFill>
                  <a:srgbClr val="00AFEF"/>
                </a:solidFill>
                <a:latin typeface="黑体"/>
                <a:cs typeface="黑体"/>
              </a:rPr>
              <a:t>字段都是在固定的位置。这种技术称为</a:t>
            </a:r>
            <a:r>
              <a:rPr dirty="0" sz="2000" spc="-20" b="1">
                <a:solidFill>
                  <a:srgbClr val="FF0000"/>
                </a:solidFill>
                <a:latin typeface="黑体"/>
                <a:cs typeface="黑体"/>
              </a:rPr>
              <a:t>固定字段译码</a:t>
            </a:r>
            <a:r>
              <a:rPr dirty="0" sz="2000" spc="-15" b="1">
                <a:solidFill>
                  <a:srgbClr val="00AFEF"/>
                </a:solidFill>
                <a:latin typeface="黑体"/>
                <a:cs typeface="黑体"/>
              </a:rPr>
              <a:t>技术</a:t>
            </a:r>
            <a:r>
              <a:rPr dirty="0" sz="2000" spc="-50" b="1">
                <a:solidFill>
                  <a:srgbClr val="080808"/>
                </a:solidFill>
                <a:latin typeface="黑体"/>
                <a:cs typeface="黑体"/>
              </a:rPr>
              <a:t>。</a:t>
            </a:r>
            <a:endParaRPr sz="2000">
              <a:latin typeface="黑体"/>
              <a:cs typeface="黑体"/>
            </a:endParaRPr>
          </a:p>
          <a:p>
            <a:pPr marL="1261745">
              <a:lnSpc>
                <a:spcPct val="100000"/>
              </a:lnSpc>
              <a:spcBef>
                <a:spcPts val="480"/>
              </a:spcBef>
            </a:pPr>
            <a:r>
              <a:rPr dirty="0" sz="2000" spc="-10" b="1">
                <a:solidFill>
                  <a:srgbClr val="00AFEF"/>
                </a:solidFill>
                <a:latin typeface="黑体"/>
                <a:cs typeface="黑体"/>
              </a:rPr>
              <a:t>**：ID</a:t>
            </a:r>
            <a:r>
              <a:rPr dirty="0" sz="2000" spc="-20" b="1">
                <a:solidFill>
                  <a:srgbClr val="00AFEF"/>
                </a:solidFill>
                <a:latin typeface="黑体"/>
                <a:cs typeface="黑体"/>
              </a:rPr>
              <a:t>段根据不同类型的指令</a:t>
            </a:r>
            <a:r>
              <a:rPr dirty="0" sz="2000" spc="-10" b="1">
                <a:solidFill>
                  <a:srgbClr val="00AFEF"/>
                </a:solidFill>
                <a:latin typeface="黑体"/>
                <a:cs typeface="黑体"/>
              </a:rPr>
              <a:t>（R</a:t>
            </a:r>
            <a:r>
              <a:rPr dirty="0" sz="2000" spc="-15" b="1">
                <a:solidFill>
                  <a:srgbClr val="00AFEF"/>
                </a:solidFill>
                <a:latin typeface="黑体"/>
                <a:cs typeface="黑体"/>
              </a:rPr>
              <a:t>型、</a:t>
            </a:r>
            <a:r>
              <a:rPr dirty="0" sz="2000" spc="-10" b="1">
                <a:solidFill>
                  <a:srgbClr val="00AFEF"/>
                </a:solidFill>
                <a:latin typeface="黑体"/>
                <a:cs typeface="黑体"/>
              </a:rPr>
              <a:t>I</a:t>
            </a:r>
            <a:r>
              <a:rPr dirty="0" sz="2000" spc="-20" b="1">
                <a:solidFill>
                  <a:srgbClr val="00AFEF"/>
                </a:solidFill>
                <a:latin typeface="黑体"/>
                <a:cs typeface="黑体"/>
              </a:rPr>
              <a:t>型、</a:t>
            </a:r>
            <a:r>
              <a:rPr dirty="0" sz="2000" spc="-10" b="1">
                <a:solidFill>
                  <a:srgbClr val="00AFEF"/>
                </a:solidFill>
                <a:latin typeface="黑体"/>
                <a:cs typeface="黑体"/>
              </a:rPr>
              <a:t>J</a:t>
            </a:r>
            <a:r>
              <a:rPr dirty="0" sz="2000" spc="-15" b="1">
                <a:solidFill>
                  <a:srgbClr val="00AFEF"/>
                </a:solidFill>
                <a:latin typeface="黑体"/>
                <a:cs typeface="黑体"/>
              </a:rPr>
              <a:t>型）</a:t>
            </a:r>
            <a:r>
              <a:rPr dirty="0" sz="2000" spc="-25" b="1">
                <a:solidFill>
                  <a:srgbClr val="00AFEF"/>
                </a:solidFill>
                <a:latin typeface="黑体"/>
                <a:cs typeface="黑体"/>
              </a:rPr>
              <a:t>对指令进行切分，并从不同位置得到操作地址</a:t>
            </a:r>
            <a:endParaRPr sz="2000">
              <a:latin typeface="黑体"/>
              <a:cs typeface="黑体"/>
            </a:endParaRPr>
          </a:p>
        </p:txBody>
      </p:sp>
      <p:pic>
        <p:nvPicPr>
          <p:cNvPr id="10" name="object 10" descr=""/>
          <p:cNvPicPr/>
          <p:nvPr/>
        </p:nvPicPr>
        <p:blipFill>
          <a:blip r:embed="rId2" cstate="print"/>
          <a:stretch>
            <a:fillRect/>
          </a:stretch>
        </p:blipFill>
        <p:spPr>
          <a:xfrm>
            <a:off x="6838950" y="996950"/>
            <a:ext cx="4922774" cy="3492500"/>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196/154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3405251"/>
            <a:ext cx="12184380" cy="3453129"/>
            <a:chOff x="0" y="3405251"/>
            <a:chExt cx="12184380" cy="3453129"/>
          </a:xfrm>
        </p:grpSpPr>
        <p:sp>
          <p:nvSpPr>
            <p:cNvPr id="9" name="object 9"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pic>
          <p:nvPicPr>
            <p:cNvPr id="10" name="object 10" descr=""/>
            <p:cNvPicPr/>
            <p:nvPr/>
          </p:nvPicPr>
          <p:blipFill>
            <a:blip r:embed="rId2" cstate="print"/>
            <a:stretch>
              <a:fillRect/>
            </a:stretch>
          </p:blipFill>
          <p:spPr>
            <a:xfrm>
              <a:off x="5753321" y="6432221"/>
              <a:ext cx="5788297" cy="4926"/>
            </a:xfrm>
            <a:prstGeom prst="rect">
              <a:avLst/>
            </a:prstGeom>
          </p:spPr>
        </p:pic>
        <p:pic>
          <p:nvPicPr>
            <p:cNvPr id="11" name="object 11" descr=""/>
            <p:cNvPicPr/>
            <p:nvPr/>
          </p:nvPicPr>
          <p:blipFill>
            <a:blip r:embed="rId3" cstate="print"/>
            <a:stretch>
              <a:fillRect/>
            </a:stretch>
          </p:blipFill>
          <p:spPr>
            <a:xfrm>
              <a:off x="25400" y="3405251"/>
              <a:ext cx="11376025" cy="3100324"/>
            </a:xfrm>
            <a:prstGeom prst="rect">
              <a:avLst/>
            </a:prstGeom>
          </p:spPr>
        </p:pic>
        <p:pic>
          <p:nvPicPr>
            <p:cNvPr id="12" name="object 12" descr=""/>
            <p:cNvPicPr/>
            <p:nvPr/>
          </p:nvPicPr>
          <p:blipFill>
            <a:blip r:embed="rId4" cstate="print"/>
            <a:stretch>
              <a:fillRect/>
            </a:stretch>
          </p:blipFill>
          <p:spPr>
            <a:xfrm>
              <a:off x="5444109" y="6156794"/>
              <a:ext cx="5957316" cy="252933"/>
            </a:xfrm>
            <a:prstGeom prst="rect">
              <a:avLst/>
            </a:prstGeom>
          </p:spPr>
        </p:pic>
      </p:grpSp>
      <p:sp>
        <p:nvSpPr>
          <p:cNvPr id="13" name="object 13" descr=""/>
          <p:cNvSpPr txBox="1"/>
          <p:nvPr/>
        </p:nvSpPr>
        <p:spPr>
          <a:xfrm>
            <a:off x="989787" y="1265788"/>
            <a:ext cx="9644380" cy="1671320"/>
          </a:xfrm>
          <a:prstGeom prst="rect">
            <a:avLst/>
          </a:prstGeom>
        </p:spPr>
        <p:txBody>
          <a:bodyPr wrap="square" lIns="0" tIns="194945" rIns="0" bIns="0" rtlCol="0" vert="horz">
            <a:spAutoFit/>
          </a:bodyPr>
          <a:lstStyle/>
          <a:p>
            <a:pPr marL="355600" indent="-342900">
              <a:lnSpc>
                <a:spcPct val="100000"/>
              </a:lnSpc>
              <a:spcBef>
                <a:spcPts val="1535"/>
              </a:spcBef>
              <a:buClr>
                <a:srgbClr val="006FC0"/>
              </a:buClr>
              <a:buFont typeface="Wingdings"/>
              <a:buChar char=""/>
              <a:tabLst>
                <a:tab pos="355600" algn="l"/>
              </a:tabLst>
            </a:pPr>
            <a:r>
              <a:rPr dirty="0" sz="2400">
                <a:solidFill>
                  <a:srgbClr val="40458B"/>
                </a:solidFill>
                <a:latin typeface="黑体"/>
                <a:cs typeface="黑体"/>
              </a:rPr>
              <a:t>指令译码</a:t>
            </a:r>
            <a:r>
              <a:rPr dirty="0" sz="2400" spc="-10">
                <a:solidFill>
                  <a:srgbClr val="40458B"/>
                </a:solidFill>
                <a:latin typeface="Tahoma"/>
                <a:cs typeface="Tahoma"/>
              </a:rPr>
              <a:t>/</a:t>
            </a:r>
            <a:r>
              <a:rPr dirty="0" sz="2400">
                <a:solidFill>
                  <a:srgbClr val="40458B"/>
                </a:solidFill>
                <a:latin typeface="黑体"/>
                <a:cs typeface="黑体"/>
              </a:rPr>
              <a:t>读寄存器周期</a:t>
            </a:r>
            <a:r>
              <a:rPr dirty="0" sz="2400" spc="-20">
                <a:solidFill>
                  <a:srgbClr val="D50092"/>
                </a:solidFill>
                <a:latin typeface="黑体"/>
                <a:cs typeface="黑体"/>
              </a:rPr>
              <a:t>（ID）</a:t>
            </a:r>
            <a:endParaRPr sz="2400">
              <a:latin typeface="黑体"/>
              <a:cs typeface="黑体"/>
            </a:endParaRPr>
          </a:p>
          <a:p>
            <a:pPr marL="12700">
              <a:lnSpc>
                <a:spcPct val="100000"/>
              </a:lnSpc>
              <a:spcBef>
                <a:spcPts val="1440"/>
              </a:spcBef>
            </a:pPr>
            <a:r>
              <a:rPr dirty="0" sz="2400" spc="-10">
                <a:solidFill>
                  <a:srgbClr val="40458B"/>
                </a:solidFill>
                <a:latin typeface="Tahoma"/>
                <a:cs typeface="Tahoma"/>
              </a:rPr>
              <a:t>**</a:t>
            </a:r>
            <a:r>
              <a:rPr dirty="0" sz="2400" spc="-10">
                <a:solidFill>
                  <a:srgbClr val="40458B"/>
                </a:solidFill>
                <a:latin typeface="黑体"/>
                <a:cs typeface="黑体"/>
              </a:rPr>
              <a:t>：</a:t>
            </a:r>
            <a:r>
              <a:rPr dirty="0" sz="2400" spc="-10">
                <a:solidFill>
                  <a:srgbClr val="C00000"/>
                </a:solidFill>
                <a:latin typeface="Tahoma"/>
                <a:cs typeface="Tahoma"/>
              </a:rPr>
              <a:t>ID</a:t>
            </a:r>
            <a:r>
              <a:rPr dirty="0" sz="2400" spc="-10">
                <a:solidFill>
                  <a:srgbClr val="C00000"/>
                </a:solidFill>
                <a:latin typeface="黑体"/>
                <a:cs typeface="黑体"/>
              </a:rPr>
              <a:t>段</a:t>
            </a:r>
            <a:r>
              <a:rPr dirty="0" sz="2400" spc="-10">
                <a:solidFill>
                  <a:srgbClr val="40458B"/>
                </a:solidFill>
                <a:latin typeface="黑体"/>
                <a:cs typeface="黑体"/>
              </a:rPr>
              <a:t>根据不同类型的指令（</a:t>
            </a:r>
            <a:r>
              <a:rPr dirty="0" sz="2400" spc="-10">
                <a:solidFill>
                  <a:srgbClr val="40458B"/>
                </a:solidFill>
                <a:latin typeface="Tahoma"/>
                <a:cs typeface="Tahoma"/>
              </a:rPr>
              <a:t>R</a:t>
            </a:r>
            <a:r>
              <a:rPr dirty="0" sz="2400" spc="-10">
                <a:solidFill>
                  <a:srgbClr val="40458B"/>
                </a:solidFill>
                <a:latin typeface="黑体"/>
                <a:cs typeface="黑体"/>
              </a:rPr>
              <a:t>型、</a:t>
            </a:r>
            <a:r>
              <a:rPr dirty="0" sz="2400" spc="-10">
                <a:solidFill>
                  <a:srgbClr val="40458B"/>
                </a:solidFill>
                <a:latin typeface="Tahoma"/>
                <a:cs typeface="Tahoma"/>
              </a:rPr>
              <a:t>I</a:t>
            </a:r>
            <a:r>
              <a:rPr dirty="0" sz="2400" spc="-5">
                <a:solidFill>
                  <a:srgbClr val="40458B"/>
                </a:solidFill>
                <a:latin typeface="黑体"/>
                <a:cs typeface="黑体"/>
              </a:rPr>
              <a:t>型、</a:t>
            </a:r>
            <a:r>
              <a:rPr dirty="0" sz="2400" spc="-10">
                <a:solidFill>
                  <a:srgbClr val="40458B"/>
                </a:solidFill>
                <a:latin typeface="Tahoma"/>
                <a:cs typeface="Tahoma"/>
              </a:rPr>
              <a:t>J</a:t>
            </a:r>
            <a:r>
              <a:rPr dirty="0" sz="2400" spc="-10">
                <a:solidFill>
                  <a:srgbClr val="40458B"/>
                </a:solidFill>
                <a:latin typeface="黑体"/>
                <a:cs typeface="黑体"/>
              </a:rPr>
              <a:t>型）</a:t>
            </a:r>
            <a:r>
              <a:rPr dirty="0" sz="2400" spc="-15">
                <a:solidFill>
                  <a:srgbClr val="40458B"/>
                </a:solidFill>
                <a:latin typeface="黑体"/>
                <a:cs typeface="黑体"/>
              </a:rPr>
              <a:t>对指令进行切分，并从</a:t>
            </a:r>
            <a:endParaRPr sz="2400">
              <a:latin typeface="黑体"/>
              <a:cs typeface="黑体"/>
            </a:endParaRPr>
          </a:p>
          <a:p>
            <a:pPr marL="300990">
              <a:lnSpc>
                <a:spcPct val="100000"/>
              </a:lnSpc>
              <a:spcBef>
                <a:spcPts val="1445"/>
              </a:spcBef>
            </a:pPr>
            <a:r>
              <a:rPr dirty="0" sz="2400">
                <a:solidFill>
                  <a:srgbClr val="40458B"/>
                </a:solidFill>
                <a:latin typeface="黑体"/>
                <a:cs typeface="黑体"/>
              </a:rPr>
              <a:t>不同位置得到操作地址（即操作数所在的寄存器编号）</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197/154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61772" y="976629"/>
            <a:ext cx="4561840" cy="10134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a:solidFill>
                  <a:srgbClr val="40458B"/>
                </a:solidFill>
                <a:latin typeface="黑体"/>
                <a:cs typeface="黑体"/>
              </a:rPr>
              <a:t>执行</a:t>
            </a:r>
            <a:r>
              <a:rPr dirty="0" sz="2400" spc="-10">
                <a:solidFill>
                  <a:srgbClr val="40458B"/>
                </a:solidFill>
                <a:latin typeface="Tahoma"/>
                <a:cs typeface="Tahoma"/>
              </a:rPr>
              <a:t>/</a:t>
            </a:r>
            <a:r>
              <a:rPr dirty="0" sz="2400" spc="-5">
                <a:solidFill>
                  <a:srgbClr val="40458B"/>
                </a:solidFill>
                <a:latin typeface="黑体"/>
                <a:cs typeface="黑体"/>
              </a:rPr>
              <a:t>有效地址计算周期</a:t>
            </a:r>
            <a:r>
              <a:rPr dirty="0" sz="2400" spc="-20">
                <a:solidFill>
                  <a:srgbClr val="D50092"/>
                </a:solidFill>
                <a:latin typeface="黑体"/>
                <a:cs typeface="黑体"/>
              </a:rPr>
              <a:t>（EX）</a:t>
            </a:r>
            <a:endParaRPr sz="2400">
              <a:latin typeface="黑体"/>
              <a:cs typeface="黑体"/>
            </a:endParaRPr>
          </a:p>
          <a:p>
            <a:pPr marL="487680">
              <a:lnSpc>
                <a:spcPct val="100000"/>
              </a:lnSpc>
              <a:spcBef>
                <a:spcPts val="2014"/>
              </a:spcBef>
            </a:pPr>
            <a:r>
              <a:rPr dirty="0" sz="2400" spc="-5">
                <a:solidFill>
                  <a:srgbClr val="E14B04"/>
                </a:solidFill>
                <a:latin typeface="黑体"/>
                <a:cs typeface="黑体"/>
              </a:rPr>
              <a:t>不同指令所进行的操作不同：</a:t>
            </a:r>
            <a:endParaRPr sz="2400">
              <a:latin typeface="黑体"/>
              <a:cs typeface="黑体"/>
            </a:endParaRPr>
          </a:p>
        </p:txBody>
      </p:sp>
      <p:graphicFrame>
        <p:nvGraphicFramePr>
          <p:cNvPr id="10" name="object 10" descr=""/>
          <p:cNvGraphicFramePr>
            <a:graphicFrameLocks noGrp="1"/>
          </p:cNvGraphicFramePr>
          <p:nvPr/>
        </p:nvGraphicFramePr>
        <p:xfrm>
          <a:off x="513537" y="2238605"/>
          <a:ext cx="5553075" cy="1807845"/>
        </p:xfrm>
        <a:graphic>
          <a:graphicData uri="http://schemas.openxmlformats.org/drawingml/2006/table">
            <a:tbl>
              <a:tblPr firstRow="1" bandRow="1">
                <a:tableStyleId>{2D5ABB26-0587-4C30-8999-92F81FD0307C}</a:tableStyleId>
              </a:tblPr>
              <a:tblGrid>
                <a:gridCol w="3267075"/>
                <a:gridCol w="1221104"/>
                <a:gridCol w="988695"/>
              </a:tblGrid>
              <a:tr h="386080">
                <a:tc>
                  <a:txBody>
                    <a:bodyPr/>
                    <a:lstStyle/>
                    <a:p>
                      <a:pPr marL="319405" indent="-287655">
                        <a:lnSpc>
                          <a:spcPts val="2120"/>
                        </a:lnSpc>
                        <a:buClr>
                          <a:srgbClr val="4668F5"/>
                        </a:buClr>
                        <a:buSzPct val="60000"/>
                        <a:buFont typeface="Wingdings"/>
                        <a:buChar char=""/>
                        <a:tabLst>
                          <a:tab pos="319405" algn="l"/>
                        </a:tabLst>
                      </a:pPr>
                      <a:r>
                        <a:rPr dirty="0" sz="2000" spc="-10" b="1">
                          <a:solidFill>
                            <a:srgbClr val="00AFEF"/>
                          </a:solidFill>
                          <a:latin typeface="宋体"/>
                          <a:cs typeface="宋体"/>
                        </a:rPr>
                        <a:t>load</a:t>
                      </a:r>
                      <a:r>
                        <a:rPr dirty="0" sz="2000" spc="-10" b="1">
                          <a:solidFill>
                            <a:srgbClr val="00AFEF"/>
                          </a:solidFill>
                          <a:latin typeface="黑体"/>
                          <a:cs typeface="黑体"/>
                        </a:rPr>
                        <a:t>指令和</a:t>
                      </a:r>
                      <a:r>
                        <a:rPr dirty="0" sz="2000" spc="-20" b="1">
                          <a:solidFill>
                            <a:srgbClr val="00AFEF"/>
                          </a:solidFill>
                          <a:latin typeface="宋体"/>
                          <a:cs typeface="宋体"/>
                        </a:rPr>
                        <a:t>store</a:t>
                      </a:r>
                      <a:r>
                        <a:rPr dirty="0" sz="2000" spc="-30" b="1">
                          <a:solidFill>
                            <a:srgbClr val="00AFEF"/>
                          </a:solidFill>
                          <a:latin typeface="黑体"/>
                          <a:cs typeface="黑体"/>
                        </a:rPr>
                        <a:t>指令</a:t>
                      </a:r>
                      <a:endParaRPr sz="2000">
                        <a:latin typeface="黑体"/>
                        <a:cs typeface="黑体"/>
                      </a:endParaRPr>
                    </a:p>
                  </a:txBody>
                  <a:tcPr marL="0" marR="0" marB="0" marT="0"/>
                </a:tc>
                <a:tc>
                  <a:txBody>
                    <a:bodyPr/>
                    <a:lstStyle/>
                    <a:p>
                      <a:pPr algn="r" marR="51435">
                        <a:lnSpc>
                          <a:spcPts val="2120"/>
                        </a:lnSpc>
                      </a:pPr>
                      <a:r>
                        <a:rPr dirty="0" sz="2000" spc="-10" b="1">
                          <a:solidFill>
                            <a:srgbClr val="00AFEF"/>
                          </a:solidFill>
                          <a:latin typeface="宋体"/>
                          <a:cs typeface="宋体"/>
                        </a:rPr>
                        <a:t>ALUo←A</a:t>
                      </a:r>
                      <a:endParaRPr sz="2000">
                        <a:latin typeface="宋体"/>
                        <a:cs typeface="宋体"/>
                      </a:endParaRPr>
                    </a:p>
                  </a:txBody>
                  <a:tcPr marL="0" marR="0" marB="0" marT="0"/>
                </a:tc>
                <a:tc>
                  <a:txBody>
                    <a:bodyPr/>
                    <a:lstStyle/>
                    <a:p>
                      <a:pPr marL="65405">
                        <a:lnSpc>
                          <a:spcPts val="2120"/>
                        </a:lnSpc>
                      </a:pPr>
                      <a:r>
                        <a:rPr dirty="0" sz="2000" b="1">
                          <a:solidFill>
                            <a:srgbClr val="00AFEF"/>
                          </a:solidFill>
                          <a:latin typeface="宋体"/>
                          <a:cs typeface="宋体"/>
                        </a:rPr>
                        <a:t>+</a:t>
                      </a:r>
                      <a:r>
                        <a:rPr dirty="0" sz="2000" spc="-10" b="1">
                          <a:solidFill>
                            <a:srgbClr val="00AFEF"/>
                          </a:solidFill>
                          <a:latin typeface="宋体"/>
                          <a:cs typeface="宋体"/>
                        </a:rPr>
                        <a:t> </a:t>
                      </a:r>
                      <a:r>
                        <a:rPr dirty="0" sz="2000" spc="-25" b="1">
                          <a:solidFill>
                            <a:srgbClr val="00AFEF"/>
                          </a:solidFill>
                          <a:latin typeface="宋体"/>
                          <a:cs typeface="宋体"/>
                        </a:rPr>
                        <a:t>Imm</a:t>
                      </a:r>
                      <a:endParaRPr sz="2000">
                        <a:latin typeface="宋体"/>
                        <a:cs typeface="宋体"/>
                      </a:endParaRPr>
                    </a:p>
                  </a:txBody>
                  <a:tcPr marL="0" marR="0" marB="0" marT="0"/>
                </a:tc>
              </a:tr>
              <a:tr h="517525">
                <a:tc>
                  <a:txBody>
                    <a:bodyPr/>
                    <a:lstStyle/>
                    <a:p>
                      <a:pPr marL="319405" indent="-287655">
                        <a:lnSpc>
                          <a:spcPct val="100000"/>
                        </a:lnSpc>
                        <a:spcBef>
                          <a:spcPts val="760"/>
                        </a:spcBef>
                        <a:buClr>
                          <a:srgbClr val="4668F5"/>
                        </a:buClr>
                        <a:buSzPct val="60000"/>
                        <a:buFont typeface="Wingdings"/>
                        <a:buChar char=""/>
                        <a:tabLst>
                          <a:tab pos="319405" algn="l"/>
                        </a:tabLst>
                      </a:pPr>
                      <a:r>
                        <a:rPr dirty="0" sz="2000" spc="-15" b="1">
                          <a:solidFill>
                            <a:srgbClr val="00AFEF"/>
                          </a:solidFill>
                          <a:latin typeface="黑体"/>
                          <a:cs typeface="黑体"/>
                        </a:rPr>
                        <a:t>寄存器－寄存器</a:t>
                      </a:r>
                      <a:r>
                        <a:rPr dirty="0" sz="2000" spc="-20" b="1">
                          <a:solidFill>
                            <a:srgbClr val="00AFEF"/>
                          </a:solidFill>
                          <a:latin typeface="宋体"/>
                          <a:cs typeface="宋体"/>
                        </a:rPr>
                        <a:t>ALU</a:t>
                      </a:r>
                      <a:r>
                        <a:rPr dirty="0" sz="2000" spc="-30" b="1">
                          <a:solidFill>
                            <a:srgbClr val="00AFEF"/>
                          </a:solidFill>
                          <a:latin typeface="黑体"/>
                          <a:cs typeface="黑体"/>
                        </a:rPr>
                        <a:t>指令</a:t>
                      </a:r>
                      <a:endParaRPr sz="2000">
                        <a:latin typeface="黑体"/>
                        <a:cs typeface="黑体"/>
                      </a:endParaRPr>
                    </a:p>
                  </a:txBody>
                  <a:tcPr marL="0" marR="0" marB="0" marT="96520"/>
                </a:tc>
                <a:tc>
                  <a:txBody>
                    <a:bodyPr/>
                    <a:lstStyle/>
                    <a:p>
                      <a:pPr algn="r" marR="57785">
                        <a:lnSpc>
                          <a:spcPct val="100000"/>
                        </a:lnSpc>
                        <a:spcBef>
                          <a:spcPts val="760"/>
                        </a:spcBef>
                      </a:pPr>
                      <a:r>
                        <a:rPr dirty="0" sz="2000" spc="-10" b="1">
                          <a:solidFill>
                            <a:srgbClr val="00AFEF"/>
                          </a:solidFill>
                          <a:latin typeface="宋体"/>
                          <a:cs typeface="宋体"/>
                        </a:rPr>
                        <a:t>ALUo←A</a:t>
                      </a:r>
                      <a:endParaRPr sz="2000">
                        <a:latin typeface="宋体"/>
                        <a:cs typeface="宋体"/>
                      </a:endParaRPr>
                    </a:p>
                  </a:txBody>
                  <a:tcPr marL="0" marR="0" marB="0" marT="96520"/>
                </a:tc>
                <a:tc>
                  <a:txBody>
                    <a:bodyPr/>
                    <a:lstStyle/>
                    <a:p>
                      <a:pPr marL="59690">
                        <a:lnSpc>
                          <a:spcPct val="100000"/>
                        </a:lnSpc>
                        <a:spcBef>
                          <a:spcPts val="760"/>
                        </a:spcBef>
                      </a:pPr>
                      <a:r>
                        <a:rPr dirty="0" sz="2000" b="1">
                          <a:solidFill>
                            <a:srgbClr val="00AFEF"/>
                          </a:solidFill>
                          <a:latin typeface="宋体"/>
                          <a:cs typeface="宋体"/>
                        </a:rPr>
                        <a:t>funct</a:t>
                      </a:r>
                      <a:r>
                        <a:rPr dirty="0" sz="2000" spc="-60" b="1">
                          <a:solidFill>
                            <a:srgbClr val="00AFEF"/>
                          </a:solidFill>
                          <a:latin typeface="宋体"/>
                          <a:cs typeface="宋体"/>
                        </a:rPr>
                        <a:t> </a:t>
                      </a:r>
                      <a:r>
                        <a:rPr dirty="0" sz="2000" spc="-50" b="1">
                          <a:solidFill>
                            <a:srgbClr val="00AFEF"/>
                          </a:solidFill>
                          <a:latin typeface="宋体"/>
                          <a:cs typeface="宋体"/>
                        </a:rPr>
                        <a:t>B</a:t>
                      </a:r>
                      <a:endParaRPr sz="2000">
                        <a:latin typeface="宋体"/>
                        <a:cs typeface="宋体"/>
                      </a:endParaRPr>
                    </a:p>
                  </a:txBody>
                  <a:tcPr marL="0" marR="0" marB="0" marT="96520"/>
                </a:tc>
              </a:tr>
              <a:tr h="518159">
                <a:tc>
                  <a:txBody>
                    <a:bodyPr/>
                    <a:lstStyle/>
                    <a:p>
                      <a:pPr marL="319405" indent="-287655">
                        <a:lnSpc>
                          <a:spcPct val="100000"/>
                        </a:lnSpc>
                        <a:spcBef>
                          <a:spcPts val="760"/>
                        </a:spcBef>
                        <a:buClr>
                          <a:srgbClr val="4668F5"/>
                        </a:buClr>
                        <a:buSzPct val="60000"/>
                        <a:buFont typeface="Wingdings"/>
                        <a:buChar char=""/>
                        <a:tabLst>
                          <a:tab pos="319405" algn="l"/>
                        </a:tabLst>
                      </a:pPr>
                      <a:r>
                        <a:rPr dirty="0" sz="2000" spc="-20" b="1">
                          <a:solidFill>
                            <a:srgbClr val="00AFEF"/>
                          </a:solidFill>
                          <a:latin typeface="黑体"/>
                          <a:cs typeface="黑体"/>
                        </a:rPr>
                        <a:t>寄存器－立即值</a:t>
                      </a:r>
                      <a:r>
                        <a:rPr dirty="0" sz="2000" spc="-10" b="1">
                          <a:solidFill>
                            <a:srgbClr val="00AFEF"/>
                          </a:solidFill>
                          <a:latin typeface="宋体"/>
                          <a:cs typeface="宋体"/>
                        </a:rPr>
                        <a:t>ALU</a:t>
                      </a:r>
                      <a:r>
                        <a:rPr dirty="0" sz="2000" spc="-35" b="1">
                          <a:solidFill>
                            <a:srgbClr val="00AFEF"/>
                          </a:solidFill>
                          <a:latin typeface="黑体"/>
                          <a:cs typeface="黑体"/>
                        </a:rPr>
                        <a:t>指令</a:t>
                      </a:r>
                      <a:endParaRPr sz="2000">
                        <a:latin typeface="黑体"/>
                        <a:cs typeface="黑体"/>
                      </a:endParaRPr>
                    </a:p>
                  </a:txBody>
                  <a:tcPr marL="0" marR="0" marB="0" marT="96520"/>
                </a:tc>
                <a:tc>
                  <a:txBody>
                    <a:bodyPr/>
                    <a:lstStyle/>
                    <a:p>
                      <a:pPr algn="r" marR="57785">
                        <a:lnSpc>
                          <a:spcPct val="100000"/>
                        </a:lnSpc>
                        <a:spcBef>
                          <a:spcPts val="760"/>
                        </a:spcBef>
                      </a:pPr>
                      <a:r>
                        <a:rPr dirty="0" sz="2000" spc="-10" b="1">
                          <a:solidFill>
                            <a:srgbClr val="00AFEF"/>
                          </a:solidFill>
                          <a:latin typeface="宋体"/>
                          <a:cs typeface="宋体"/>
                        </a:rPr>
                        <a:t>ALUo←A</a:t>
                      </a:r>
                      <a:endParaRPr sz="2000">
                        <a:latin typeface="宋体"/>
                        <a:cs typeface="宋体"/>
                      </a:endParaRPr>
                    </a:p>
                  </a:txBody>
                  <a:tcPr marL="0" marR="0" marB="0" marT="96520"/>
                </a:tc>
                <a:tc>
                  <a:txBody>
                    <a:bodyPr/>
                    <a:lstStyle/>
                    <a:p>
                      <a:pPr marL="59055">
                        <a:lnSpc>
                          <a:spcPct val="100000"/>
                        </a:lnSpc>
                        <a:spcBef>
                          <a:spcPts val="760"/>
                        </a:spcBef>
                      </a:pPr>
                      <a:r>
                        <a:rPr dirty="0" sz="2000" b="1">
                          <a:solidFill>
                            <a:srgbClr val="00AFEF"/>
                          </a:solidFill>
                          <a:latin typeface="宋体"/>
                          <a:cs typeface="宋体"/>
                        </a:rPr>
                        <a:t>op</a:t>
                      </a:r>
                      <a:r>
                        <a:rPr dirty="0" sz="2000" spc="-10" b="1">
                          <a:solidFill>
                            <a:srgbClr val="00AFEF"/>
                          </a:solidFill>
                          <a:latin typeface="宋体"/>
                          <a:cs typeface="宋体"/>
                        </a:rPr>
                        <a:t> </a:t>
                      </a:r>
                      <a:r>
                        <a:rPr dirty="0" sz="2000" spc="-25" b="1">
                          <a:solidFill>
                            <a:srgbClr val="00AFEF"/>
                          </a:solidFill>
                          <a:latin typeface="宋体"/>
                          <a:cs typeface="宋体"/>
                        </a:rPr>
                        <a:t>Imm</a:t>
                      </a:r>
                      <a:endParaRPr sz="2000">
                        <a:latin typeface="宋体"/>
                        <a:cs typeface="宋体"/>
                      </a:endParaRPr>
                    </a:p>
                  </a:txBody>
                  <a:tcPr marL="0" marR="0" marB="0" marT="96520"/>
                </a:tc>
              </a:tr>
              <a:tr h="386080">
                <a:tc>
                  <a:txBody>
                    <a:bodyPr/>
                    <a:lstStyle/>
                    <a:p>
                      <a:pPr marL="319405" indent="-287655">
                        <a:lnSpc>
                          <a:spcPts val="2180"/>
                        </a:lnSpc>
                        <a:spcBef>
                          <a:spcPts val="760"/>
                        </a:spcBef>
                        <a:buClr>
                          <a:srgbClr val="4668F5"/>
                        </a:buClr>
                        <a:buSzPct val="60000"/>
                        <a:buFont typeface="Wingdings"/>
                        <a:buChar char=""/>
                        <a:tabLst>
                          <a:tab pos="319405" algn="l"/>
                        </a:tabLst>
                      </a:pPr>
                      <a:r>
                        <a:rPr dirty="0" sz="2000" spc="-20" b="1">
                          <a:solidFill>
                            <a:srgbClr val="00AFEF"/>
                          </a:solidFill>
                          <a:latin typeface="黑体"/>
                          <a:cs typeface="黑体"/>
                        </a:rPr>
                        <a:t>分支指令</a:t>
                      </a:r>
                      <a:endParaRPr sz="2000">
                        <a:latin typeface="黑体"/>
                        <a:cs typeface="黑体"/>
                      </a:endParaRPr>
                    </a:p>
                  </a:txBody>
                  <a:tcPr marL="0" marR="0" marB="0" marT="9652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r>
            </a:tbl>
          </a:graphicData>
        </a:graphic>
      </p:graphicFrame>
      <p:sp>
        <p:nvSpPr>
          <p:cNvPr id="11" name="object 11" descr=""/>
          <p:cNvSpPr txBox="1"/>
          <p:nvPr/>
        </p:nvSpPr>
        <p:spPr>
          <a:xfrm>
            <a:off x="532587" y="4263009"/>
            <a:ext cx="11153775" cy="1664970"/>
          </a:xfrm>
          <a:prstGeom prst="rect">
            <a:avLst/>
          </a:prstGeom>
        </p:spPr>
        <p:txBody>
          <a:bodyPr wrap="square" lIns="0" tIns="12700" rIns="0" bIns="0" rtlCol="0" vert="horz">
            <a:spAutoFit/>
          </a:bodyPr>
          <a:lstStyle/>
          <a:p>
            <a:pPr marL="1042669">
              <a:lnSpc>
                <a:spcPct val="100000"/>
              </a:lnSpc>
              <a:spcBef>
                <a:spcPts val="100"/>
              </a:spcBef>
            </a:pPr>
            <a:r>
              <a:rPr dirty="0" sz="2000" spc="-10" b="1">
                <a:solidFill>
                  <a:srgbClr val="00AFEF"/>
                </a:solidFill>
                <a:latin typeface="宋体"/>
                <a:cs typeface="宋体"/>
              </a:rPr>
              <a:t>ALUo←NPC+</a:t>
            </a:r>
            <a:r>
              <a:rPr dirty="0" sz="2000" spc="-10" b="1">
                <a:solidFill>
                  <a:srgbClr val="00AFEF"/>
                </a:solidFill>
                <a:latin typeface="黑体"/>
                <a:cs typeface="黑体"/>
              </a:rPr>
              <a:t>（</a:t>
            </a:r>
            <a:r>
              <a:rPr dirty="0" sz="2000" spc="-10" b="1">
                <a:solidFill>
                  <a:srgbClr val="00AFEF"/>
                </a:solidFill>
                <a:latin typeface="宋体"/>
                <a:cs typeface="宋体"/>
              </a:rPr>
              <a:t>Imm&lt;&lt;2</a:t>
            </a:r>
            <a:r>
              <a:rPr dirty="0" sz="2000" spc="-10" b="1">
                <a:solidFill>
                  <a:srgbClr val="00AFEF"/>
                </a:solidFill>
                <a:latin typeface="黑体"/>
                <a:cs typeface="黑体"/>
              </a:rPr>
              <a:t>）；</a:t>
            </a:r>
            <a:endParaRPr sz="2000">
              <a:latin typeface="黑体"/>
              <a:cs typeface="黑体"/>
            </a:endParaRPr>
          </a:p>
          <a:p>
            <a:pPr marL="1042669">
              <a:lnSpc>
                <a:spcPct val="100000"/>
              </a:lnSpc>
              <a:spcBef>
                <a:spcPts val="1685"/>
              </a:spcBef>
            </a:pPr>
            <a:r>
              <a:rPr dirty="0" sz="2000" b="1">
                <a:solidFill>
                  <a:srgbClr val="00AFEF"/>
                </a:solidFill>
                <a:latin typeface="宋体"/>
                <a:cs typeface="宋体"/>
              </a:rPr>
              <a:t>cond←</a:t>
            </a:r>
            <a:r>
              <a:rPr dirty="0" sz="2000" b="1">
                <a:solidFill>
                  <a:srgbClr val="00AFEF"/>
                </a:solidFill>
                <a:latin typeface="黑体"/>
                <a:cs typeface="黑体"/>
              </a:rPr>
              <a:t>（</a:t>
            </a:r>
            <a:r>
              <a:rPr dirty="0" sz="2000" b="1">
                <a:solidFill>
                  <a:srgbClr val="00AFEF"/>
                </a:solidFill>
                <a:latin typeface="宋体"/>
                <a:cs typeface="宋体"/>
              </a:rPr>
              <a:t>A</a:t>
            </a:r>
            <a:r>
              <a:rPr dirty="0" sz="2000" spc="-30" b="1">
                <a:solidFill>
                  <a:srgbClr val="00AFEF"/>
                </a:solidFill>
                <a:latin typeface="宋体"/>
                <a:cs typeface="宋体"/>
              </a:rPr>
              <a:t> = = </a:t>
            </a:r>
            <a:r>
              <a:rPr dirty="0" sz="2000" b="1">
                <a:solidFill>
                  <a:srgbClr val="00AFEF"/>
                </a:solidFill>
                <a:latin typeface="宋体"/>
                <a:cs typeface="宋体"/>
              </a:rPr>
              <a:t>0</a:t>
            </a:r>
            <a:r>
              <a:rPr dirty="0" sz="2000" b="1">
                <a:solidFill>
                  <a:srgbClr val="00AFEF"/>
                </a:solidFill>
                <a:latin typeface="黑体"/>
                <a:cs typeface="黑体"/>
              </a:rPr>
              <a:t>）</a:t>
            </a:r>
            <a:r>
              <a:rPr dirty="0" sz="2000" spc="-20" b="1">
                <a:solidFill>
                  <a:srgbClr val="00AFEF"/>
                </a:solidFill>
                <a:latin typeface="宋体"/>
                <a:cs typeface="宋体"/>
              </a:rPr>
              <a:t># </a:t>
            </a:r>
            <a:r>
              <a:rPr dirty="0" sz="2000" spc="-20" b="1">
                <a:solidFill>
                  <a:srgbClr val="00AFEF"/>
                </a:solidFill>
                <a:latin typeface="黑体"/>
                <a:cs typeface="黑体"/>
              </a:rPr>
              <a:t>条件为真</a:t>
            </a:r>
            <a:endParaRPr sz="2000">
              <a:latin typeface="黑体"/>
              <a:cs typeface="黑体"/>
            </a:endParaRPr>
          </a:p>
          <a:p>
            <a:pPr marL="300355" marR="5080" indent="-288290">
              <a:lnSpc>
                <a:spcPct val="120000"/>
              </a:lnSpc>
              <a:spcBef>
                <a:spcPts val="660"/>
              </a:spcBef>
            </a:pPr>
            <a:r>
              <a:rPr dirty="0" sz="2000" spc="-20" b="1">
                <a:solidFill>
                  <a:srgbClr val="00AFEF"/>
                </a:solidFill>
                <a:latin typeface="黑体"/>
                <a:cs typeface="黑体"/>
              </a:rPr>
              <a:t>将有效地址计算周期和执行周期合并为一个时钟周期，这是因为</a:t>
            </a:r>
            <a:r>
              <a:rPr dirty="0" sz="2000" spc="-15" b="1">
                <a:solidFill>
                  <a:srgbClr val="9933FF"/>
                </a:solidFill>
                <a:latin typeface="宋体"/>
                <a:cs typeface="宋体"/>
              </a:rPr>
              <a:t>MIPS</a:t>
            </a:r>
            <a:r>
              <a:rPr dirty="0" sz="2000" spc="-10" b="1">
                <a:solidFill>
                  <a:srgbClr val="00AFEF"/>
                </a:solidFill>
                <a:latin typeface="黑体"/>
                <a:cs typeface="黑体"/>
              </a:rPr>
              <a:t>指令集采用</a:t>
            </a:r>
            <a:r>
              <a:rPr dirty="0" sz="2000" spc="-20" b="1">
                <a:solidFill>
                  <a:srgbClr val="9933FF"/>
                </a:solidFill>
                <a:latin typeface="宋体"/>
                <a:cs typeface="宋体"/>
              </a:rPr>
              <a:t>load</a:t>
            </a:r>
            <a:r>
              <a:rPr dirty="0" sz="2000" spc="-20" b="1">
                <a:solidFill>
                  <a:srgbClr val="9933FF"/>
                </a:solidFill>
                <a:latin typeface="黑体"/>
                <a:cs typeface="黑体"/>
              </a:rPr>
              <a:t>／</a:t>
            </a:r>
            <a:r>
              <a:rPr dirty="0" sz="2000" spc="-20" b="1">
                <a:solidFill>
                  <a:srgbClr val="9933FF"/>
                </a:solidFill>
                <a:latin typeface="宋体"/>
                <a:cs typeface="宋体"/>
              </a:rPr>
              <a:t>store</a:t>
            </a:r>
            <a:r>
              <a:rPr dirty="0" sz="2000" spc="-25" b="1">
                <a:solidFill>
                  <a:srgbClr val="00AFEF"/>
                </a:solidFill>
                <a:latin typeface="黑体"/>
                <a:cs typeface="黑体"/>
              </a:rPr>
              <a:t>结构，没有任何指令需要同时进行数据有效地址的计算、转移目标地址的计算和对数据进行运算。</a:t>
            </a:r>
            <a:endParaRPr sz="2000">
              <a:latin typeface="黑体"/>
              <a:cs typeface="黑体"/>
            </a:endParaRPr>
          </a:p>
        </p:txBody>
      </p:sp>
      <p:pic>
        <p:nvPicPr>
          <p:cNvPr id="12" name="object 12" descr=""/>
          <p:cNvPicPr/>
          <p:nvPr/>
        </p:nvPicPr>
        <p:blipFill>
          <a:blip r:embed="rId2" cstate="print"/>
          <a:stretch>
            <a:fillRect/>
          </a:stretch>
        </p:blipFill>
        <p:spPr>
          <a:xfrm>
            <a:off x="6743700" y="1268475"/>
            <a:ext cx="4924425" cy="3494024"/>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198/154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276250" y="739196"/>
            <a:ext cx="5814695" cy="4018279"/>
          </a:xfrm>
          <a:prstGeom prst="rect">
            <a:avLst/>
          </a:prstGeom>
        </p:spPr>
        <p:txBody>
          <a:bodyPr wrap="square" lIns="0" tIns="167640" rIns="0" bIns="0" rtlCol="0" vert="horz">
            <a:spAutoFit/>
          </a:bodyPr>
          <a:lstStyle/>
          <a:p>
            <a:pPr marL="12700">
              <a:lnSpc>
                <a:spcPct val="100000"/>
              </a:lnSpc>
              <a:spcBef>
                <a:spcPts val="1320"/>
              </a:spcBef>
            </a:pPr>
            <a:r>
              <a:rPr dirty="0" sz="2400" spc="-5">
                <a:solidFill>
                  <a:srgbClr val="40458B"/>
                </a:solidFill>
                <a:latin typeface="黑体"/>
                <a:cs typeface="黑体"/>
              </a:rPr>
              <a:t>存储器访问</a:t>
            </a:r>
            <a:r>
              <a:rPr dirty="0" sz="2400" spc="-10">
                <a:solidFill>
                  <a:srgbClr val="40458B"/>
                </a:solidFill>
                <a:latin typeface="Tahoma"/>
                <a:cs typeface="Tahoma"/>
              </a:rPr>
              <a:t>/</a:t>
            </a:r>
            <a:r>
              <a:rPr dirty="0" sz="2400">
                <a:solidFill>
                  <a:srgbClr val="40458B"/>
                </a:solidFill>
                <a:latin typeface="黑体"/>
                <a:cs typeface="黑体"/>
              </a:rPr>
              <a:t>分支完成周期</a:t>
            </a:r>
            <a:r>
              <a:rPr dirty="0" sz="2400" spc="-10">
                <a:solidFill>
                  <a:srgbClr val="D50092"/>
                </a:solidFill>
                <a:latin typeface="黑体"/>
                <a:cs typeface="黑体"/>
              </a:rPr>
              <a:t>（MEM）</a:t>
            </a:r>
            <a:endParaRPr sz="2400">
              <a:latin typeface="黑体"/>
              <a:cs typeface="黑体"/>
            </a:endParaRPr>
          </a:p>
          <a:p>
            <a:pPr marL="437515" indent="-287655">
              <a:lnSpc>
                <a:spcPct val="100000"/>
              </a:lnSpc>
              <a:spcBef>
                <a:spcPts val="1025"/>
              </a:spcBef>
              <a:buClr>
                <a:srgbClr val="4668F5"/>
              </a:buClr>
              <a:buSzPct val="60000"/>
              <a:buFont typeface="Wingdings"/>
              <a:buChar char=""/>
              <a:tabLst>
                <a:tab pos="437515" algn="l"/>
              </a:tabLst>
            </a:pPr>
            <a:r>
              <a:rPr dirty="0" sz="2000" spc="-20" b="1">
                <a:solidFill>
                  <a:srgbClr val="00AFEF"/>
                </a:solidFill>
                <a:latin typeface="黑体"/>
                <a:cs typeface="黑体"/>
              </a:rPr>
              <a:t>所有指令都要在该周期对</a:t>
            </a:r>
            <a:r>
              <a:rPr dirty="0" sz="2000" spc="-15" b="1">
                <a:solidFill>
                  <a:srgbClr val="9933FF"/>
                </a:solidFill>
                <a:latin typeface="宋体"/>
                <a:cs typeface="宋体"/>
              </a:rPr>
              <a:t>PC</a:t>
            </a:r>
            <a:r>
              <a:rPr dirty="0" sz="2000" spc="-25" b="1">
                <a:solidFill>
                  <a:srgbClr val="00AFEF"/>
                </a:solidFill>
                <a:latin typeface="黑体"/>
                <a:cs typeface="黑体"/>
              </a:rPr>
              <a:t>进行更新。</a:t>
            </a:r>
            <a:endParaRPr sz="2000">
              <a:latin typeface="黑体"/>
              <a:cs typeface="黑体"/>
            </a:endParaRPr>
          </a:p>
          <a:p>
            <a:pPr marL="437515" indent="-287655">
              <a:lnSpc>
                <a:spcPct val="100000"/>
              </a:lnSpc>
              <a:spcBef>
                <a:spcPts val="960"/>
              </a:spcBef>
              <a:buClr>
                <a:srgbClr val="4668F5"/>
              </a:buClr>
              <a:buSzPct val="60000"/>
              <a:buFont typeface="Wingdings"/>
              <a:buChar char=""/>
              <a:tabLst>
                <a:tab pos="437515" algn="l"/>
              </a:tabLst>
            </a:pPr>
            <a:r>
              <a:rPr dirty="0" sz="2000" spc="-20" b="1">
                <a:solidFill>
                  <a:srgbClr val="00AFEF"/>
                </a:solidFill>
                <a:latin typeface="黑体"/>
                <a:cs typeface="黑体"/>
              </a:rPr>
              <a:t>除了分支指令，其它指令都是做：</a:t>
            </a:r>
            <a:r>
              <a:rPr dirty="0" sz="2000" spc="-10" b="1">
                <a:solidFill>
                  <a:srgbClr val="00AFEF"/>
                </a:solidFill>
                <a:latin typeface="宋体"/>
                <a:cs typeface="宋体"/>
              </a:rPr>
              <a:t>PC←NPC</a:t>
            </a:r>
            <a:endParaRPr sz="2000">
              <a:latin typeface="宋体"/>
              <a:cs typeface="宋体"/>
            </a:endParaRPr>
          </a:p>
          <a:p>
            <a:pPr marL="437515" indent="-287655">
              <a:lnSpc>
                <a:spcPct val="100000"/>
              </a:lnSpc>
              <a:spcBef>
                <a:spcPts val="865"/>
              </a:spcBef>
              <a:buClr>
                <a:srgbClr val="4668F5"/>
              </a:buClr>
              <a:buSzPct val="60000"/>
              <a:buFont typeface="Wingdings"/>
              <a:buChar char=""/>
              <a:tabLst>
                <a:tab pos="437515" algn="l"/>
              </a:tabLst>
            </a:pPr>
            <a:r>
              <a:rPr dirty="0" sz="2000" spc="-15" b="1">
                <a:solidFill>
                  <a:srgbClr val="00AFEF"/>
                </a:solidFill>
                <a:latin typeface="黑体"/>
                <a:cs typeface="黑体"/>
              </a:rPr>
              <a:t>在该周期内处理的</a:t>
            </a:r>
            <a:r>
              <a:rPr dirty="0" sz="2000" spc="-20" b="1">
                <a:solidFill>
                  <a:srgbClr val="9933FF"/>
                </a:solidFill>
                <a:latin typeface="宋体"/>
                <a:cs typeface="宋体"/>
              </a:rPr>
              <a:t>MIPS</a:t>
            </a:r>
            <a:r>
              <a:rPr dirty="0" sz="2000" spc="-15" b="1">
                <a:solidFill>
                  <a:srgbClr val="00AFEF"/>
                </a:solidFill>
                <a:latin typeface="黑体"/>
                <a:cs typeface="黑体"/>
              </a:rPr>
              <a:t>指令仅仅有</a:t>
            </a:r>
            <a:r>
              <a:rPr dirty="0" sz="2000" spc="-20" b="1">
                <a:solidFill>
                  <a:srgbClr val="9933FF"/>
                </a:solidFill>
                <a:latin typeface="宋体"/>
                <a:cs typeface="宋体"/>
              </a:rPr>
              <a:t>load</a:t>
            </a:r>
            <a:r>
              <a:rPr dirty="0" sz="2000" spc="-50" b="1">
                <a:solidFill>
                  <a:srgbClr val="9933FF"/>
                </a:solidFill>
                <a:latin typeface="黑体"/>
                <a:cs typeface="黑体"/>
              </a:rPr>
              <a:t>、</a:t>
            </a:r>
            <a:endParaRPr sz="2000">
              <a:latin typeface="黑体"/>
              <a:cs typeface="黑体"/>
            </a:endParaRPr>
          </a:p>
          <a:p>
            <a:pPr marL="535305">
              <a:lnSpc>
                <a:spcPct val="100000"/>
              </a:lnSpc>
              <a:spcBef>
                <a:spcPts val="480"/>
              </a:spcBef>
            </a:pPr>
            <a:r>
              <a:rPr dirty="0" sz="2000" spc="-10" b="1">
                <a:solidFill>
                  <a:srgbClr val="9933FF"/>
                </a:solidFill>
                <a:latin typeface="宋体"/>
                <a:cs typeface="宋体"/>
              </a:rPr>
              <a:t>store</a:t>
            </a:r>
            <a:r>
              <a:rPr dirty="0" sz="2000" spc="-20" b="1">
                <a:solidFill>
                  <a:srgbClr val="9933FF"/>
                </a:solidFill>
                <a:latin typeface="黑体"/>
                <a:cs typeface="黑体"/>
              </a:rPr>
              <a:t>和分支</a:t>
            </a:r>
            <a:r>
              <a:rPr dirty="0" sz="2000" spc="-25" b="1">
                <a:solidFill>
                  <a:srgbClr val="00AFEF"/>
                </a:solidFill>
                <a:latin typeface="黑体"/>
                <a:cs typeface="黑体"/>
              </a:rPr>
              <a:t>三种指令。</a:t>
            </a:r>
            <a:endParaRPr sz="2000">
              <a:latin typeface="黑体"/>
              <a:cs typeface="黑体"/>
            </a:endParaRPr>
          </a:p>
          <a:p>
            <a:pPr marL="437515" indent="-287655">
              <a:lnSpc>
                <a:spcPct val="100000"/>
              </a:lnSpc>
              <a:spcBef>
                <a:spcPts val="480"/>
              </a:spcBef>
              <a:buClr>
                <a:srgbClr val="4668F5"/>
              </a:buClr>
              <a:buSzPct val="60000"/>
              <a:buFont typeface="Wingdings"/>
              <a:buChar char=""/>
              <a:tabLst>
                <a:tab pos="437515" algn="l"/>
              </a:tabLst>
            </a:pPr>
            <a:r>
              <a:rPr dirty="0" sz="2000" spc="-10" b="1">
                <a:solidFill>
                  <a:srgbClr val="00AFEF"/>
                </a:solidFill>
                <a:latin typeface="宋体"/>
                <a:cs typeface="宋体"/>
              </a:rPr>
              <a:t>load</a:t>
            </a:r>
            <a:r>
              <a:rPr dirty="0" sz="2000" spc="-10" b="1">
                <a:solidFill>
                  <a:srgbClr val="00AFEF"/>
                </a:solidFill>
                <a:latin typeface="黑体"/>
                <a:cs typeface="黑体"/>
              </a:rPr>
              <a:t>指令和</a:t>
            </a:r>
            <a:r>
              <a:rPr dirty="0" sz="2000" spc="-20" b="1">
                <a:solidFill>
                  <a:srgbClr val="00AFEF"/>
                </a:solidFill>
                <a:latin typeface="宋体"/>
                <a:cs typeface="宋体"/>
              </a:rPr>
              <a:t>store</a:t>
            </a:r>
            <a:r>
              <a:rPr dirty="0" sz="2000" spc="-30" b="1">
                <a:solidFill>
                  <a:srgbClr val="00AFEF"/>
                </a:solidFill>
                <a:latin typeface="黑体"/>
                <a:cs typeface="黑体"/>
              </a:rPr>
              <a:t>指令</a:t>
            </a:r>
            <a:endParaRPr sz="2000">
              <a:latin typeface="黑体"/>
              <a:cs typeface="黑体"/>
            </a:endParaRPr>
          </a:p>
          <a:p>
            <a:pPr marL="1179830">
              <a:lnSpc>
                <a:spcPct val="100000"/>
              </a:lnSpc>
              <a:spcBef>
                <a:spcPts val="480"/>
              </a:spcBef>
              <a:tabLst>
                <a:tab pos="3492500" algn="l"/>
              </a:tabLst>
            </a:pPr>
            <a:r>
              <a:rPr dirty="0" sz="2000" spc="-10" b="1">
                <a:solidFill>
                  <a:srgbClr val="00AFEF"/>
                </a:solidFill>
                <a:latin typeface="宋体"/>
                <a:cs typeface="宋体"/>
              </a:rPr>
              <a:t>LMD←Mem[ALUo]</a:t>
            </a:r>
            <a:r>
              <a:rPr dirty="0" sz="2000" b="1">
                <a:solidFill>
                  <a:srgbClr val="00AFEF"/>
                </a:solidFill>
                <a:latin typeface="宋体"/>
                <a:cs typeface="宋体"/>
              </a:rPr>
              <a:t>	</a:t>
            </a:r>
            <a:r>
              <a:rPr dirty="0" sz="2000" spc="-15" b="1">
                <a:solidFill>
                  <a:srgbClr val="00AFEF"/>
                </a:solidFill>
                <a:latin typeface="黑体"/>
                <a:cs typeface="黑体"/>
              </a:rPr>
              <a:t>或者 </a:t>
            </a:r>
            <a:r>
              <a:rPr dirty="0" sz="2000" spc="-10" b="1">
                <a:solidFill>
                  <a:srgbClr val="00AFEF"/>
                </a:solidFill>
                <a:latin typeface="宋体"/>
                <a:cs typeface="宋体"/>
              </a:rPr>
              <a:t>Mem[ALUo]←B</a:t>
            </a:r>
            <a:endParaRPr sz="2000">
              <a:latin typeface="宋体"/>
              <a:cs typeface="宋体"/>
            </a:endParaRPr>
          </a:p>
          <a:p>
            <a:pPr marL="437515" indent="-287655">
              <a:lnSpc>
                <a:spcPct val="100000"/>
              </a:lnSpc>
              <a:spcBef>
                <a:spcPts val="484"/>
              </a:spcBef>
              <a:buClr>
                <a:srgbClr val="4668F5"/>
              </a:buClr>
              <a:buSzPct val="60000"/>
              <a:buFont typeface="Wingdings"/>
              <a:buChar char=""/>
              <a:tabLst>
                <a:tab pos="437515" algn="l"/>
              </a:tabLst>
            </a:pPr>
            <a:r>
              <a:rPr dirty="0" sz="2000" spc="-20" b="1">
                <a:solidFill>
                  <a:srgbClr val="00AFEF"/>
                </a:solidFill>
                <a:latin typeface="黑体"/>
                <a:cs typeface="黑体"/>
              </a:rPr>
              <a:t>分支指令</a:t>
            </a:r>
            <a:endParaRPr sz="2000">
              <a:latin typeface="黑体"/>
              <a:cs typeface="黑体"/>
            </a:endParaRPr>
          </a:p>
          <a:p>
            <a:pPr marL="922655">
              <a:lnSpc>
                <a:spcPct val="100000"/>
              </a:lnSpc>
              <a:spcBef>
                <a:spcPts val="480"/>
              </a:spcBef>
            </a:pPr>
            <a:r>
              <a:rPr dirty="0" sz="2000" b="1">
                <a:solidFill>
                  <a:srgbClr val="00AFEF"/>
                </a:solidFill>
                <a:latin typeface="宋体"/>
                <a:cs typeface="宋体"/>
              </a:rPr>
              <a:t>if</a:t>
            </a:r>
            <a:r>
              <a:rPr dirty="0" sz="2000" spc="-60" b="1">
                <a:solidFill>
                  <a:srgbClr val="00AFEF"/>
                </a:solidFill>
                <a:latin typeface="宋体"/>
                <a:cs typeface="宋体"/>
              </a:rPr>
              <a:t> </a:t>
            </a:r>
            <a:r>
              <a:rPr dirty="0" sz="2000" b="1">
                <a:solidFill>
                  <a:srgbClr val="00AFEF"/>
                </a:solidFill>
                <a:latin typeface="黑体"/>
                <a:cs typeface="黑体"/>
              </a:rPr>
              <a:t>（</a:t>
            </a:r>
            <a:r>
              <a:rPr dirty="0" sz="2000" b="1">
                <a:solidFill>
                  <a:srgbClr val="00AFEF"/>
                </a:solidFill>
                <a:latin typeface="宋体"/>
                <a:cs typeface="宋体"/>
              </a:rPr>
              <a:t>cond</a:t>
            </a:r>
            <a:r>
              <a:rPr dirty="0" sz="2000" b="1">
                <a:solidFill>
                  <a:srgbClr val="00AFEF"/>
                </a:solidFill>
                <a:latin typeface="黑体"/>
                <a:cs typeface="黑体"/>
              </a:rPr>
              <a:t>）</a:t>
            </a:r>
            <a:r>
              <a:rPr dirty="0" sz="2000" spc="-50" b="1">
                <a:solidFill>
                  <a:srgbClr val="00AFEF"/>
                </a:solidFill>
                <a:latin typeface="黑体"/>
                <a:cs typeface="黑体"/>
              </a:rPr>
              <a:t> </a:t>
            </a:r>
            <a:r>
              <a:rPr dirty="0" sz="2000" b="1">
                <a:solidFill>
                  <a:srgbClr val="00AFEF"/>
                </a:solidFill>
                <a:latin typeface="宋体"/>
                <a:cs typeface="宋体"/>
              </a:rPr>
              <a:t>PC</a:t>
            </a:r>
            <a:r>
              <a:rPr dirty="0" sz="2000" spc="-30" b="1">
                <a:solidFill>
                  <a:srgbClr val="00AFEF"/>
                </a:solidFill>
                <a:latin typeface="宋体"/>
                <a:cs typeface="宋体"/>
              </a:rPr>
              <a:t> </a:t>
            </a:r>
            <a:r>
              <a:rPr dirty="0" sz="2000" b="1">
                <a:solidFill>
                  <a:srgbClr val="00AFEF"/>
                </a:solidFill>
                <a:latin typeface="宋体"/>
                <a:cs typeface="宋体"/>
              </a:rPr>
              <a:t>←ALUo←</a:t>
            </a:r>
            <a:r>
              <a:rPr dirty="0" sz="2000" spc="-65" b="1">
                <a:solidFill>
                  <a:srgbClr val="00AFEF"/>
                </a:solidFill>
                <a:latin typeface="宋体"/>
                <a:cs typeface="宋体"/>
              </a:rPr>
              <a:t> </a:t>
            </a:r>
            <a:r>
              <a:rPr dirty="0" sz="2000" spc="-10" b="1">
                <a:solidFill>
                  <a:srgbClr val="00AFEF"/>
                </a:solidFill>
                <a:latin typeface="宋体"/>
                <a:cs typeface="宋体"/>
              </a:rPr>
              <a:t>NPC+</a:t>
            </a:r>
            <a:r>
              <a:rPr dirty="0" sz="2000" spc="-10" b="1">
                <a:solidFill>
                  <a:srgbClr val="00AFEF"/>
                </a:solidFill>
                <a:latin typeface="黑体"/>
                <a:cs typeface="黑体"/>
              </a:rPr>
              <a:t>（</a:t>
            </a:r>
            <a:r>
              <a:rPr dirty="0" sz="2000" spc="-10" b="1">
                <a:solidFill>
                  <a:srgbClr val="00AFEF"/>
                </a:solidFill>
                <a:latin typeface="宋体"/>
                <a:cs typeface="宋体"/>
              </a:rPr>
              <a:t>Imm&lt;&lt;2</a:t>
            </a:r>
            <a:r>
              <a:rPr dirty="0" sz="2000" spc="-10" b="1">
                <a:solidFill>
                  <a:srgbClr val="00AFEF"/>
                </a:solidFill>
                <a:latin typeface="黑体"/>
                <a:cs typeface="黑体"/>
              </a:rPr>
              <a:t>）</a:t>
            </a:r>
            <a:endParaRPr sz="2000">
              <a:latin typeface="黑体"/>
              <a:cs typeface="黑体"/>
            </a:endParaRPr>
          </a:p>
          <a:p>
            <a:pPr marL="922655">
              <a:lnSpc>
                <a:spcPct val="100000"/>
              </a:lnSpc>
              <a:spcBef>
                <a:spcPts val="480"/>
              </a:spcBef>
              <a:tabLst>
                <a:tab pos="1691639" algn="l"/>
              </a:tabLst>
            </a:pPr>
            <a:r>
              <a:rPr dirty="0" sz="2000" spc="-20" b="1">
                <a:solidFill>
                  <a:srgbClr val="00AFEF"/>
                </a:solidFill>
                <a:latin typeface="宋体"/>
                <a:cs typeface="宋体"/>
              </a:rPr>
              <a:t>else</a:t>
            </a:r>
            <a:r>
              <a:rPr dirty="0" sz="2000" b="1">
                <a:solidFill>
                  <a:srgbClr val="00AFEF"/>
                </a:solidFill>
                <a:latin typeface="宋体"/>
                <a:cs typeface="宋体"/>
              </a:rPr>
              <a:t>	</a:t>
            </a:r>
            <a:r>
              <a:rPr dirty="0" sz="2000" spc="-10" b="1">
                <a:solidFill>
                  <a:srgbClr val="00AFEF"/>
                </a:solidFill>
                <a:latin typeface="宋体"/>
                <a:cs typeface="宋体"/>
              </a:rPr>
              <a:t>PC←NPC</a:t>
            </a:r>
            <a:endParaRPr sz="2000">
              <a:latin typeface="宋体"/>
              <a:cs typeface="宋体"/>
            </a:endParaRPr>
          </a:p>
        </p:txBody>
      </p:sp>
      <p:pic>
        <p:nvPicPr>
          <p:cNvPr id="10" name="object 10" descr=""/>
          <p:cNvPicPr/>
          <p:nvPr/>
        </p:nvPicPr>
        <p:blipFill>
          <a:blip r:embed="rId2" cstate="print"/>
          <a:stretch>
            <a:fillRect/>
          </a:stretch>
        </p:blipFill>
        <p:spPr>
          <a:xfrm>
            <a:off x="6167501" y="1125537"/>
            <a:ext cx="5645023" cy="511175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199/154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pic>
        <p:nvPicPr>
          <p:cNvPr id="9" name="object 9" descr=""/>
          <p:cNvPicPr/>
          <p:nvPr/>
        </p:nvPicPr>
        <p:blipFill>
          <a:blip r:embed="rId2" cstate="print"/>
          <a:stretch>
            <a:fillRect/>
          </a:stretch>
        </p:blipFill>
        <p:spPr>
          <a:xfrm>
            <a:off x="914755" y="1178178"/>
            <a:ext cx="238125" cy="250825"/>
          </a:xfrm>
          <a:prstGeom prst="rect">
            <a:avLst/>
          </a:prstGeom>
        </p:spPr>
      </p:pic>
      <p:pic>
        <p:nvPicPr>
          <p:cNvPr id="10" name="object 10" descr=""/>
          <p:cNvPicPr/>
          <p:nvPr/>
        </p:nvPicPr>
        <p:blipFill>
          <a:blip r:embed="rId3" cstate="print"/>
          <a:stretch>
            <a:fillRect/>
          </a:stretch>
        </p:blipFill>
        <p:spPr>
          <a:xfrm>
            <a:off x="2528532" y="1757298"/>
            <a:ext cx="200025" cy="209550"/>
          </a:xfrm>
          <a:prstGeom prst="rect">
            <a:avLst/>
          </a:prstGeom>
        </p:spPr>
      </p:pic>
      <p:sp>
        <p:nvSpPr>
          <p:cNvPr id="11" name="object 11" descr=""/>
          <p:cNvSpPr txBox="1"/>
          <p:nvPr/>
        </p:nvSpPr>
        <p:spPr>
          <a:xfrm>
            <a:off x="108000" y="1092453"/>
            <a:ext cx="5727700" cy="4032250"/>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 pos="1079500" algn="l"/>
              </a:tabLst>
            </a:pPr>
            <a:r>
              <a:rPr dirty="0" sz="2400" spc="-50">
                <a:solidFill>
                  <a:srgbClr val="40458B"/>
                </a:solidFill>
                <a:latin typeface="黑体"/>
                <a:cs typeface="黑体"/>
              </a:rPr>
              <a:t>写</a:t>
            </a:r>
            <a:r>
              <a:rPr dirty="0" sz="2400">
                <a:solidFill>
                  <a:srgbClr val="40458B"/>
                </a:solidFill>
                <a:latin typeface="黑体"/>
                <a:cs typeface="黑体"/>
              </a:rPr>
              <a:t>	周期</a:t>
            </a:r>
            <a:r>
              <a:rPr dirty="0" sz="2400" spc="-20">
                <a:solidFill>
                  <a:srgbClr val="D50092"/>
                </a:solidFill>
                <a:latin typeface="黑体"/>
                <a:cs typeface="黑体"/>
              </a:rPr>
              <a:t>（WB）</a:t>
            </a:r>
            <a:endParaRPr sz="2400">
              <a:latin typeface="黑体"/>
              <a:cs typeface="黑体"/>
            </a:endParaRPr>
          </a:p>
          <a:p>
            <a:pPr marL="607060">
              <a:lnSpc>
                <a:spcPct val="100000"/>
              </a:lnSpc>
              <a:spcBef>
                <a:spcPts val="1780"/>
              </a:spcBef>
            </a:pPr>
            <a:r>
              <a:rPr dirty="0" sz="2000" spc="-20" b="1">
                <a:solidFill>
                  <a:srgbClr val="00AFEF"/>
                </a:solidFill>
                <a:latin typeface="黑体"/>
                <a:cs typeface="黑体"/>
              </a:rPr>
              <a:t>不同的指令在写</a:t>
            </a:r>
            <a:r>
              <a:rPr dirty="0" sz="2000" spc="-10" b="1">
                <a:solidFill>
                  <a:srgbClr val="00AFEF"/>
                </a:solidFill>
                <a:latin typeface="黑体"/>
                <a:cs typeface="黑体"/>
              </a:rPr>
              <a:t></a:t>
            </a:r>
            <a:r>
              <a:rPr dirty="0" sz="2000" spc="-25" b="1">
                <a:solidFill>
                  <a:srgbClr val="00AFEF"/>
                </a:solidFill>
                <a:latin typeface="黑体"/>
                <a:cs typeface="黑体"/>
              </a:rPr>
              <a:t>周期完成的工作也不一样。</a:t>
            </a:r>
            <a:endParaRPr sz="2000">
              <a:latin typeface="黑体"/>
              <a:cs typeface="黑体"/>
            </a:endParaRPr>
          </a:p>
          <a:p>
            <a:pPr lvl="1" marL="894715" indent="-287655">
              <a:lnSpc>
                <a:spcPct val="100000"/>
              </a:lnSpc>
              <a:spcBef>
                <a:spcPts val="1680"/>
              </a:spcBef>
              <a:buClr>
                <a:srgbClr val="4668F5"/>
              </a:buClr>
              <a:buSzPct val="60000"/>
              <a:buFont typeface="Wingdings"/>
              <a:buChar char=""/>
              <a:tabLst>
                <a:tab pos="894715" algn="l"/>
              </a:tabLst>
            </a:pPr>
            <a:r>
              <a:rPr dirty="0" sz="2000" spc="-15" b="1">
                <a:solidFill>
                  <a:srgbClr val="00AFEF"/>
                </a:solidFill>
                <a:latin typeface="黑体"/>
                <a:cs typeface="黑体"/>
              </a:rPr>
              <a:t>寄存器－寄存器</a:t>
            </a:r>
            <a:r>
              <a:rPr dirty="0" sz="2000" spc="-10" b="1">
                <a:solidFill>
                  <a:srgbClr val="00AFEF"/>
                </a:solidFill>
                <a:latin typeface="宋体"/>
                <a:cs typeface="宋体"/>
              </a:rPr>
              <a:t>ALU</a:t>
            </a:r>
            <a:r>
              <a:rPr dirty="0" sz="2000" spc="-30" b="1">
                <a:solidFill>
                  <a:srgbClr val="00AFEF"/>
                </a:solidFill>
                <a:latin typeface="黑体"/>
                <a:cs typeface="黑体"/>
              </a:rPr>
              <a:t>指令</a:t>
            </a:r>
            <a:endParaRPr sz="2000">
              <a:latin typeface="黑体"/>
              <a:cs typeface="黑体"/>
            </a:endParaRPr>
          </a:p>
          <a:p>
            <a:pPr marL="1637030">
              <a:lnSpc>
                <a:spcPct val="100000"/>
              </a:lnSpc>
              <a:spcBef>
                <a:spcPts val="1680"/>
              </a:spcBef>
            </a:pPr>
            <a:r>
              <a:rPr dirty="0" sz="2000" b="1">
                <a:solidFill>
                  <a:srgbClr val="00AFEF"/>
                </a:solidFill>
                <a:latin typeface="宋体"/>
                <a:cs typeface="宋体"/>
              </a:rPr>
              <a:t>Regs[rd]←</a:t>
            </a:r>
            <a:r>
              <a:rPr dirty="0" sz="2000" spc="-114" b="1">
                <a:solidFill>
                  <a:srgbClr val="00AFEF"/>
                </a:solidFill>
                <a:latin typeface="宋体"/>
                <a:cs typeface="宋体"/>
              </a:rPr>
              <a:t> </a:t>
            </a:r>
            <a:r>
              <a:rPr dirty="0" sz="2000" spc="-20" b="1">
                <a:solidFill>
                  <a:srgbClr val="00AFEF"/>
                </a:solidFill>
                <a:latin typeface="宋体"/>
                <a:cs typeface="宋体"/>
              </a:rPr>
              <a:t>ALUo</a:t>
            </a:r>
            <a:endParaRPr sz="2000">
              <a:latin typeface="宋体"/>
              <a:cs typeface="宋体"/>
            </a:endParaRPr>
          </a:p>
          <a:p>
            <a:pPr lvl="1" marL="894715" indent="-287655">
              <a:lnSpc>
                <a:spcPct val="100000"/>
              </a:lnSpc>
              <a:spcBef>
                <a:spcPts val="1685"/>
              </a:spcBef>
              <a:buClr>
                <a:srgbClr val="4668F5"/>
              </a:buClr>
              <a:buSzPct val="60000"/>
              <a:buFont typeface="Wingdings"/>
              <a:buChar char=""/>
              <a:tabLst>
                <a:tab pos="894715" algn="l"/>
              </a:tabLst>
            </a:pPr>
            <a:r>
              <a:rPr dirty="0" sz="2000" spc="-15" b="1">
                <a:solidFill>
                  <a:srgbClr val="00AFEF"/>
                </a:solidFill>
                <a:latin typeface="黑体"/>
                <a:cs typeface="黑体"/>
              </a:rPr>
              <a:t>寄存器－立即数</a:t>
            </a:r>
            <a:r>
              <a:rPr dirty="0" sz="2000" spc="-10" b="1">
                <a:solidFill>
                  <a:srgbClr val="00AFEF"/>
                </a:solidFill>
                <a:latin typeface="宋体"/>
                <a:cs typeface="宋体"/>
              </a:rPr>
              <a:t>ALU</a:t>
            </a:r>
            <a:r>
              <a:rPr dirty="0" sz="2000" spc="-30" b="1">
                <a:solidFill>
                  <a:srgbClr val="00AFEF"/>
                </a:solidFill>
                <a:latin typeface="黑体"/>
                <a:cs typeface="黑体"/>
              </a:rPr>
              <a:t>指令</a:t>
            </a:r>
            <a:endParaRPr sz="2000">
              <a:latin typeface="黑体"/>
              <a:cs typeface="黑体"/>
            </a:endParaRPr>
          </a:p>
          <a:p>
            <a:pPr marL="1637030">
              <a:lnSpc>
                <a:spcPct val="100000"/>
              </a:lnSpc>
              <a:spcBef>
                <a:spcPts val="1680"/>
              </a:spcBef>
            </a:pPr>
            <a:r>
              <a:rPr dirty="0" sz="2000" b="1">
                <a:solidFill>
                  <a:srgbClr val="00AFEF"/>
                </a:solidFill>
                <a:latin typeface="宋体"/>
                <a:cs typeface="宋体"/>
              </a:rPr>
              <a:t>Regs[rt]←</a:t>
            </a:r>
            <a:r>
              <a:rPr dirty="0" sz="2000" spc="-114" b="1">
                <a:solidFill>
                  <a:srgbClr val="00AFEF"/>
                </a:solidFill>
                <a:latin typeface="宋体"/>
                <a:cs typeface="宋体"/>
              </a:rPr>
              <a:t> </a:t>
            </a:r>
            <a:r>
              <a:rPr dirty="0" sz="2000" spc="-20" b="1">
                <a:solidFill>
                  <a:srgbClr val="00AFEF"/>
                </a:solidFill>
                <a:latin typeface="宋体"/>
                <a:cs typeface="宋体"/>
              </a:rPr>
              <a:t>ALUo</a:t>
            </a:r>
            <a:endParaRPr sz="2000">
              <a:latin typeface="宋体"/>
              <a:cs typeface="宋体"/>
            </a:endParaRPr>
          </a:p>
          <a:p>
            <a:pPr lvl="1" marL="894715" indent="-287655">
              <a:lnSpc>
                <a:spcPct val="100000"/>
              </a:lnSpc>
              <a:spcBef>
                <a:spcPts val="1680"/>
              </a:spcBef>
              <a:buClr>
                <a:srgbClr val="4668F5"/>
              </a:buClr>
              <a:buSzPct val="60000"/>
              <a:buFont typeface="Wingdings"/>
              <a:buChar char=""/>
              <a:tabLst>
                <a:tab pos="894715" algn="l"/>
              </a:tabLst>
            </a:pPr>
            <a:r>
              <a:rPr dirty="0" sz="2000" b="1">
                <a:solidFill>
                  <a:srgbClr val="00AFEF"/>
                </a:solidFill>
                <a:latin typeface="宋体"/>
                <a:cs typeface="宋体"/>
              </a:rPr>
              <a:t>load</a:t>
            </a:r>
            <a:r>
              <a:rPr dirty="0" sz="2000" spc="-35" b="1">
                <a:solidFill>
                  <a:srgbClr val="00AFEF"/>
                </a:solidFill>
                <a:latin typeface="黑体"/>
                <a:cs typeface="黑体"/>
              </a:rPr>
              <a:t>指令</a:t>
            </a:r>
            <a:endParaRPr sz="2000">
              <a:latin typeface="黑体"/>
              <a:cs typeface="黑体"/>
            </a:endParaRPr>
          </a:p>
          <a:p>
            <a:pPr marL="1637030">
              <a:lnSpc>
                <a:spcPct val="100000"/>
              </a:lnSpc>
              <a:spcBef>
                <a:spcPts val="1680"/>
              </a:spcBef>
            </a:pPr>
            <a:r>
              <a:rPr dirty="0" sz="2000" b="1">
                <a:solidFill>
                  <a:srgbClr val="00AFEF"/>
                </a:solidFill>
                <a:latin typeface="宋体"/>
                <a:cs typeface="宋体"/>
              </a:rPr>
              <a:t>Regs[rt]←</a:t>
            </a:r>
            <a:r>
              <a:rPr dirty="0" sz="2000" spc="-105" b="1">
                <a:solidFill>
                  <a:srgbClr val="00AFEF"/>
                </a:solidFill>
                <a:latin typeface="宋体"/>
                <a:cs typeface="宋体"/>
              </a:rPr>
              <a:t> </a:t>
            </a:r>
            <a:r>
              <a:rPr dirty="0" sz="2000" spc="-25" b="1">
                <a:solidFill>
                  <a:srgbClr val="00AFEF"/>
                </a:solidFill>
                <a:latin typeface="宋体"/>
                <a:cs typeface="宋体"/>
              </a:rPr>
              <a:t>LMD</a:t>
            </a:r>
            <a:endParaRPr sz="2000">
              <a:latin typeface="宋体"/>
              <a:cs typeface="宋体"/>
            </a:endParaRPr>
          </a:p>
        </p:txBody>
      </p:sp>
      <p:pic>
        <p:nvPicPr>
          <p:cNvPr id="12" name="object 12" descr=""/>
          <p:cNvPicPr/>
          <p:nvPr/>
        </p:nvPicPr>
        <p:blipFill>
          <a:blip r:embed="rId4" cstate="print"/>
          <a:stretch>
            <a:fillRect/>
          </a:stretch>
        </p:blipFill>
        <p:spPr>
          <a:xfrm>
            <a:off x="5808726" y="1125600"/>
            <a:ext cx="5975223" cy="5198999"/>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200/154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0" name="object 10" descr=""/>
          <p:cNvSpPr txBox="1"/>
          <p:nvPr/>
        </p:nvSpPr>
        <p:spPr>
          <a:xfrm>
            <a:off x="413715" y="658066"/>
            <a:ext cx="11341735" cy="1784350"/>
          </a:xfrm>
          <a:prstGeom prst="rect">
            <a:avLst/>
          </a:prstGeom>
        </p:spPr>
        <p:txBody>
          <a:bodyPr wrap="square" lIns="0" tIns="241300" rIns="0" bIns="0" rtlCol="0" vert="horz">
            <a:spAutoFit/>
          </a:bodyPr>
          <a:lstStyle/>
          <a:p>
            <a:pPr marL="12700">
              <a:lnSpc>
                <a:spcPct val="100000"/>
              </a:lnSpc>
              <a:spcBef>
                <a:spcPts val="1900"/>
              </a:spcBef>
            </a:pPr>
            <a:r>
              <a:rPr dirty="0" sz="2700" spc="-10">
                <a:solidFill>
                  <a:srgbClr val="E14B04"/>
                </a:solidFill>
                <a:latin typeface="Tahoma"/>
                <a:cs typeface="Tahoma"/>
              </a:rPr>
              <a:t>MIPS</a:t>
            </a:r>
            <a:r>
              <a:rPr dirty="0" sz="2700" spc="-10">
                <a:solidFill>
                  <a:srgbClr val="E14B04"/>
                </a:solidFill>
                <a:latin typeface="黑体"/>
                <a:cs typeface="黑体"/>
              </a:rPr>
              <a:t>的流水实现</a:t>
            </a:r>
            <a:endParaRPr sz="2700">
              <a:latin typeface="黑体"/>
              <a:cs typeface="黑体"/>
            </a:endParaRPr>
          </a:p>
          <a:p>
            <a:pPr marL="956310" marR="5080" indent="-457200">
              <a:lnSpc>
                <a:spcPct val="150100"/>
              </a:lnSpc>
              <a:spcBef>
                <a:spcPts val="160"/>
              </a:spcBef>
              <a:buClr>
                <a:srgbClr val="40458B"/>
              </a:buClr>
              <a:buSzPct val="89583"/>
              <a:buFont typeface="Wingdings"/>
              <a:buChar char=""/>
              <a:tabLst>
                <a:tab pos="956310" algn="l"/>
              </a:tabLst>
            </a:pPr>
            <a:r>
              <a:rPr dirty="0" sz="2400">
                <a:solidFill>
                  <a:srgbClr val="C00000"/>
                </a:solidFill>
                <a:latin typeface="黑体"/>
                <a:cs typeface="黑体"/>
              </a:rPr>
              <a:t>基本原则：</a:t>
            </a:r>
            <a:r>
              <a:rPr dirty="0" sz="2400" spc="-5">
                <a:solidFill>
                  <a:srgbClr val="40458B"/>
                </a:solidFill>
                <a:latin typeface="黑体"/>
                <a:cs typeface="黑体"/>
              </a:rPr>
              <a:t>每一个时钟周期完成的工作看作是流水线的一段，每个时钟周期启</a:t>
            </a:r>
            <a:r>
              <a:rPr dirty="0" sz="2400" spc="-10">
                <a:solidFill>
                  <a:srgbClr val="40458B"/>
                </a:solidFill>
                <a:latin typeface="黑体"/>
                <a:cs typeface="黑体"/>
              </a:rPr>
              <a:t>动一条新的指令。</a:t>
            </a:r>
            <a:endParaRPr sz="2400">
              <a:latin typeface="黑体"/>
              <a:cs typeface="黑体"/>
            </a:endParaRPr>
          </a:p>
        </p:txBody>
      </p:sp>
      <p:sp>
        <p:nvSpPr>
          <p:cNvPr id="11" name="object 11" descr=""/>
          <p:cNvSpPr txBox="1"/>
          <p:nvPr/>
        </p:nvSpPr>
        <p:spPr>
          <a:xfrm>
            <a:off x="8120633" y="229615"/>
            <a:ext cx="36607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3.5.2 基本的</a:t>
            </a:r>
            <a:r>
              <a:rPr dirty="0" sz="2600" spc="-10">
                <a:solidFill>
                  <a:srgbClr val="0000CC"/>
                </a:solidFill>
                <a:latin typeface="黑体"/>
                <a:cs typeface="黑体"/>
              </a:rPr>
              <a:t>MIPS</a:t>
            </a:r>
            <a:r>
              <a:rPr dirty="0" sz="2600" spc="-20">
                <a:solidFill>
                  <a:srgbClr val="0000CC"/>
                </a:solidFill>
                <a:latin typeface="黑体"/>
                <a:cs typeface="黑体"/>
              </a:rPr>
              <a:t>流水线</a:t>
            </a:r>
            <a:endParaRPr sz="2600">
              <a:latin typeface="黑体"/>
              <a:cs typeface="黑体"/>
            </a:endParaRPr>
          </a:p>
        </p:txBody>
      </p:sp>
      <p:grpSp>
        <p:nvGrpSpPr>
          <p:cNvPr id="12" name="object 12" descr=""/>
          <p:cNvGrpSpPr/>
          <p:nvPr/>
        </p:nvGrpSpPr>
        <p:grpSpPr>
          <a:xfrm>
            <a:off x="4196593" y="2721257"/>
            <a:ext cx="6869430" cy="3295650"/>
            <a:chOff x="4196593" y="2721257"/>
            <a:chExt cx="6869430" cy="3295650"/>
          </a:xfrm>
        </p:grpSpPr>
        <p:sp>
          <p:nvSpPr>
            <p:cNvPr id="13" name="object 13" descr=""/>
            <p:cNvSpPr/>
            <p:nvPr/>
          </p:nvSpPr>
          <p:spPr>
            <a:xfrm>
              <a:off x="4203260" y="4024367"/>
              <a:ext cx="229870" cy="506095"/>
            </a:xfrm>
            <a:custGeom>
              <a:avLst/>
              <a:gdLst/>
              <a:ahLst/>
              <a:cxnLst/>
              <a:rect l="l" t="t" r="r" b="b"/>
              <a:pathLst>
                <a:path w="229870" h="506095">
                  <a:moveTo>
                    <a:pt x="229343" y="0"/>
                  </a:moveTo>
                  <a:lnTo>
                    <a:pt x="0" y="0"/>
                  </a:lnTo>
                  <a:lnTo>
                    <a:pt x="0" y="505709"/>
                  </a:lnTo>
                  <a:lnTo>
                    <a:pt x="229343" y="505709"/>
                  </a:lnTo>
                  <a:lnTo>
                    <a:pt x="229343" y="0"/>
                  </a:lnTo>
                  <a:close/>
                </a:path>
              </a:pathLst>
            </a:custGeom>
            <a:solidFill>
              <a:srgbClr val="92DBFF"/>
            </a:solidFill>
          </p:spPr>
          <p:txBody>
            <a:bodyPr wrap="square" lIns="0" tIns="0" rIns="0" bIns="0" rtlCol="0"/>
            <a:lstStyle/>
            <a:p/>
          </p:txBody>
        </p:sp>
        <p:sp>
          <p:nvSpPr>
            <p:cNvPr id="14" name="object 14" descr=""/>
            <p:cNvSpPr/>
            <p:nvPr/>
          </p:nvSpPr>
          <p:spPr>
            <a:xfrm>
              <a:off x="4203260" y="4024367"/>
              <a:ext cx="229870" cy="506095"/>
            </a:xfrm>
            <a:custGeom>
              <a:avLst/>
              <a:gdLst/>
              <a:ahLst/>
              <a:cxnLst/>
              <a:rect l="l" t="t" r="r" b="b"/>
              <a:pathLst>
                <a:path w="229870" h="506095">
                  <a:moveTo>
                    <a:pt x="0" y="505709"/>
                  </a:moveTo>
                  <a:lnTo>
                    <a:pt x="229343" y="505709"/>
                  </a:lnTo>
                  <a:lnTo>
                    <a:pt x="229343" y="0"/>
                  </a:lnTo>
                  <a:lnTo>
                    <a:pt x="0" y="0"/>
                  </a:lnTo>
                  <a:lnTo>
                    <a:pt x="0" y="505709"/>
                  </a:lnTo>
                  <a:close/>
                </a:path>
              </a:pathLst>
            </a:custGeom>
            <a:ln w="13291">
              <a:solidFill>
                <a:srgbClr val="000000"/>
              </a:solidFill>
            </a:ln>
          </p:spPr>
          <p:txBody>
            <a:bodyPr wrap="square" lIns="0" tIns="0" rIns="0" bIns="0" rtlCol="0"/>
            <a:lstStyle/>
            <a:p/>
          </p:txBody>
        </p:sp>
        <p:sp>
          <p:nvSpPr>
            <p:cNvPr id="15" name="object 15" descr=""/>
            <p:cNvSpPr/>
            <p:nvPr/>
          </p:nvSpPr>
          <p:spPr>
            <a:xfrm>
              <a:off x="4748824" y="3905911"/>
              <a:ext cx="581025" cy="731520"/>
            </a:xfrm>
            <a:custGeom>
              <a:avLst/>
              <a:gdLst/>
              <a:ahLst/>
              <a:cxnLst/>
              <a:rect l="l" t="t" r="r" b="b"/>
              <a:pathLst>
                <a:path w="581025" h="731520">
                  <a:moveTo>
                    <a:pt x="580503" y="0"/>
                  </a:moveTo>
                  <a:lnTo>
                    <a:pt x="0" y="0"/>
                  </a:lnTo>
                  <a:lnTo>
                    <a:pt x="0" y="731304"/>
                  </a:lnTo>
                  <a:lnTo>
                    <a:pt x="580503" y="731304"/>
                  </a:lnTo>
                  <a:lnTo>
                    <a:pt x="580503" y="0"/>
                  </a:lnTo>
                  <a:close/>
                </a:path>
              </a:pathLst>
            </a:custGeom>
            <a:solidFill>
              <a:srgbClr val="CCFFCC"/>
            </a:solidFill>
          </p:spPr>
          <p:txBody>
            <a:bodyPr wrap="square" lIns="0" tIns="0" rIns="0" bIns="0" rtlCol="0"/>
            <a:lstStyle/>
            <a:p/>
          </p:txBody>
        </p:sp>
        <p:sp>
          <p:nvSpPr>
            <p:cNvPr id="16" name="object 16" descr=""/>
            <p:cNvSpPr/>
            <p:nvPr/>
          </p:nvSpPr>
          <p:spPr>
            <a:xfrm>
              <a:off x="4748824" y="3905911"/>
              <a:ext cx="581025" cy="731520"/>
            </a:xfrm>
            <a:custGeom>
              <a:avLst/>
              <a:gdLst/>
              <a:ahLst/>
              <a:cxnLst/>
              <a:rect l="l" t="t" r="r" b="b"/>
              <a:pathLst>
                <a:path w="581025" h="731520">
                  <a:moveTo>
                    <a:pt x="0" y="731304"/>
                  </a:moveTo>
                  <a:lnTo>
                    <a:pt x="580503" y="731304"/>
                  </a:lnTo>
                  <a:lnTo>
                    <a:pt x="580503" y="0"/>
                  </a:lnTo>
                  <a:lnTo>
                    <a:pt x="0" y="0"/>
                  </a:lnTo>
                  <a:lnTo>
                    <a:pt x="0" y="731304"/>
                  </a:lnTo>
                  <a:close/>
                </a:path>
              </a:pathLst>
            </a:custGeom>
            <a:ln w="13244">
              <a:solidFill>
                <a:srgbClr val="000000"/>
              </a:solidFill>
            </a:ln>
          </p:spPr>
          <p:txBody>
            <a:bodyPr wrap="square" lIns="0" tIns="0" rIns="0" bIns="0" rtlCol="0"/>
            <a:lstStyle/>
            <a:p/>
          </p:txBody>
        </p:sp>
        <p:sp>
          <p:nvSpPr>
            <p:cNvPr id="17" name="object 17" descr=""/>
            <p:cNvSpPr/>
            <p:nvPr/>
          </p:nvSpPr>
          <p:spPr>
            <a:xfrm>
              <a:off x="6970546" y="3634759"/>
              <a:ext cx="386080" cy="1299210"/>
            </a:xfrm>
            <a:custGeom>
              <a:avLst/>
              <a:gdLst/>
              <a:ahLst/>
              <a:cxnLst/>
              <a:rect l="l" t="t" r="r" b="b"/>
              <a:pathLst>
                <a:path w="386079" h="1299210">
                  <a:moveTo>
                    <a:pt x="385616" y="0"/>
                  </a:moveTo>
                  <a:lnTo>
                    <a:pt x="0" y="0"/>
                  </a:lnTo>
                  <a:lnTo>
                    <a:pt x="0" y="1298705"/>
                  </a:lnTo>
                  <a:lnTo>
                    <a:pt x="385616" y="1298705"/>
                  </a:lnTo>
                  <a:lnTo>
                    <a:pt x="385616" y="0"/>
                  </a:lnTo>
                  <a:close/>
                </a:path>
              </a:pathLst>
            </a:custGeom>
            <a:solidFill>
              <a:srgbClr val="CCFFCC"/>
            </a:solidFill>
          </p:spPr>
          <p:txBody>
            <a:bodyPr wrap="square" lIns="0" tIns="0" rIns="0" bIns="0" rtlCol="0"/>
            <a:lstStyle/>
            <a:p/>
          </p:txBody>
        </p:sp>
        <p:sp>
          <p:nvSpPr>
            <p:cNvPr id="18" name="object 18" descr=""/>
            <p:cNvSpPr/>
            <p:nvPr/>
          </p:nvSpPr>
          <p:spPr>
            <a:xfrm>
              <a:off x="6970546" y="3634759"/>
              <a:ext cx="386080" cy="1299210"/>
            </a:xfrm>
            <a:custGeom>
              <a:avLst/>
              <a:gdLst/>
              <a:ahLst/>
              <a:cxnLst/>
              <a:rect l="l" t="t" r="r" b="b"/>
              <a:pathLst>
                <a:path w="386079" h="1299210">
                  <a:moveTo>
                    <a:pt x="0" y="1298705"/>
                  </a:moveTo>
                  <a:lnTo>
                    <a:pt x="385616" y="1298705"/>
                  </a:lnTo>
                  <a:lnTo>
                    <a:pt x="385616" y="0"/>
                  </a:lnTo>
                  <a:lnTo>
                    <a:pt x="0" y="0"/>
                  </a:lnTo>
                  <a:lnTo>
                    <a:pt x="0" y="1298705"/>
                  </a:lnTo>
                  <a:close/>
                </a:path>
              </a:pathLst>
            </a:custGeom>
            <a:ln w="13311">
              <a:solidFill>
                <a:srgbClr val="000000"/>
              </a:solidFill>
            </a:ln>
          </p:spPr>
          <p:txBody>
            <a:bodyPr wrap="square" lIns="0" tIns="0" rIns="0" bIns="0" rtlCol="0"/>
            <a:lstStyle/>
            <a:p/>
          </p:txBody>
        </p:sp>
        <p:sp>
          <p:nvSpPr>
            <p:cNvPr id="19" name="object 19" descr=""/>
            <p:cNvSpPr/>
            <p:nvPr/>
          </p:nvSpPr>
          <p:spPr>
            <a:xfrm>
              <a:off x="10751936" y="2727925"/>
              <a:ext cx="307340" cy="3225800"/>
            </a:xfrm>
            <a:custGeom>
              <a:avLst/>
              <a:gdLst/>
              <a:ahLst/>
              <a:cxnLst/>
              <a:rect l="l" t="t" r="r" b="b"/>
              <a:pathLst>
                <a:path w="307340" h="3225800">
                  <a:moveTo>
                    <a:pt x="307034" y="0"/>
                  </a:moveTo>
                  <a:lnTo>
                    <a:pt x="0" y="0"/>
                  </a:lnTo>
                  <a:lnTo>
                    <a:pt x="0" y="3225499"/>
                  </a:lnTo>
                  <a:lnTo>
                    <a:pt x="307034" y="3225499"/>
                  </a:lnTo>
                  <a:lnTo>
                    <a:pt x="307034" y="0"/>
                  </a:lnTo>
                  <a:close/>
                </a:path>
              </a:pathLst>
            </a:custGeom>
            <a:solidFill>
              <a:srgbClr val="92DBFF"/>
            </a:solidFill>
          </p:spPr>
          <p:txBody>
            <a:bodyPr wrap="square" lIns="0" tIns="0" rIns="0" bIns="0" rtlCol="0"/>
            <a:lstStyle/>
            <a:p/>
          </p:txBody>
        </p:sp>
        <p:sp>
          <p:nvSpPr>
            <p:cNvPr id="20" name="object 20" descr=""/>
            <p:cNvSpPr/>
            <p:nvPr/>
          </p:nvSpPr>
          <p:spPr>
            <a:xfrm>
              <a:off x="10751936" y="2727925"/>
              <a:ext cx="307340" cy="3225800"/>
            </a:xfrm>
            <a:custGeom>
              <a:avLst/>
              <a:gdLst/>
              <a:ahLst/>
              <a:cxnLst/>
              <a:rect l="l" t="t" r="r" b="b"/>
              <a:pathLst>
                <a:path w="307340" h="3225800">
                  <a:moveTo>
                    <a:pt x="0" y="3225499"/>
                  </a:moveTo>
                  <a:lnTo>
                    <a:pt x="307034" y="3225499"/>
                  </a:lnTo>
                  <a:lnTo>
                    <a:pt x="307034" y="0"/>
                  </a:lnTo>
                  <a:lnTo>
                    <a:pt x="0" y="0"/>
                  </a:lnTo>
                  <a:lnTo>
                    <a:pt x="0" y="3225499"/>
                  </a:lnTo>
                  <a:close/>
                </a:path>
              </a:pathLst>
            </a:custGeom>
            <a:ln w="13327">
              <a:solidFill>
                <a:srgbClr val="000000"/>
              </a:solidFill>
            </a:ln>
          </p:spPr>
          <p:txBody>
            <a:bodyPr wrap="square" lIns="0" tIns="0" rIns="0" bIns="0" rtlCol="0"/>
            <a:lstStyle/>
            <a:p/>
          </p:txBody>
        </p:sp>
        <p:sp>
          <p:nvSpPr>
            <p:cNvPr id="21" name="object 21" descr=""/>
            <p:cNvSpPr/>
            <p:nvPr/>
          </p:nvSpPr>
          <p:spPr>
            <a:xfrm>
              <a:off x="9192361" y="2727925"/>
              <a:ext cx="307975" cy="3225800"/>
            </a:xfrm>
            <a:custGeom>
              <a:avLst/>
              <a:gdLst/>
              <a:ahLst/>
              <a:cxnLst/>
              <a:rect l="l" t="t" r="r" b="b"/>
              <a:pathLst>
                <a:path w="307975" h="3225800">
                  <a:moveTo>
                    <a:pt x="307480" y="0"/>
                  </a:moveTo>
                  <a:lnTo>
                    <a:pt x="0" y="0"/>
                  </a:lnTo>
                  <a:lnTo>
                    <a:pt x="0" y="3225499"/>
                  </a:lnTo>
                  <a:lnTo>
                    <a:pt x="307480" y="3225499"/>
                  </a:lnTo>
                  <a:lnTo>
                    <a:pt x="307480" y="0"/>
                  </a:lnTo>
                  <a:close/>
                </a:path>
              </a:pathLst>
            </a:custGeom>
            <a:solidFill>
              <a:srgbClr val="92DBFF"/>
            </a:solidFill>
          </p:spPr>
          <p:txBody>
            <a:bodyPr wrap="square" lIns="0" tIns="0" rIns="0" bIns="0" rtlCol="0"/>
            <a:lstStyle/>
            <a:p/>
          </p:txBody>
        </p:sp>
        <p:sp>
          <p:nvSpPr>
            <p:cNvPr id="22" name="object 22" descr=""/>
            <p:cNvSpPr/>
            <p:nvPr/>
          </p:nvSpPr>
          <p:spPr>
            <a:xfrm>
              <a:off x="9192361" y="2727925"/>
              <a:ext cx="307975" cy="3225800"/>
            </a:xfrm>
            <a:custGeom>
              <a:avLst/>
              <a:gdLst/>
              <a:ahLst/>
              <a:cxnLst/>
              <a:rect l="l" t="t" r="r" b="b"/>
              <a:pathLst>
                <a:path w="307975" h="3225800">
                  <a:moveTo>
                    <a:pt x="0" y="3225499"/>
                  </a:moveTo>
                  <a:lnTo>
                    <a:pt x="307480" y="3225499"/>
                  </a:lnTo>
                  <a:lnTo>
                    <a:pt x="307480" y="0"/>
                  </a:lnTo>
                  <a:lnTo>
                    <a:pt x="0" y="0"/>
                  </a:lnTo>
                  <a:lnTo>
                    <a:pt x="0" y="3225499"/>
                  </a:lnTo>
                  <a:close/>
                </a:path>
              </a:pathLst>
            </a:custGeom>
            <a:ln w="13327">
              <a:solidFill>
                <a:srgbClr val="000000"/>
              </a:solidFill>
            </a:ln>
          </p:spPr>
          <p:txBody>
            <a:bodyPr wrap="square" lIns="0" tIns="0" rIns="0" bIns="0" rtlCol="0"/>
            <a:lstStyle/>
            <a:p/>
          </p:txBody>
        </p:sp>
        <p:sp>
          <p:nvSpPr>
            <p:cNvPr id="23" name="object 23" descr=""/>
            <p:cNvSpPr/>
            <p:nvPr/>
          </p:nvSpPr>
          <p:spPr>
            <a:xfrm>
              <a:off x="5754485" y="2785035"/>
              <a:ext cx="307975" cy="3225165"/>
            </a:xfrm>
            <a:custGeom>
              <a:avLst/>
              <a:gdLst/>
              <a:ahLst/>
              <a:cxnLst/>
              <a:rect l="l" t="t" r="r" b="b"/>
              <a:pathLst>
                <a:path w="307975" h="3225165">
                  <a:moveTo>
                    <a:pt x="307480" y="0"/>
                  </a:moveTo>
                  <a:lnTo>
                    <a:pt x="0" y="0"/>
                  </a:lnTo>
                  <a:lnTo>
                    <a:pt x="0" y="3225134"/>
                  </a:lnTo>
                  <a:lnTo>
                    <a:pt x="307480" y="3225134"/>
                  </a:lnTo>
                  <a:lnTo>
                    <a:pt x="307480" y="0"/>
                  </a:lnTo>
                  <a:close/>
                </a:path>
              </a:pathLst>
            </a:custGeom>
            <a:solidFill>
              <a:srgbClr val="92DBFF"/>
            </a:solidFill>
          </p:spPr>
          <p:txBody>
            <a:bodyPr wrap="square" lIns="0" tIns="0" rIns="0" bIns="0" rtlCol="0"/>
            <a:lstStyle/>
            <a:p/>
          </p:txBody>
        </p:sp>
        <p:sp>
          <p:nvSpPr>
            <p:cNvPr id="24" name="object 24" descr=""/>
            <p:cNvSpPr/>
            <p:nvPr/>
          </p:nvSpPr>
          <p:spPr>
            <a:xfrm>
              <a:off x="5754485" y="2785035"/>
              <a:ext cx="307975" cy="3225165"/>
            </a:xfrm>
            <a:custGeom>
              <a:avLst/>
              <a:gdLst/>
              <a:ahLst/>
              <a:cxnLst/>
              <a:rect l="l" t="t" r="r" b="b"/>
              <a:pathLst>
                <a:path w="307975" h="3225165">
                  <a:moveTo>
                    <a:pt x="0" y="3225134"/>
                  </a:moveTo>
                  <a:lnTo>
                    <a:pt x="307480" y="3225134"/>
                  </a:lnTo>
                  <a:lnTo>
                    <a:pt x="307480" y="0"/>
                  </a:lnTo>
                  <a:lnTo>
                    <a:pt x="0" y="0"/>
                  </a:lnTo>
                  <a:lnTo>
                    <a:pt x="0" y="3225134"/>
                  </a:lnTo>
                  <a:close/>
                </a:path>
              </a:pathLst>
            </a:custGeom>
            <a:ln w="13327">
              <a:solidFill>
                <a:srgbClr val="000000"/>
              </a:solidFill>
            </a:ln>
          </p:spPr>
          <p:txBody>
            <a:bodyPr wrap="square" lIns="0" tIns="0" rIns="0" bIns="0" rtlCol="0"/>
            <a:lstStyle/>
            <a:p/>
          </p:txBody>
        </p:sp>
        <p:sp>
          <p:nvSpPr>
            <p:cNvPr id="25" name="object 25" descr=""/>
            <p:cNvSpPr/>
            <p:nvPr/>
          </p:nvSpPr>
          <p:spPr>
            <a:xfrm>
              <a:off x="7555224" y="2785054"/>
              <a:ext cx="307975" cy="3168650"/>
            </a:xfrm>
            <a:custGeom>
              <a:avLst/>
              <a:gdLst/>
              <a:ahLst/>
              <a:cxnLst/>
              <a:rect l="l" t="t" r="r" b="b"/>
              <a:pathLst>
                <a:path w="307975" h="3168650">
                  <a:moveTo>
                    <a:pt x="307480" y="0"/>
                  </a:moveTo>
                  <a:lnTo>
                    <a:pt x="0" y="0"/>
                  </a:lnTo>
                  <a:lnTo>
                    <a:pt x="0" y="3168371"/>
                  </a:lnTo>
                  <a:lnTo>
                    <a:pt x="307480" y="3168371"/>
                  </a:lnTo>
                  <a:lnTo>
                    <a:pt x="307480" y="0"/>
                  </a:lnTo>
                  <a:close/>
                </a:path>
              </a:pathLst>
            </a:custGeom>
            <a:solidFill>
              <a:srgbClr val="92DBFF"/>
            </a:solidFill>
          </p:spPr>
          <p:txBody>
            <a:bodyPr wrap="square" lIns="0" tIns="0" rIns="0" bIns="0" rtlCol="0"/>
            <a:lstStyle/>
            <a:p/>
          </p:txBody>
        </p:sp>
        <p:sp>
          <p:nvSpPr>
            <p:cNvPr id="26" name="object 26" descr=""/>
            <p:cNvSpPr/>
            <p:nvPr/>
          </p:nvSpPr>
          <p:spPr>
            <a:xfrm>
              <a:off x="7555224" y="2785054"/>
              <a:ext cx="307975" cy="3168650"/>
            </a:xfrm>
            <a:custGeom>
              <a:avLst/>
              <a:gdLst/>
              <a:ahLst/>
              <a:cxnLst/>
              <a:rect l="l" t="t" r="r" b="b"/>
              <a:pathLst>
                <a:path w="307975" h="3168650">
                  <a:moveTo>
                    <a:pt x="0" y="3168371"/>
                  </a:moveTo>
                  <a:lnTo>
                    <a:pt x="307480" y="3168371"/>
                  </a:lnTo>
                  <a:lnTo>
                    <a:pt x="307480" y="0"/>
                  </a:lnTo>
                  <a:lnTo>
                    <a:pt x="0" y="0"/>
                  </a:lnTo>
                  <a:lnTo>
                    <a:pt x="0" y="3168371"/>
                  </a:lnTo>
                  <a:close/>
                </a:path>
              </a:pathLst>
            </a:custGeom>
            <a:ln w="13327">
              <a:solidFill>
                <a:srgbClr val="000000"/>
              </a:solidFill>
            </a:ln>
          </p:spPr>
          <p:txBody>
            <a:bodyPr wrap="square" lIns="0" tIns="0" rIns="0" bIns="0" rtlCol="0"/>
            <a:lstStyle/>
            <a:p/>
          </p:txBody>
        </p:sp>
      </p:grpSp>
      <p:sp>
        <p:nvSpPr>
          <p:cNvPr id="27" name="object 27" descr=""/>
          <p:cNvSpPr txBox="1"/>
          <p:nvPr/>
        </p:nvSpPr>
        <p:spPr>
          <a:xfrm>
            <a:off x="10521767" y="2474404"/>
            <a:ext cx="739775" cy="223520"/>
          </a:xfrm>
          <a:prstGeom prst="rect">
            <a:avLst/>
          </a:prstGeom>
        </p:spPr>
        <p:txBody>
          <a:bodyPr wrap="square" lIns="0" tIns="12700" rIns="0" bIns="0" rtlCol="0" vert="horz">
            <a:spAutoFit/>
          </a:bodyPr>
          <a:lstStyle/>
          <a:p>
            <a:pPr marL="12700">
              <a:lnSpc>
                <a:spcPct val="100000"/>
              </a:lnSpc>
              <a:spcBef>
                <a:spcPts val="100"/>
              </a:spcBef>
            </a:pPr>
            <a:r>
              <a:rPr dirty="0" sz="1300" spc="-10">
                <a:latin typeface="Times New Roman"/>
                <a:cs typeface="Times New Roman"/>
              </a:rPr>
              <a:t>MEM/WB</a:t>
            </a:r>
            <a:endParaRPr sz="1300">
              <a:latin typeface="Times New Roman"/>
              <a:cs typeface="Times New Roman"/>
            </a:endParaRPr>
          </a:p>
        </p:txBody>
      </p:sp>
      <p:sp>
        <p:nvSpPr>
          <p:cNvPr id="28" name="object 28" descr=""/>
          <p:cNvSpPr txBox="1"/>
          <p:nvPr/>
        </p:nvSpPr>
        <p:spPr>
          <a:xfrm>
            <a:off x="4768763" y="4279713"/>
            <a:ext cx="526415" cy="223520"/>
          </a:xfrm>
          <a:prstGeom prst="rect">
            <a:avLst/>
          </a:prstGeom>
        </p:spPr>
        <p:txBody>
          <a:bodyPr wrap="square" lIns="0" tIns="12700" rIns="0" bIns="0" rtlCol="0" vert="horz">
            <a:spAutoFit/>
          </a:bodyPr>
          <a:lstStyle/>
          <a:p>
            <a:pPr marL="12700">
              <a:lnSpc>
                <a:spcPct val="100000"/>
              </a:lnSpc>
              <a:spcBef>
                <a:spcPts val="100"/>
              </a:spcBef>
            </a:pPr>
            <a:r>
              <a:rPr dirty="0" sz="1300" spc="-20">
                <a:latin typeface="宋体"/>
                <a:cs typeface="宋体"/>
              </a:rPr>
              <a:t>存储器</a:t>
            </a:r>
            <a:endParaRPr sz="1300">
              <a:latin typeface="宋体"/>
              <a:cs typeface="宋体"/>
            </a:endParaRPr>
          </a:p>
        </p:txBody>
      </p:sp>
      <p:sp>
        <p:nvSpPr>
          <p:cNvPr id="29" name="object 29" descr=""/>
          <p:cNvSpPr txBox="1"/>
          <p:nvPr/>
        </p:nvSpPr>
        <p:spPr>
          <a:xfrm>
            <a:off x="7063426" y="4381829"/>
            <a:ext cx="193675" cy="388620"/>
          </a:xfrm>
          <a:prstGeom prst="rect">
            <a:avLst/>
          </a:prstGeom>
        </p:spPr>
        <p:txBody>
          <a:bodyPr wrap="square" lIns="0" tIns="45719" rIns="0" bIns="0" rtlCol="0" vert="horz">
            <a:spAutoFit/>
          </a:bodyPr>
          <a:lstStyle/>
          <a:p>
            <a:pPr marL="12700" marR="5080">
              <a:lnSpc>
                <a:spcPts val="1300"/>
              </a:lnSpc>
              <a:spcBef>
                <a:spcPts val="359"/>
              </a:spcBef>
            </a:pPr>
            <a:r>
              <a:rPr dirty="0" sz="1300" spc="-50">
                <a:latin typeface="宋体"/>
                <a:cs typeface="宋体"/>
              </a:rPr>
              <a:t>器组</a:t>
            </a:r>
            <a:endParaRPr sz="1300">
              <a:latin typeface="宋体"/>
              <a:cs typeface="宋体"/>
            </a:endParaRPr>
          </a:p>
        </p:txBody>
      </p:sp>
      <p:sp>
        <p:nvSpPr>
          <p:cNvPr id="30" name="object 30" descr=""/>
          <p:cNvSpPr txBox="1"/>
          <p:nvPr/>
        </p:nvSpPr>
        <p:spPr>
          <a:xfrm>
            <a:off x="6866925" y="5026385"/>
            <a:ext cx="367030" cy="542290"/>
          </a:xfrm>
          <a:prstGeom prst="rect">
            <a:avLst/>
          </a:prstGeom>
        </p:spPr>
        <p:txBody>
          <a:bodyPr wrap="square" lIns="0" tIns="51435" rIns="0" bIns="0" rtlCol="0" vert="horz">
            <a:spAutoFit/>
          </a:bodyPr>
          <a:lstStyle/>
          <a:p>
            <a:pPr algn="ctr" marL="12700" marR="5080" indent="7620">
              <a:lnSpc>
                <a:spcPct val="80300"/>
              </a:lnSpc>
              <a:spcBef>
                <a:spcPts val="405"/>
              </a:spcBef>
            </a:pPr>
            <a:r>
              <a:rPr dirty="0" sz="1300" spc="-25">
                <a:latin typeface="宋体"/>
                <a:cs typeface="宋体"/>
              </a:rPr>
              <a:t>符号</a:t>
            </a:r>
            <a:r>
              <a:rPr dirty="0" sz="1300" spc="-50">
                <a:latin typeface="宋体"/>
                <a:cs typeface="宋体"/>
              </a:rPr>
              <a:t>位</a:t>
            </a:r>
            <a:r>
              <a:rPr dirty="0" sz="1300" spc="-50">
                <a:latin typeface="宋体"/>
                <a:cs typeface="宋体"/>
              </a:rPr>
              <a:t> </a:t>
            </a:r>
            <a:r>
              <a:rPr dirty="0" sz="1300" spc="-25">
                <a:latin typeface="宋体"/>
                <a:cs typeface="宋体"/>
              </a:rPr>
              <a:t>扩展</a:t>
            </a:r>
            <a:endParaRPr sz="1300">
              <a:latin typeface="宋体"/>
              <a:cs typeface="宋体"/>
            </a:endParaRPr>
          </a:p>
        </p:txBody>
      </p:sp>
      <p:sp>
        <p:nvSpPr>
          <p:cNvPr id="31" name="object 31" descr=""/>
          <p:cNvSpPr txBox="1"/>
          <p:nvPr/>
        </p:nvSpPr>
        <p:spPr>
          <a:xfrm>
            <a:off x="8750556" y="4140837"/>
            <a:ext cx="211454" cy="36449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ALU</a:t>
            </a:r>
            <a:endParaRPr sz="1300">
              <a:latin typeface="Times New Roman"/>
              <a:cs typeface="Times New Roman"/>
            </a:endParaRPr>
          </a:p>
        </p:txBody>
      </p:sp>
      <p:sp>
        <p:nvSpPr>
          <p:cNvPr id="32" name="object 32" descr=""/>
          <p:cNvSpPr txBox="1"/>
          <p:nvPr/>
        </p:nvSpPr>
        <p:spPr>
          <a:xfrm>
            <a:off x="4198372" y="4139355"/>
            <a:ext cx="229870"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PC</a:t>
            </a:r>
            <a:endParaRPr sz="1300">
              <a:latin typeface="Times New Roman"/>
              <a:cs typeface="Times New Roman"/>
            </a:endParaRPr>
          </a:p>
        </p:txBody>
      </p:sp>
      <p:sp>
        <p:nvSpPr>
          <p:cNvPr id="33" name="object 33" descr=""/>
          <p:cNvSpPr txBox="1"/>
          <p:nvPr/>
        </p:nvSpPr>
        <p:spPr>
          <a:xfrm>
            <a:off x="8378256" y="3254496"/>
            <a:ext cx="278765"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=0?</a:t>
            </a:r>
            <a:endParaRPr sz="1300">
              <a:latin typeface="Times New Roman"/>
              <a:cs typeface="Times New Roman"/>
            </a:endParaRPr>
          </a:p>
        </p:txBody>
      </p:sp>
      <p:sp>
        <p:nvSpPr>
          <p:cNvPr id="34" name="object 34" descr=""/>
          <p:cNvSpPr txBox="1"/>
          <p:nvPr/>
        </p:nvSpPr>
        <p:spPr>
          <a:xfrm>
            <a:off x="4774762" y="3065061"/>
            <a:ext cx="211454" cy="38227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ADD</a:t>
            </a:r>
            <a:endParaRPr sz="1300">
              <a:latin typeface="Times New Roman"/>
              <a:cs typeface="Times New Roman"/>
            </a:endParaRPr>
          </a:p>
        </p:txBody>
      </p:sp>
      <p:sp>
        <p:nvSpPr>
          <p:cNvPr id="35" name="object 35" descr=""/>
          <p:cNvSpPr txBox="1"/>
          <p:nvPr/>
        </p:nvSpPr>
        <p:spPr>
          <a:xfrm>
            <a:off x="6582843" y="5086836"/>
            <a:ext cx="166370" cy="190500"/>
          </a:xfrm>
          <a:prstGeom prst="rect">
            <a:avLst/>
          </a:prstGeom>
        </p:spPr>
        <p:txBody>
          <a:bodyPr wrap="square" lIns="0" tIns="16510" rIns="0" bIns="0" rtlCol="0" vert="horz">
            <a:spAutoFit/>
          </a:bodyPr>
          <a:lstStyle/>
          <a:p>
            <a:pPr marL="12700">
              <a:lnSpc>
                <a:spcPct val="100000"/>
              </a:lnSpc>
              <a:spcBef>
                <a:spcPts val="130"/>
              </a:spcBef>
            </a:pPr>
            <a:r>
              <a:rPr dirty="0" sz="1050" spc="-25">
                <a:latin typeface="Times New Roman"/>
                <a:cs typeface="Times New Roman"/>
              </a:rPr>
              <a:t>16</a:t>
            </a:r>
            <a:endParaRPr sz="1050">
              <a:latin typeface="Times New Roman"/>
              <a:cs typeface="Times New Roman"/>
            </a:endParaRPr>
          </a:p>
        </p:txBody>
      </p:sp>
      <p:sp>
        <p:nvSpPr>
          <p:cNvPr id="36" name="object 36" descr=""/>
          <p:cNvSpPr txBox="1"/>
          <p:nvPr/>
        </p:nvSpPr>
        <p:spPr>
          <a:xfrm>
            <a:off x="7303531" y="5080539"/>
            <a:ext cx="166370" cy="190500"/>
          </a:xfrm>
          <a:prstGeom prst="rect">
            <a:avLst/>
          </a:prstGeom>
        </p:spPr>
        <p:txBody>
          <a:bodyPr wrap="square" lIns="0" tIns="16510" rIns="0" bIns="0" rtlCol="0" vert="horz">
            <a:spAutoFit/>
          </a:bodyPr>
          <a:lstStyle/>
          <a:p>
            <a:pPr marL="12700">
              <a:lnSpc>
                <a:spcPct val="100000"/>
              </a:lnSpc>
              <a:spcBef>
                <a:spcPts val="130"/>
              </a:spcBef>
            </a:pPr>
            <a:r>
              <a:rPr dirty="0" sz="1050" spc="-25">
                <a:latin typeface="Times New Roman"/>
                <a:cs typeface="Times New Roman"/>
              </a:rPr>
              <a:t>32</a:t>
            </a:r>
            <a:endParaRPr sz="1050">
              <a:latin typeface="Times New Roman"/>
              <a:cs typeface="Times New Roman"/>
            </a:endParaRPr>
          </a:p>
        </p:txBody>
      </p:sp>
      <p:sp>
        <p:nvSpPr>
          <p:cNvPr id="37" name="object 37" descr=""/>
          <p:cNvSpPr txBox="1"/>
          <p:nvPr/>
        </p:nvSpPr>
        <p:spPr>
          <a:xfrm>
            <a:off x="4346369" y="2957170"/>
            <a:ext cx="109855" cy="223520"/>
          </a:xfrm>
          <a:prstGeom prst="rect">
            <a:avLst/>
          </a:prstGeom>
        </p:spPr>
        <p:txBody>
          <a:bodyPr wrap="square" lIns="0" tIns="12700" rIns="0" bIns="0" rtlCol="0" vert="horz">
            <a:spAutoFit/>
          </a:bodyPr>
          <a:lstStyle/>
          <a:p>
            <a:pPr marL="12700">
              <a:lnSpc>
                <a:spcPct val="100000"/>
              </a:lnSpc>
              <a:spcBef>
                <a:spcPts val="100"/>
              </a:spcBef>
            </a:pPr>
            <a:r>
              <a:rPr dirty="0" sz="1300" spc="-50">
                <a:latin typeface="Times New Roman"/>
                <a:cs typeface="Times New Roman"/>
              </a:rPr>
              <a:t>4</a:t>
            </a:r>
            <a:endParaRPr sz="1300">
              <a:latin typeface="Times New Roman"/>
              <a:cs typeface="Times New Roman"/>
            </a:endParaRPr>
          </a:p>
        </p:txBody>
      </p:sp>
      <p:sp>
        <p:nvSpPr>
          <p:cNvPr id="38" name="object 38" descr=""/>
          <p:cNvSpPr/>
          <p:nvPr/>
        </p:nvSpPr>
        <p:spPr>
          <a:xfrm>
            <a:off x="4779162" y="3182139"/>
            <a:ext cx="39370" cy="170180"/>
          </a:xfrm>
          <a:custGeom>
            <a:avLst/>
            <a:gdLst/>
            <a:ahLst/>
            <a:cxnLst/>
            <a:rect l="l" t="t" r="r" b="b"/>
            <a:pathLst>
              <a:path w="39370" h="170179">
                <a:moveTo>
                  <a:pt x="39068" y="0"/>
                </a:moveTo>
                <a:lnTo>
                  <a:pt x="0" y="0"/>
                </a:lnTo>
                <a:lnTo>
                  <a:pt x="0" y="169767"/>
                </a:lnTo>
                <a:lnTo>
                  <a:pt x="39068" y="169767"/>
                </a:lnTo>
                <a:lnTo>
                  <a:pt x="39068" y="0"/>
                </a:lnTo>
                <a:close/>
              </a:path>
            </a:pathLst>
          </a:custGeom>
          <a:solidFill>
            <a:srgbClr val="FFFFFF"/>
          </a:solidFill>
        </p:spPr>
        <p:txBody>
          <a:bodyPr wrap="square" lIns="0" tIns="0" rIns="0" bIns="0" rtlCol="0"/>
          <a:lstStyle/>
          <a:p/>
        </p:txBody>
      </p:sp>
      <p:grpSp>
        <p:nvGrpSpPr>
          <p:cNvPr id="39" name="object 39" descr=""/>
          <p:cNvGrpSpPr/>
          <p:nvPr/>
        </p:nvGrpSpPr>
        <p:grpSpPr>
          <a:xfrm>
            <a:off x="4703543" y="2155572"/>
            <a:ext cx="5041900" cy="3346450"/>
            <a:chOff x="4703543" y="2155572"/>
            <a:chExt cx="5041900" cy="3346450"/>
          </a:xfrm>
        </p:grpSpPr>
        <p:sp>
          <p:nvSpPr>
            <p:cNvPr id="40" name="object 40" descr=""/>
            <p:cNvSpPr/>
            <p:nvPr/>
          </p:nvSpPr>
          <p:spPr>
            <a:xfrm>
              <a:off x="5793544" y="3974667"/>
              <a:ext cx="229870" cy="563245"/>
            </a:xfrm>
            <a:custGeom>
              <a:avLst/>
              <a:gdLst/>
              <a:ahLst/>
              <a:cxnLst/>
              <a:rect l="l" t="t" r="r" b="b"/>
              <a:pathLst>
                <a:path w="229870" h="563245">
                  <a:moveTo>
                    <a:pt x="229343" y="0"/>
                  </a:moveTo>
                  <a:lnTo>
                    <a:pt x="0" y="0"/>
                  </a:lnTo>
                  <a:lnTo>
                    <a:pt x="0" y="562892"/>
                  </a:lnTo>
                  <a:lnTo>
                    <a:pt x="229343" y="562892"/>
                  </a:lnTo>
                  <a:lnTo>
                    <a:pt x="229343" y="0"/>
                  </a:lnTo>
                  <a:close/>
                </a:path>
              </a:pathLst>
            </a:custGeom>
            <a:solidFill>
              <a:srgbClr val="FFFFFF"/>
            </a:solidFill>
          </p:spPr>
          <p:txBody>
            <a:bodyPr wrap="square" lIns="0" tIns="0" rIns="0" bIns="0" rtlCol="0"/>
            <a:lstStyle/>
            <a:p/>
          </p:txBody>
        </p:sp>
        <p:sp>
          <p:nvSpPr>
            <p:cNvPr id="41" name="object 41" descr=""/>
            <p:cNvSpPr/>
            <p:nvPr/>
          </p:nvSpPr>
          <p:spPr>
            <a:xfrm>
              <a:off x="5793544" y="3974667"/>
              <a:ext cx="229870" cy="563245"/>
            </a:xfrm>
            <a:custGeom>
              <a:avLst/>
              <a:gdLst/>
              <a:ahLst/>
              <a:cxnLst/>
              <a:rect l="l" t="t" r="r" b="b"/>
              <a:pathLst>
                <a:path w="229870" h="563245">
                  <a:moveTo>
                    <a:pt x="0" y="562892"/>
                  </a:moveTo>
                  <a:lnTo>
                    <a:pt x="229343" y="562892"/>
                  </a:lnTo>
                  <a:lnTo>
                    <a:pt x="229343" y="0"/>
                  </a:lnTo>
                  <a:lnTo>
                    <a:pt x="0" y="0"/>
                  </a:lnTo>
                  <a:lnTo>
                    <a:pt x="0" y="562892"/>
                  </a:lnTo>
                  <a:close/>
                </a:path>
              </a:pathLst>
            </a:custGeom>
            <a:ln w="13298">
              <a:solidFill>
                <a:srgbClr val="000000"/>
              </a:solidFill>
            </a:ln>
          </p:spPr>
          <p:txBody>
            <a:bodyPr wrap="square" lIns="0" tIns="0" rIns="0" bIns="0" rtlCol="0"/>
            <a:lstStyle/>
            <a:p/>
          </p:txBody>
        </p:sp>
        <p:sp>
          <p:nvSpPr>
            <p:cNvPr id="42" name="object 42" descr=""/>
            <p:cNvSpPr/>
            <p:nvPr/>
          </p:nvSpPr>
          <p:spPr>
            <a:xfrm>
              <a:off x="7594376" y="3974758"/>
              <a:ext cx="229870" cy="336550"/>
            </a:xfrm>
            <a:custGeom>
              <a:avLst/>
              <a:gdLst/>
              <a:ahLst/>
              <a:cxnLst/>
              <a:rect l="l" t="t" r="r" b="b"/>
              <a:pathLst>
                <a:path w="229870" h="336550">
                  <a:moveTo>
                    <a:pt x="229343" y="0"/>
                  </a:moveTo>
                  <a:lnTo>
                    <a:pt x="0" y="0"/>
                  </a:lnTo>
                  <a:lnTo>
                    <a:pt x="0" y="335928"/>
                  </a:lnTo>
                  <a:lnTo>
                    <a:pt x="229343" y="335928"/>
                  </a:lnTo>
                  <a:lnTo>
                    <a:pt x="229343" y="0"/>
                  </a:lnTo>
                  <a:close/>
                </a:path>
              </a:pathLst>
            </a:custGeom>
            <a:solidFill>
              <a:srgbClr val="FFFFFF"/>
            </a:solidFill>
          </p:spPr>
          <p:txBody>
            <a:bodyPr wrap="square" lIns="0" tIns="0" rIns="0" bIns="0" rtlCol="0"/>
            <a:lstStyle/>
            <a:p/>
          </p:txBody>
        </p:sp>
        <p:sp>
          <p:nvSpPr>
            <p:cNvPr id="43" name="object 43" descr=""/>
            <p:cNvSpPr/>
            <p:nvPr/>
          </p:nvSpPr>
          <p:spPr>
            <a:xfrm>
              <a:off x="7594376" y="3974758"/>
              <a:ext cx="229870" cy="336550"/>
            </a:xfrm>
            <a:custGeom>
              <a:avLst/>
              <a:gdLst/>
              <a:ahLst/>
              <a:cxnLst/>
              <a:rect l="l" t="t" r="r" b="b"/>
              <a:pathLst>
                <a:path w="229870" h="336550">
                  <a:moveTo>
                    <a:pt x="0" y="335928"/>
                  </a:moveTo>
                  <a:lnTo>
                    <a:pt x="229343" y="335928"/>
                  </a:lnTo>
                  <a:lnTo>
                    <a:pt x="229343" y="0"/>
                  </a:lnTo>
                  <a:lnTo>
                    <a:pt x="0" y="0"/>
                  </a:lnTo>
                  <a:lnTo>
                    <a:pt x="0" y="335928"/>
                  </a:lnTo>
                  <a:close/>
                </a:path>
              </a:pathLst>
            </a:custGeom>
            <a:ln w="13259">
              <a:solidFill>
                <a:srgbClr val="000000"/>
              </a:solidFill>
            </a:ln>
          </p:spPr>
          <p:txBody>
            <a:bodyPr wrap="square" lIns="0" tIns="0" rIns="0" bIns="0" rtlCol="0"/>
            <a:lstStyle/>
            <a:p/>
          </p:txBody>
        </p:sp>
        <p:sp>
          <p:nvSpPr>
            <p:cNvPr id="44" name="object 44" descr=""/>
            <p:cNvSpPr/>
            <p:nvPr/>
          </p:nvSpPr>
          <p:spPr>
            <a:xfrm>
              <a:off x="7594376" y="4484957"/>
              <a:ext cx="229870" cy="335915"/>
            </a:xfrm>
            <a:custGeom>
              <a:avLst/>
              <a:gdLst/>
              <a:ahLst/>
              <a:cxnLst/>
              <a:rect l="l" t="t" r="r" b="b"/>
              <a:pathLst>
                <a:path w="229870" h="335914">
                  <a:moveTo>
                    <a:pt x="229343" y="0"/>
                  </a:moveTo>
                  <a:lnTo>
                    <a:pt x="0" y="0"/>
                  </a:lnTo>
                  <a:lnTo>
                    <a:pt x="0" y="335490"/>
                  </a:lnTo>
                  <a:lnTo>
                    <a:pt x="229343" y="335490"/>
                  </a:lnTo>
                  <a:lnTo>
                    <a:pt x="229343" y="0"/>
                  </a:lnTo>
                  <a:close/>
                </a:path>
              </a:pathLst>
            </a:custGeom>
            <a:solidFill>
              <a:srgbClr val="FFFFFF"/>
            </a:solidFill>
          </p:spPr>
          <p:txBody>
            <a:bodyPr wrap="square" lIns="0" tIns="0" rIns="0" bIns="0" rtlCol="0"/>
            <a:lstStyle/>
            <a:p/>
          </p:txBody>
        </p:sp>
        <p:sp>
          <p:nvSpPr>
            <p:cNvPr id="45" name="object 45" descr=""/>
            <p:cNvSpPr/>
            <p:nvPr/>
          </p:nvSpPr>
          <p:spPr>
            <a:xfrm>
              <a:off x="7594376" y="4484957"/>
              <a:ext cx="229870" cy="335915"/>
            </a:xfrm>
            <a:custGeom>
              <a:avLst/>
              <a:gdLst/>
              <a:ahLst/>
              <a:cxnLst/>
              <a:rect l="l" t="t" r="r" b="b"/>
              <a:pathLst>
                <a:path w="229870" h="335914">
                  <a:moveTo>
                    <a:pt x="0" y="335490"/>
                  </a:moveTo>
                  <a:lnTo>
                    <a:pt x="229343" y="335490"/>
                  </a:lnTo>
                  <a:lnTo>
                    <a:pt x="229343" y="0"/>
                  </a:lnTo>
                  <a:lnTo>
                    <a:pt x="0" y="0"/>
                  </a:lnTo>
                  <a:lnTo>
                    <a:pt x="0" y="335490"/>
                  </a:lnTo>
                  <a:close/>
                </a:path>
              </a:pathLst>
            </a:custGeom>
            <a:ln w="13259">
              <a:solidFill>
                <a:srgbClr val="000000"/>
              </a:solidFill>
            </a:ln>
          </p:spPr>
          <p:txBody>
            <a:bodyPr wrap="square" lIns="0" tIns="0" rIns="0" bIns="0" rtlCol="0"/>
            <a:lstStyle/>
            <a:p/>
          </p:txBody>
        </p:sp>
        <p:sp>
          <p:nvSpPr>
            <p:cNvPr id="46" name="object 46" descr=""/>
            <p:cNvSpPr/>
            <p:nvPr/>
          </p:nvSpPr>
          <p:spPr>
            <a:xfrm>
              <a:off x="7594376" y="5102332"/>
              <a:ext cx="229870" cy="393065"/>
            </a:xfrm>
            <a:custGeom>
              <a:avLst/>
              <a:gdLst/>
              <a:ahLst/>
              <a:cxnLst/>
              <a:rect l="l" t="t" r="r" b="b"/>
              <a:pathLst>
                <a:path w="229870" h="393064">
                  <a:moveTo>
                    <a:pt x="229343" y="0"/>
                  </a:moveTo>
                  <a:lnTo>
                    <a:pt x="0" y="0"/>
                  </a:lnTo>
                  <a:lnTo>
                    <a:pt x="0" y="392674"/>
                  </a:lnTo>
                  <a:lnTo>
                    <a:pt x="229343" y="392674"/>
                  </a:lnTo>
                  <a:lnTo>
                    <a:pt x="229343" y="0"/>
                  </a:lnTo>
                  <a:close/>
                </a:path>
              </a:pathLst>
            </a:custGeom>
            <a:solidFill>
              <a:srgbClr val="FFFFFF"/>
            </a:solidFill>
          </p:spPr>
          <p:txBody>
            <a:bodyPr wrap="square" lIns="0" tIns="0" rIns="0" bIns="0" rtlCol="0"/>
            <a:lstStyle/>
            <a:p/>
          </p:txBody>
        </p:sp>
        <p:sp>
          <p:nvSpPr>
            <p:cNvPr id="47" name="object 47" descr=""/>
            <p:cNvSpPr/>
            <p:nvPr/>
          </p:nvSpPr>
          <p:spPr>
            <a:xfrm>
              <a:off x="4710210" y="2162239"/>
              <a:ext cx="5028565" cy="3333115"/>
            </a:xfrm>
            <a:custGeom>
              <a:avLst/>
              <a:gdLst/>
              <a:ahLst/>
              <a:cxnLst/>
              <a:rect l="l" t="t" r="r" b="b"/>
              <a:pathLst>
                <a:path w="5028565" h="3333115">
                  <a:moveTo>
                    <a:pt x="2884165" y="3332767"/>
                  </a:moveTo>
                  <a:lnTo>
                    <a:pt x="3113509" y="3332767"/>
                  </a:lnTo>
                  <a:lnTo>
                    <a:pt x="3113509" y="2940092"/>
                  </a:lnTo>
                  <a:lnTo>
                    <a:pt x="2884165" y="2940092"/>
                  </a:lnTo>
                  <a:lnTo>
                    <a:pt x="2884165" y="3332767"/>
                  </a:lnTo>
                  <a:close/>
                </a:path>
                <a:path w="5028565" h="3333115">
                  <a:moveTo>
                    <a:pt x="3585928" y="1340064"/>
                  </a:moveTo>
                  <a:lnTo>
                    <a:pt x="4010158" y="1340064"/>
                  </a:lnTo>
                  <a:lnTo>
                    <a:pt x="4010158" y="1061319"/>
                  </a:lnTo>
                  <a:lnTo>
                    <a:pt x="3585928" y="1061319"/>
                  </a:lnTo>
                  <a:lnTo>
                    <a:pt x="3585928" y="1340064"/>
                  </a:lnTo>
                  <a:close/>
                </a:path>
                <a:path w="5028565" h="3333115">
                  <a:moveTo>
                    <a:pt x="0" y="735739"/>
                  </a:moveTo>
                  <a:lnTo>
                    <a:pt x="272559" y="905666"/>
                  </a:lnTo>
                </a:path>
                <a:path w="5028565" h="3333115">
                  <a:moveTo>
                    <a:pt x="272559" y="1302830"/>
                  </a:moveTo>
                  <a:lnTo>
                    <a:pt x="0" y="1472574"/>
                  </a:lnTo>
                </a:path>
                <a:path w="5028565" h="3333115">
                  <a:moveTo>
                    <a:pt x="272559" y="905666"/>
                  </a:moveTo>
                  <a:lnTo>
                    <a:pt x="272559" y="1302830"/>
                  </a:lnTo>
                </a:path>
                <a:path w="5028565" h="3333115">
                  <a:moveTo>
                    <a:pt x="0" y="735739"/>
                  </a:moveTo>
                  <a:lnTo>
                    <a:pt x="0" y="962794"/>
                  </a:lnTo>
                </a:path>
                <a:path w="5028565" h="3333115">
                  <a:moveTo>
                    <a:pt x="0" y="1245518"/>
                  </a:moveTo>
                  <a:lnTo>
                    <a:pt x="0" y="1472574"/>
                  </a:lnTo>
                </a:path>
                <a:path w="5028565" h="3333115">
                  <a:moveTo>
                    <a:pt x="0" y="1245518"/>
                  </a:moveTo>
                  <a:lnTo>
                    <a:pt x="77691" y="1075775"/>
                  </a:lnTo>
                </a:path>
                <a:path w="5028565" h="3333115">
                  <a:moveTo>
                    <a:pt x="0" y="962794"/>
                  </a:moveTo>
                  <a:lnTo>
                    <a:pt x="77691" y="1132538"/>
                  </a:lnTo>
                </a:path>
                <a:path w="5028565" h="3333115">
                  <a:moveTo>
                    <a:pt x="5028233" y="0"/>
                  </a:moveTo>
                  <a:lnTo>
                    <a:pt x="311636" y="0"/>
                  </a:lnTo>
                </a:path>
              </a:pathLst>
            </a:custGeom>
            <a:ln w="13220">
              <a:solidFill>
                <a:srgbClr val="000000"/>
              </a:solidFill>
            </a:ln>
          </p:spPr>
          <p:txBody>
            <a:bodyPr wrap="square" lIns="0" tIns="0" rIns="0" bIns="0" rtlCol="0"/>
            <a:lstStyle/>
            <a:p/>
          </p:txBody>
        </p:sp>
      </p:grpSp>
      <p:sp>
        <p:nvSpPr>
          <p:cNvPr id="48" name="object 48" descr=""/>
          <p:cNvSpPr txBox="1"/>
          <p:nvPr/>
        </p:nvSpPr>
        <p:spPr>
          <a:xfrm>
            <a:off x="9972055" y="4144977"/>
            <a:ext cx="581025" cy="732790"/>
          </a:xfrm>
          <a:prstGeom prst="rect">
            <a:avLst/>
          </a:prstGeom>
          <a:solidFill>
            <a:srgbClr val="CCFFCC"/>
          </a:solidFill>
          <a:ln w="13246">
            <a:solidFill>
              <a:srgbClr val="000000"/>
            </a:solidFill>
          </a:ln>
        </p:spPr>
        <p:txBody>
          <a:bodyPr wrap="square" lIns="0" tIns="33655" rIns="0" bIns="0" rtlCol="0" vert="horz">
            <a:spAutoFit/>
          </a:bodyPr>
          <a:lstStyle/>
          <a:p>
            <a:pPr marL="32384" marR="39370" indent="100965">
              <a:lnSpc>
                <a:spcPct val="138400"/>
              </a:lnSpc>
              <a:spcBef>
                <a:spcPts val="265"/>
              </a:spcBef>
            </a:pPr>
            <a:r>
              <a:rPr dirty="0" sz="1300" spc="-25">
                <a:latin typeface="宋体"/>
                <a:cs typeface="宋体"/>
              </a:rPr>
              <a:t>数据</a:t>
            </a:r>
            <a:r>
              <a:rPr dirty="0" sz="1300" spc="-20">
                <a:latin typeface="宋体"/>
                <a:cs typeface="宋体"/>
              </a:rPr>
              <a:t>存储器</a:t>
            </a:r>
            <a:endParaRPr sz="1300">
              <a:latin typeface="宋体"/>
              <a:cs typeface="宋体"/>
            </a:endParaRPr>
          </a:p>
        </p:txBody>
      </p:sp>
      <p:grpSp>
        <p:nvGrpSpPr>
          <p:cNvPr id="49" name="object 49" descr=""/>
          <p:cNvGrpSpPr/>
          <p:nvPr/>
        </p:nvGrpSpPr>
        <p:grpSpPr>
          <a:xfrm>
            <a:off x="8718284" y="3306095"/>
            <a:ext cx="475615" cy="93345"/>
            <a:chOff x="8718284" y="3306095"/>
            <a:chExt cx="475615" cy="93345"/>
          </a:xfrm>
        </p:grpSpPr>
        <p:sp>
          <p:nvSpPr>
            <p:cNvPr id="50" name="object 50" descr=""/>
            <p:cNvSpPr/>
            <p:nvPr/>
          </p:nvSpPr>
          <p:spPr>
            <a:xfrm>
              <a:off x="8724952" y="3351907"/>
              <a:ext cx="371475" cy="0"/>
            </a:xfrm>
            <a:custGeom>
              <a:avLst/>
              <a:gdLst/>
              <a:ahLst/>
              <a:cxnLst/>
              <a:rect l="l" t="t" r="r" b="b"/>
              <a:pathLst>
                <a:path w="371475" h="0">
                  <a:moveTo>
                    <a:pt x="0" y="0"/>
                  </a:moveTo>
                  <a:lnTo>
                    <a:pt x="370920" y="0"/>
                  </a:lnTo>
                </a:path>
              </a:pathLst>
            </a:custGeom>
            <a:ln w="13111">
              <a:solidFill>
                <a:srgbClr val="000000"/>
              </a:solidFill>
            </a:ln>
          </p:spPr>
          <p:txBody>
            <a:bodyPr wrap="square" lIns="0" tIns="0" rIns="0" bIns="0" rtlCol="0"/>
            <a:lstStyle/>
            <a:p/>
          </p:txBody>
        </p:sp>
        <p:sp>
          <p:nvSpPr>
            <p:cNvPr id="51" name="object 51" descr=""/>
            <p:cNvSpPr/>
            <p:nvPr/>
          </p:nvSpPr>
          <p:spPr>
            <a:xfrm>
              <a:off x="9046701" y="3306095"/>
              <a:ext cx="147320" cy="93345"/>
            </a:xfrm>
            <a:custGeom>
              <a:avLst/>
              <a:gdLst/>
              <a:ahLst/>
              <a:cxnLst/>
              <a:rect l="l" t="t" r="r" b="b"/>
              <a:pathLst>
                <a:path w="147320" h="93345">
                  <a:moveTo>
                    <a:pt x="0" y="0"/>
                  </a:moveTo>
                  <a:lnTo>
                    <a:pt x="46944" y="46725"/>
                  </a:lnTo>
                  <a:lnTo>
                    <a:pt x="0" y="93085"/>
                  </a:lnTo>
                  <a:lnTo>
                    <a:pt x="147143" y="46725"/>
                  </a:lnTo>
                  <a:lnTo>
                    <a:pt x="0" y="0"/>
                  </a:lnTo>
                  <a:close/>
                </a:path>
              </a:pathLst>
            </a:custGeom>
            <a:solidFill>
              <a:srgbClr val="000000"/>
            </a:solidFill>
          </p:spPr>
          <p:txBody>
            <a:bodyPr wrap="square" lIns="0" tIns="0" rIns="0" bIns="0" rtlCol="0"/>
            <a:lstStyle/>
            <a:p/>
          </p:txBody>
        </p:sp>
      </p:grpSp>
      <p:sp>
        <p:nvSpPr>
          <p:cNvPr id="52" name="object 52" descr=""/>
          <p:cNvSpPr txBox="1"/>
          <p:nvPr/>
        </p:nvSpPr>
        <p:spPr>
          <a:xfrm>
            <a:off x="8767918" y="2931982"/>
            <a:ext cx="359410" cy="393700"/>
          </a:xfrm>
          <a:prstGeom prst="rect">
            <a:avLst/>
          </a:prstGeom>
        </p:spPr>
        <p:txBody>
          <a:bodyPr wrap="square" lIns="0" tIns="41275" rIns="0" bIns="0" rtlCol="0" vert="horz">
            <a:spAutoFit/>
          </a:bodyPr>
          <a:lstStyle/>
          <a:p>
            <a:pPr marL="12700" marR="5080">
              <a:lnSpc>
                <a:spcPts val="1340"/>
              </a:lnSpc>
              <a:spcBef>
                <a:spcPts val="325"/>
              </a:spcBef>
            </a:pPr>
            <a:r>
              <a:rPr dirty="0" sz="1300" spc="-25">
                <a:latin typeface="宋体"/>
                <a:cs typeface="宋体"/>
              </a:rPr>
              <a:t>分之结果</a:t>
            </a:r>
            <a:endParaRPr sz="1300">
              <a:latin typeface="宋体"/>
              <a:cs typeface="宋体"/>
            </a:endParaRPr>
          </a:p>
        </p:txBody>
      </p:sp>
      <p:sp>
        <p:nvSpPr>
          <p:cNvPr id="53" name="object 53" descr=""/>
          <p:cNvSpPr/>
          <p:nvPr/>
        </p:nvSpPr>
        <p:spPr>
          <a:xfrm>
            <a:off x="8685986" y="3918086"/>
            <a:ext cx="0" cy="262255"/>
          </a:xfrm>
          <a:custGeom>
            <a:avLst/>
            <a:gdLst/>
            <a:ahLst/>
            <a:cxnLst/>
            <a:rect l="l" t="t" r="r" b="b"/>
            <a:pathLst>
              <a:path w="0" h="262254">
                <a:moveTo>
                  <a:pt x="0" y="0"/>
                </a:moveTo>
                <a:lnTo>
                  <a:pt x="0" y="262099"/>
                </a:lnTo>
              </a:path>
            </a:pathLst>
          </a:custGeom>
          <a:ln w="13329">
            <a:solidFill>
              <a:srgbClr val="000000"/>
            </a:solidFill>
          </a:ln>
        </p:spPr>
        <p:txBody>
          <a:bodyPr wrap="square" lIns="0" tIns="0" rIns="0" bIns="0" rtlCol="0"/>
          <a:lstStyle/>
          <a:p/>
        </p:txBody>
      </p:sp>
      <p:sp>
        <p:nvSpPr>
          <p:cNvPr id="54" name="object 54" descr=""/>
          <p:cNvSpPr/>
          <p:nvPr/>
        </p:nvSpPr>
        <p:spPr>
          <a:xfrm>
            <a:off x="8685986" y="4506531"/>
            <a:ext cx="0" cy="261620"/>
          </a:xfrm>
          <a:custGeom>
            <a:avLst/>
            <a:gdLst/>
            <a:ahLst/>
            <a:cxnLst/>
            <a:rect l="l" t="t" r="r" b="b"/>
            <a:pathLst>
              <a:path w="0" h="261620">
                <a:moveTo>
                  <a:pt x="0" y="0"/>
                </a:moveTo>
                <a:lnTo>
                  <a:pt x="0" y="261223"/>
                </a:lnTo>
              </a:path>
            </a:pathLst>
          </a:custGeom>
          <a:ln w="13329">
            <a:solidFill>
              <a:srgbClr val="000000"/>
            </a:solidFill>
          </a:ln>
        </p:spPr>
        <p:txBody>
          <a:bodyPr wrap="square" lIns="0" tIns="0" rIns="0" bIns="0" rtlCol="0"/>
          <a:lstStyle/>
          <a:p/>
        </p:txBody>
      </p:sp>
      <p:sp>
        <p:nvSpPr>
          <p:cNvPr id="55" name="object 55" descr=""/>
          <p:cNvSpPr/>
          <p:nvPr/>
        </p:nvSpPr>
        <p:spPr>
          <a:xfrm>
            <a:off x="5216715" y="3053851"/>
            <a:ext cx="0" cy="396875"/>
          </a:xfrm>
          <a:custGeom>
            <a:avLst/>
            <a:gdLst/>
            <a:ahLst/>
            <a:cxnLst/>
            <a:rect l="l" t="t" r="r" b="b"/>
            <a:pathLst>
              <a:path w="0" h="396875">
                <a:moveTo>
                  <a:pt x="0" y="0"/>
                </a:moveTo>
                <a:lnTo>
                  <a:pt x="0" y="396799"/>
                </a:lnTo>
              </a:path>
            </a:pathLst>
          </a:custGeom>
          <a:ln w="13329">
            <a:solidFill>
              <a:srgbClr val="000000"/>
            </a:solidFill>
          </a:ln>
        </p:spPr>
        <p:txBody>
          <a:bodyPr wrap="square" lIns="0" tIns="0" rIns="0" bIns="0" rtlCol="0"/>
          <a:lstStyle/>
          <a:p/>
        </p:txBody>
      </p:sp>
      <p:grpSp>
        <p:nvGrpSpPr>
          <p:cNvPr id="56" name="object 56" descr=""/>
          <p:cNvGrpSpPr/>
          <p:nvPr/>
        </p:nvGrpSpPr>
        <p:grpSpPr>
          <a:xfrm>
            <a:off x="5210047" y="2934204"/>
            <a:ext cx="5817235" cy="2743200"/>
            <a:chOff x="5210047" y="2934204"/>
            <a:chExt cx="5817235" cy="2743200"/>
          </a:xfrm>
        </p:grpSpPr>
        <p:sp>
          <p:nvSpPr>
            <p:cNvPr id="57" name="object 57" descr=""/>
            <p:cNvSpPr/>
            <p:nvPr/>
          </p:nvSpPr>
          <p:spPr>
            <a:xfrm>
              <a:off x="8685986" y="3918085"/>
              <a:ext cx="273050" cy="850265"/>
            </a:xfrm>
            <a:custGeom>
              <a:avLst/>
              <a:gdLst/>
              <a:ahLst/>
              <a:cxnLst/>
              <a:rect l="l" t="t" r="r" b="b"/>
              <a:pathLst>
                <a:path w="273050" h="850264">
                  <a:moveTo>
                    <a:pt x="0" y="0"/>
                  </a:moveTo>
                  <a:lnTo>
                    <a:pt x="272948" y="196209"/>
                  </a:lnTo>
                </a:path>
                <a:path w="273050" h="850264">
                  <a:moveTo>
                    <a:pt x="272948" y="653422"/>
                  </a:moveTo>
                  <a:lnTo>
                    <a:pt x="0" y="849668"/>
                  </a:lnTo>
                </a:path>
                <a:path w="273050" h="850264">
                  <a:moveTo>
                    <a:pt x="272948" y="196209"/>
                  </a:moveTo>
                  <a:lnTo>
                    <a:pt x="272948" y="653422"/>
                  </a:lnTo>
                </a:path>
              </a:pathLst>
            </a:custGeom>
            <a:ln w="13220">
              <a:solidFill>
                <a:srgbClr val="000000"/>
              </a:solidFill>
            </a:ln>
          </p:spPr>
          <p:txBody>
            <a:bodyPr wrap="square" lIns="0" tIns="0" rIns="0" bIns="0" rtlCol="0"/>
            <a:lstStyle/>
            <a:p/>
          </p:txBody>
        </p:sp>
        <p:pic>
          <p:nvPicPr>
            <p:cNvPr id="58" name="object 58" descr=""/>
            <p:cNvPicPr/>
            <p:nvPr/>
          </p:nvPicPr>
          <p:blipFill>
            <a:blip r:embed="rId2" cstate="print"/>
            <a:stretch>
              <a:fillRect/>
            </a:stretch>
          </p:blipFill>
          <p:spPr>
            <a:xfrm>
              <a:off x="8679336" y="4173534"/>
              <a:ext cx="114558" cy="339646"/>
            </a:xfrm>
            <a:prstGeom prst="rect">
              <a:avLst/>
            </a:prstGeom>
          </p:spPr>
        </p:pic>
        <p:sp>
          <p:nvSpPr>
            <p:cNvPr id="59" name="object 59" descr=""/>
            <p:cNvSpPr/>
            <p:nvPr/>
          </p:nvSpPr>
          <p:spPr>
            <a:xfrm>
              <a:off x="8491155" y="4654738"/>
              <a:ext cx="97790" cy="0"/>
            </a:xfrm>
            <a:custGeom>
              <a:avLst/>
              <a:gdLst/>
              <a:ahLst/>
              <a:cxnLst/>
              <a:rect l="l" t="t" r="r" b="b"/>
              <a:pathLst>
                <a:path w="97790" h="0">
                  <a:moveTo>
                    <a:pt x="0" y="0"/>
                  </a:moveTo>
                  <a:lnTo>
                    <a:pt x="97786" y="0"/>
                  </a:lnTo>
                </a:path>
              </a:pathLst>
            </a:custGeom>
            <a:ln w="13111">
              <a:solidFill>
                <a:srgbClr val="000000"/>
              </a:solidFill>
            </a:ln>
          </p:spPr>
          <p:txBody>
            <a:bodyPr wrap="square" lIns="0" tIns="0" rIns="0" bIns="0" rtlCol="0"/>
            <a:lstStyle/>
            <a:p/>
          </p:txBody>
        </p:sp>
        <p:sp>
          <p:nvSpPr>
            <p:cNvPr id="60" name="object 60" descr=""/>
            <p:cNvSpPr/>
            <p:nvPr/>
          </p:nvSpPr>
          <p:spPr>
            <a:xfrm>
              <a:off x="8539770" y="4608742"/>
              <a:ext cx="146685" cy="93345"/>
            </a:xfrm>
            <a:custGeom>
              <a:avLst/>
              <a:gdLst/>
              <a:ahLst/>
              <a:cxnLst/>
              <a:rect l="l" t="t" r="r" b="b"/>
              <a:pathLst>
                <a:path w="146684" h="93345">
                  <a:moveTo>
                    <a:pt x="0" y="0"/>
                  </a:moveTo>
                  <a:lnTo>
                    <a:pt x="46944" y="47345"/>
                  </a:lnTo>
                  <a:lnTo>
                    <a:pt x="0" y="93267"/>
                  </a:lnTo>
                  <a:lnTo>
                    <a:pt x="146215" y="47345"/>
                  </a:lnTo>
                  <a:lnTo>
                    <a:pt x="0" y="0"/>
                  </a:lnTo>
                  <a:close/>
                </a:path>
              </a:pathLst>
            </a:custGeom>
            <a:solidFill>
              <a:srgbClr val="000000"/>
            </a:solidFill>
          </p:spPr>
          <p:txBody>
            <a:bodyPr wrap="square" lIns="0" tIns="0" rIns="0" bIns="0" rtlCol="0"/>
            <a:lstStyle/>
            <a:p/>
          </p:txBody>
        </p:sp>
        <p:sp>
          <p:nvSpPr>
            <p:cNvPr id="61" name="object 61" descr=""/>
            <p:cNvSpPr/>
            <p:nvPr/>
          </p:nvSpPr>
          <p:spPr>
            <a:xfrm>
              <a:off x="8491155" y="4031978"/>
              <a:ext cx="97790" cy="0"/>
            </a:xfrm>
            <a:custGeom>
              <a:avLst/>
              <a:gdLst/>
              <a:ahLst/>
              <a:cxnLst/>
              <a:rect l="l" t="t" r="r" b="b"/>
              <a:pathLst>
                <a:path w="97790" h="0">
                  <a:moveTo>
                    <a:pt x="0" y="0"/>
                  </a:moveTo>
                  <a:lnTo>
                    <a:pt x="97786" y="0"/>
                  </a:lnTo>
                </a:path>
              </a:pathLst>
            </a:custGeom>
            <a:ln w="13111">
              <a:solidFill>
                <a:srgbClr val="000000"/>
              </a:solidFill>
            </a:ln>
          </p:spPr>
          <p:txBody>
            <a:bodyPr wrap="square" lIns="0" tIns="0" rIns="0" bIns="0" rtlCol="0"/>
            <a:lstStyle/>
            <a:p/>
          </p:txBody>
        </p:sp>
        <p:sp>
          <p:nvSpPr>
            <p:cNvPr id="62" name="object 62" descr=""/>
            <p:cNvSpPr/>
            <p:nvPr/>
          </p:nvSpPr>
          <p:spPr>
            <a:xfrm>
              <a:off x="8539770" y="3985983"/>
              <a:ext cx="146685" cy="93345"/>
            </a:xfrm>
            <a:custGeom>
              <a:avLst/>
              <a:gdLst/>
              <a:ahLst/>
              <a:cxnLst/>
              <a:rect l="l" t="t" r="r" b="b"/>
              <a:pathLst>
                <a:path w="146684" h="93345">
                  <a:moveTo>
                    <a:pt x="0" y="0"/>
                  </a:moveTo>
                  <a:lnTo>
                    <a:pt x="46944" y="46907"/>
                  </a:lnTo>
                  <a:lnTo>
                    <a:pt x="0" y="93267"/>
                  </a:lnTo>
                  <a:lnTo>
                    <a:pt x="146215" y="46907"/>
                  </a:lnTo>
                  <a:lnTo>
                    <a:pt x="0" y="0"/>
                  </a:lnTo>
                  <a:close/>
                </a:path>
              </a:pathLst>
            </a:custGeom>
            <a:solidFill>
              <a:srgbClr val="000000"/>
            </a:solidFill>
          </p:spPr>
          <p:txBody>
            <a:bodyPr wrap="square" lIns="0" tIns="0" rIns="0" bIns="0" rtlCol="0"/>
            <a:lstStyle/>
            <a:p/>
          </p:txBody>
        </p:sp>
        <p:sp>
          <p:nvSpPr>
            <p:cNvPr id="63" name="object 63" descr=""/>
            <p:cNvSpPr/>
            <p:nvPr/>
          </p:nvSpPr>
          <p:spPr>
            <a:xfrm>
              <a:off x="7867325" y="4144958"/>
              <a:ext cx="254000" cy="0"/>
            </a:xfrm>
            <a:custGeom>
              <a:avLst/>
              <a:gdLst/>
              <a:ahLst/>
              <a:cxnLst/>
              <a:rect l="l" t="t" r="r" b="b"/>
              <a:pathLst>
                <a:path w="254000" h="0">
                  <a:moveTo>
                    <a:pt x="0" y="0"/>
                  </a:moveTo>
                  <a:lnTo>
                    <a:pt x="253836" y="0"/>
                  </a:lnTo>
                </a:path>
              </a:pathLst>
            </a:custGeom>
            <a:ln w="13111">
              <a:solidFill>
                <a:srgbClr val="000000"/>
              </a:solidFill>
            </a:ln>
          </p:spPr>
          <p:txBody>
            <a:bodyPr wrap="square" lIns="0" tIns="0" rIns="0" bIns="0" rtlCol="0"/>
            <a:lstStyle/>
            <a:p/>
          </p:txBody>
        </p:sp>
        <p:sp>
          <p:nvSpPr>
            <p:cNvPr id="64" name="object 64" descr=""/>
            <p:cNvSpPr/>
            <p:nvPr/>
          </p:nvSpPr>
          <p:spPr>
            <a:xfrm>
              <a:off x="8072361" y="4098963"/>
              <a:ext cx="146050" cy="93345"/>
            </a:xfrm>
            <a:custGeom>
              <a:avLst/>
              <a:gdLst/>
              <a:ahLst/>
              <a:cxnLst/>
              <a:rect l="l" t="t" r="r" b="b"/>
              <a:pathLst>
                <a:path w="146050" h="93345">
                  <a:moveTo>
                    <a:pt x="0" y="0"/>
                  </a:moveTo>
                  <a:lnTo>
                    <a:pt x="46944" y="45995"/>
                  </a:lnTo>
                  <a:lnTo>
                    <a:pt x="0" y="93267"/>
                  </a:lnTo>
                  <a:lnTo>
                    <a:pt x="145659" y="45995"/>
                  </a:lnTo>
                  <a:lnTo>
                    <a:pt x="0" y="0"/>
                  </a:lnTo>
                  <a:close/>
                </a:path>
              </a:pathLst>
            </a:custGeom>
            <a:solidFill>
              <a:srgbClr val="000000"/>
            </a:solidFill>
          </p:spPr>
          <p:txBody>
            <a:bodyPr wrap="square" lIns="0" tIns="0" rIns="0" bIns="0" rtlCol="0"/>
            <a:lstStyle/>
            <a:p/>
          </p:txBody>
        </p:sp>
        <p:sp>
          <p:nvSpPr>
            <p:cNvPr id="65" name="object 65" descr=""/>
            <p:cNvSpPr/>
            <p:nvPr/>
          </p:nvSpPr>
          <p:spPr>
            <a:xfrm>
              <a:off x="7867325" y="4654738"/>
              <a:ext cx="254000" cy="0"/>
            </a:xfrm>
            <a:custGeom>
              <a:avLst/>
              <a:gdLst/>
              <a:ahLst/>
              <a:cxnLst/>
              <a:rect l="l" t="t" r="r" b="b"/>
              <a:pathLst>
                <a:path w="254000" h="0">
                  <a:moveTo>
                    <a:pt x="0" y="0"/>
                  </a:moveTo>
                  <a:lnTo>
                    <a:pt x="253836" y="0"/>
                  </a:lnTo>
                </a:path>
              </a:pathLst>
            </a:custGeom>
            <a:ln w="13111">
              <a:solidFill>
                <a:srgbClr val="000000"/>
              </a:solidFill>
            </a:ln>
          </p:spPr>
          <p:txBody>
            <a:bodyPr wrap="square" lIns="0" tIns="0" rIns="0" bIns="0" rtlCol="0"/>
            <a:lstStyle/>
            <a:p/>
          </p:txBody>
        </p:sp>
        <p:sp>
          <p:nvSpPr>
            <p:cNvPr id="66" name="object 66" descr=""/>
            <p:cNvSpPr/>
            <p:nvPr/>
          </p:nvSpPr>
          <p:spPr>
            <a:xfrm>
              <a:off x="8072361" y="4608742"/>
              <a:ext cx="146050" cy="93345"/>
            </a:xfrm>
            <a:custGeom>
              <a:avLst/>
              <a:gdLst/>
              <a:ahLst/>
              <a:cxnLst/>
              <a:rect l="l" t="t" r="r" b="b"/>
              <a:pathLst>
                <a:path w="146050" h="93345">
                  <a:moveTo>
                    <a:pt x="0" y="0"/>
                  </a:moveTo>
                  <a:lnTo>
                    <a:pt x="46944" y="47345"/>
                  </a:lnTo>
                  <a:lnTo>
                    <a:pt x="0" y="93267"/>
                  </a:lnTo>
                  <a:lnTo>
                    <a:pt x="145659" y="47345"/>
                  </a:lnTo>
                  <a:lnTo>
                    <a:pt x="0" y="0"/>
                  </a:lnTo>
                  <a:close/>
                </a:path>
              </a:pathLst>
            </a:custGeom>
            <a:solidFill>
              <a:srgbClr val="000000"/>
            </a:solidFill>
          </p:spPr>
          <p:txBody>
            <a:bodyPr wrap="square" lIns="0" tIns="0" rIns="0" bIns="0" rtlCol="0"/>
            <a:lstStyle/>
            <a:p/>
          </p:txBody>
        </p:sp>
        <p:sp>
          <p:nvSpPr>
            <p:cNvPr id="67" name="object 67" descr=""/>
            <p:cNvSpPr/>
            <p:nvPr/>
          </p:nvSpPr>
          <p:spPr>
            <a:xfrm>
              <a:off x="6814867" y="4989316"/>
              <a:ext cx="463550" cy="681355"/>
            </a:xfrm>
            <a:custGeom>
              <a:avLst/>
              <a:gdLst/>
              <a:ahLst/>
              <a:cxnLst/>
              <a:rect l="l" t="t" r="r" b="b"/>
              <a:pathLst>
                <a:path w="463550" h="681354">
                  <a:moveTo>
                    <a:pt x="0" y="339980"/>
                  </a:moveTo>
                  <a:lnTo>
                    <a:pt x="3022" y="395377"/>
                  </a:lnTo>
                  <a:lnTo>
                    <a:pt x="11774" y="447890"/>
                  </a:lnTo>
                  <a:lnTo>
                    <a:pt x="25786" y="496825"/>
                  </a:lnTo>
                  <a:lnTo>
                    <a:pt x="44586" y="541489"/>
                  </a:lnTo>
                  <a:lnTo>
                    <a:pt x="67703" y="581185"/>
                  </a:lnTo>
                  <a:lnTo>
                    <a:pt x="94667" y="615222"/>
                  </a:lnTo>
                  <a:lnTo>
                    <a:pt x="125007" y="642903"/>
                  </a:lnTo>
                  <a:lnTo>
                    <a:pt x="158251" y="663535"/>
                  </a:lnTo>
                  <a:lnTo>
                    <a:pt x="231570" y="680873"/>
                  </a:lnTo>
                  <a:lnTo>
                    <a:pt x="269216" y="676423"/>
                  </a:lnTo>
                  <a:lnTo>
                    <a:pt x="338173" y="642903"/>
                  </a:lnTo>
                  <a:lnTo>
                    <a:pt x="368538" y="615222"/>
                  </a:lnTo>
                  <a:lnTo>
                    <a:pt x="395529" y="581185"/>
                  </a:lnTo>
                  <a:lnTo>
                    <a:pt x="418674" y="541489"/>
                  </a:lnTo>
                  <a:lnTo>
                    <a:pt x="437500" y="496825"/>
                  </a:lnTo>
                  <a:lnTo>
                    <a:pt x="451532" y="447890"/>
                  </a:lnTo>
                  <a:lnTo>
                    <a:pt x="460299" y="395377"/>
                  </a:lnTo>
                  <a:lnTo>
                    <a:pt x="463326" y="339980"/>
                  </a:lnTo>
                  <a:lnTo>
                    <a:pt x="460299" y="284942"/>
                  </a:lnTo>
                  <a:lnTo>
                    <a:pt x="451532" y="232691"/>
                  </a:lnTo>
                  <a:lnTo>
                    <a:pt x="437500" y="183936"/>
                  </a:lnTo>
                  <a:lnTo>
                    <a:pt x="418674" y="139384"/>
                  </a:lnTo>
                  <a:lnTo>
                    <a:pt x="395529" y="99745"/>
                  </a:lnTo>
                  <a:lnTo>
                    <a:pt x="368538" y="65724"/>
                  </a:lnTo>
                  <a:lnTo>
                    <a:pt x="338173" y="38032"/>
                  </a:lnTo>
                  <a:lnTo>
                    <a:pt x="304908" y="17375"/>
                  </a:lnTo>
                  <a:lnTo>
                    <a:pt x="231570" y="0"/>
                  </a:lnTo>
                  <a:lnTo>
                    <a:pt x="193929" y="4461"/>
                  </a:lnTo>
                  <a:lnTo>
                    <a:pt x="125007" y="38032"/>
                  </a:lnTo>
                  <a:lnTo>
                    <a:pt x="94667" y="65724"/>
                  </a:lnTo>
                  <a:lnTo>
                    <a:pt x="67703" y="99745"/>
                  </a:lnTo>
                  <a:lnTo>
                    <a:pt x="44586" y="139384"/>
                  </a:lnTo>
                  <a:lnTo>
                    <a:pt x="25786" y="183936"/>
                  </a:lnTo>
                  <a:lnTo>
                    <a:pt x="11774" y="232691"/>
                  </a:lnTo>
                  <a:lnTo>
                    <a:pt x="3022" y="284942"/>
                  </a:lnTo>
                  <a:lnTo>
                    <a:pt x="0" y="339980"/>
                  </a:lnTo>
                  <a:close/>
                </a:path>
              </a:pathLst>
            </a:custGeom>
            <a:ln w="13260">
              <a:solidFill>
                <a:srgbClr val="000000"/>
              </a:solidFill>
            </a:ln>
          </p:spPr>
          <p:txBody>
            <a:bodyPr wrap="square" lIns="0" tIns="0" rIns="0" bIns="0" rtlCol="0"/>
            <a:lstStyle/>
            <a:p/>
          </p:txBody>
        </p:sp>
        <p:sp>
          <p:nvSpPr>
            <p:cNvPr id="68" name="object 68" descr=""/>
            <p:cNvSpPr/>
            <p:nvPr/>
          </p:nvSpPr>
          <p:spPr>
            <a:xfrm>
              <a:off x="9231512" y="3160078"/>
              <a:ext cx="229870" cy="391795"/>
            </a:xfrm>
            <a:custGeom>
              <a:avLst/>
              <a:gdLst/>
              <a:ahLst/>
              <a:cxnLst/>
              <a:rect l="l" t="t" r="r" b="b"/>
              <a:pathLst>
                <a:path w="229870" h="391795">
                  <a:moveTo>
                    <a:pt x="229343" y="0"/>
                  </a:moveTo>
                  <a:lnTo>
                    <a:pt x="0" y="0"/>
                  </a:lnTo>
                  <a:lnTo>
                    <a:pt x="0" y="391323"/>
                  </a:lnTo>
                  <a:lnTo>
                    <a:pt x="229343" y="391323"/>
                  </a:lnTo>
                  <a:lnTo>
                    <a:pt x="229343" y="0"/>
                  </a:lnTo>
                  <a:close/>
                </a:path>
              </a:pathLst>
            </a:custGeom>
            <a:solidFill>
              <a:srgbClr val="FFFFFF"/>
            </a:solidFill>
          </p:spPr>
          <p:txBody>
            <a:bodyPr wrap="square" lIns="0" tIns="0" rIns="0" bIns="0" rtlCol="0"/>
            <a:lstStyle/>
            <a:p/>
          </p:txBody>
        </p:sp>
        <p:sp>
          <p:nvSpPr>
            <p:cNvPr id="69" name="object 69" descr=""/>
            <p:cNvSpPr/>
            <p:nvPr/>
          </p:nvSpPr>
          <p:spPr>
            <a:xfrm>
              <a:off x="9231512" y="3160078"/>
              <a:ext cx="229870" cy="391795"/>
            </a:xfrm>
            <a:custGeom>
              <a:avLst/>
              <a:gdLst/>
              <a:ahLst/>
              <a:cxnLst/>
              <a:rect l="l" t="t" r="r" b="b"/>
              <a:pathLst>
                <a:path w="229870" h="391795">
                  <a:moveTo>
                    <a:pt x="0" y="391323"/>
                  </a:moveTo>
                  <a:lnTo>
                    <a:pt x="229343" y="391323"/>
                  </a:lnTo>
                  <a:lnTo>
                    <a:pt x="229343" y="0"/>
                  </a:lnTo>
                  <a:lnTo>
                    <a:pt x="0" y="0"/>
                  </a:lnTo>
                  <a:lnTo>
                    <a:pt x="0" y="391323"/>
                  </a:lnTo>
                  <a:close/>
                </a:path>
              </a:pathLst>
            </a:custGeom>
            <a:ln w="13273">
              <a:solidFill>
                <a:srgbClr val="000000"/>
              </a:solidFill>
            </a:ln>
          </p:spPr>
          <p:txBody>
            <a:bodyPr wrap="square" lIns="0" tIns="0" rIns="0" bIns="0" rtlCol="0"/>
            <a:lstStyle/>
            <a:p/>
          </p:txBody>
        </p:sp>
        <p:sp>
          <p:nvSpPr>
            <p:cNvPr id="70" name="object 70" descr=""/>
            <p:cNvSpPr/>
            <p:nvPr/>
          </p:nvSpPr>
          <p:spPr>
            <a:xfrm>
              <a:off x="9231512" y="4087793"/>
              <a:ext cx="229870" cy="562610"/>
            </a:xfrm>
            <a:custGeom>
              <a:avLst/>
              <a:gdLst/>
              <a:ahLst/>
              <a:cxnLst/>
              <a:rect l="l" t="t" r="r" b="b"/>
              <a:pathLst>
                <a:path w="229870" h="562610">
                  <a:moveTo>
                    <a:pt x="229343" y="0"/>
                  </a:moveTo>
                  <a:lnTo>
                    <a:pt x="0" y="0"/>
                  </a:lnTo>
                  <a:lnTo>
                    <a:pt x="0" y="562436"/>
                  </a:lnTo>
                  <a:lnTo>
                    <a:pt x="229343" y="562436"/>
                  </a:lnTo>
                  <a:lnTo>
                    <a:pt x="229343" y="0"/>
                  </a:lnTo>
                  <a:close/>
                </a:path>
              </a:pathLst>
            </a:custGeom>
            <a:solidFill>
              <a:srgbClr val="FFFFFF"/>
            </a:solidFill>
          </p:spPr>
          <p:txBody>
            <a:bodyPr wrap="square" lIns="0" tIns="0" rIns="0" bIns="0" rtlCol="0"/>
            <a:lstStyle/>
            <a:p/>
          </p:txBody>
        </p:sp>
        <p:sp>
          <p:nvSpPr>
            <p:cNvPr id="71" name="object 71" descr=""/>
            <p:cNvSpPr/>
            <p:nvPr/>
          </p:nvSpPr>
          <p:spPr>
            <a:xfrm>
              <a:off x="8958934" y="4087793"/>
              <a:ext cx="502284" cy="562610"/>
            </a:xfrm>
            <a:custGeom>
              <a:avLst/>
              <a:gdLst/>
              <a:ahLst/>
              <a:cxnLst/>
              <a:rect l="l" t="t" r="r" b="b"/>
              <a:pathLst>
                <a:path w="502284" h="562610">
                  <a:moveTo>
                    <a:pt x="272577" y="562436"/>
                  </a:moveTo>
                  <a:lnTo>
                    <a:pt x="501921" y="562436"/>
                  </a:lnTo>
                  <a:lnTo>
                    <a:pt x="501921" y="0"/>
                  </a:lnTo>
                  <a:lnTo>
                    <a:pt x="272577" y="0"/>
                  </a:lnTo>
                  <a:lnTo>
                    <a:pt x="272577" y="562436"/>
                  </a:lnTo>
                  <a:close/>
                </a:path>
                <a:path w="502284" h="562610">
                  <a:moveTo>
                    <a:pt x="0" y="284220"/>
                  </a:moveTo>
                  <a:lnTo>
                    <a:pt x="136938" y="284220"/>
                  </a:lnTo>
                </a:path>
              </a:pathLst>
            </a:custGeom>
            <a:ln w="13220">
              <a:solidFill>
                <a:srgbClr val="000000"/>
              </a:solidFill>
            </a:ln>
          </p:spPr>
          <p:txBody>
            <a:bodyPr wrap="square" lIns="0" tIns="0" rIns="0" bIns="0" rtlCol="0"/>
            <a:lstStyle/>
            <a:p/>
          </p:txBody>
        </p:sp>
        <p:sp>
          <p:nvSpPr>
            <p:cNvPr id="72" name="object 72" descr=""/>
            <p:cNvSpPr/>
            <p:nvPr/>
          </p:nvSpPr>
          <p:spPr>
            <a:xfrm>
              <a:off x="9046701" y="4326018"/>
              <a:ext cx="147320" cy="93345"/>
            </a:xfrm>
            <a:custGeom>
              <a:avLst/>
              <a:gdLst/>
              <a:ahLst/>
              <a:cxnLst/>
              <a:rect l="l" t="t" r="r" b="b"/>
              <a:pathLst>
                <a:path w="147320" h="93345">
                  <a:moveTo>
                    <a:pt x="0" y="0"/>
                  </a:moveTo>
                  <a:lnTo>
                    <a:pt x="46944" y="46725"/>
                  </a:lnTo>
                  <a:lnTo>
                    <a:pt x="0" y="93267"/>
                  </a:lnTo>
                  <a:lnTo>
                    <a:pt x="147143" y="46725"/>
                  </a:lnTo>
                  <a:lnTo>
                    <a:pt x="0" y="0"/>
                  </a:lnTo>
                  <a:close/>
                </a:path>
              </a:pathLst>
            </a:custGeom>
            <a:solidFill>
              <a:srgbClr val="000000"/>
            </a:solidFill>
          </p:spPr>
          <p:txBody>
            <a:bodyPr wrap="square" lIns="0" tIns="0" rIns="0" bIns="0" rtlCol="0"/>
            <a:lstStyle/>
            <a:p/>
          </p:txBody>
        </p:sp>
        <p:sp>
          <p:nvSpPr>
            <p:cNvPr id="73" name="object 73" descr=""/>
            <p:cNvSpPr/>
            <p:nvPr/>
          </p:nvSpPr>
          <p:spPr>
            <a:xfrm>
              <a:off x="10790531" y="4314739"/>
              <a:ext cx="229870" cy="448945"/>
            </a:xfrm>
            <a:custGeom>
              <a:avLst/>
              <a:gdLst/>
              <a:ahLst/>
              <a:cxnLst/>
              <a:rect l="l" t="t" r="r" b="b"/>
              <a:pathLst>
                <a:path w="229870" h="448945">
                  <a:moveTo>
                    <a:pt x="229807" y="0"/>
                  </a:moveTo>
                  <a:lnTo>
                    <a:pt x="0" y="0"/>
                  </a:lnTo>
                  <a:lnTo>
                    <a:pt x="0" y="448507"/>
                  </a:lnTo>
                  <a:lnTo>
                    <a:pt x="229807" y="448507"/>
                  </a:lnTo>
                  <a:lnTo>
                    <a:pt x="229807" y="0"/>
                  </a:lnTo>
                  <a:close/>
                </a:path>
              </a:pathLst>
            </a:custGeom>
            <a:solidFill>
              <a:srgbClr val="FFFFFF"/>
            </a:solidFill>
          </p:spPr>
          <p:txBody>
            <a:bodyPr wrap="square" lIns="0" tIns="0" rIns="0" bIns="0" rtlCol="0"/>
            <a:lstStyle/>
            <a:p/>
          </p:txBody>
        </p:sp>
        <p:sp>
          <p:nvSpPr>
            <p:cNvPr id="74" name="object 74" descr=""/>
            <p:cNvSpPr/>
            <p:nvPr/>
          </p:nvSpPr>
          <p:spPr>
            <a:xfrm>
              <a:off x="5216715" y="2940871"/>
              <a:ext cx="5803900" cy="1822450"/>
            </a:xfrm>
            <a:custGeom>
              <a:avLst/>
              <a:gdLst/>
              <a:ahLst/>
              <a:cxnLst/>
              <a:rect l="l" t="t" r="r" b="b"/>
              <a:pathLst>
                <a:path w="5803900" h="1822450">
                  <a:moveTo>
                    <a:pt x="5573815" y="1822374"/>
                  </a:moveTo>
                  <a:lnTo>
                    <a:pt x="5803623" y="1822374"/>
                  </a:lnTo>
                  <a:lnTo>
                    <a:pt x="5803623" y="1373867"/>
                  </a:lnTo>
                  <a:lnTo>
                    <a:pt x="5573815" y="1373867"/>
                  </a:lnTo>
                  <a:lnTo>
                    <a:pt x="5573815" y="1822374"/>
                  </a:lnTo>
                  <a:close/>
                </a:path>
                <a:path w="5803900" h="1822450">
                  <a:moveTo>
                    <a:pt x="0" y="134700"/>
                  </a:moveTo>
                  <a:lnTo>
                    <a:pt x="6603" y="177412"/>
                  </a:lnTo>
                  <a:lnTo>
                    <a:pt x="25032" y="214492"/>
                  </a:lnTo>
                  <a:lnTo>
                    <a:pt x="53213" y="243721"/>
                  </a:lnTo>
                  <a:lnTo>
                    <a:pt x="89072" y="262884"/>
                  </a:lnTo>
                  <a:lnTo>
                    <a:pt x="130536" y="269765"/>
                  </a:lnTo>
                  <a:lnTo>
                    <a:pt x="171774" y="262884"/>
                  </a:lnTo>
                  <a:lnTo>
                    <a:pt x="207496" y="243721"/>
                  </a:lnTo>
                  <a:lnTo>
                    <a:pt x="235606" y="214492"/>
                  </a:lnTo>
                  <a:lnTo>
                    <a:pt x="254009" y="177412"/>
                  </a:lnTo>
                  <a:lnTo>
                    <a:pt x="260609" y="134700"/>
                  </a:lnTo>
                  <a:lnTo>
                    <a:pt x="254009" y="92095"/>
                  </a:lnTo>
                  <a:lnTo>
                    <a:pt x="235606" y="55115"/>
                  </a:lnTo>
                  <a:lnTo>
                    <a:pt x="207496" y="25967"/>
                  </a:lnTo>
                  <a:lnTo>
                    <a:pt x="171774" y="6859"/>
                  </a:lnTo>
                  <a:lnTo>
                    <a:pt x="130536" y="0"/>
                  </a:lnTo>
                  <a:lnTo>
                    <a:pt x="89072" y="6859"/>
                  </a:lnTo>
                  <a:lnTo>
                    <a:pt x="53213" y="25967"/>
                  </a:lnTo>
                  <a:lnTo>
                    <a:pt x="25032" y="55115"/>
                  </a:lnTo>
                  <a:lnTo>
                    <a:pt x="6603" y="92095"/>
                  </a:lnTo>
                  <a:lnTo>
                    <a:pt x="0" y="134700"/>
                  </a:lnTo>
                  <a:close/>
                </a:path>
                <a:path w="5803900" h="1822450">
                  <a:moveTo>
                    <a:pt x="0" y="483678"/>
                  </a:moveTo>
                  <a:lnTo>
                    <a:pt x="6603" y="526194"/>
                  </a:lnTo>
                  <a:lnTo>
                    <a:pt x="25032" y="563120"/>
                  </a:lnTo>
                  <a:lnTo>
                    <a:pt x="53213" y="592240"/>
                  </a:lnTo>
                  <a:lnTo>
                    <a:pt x="89072" y="611338"/>
                  </a:lnTo>
                  <a:lnTo>
                    <a:pt x="130536" y="618196"/>
                  </a:lnTo>
                  <a:lnTo>
                    <a:pt x="171774" y="611338"/>
                  </a:lnTo>
                  <a:lnTo>
                    <a:pt x="207496" y="592240"/>
                  </a:lnTo>
                  <a:lnTo>
                    <a:pt x="235606" y="563120"/>
                  </a:lnTo>
                  <a:lnTo>
                    <a:pt x="254009" y="526194"/>
                  </a:lnTo>
                  <a:lnTo>
                    <a:pt x="260609" y="483678"/>
                  </a:lnTo>
                  <a:lnTo>
                    <a:pt x="254009" y="440877"/>
                  </a:lnTo>
                  <a:lnTo>
                    <a:pt x="235606" y="403743"/>
                  </a:lnTo>
                  <a:lnTo>
                    <a:pt x="207496" y="374486"/>
                  </a:lnTo>
                  <a:lnTo>
                    <a:pt x="171774" y="355313"/>
                  </a:lnTo>
                  <a:lnTo>
                    <a:pt x="130536" y="348431"/>
                  </a:lnTo>
                  <a:lnTo>
                    <a:pt x="89072" y="355313"/>
                  </a:lnTo>
                  <a:lnTo>
                    <a:pt x="53213" y="374486"/>
                  </a:lnTo>
                  <a:lnTo>
                    <a:pt x="25032" y="403743"/>
                  </a:lnTo>
                  <a:lnTo>
                    <a:pt x="6603" y="440877"/>
                  </a:lnTo>
                  <a:lnTo>
                    <a:pt x="0" y="483678"/>
                  </a:lnTo>
                  <a:close/>
                </a:path>
              </a:pathLst>
            </a:custGeom>
            <a:ln w="13220">
              <a:solidFill>
                <a:srgbClr val="000000"/>
              </a:solidFill>
            </a:ln>
          </p:spPr>
          <p:txBody>
            <a:bodyPr wrap="square" lIns="0" tIns="0" rIns="0" bIns="0" rtlCol="0"/>
            <a:lstStyle/>
            <a:p/>
          </p:txBody>
        </p:sp>
        <p:sp>
          <p:nvSpPr>
            <p:cNvPr id="75" name="object 75" descr=""/>
            <p:cNvSpPr/>
            <p:nvPr/>
          </p:nvSpPr>
          <p:spPr>
            <a:xfrm>
              <a:off x="5482958" y="3053851"/>
              <a:ext cx="0" cy="396875"/>
            </a:xfrm>
            <a:custGeom>
              <a:avLst/>
              <a:gdLst/>
              <a:ahLst/>
              <a:cxnLst/>
              <a:rect l="l" t="t" r="r" b="b"/>
              <a:pathLst>
                <a:path w="0" h="396875">
                  <a:moveTo>
                    <a:pt x="0" y="0"/>
                  </a:moveTo>
                  <a:lnTo>
                    <a:pt x="0" y="396799"/>
                  </a:lnTo>
                </a:path>
              </a:pathLst>
            </a:custGeom>
            <a:ln w="11266">
              <a:solidFill>
                <a:srgbClr val="000000"/>
              </a:solidFill>
            </a:ln>
          </p:spPr>
          <p:txBody>
            <a:bodyPr wrap="square" lIns="0" tIns="0" rIns="0" bIns="0" rtlCol="0"/>
            <a:lstStyle/>
            <a:p/>
          </p:txBody>
        </p:sp>
        <p:sp>
          <p:nvSpPr>
            <p:cNvPr id="76" name="object 76" descr=""/>
            <p:cNvSpPr/>
            <p:nvPr/>
          </p:nvSpPr>
          <p:spPr>
            <a:xfrm>
              <a:off x="5226828" y="3053797"/>
              <a:ext cx="250825" cy="408305"/>
            </a:xfrm>
            <a:custGeom>
              <a:avLst/>
              <a:gdLst/>
              <a:ahLst/>
              <a:cxnLst/>
              <a:rect l="l" t="t" r="r" b="b"/>
              <a:pathLst>
                <a:path w="250825" h="408304">
                  <a:moveTo>
                    <a:pt x="250496" y="0"/>
                  </a:moveTo>
                  <a:lnTo>
                    <a:pt x="0" y="0"/>
                  </a:lnTo>
                  <a:lnTo>
                    <a:pt x="0" y="407987"/>
                  </a:lnTo>
                  <a:lnTo>
                    <a:pt x="250496" y="407987"/>
                  </a:lnTo>
                  <a:lnTo>
                    <a:pt x="250496" y="0"/>
                  </a:lnTo>
                  <a:close/>
                </a:path>
              </a:pathLst>
            </a:custGeom>
            <a:solidFill>
              <a:srgbClr val="FFFFFF"/>
            </a:solidFill>
          </p:spPr>
          <p:txBody>
            <a:bodyPr wrap="square" lIns="0" tIns="0" rIns="0" bIns="0" rtlCol="0"/>
            <a:lstStyle/>
            <a:p/>
          </p:txBody>
        </p:sp>
      </p:grpSp>
      <p:sp>
        <p:nvSpPr>
          <p:cNvPr id="77" name="object 77" descr=""/>
          <p:cNvSpPr txBox="1"/>
          <p:nvPr/>
        </p:nvSpPr>
        <p:spPr>
          <a:xfrm>
            <a:off x="5259625" y="2947332"/>
            <a:ext cx="153035" cy="339090"/>
          </a:xfrm>
          <a:prstGeom prst="rect">
            <a:avLst/>
          </a:prstGeom>
        </p:spPr>
        <p:txBody>
          <a:bodyPr wrap="square" lIns="0" tIns="31115" rIns="0" bIns="0" rtlCol="0" vert="horz">
            <a:spAutoFit/>
          </a:bodyPr>
          <a:lstStyle/>
          <a:p>
            <a:pPr marL="38735" marR="5080" indent="-26670">
              <a:lnSpc>
                <a:spcPts val="1170"/>
              </a:lnSpc>
              <a:spcBef>
                <a:spcPts val="245"/>
              </a:spcBef>
            </a:pPr>
            <a:r>
              <a:rPr dirty="0" sz="1050" spc="-50">
                <a:latin typeface="Times New Roman"/>
                <a:cs typeface="Times New Roman"/>
              </a:rPr>
              <a:t>M U</a:t>
            </a:r>
            <a:endParaRPr sz="1050">
              <a:latin typeface="Times New Roman"/>
              <a:cs typeface="Times New Roman"/>
            </a:endParaRPr>
          </a:p>
        </p:txBody>
      </p:sp>
      <p:sp>
        <p:nvSpPr>
          <p:cNvPr id="78" name="object 78" descr=""/>
          <p:cNvSpPr txBox="1"/>
          <p:nvPr/>
        </p:nvSpPr>
        <p:spPr>
          <a:xfrm>
            <a:off x="5274340" y="3227866"/>
            <a:ext cx="126364" cy="318135"/>
          </a:xfrm>
          <a:prstGeom prst="rect">
            <a:avLst/>
          </a:prstGeom>
        </p:spPr>
        <p:txBody>
          <a:bodyPr wrap="square" lIns="0" tIns="48895" rIns="0" bIns="0" rtlCol="0" vert="horz">
            <a:spAutoFit/>
          </a:bodyPr>
          <a:lstStyle/>
          <a:p>
            <a:pPr marL="35560" marR="5080" indent="-23495">
              <a:lnSpc>
                <a:spcPct val="79700"/>
              </a:lnSpc>
              <a:spcBef>
                <a:spcPts val="385"/>
              </a:spcBef>
            </a:pPr>
            <a:r>
              <a:rPr dirty="0" sz="1050" spc="-50">
                <a:latin typeface="Times New Roman"/>
                <a:cs typeface="Times New Roman"/>
              </a:rPr>
              <a:t>X 1</a:t>
            </a:r>
            <a:endParaRPr sz="1050">
              <a:latin typeface="Times New Roman"/>
              <a:cs typeface="Times New Roman"/>
            </a:endParaRPr>
          </a:p>
        </p:txBody>
      </p:sp>
      <p:sp>
        <p:nvSpPr>
          <p:cNvPr id="79" name="object 79" descr=""/>
          <p:cNvSpPr/>
          <p:nvPr/>
        </p:nvSpPr>
        <p:spPr>
          <a:xfrm>
            <a:off x="8231380" y="3846355"/>
            <a:ext cx="0" cy="397510"/>
          </a:xfrm>
          <a:custGeom>
            <a:avLst/>
            <a:gdLst/>
            <a:ahLst/>
            <a:cxnLst/>
            <a:rect l="l" t="t" r="r" b="b"/>
            <a:pathLst>
              <a:path w="0" h="397510">
                <a:moveTo>
                  <a:pt x="0" y="0"/>
                </a:moveTo>
                <a:lnTo>
                  <a:pt x="0" y="397164"/>
                </a:lnTo>
              </a:path>
            </a:pathLst>
          </a:custGeom>
          <a:ln w="13329">
            <a:solidFill>
              <a:srgbClr val="000000"/>
            </a:solidFill>
          </a:ln>
        </p:spPr>
        <p:txBody>
          <a:bodyPr wrap="square" lIns="0" tIns="0" rIns="0" bIns="0" rtlCol="0"/>
          <a:lstStyle/>
          <a:p/>
        </p:txBody>
      </p:sp>
      <p:grpSp>
        <p:nvGrpSpPr>
          <p:cNvPr id="80" name="object 80" descr=""/>
          <p:cNvGrpSpPr/>
          <p:nvPr/>
        </p:nvGrpSpPr>
        <p:grpSpPr>
          <a:xfrm>
            <a:off x="8224713" y="3727255"/>
            <a:ext cx="278765" cy="631825"/>
            <a:chOff x="8224713" y="3727255"/>
            <a:chExt cx="278765" cy="631825"/>
          </a:xfrm>
        </p:grpSpPr>
        <p:sp>
          <p:nvSpPr>
            <p:cNvPr id="81" name="object 81" descr=""/>
            <p:cNvSpPr/>
            <p:nvPr/>
          </p:nvSpPr>
          <p:spPr>
            <a:xfrm>
              <a:off x="8231380" y="3733922"/>
              <a:ext cx="265430" cy="618490"/>
            </a:xfrm>
            <a:custGeom>
              <a:avLst/>
              <a:gdLst/>
              <a:ahLst/>
              <a:cxnLst/>
              <a:rect l="l" t="t" r="r" b="b"/>
              <a:pathLst>
                <a:path w="265429" h="618489">
                  <a:moveTo>
                    <a:pt x="0" y="134517"/>
                  </a:moveTo>
                  <a:lnTo>
                    <a:pt x="6601" y="177300"/>
                  </a:lnTo>
                  <a:lnTo>
                    <a:pt x="25021" y="214388"/>
                  </a:lnTo>
                  <a:lnTo>
                    <a:pt x="53185" y="243591"/>
                  </a:lnTo>
                  <a:lnTo>
                    <a:pt x="89018" y="262719"/>
                  </a:lnTo>
                  <a:lnTo>
                    <a:pt x="130443" y="269582"/>
                  </a:lnTo>
                  <a:lnTo>
                    <a:pt x="171688" y="262719"/>
                  </a:lnTo>
                  <a:lnTo>
                    <a:pt x="207411" y="243591"/>
                  </a:lnTo>
                  <a:lnTo>
                    <a:pt x="235519" y="214388"/>
                  </a:lnTo>
                  <a:lnTo>
                    <a:pt x="253918" y="177300"/>
                  </a:lnTo>
                  <a:lnTo>
                    <a:pt x="260516" y="134517"/>
                  </a:lnTo>
                  <a:lnTo>
                    <a:pt x="253918" y="91861"/>
                  </a:lnTo>
                  <a:lnTo>
                    <a:pt x="235519" y="54918"/>
                  </a:lnTo>
                  <a:lnTo>
                    <a:pt x="207411" y="25850"/>
                  </a:lnTo>
                  <a:lnTo>
                    <a:pt x="171688" y="6823"/>
                  </a:lnTo>
                  <a:lnTo>
                    <a:pt x="130443" y="0"/>
                  </a:lnTo>
                  <a:lnTo>
                    <a:pt x="89018" y="6823"/>
                  </a:lnTo>
                  <a:lnTo>
                    <a:pt x="53185" y="25850"/>
                  </a:lnTo>
                  <a:lnTo>
                    <a:pt x="25021" y="54918"/>
                  </a:lnTo>
                  <a:lnTo>
                    <a:pt x="6601" y="91861"/>
                  </a:lnTo>
                  <a:lnTo>
                    <a:pt x="0" y="134517"/>
                  </a:lnTo>
                  <a:close/>
                </a:path>
                <a:path w="265429" h="618489">
                  <a:moveTo>
                    <a:pt x="0" y="483496"/>
                  </a:moveTo>
                  <a:lnTo>
                    <a:pt x="6601" y="526030"/>
                  </a:lnTo>
                  <a:lnTo>
                    <a:pt x="25021" y="563002"/>
                  </a:lnTo>
                  <a:lnTo>
                    <a:pt x="53185" y="592176"/>
                  </a:lnTo>
                  <a:lnTo>
                    <a:pt x="89018" y="611319"/>
                  </a:lnTo>
                  <a:lnTo>
                    <a:pt x="130443" y="618196"/>
                  </a:lnTo>
                  <a:lnTo>
                    <a:pt x="171688" y="611319"/>
                  </a:lnTo>
                  <a:lnTo>
                    <a:pt x="207411" y="592176"/>
                  </a:lnTo>
                  <a:lnTo>
                    <a:pt x="235519" y="563002"/>
                  </a:lnTo>
                  <a:lnTo>
                    <a:pt x="253918" y="526031"/>
                  </a:lnTo>
                  <a:lnTo>
                    <a:pt x="260516" y="483496"/>
                  </a:lnTo>
                  <a:lnTo>
                    <a:pt x="253918" y="440783"/>
                  </a:lnTo>
                  <a:lnTo>
                    <a:pt x="235519" y="403704"/>
                  </a:lnTo>
                  <a:lnTo>
                    <a:pt x="207411" y="374474"/>
                  </a:lnTo>
                  <a:lnTo>
                    <a:pt x="171688" y="355311"/>
                  </a:lnTo>
                  <a:lnTo>
                    <a:pt x="130443" y="348431"/>
                  </a:lnTo>
                  <a:lnTo>
                    <a:pt x="89018" y="355311"/>
                  </a:lnTo>
                  <a:lnTo>
                    <a:pt x="53185" y="374474"/>
                  </a:lnTo>
                  <a:lnTo>
                    <a:pt x="25021" y="403704"/>
                  </a:lnTo>
                  <a:lnTo>
                    <a:pt x="6601" y="440783"/>
                  </a:lnTo>
                  <a:lnTo>
                    <a:pt x="0" y="483496"/>
                  </a:lnTo>
                  <a:close/>
                </a:path>
                <a:path w="265429" h="618489">
                  <a:moveTo>
                    <a:pt x="265155" y="112432"/>
                  </a:moveTo>
                  <a:lnTo>
                    <a:pt x="265155" y="509596"/>
                  </a:lnTo>
                </a:path>
              </a:pathLst>
            </a:custGeom>
            <a:ln w="13220">
              <a:solidFill>
                <a:srgbClr val="000000"/>
              </a:solidFill>
            </a:ln>
          </p:spPr>
          <p:txBody>
            <a:bodyPr wrap="square" lIns="0" tIns="0" rIns="0" bIns="0" rtlCol="0"/>
            <a:lstStyle/>
            <a:p/>
          </p:txBody>
        </p:sp>
        <p:sp>
          <p:nvSpPr>
            <p:cNvPr id="82" name="object 82" descr=""/>
            <p:cNvSpPr/>
            <p:nvPr/>
          </p:nvSpPr>
          <p:spPr>
            <a:xfrm>
              <a:off x="8240658" y="3846483"/>
              <a:ext cx="247650" cy="408305"/>
            </a:xfrm>
            <a:custGeom>
              <a:avLst/>
              <a:gdLst/>
              <a:ahLst/>
              <a:cxnLst/>
              <a:rect l="l" t="t" r="r" b="b"/>
              <a:pathLst>
                <a:path w="247650" h="408304">
                  <a:moveTo>
                    <a:pt x="247268" y="0"/>
                  </a:moveTo>
                  <a:lnTo>
                    <a:pt x="0" y="0"/>
                  </a:lnTo>
                  <a:lnTo>
                    <a:pt x="0" y="407987"/>
                  </a:lnTo>
                  <a:lnTo>
                    <a:pt x="247268" y="407987"/>
                  </a:lnTo>
                  <a:lnTo>
                    <a:pt x="247268" y="0"/>
                  </a:lnTo>
                  <a:close/>
                </a:path>
              </a:pathLst>
            </a:custGeom>
            <a:solidFill>
              <a:srgbClr val="FFFFFF"/>
            </a:solidFill>
          </p:spPr>
          <p:txBody>
            <a:bodyPr wrap="square" lIns="0" tIns="0" rIns="0" bIns="0" rtlCol="0"/>
            <a:lstStyle/>
            <a:p/>
          </p:txBody>
        </p:sp>
      </p:grpSp>
      <p:sp>
        <p:nvSpPr>
          <p:cNvPr id="83" name="object 83" descr=""/>
          <p:cNvSpPr txBox="1"/>
          <p:nvPr/>
        </p:nvSpPr>
        <p:spPr>
          <a:xfrm>
            <a:off x="8274346" y="3740383"/>
            <a:ext cx="149860" cy="598805"/>
          </a:xfrm>
          <a:prstGeom prst="rect">
            <a:avLst/>
          </a:prstGeom>
        </p:spPr>
        <p:txBody>
          <a:bodyPr wrap="square" lIns="0" tIns="40640" rIns="0" bIns="0" rtlCol="0" vert="horz">
            <a:spAutoFit/>
          </a:bodyPr>
          <a:lstStyle/>
          <a:p>
            <a:pPr algn="just" marL="27305" marR="5080" indent="-15240">
              <a:lnSpc>
                <a:spcPct val="85000"/>
              </a:lnSpc>
              <a:spcBef>
                <a:spcPts val="320"/>
              </a:spcBef>
            </a:pPr>
            <a:r>
              <a:rPr dirty="0" sz="1050" spc="-50">
                <a:latin typeface="Times New Roman"/>
                <a:cs typeface="Times New Roman"/>
              </a:rPr>
              <a:t>M U X 2</a:t>
            </a:r>
            <a:endParaRPr sz="1050">
              <a:latin typeface="Times New Roman"/>
              <a:cs typeface="Times New Roman"/>
            </a:endParaRPr>
          </a:p>
        </p:txBody>
      </p:sp>
      <p:sp>
        <p:nvSpPr>
          <p:cNvPr id="84" name="object 84" descr=""/>
          <p:cNvSpPr/>
          <p:nvPr/>
        </p:nvSpPr>
        <p:spPr>
          <a:xfrm>
            <a:off x="8231380" y="4526426"/>
            <a:ext cx="0" cy="397510"/>
          </a:xfrm>
          <a:custGeom>
            <a:avLst/>
            <a:gdLst/>
            <a:ahLst/>
            <a:cxnLst/>
            <a:rect l="l" t="t" r="r" b="b"/>
            <a:pathLst>
              <a:path w="0" h="397510">
                <a:moveTo>
                  <a:pt x="0" y="0"/>
                </a:moveTo>
                <a:lnTo>
                  <a:pt x="0" y="397146"/>
                </a:lnTo>
              </a:path>
            </a:pathLst>
          </a:custGeom>
          <a:ln w="13329">
            <a:solidFill>
              <a:srgbClr val="000000"/>
            </a:solidFill>
          </a:ln>
        </p:spPr>
        <p:txBody>
          <a:bodyPr wrap="square" lIns="0" tIns="0" rIns="0" bIns="0" rtlCol="0"/>
          <a:lstStyle/>
          <a:p/>
        </p:txBody>
      </p:sp>
      <p:grpSp>
        <p:nvGrpSpPr>
          <p:cNvPr id="85" name="object 85" descr=""/>
          <p:cNvGrpSpPr/>
          <p:nvPr/>
        </p:nvGrpSpPr>
        <p:grpSpPr>
          <a:xfrm>
            <a:off x="8224713" y="4406778"/>
            <a:ext cx="278765" cy="632460"/>
            <a:chOff x="8224713" y="4406778"/>
            <a:chExt cx="278765" cy="632460"/>
          </a:xfrm>
        </p:grpSpPr>
        <p:sp>
          <p:nvSpPr>
            <p:cNvPr id="86" name="object 86" descr=""/>
            <p:cNvSpPr/>
            <p:nvPr/>
          </p:nvSpPr>
          <p:spPr>
            <a:xfrm>
              <a:off x="8231380" y="4413446"/>
              <a:ext cx="265430" cy="619125"/>
            </a:xfrm>
            <a:custGeom>
              <a:avLst/>
              <a:gdLst/>
              <a:ahLst/>
              <a:cxnLst/>
              <a:rect l="l" t="t" r="r" b="b"/>
              <a:pathLst>
                <a:path w="265429" h="619125">
                  <a:moveTo>
                    <a:pt x="0" y="135065"/>
                  </a:moveTo>
                  <a:lnTo>
                    <a:pt x="6601" y="177775"/>
                  </a:lnTo>
                  <a:lnTo>
                    <a:pt x="25021" y="214850"/>
                  </a:lnTo>
                  <a:lnTo>
                    <a:pt x="53185" y="244074"/>
                  </a:lnTo>
                  <a:lnTo>
                    <a:pt x="89018" y="263233"/>
                  </a:lnTo>
                  <a:lnTo>
                    <a:pt x="130443" y="270111"/>
                  </a:lnTo>
                  <a:lnTo>
                    <a:pt x="171688" y="263233"/>
                  </a:lnTo>
                  <a:lnTo>
                    <a:pt x="207411" y="244074"/>
                  </a:lnTo>
                  <a:lnTo>
                    <a:pt x="235519" y="214850"/>
                  </a:lnTo>
                  <a:lnTo>
                    <a:pt x="253918" y="177775"/>
                  </a:lnTo>
                  <a:lnTo>
                    <a:pt x="260516" y="135065"/>
                  </a:lnTo>
                  <a:lnTo>
                    <a:pt x="253918" y="92282"/>
                  </a:lnTo>
                  <a:lnTo>
                    <a:pt x="235519" y="55194"/>
                  </a:lnTo>
                  <a:lnTo>
                    <a:pt x="207411" y="25990"/>
                  </a:lnTo>
                  <a:lnTo>
                    <a:pt x="171688" y="6862"/>
                  </a:lnTo>
                  <a:lnTo>
                    <a:pt x="130443" y="0"/>
                  </a:lnTo>
                  <a:lnTo>
                    <a:pt x="89018" y="6862"/>
                  </a:lnTo>
                  <a:lnTo>
                    <a:pt x="53185" y="25990"/>
                  </a:lnTo>
                  <a:lnTo>
                    <a:pt x="25021" y="55194"/>
                  </a:lnTo>
                  <a:lnTo>
                    <a:pt x="6601" y="92282"/>
                  </a:lnTo>
                  <a:lnTo>
                    <a:pt x="0" y="135065"/>
                  </a:lnTo>
                  <a:close/>
                </a:path>
                <a:path w="265429" h="619125">
                  <a:moveTo>
                    <a:pt x="0" y="483551"/>
                  </a:moveTo>
                  <a:lnTo>
                    <a:pt x="6601" y="526309"/>
                  </a:lnTo>
                  <a:lnTo>
                    <a:pt x="25021" y="563403"/>
                  </a:lnTo>
                  <a:lnTo>
                    <a:pt x="53185" y="592628"/>
                  </a:lnTo>
                  <a:lnTo>
                    <a:pt x="89018" y="611779"/>
                  </a:lnTo>
                  <a:lnTo>
                    <a:pt x="130443" y="618652"/>
                  </a:lnTo>
                  <a:lnTo>
                    <a:pt x="171688" y="611779"/>
                  </a:lnTo>
                  <a:lnTo>
                    <a:pt x="207411" y="592628"/>
                  </a:lnTo>
                  <a:lnTo>
                    <a:pt x="235519" y="563403"/>
                  </a:lnTo>
                  <a:lnTo>
                    <a:pt x="253918" y="526309"/>
                  </a:lnTo>
                  <a:lnTo>
                    <a:pt x="260516" y="483551"/>
                  </a:lnTo>
                  <a:lnTo>
                    <a:pt x="253918" y="441015"/>
                  </a:lnTo>
                  <a:lnTo>
                    <a:pt x="235519" y="404056"/>
                  </a:lnTo>
                  <a:lnTo>
                    <a:pt x="207411" y="374901"/>
                  </a:lnTo>
                  <a:lnTo>
                    <a:pt x="171688" y="355775"/>
                  </a:lnTo>
                  <a:lnTo>
                    <a:pt x="130443" y="348905"/>
                  </a:lnTo>
                  <a:lnTo>
                    <a:pt x="89018" y="355775"/>
                  </a:lnTo>
                  <a:lnTo>
                    <a:pt x="53185" y="374901"/>
                  </a:lnTo>
                  <a:lnTo>
                    <a:pt x="25021" y="404056"/>
                  </a:lnTo>
                  <a:lnTo>
                    <a:pt x="6601" y="441015"/>
                  </a:lnTo>
                  <a:lnTo>
                    <a:pt x="0" y="483551"/>
                  </a:lnTo>
                  <a:close/>
                </a:path>
                <a:path w="265429" h="619125">
                  <a:moveTo>
                    <a:pt x="265155" y="112980"/>
                  </a:moveTo>
                  <a:lnTo>
                    <a:pt x="265155" y="510126"/>
                  </a:lnTo>
                </a:path>
              </a:pathLst>
            </a:custGeom>
            <a:ln w="13220">
              <a:solidFill>
                <a:srgbClr val="000000"/>
              </a:solidFill>
            </a:ln>
          </p:spPr>
          <p:txBody>
            <a:bodyPr wrap="square" lIns="0" tIns="0" rIns="0" bIns="0" rtlCol="0"/>
            <a:lstStyle/>
            <a:p/>
          </p:txBody>
        </p:sp>
        <p:sp>
          <p:nvSpPr>
            <p:cNvPr id="87" name="object 87" descr=""/>
            <p:cNvSpPr/>
            <p:nvPr/>
          </p:nvSpPr>
          <p:spPr>
            <a:xfrm>
              <a:off x="8242328" y="4526389"/>
              <a:ext cx="245745" cy="408305"/>
            </a:xfrm>
            <a:custGeom>
              <a:avLst/>
              <a:gdLst/>
              <a:ahLst/>
              <a:cxnLst/>
              <a:rect l="l" t="t" r="r" b="b"/>
              <a:pathLst>
                <a:path w="245745" h="408304">
                  <a:moveTo>
                    <a:pt x="245431" y="0"/>
                  </a:moveTo>
                  <a:lnTo>
                    <a:pt x="0" y="0"/>
                  </a:lnTo>
                  <a:lnTo>
                    <a:pt x="0" y="407987"/>
                  </a:lnTo>
                  <a:lnTo>
                    <a:pt x="245431" y="407987"/>
                  </a:lnTo>
                  <a:lnTo>
                    <a:pt x="245431" y="0"/>
                  </a:lnTo>
                  <a:close/>
                </a:path>
              </a:pathLst>
            </a:custGeom>
            <a:solidFill>
              <a:srgbClr val="FFFFFF"/>
            </a:solidFill>
          </p:spPr>
          <p:txBody>
            <a:bodyPr wrap="square" lIns="0" tIns="0" rIns="0" bIns="0" rtlCol="0"/>
            <a:lstStyle/>
            <a:p/>
          </p:txBody>
        </p:sp>
      </p:grpSp>
      <p:sp>
        <p:nvSpPr>
          <p:cNvPr id="88" name="object 88" descr=""/>
          <p:cNvSpPr txBox="1"/>
          <p:nvPr/>
        </p:nvSpPr>
        <p:spPr>
          <a:xfrm>
            <a:off x="8274346" y="4420454"/>
            <a:ext cx="149860" cy="338455"/>
          </a:xfrm>
          <a:prstGeom prst="rect">
            <a:avLst/>
          </a:prstGeom>
        </p:spPr>
        <p:txBody>
          <a:bodyPr wrap="square" lIns="0" tIns="32384" rIns="0" bIns="0" rtlCol="0" vert="horz">
            <a:spAutoFit/>
          </a:bodyPr>
          <a:lstStyle/>
          <a:p>
            <a:pPr marL="27305" marR="5080" indent="-15240">
              <a:lnSpc>
                <a:spcPts val="1160"/>
              </a:lnSpc>
              <a:spcBef>
                <a:spcPts val="254"/>
              </a:spcBef>
            </a:pPr>
            <a:r>
              <a:rPr dirty="0" sz="1050" spc="-50">
                <a:latin typeface="Times New Roman"/>
                <a:cs typeface="Times New Roman"/>
              </a:rPr>
              <a:t>M U</a:t>
            </a:r>
            <a:endParaRPr sz="1050">
              <a:latin typeface="Times New Roman"/>
              <a:cs typeface="Times New Roman"/>
            </a:endParaRPr>
          </a:p>
        </p:txBody>
      </p:sp>
      <p:sp>
        <p:nvSpPr>
          <p:cNvPr id="89" name="object 89" descr=""/>
          <p:cNvSpPr txBox="1"/>
          <p:nvPr/>
        </p:nvSpPr>
        <p:spPr>
          <a:xfrm>
            <a:off x="8289005" y="4702284"/>
            <a:ext cx="126364" cy="190500"/>
          </a:xfrm>
          <a:prstGeom prst="rect">
            <a:avLst/>
          </a:prstGeom>
        </p:spPr>
        <p:txBody>
          <a:bodyPr wrap="square" lIns="0" tIns="16510" rIns="0" bIns="0" rtlCol="0" vert="horz">
            <a:spAutoFit/>
          </a:bodyPr>
          <a:lstStyle/>
          <a:p>
            <a:pPr marL="12700">
              <a:lnSpc>
                <a:spcPct val="100000"/>
              </a:lnSpc>
              <a:spcBef>
                <a:spcPts val="130"/>
              </a:spcBef>
            </a:pPr>
            <a:r>
              <a:rPr dirty="0" sz="1050" spc="-50">
                <a:latin typeface="Times New Roman"/>
                <a:cs typeface="Times New Roman"/>
              </a:rPr>
              <a:t>X</a:t>
            </a:r>
            <a:endParaRPr sz="1050">
              <a:latin typeface="Times New Roman"/>
              <a:cs typeface="Times New Roman"/>
            </a:endParaRPr>
          </a:p>
        </p:txBody>
      </p:sp>
      <p:sp>
        <p:nvSpPr>
          <p:cNvPr id="90" name="object 90" descr=""/>
          <p:cNvSpPr txBox="1"/>
          <p:nvPr/>
        </p:nvSpPr>
        <p:spPr>
          <a:xfrm>
            <a:off x="8311086" y="4829263"/>
            <a:ext cx="95885" cy="190500"/>
          </a:xfrm>
          <a:prstGeom prst="rect">
            <a:avLst/>
          </a:prstGeom>
        </p:spPr>
        <p:txBody>
          <a:bodyPr wrap="square" lIns="0" tIns="16510" rIns="0" bIns="0" rtlCol="0" vert="horz">
            <a:spAutoFit/>
          </a:bodyPr>
          <a:lstStyle/>
          <a:p>
            <a:pPr marL="12700">
              <a:lnSpc>
                <a:spcPct val="100000"/>
              </a:lnSpc>
              <a:spcBef>
                <a:spcPts val="130"/>
              </a:spcBef>
            </a:pPr>
            <a:r>
              <a:rPr dirty="0" sz="1050" spc="-50">
                <a:latin typeface="Times New Roman"/>
                <a:cs typeface="Times New Roman"/>
              </a:rPr>
              <a:t>3</a:t>
            </a:r>
            <a:endParaRPr sz="1050">
              <a:latin typeface="Times New Roman"/>
              <a:cs typeface="Times New Roman"/>
            </a:endParaRPr>
          </a:p>
        </p:txBody>
      </p:sp>
      <p:grpSp>
        <p:nvGrpSpPr>
          <p:cNvPr id="91" name="object 91" descr=""/>
          <p:cNvGrpSpPr/>
          <p:nvPr/>
        </p:nvGrpSpPr>
        <p:grpSpPr>
          <a:xfrm>
            <a:off x="11343306" y="4274268"/>
            <a:ext cx="278765" cy="633095"/>
            <a:chOff x="11343306" y="4274268"/>
            <a:chExt cx="278765" cy="633095"/>
          </a:xfrm>
        </p:grpSpPr>
        <p:sp>
          <p:nvSpPr>
            <p:cNvPr id="92" name="object 92" descr=""/>
            <p:cNvSpPr/>
            <p:nvPr/>
          </p:nvSpPr>
          <p:spPr>
            <a:xfrm>
              <a:off x="11349974" y="4280936"/>
              <a:ext cx="260985" cy="619760"/>
            </a:xfrm>
            <a:custGeom>
              <a:avLst/>
              <a:gdLst/>
              <a:ahLst/>
              <a:cxnLst/>
              <a:rect l="l" t="t" r="r" b="b"/>
              <a:pathLst>
                <a:path w="260984" h="619760">
                  <a:moveTo>
                    <a:pt x="0" y="112980"/>
                  </a:moveTo>
                  <a:lnTo>
                    <a:pt x="0" y="509779"/>
                  </a:lnTo>
                </a:path>
                <a:path w="260984" h="619760">
                  <a:moveTo>
                    <a:pt x="0" y="134700"/>
                  </a:moveTo>
                  <a:lnTo>
                    <a:pt x="6598" y="177412"/>
                  </a:lnTo>
                  <a:lnTo>
                    <a:pt x="24997" y="214492"/>
                  </a:lnTo>
                  <a:lnTo>
                    <a:pt x="53105" y="243721"/>
                  </a:lnTo>
                  <a:lnTo>
                    <a:pt x="88828" y="262884"/>
                  </a:lnTo>
                  <a:lnTo>
                    <a:pt x="130072" y="269765"/>
                  </a:lnTo>
                  <a:lnTo>
                    <a:pt x="171498" y="262884"/>
                  </a:lnTo>
                  <a:lnTo>
                    <a:pt x="207331" y="243721"/>
                  </a:lnTo>
                  <a:lnTo>
                    <a:pt x="235495" y="214492"/>
                  </a:lnTo>
                  <a:lnTo>
                    <a:pt x="253915" y="177412"/>
                  </a:lnTo>
                  <a:lnTo>
                    <a:pt x="260516" y="134700"/>
                  </a:lnTo>
                  <a:lnTo>
                    <a:pt x="253915" y="92165"/>
                  </a:lnTo>
                  <a:lnTo>
                    <a:pt x="235495" y="55194"/>
                  </a:lnTo>
                  <a:lnTo>
                    <a:pt x="207331" y="26020"/>
                  </a:lnTo>
                  <a:lnTo>
                    <a:pt x="171498" y="6877"/>
                  </a:lnTo>
                  <a:lnTo>
                    <a:pt x="130072" y="0"/>
                  </a:lnTo>
                  <a:lnTo>
                    <a:pt x="88828" y="6877"/>
                  </a:lnTo>
                  <a:lnTo>
                    <a:pt x="53105" y="26020"/>
                  </a:lnTo>
                  <a:lnTo>
                    <a:pt x="24997" y="55194"/>
                  </a:lnTo>
                  <a:lnTo>
                    <a:pt x="6598" y="92165"/>
                  </a:lnTo>
                  <a:lnTo>
                    <a:pt x="0" y="134700"/>
                  </a:lnTo>
                  <a:close/>
                </a:path>
                <a:path w="260984" h="619760">
                  <a:moveTo>
                    <a:pt x="0" y="484573"/>
                  </a:moveTo>
                  <a:lnTo>
                    <a:pt x="6598" y="527322"/>
                  </a:lnTo>
                  <a:lnTo>
                    <a:pt x="24997" y="564411"/>
                  </a:lnTo>
                  <a:lnTo>
                    <a:pt x="53105" y="593633"/>
                  </a:lnTo>
                  <a:lnTo>
                    <a:pt x="88828" y="612783"/>
                  </a:lnTo>
                  <a:lnTo>
                    <a:pt x="130072" y="619656"/>
                  </a:lnTo>
                  <a:lnTo>
                    <a:pt x="171498" y="612783"/>
                  </a:lnTo>
                  <a:lnTo>
                    <a:pt x="207331" y="593633"/>
                  </a:lnTo>
                  <a:lnTo>
                    <a:pt x="235495" y="564411"/>
                  </a:lnTo>
                  <a:lnTo>
                    <a:pt x="253915" y="527322"/>
                  </a:lnTo>
                  <a:lnTo>
                    <a:pt x="260516" y="484573"/>
                  </a:lnTo>
                  <a:lnTo>
                    <a:pt x="253915" y="442033"/>
                  </a:lnTo>
                  <a:lnTo>
                    <a:pt x="235495" y="405065"/>
                  </a:lnTo>
                  <a:lnTo>
                    <a:pt x="207331" y="375899"/>
                  </a:lnTo>
                  <a:lnTo>
                    <a:pt x="171498" y="356765"/>
                  </a:lnTo>
                  <a:lnTo>
                    <a:pt x="130072" y="349891"/>
                  </a:lnTo>
                  <a:lnTo>
                    <a:pt x="88828" y="356765"/>
                  </a:lnTo>
                  <a:lnTo>
                    <a:pt x="53105" y="375899"/>
                  </a:lnTo>
                  <a:lnTo>
                    <a:pt x="24997" y="405065"/>
                  </a:lnTo>
                  <a:lnTo>
                    <a:pt x="6598" y="442033"/>
                  </a:lnTo>
                  <a:lnTo>
                    <a:pt x="0" y="484573"/>
                  </a:lnTo>
                  <a:close/>
                </a:path>
              </a:pathLst>
            </a:custGeom>
            <a:ln w="13220">
              <a:solidFill>
                <a:srgbClr val="000000"/>
              </a:solidFill>
            </a:ln>
          </p:spPr>
          <p:txBody>
            <a:bodyPr wrap="square" lIns="0" tIns="0" rIns="0" bIns="0" rtlCol="0"/>
            <a:lstStyle/>
            <a:p/>
          </p:txBody>
        </p:sp>
        <p:sp>
          <p:nvSpPr>
            <p:cNvPr id="93" name="object 93" descr=""/>
            <p:cNvSpPr/>
            <p:nvPr/>
          </p:nvSpPr>
          <p:spPr>
            <a:xfrm>
              <a:off x="11617302" y="4393916"/>
              <a:ext cx="0" cy="396875"/>
            </a:xfrm>
            <a:custGeom>
              <a:avLst/>
              <a:gdLst/>
              <a:ahLst/>
              <a:cxnLst/>
              <a:rect l="l" t="t" r="r" b="b"/>
              <a:pathLst>
                <a:path w="0" h="396875">
                  <a:moveTo>
                    <a:pt x="0" y="0"/>
                  </a:moveTo>
                  <a:lnTo>
                    <a:pt x="0" y="396799"/>
                  </a:lnTo>
                </a:path>
              </a:pathLst>
            </a:custGeom>
            <a:ln w="8983">
              <a:solidFill>
                <a:srgbClr val="000000"/>
              </a:solidFill>
            </a:ln>
          </p:spPr>
          <p:txBody>
            <a:bodyPr wrap="square" lIns="0" tIns="0" rIns="0" bIns="0" rtlCol="0"/>
            <a:lstStyle/>
            <a:p/>
          </p:txBody>
        </p:sp>
        <p:sp>
          <p:nvSpPr>
            <p:cNvPr id="94" name="object 94" descr=""/>
            <p:cNvSpPr/>
            <p:nvPr/>
          </p:nvSpPr>
          <p:spPr>
            <a:xfrm>
              <a:off x="11361849" y="4394902"/>
              <a:ext cx="251460" cy="407670"/>
            </a:xfrm>
            <a:custGeom>
              <a:avLst/>
              <a:gdLst/>
              <a:ahLst/>
              <a:cxnLst/>
              <a:rect l="l" t="t" r="r" b="b"/>
              <a:pathLst>
                <a:path w="251459" h="407670">
                  <a:moveTo>
                    <a:pt x="250960" y="0"/>
                  </a:moveTo>
                  <a:lnTo>
                    <a:pt x="0" y="0"/>
                  </a:lnTo>
                  <a:lnTo>
                    <a:pt x="0" y="407075"/>
                  </a:lnTo>
                  <a:lnTo>
                    <a:pt x="250960" y="407075"/>
                  </a:lnTo>
                  <a:lnTo>
                    <a:pt x="250960" y="0"/>
                  </a:lnTo>
                  <a:close/>
                </a:path>
              </a:pathLst>
            </a:custGeom>
            <a:solidFill>
              <a:srgbClr val="FFFFFF"/>
            </a:solidFill>
          </p:spPr>
          <p:txBody>
            <a:bodyPr wrap="square" lIns="0" tIns="0" rIns="0" bIns="0" rtlCol="0"/>
            <a:lstStyle/>
            <a:p/>
          </p:txBody>
        </p:sp>
      </p:grpSp>
      <p:sp>
        <p:nvSpPr>
          <p:cNvPr id="95" name="object 95" descr=""/>
          <p:cNvSpPr txBox="1"/>
          <p:nvPr/>
        </p:nvSpPr>
        <p:spPr>
          <a:xfrm>
            <a:off x="11392754" y="4287580"/>
            <a:ext cx="149860" cy="599440"/>
          </a:xfrm>
          <a:prstGeom prst="rect">
            <a:avLst/>
          </a:prstGeom>
        </p:spPr>
        <p:txBody>
          <a:bodyPr wrap="square" lIns="0" tIns="40005" rIns="0" bIns="0" rtlCol="0" vert="horz">
            <a:spAutoFit/>
          </a:bodyPr>
          <a:lstStyle/>
          <a:p>
            <a:pPr algn="just" marL="26670" marR="5080" indent="-14604">
              <a:lnSpc>
                <a:spcPct val="85200"/>
              </a:lnSpc>
              <a:spcBef>
                <a:spcPts val="315"/>
              </a:spcBef>
            </a:pPr>
            <a:r>
              <a:rPr dirty="0" sz="1050" spc="-50">
                <a:latin typeface="Times New Roman"/>
                <a:cs typeface="Times New Roman"/>
              </a:rPr>
              <a:t>M U X 4</a:t>
            </a:r>
            <a:endParaRPr sz="1050">
              <a:latin typeface="Times New Roman"/>
              <a:cs typeface="Times New Roman"/>
            </a:endParaRPr>
          </a:p>
        </p:txBody>
      </p:sp>
      <p:grpSp>
        <p:nvGrpSpPr>
          <p:cNvPr id="96" name="object 96" descr=""/>
          <p:cNvGrpSpPr/>
          <p:nvPr/>
        </p:nvGrpSpPr>
        <p:grpSpPr>
          <a:xfrm>
            <a:off x="4040774" y="2155572"/>
            <a:ext cx="7770495" cy="4036060"/>
            <a:chOff x="4040774" y="2155572"/>
            <a:chExt cx="7770495" cy="4036060"/>
          </a:xfrm>
        </p:grpSpPr>
        <p:sp>
          <p:nvSpPr>
            <p:cNvPr id="97" name="object 97" descr=""/>
            <p:cNvSpPr/>
            <p:nvPr/>
          </p:nvSpPr>
          <p:spPr>
            <a:xfrm>
              <a:off x="7360393" y="4144958"/>
              <a:ext cx="98425" cy="0"/>
            </a:xfrm>
            <a:custGeom>
              <a:avLst/>
              <a:gdLst/>
              <a:ahLst/>
              <a:cxnLst/>
              <a:rect l="l" t="t" r="r" b="b"/>
              <a:pathLst>
                <a:path w="98425" h="0">
                  <a:moveTo>
                    <a:pt x="0" y="0"/>
                  </a:moveTo>
                  <a:lnTo>
                    <a:pt x="98343" y="0"/>
                  </a:lnTo>
                </a:path>
              </a:pathLst>
            </a:custGeom>
            <a:ln w="13111">
              <a:solidFill>
                <a:srgbClr val="000000"/>
              </a:solidFill>
            </a:ln>
          </p:spPr>
          <p:txBody>
            <a:bodyPr wrap="square" lIns="0" tIns="0" rIns="0" bIns="0" rtlCol="0"/>
            <a:lstStyle/>
            <a:p/>
          </p:txBody>
        </p:sp>
        <p:sp>
          <p:nvSpPr>
            <p:cNvPr id="98" name="object 98" descr=""/>
            <p:cNvSpPr/>
            <p:nvPr/>
          </p:nvSpPr>
          <p:spPr>
            <a:xfrm>
              <a:off x="7409565" y="4098963"/>
              <a:ext cx="147320" cy="93345"/>
            </a:xfrm>
            <a:custGeom>
              <a:avLst/>
              <a:gdLst/>
              <a:ahLst/>
              <a:cxnLst/>
              <a:rect l="l" t="t" r="r" b="b"/>
              <a:pathLst>
                <a:path w="147320" h="93345">
                  <a:moveTo>
                    <a:pt x="0" y="0"/>
                  </a:moveTo>
                  <a:lnTo>
                    <a:pt x="46944" y="45995"/>
                  </a:lnTo>
                  <a:lnTo>
                    <a:pt x="0" y="93267"/>
                  </a:lnTo>
                  <a:lnTo>
                    <a:pt x="147143" y="45995"/>
                  </a:lnTo>
                  <a:lnTo>
                    <a:pt x="0" y="0"/>
                  </a:lnTo>
                  <a:close/>
                </a:path>
              </a:pathLst>
            </a:custGeom>
            <a:solidFill>
              <a:srgbClr val="000000"/>
            </a:solidFill>
          </p:spPr>
          <p:txBody>
            <a:bodyPr wrap="square" lIns="0" tIns="0" rIns="0" bIns="0" rtlCol="0"/>
            <a:lstStyle/>
            <a:p/>
          </p:txBody>
        </p:sp>
        <p:sp>
          <p:nvSpPr>
            <p:cNvPr id="99" name="object 99" descr=""/>
            <p:cNvSpPr/>
            <p:nvPr/>
          </p:nvSpPr>
          <p:spPr>
            <a:xfrm>
              <a:off x="7360393" y="4654737"/>
              <a:ext cx="98425" cy="0"/>
            </a:xfrm>
            <a:custGeom>
              <a:avLst/>
              <a:gdLst/>
              <a:ahLst/>
              <a:cxnLst/>
              <a:rect l="l" t="t" r="r" b="b"/>
              <a:pathLst>
                <a:path w="98425" h="0">
                  <a:moveTo>
                    <a:pt x="0" y="0"/>
                  </a:moveTo>
                  <a:lnTo>
                    <a:pt x="98343" y="0"/>
                  </a:lnTo>
                </a:path>
              </a:pathLst>
            </a:custGeom>
            <a:ln w="13111">
              <a:solidFill>
                <a:srgbClr val="000000"/>
              </a:solidFill>
            </a:ln>
          </p:spPr>
          <p:txBody>
            <a:bodyPr wrap="square" lIns="0" tIns="0" rIns="0" bIns="0" rtlCol="0"/>
            <a:lstStyle/>
            <a:p/>
          </p:txBody>
        </p:sp>
        <p:sp>
          <p:nvSpPr>
            <p:cNvPr id="100" name="object 100" descr=""/>
            <p:cNvSpPr/>
            <p:nvPr/>
          </p:nvSpPr>
          <p:spPr>
            <a:xfrm>
              <a:off x="7409565" y="4608742"/>
              <a:ext cx="147320" cy="93345"/>
            </a:xfrm>
            <a:custGeom>
              <a:avLst/>
              <a:gdLst/>
              <a:ahLst/>
              <a:cxnLst/>
              <a:rect l="l" t="t" r="r" b="b"/>
              <a:pathLst>
                <a:path w="147320" h="93345">
                  <a:moveTo>
                    <a:pt x="0" y="0"/>
                  </a:moveTo>
                  <a:lnTo>
                    <a:pt x="46944" y="47345"/>
                  </a:lnTo>
                  <a:lnTo>
                    <a:pt x="0" y="93267"/>
                  </a:lnTo>
                  <a:lnTo>
                    <a:pt x="147143" y="47345"/>
                  </a:lnTo>
                  <a:lnTo>
                    <a:pt x="0" y="0"/>
                  </a:lnTo>
                  <a:close/>
                </a:path>
              </a:pathLst>
            </a:custGeom>
            <a:solidFill>
              <a:srgbClr val="000000"/>
            </a:solidFill>
          </p:spPr>
          <p:txBody>
            <a:bodyPr wrap="square" lIns="0" tIns="0" rIns="0" bIns="0" rtlCol="0"/>
            <a:lstStyle/>
            <a:p/>
          </p:txBody>
        </p:sp>
        <p:pic>
          <p:nvPicPr>
            <p:cNvPr id="101" name="object 101" descr=""/>
            <p:cNvPicPr/>
            <p:nvPr/>
          </p:nvPicPr>
          <p:blipFill>
            <a:blip r:embed="rId3" cstate="print"/>
            <a:stretch>
              <a:fillRect/>
            </a:stretch>
          </p:blipFill>
          <p:spPr>
            <a:xfrm>
              <a:off x="7282646" y="5265459"/>
              <a:ext cx="274062" cy="127674"/>
            </a:xfrm>
            <a:prstGeom prst="rect">
              <a:avLst/>
            </a:prstGeom>
          </p:spPr>
        </p:pic>
        <p:sp>
          <p:nvSpPr>
            <p:cNvPr id="102" name="object 102" descr=""/>
            <p:cNvSpPr/>
            <p:nvPr/>
          </p:nvSpPr>
          <p:spPr>
            <a:xfrm>
              <a:off x="7867325" y="4824956"/>
              <a:ext cx="254000" cy="509905"/>
            </a:xfrm>
            <a:custGeom>
              <a:avLst/>
              <a:gdLst/>
              <a:ahLst/>
              <a:cxnLst/>
              <a:rect l="l" t="t" r="r" b="b"/>
              <a:pathLst>
                <a:path w="254000" h="509904">
                  <a:moveTo>
                    <a:pt x="0" y="509742"/>
                  </a:moveTo>
                  <a:lnTo>
                    <a:pt x="155864" y="509742"/>
                  </a:lnTo>
                </a:path>
                <a:path w="254000" h="509904">
                  <a:moveTo>
                    <a:pt x="155864" y="509742"/>
                  </a:moveTo>
                  <a:lnTo>
                    <a:pt x="155864" y="0"/>
                  </a:lnTo>
                </a:path>
                <a:path w="254000" h="509904">
                  <a:moveTo>
                    <a:pt x="155864" y="0"/>
                  </a:moveTo>
                  <a:lnTo>
                    <a:pt x="253836" y="0"/>
                  </a:lnTo>
                </a:path>
              </a:pathLst>
            </a:custGeom>
            <a:ln w="13220">
              <a:solidFill>
                <a:srgbClr val="000000"/>
              </a:solidFill>
            </a:ln>
          </p:spPr>
          <p:txBody>
            <a:bodyPr wrap="square" lIns="0" tIns="0" rIns="0" bIns="0" rtlCol="0"/>
            <a:lstStyle/>
            <a:p/>
          </p:txBody>
        </p:sp>
        <p:sp>
          <p:nvSpPr>
            <p:cNvPr id="103" name="object 103" descr=""/>
            <p:cNvSpPr/>
            <p:nvPr/>
          </p:nvSpPr>
          <p:spPr>
            <a:xfrm>
              <a:off x="8072361" y="4778559"/>
              <a:ext cx="146050" cy="93345"/>
            </a:xfrm>
            <a:custGeom>
              <a:avLst/>
              <a:gdLst/>
              <a:ahLst/>
              <a:cxnLst/>
              <a:rect l="l" t="t" r="r" b="b"/>
              <a:pathLst>
                <a:path w="146050" h="93345">
                  <a:moveTo>
                    <a:pt x="0" y="0"/>
                  </a:moveTo>
                  <a:lnTo>
                    <a:pt x="46944" y="46396"/>
                  </a:lnTo>
                  <a:lnTo>
                    <a:pt x="0" y="93213"/>
                  </a:lnTo>
                  <a:lnTo>
                    <a:pt x="145659" y="46396"/>
                  </a:lnTo>
                  <a:lnTo>
                    <a:pt x="0" y="0"/>
                  </a:lnTo>
                  <a:close/>
                </a:path>
              </a:pathLst>
            </a:custGeom>
            <a:solidFill>
              <a:srgbClr val="000000"/>
            </a:solidFill>
          </p:spPr>
          <p:txBody>
            <a:bodyPr wrap="square" lIns="0" tIns="0" rIns="0" bIns="0" rtlCol="0"/>
            <a:lstStyle/>
            <a:p/>
          </p:txBody>
        </p:sp>
        <p:sp>
          <p:nvSpPr>
            <p:cNvPr id="104" name="object 104" descr=""/>
            <p:cNvSpPr/>
            <p:nvPr/>
          </p:nvSpPr>
          <p:spPr>
            <a:xfrm>
              <a:off x="6152070" y="3804923"/>
              <a:ext cx="565785" cy="1927225"/>
            </a:xfrm>
            <a:custGeom>
              <a:avLst/>
              <a:gdLst/>
              <a:ahLst/>
              <a:cxnLst/>
              <a:rect l="l" t="t" r="r" b="b"/>
              <a:pathLst>
                <a:path w="565784" h="1927225">
                  <a:moveTo>
                    <a:pt x="0" y="0"/>
                  </a:moveTo>
                  <a:lnTo>
                    <a:pt x="0" y="1926958"/>
                  </a:lnTo>
                </a:path>
                <a:path w="565784" h="1927225">
                  <a:moveTo>
                    <a:pt x="0" y="1529776"/>
                  </a:moveTo>
                  <a:lnTo>
                    <a:pt x="565751" y="1529776"/>
                  </a:lnTo>
                </a:path>
              </a:pathLst>
            </a:custGeom>
            <a:ln w="13220">
              <a:solidFill>
                <a:srgbClr val="000000"/>
              </a:solidFill>
            </a:ln>
          </p:spPr>
          <p:txBody>
            <a:bodyPr wrap="square" lIns="0" tIns="0" rIns="0" bIns="0" rtlCol="0"/>
            <a:lstStyle/>
            <a:p/>
          </p:txBody>
        </p:sp>
        <p:sp>
          <p:nvSpPr>
            <p:cNvPr id="105" name="object 105" descr=""/>
            <p:cNvSpPr/>
            <p:nvPr/>
          </p:nvSpPr>
          <p:spPr>
            <a:xfrm>
              <a:off x="6669207" y="5288777"/>
              <a:ext cx="146050" cy="93345"/>
            </a:xfrm>
            <a:custGeom>
              <a:avLst/>
              <a:gdLst/>
              <a:ahLst/>
              <a:cxnLst/>
              <a:rect l="l" t="t" r="r" b="b"/>
              <a:pathLst>
                <a:path w="146050" h="93345">
                  <a:moveTo>
                    <a:pt x="0" y="0"/>
                  </a:moveTo>
                  <a:lnTo>
                    <a:pt x="46388" y="47272"/>
                  </a:lnTo>
                  <a:lnTo>
                    <a:pt x="0" y="93213"/>
                  </a:lnTo>
                  <a:lnTo>
                    <a:pt x="145659" y="47272"/>
                  </a:lnTo>
                  <a:lnTo>
                    <a:pt x="0" y="0"/>
                  </a:lnTo>
                  <a:close/>
                </a:path>
              </a:pathLst>
            </a:custGeom>
            <a:solidFill>
              <a:srgbClr val="000000"/>
            </a:solidFill>
          </p:spPr>
          <p:txBody>
            <a:bodyPr wrap="square" lIns="0" tIns="0" rIns="0" bIns="0" rtlCol="0"/>
            <a:lstStyle/>
            <a:p/>
          </p:txBody>
        </p:sp>
        <p:sp>
          <p:nvSpPr>
            <p:cNvPr id="106" name="object 106" descr=""/>
            <p:cNvSpPr/>
            <p:nvPr/>
          </p:nvSpPr>
          <p:spPr>
            <a:xfrm>
              <a:off x="6152070" y="3804923"/>
              <a:ext cx="721995" cy="1581785"/>
            </a:xfrm>
            <a:custGeom>
              <a:avLst/>
              <a:gdLst/>
              <a:ahLst/>
              <a:cxnLst/>
              <a:rect l="l" t="t" r="r" b="b"/>
              <a:pathLst>
                <a:path w="721995" h="1581785">
                  <a:moveTo>
                    <a:pt x="467965" y="1467189"/>
                  </a:moveTo>
                  <a:lnTo>
                    <a:pt x="506931" y="1581557"/>
                  </a:lnTo>
                </a:path>
                <a:path w="721995" h="1581785">
                  <a:moveTo>
                    <a:pt x="0" y="0"/>
                  </a:moveTo>
                  <a:lnTo>
                    <a:pt x="721987" y="0"/>
                  </a:lnTo>
                </a:path>
              </a:pathLst>
            </a:custGeom>
            <a:ln w="13220">
              <a:solidFill>
                <a:srgbClr val="000000"/>
              </a:solidFill>
            </a:ln>
          </p:spPr>
          <p:txBody>
            <a:bodyPr wrap="square" lIns="0" tIns="0" rIns="0" bIns="0" rtlCol="0"/>
            <a:lstStyle/>
            <a:p/>
          </p:txBody>
        </p:sp>
        <p:sp>
          <p:nvSpPr>
            <p:cNvPr id="107" name="object 107" descr=""/>
            <p:cNvSpPr/>
            <p:nvPr/>
          </p:nvSpPr>
          <p:spPr>
            <a:xfrm>
              <a:off x="6824886" y="3759110"/>
              <a:ext cx="146050" cy="93345"/>
            </a:xfrm>
            <a:custGeom>
              <a:avLst/>
              <a:gdLst/>
              <a:ahLst/>
              <a:cxnLst/>
              <a:rect l="l" t="t" r="r" b="b"/>
              <a:pathLst>
                <a:path w="146050" h="93345">
                  <a:moveTo>
                    <a:pt x="0" y="0"/>
                  </a:moveTo>
                  <a:lnTo>
                    <a:pt x="46944" y="45812"/>
                  </a:lnTo>
                  <a:lnTo>
                    <a:pt x="0" y="93085"/>
                  </a:lnTo>
                  <a:lnTo>
                    <a:pt x="145659" y="45812"/>
                  </a:lnTo>
                  <a:lnTo>
                    <a:pt x="0" y="0"/>
                  </a:lnTo>
                  <a:close/>
                </a:path>
              </a:pathLst>
            </a:custGeom>
            <a:solidFill>
              <a:srgbClr val="000000"/>
            </a:solidFill>
          </p:spPr>
          <p:txBody>
            <a:bodyPr wrap="square" lIns="0" tIns="0" rIns="0" bIns="0" rtlCol="0"/>
            <a:lstStyle/>
            <a:p/>
          </p:txBody>
        </p:sp>
        <p:sp>
          <p:nvSpPr>
            <p:cNvPr id="108" name="object 108" descr=""/>
            <p:cNvSpPr/>
            <p:nvPr/>
          </p:nvSpPr>
          <p:spPr>
            <a:xfrm>
              <a:off x="6152070" y="4144958"/>
              <a:ext cx="721995" cy="0"/>
            </a:xfrm>
            <a:custGeom>
              <a:avLst/>
              <a:gdLst/>
              <a:ahLst/>
              <a:cxnLst/>
              <a:rect l="l" t="t" r="r" b="b"/>
              <a:pathLst>
                <a:path w="721995" h="0">
                  <a:moveTo>
                    <a:pt x="0" y="0"/>
                  </a:moveTo>
                  <a:lnTo>
                    <a:pt x="721987" y="0"/>
                  </a:lnTo>
                </a:path>
              </a:pathLst>
            </a:custGeom>
            <a:ln w="13111">
              <a:solidFill>
                <a:srgbClr val="000000"/>
              </a:solidFill>
            </a:ln>
          </p:spPr>
          <p:txBody>
            <a:bodyPr wrap="square" lIns="0" tIns="0" rIns="0" bIns="0" rtlCol="0"/>
            <a:lstStyle/>
            <a:p/>
          </p:txBody>
        </p:sp>
        <p:sp>
          <p:nvSpPr>
            <p:cNvPr id="109" name="object 109" descr=""/>
            <p:cNvSpPr/>
            <p:nvPr/>
          </p:nvSpPr>
          <p:spPr>
            <a:xfrm>
              <a:off x="6824886" y="4098963"/>
              <a:ext cx="146050" cy="93345"/>
            </a:xfrm>
            <a:custGeom>
              <a:avLst/>
              <a:gdLst/>
              <a:ahLst/>
              <a:cxnLst/>
              <a:rect l="l" t="t" r="r" b="b"/>
              <a:pathLst>
                <a:path w="146050" h="93345">
                  <a:moveTo>
                    <a:pt x="0" y="0"/>
                  </a:moveTo>
                  <a:lnTo>
                    <a:pt x="46944" y="45995"/>
                  </a:lnTo>
                  <a:lnTo>
                    <a:pt x="0" y="93267"/>
                  </a:lnTo>
                  <a:lnTo>
                    <a:pt x="145659" y="45995"/>
                  </a:lnTo>
                  <a:lnTo>
                    <a:pt x="0" y="0"/>
                  </a:lnTo>
                  <a:close/>
                </a:path>
              </a:pathLst>
            </a:custGeom>
            <a:solidFill>
              <a:srgbClr val="000000"/>
            </a:solidFill>
          </p:spPr>
          <p:txBody>
            <a:bodyPr wrap="square" lIns="0" tIns="0" rIns="0" bIns="0" rtlCol="0"/>
            <a:lstStyle/>
            <a:p/>
          </p:txBody>
        </p:sp>
        <p:sp>
          <p:nvSpPr>
            <p:cNvPr id="110" name="object 110" descr=""/>
            <p:cNvSpPr/>
            <p:nvPr/>
          </p:nvSpPr>
          <p:spPr>
            <a:xfrm>
              <a:off x="6346901" y="4484994"/>
              <a:ext cx="527685" cy="0"/>
            </a:xfrm>
            <a:custGeom>
              <a:avLst/>
              <a:gdLst/>
              <a:ahLst/>
              <a:cxnLst/>
              <a:rect l="l" t="t" r="r" b="b"/>
              <a:pathLst>
                <a:path w="527684" h="0">
                  <a:moveTo>
                    <a:pt x="0" y="0"/>
                  </a:moveTo>
                  <a:lnTo>
                    <a:pt x="527156" y="0"/>
                  </a:lnTo>
                </a:path>
              </a:pathLst>
            </a:custGeom>
            <a:ln w="13111">
              <a:solidFill>
                <a:srgbClr val="000000"/>
              </a:solidFill>
            </a:ln>
          </p:spPr>
          <p:txBody>
            <a:bodyPr wrap="square" lIns="0" tIns="0" rIns="0" bIns="0" rtlCol="0"/>
            <a:lstStyle/>
            <a:p/>
          </p:txBody>
        </p:sp>
        <p:sp>
          <p:nvSpPr>
            <p:cNvPr id="111" name="object 111" descr=""/>
            <p:cNvSpPr/>
            <p:nvPr/>
          </p:nvSpPr>
          <p:spPr>
            <a:xfrm>
              <a:off x="6824886" y="4438633"/>
              <a:ext cx="146050" cy="93345"/>
            </a:xfrm>
            <a:custGeom>
              <a:avLst/>
              <a:gdLst/>
              <a:ahLst/>
              <a:cxnLst/>
              <a:rect l="l" t="t" r="r" b="b"/>
              <a:pathLst>
                <a:path w="146050" h="93345">
                  <a:moveTo>
                    <a:pt x="0" y="0"/>
                  </a:moveTo>
                  <a:lnTo>
                    <a:pt x="46944" y="46360"/>
                  </a:lnTo>
                  <a:lnTo>
                    <a:pt x="0" y="93085"/>
                  </a:lnTo>
                  <a:lnTo>
                    <a:pt x="145659" y="46360"/>
                  </a:lnTo>
                  <a:lnTo>
                    <a:pt x="0" y="0"/>
                  </a:lnTo>
                  <a:close/>
                </a:path>
              </a:pathLst>
            </a:custGeom>
            <a:solidFill>
              <a:srgbClr val="000000"/>
            </a:solidFill>
          </p:spPr>
          <p:txBody>
            <a:bodyPr wrap="square" lIns="0" tIns="0" rIns="0" bIns="0" rtlCol="0"/>
            <a:lstStyle/>
            <a:p/>
          </p:txBody>
        </p:sp>
        <p:sp>
          <p:nvSpPr>
            <p:cNvPr id="112" name="object 112" descr=""/>
            <p:cNvSpPr/>
            <p:nvPr/>
          </p:nvSpPr>
          <p:spPr>
            <a:xfrm>
              <a:off x="5333465" y="4257938"/>
              <a:ext cx="850265" cy="8255"/>
            </a:xfrm>
            <a:custGeom>
              <a:avLst/>
              <a:gdLst/>
              <a:ahLst/>
              <a:cxnLst/>
              <a:rect l="l" t="t" r="r" b="b"/>
              <a:pathLst>
                <a:path w="850264" h="8254">
                  <a:moveTo>
                    <a:pt x="733065" y="7665"/>
                  </a:moveTo>
                  <a:lnTo>
                    <a:pt x="849778" y="0"/>
                  </a:lnTo>
                </a:path>
                <a:path w="850264" h="8254">
                  <a:moveTo>
                    <a:pt x="0" y="0"/>
                  </a:moveTo>
                  <a:lnTo>
                    <a:pt x="332307" y="5475"/>
                  </a:lnTo>
                </a:path>
              </a:pathLst>
            </a:custGeom>
            <a:ln w="13220">
              <a:solidFill>
                <a:srgbClr val="000000"/>
              </a:solidFill>
            </a:ln>
          </p:spPr>
          <p:txBody>
            <a:bodyPr wrap="square" lIns="0" tIns="0" rIns="0" bIns="0" rtlCol="0"/>
            <a:lstStyle/>
            <a:p/>
          </p:txBody>
        </p:sp>
        <p:sp>
          <p:nvSpPr>
            <p:cNvPr id="113" name="object 113" descr=""/>
            <p:cNvSpPr/>
            <p:nvPr/>
          </p:nvSpPr>
          <p:spPr>
            <a:xfrm>
              <a:off x="5615673" y="4216141"/>
              <a:ext cx="148590" cy="93345"/>
            </a:xfrm>
            <a:custGeom>
              <a:avLst/>
              <a:gdLst/>
              <a:ahLst/>
              <a:cxnLst/>
              <a:rect l="l" t="t" r="r" b="b"/>
              <a:pathLst>
                <a:path w="148589" h="93345">
                  <a:moveTo>
                    <a:pt x="1836" y="0"/>
                  </a:moveTo>
                  <a:lnTo>
                    <a:pt x="47798" y="47272"/>
                  </a:lnTo>
                  <a:lnTo>
                    <a:pt x="0" y="93267"/>
                  </a:lnTo>
                  <a:lnTo>
                    <a:pt x="147997" y="49463"/>
                  </a:lnTo>
                  <a:lnTo>
                    <a:pt x="1836" y="0"/>
                  </a:lnTo>
                  <a:close/>
                </a:path>
              </a:pathLst>
            </a:custGeom>
            <a:solidFill>
              <a:srgbClr val="000000"/>
            </a:solidFill>
          </p:spPr>
          <p:txBody>
            <a:bodyPr wrap="square" lIns="0" tIns="0" rIns="0" bIns="0" rtlCol="0"/>
            <a:lstStyle/>
            <a:p/>
          </p:txBody>
        </p:sp>
        <p:sp>
          <p:nvSpPr>
            <p:cNvPr id="114" name="object 114" descr=""/>
            <p:cNvSpPr/>
            <p:nvPr/>
          </p:nvSpPr>
          <p:spPr>
            <a:xfrm>
              <a:off x="4437206" y="4257938"/>
              <a:ext cx="215265" cy="5715"/>
            </a:xfrm>
            <a:custGeom>
              <a:avLst/>
              <a:gdLst/>
              <a:ahLst/>
              <a:cxnLst/>
              <a:rect l="l" t="t" r="r" b="b"/>
              <a:pathLst>
                <a:path w="215264" h="5714">
                  <a:moveTo>
                    <a:pt x="0" y="0"/>
                  </a:moveTo>
                  <a:lnTo>
                    <a:pt x="215093" y="5475"/>
                  </a:lnTo>
                </a:path>
              </a:pathLst>
            </a:custGeom>
            <a:ln w="13111">
              <a:solidFill>
                <a:srgbClr val="000000"/>
              </a:solidFill>
            </a:ln>
          </p:spPr>
          <p:txBody>
            <a:bodyPr wrap="square" lIns="0" tIns="0" rIns="0" bIns="0" rtlCol="0"/>
            <a:lstStyle/>
            <a:p/>
          </p:txBody>
        </p:sp>
        <p:sp>
          <p:nvSpPr>
            <p:cNvPr id="115" name="object 115" descr=""/>
            <p:cNvSpPr/>
            <p:nvPr/>
          </p:nvSpPr>
          <p:spPr>
            <a:xfrm>
              <a:off x="4602200" y="4216141"/>
              <a:ext cx="148590" cy="93345"/>
            </a:xfrm>
            <a:custGeom>
              <a:avLst/>
              <a:gdLst/>
              <a:ahLst/>
              <a:cxnLst/>
              <a:rect l="l" t="t" r="r" b="b"/>
              <a:pathLst>
                <a:path w="148589" h="93345">
                  <a:moveTo>
                    <a:pt x="1836" y="0"/>
                  </a:moveTo>
                  <a:lnTo>
                    <a:pt x="47798" y="47272"/>
                  </a:lnTo>
                  <a:lnTo>
                    <a:pt x="0" y="93267"/>
                  </a:lnTo>
                  <a:lnTo>
                    <a:pt x="147997" y="49463"/>
                  </a:lnTo>
                  <a:lnTo>
                    <a:pt x="1836" y="0"/>
                  </a:lnTo>
                  <a:close/>
                </a:path>
              </a:pathLst>
            </a:custGeom>
            <a:solidFill>
              <a:srgbClr val="000000"/>
            </a:solidFill>
          </p:spPr>
          <p:txBody>
            <a:bodyPr wrap="square" lIns="0" tIns="0" rIns="0" bIns="0" rtlCol="0"/>
            <a:lstStyle/>
            <a:p/>
          </p:txBody>
        </p:sp>
        <p:sp>
          <p:nvSpPr>
            <p:cNvPr id="116" name="object 116" descr=""/>
            <p:cNvSpPr/>
            <p:nvPr/>
          </p:nvSpPr>
          <p:spPr>
            <a:xfrm>
              <a:off x="4515342" y="3465070"/>
              <a:ext cx="98425" cy="0"/>
            </a:xfrm>
            <a:custGeom>
              <a:avLst/>
              <a:gdLst/>
              <a:ahLst/>
              <a:cxnLst/>
              <a:rect l="l" t="t" r="r" b="b"/>
              <a:pathLst>
                <a:path w="98425" h="0">
                  <a:moveTo>
                    <a:pt x="0" y="0"/>
                  </a:moveTo>
                  <a:lnTo>
                    <a:pt x="97897" y="0"/>
                  </a:lnTo>
                </a:path>
              </a:pathLst>
            </a:custGeom>
            <a:ln w="13111">
              <a:solidFill>
                <a:srgbClr val="000000"/>
              </a:solidFill>
            </a:ln>
          </p:spPr>
          <p:txBody>
            <a:bodyPr wrap="square" lIns="0" tIns="0" rIns="0" bIns="0" rtlCol="0"/>
            <a:lstStyle/>
            <a:p/>
          </p:txBody>
        </p:sp>
        <p:sp>
          <p:nvSpPr>
            <p:cNvPr id="117" name="object 117" descr=""/>
            <p:cNvSpPr/>
            <p:nvPr/>
          </p:nvSpPr>
          <p:spPr>
            <a:xfrm>
              <a:off x="4564050" y="3419075"/>
              <a:ext cx="146685" cy="93345"/>
            </a:xfrm>
            <a:custGeom>
              <a:avLst/>
              <a:gdLst/>
              <a:ahLst/>
              <a:cxnLst/>
              <a:rect l="l" t="t" r="r" b="b"/>
              <a:pathLst>
                <a:path w="146685" h="93345">
                  <a:moveTo>
                    <a:pt x="0" y="0"/>
                  </a:moveTo>
                  <a:lnTo>
                    <a:pt x="46889" y="45995"/>
                  </a:lnTo>
                  <a:lnTo>
                    <a:pt x="0" y="93267"/>
                  </a:lnTo>
                  <a:lnTo>
                    <a:pt x="146160" y="45995"/>
                  </a:lnTo>
                  <a:lnTo>
                    <a:pt x="0" y="0"/>
                  </a:lnTo>
                  <a:close/>
                </a:path>
              </a:pathLst>
            </a:custGeom>
            <a:solidFill>
              <a:srgbClr val="000000"/>
            </a:solidFill>
          </p:spPr>
          <p:txBody>
            <a:bodyPr wrap="square" lIns="0" tIns="0" rIns="0" bIns="0" rtlCol="0"/>
            <a:lstStyle/>
            <a:p/>
          </p:txBody>
        </p:sp>
        <p:sp>
          <p:nvSpPr>
            <p:cNvPr id="118" name="object 118" descr=""/>
            <p:cNvSpPr/>
            <p:nvPr/>
          </p:nvSpPr>
          <p:spPr>
            <a:xfrm>
              <a:off x="4476265" y="3067905"/>
              <a:ext cx="137160" cy="1190625"/>
            </a:xfrm>
            <a:custGeom>
              <a:avLst/>
              <a:gdLst/>
              <a:ahLst/>
              <a:cxnLst/>
              <a:rect l="l" t="t" r="r" b="b"/>
              <a:pathLst>
                <a:path w="137160" h="1190625">
                  <a:moveTo>
                    <a:pt x="39077" y="1190032"/>
                  </a:moveTo>
                  <a:lnTo>
                    <a:pt x="39077" y="397164"/>
                  </a:lnTo>
                </a:path>
                <a:path w="137160" h="1190625">
                  <a:moveTo>
                    <a:pt x="0" y="0"/>
                  </a:moveTo>
                  <a:lnTo>
                    <a:pt x="136975" y="0"/>
                  </a:lnTo>
                </a:path>
              </a:pathLst>
            </a:custGeom>
            <a:ln w="13220">
              <a:solidFill>
                <a:srgbClr val="000000"/>
              </a:solidFill>
            </a:ln>
          </p:spPr>
          <p:txBody>
            <a:bodyPr wrap="square" lIns="0" tIns="0" rIns="0" bIns="0" rtlCol="0"/>
            <a:lstStyle/>
            <a:p/>
          </p:txBody>
        </p:sp>
        <p:sp>
          <p:nvSpPr>
            <p:cNvPr id="119" name="object 119" descr=""/>
            <p:cNvSpPr/>
            <p:nvPr/>
          </p:nvSpPr>
          <p:spPr>
            <a:xfrm>
              <a:off x="4564050" y="3021910"/>
              <a:ext cx="146685" cy="93345"/>
            </a:xfrm>
            <a:custGeom>
              <a:avLst/>
              <a:gdLst/>
              <a:ahLst/>
              <a:cxnLst/>
              <a:rect l="l" t="t" r="r" b="b"/>
              <a:pathLst>
                <a:path w="146685" h="93344">
                  <a:moveTo>
                    <a:pt x="0" y="0"/>
                  </a:moveTo>
                  <a:lnTo>
                    <a:pt x="46889" y="45995"/>
                  </a:lnTo>
                  <a:lnTo>
                    <a:pt x="0" y="93267"/>
                  </a:lnTo>
                  <a:lnTo>
                    <a:pt x="146160" y="45995"/>
                  </a:lnTo>
                  <a:lnTo>
                    <a:pt x="0" y="0"/>
                  </a:lnTo>
                  <a:close/>
                </a:path>
              </a:pathLst>
            </a:custGeom>
            <a:solidFill>
              <a:srgbClr val="000000"/>
            </a:solidFill>
          </p:spPr>
          <p:txBody>
            <a:bodyPr wrap="square" lIns="0" tIns="0" rIns="0" bIns="0" rtlCol="0"/>
            <a:lstStyle/>
            <a:p/>
          </p:txBody>
        </p:sp>
        <p:sp>
          <p:nvSpPr>
            <p:cNvPr id="120" name="object 120" descr=""/>
            <p:cNvSpPr/>
            <p:nvPr/>
          </p:nvSpPr>
          <p:spPr>
            <a:xfrm>
              <a:off x="4047442" y="2842310"/>
              <a:ext cx="59055" cy="1416685"/>
            </a:xfrm>
            <a:custGeom>
              <a:avLst/>
              <a:gdLst/>
              <a:ahLst/>
              <a:cxnLst/>
              <a:rect l="l" t="t" r="r" b="b"/>
              <a:pathLst>
                <a:path w="59054" h="1416685">
                  <a:moveTo>
                    <a:pt x="0" y="0"/>
                  </a:moveTo>
                  <a:lnTo>
                    <a:pt x="0" y="1415627"/>
                  </a:lnTo>
                </a:path>
                <a:path w="59054" h="1416685">
                  <a:moveTo>
                    <a:pt x="0" y="1415627"/>
                  </a:moveTo>
                  <a:lnTo>
                    <a:pt x="58831" y="1416540"/>
                  </a:lnTo>
                </a:path>
              </a:pathLst>
            </a:custGeom>
            <a:ln w="13220">
              <a:solidFill>
                <a:srgbClr val="000000"/>
              </a:solidFill>
            </a:ln>
          </p:spPr>
          <p:txBody>
            <a:bodyPr wrap="square" lIns="0" tIns="0" rIns="0" bIns="0" rtlCol="0"/>
            <a:lstStyle/>
            <a:p/>
          </p:txBody>
        </p:sp>
        <p:sp>
          <p:nvSpPr>
            <p:cNvPr id="121" name="object 121" descr=""/>
            <p:cNvSpPr/>
            <p:nvPr/>
          </p:nvSpPr>
          <p:spPr>
            <a:xfrm>
              <a:off x="4056174" y="4211578"/>
              <a:ext cx="148590" cy="93345"/>
            </a:xfrm>
            <a:custGeom>
              <a:avLst/>
              <a:gdLst/>
              <a:ahLst/>
              <a:cxnLst/>
              <a:rect l="l" t="t" r="r" b="b"/>
              <a:pathLst>
                <a:path w="148589" h="93345">
                  <a:moveTo>
                    <a:pt x="2299" y="0"/>
                  </a:moveTo>
                  <a:lnTo>
                    <a:pt x="47800" y="47272"/>
                  </a:lnTo>
                  <a:lnTo>
                    <a:pt x="0" y="93267"/>
                  </a:lnTo>
                  <a:lnTo>
                    <a:pt x="147995" y="49645"/>
                  </a:lnTo>
                  <a:lnTo>
                    <a:pt x="2299" y="0"/>
                  </a:lnTo>
                  <a:close/>
                </a:path>
              </a:pathLst>
            </a:custGeom>
            <a:solidFill>
              <a:srgbClr val="000000"/>
            </a:solidFill>
          </p:spPr>
          <p:txBody>
            <a:bodyPr wrap="square" lIns="0" tIns="0" rIns="0" bIns="0" rtlCol="0"/>
            <a:lstStyle/>
            <a:p/>
          </p:txBody>
        </p:sp>
        <p:sp>
          <p:nvSpPr>
            <p:cNvPr id="122" name="object 122" descr=""/>
            <p:cNvSpPr/>
            <p:nvPr/>
          </p:nvSpPr>
          <p:spPr>
            <a:xfrm>
              <a:off x="5489738" y="3238014"/>
              <a:ext cx="176530" cy="0"/>
            </a:xfrm>
            <a:custGeom>
              <a:avLst/>
              <a:gdLst/>
              <a:ahLst/>
              <a:cxnLst/>
              <a:rect l="l" t="t" r="r" b="b"/>
              <a:pathLst>
                <a:path w="176529" h="0">
                  <a:moveTo>
                    <a:pt x="0" y="0"/>
                  </a:moveTo>
                  <a:lnTo>
                    <a:pt x="176034" y="0"/>
                  </a:lnTo>
                </a:path>
              </a:pathLst>
            </a:custGeom>
            <a:ln w="13111">
              <a:solidFill>
                <a:srgbClr val="000000"/>
              </a:solidFill>
            </a:ln>
          </p:spPr>
          <p:txBody>
            <a:bodyPr wrap="square" lIns="0" tIns="0" rIns="0" bIns="0" rtlCol="0"/>
            <a:lstStyle/>
            <a:p/>
          </p:txBody>
        </p:sp>
        <p:sp>
          <p:nvSpPr>
            <p:cNvPr id="123" name="object 123" descr=""/>
            <p:cNvSpPr/>
            <p:nvPr/>
          </p:nvSpPr>
          <p:spPr>
            <a:xfrm>
              <a:off x="5616582" y="3191654"/>
              <a:ext cx="147320" cy="93345"/>
            </a:xfrm>
            <a:custGeom>
              <a:avLst/>
              <a:gdLst/>
              <a:ahLst/>
              <a:cxnLst/>
              <a:rect l="l" t="t" r="r" b="b"/>
              <a:pathLst>
                <a:path w="147320" h="93345">
                  <a:moveTo>
                    <a:pt x="0" y="0"/>
                  </a:moveTo>
                  <a:lnTo>
                    <a:pt x="46889" y="47272"/>
                  </a:lnTo>
                  <a:lnTo>
                    <a:pt x="0" y="93267"/>
                  </a:lnTo>
                  <a:lnTo>
                    <a:pt x="147088" y="47272"/>
                  </a:lnTo>
                  <a:lnTo>
                    <a:pt x="0" y="0"/>
                  </a:lnTo>
                  <a:close/>
                </a:path>
              </a:pathLst>
            </a:custGeom>
            <a:solidFill>
              <a:srgbClr val="000000"/>
            </a:solidFill>
          </p:spPr>
          <p:txBody>
            <a:bodyPr wrap="square" lIns="0" tIns="0" rIns="0" bIns="0" rtlCol="0"/>
            <a:lstStyle/>
            <a:p/>
          </p:txBody>
        </p:sp>
        <p:sp>
          <p:nvSpPr>
            <p:cNvPr id="124" name="object 124" descr=""/>
            <p:cNvSpPr/>
            <p:nvPr/>
          </p:nvSpPr>
          <p:spPr>
            <a:xfrm>
              <a:off x="8062155" y="3918085"/>
              <a:ext cx="59055" cy="0"/>
            </a:xfrm>
            <a:custGeom>
              <a:avLst/>
              <a:gdLst/>
              <a:ahLst/>
              <a:cxnLst/>
              <a:rect l="l" t="t" r="r" b="b"/>
              <a:pathLst>
                <a:path w="59054" h="0">
                  <a:moveTo>
                    <a:pt x="0" y="0"/>
                  </a:moveTo>
                  <a:lnTo>
                    <a:pt x="59005" y="0"/>
                  </a:lnTo>
                </a:path>
              </a:pathLst>
            </a:custGeom>
            <a:ln w="13111">
              <a:solidFill>
                <a:srgbClr val="000000"/>
              </a:solidFill>
            </a:ln>
          </p:spPr>
          <p:txBody>
            <a:bodyPr wrap="square" lIns="0" tIns="0" rIns="0" bIns="0" rtlCol="0"/>
            <a:lstStyle/>
            <a:p/>
          </p:txBody>
        </p:sp>
        <p:sp>
          <p:nvSpPr>
            <p:cNvPr id="125" name="object 125" descr=""/>
            <p:cNvSpPr/>
            <p:nvPr/>
          </p:nvSpPr>
          <p:spPr>
            <a:xfrm>
              <a:off x="8072361" y="3871725"/>
              <a:ext cx="146050" cy="93345"/>
            </a:xfrm>
            <a:custGeom>
              <a:avLst/>
              <a:gdLst/>
              <a:ahLst/>
              <a:cxnLst/>
              <a:rect l="l" t="t" r="r" b="b"/>
              <a:pathLst>
                <a:path w="146050" h="93345">
                  <a:moveTo>
                    <a:pt x="0" y="0"/>
                  </a:moveTo>
                  <a:lnTo>
                    <a:pt x="46944" y="47272"/>
                  </a:lnTo>
                  <a:lnTo>
                    <a:pt x="0" y="93085"/>
                  </a:lnTo>
                  <a:lnTo>
                    <a:pt x="145659" y="47272"/>
                  </a:lnTo>
                  <a:lnTo>
                    <a:pt x="0" y="0"/>
                  </a:lnTo>
                  <a:close/>
                </a:path>
              </a:pathLst>
            </a:custGeom>
            <a:solidFill>
              <a:srgbClr val="000000"/>
            </a:solidFill>
          </p:spPr>
          <p:txBody>
            <a:bodyPr wrap="square" lIns="0" tIns="0" rIns="0" bIns="0" rtlCol="0"/>
            <a:lstStyle/>
            <a:p/>
          </p:txBody>
        </p:sp>
        <p:sp>
          <p:nvSpPr>
            <p:cNvPr id="126" name="object 126" descr=""/>
            <p:cNvSpPr/>
            <p:nvPr/>
          </p:nvSpPr>
          <p:spPr>
            <a:xfrm>
              <a:off x="9504461" y="4372014"/>
              <a:ext cx="371475" cy="0"/>
            </a:xfrm>
            <a:custGeom>
              <a:avLst/>
              <a:gdLst/>
              <a:ahLst/>
              <a:cxnLst/>
              <a:rect l="l" t="t" r="r" b="b"/>
              <a:pathLst>
                <a:path w="371475" h="0">
                  <a:moveTo>
                    <a:pt x="0" y="0"/>
                  </a:moveTo>
                  <a:lnTo>
                    <a:pt x="370920" y="0"/>
                  </a:lnTo>
                </a:path>
              </a:pathLst>
            </a:custGeom>
            <a:ln w="13111">
              <a:solidFill>
                <a:srgbClr val="000000"/>
              </a:solidFill>
            </a:ln>
          </p:spPr>
          <p:txBody>
            <a:bodyPr wrap="square" lIns="0" tIns="0" rIns="0" bIns="0" rtlCol="0"/>
            <a:lstStyle/>
            <a:p/>
          </p:txBody>
        </p:sp>
        <p:sp>
          <p:nvSpPr>
            <p:cNvPr id="127" name="object 127" descr=""/>
            <p:cNvSpPr/>
            <p:nvPr/>
          </p:nvSpPr>
          <p:spPr>
            <a:xfrm>
              <a:off x="9826211" y="4326018"/>
              <a:ext cx="147320" cy="93345"/>
            </a:xfrm>
            <a:custGeom>
              <a:avLst/>
              <a:gdLst/>
              <a:ahLst/>
              <a:cxnLst/>
              <a:rect l="l" t="t" r="r" b="b"/>
              <a:pathLst>
                <a:path w="147320" h="93345">
                  <a:moveTo>
                    <a:pt x="0" y="0"/>
                  </a:moveTo>
                  <a:lnTo>
                    <a:pt x="46944" y="46725"/>
                  </a:lnTo>
                  <a:lnTo>
                    <a:pt x="0" y="93267"/>
                  </a:lnTo>
                  <a:lnTo>
                    <a:pt x="147143" y="46725"/>
                  </a:lnTo>
                  <a:lnTo>
                    <a:pt x="0" y="0"/>
                  </a:lnTo>
                  <a:close/>
                </a:path>
              </a:pathLst>
            </a:custGeom>
            <a:solidFill>
              <a:srgbClr val="000000"/>
            </a:solidFill>
          </p:spPr>
          <p:txBody>
            <a:bodyPr wrap="square" lIns="0" tIns="0" rIns="0" bIns="0" rtlCol="0"/>
            <a:lstStyle/>
            <a:p/>
          </p:txBody>
        </p:sp>
        <p:sp>
          <p:nvSpPr>
            <p:cNvPr id="128" name="object 128" descr=""/>
            <p:cNvSpPr/>
            <p:nvPr/>
          </p:nvSpPr>
          <p:spPr>
            <a:xfrm>
              <a:off x="10557105" y="4541758"/>
              <a:ext cx="97790" cy="0"/>
            </a:xfrm>
            <a:custGeom>
              <a:avLst/>
              <a:gdLst/>
              <a:ahLst/>
              <a:cxnLst/>
              <a:rect l="l" t="t" r="r" b="b"/>
              <a:pathLst>
                <a:path w="97790" h="0">
                  <a:moveTo>
                    <a:pt x="0" y="0"/>
                  </a:moveTo>
                  <a:lnTo>
                    <a:pt x="97786" y="0"/>
                  </a:lnTo>
                </a:path>
              </a:pathLst>
            </a:custGeom>
            <a:ln w="13111">
              <a:solidFill>
                <a:srgbClr val="000000"/>
              </a:solidFill>
            </a:ln>
          </p:spPr>
          <p:txBody>
            <a:bodyPr wrap="square" lIns="0" tIns="0" rIns="0" bIns="0" rtlCol="0"/>
            <a:lstStyle/>
            <a:p/>
          </p:txBody>
        </p:sp>
        <p:sp>
          <p:nvSpPr>
            <p:cNvPr id="129" name="object 129" descr=""/>
            <p:cNvSpPr/>
            <p:nvPr/>
          </p:nvSpPr>
          <p:spPr>
            <a:xfrm>
              <a:off x="10605720" y="4495762"/>
              <a:ext cx="147320" cy="93345"/>
            </a:xfrm>
            <a:custGeom>
              <a:avLst/>
              <a:gdLst/>
              <a:ahLst/>
              <a:cxnLst/>
              <a:rect l="l" t="t" r="r" b="b"/>
              <a:pathLst>
                <a:path w="147320" h="93345">
                  <a:moveTo>
                    <a:pt x="0" y="0"/>
                  </a:moveTo>
                  <a:lnTo>
                    <a:pt x="46944" y="45995"/>
                  </a:lnTo>
                  <a:lnTo>
                    <a:pt x="0" y="93267"/>
                  </a:lnTo>
                  <a:lnTo>
                    <a:pt x="147143" y="45995"/>
                  </a:lnTo>
                  <a:lnTo>
                    <a:pt x="0" y="0"/>
                  </a:lnTo>
                  <a:close/>
                </a:path>
              </a:pathLst>
            </a:custGeom>
            <a:solidFill>
              <a:srgbClr val="000000"/>
            </a:solidFill>
          </p:spPr>
          <p:txBody>
            <a:bodyPr wrap="square" lIns="0" tIns="0" rIns="0" bIns="0" rtlCol="0"/>
            <a:lstStyle/>
            <a:p/>
          </p:txBody>
        </p:sp>
        <p:sp>
          <p:nvSpPr>
            <p:cNvPr id="130" name="object 130" descr=""/>
            <p:cNvSpPr/>
            <p:nvPr/>
          </p:nvSpPr>
          <p:spPr>
            <a:xfrm>
              <a:off x="11063480" y="4541758"/>
              <a:ext cx="176530" cy="0"/>
            </a:xfrm>
            <a:custGeom>
              <a:avLst/>
              <a:gdLst/>
              <a:ahLst/>
              <a:cxnLst/>
              <a:rect l="l" t="t" r="r" b="b"/>
              <a:pathLst>
                <a:path w="176529" h="0">
                  <a:moveTo>
                    <a:pt x="0" y="0"/>
                  </a:moveTo>
                  <a:lnTo>
                    <a:pt x="176090" y="0"/>
                  </a:lnTo>
                </a:path>
              </a:pathLst>
            </a:custGeom>
            <a:ln w="13111">
              <a:solidFill>
                <a:srgbClr val="000000"/>
              </a:solidFill>
            </a:ln>
          </p:spPr>
          <p:txBody>
            <a:bodyPr wrap="square" lIns="0" tIns="0" rIns="0" bIns="0" rtlCol="0"/>
            <a:lstStyle/>
            <a:p/>
          </p:txBody>
        </p:sp>
        <p:sp>
          <p:nvSpPr>
            <p:cNvPr id="131" name="object 131" descr=""/>
            <p:cNvSpPr/>
            <p:nvPr/>
          </p:nvSpPr>
          <p:spPr>
            <a:xfrm>
              <a:off x="11190398" y="4495762"/>
              <a:ext cx="146685" cy="93345"/>
            </a:xfrm>
            <a:custGeom>
              <a:avLst/>
              <a:gdLst/>
              <a:ahLst/>
              <a:cxnLst/>
              <a:rect l="l" t="t" r="r" b="b"/>
              <a:pathLst>
                <a:path w="146684" h="93345">
                  <a:moveTo>
                    <a:pt x="0" y="0"/>
                  </a:moveTo>
                  <a:lnTo>
                    <a:pt x="46944" y="45995"/>
                  </a:lnTo>
                  <a:lnTo>
                    <a:pt x="0" y="93267"/>
                  </a:lnTo>
                  <a:lnTo>
                    <a:pt x="146215" y="45995"/>
                  </a:lnTo>
                  <a:lnTo>
                    <a:pt x="0" y="0"/>
                  </a:lnTo>
                  <a:close/>
                </a:path>
              </a:pathLst>
            </a:custGeom>
            <a:solidFill>
              <a:srgbClr val="000000"/>
            </a:solidFill>
          </p:spPr>
          <p:txBody>
            <a:bodyPr wrap="square" lIns="0" tIns="0" rIns="0" bIns="0" rtlCol="0"/>
            <a:lstStyle/>
            <a:p/>
          </p:txBody>
        </p:sp>
        <p:sp>
          <p:nvSpPr>
            <p:cNvPr id="132" name="object 132" descr=""/>
            <p:cNvSpPr/>
            <p:nvPr/>
          </p:nvSpPr>
          <p:spPr>
            <a:xfrm>
              <a:off x="11141783" y="4699766"/>
              <a:ext cx="97790" cy="0"/>
            </a:xfrm>
            <a:custGeom>
              <a:avLst/>
              <a:gdLst/>
              <a:ahLst/>
              <a:cxnLst/>
              <a:rect l="l" t="t" r="r" b="b"/>
              <a:pathLst>
                <a:path w="97790" h="0">
                  <a:moveTo>
                    <a:pt x="0" y="0"/>
                  </a:moveTo>
                  <a:lnTo>
                    <a:pt x="97786" y="0"/>
                  </a:lnTo>
                </a:path>
              </a:pathLst>
            </a:custGeom>
            <a:ln w="13111">
              <a:solidFill>
                <a:srgbClr val="000000"/>
              </a:solidFill>
            </a:ln>
          </p:spPr>
          <p:txBody>
            <a:bodyPr wrap="square" lIns="0" tIns="0" rIns="0" bIns="0" rtlCol="0"/>
            <a:lstStyle/>
            <a:p/>
          </p:txBody>
        </p:sp>
        <p:sp>
          <p:nvSpPr>
            <p:cNvPr id="133" name="object 133" descr=""/>
            <p:cNvSpPr/>
            <p:nvPr/>
          </p:nvSpPr>
          <p:spPr>
            <a:xfrm>
              <a:off x="11190398" y="4653825"/>
              <a:ext cx="146685" cy="93345"/>
            </a:xfrm>
            <a:custGeom>
              <a:avLst/>
              <a:gdLst/>
              <a:ahLst/>
              <a:cxnLst/>
              <a:rect l="l" t="t" r="r" b="b"/>
              <a:pathLst>
                <a:path w="146684" h="93345">
                  <a:moveTo>
                    <a:pt x="0" y="0"/>
                  </a:moveTo>
                  <a:lnTo>
                    <a:pt x="46944" y="45940"/>
                  </a:lnTo>
                  <a:lnTo>
                    <a:pt x="0" y="93213"/>
                  </a:lnTo>
                  <a:lnTo>
                    <a:pt x="146215" y="45940"/>
                  </a:lnTo>
                  <a:lnTo>
                    <a:pt x="0" y="0"/>
                  </a:lnTo>
                  <a:close/>
                </a:path>
              </a:pathLst>
            </a:custGeom>
            <a:solidFill>
              <a:srgbClr val="000000"/>
            </a:solidFill>
          </p:spPr>
          <p:txBody>
            <a:bodyPr wrap="square" lIns="0" tIns="0" rIns="0" bIns="0" rtlCol="0"/>
            <a:lstStyle/>
            <a:p/>
          </p:txBody>
        </p:sp>
        <p:sp>
          <p:nvSpPr>
            <p:cNvPr id="134" name="object 134" descr=""/>
            <p:cNvSpPr/>
            <p:nvPr/>
          </p:nvSpPr>
          <p:spPr>
            <a:xfrm>
              <a:off x="7945442" y="2162239"/>
              <a:ext cx="3196590" cy="3059430"/>
            </a:xfrm>
            <a:custGeom>
              <a:avLst/>
              <a:gdLst/>
              <a:ahLst/>
              <a:cxnLst/>
              <a:rect l="l" t="t" r="r" b="b"/>
              <a:pathLst>
                <a:path w="3196590" h="3059429">
                  <a:moveTo>
                    <a:pt x="1793001" y="0"/>
                  </a:moveTo>
                  <a:lnTo>
                    <a:pt x="1793001" y="3059424"/>
                  </a:lnTo>
                </a:path>
                <a:path w="3196590" h="3059429">
                  <a:moveTo>
                    <a:pt x="3196340" y="2549681"/>
                  </a:moveTo>
                  <a:lnTo>
                    <a:pt x="3196340" y="3059424"/>
                  </a:lnTo>
                </a:path>
                <a:path w="3196590" h="3059429">
                  <a:moveTo>
                    <a:pt x="0" y="2492498"/>
                  </a:moveTo>
                  <a:lnTo>
                    <a:pt x="0" y="2945495"/>
                  </a:lnTo>
                </a:path>
                <a:path w="3196590" h="3059429">
                  <a:moveTo>
                    <a:pt x="1714883" y="2945495"/>
                  </a:moveTo>
                  <a:lnTo>
                    <a:pt x="1714883" y="2492498"/>
                  </a:lnTo>
                </a:path>
                <a:path w="3196590" h="3059429">
                  <a:moveTo>
                    <a:pt x="1714883" y="2492498"/>
                  </a:moveTo>
                  <a:lnTo>
                    <a:pt x="1929939" y="2492498"/>
                  </a:lnTo>
                </a:path>
              </a:pathLst>
            </a:custGeom>
            <a:ln w="13220">
              <a:solidFill>
                <a:srgbClr val="000000"/>
              </a:solidFill>
            </a:ln>
          </p:spPr>
          <p:txBody>
            <a:bodyPr wrap="square" lIns="0" tIns="0" rIns="0" bIns="0" rtlCol="0"/>
            <a:lstStyle/>
            <a:p/>
          </p:txBody>
        </p:sp>
        <p:sp>
          <p:nvSpPr>
            <p:cNvPr id="135" name="object 135" descr=""/>
            <p:cNvSpPr/>
            <p:nvPr/>
          </p:nvSpPr>
          <p:spPr>
            <a:xfrm>
              <a:off x="9826211" y="4608742"/>
              <a:ext cx="147320" cy="93345"/>
            </a:xfrm>
            <a:custGeom>
              <a:avLst/>
              <a:gdLst/>
              <a:ahLst/>
              <a:cxnLst/>
              <a:rect l="l" t="t" r="r" b="b"/>
              <a:pathLst>
                <a:path w="147320" h="93345">
                  <a:moveTo>
                    <a:pt x="0" y="0"/>
                  </a:moveTo>
                  <a:lnTo>
                    <a:pt x="46944" y="47345"/>
                  </a:lnTo>
                  <a:lnTo>
                    <a:pt x="0" y="93267"/>
                  </a:lnTo>
                  <a:lnTo>
                    <a:pt x="147143" y="47345"/>
                  </a:lnTo>
                  <a:lnTo>
                    <a:pt x="0" y="0"/>
                  </a:lnTo>
                  <a:close/>
                </a:path>
              </a:pathLst>
            </a:custGeom>
            <a:solidFill>
              <a:srgbClr val="000000"/>
            </a:solidFill>
          </p:spPr>
          <p:txBody>
            <a:bodyPr wrap="square" lIns="0" tIns="0" rIns="0" bIns="0" rtlCol="0"/>
            <a:lstStyle/>
            <a:p/>
          </p:txBody>
        </p:sp>
        <p:sp>
          <p:nvSpPr>
            <p:cNvPr id="136" name="object 136" descr=""/>
            <p:cNvSpPr/>
            <p:nvPr/>
          </p:nvSpPr>
          <p:spPr>
            <a:xfrm>
              <a:off x="6541732" y="4597974"/>
              <a:ext cx="5262880" cy="1587500"/>
            </a:xfrm>
            <a:custGeom>
              <a:avLst/>
              <a:gdLst/>
              <a:ahLst/>
              <a:cxnLst/>
              <a:rect l="l" t="t" r="r" b="b"/>
              <a:pathLst>
                <a:path w="5262880" h="1587500">
                  <a:moveTo>
                    <a:pt x="5067459" y="0"/>
                  </a:moveTo>
                  <a:lnTo>
                    <a:pt x="5262290" y="0"/>
                  </a:lnTo>
                </a:path>
                <a:path w="5262880" h="1587500">
                  <a:moveTo>
                    <a:pt x="5262290" y="0"/>
                  </a:moveTo>
                  <a:lnTo>
                    <a:pt x="5262290" y="1586923"/>
                  </a:lnTo>
                </a:path>
                <a:path w="5262880" h="1587500">
                  <a:moveTo>
                    <a:pt x="0" y="1586923"/>
                  </a:moveTo>
                  <a:lnTo>
                    <a:pt x="5262290" y="1586923"/>
                  </a:lnTo>
                </a:path>
                <a:path w="5262880" h="1587500">
                  <a:moveTo>
                    <a:pt x="0" y="169780"/>
                  </a:moveTo>
                  <a:lnTo>
                    <a:pt x="0" y="1586923"/>
                  </a:lnTo>
                </a:path>
                <a:path w="5262880" h="1587500">
                  <a:moveTo>
                    <a:pt x="0" y="169780"/>
                  </a:moveTo>
                  <a:lnTo>
                    <a:pt x="293359" y="169780"/>
                  </a:lnTo>
                </a:path>
              </a:pathLst>
            </a:custGeom>
            <a:ln w="13220">
              <a:solidFill>
                <a:srgbClr val="000000"/>
              </a:solidFill>
            </a:ln>
          </p:spPr>
          <p:txBody>
            <a:bodyPr wrap="square" lIns="0" tIns="0" rIns="0" bIns="0" rtlCol="0"/>
            <a:lstStyle/>
            <a:p/>
          </p:txBody>
        </p:sp>
        <p:sp>
          <p:nvSpPr>
            <p:cNvPr id="137" name="object 137" descr=""/>
            <p:cNvSpPr/>
            <p:nvPr/>
          </p:nvSpPr>
          <p:spPr>
            <a:xfrm>
              <a:off x="6785920" y="4721832"/>
              <a:ext cx="147320" cy="93345"/>
            </a:xfrm>
            <a:custGeom>
              <a:avLst/>
              <a:gdLst/>
              <a:ahLst/>
              <a:cxnLst/>
              <a:rect l="l" t="t" r="r" b="b"/>
              <a:pathLst>
                <a:path w="147320" h="93345">
                  <a:moveTo>
                    <a:pt x="0" y="0"/>
                  </a:moveTo>
                  <a:lnTo>
                    <a:pt x="46759" y="45922"/>
                  </a:lnTo>
                  <a:lnTo>
                    <a:pt x="0" y="93213"/>
                  </a:lnTo>
                  <a:lnTo>
                    <a:pt x="146958" y="45922"/>
                  </a:lnTo>
                  <a:lnTo>
                    <a:pt x="0" y="0"/>
                  </a:lnTo>
                  <a:close/>
                </a:path>
              </a:pathLst>
            </a:custGeom>
            <a:solidFill>
              <a:srgbClr val="000000"/>
            </a:solidFill>
          </p:spPr>
          <p:txBody>
            <a:bodyPr wrap="square" lIns="0" tIns="0" rIns="0" bIns="0" rtlCol="0"/>
            <a:lstStyle/>
            <a:p/>
          </p:txBody>
        </p:sp>
        <p:sp>
          <p:nvSpPr>
            <p:cNvPr id="138" name="object 138" descr=""/>
            <p:cNvSpPr/>
            <p:nvPr/>
          </p:nvSpPr>
          <p:spPr>
            <a:xfrm>
              <a:off x="7945442" y="3351907"/>
              <a:ext cx="254000" cy="793115"/>
            </a:xfrm>
            <a:custGeom>
              <a:avLst/>
              <a:gdLst/>
              <a:ahLst/>
              <a:cxnLst/>
              <a:rect l="l" t="t" r="r" b="b"/>
              <a:pathLst>
                <a:path w="254000" h="793114">
                  <a:moveTo>
                    <a:pt x="0" y="793050"/>
                  </a:moveTo>
                  <a:lnTo>
                    <a:pt x="0" y="0"/>
                  </a:lnTo>
                </a:path>
                <a:path w="254000" h="793114">
                  <a:moveTo>
                    <a:pt x="0" y="0"/>
                  </a:moveTo>
                  <a:lnTo>
                    <a:pt x="253836" y="0"/>
                  </a:lnTo>
                </a:path>
              </a:pathLst>
            </a:custGeom>
            <a:ln w="13220">
              <a:solidFill>
                <a:srgbClr val="000000"/>
              </a:solidFill>
            </a:ln>
          </p:spPr>
          <p:txBody>
            <a:bodyPr wrap="square" lIns="0" tIns="0" rIns="0" bIns="0" rtlCol="0"/>
            <a:lstStyle/>
            <a:p/>
          </p:txBody>
        </p:sp>
        <p:sp>
          <p:nvSpPr>
            <p:cNvPr id="139" name="object 139" descr=""/>
            <p:cNvSpPr/>
            <p:nvPr/>
          </p:nvSpPr>
          <p:spPr>
            <a:xfrm>
              <a:off x="6127762" y="3306101"/>
              <a:ext cx="2168525" cy="861060"/>
            </a:xfrm>
            <a:custGeom>
              <a:avLst/>
              <a:gdLst/>
              <a:ahLst/>
              <a:cxnLst/>
              <a:rect l="l" t="t" r="r" b="b"/>
              <a:pathLst>
                <a:path w="2168525" h="861060">
                  <a:moveTo>
                    <a:pt x="42113" y="834301"/>
                  </a:moveTo>
                  <a:lnTo>
                    <a:pt x="40373" y="824280"/>
                  </a:lnTo>
                  <a:lnTo>
                    <a:pt x="35737" y="816292"/>
                  </a:lnTo>
                  <a:lnTo>
                    <a:pt x="29044" y="811022"/>
                  </a:lnTo>
                  <a:lnTo>
                    <a:pt x="21145" y="809117"/>
                  </a:lnTo>
                  <a:lnTo>
                    <a:pt x="13144" y="811022"/>
                  </a:lnTo>
                  <a:lnTo>
                    <a:pt x="6400" y="816292"/>
                  </a:lnTo>
                  <a:lnTo>
                    <a:pt x="1739" y="824280"/>
                  </a:lnTo>
                  <a:lnTo>
                    <a:pt x="0" y="834301"/>
                  </a:lnTo>
                  <a:lnTo>
                    <a:pt x="1739" y="844486"/>
                  </a:lnTo>
                  <a:lnTo>
                    <a:pt x="6400" y="852843"/>
                  </a:lnTo>
                  <a:lnTo>
                    <a:pt x="13144" y="858507"/>
                  </a:lnTo>
                  <a:lnTo>
                    <a:pt x="21145" y="860577"/>
                  </a:lnTo>
                  <a:lnTo>
                    <a:pt x="29044" y="858507"/>
                  </a:lnTo>
                  <a:lnTo>
                    <a:pt x="35737" y="852843"/>
                  </a:lnTo>
                  <a:lnTo>
                    <a:pt x="40373" y="844486"/>
                  </a:lnTo>
                  <a:lnTo>
                    <a:pt x="42113" y="834301"/>
                  </a:lnTo>
                  <a:close/>
                </a:path>
                <a:path w="2168525" h="861060">
                  <a:moveTo>
                    <a:pt x="2168372" y="46723"/>
                  </a:moveTo>
                  <a:lnTo>
                    <a:pt x="2022335" y="0"/>
                  </a:lnTo>
                  <a:lnTo>
                    <a:pt x="2069096" y="46723"/>
                  </a:lnTo>
                  <a:lnTo>
                    <a:pt x="2022335" y="93091"/>
                  </a:lnTo>
                  <a:lnTo>
                    <a:pt x="2168372" y="46723"/>
                  </a:lnTo>
                  <a:close/>
                </a:path>
              </a:pathLst>
            </a:custGeom>
            <a:solidFill>
              <a:srgbClr val="000000"/>
            </a:solidFill>
          </p:spPr>
          <p:txBody>
            <a:bodyPr wrap="square" lIns="0" tIns="0" rIns="0" bIns="0" rtlCol="0"/>
            <a:lstStyle/>
            <a:p/>
          </p:txBody>
        </p:sp>
        <p:sp>
          <p:nvSpPr>
            <p:cNvPr id="140" name="object 140" descr=""/>
            <p:cNvSpPr/>
            <p:nvPr/>
          </p:nvSpPr>
          <p:spPr>
            <a:xfrm>
              <a:off x="6127763" y="4115207"/>
              <a:ext cx="42545" cy="52069"/>
            </a:xfrm>
            <a:custGeom>
              <a:avLst/>
              <a:gdLst/>
              <a:ahLst/>
              <a:cxnLst/>
              <a:rect l="l" t="t" r="r" b="b"/>
              <a:pathLst>
                <a:path w="42545" h="52070">
                  <a:moveTo>
                    <a:pt x="0" y="25187"/>
                  </a:moveTo>
                  <a:lnTo>
                    <a:pt x="1739" y="35377"/>
                  </a:lnTo>
                  <a:lnTo>
                    <a:pt x="6401" y="43736"/>
                  </a:lnTo>
                  <a:lnTo>
                    <a:pt x="13151" y="49391"/>
                  </a:lnTo>
                  <a:lnTo>
                    <a:pt x="21153" y="51470"/>
                  </a:lnTo>
                  <a:lnTo>
                    <a:pt x="29047" y="49391"/>
                  </a:lnTo>
                  <a:lnTo>
                    <a:pt x="35742" y="43736"/>
                  </a:lnTo>
                  <a:lnTo>
                    <a:pt x="40383" y="35377"/>
                  </a:lnTo>
                  <a:lnTo>
                    <a:pt x="42120" y="25187"/>
                  </a:lnTo>
                  <a:lnTo>
                    <a:pt x="40383" y="15169"/>
                  </a:lnTo>
                  <a:lnTo>
                    <a:pt x="35742" y="7186"/>
                  </a:lnTo>
                  <a:lnTo>
                    <a:pt x="29047" y="1907"/>
                  </a:lnTo>
                  <a:lnTo>
                    <a:pt x="21153" y="0"/>
                  </a:lnTo>
                  <a:lnTo>
                    <a:pt x="13151" y="1907"/>
                  </a:lnTo>
                  <a:lnTo>
                    <a:pt x="6401" y="7186"/>
                  </a:lnTo>
                  <a:lnTo>
                    <a:pt x="1739" y="15169"/>
                  </a:lnTo>
                  <a:lnTo>
                    <a:pt x="0" y="25187"/>
                  </a:lnTo>
                  <a:close/>
                </a:path>
              </a:pathLst>
            </a:custGeom>
            <a:ln w="13241">
              <a:solidFill>
                <a:srgbClr val="000000"/>
              </a:solidFill>
            </a:ln>
          </p:spPr>
          <p:txBody>
            <a:bodyPr wrap="square" lIns="0" tIns="0" rIns="0" bIns="0" rtlCol="0"/>
            <a:lstStyle/>
            <a:p/>
          </p:txBody>
        </p:sp>
        <p:sp>
          <p:nvSpPr>
            <p:cNvPr id="141" name="object 141" descr=""/>
            <p:cNvSpPr/>
            <p:nvPr/>
          </p:nvSpPr>
          <p:spPr>
            <a:xfrm>
              <a:off x="6127763" y="4238226"/>
              <a:ext cx="42545" cy="51435"/>
            </a:xfrm>
            <a:custGeom>
              <a:avLst/>
              <a:gdLst/>
              <a:ahLst/>
              <a:cxnLst/>
              <a:rect l="l" t="t" r="r" b="b"/>
              <a:pathLst>
                <a:path w="42545" h="51435">
                  <a:moveTo>
                    <a:pt x="21153" y="0"/>
                  </a:moveTo>
                  <a:lnTo>
                    <a:pt x="13151" y="1907"/>
                  </a:lnTo>
                  <a:lnTo>
                    <a:pt x="6401" y="7186"/>
                  </a:lnTo>
                  <a:lnTo>
                    <a:pt x="1739" y="15169"/>
                  </a:lnTo>
                  <a:lnTo>
                    <a:pt x="0" y="25187"/>
                  </a:lnTo>
                  <a:lnTo>
                    <a:pt x="1739" y="35118"/>
                  </a:lnTo>
                  <a:lnTo>
                    <a:pt x="6401" y="43439"/>
                  </a:lnTo>
                  <a:lnTo>
                    <a:pt x="13151" y="49160"/>
                  </a:lnTo>
                  <a:lnTo>
                    <a:pt x="21153" y="51288"/>
                  </a:lnTo>
                  <a:lnTo>
                    <a:pt x="29047" y="49160"/>
                  </a:lnTo>
                  <a:lnTo>
                    <a:pt x="35742" y="43439"/>
                  </a:lnTo>
                  <a:lnTo>
                    <a:pt x="40383" y="35118"/>
                  </a:lnTo>
                  <a:lnTo>
                    <a:pt x="42120" y="25187"/>
                  </a:lnTo>
                  <a:lnTo>
                    <a:pt x="40383" y="15169"/>
                  </a:lnTo>
                  <a:lnTo>
                    <a:pt x="35742" y="7186"/>
                  </a:lnTo>
                  <a:lnTo>
                    <a:pt x="29047" y="1907"/>
                  </a:lnTo>
                  <a:lnTo>
                    <a:pt x="21153" y="0"/>
                  </a:lnTo>
                  <a:close/>
                </a:path>
              </a:pathLst>
            </a:custGeom>
            <a:solidFill>
              <a:srgbClr val="000000"/>
            </a:solidFill>
          </p:spPr>
          <p:txBody>
            <a:bodyPr wrap="square" lIns="0" tIns="0" rIns="0" bIns="0" rtlCol="0"/>
            <a:lstStyle/>
            <a:p/>
          </p:txBody>
        </p:sp>
        <p:sp>
          <p:nvSpPr>
            <p:cNvPr id="142" name="object 142" descr=""/>
            <p:cNvSpPr/>
            <p:nvPr/>
          </p:nvSpPr>
          <p:spPr>
            <a:xfrm>
              <a:off x="6127763" y="4238226"/>
              <a:ext cx="42545" cy="51435"/>
            </a:xfrm>
            <a:custGeom>
              <a:avLst/>
              <a:gdLst/>
              <a:ahLst/>
              <a:cxnLst/>
              <a:rect l="l" t="t" r="r" b="b"/>
              <a:pathLst>
                <a:path w="42545" h="51435">
                  <a:moveTo>
                    <a:pt x="0" y="25187"/>
                  </a:moveTo>
                  <a:lnTo>
                    <a:pt x="1739" y="35118"/>
                  </a:lnTo>
                  <a:lnTo>
                    <a:pt x="6401" y="43439"/>
                  </a:lnTo>
                  <a:lnTo>
                    <a:pt x="13151" y="49160"/>
                  </a:lnTo>
                  <a:lnTo>
                    <a:pt x="21153" y="51288"/>
                  </a:lnTo>
                  <a:lnTo>
                    <a:pt x="29047" y="49160"/>
                  </a:lnTo>
                  <a:lnTo>
                    <a:pt x="35742" y="43439"/>
                  </a:lnTo>
                  <a:lnTo>
                    <a:pt x="40383" y="35118"/>
                  </a:lnTo>
                  <a:lnTo>
                    <a:pt x="42120" y="25187"/>
                  </a:lnTo>
                  <a:lnTo>
                    <a:pt x="40383" y="15169"/>
                  </a:lnTo>
                  <a:lnTo>
                    <a:pt x="35742" y="7186"/>
                  </a:lnTo>
                  <a:lnTo>
                    <a:pt x="29047" y="1907"/>
                  </a:lnTo>
                  <a:lnTo>
                    <a:pt x="21153" y="0"/>
                  </a:lnTo>
                  <a:lnTo>
                    <a:pt x="13151" y="1907"/>
                  </a:lnTo>
                  <a:lnTo>
                    <a:pt x="6401" y="7186"/>
                  </a:lnTo>
                  <a:lnTo>
                    <a:pt x="1739" y="15169"/>
                  </a:lnTo>
                  <a:lnTo>
                    <a:pt x="0" y="25187"/>
                  </a:lnTo>
                  <a:close/>
                </a:path>
              </a:pathLst>
            </a:custGeom>
            <a:ln w="13241">
              <a:solidFill>
                <a:srgbClr val="000000"/>
              </a:solidFill>
            </a:ln>
          </p:spPr>
          <p:txBody>
            <a:bodyPr wrap="square" lIns="0" tIns="0" rIns="0" bIns="0" rtlCol="0"/>
            <a:lstStyle/>
            <a:p/>
          </p:txBody>
        </p:sp>
        <p:sp>
          <p:nvSpPr>
            <p:cNvPr id="143" name="object 143" descr=""/>
            <p:cNvSpPr/>
            <p:nvPr/>
          </p:nvSpPr>
          <p:spPr>
            <a:xfrm>
              <a:off x="6127763" y="5297319"/>
              <a:ext cx="42545" cy="52069"/>
            </a:xfrm>
            <a:custGeom>
              <a:avLst/>
              <a:gdLst/>
              <a:ahLst/>
              <a:cxnLst/>
              <a:rect l="l" t="t" r="r" b="b"/>
              <a:pathLst>
                <a:path w="42545" h="52070">
                  <a:moveTo>
                    <a:pt x="21153" y="0"/>
                  </a:moveTo>
                  <a:lnTo>
                    <a:pt x="13151" y="1977"/>
                  </a:lnTo>
                  <a:lnTo>
                    <a:pt x="6401" y="7376"/>
                  </a:lnTo>
                  <a:lnTo>
                    <a:pt x="1739" y="15392"/>
                  </a:lnTo>
                  <a:lnTo>
                    <a:pt x="0" y="25224"/>
                  </a:lnTo>
                  <a:lnTo>
                    <a:pt x="1739" y="35459"/>
                  </a:lnTo>
                  <a:lnTo>
                    <a:pt x="6401" y="43918"/>
                  </a:lnTo>
                  <a:lnTo>
                    <a:pt x="13151" y="49674"/>
                  </a:lnTo>
                  <a:lnTo>
                    <a:pt x="21153" y="51799"/>
                  </a:lnTo>
                  <a:lnTo>
                    <a:pt x="29047" y="49674"/>
                  </a:lnTo>
                  <a:lnTo>
                    <a:pt x="35742" y="43918"/>
                  </a:lnTo>
                  <a:lnTo>
                    <a:pt x="40383" y="35459"/>
                  </a:lnTo>
                  <a:lnTo>
                    <a:pt x="42120" y="25224"/>
                  </a:lnTo>
                  <a:lnTo>
                    <a:pt x="40383" y="15392"/>
                  </a:lnTo>
                  <a:lnTo>
                    <a:pt x="35742" y="7376"/>
                  </a:lnTo>
                  <a:lnTo>
                    <a:pt x="29047" y="1977"/>
                  </a:lnTo>
                  <a:lnTo>
                    <a:pt x="21153" y="0"/>
                  </a:lnTo>
                  <a:close/>
                </a:path>
              </a:pathLst>
            </a:custGeom>
            <a:solidFill>
              <a:srgbClr val="000000"/>
            </a:solidFill>
          </p:spPr>
          <p:txBody>
            <a:bodyPr wrap="square" lIns="0" tIns="0" rIns="0" bIns="0" rtlCol="0"/>
            <a:lstStyle/>
            <a:p/>
          </p:txBody>
        </p:sp>
        <p:sp>
          <p:nvSpPr>
            <p:cNvPr id="144" name="object 144" descr=""/>
            <p:cNvSpPr/>
            <p:nvPr/>
          </p:nvSpPr>
          <p:spPr>
            <a:xfrm>
              <a:off x="6127763" y="5297319"/>
              <a:ext cx="42545" cy="52069"/>
            </a:xfrm>
            <a:custGeom>
              <a:avLst/>
              <a:gdLst/>
              <a:ahLst/>
              <a:cxnLst/>
              <a:rect l="l" t="t" r="r" b="b"/>
              <a:pathLst>
                <a:path w="42545" h="52070">
                  <a:moveTo>
                    <a:pt x="0" y="25224"/>
                  </a:moveTo>
                  <a:lnTo>
                    <a:pt x="1739" y="35459"/>
                  </a:lnTo>
                  <a:lnTo>
                    <a:pt x="6401" y="43918"/>
                  </a:lnTo>
                  <a:lnTo>
                    <a:pt x="13151" y="49674"/>
                  </a:lnTo>
                  <a:lnTo>
                    <a:pt x="21153" y="51799"/>
                  </a:lnTo>
                  <a:lnTo>
                    <a:pt x="29047" y="49674"/>
                  </a:lnTo>
                  <a:lnTo>
                    <a:pt x="35742" y="43918"/>
                  </a:lnTo>
                  <a:lnTo>
                    <a:pt x="40383" y="35459"/>
                  </a:lnTo>
                  <a:lnTo>
                    <a:pt x="42120" y="25224"/>
                  </a:lnTo>
                  <a:lnTo>
                    <a:pt x="40383" y="15392"/>
                  </a:lnTo>
                  <a:lnTo>
                    <a:pt x="35742" y="7376"/>
                  </a:lnTo>
                  <a:lnTo>
                    <a:pt x="29047" y="1977"/>
                  </a:lnTo>
                  <a:lnTo>
                    <a:pt x="21153" y="0"/>
                  </a:lnTo>
                  <a:lnTo>
                    <a:pt x="13151" y="1977"/>
                  </a:lnTo>
                  <a:lnTo>
                    <a:pt x="6401" y="7376"/>
                  </a:lnTo>
                  <a:lnTo>
                    <a:pt x="1739" y="15392"/>
                  </a:lnTo>
                  <a:lnTo>
                    <a:pt x="0" y="25224"/>
                  </a:lnTo>
                  <a:close/>
                </a:path>
              </a:pathLst>
            </a:custGeom>
            <a:ln w="13242">
              <a:solidFill>
                <a:srgbClr val="000000"/>
              </a:solidFill>
            </a:ln>
          </p:spPr>
          <p:txBody>
            <a:bodyPr wrap="square" lIns="0" tIns="0" rIns="0" bIns="0" rtlCol="0"/>
            <a:lstStyle/>
            <a:p/>
          </p:txBody>
        </p:sp>
        <p:sp>
          <p:nvSpPr>
            <p:cNvPr id="145" name="object 145" descr=""/>
            <p:cNvSpPr/>
            <p:nvPr/>
          </p:nvSpPr>
          <p:spPr>
            <a:xfrm>
              <a:off x="4484076" y="4230560"/>
              <a:ext cx="41275" cy="51435"/>
            </a:xfrm>
            <a:custGeom>
              <a:avLst/>
              <a:gdLst/>
              <a:ahLst/>
              <a:cxnLst/>
              <a:rect l="l" t="t" r="r" b="b"/>
              <a:pathLst>
                <a:path w="41275" h="51435">
                  <a:moveTo>
                    <a:pt x="19761" y="0"/>
                  </a:moveTo>
                  <a:lnTo>
                    <a:pt x="12023" y="1907"/>
                  </a:lnTo>
                  <a:lnTo>
                    <a:pt x="5747" y="7186"/>
                  </a:lnTo>
                  <a:lnTo>
                    <a:pt x="1537" y="15169"/>
                  </a:lnTo>
                  <a:lnTo>
                    <a:pt x="0" y="25187"/>
                  </a:lnTo>
                  <a:lnTo>
                    <a:pt x="1537" y="35195"/>
                  </a:lnTo>
                  <a:lnTo>
                    <a:pt x="5747" y="43508"/>
                  </a:lnTo>
                  <a:lnTo>
                    <a:pt x="12023" y="49186"/>
                  </a:lnTo>
                  <a:lnTo>
                    <a:pt x="19761" y="51288"/>
                  </a:lnTo>
                  <a:lnTo>
                    <a:pt x="27919" y="49186"/>
                  </a:lnTo>
                  <a:lnTo>
                    <a:pt x="34652" y="43508"/>
                  </a:lnTo>
                  <a:lnTo>
                    <a:pt x="39227" y="35195"/>
                  </a:lnTo>
                  <a:lnTo>
                    <a:pt x="40914" y="25187"/>
                  </a:lnTo>
                  <a:lnTo>
                    <a:pt x="39227" y="15169"/>
                  </a:lnTo>
                  <a:lnTo>
                    <a:pt x="34652" y="7186"/>
                  </a:lnTo>
                  <a:lnTo>
                    <a:pt x="27919" y="1907"/>
                  </a:lnTo>
                  <a:lnTo>
                    <a:pt x="19761" y="0"/>
                  </a:lnTo>
                  <a:close/>
                </a:path>
              </a:pathLst>
            </a:custGeom>
            <a:solidFill>
              <a:srgbClr val="000000"/>
            </a:solidFill>
          </p:spPr>
          <p:txBody>
            <a:bodyPr wrap="square" lIns="0" tIns="0" rIns="0" bIns="0" rtlCol="0"/>
            <a:lstStyle/>
            <a:p/>
          </p:txBody>
        </p:sp>
        <p:sp>
          <p:nvSpPr>
            <p:cNvPr id="146" name="object 146" descr=""/>
            <p:cNvSpPr/>
            <p:nvPr/>
          </p:nvSpPr>
          <p:spPr>
            <a:xfrm>
              <a:off x="4484076" y="3238014"/>
              <a:ext cx="636270" cy="1043940"/>
            </a:xfrm>
            <a:custGeom>
              <a:avLst/>
              <a:gdLst/>
              <a:ahLst/>
              <a:cxnLst/>
              <a:rect l="l" t="t" r="r" b="b"/>
              <a:pathLst>
                <a:path w="636270" h="1043939">
                  <a:moveTo>
                    <a:pt x="0" y="1017733"/>
                  </a:moveTo>
                  <a:lnTo>
                    <a:pt x="1537" y="1027740"/>
                  </a:lnTo>
                  <a:lnTo>
                    <a:pt x="5747" y="1036054"/>
                  </a:lnTo>
                  <a:lnTo>
                    <a:pt x="12023" y="1041732"/>
                  </a:lnTo>
                  <a:lnTo>
                    <a:pt x="19761" y="1043833"/>
                  </a:lnTo>
                  <a:lnTo>
                    <a:pt x="27919" y="1041732"/>
                  </a:lnTo>
                  <a:lnTo>
                    <a:pt x="34652" y="1036054"/>
                  </a:lnTo>
                  <a:lnTo>
                    <a:pt x="39227" y="1027740"/>
                  </a:lnTo>
                  <a:lnTo>
                    <a:pt x="40914" y="1017733"/>
                  </a:lnTo>
                  <a:lnTo>
                    <a:pt x="39227" y="1007714"/>
                  </a:lnTo>
                  <a:lnTo>
                    <a:pt x="34652" y="999732"/>
                  </a:lnTo>
                  <a:lnTo>
                    <a:pt x="27919" y="994453"/>
                  </a:lnTo>
                  <a:lnTo>
                    <a:pt x="19761" y="992545"/>
                  </a:lnTo>
                  <a:lnTo>
                    <a:pt x="12023" y="994453"/>
                  </a:lnTo>
                  <a:lnTo>
                    <a:pt x="5747" y="999732"/>
                  </a:lnTo>
                  <a:lnTo>
                    <a:pt x="1537" y="1007714"/>
                  </a:lnTo>
                  <a:lnTo>
                    <a:pt x="0" y="1017733"/>
                  </a:lnTo>
                  <a:close/>
                </a:path>
                <a:path w="636270" h="1043939">
                  <a:moveTo>
                    <a:pt x="498692" y="0"/>
                  </a:moveTo>
                  <a:lnTo>
                    <a:pt x="635668" y="0"/>
                  </a:lnTo>
                </a:path>
              </a:pathLst>
            </a:custGeom>
            <a:ln w="13220">
              <a:solidFill>
                <a:srgbClr val="000000"/>
              </a:solidFill>
            </a:ln>
          </p:spPr>
          <p:txBody>
            <a:bodyPr wrap="square" lIns="0" tIns="0" rIns="0" bIns="0" rtlCol="0"/>
            <a:lstStyle/>
            <a:p/>
          </p:txBody>
        </p:sp>
        <p:sp>
          <p:nvSpPr>
            <p:cNvPr id="147" name="object 147" descr=""/>
            <p:cNvSpPr/>
            <p:nvPr/>
          </p:nvSpPr>
          <p:spPr>
            <a:xfrm>
              <a:off x="5071018" y="3191654"/>
              <a:ext cx="146685" cy="93345"/>
            </a:xfrm>
            <a:custGeom>
              <a:avLst/>
              <a:gdLst/>
              <a:ahLst/>
              <a:cxnLst/>
              <a:rect l="l" t="t" r="r" b="b"/>
              <a:pathLst>
                <a:path w="146685" h="93345">
                  <a:moveTo>
                    <a:pt x="0" y="0"/>
                  </a:moveTo>
                  <a:lnTo>
                    <a:pt x="46425" y="47272"/>
                  </a:lnTo>
                  <a:lnTo>
                    <a:pt x="0" y="93267"/>
                  </a:lnTo>
                  <a:lnTo>
                    <a:pt x="146624" y="47272"/>
                  </a:lnTo>
                  <a:lnTo>
                    <a:pt x="0" y="0"/>
                  </a:lnTo>
                  <a:close/>
                </a:path>
              </a:pathLst>
            </a:custGeom>
            <a:solidFill>
              <a:srgbClr val="000000"/>
            </a:solidFill>
          </p:spPr>
          <p:txBody>
            <a:bodyPr wrap="square" lIns="0" tIns="0" rIns="0" bIns="0" rtlCol="0"/>
            <a:lstStyle/>
            <a:p/>
          </p:txBody>
        </p:sp>
      </p:grpSp>
      <p:sp>
        <p:nvSpPr>
          <p:cNvPr id="148" name="object 148" descr=""/>
          <p:cNvSpPr txBox="1"/>
          <p:nvPr/>
        </p:nvSpPr>
        <p:spPr>
          <a:xfrm>
            <a:off x="5813019" y="4141545"/>
            <a:ext cx="193675"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IR</a:t>
            </a:r>
            <a:endParaRPr sz="1300">
              <a:latin typeface="Times New Roman"/>
              <a:cs typeface="Times New Roman"/>
            </a:endParaRPr>
          </a:p>
        </p:txBody>
      </p:sp>
      <p:sp>
        <p:nvSpPr>
          <p:cNvPr id="149" name="object 149" descr=""/>
          <p:cNvSpPr txBox="1"/>
          <p:nvPr/>
        </p:nvSpPr>
        <p:spPr>
          <a:xfrm>
            <a:off x="7636414" y="4026192"/>
            <a:ext cx="146685" cy="223520"/>
          </a:xfrm>
          <a:prstGeom prst="rect">
            <a:avLst/>
          </a:prstGeom>
        </p:spPr>
        <p:txBody>
          <a:bodyPr wrap="square" lIns="0" tIns="12700" rIns="0" bIns="0" rtlCol="0" vert="horz">
            <a:spAutoFit/>
          </a:bodyPr>
          <a:lstStyle/>
          <a:p>
            <a:pPr marL="12700">
              <a:lnSpc>
                <a:spcPct val="100000"/>
              </a:lnSpc>
              <a:spcBef>
                <a:spcPts val="100"/>
              </a:spcBef>
            </a:pPr>
            <a:r>
              <a:rPr dirty="0" sz="1300" spc="-50">
                <a:latin typeface="Times New Roman"/>
                <a:cs typeface="Times New Roman"/>
              </a:rPr>
              <a:t>A</a:t>
            </a:r>
            <a:endParaRPr sz="1300">
              <a:latin typeface="Times New Roman"/>
              <a:cs typeface="Times New Roman"/>
            </a:endParaRPr>
          </a:p>
        </p:txBody>
      </p:sp>
      <p:sp>
        <p:nvSpPr>
          <p:cNvPr id="150" name="object 150" descr=""/>
          <p:cNvSpPr txBox="1"/>
          <p:nvPr/>
        </p:nvSpPr>
        <p:spPr>
          <a:xfrm>
            <a:off x="7630848" y="4531043"/>
            <a:ext cx="137795" cy="223520"/>
          </a:xfrm>
          <a:prstGeom prst="rect">
            <a:avLst/>
          </a:prstGeom>
        </p:spPr>
        <p:txBody>
          <a:bodyPr wrap="square" lIns="0" tIns="12700" rIns="0" bIns="0" rtlCol="0" vert="horz">
            <a:spAutoFit/>
          </a:bodyPr>
          <a:lstStyle/>
          <a:p>
            <a:pPr marL="12700">
              <a:lnSpc>
                <a:spcPct val="100000"/>
              </a:lnSpc>
              <a:spcBef>
                <a:spcPts val="100"/>
              </a:spcBef>
            </a:pPr>
            <a:r>
              <a:rPr dirty="0" sz="1300" spc="-50">
                <a:latin typeface="Times New Roman"/>
                <a:cs typeface="Times New Roman"/>
              </a:rPr>
              <a:t>B</a:t>
            </a:r>
            <a:endParaRPr sz="1300">
              <a:latin typeface="Times New Roman"/>
              <a:cs typeface="Times New Roman"/>
            </a:endParaRPr>
          </a:p>
        </p:txBody>
      </p:sp>
      <p:sp>
        <p:nvSpPr>
          <p:cNvPr id="151" name="object 151" descr=""/>
          <p:cNvSpPr txBox="1"/>
          <p:nvPr/>
        </p:nvSpPr>
        <p:spPr>
          <a:xfrm>
            <a:off x="7614784" y="5137818"/>
            <a:ext cx="211454" cy="33782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Imm</a:t>
            </a:r>
            <a:endParaRPr sz="1300">
              <a:latin typeface="Times New Roman"/>
              <a:cs typeface="Times New Roman"/>
            </a:endParaRPr>
          </a:p>
        </p:txBody>
      </p:sp>
      <p:sp>
        <p:nvSpPr>
          <p:cNvPr id="152" name="object 152" descr=""/>
          <p:cNvSpPr txBox="1"/>
          <p:nvPr/>
        </p:nvSpPr>
        <p:spPr>
          <a:xfrm>
            <a:off x="6273154" y="3552552"/>
            <a:ext cx="424180" cy="223520"/>
          </a:xfrm>
          <a:prstGeom prst="rect">
            <a:avLst/>
          </a:prstGeom>
        </p:spPr>
        <p:txBody>
          <a:bodyPr wrap="square" lIns="0" tIns="12700" rIns="0" bIns="0" rtlCol="0" vert="horz">
            <a:spAutoFit/>
          </a:bodyPr>
          <a:lstStyle/>
          <a:p>
            <a:pPr marL="12700">
              <a:lnSpc>
                <a:spcPct val="100000"/>
              </a:lnSpc>
              <a:spcBef>
                <a:spcPts val="100"/>
              </a:spcBef>
            </a:pPr>
            <a:r>
              <a:rPr dirty="0" sz="1300" spc="-10">
                <a:latin typeface="Times New Roman"/>
                <a:cs typeface="Times New Roman"/>
              </a:rPr>
              <a:t>IR[rs]</a:t>
            </a:r>
            <a:endParaRPr sz="1300">
              <a:latin typeface="Times New Roman"/>
              <a:cs typeface="Times New Roman"/>
            </a:endParaRPr>
          </a:p>
        </p:txBody>
      </p:sp>
      <p:sp>
        <p:nvSpPr>
          <p:cNvPr id="153" name="object 153" descr=""/>
          <p:cNvSpPr txBox="1"/>
          <p:nvPr/>
        </p:nvSpPr>
        <p:spPr>
          <a:xfrm>
            <a:off x="6273154" y="3892587"/>
            <a:ext cx="407034" cy="223520"/>
          </a:xfrm>
          <a:prstGeom prst="rect">
            <a:avLst/>
          </a:prstGeom>
        </p:spPr>
        <p:txBody>
          <a:bodyPr wrap="square" lIns="0" tIns="12700" rIns="0" bIns="0" rtlCol="0" vert="horz">
            <a:spAutoFit/>
          </a:bodyPr>
          <a:lstStyle/>
          <a:p>
            <a:pPr marL="12700">
              <a:lnSpc>
                <a:spcPct val="100000"/>
              </a:lnSpc>
              <a:spcBef>
                <a:spcPts val="100"/>
              </a:spcBef>
            </a:pPr>
            <a:r>
              <a:rPr dirty="0" sz="1300" spc="-10">
                <a:latin typeface="Times New Roman"/>
                <a:cs typeface="Times New Roman"/>
              </a:rPr>
              <a:t>IR[rt]</a:t>
            </a:r>
            <a:endParaRPr sz="1300">
              <a:latin typeface="Times New Roman"/>
              <a:cs typeface="Times New Roman"/>
            </a:endParaRPr>
          </a:p>
        </p:txBody>
      </p:sp>
      <p:sp>
        <p:nvSpPr>
          <p:cNvPr id="154" name="object 154" descr=""/>
          <p:cNvSpPr txBox="1"/>
          <p:nvPr/>
        </p:nvSpPr>
        <p:spPr>
          <a:xfrm>
            <a:off x="6234003" y="3721748"/>
            <a:ext cx="1022985" cy="725805"/>
          </a:xfrm>
          <a:prstGeom prst="rect">
            <a:avLst/>
          </a:prstGeom>
        </p:spPr>
        <p:txBody>
          <a:bodyPr wrap="square" lIns="0" tIns="45719" rIns="0" bIns="0" rtlCol="0" vert="horz">
            <a:spAutoFit/>
          </a:bodyPr>
          <a:lstStyle/>
          <a:p>
            <a:pPr algn="just" marL="842010" marR="5080">
              <a:lnSpc>
                <a:spcPts val="1300"/>
              </a:lnSpc>
              <a:spcBef>
                <a:spcPts val="359"/>
              </a:spcBef>
            </a:pPr>
            <a:r>
              <a:rPr dirty="0" sz="1300" spc="-50">
                <a:latin typeface="宋体"/>
                <a:cs typeface="宋体"/>
              </a:rPr>
              <a:t>通用寄</a:t>
            </a:r>
            <a:endParaRPr sz="1300">
              <a:latin typeface="宋体"/>
              <a:cs typeface="宋体"/>
            </a:endParaRPr>
          </a:p>
          <a:p>
            <a:pPr marL="12700">
              <a:lnSpc>
                <a:spcPts val="1355"/>
              </a:lnSpc>
              <a:tabLst>
                <a:tab pos="842010" algn="l"/>
              </a:tabLst>
            </a:pPr>
            <a:r>
              <a:rPr dirty="0" sz="1050" spc="-10">
                <a:latin typeface="宋体"/>
                <a:cs typeface="宋体"/>
              </a:rPr>
              <a:t>MEM/WB.IR</a:t>
            </a:r>
            <a:r>
              <a:rPr dirty="0" sz="1050">
                <a:latin typeface="宋体"/>
                <a:cs typeface="宋体"/>
              </a:rPr>
              <a:t>	</a:t>
            </a:r>
            <a:r>
              <a:rPr dirty="0" baseline="2136" sz="1950" spc="-75">
                <a:latin typeface="宋体"/>
                <a:cs typeface="宋体"/>
              </a:rPr>
              <a:t>存</a:t>
            </a:r>
            <a:endParaRPr baseline="2136" sz="1950">
              <a:latin typeface="宋体"/>
              <a:cs typeface="宋体"/>
            </a:endParaRPr>
          </a:p>
        </p:txBody>
      </p:sp>
      <p:grpSp>
        <p:nvGrpSpPr>
          <p:cNvPr id="155" name="object 155" descr=""/>
          <p:cNvGrpSpPr/>
          <p:nvPr/>
        </p:nvGrpSpPr>
        <p:grpSpPr>
          <a:xfrm>
            <a:off x="5794689" y="3033604"/>
            <a:ext cx="243204" cy="406400"/>
            <a:chOff x="5794689" y="3033604"/>
            <a:chExt cx="243204" cy="406400"/>
          </a:xfrm>
        </p:grpSpPr>
        <p:sp>
          <p:nvSpPr>
            <p:cNvPr id="156" name="object 156" descr=""/>
            <p:cNvSpPr/>
            <p:nvPr/>
          </p:nvSpPr>
          <p:spPr>
            <a:xfrm>
              <a:off x="5801356" y="3040272"/>
              <a:ext cx="229870" cy="393065"/>
            </a:xfrm>
            <a:custGeom>
              <a:avLst/>
              <a:gdLst/>
              <a:ahLst/>
              <a:cxnLst/>
              <a:rect l="l" t="t" r="r" b="b"/>
              <a:pathLst>
                <a:path w="229870" h="393064">
                  <a:moveTo>
                    <a:pt x="229343" y="0"/>
                  </a:moveTo>
                  <a:lnTo>
                    <a:pt x="0" y="0"/>
                  </a:lnTo>
                  <a:lnTo>
                    <a:pt x="0" y="392674"/>
                  </a:lnTo>
                  <a:lnTo>
                    <a:pt x="229343" y="392674"/>
                  </a:lnTo>
                  <a:lnTo>
                    <a:pt x="229343" y="0"/>
                  </a:lnTo>
                  <a:close/>
                </a:path>
              </a:pathLst>
            </a:custGeom>
            <a:solidFill>
              <a:srgbClr val="FFFFFF"/>
            </a:solidFill>
          </p:spPr>
          <p:txBody>
            <a:bodyPr wrap="square" lIns="0" tIns="0" rIns="0" bIns="0" rtlCol="0"/>
            <a:lstStyle/>
            <a:p/>
          </p:txBody>
        </p:sp>
        <p:sp>
          <p:nvSpPr>
            <p:cNvPr id="157" name="object 157" descr=""/>
            <p:cNvSpPr/>
            <p:nvPr/>
          </p:nvSpPr>
          <p:spPr>
            <a:xfrm>
              <a:off x="5801356" y="3040272"/>
              <a:ext cx="229870" cy="393065"/>
            </a:xfrm>
            <a:custGeom>
              <a:avLst/>
              <a:gdLst/>
              <a:ahLst/>
              <a:cxnLst/>
              <a:rect l="l" t="t" r="r" b="b"/>
              <a:pathLst>
                <a:path w="229870" h="393064">
                  <a:moveTo>
                    <a:pt x="0" y="392674"/>
                  </a:moveTo>
                  <a:lnTo>
                    <a:pt x="229343" y="392674"/>
                  </a:lnTo>
                  <a:lnTo>
                    <a:pt x="229343" y="0"/>
                  </a:lnTo>
                  <a:lnTo>
                    <a:pt x="0" y="0"/>
                  </a:lnTo>
                  <a:lnTo>
                    <a:pt x="0" y="392674"/>
                  </a:lnTo>
                  <a:close/>
                </a:path>
              </a:pathLst>
            </a:custGeom>
            <a:ln w="13273">
              <a:solidFill>
                <a:srgbClr val="000000"/>
              </a:solidFill>
            </a:ln>
          </p:spPr>
          <p:txBody>
            <a:bodyPr wrap="square" lIns="0" tIns="0" rIns="0" bIns="0" rtlCol="0"/>
            <a:lstStyle/>
            <a:p/>
          </p:txBody>
        </p:sp>
      </p:grpSp>
      <p:sp>
        <p:nvSpPr>
          <p:cNvPr id="158" name="object 158" descr=""/>
          <p:cNvSpPr txBox="1"/>
          <p:nvPr/>
        </p:nvSpPr>
        <p:spPr>
          <a:xfrm>
            <a:off x="5820484" y="3065061"/>
            <a:ext cx="211454" cy="346075"/>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NPC</a:t>
            </a:r>
            <a:endParaRPr sz="1300">
              <a:latin typeface="Times New Roman"/>
              <a:cs typeface="Times New Roman"/>
            </a:endParaRPr>
          </a:p>
        </p:txBody>
      </p:sp>
      <p:grpSp>
        <p:nvGrpSpPr>
          <p:cNvPr id="159" name="object 159" descr=""/>
          <p:cNvGrpSpPr/>
          <p:nvPr/>
        </p:nvGrpSpPr>
        <p:grpSpPr>
          <a:xfrm>
            <a:off x="7587708" y="3033604"/>
            <a:ext cx="243204" cy="406400"/>
            <a:chOff x="7587708" y="3033604"/>
            <a:chExt cx="243204" cy="406400"/>
          </a:xfrm>
        </p:grpSpPr>
        <p:sp>
          <p:nvSpPr>
            <p:cNvPr id="160" name="object 160" descr=""/>
            <p:cNvSpPr/>
            <p:nvPr/>
          </p:nvSpPr>
          <p:spPr>
            <a:xfrm>
              <a:off x="7594376" y="3040272"/>
              <a:ext cx="229870" cy="393065"/>
            </a:xfrm>
            <a:custGeom>
              <a:avLst/>
              <a:gdLst/>
              <a:ahLst/>
              <a:cxnLst/>
              <a:rect l="l" t="t" r="r" b="b"/>
              <a:pathLst>
                <a:path w="229870" h="393064">
                  <a:moveTo>
                    <a:pt x="229343" y="0"/>
                  </a:moveTo>
                  <a:lnTo>
                    <a:pt x="0" y="0"/>
                  </a:lnTo>
                  <a:lnTo>
                    <a:pt x="0" y="392674"/>
                  </a:lnTo>
                  <a:lnTo>
                    <a:pt x="229343" y="392674"/>
                  </a:lnTo>
                  <a:lnTo>
                    <a:pt x="229343" y="0"/>
                  </a:lnTo>
                  <a:close/>
                </a:path>
              </a:pathLst>
            </a:custGeom>
            <a:solidFill>
              <a:srgbClr val="FFFFFF"/>
            </a:solidFill>
          </p:spPr>
          <p:txBody>
            <a:bodyPr wrap="square" lIns="0" tIns="0" rIns="0" bIns="0" rtlCol="0"/>
            <a:lstStyle/>
            <a:p/>
          </p:txBody>
        </p:sp>
        <p:sp>
          <p:nvSpPr>
            <p:cNvPr id="161" name="object 161" descr=""/>
            <p:cNvSpPr/>
            <p:nvPr/>
          </p:nvSpPr>
          <p:spPr>
            <a:xfrm>
              <a:off x="7594376" y="3040272"/>
              <a:ext cx="229870" cy="393065"/>
            </a:xfrm>
            <a:custGeom>
              <a:avLst/>
              <a:gdLst/>
              <a:ahLst/>
              <a:cxnLst/>
              <a:rect l="l" t="t" r="r" b="b"/>
              <a:pathLst>
                <a:path w="229870" h="393064">
                  <a:moveTo>
                    <a:pt x="0" y="392674"/>
                  </a:moveTo>
                  <a:lnTo>
                    <a:pt x="229343" y="392674"/>
                  </a:lnTo>
                  <a:lnTo>
                    <a:pt x="229343" y="0"/>
                  </a:lnTo>
                  <a:lnTo>
                    <a:pt x="0" y="0"/>
                  </a:lnTo>
                  <a:lnTo>
                    <a:pt x="0" y="392674"/>
                  </a:lnTo>
                  <a:close/>
                </a:path>
              </a:pathLst>
            </a:custGeom>
            <a:ln w="13273">
              <a:solidFill>
                <a:srgbClr val="000000"/>
              </a:solidFill>
            </a:ln>
          </p:spPr>
          <p:txBody>
            <a:bodyPr wrap="square" lIns="0" tIns="0" rIns="0" bIns="0" rtlCol="0"/>
            <a:lstStyle/>
            <a:p/>
          </p:txBody>
        </p:sp>
      </p:grpSp>
      <p:sp>
        <p:nvSpPr>
          <p:cNvPr id="162" name="object 162" descr=""/>
          <p:cNvSpPr txBox="1"/>
          <p:nvPr/>
        </p:nvSpPr>
        <p:spPr>
          <a:xfrm>
            <a:off x="7613300" y="3065061"/>
            <a:ext cx="211454" cy="346075"/>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NPC</a:t>
            </a:r>
            <a:endParaRPr sz="1300">
              <a:latin typeface="Times New Roman"/>
              <a:cs typeface="Times New Roman"/>
            </a:endParaRPr>
          </a:p>
        </p:txBody>
      </p:sp>
      <p:grpSp>
        <p:nvGrpSpPr>
          <p:cNvPr id="163" name="object 163" descr=""/>
          <p:cNvGrpSpPr/>
          <p:nvPr/>
        </p:nvGrpSpPr>
        <p:grpSpPr>
          <a:xfrm>
            <a:off x="7587708" y="5554977"/>
            <a:ext cx="243204" cy="349250"/>
            <a:chOff x="7587708" y="5554977"/>
            <a:chExt cx="243204" cy="349250"/>
          </a:xfrm>
        </p:grpSpPr>
        <p:sp>
          <p:nvSpPr>
            <p:cNvPr id="164" name="object 164" descr=""/>
            <p:cNvSpPr/>
            <p:nvPr/>
          </p:nvSpPr>
          <p:spPr>
            <a:xfrm>
              <a:off x="7594376" y="5561645"/>
              <a:ext cx="229870" cy="335915"/>
            </a:xfrm>
            <a:custGeom>
              <a:avLst/>
              <a:gdLst/>
              <a:ahLst/>
              <a:cxnLst/>
              <a:rect l="l" t="t" r="r" b="b"/>
              <a:pathLst>
                <a:path w="229870" h="335914">
                  <a:moveTo>
                    <a:pt x="229343" y="0"/>
                  </a:moveTo>
                  <a:lnTo>
                    <a:pt x="0" y="0"/>
                  </a:lnTo>
                  <a:lnTo>
                    <a:pt x="0" y="335490"/>
                  </a:lnTo>
                  <a:lnTo>
                    <a:pt x="229343" y="335490"/>
                  </a:lnTo>
                  <a:lnTo>
                    <a:pt x="229343" y="0"/>
                  </a:lnTo>
                  <a:close/>
                </a:path>
              </a:pathLst>
            </a:custGeom>
            <a:solidFill>
              <a:srgbClr val="FFFFFF"/>
            </a:solidFill>
          </p:spPr>
          <p:txBody>
            <a:bodyPr wrap="square" lIns="0" tIns="0" rIns="0" bIns="0" rtlCol="0"/>
            <a:lstStyle/>
            <a:p/>
          </p:txBody>
        </p:sp>
        <p:sp>
          <p:nvSpPr>
            <p:cNvPr id="165" name="object 165" descr=""/>
            <p:cNvSpPr/>
            <p:nvPr/>
          </p:nvSpPr>
          <p:spPr>
            <a:xfrm>
              <a:off x="7594376" y="5561645"/>
              <a:ext cx="229870" cy="335915"/>
            </a:xfrm>
            <a:custGeom>
              <a:avLst/>
              <a:gdLst/>
              <a:ahLst/>
              <a:cxnLst/>
              <a:rect l="l" t="t" r="r" b="b"/>
              <a:pathLst>
                <a:path w="229870" h="335914">
                  <a:moveTo>
                    <a:pt x="0" y="335490"/>
                  </a:moveTo>
                  <a:lnTo>
                    <a:pt x="229343" y="335490"/>
                  </a:lnTo>
                  <a:lnTo>
                    <a:pt x="229343" y="0"/>
                  </a:lnTo>
                  <a:lnTo>
                    <a:pt x="0" y="0"/>
                  </a:lnTo>
                  <a:lnTo>
                    <a:pt x="0" y="335490"/>
                  </a:lnTo>
                  <a:close/>
                </a:path>
              </a:pathLst>
            </a:custGeom>
            <a:ln w="13259">
              <a:solidFill>
                <a:srgbClr val="000000"/>
              </a:solidFill>
            </a:ln>
          </p:spPr>
          <p:txBody>
            <a:bodyPr wrap="square" lIns="0" tIns="0" rIns="0" bIns="0" rtlCol="0"/>
            <a:lstStyle/>
            <a:p/>
          </p:txBody>
        </p:sp>
      </p:grpSp>
      <p:sp>
        <p:nvSpPr>
          <p:cNvPr id="166" name="object 166" descr=""/>
          <p:cNvSpPr txBox="1"/>
          <p:nvPr/>
        </p:nvSpPr>
        <p:spPr>
          <a:xfrm>
            <a:off x="7612849" y="5614503"/>
            <a:ext cx="193675"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IR</a:t>
            </a:r>
            <a:endParaRPr sz="1300">
              <a:latin typeface="Times New Roman"/>
              <a:cs typeface="Times New Roman"/>
            </a:endParaRPr>
          </a:p>
        </p:txBody>
      </p:sp>
      <p:grpSp>
        <p:nvGrpSpPr>
          <p:cNvPr id="167" name="object 167" descr=""/>
          <p:cNvGrpSpPr/>
          <p:nvPr/>
        </p:nvGrpSpPr>
        <p:grpSpPr>
          <a:xfrm>
            <a:off x="6067656" y="3191654"/>
            <a:ext cx="3400425" cy="2587625"/>
            <a:chOff x="6067656" y="3191654"/>
            <a:chExt cx="3400425" cy="2587625"/>
          </a:xfrm>
        </p:grpSpPr>
        <p:sp>
          <p:nvSpPr>
            <p:cNvPr id="168" name="object 168" descr=""/>
            <p:cNvSpPr/>
            <p:nvPr/>
          </p:nvSpPr>
          <p:spPr>
            <a:xfrm>
              <a:off x="6074323" y="3238014"/>
              <a:ext cx="1384935" cy="0"/>
            </a:xfrm>
            <a:custGeom>
              <a:avLst/>
              <a:gdLst/>
              <a:ahLst/>
              <a:cxnLst/>
              <a:rect l="l" t="t" r="r" b="b"/>
              <a:pathLst>
                <a:path w="1384934" h="0">
                  <a:moveTo>
                    <a:pt x="0" y="0"/>
                  </a:moveTo>
                  <a:lnTo>
                    <a:pt x="1384412" y="0"/>
                  </a:lnTo>
                </a:path>
              </a:pathLst>
            </a:custGeom>
            <a:ln w="13111">
              <a:solidFill>
                <a:srgbClr val="000000"/>
              </a:solidFill>
            </a:ln>
          </p:spPr>
          <p:txBody>
            <a:bodyPr wrap="square" lIns="0" tIns="0" rIns="0" bIns="0" rtlCol="0"/>
            <a:lstStyle/>
            <a:p/>
          </p:txBody>
        </p:sp>
        <p:sp>
          <p:nvSpPr>
            <p:cNvPr id="169" name="object 169" descr=""/>
            <p:cNvSpPr/>
            <p:nvPr/>
          </p:nvSpPr>
          <p:spPr>
            <a:xfrm>
              <a:off x="7409565" y="3191654"/>
              <a:ext cx="147320" cy="93345"/>
            </a:xfrm>
            <a:custGeom>
              <a:avLst/>
              <a:gdLst/>
              <a:ahLst/>
              <a:cxnLst/>
              <a:rect l="l" t="t" r="r" b="b"/>
              <a:pathLst>
                <a:path w="147320" h="93345">
                  <a:moveTo>
                    <a:pt x="0" y="0"/>
                  </a:moveTo>
                  <a:lnTo>
                    <a:pt x="46944" y="47272"/>
                  </a:lnTo>
                  <a:lnTo>
                    <a:pt x="0" y="93267"/>
                  </a:lnTo>
                  <a:lnTo>
                    <a:pt x="147143" y="47272"/>
                  </a:lnTo>
                  <a:lnTo>
                    <a:pt x="0" y="0"/>
                  </a:lnTo>
                  <a:close/>
                </a:path>
              </a:pathLst>
            </a:custGeom>
            <a:solidFill>
              <a:srgbClr val="000000"/>
            </a:solidFill>
          </p:spPr>
          <p:txBody>
            <a:bodyPr wrap="square" lIns="0" tIns="0" rIns="0" bIns="0" rtlCol="0"/>
            <a:lstStyle/>
            <a:p/>
          </p:txBody>
        </p:sp>
        <p:sp>
          <p:nvSpPr>
            <p:cNvPr id="170" name="object 170" descr=""/>
            <p:cNvSpPr/>
            <p:nvPr/>
          </p:nvSpPr>
          <p:spPr>
            <a:xfrm>
              <a:off x="6152070" y="3238014"/>
              <a:ext cx="1910080" cy="2494280"/>
            </a:xfrm>
            <a:custGeom>
              <a:avLst/>
              <a:gdLst/>
              <a:ahLst/>
              <a:cxnLst/>
              <a:rect l="l" t="t" r="r" b="b"/>
              <a:pathLst>
                <a:path w="1910079" h="2494279">
                  <a:moveTo>
                    <a:pt x="1910085" y="680070"/>
                  </a:moveTo>
                  <a:lnTo>
                    <a:pt x="1910085" y="0"/>
                  </a:lnTo>
                </a:path>
                <a:path w="1910079" h="2494279">
                  <a:moveTo>
                    <a:pt x="1910085" y="0"/>
                  </a:moveTo>
                  <a:lnTo>
                    <a:pt x="1715254" y="0"/>
                  </a:lnTo>
                </a:path>
                <a:path w="1910079" h="2494279">
                  <a:moveTo>
                    <a:pt x="0" y="2493866"/>
                  </a:moveTo>
                  <a:lnTo>
                    <a:pt x="1306666" y="2493867"/>
                  </a:lnTo>
                </a:path>
              </a:pathLst>
            </a:custGeom>
            <a:ln w="13220">
              <a:solidFill>
                <a:srgbClr val="000000"/>
              </a:solidFill>
            </a:ln>
          </p:spPr>
          <p:txBody>
            <a:bodyPr wrap="square" lIns="0" tIns="0" rIns="0" bIns="0" rtlCol="0"/>
            <a:lstStyle/>
            <a:p/>
          </p:txBody>
        </p:sp>
        <p:sp>
          <p:nvSpPr>
            <p:cNvPr id="171" name="object 171" descr=""/>
            <p:cNvSpPr/>
            <p:nvPr/>
          </p:nvSpPr>
          <p:spPr>
            <a:xfrm>
              <a:off x="7409565" y="5685503"/>
              <a:ext cx="147320" cy="93345"/>
            </a:xfrm>
            <a:custGeom>
              <a:avLst/>
              <a:gdLst/>
              <a:ahLst/>
              <a:cxnLst/>
              <a:rect l="l" t="t" r="r" b="b"/>
              <a:pathLst>
                <a:path w="147320" h="93345">
                  <a:moveTo>
                    <a:pt x="0" y="0"/>
                  </a:moveTo>
                  <a:lnTo>
                    <a:pt x="46944" y="47272"/>
                  </a:lnTo>
                  <a:lnTo>
                    <a:pt x="0" y="93213"/>
                  </a:lnTo>
                  <a:lnTo>
                    <a:pt x="147143" y="47272"/>
                  </a:lnTo>
                  <a:lnTo>
                    <a:pt x="0" y="0"/>
                  </a:lnTo>
                  <a:close/>
                </a:path>
              </a:pathLst>
            </a:custGeom>
            <a:solidFill>
              <a:srgbClr val="000000"/>
            </a:solidFill>
          </p:spPr>
          <p:txBody>
            <a:bodyPr wrap="square" lIns="0" tIns="0" rIns="0" bIns="0" rtlCol="0"/>
            <a:lstStyle/>
            <a:p/>
          </p:txBody>
        </p:sp>
        <p:sp>
          <p:nvSpPr>
            <p:cNvPr id="172" name="object 172" descr=""/>
            <p:cNvSpPr/>
            <p:nvPr/>
          </p:nvSpPr>
          <p:spPr>
            <a:xfrm>
              <a:off x="9231512" y="4937973"/>
              <a:ext cx="229870" cy="335915"/>
            </a:xfrm>
            <a:custGeom>
              <a:avLst/>
              <a:gdLst/>
              <a:ahLst/>
              <a:cxnLst/>
              <a:rect l="l" t="t" r="r" b="b"/>
              <a:pathLst>
                <a:path w="229870" h="335914">
                  <a:moveTo>
                    <a:pt x="229343" y="0"/>
                  </a:moveTo>
                  <a:lnTo>
                    <a:pt x="0" y="0"/>
                  </a:lnTo>
                  <a:lnTo>
                    <a:pt x="0" y="335490"/>
                  </a:lnTo>
                  <a:lnTo>
                    <a:pt x="229343" y="335490"/>
                  </a:lnTo>
                  <a:lnTo>
                    <a:pt x="229343" y="0"/>
                  </a:lnTo>
                  <a:close/>
                </a:path>
              </a:pathLst>
            </a:custGeom>
            <a:solidFill>
              <a:srgbClr val="FFFFFF"/>
            </a:solidFill>
          </p:spPr>
          <p:txBody>
            <a:bodyPr wrap="square" lIns="0" tIns="0" rIns="0" bIns="0" rtlCol="0"/>
            <a:lstStyle/>
            <a:p/>
          </p:txBody>
        </p:sp>
        <p:sp>
          <p:nvSpPr>
            <p:cNvPr id="173" name="object 173" descr=""/>
            <p:cNvSpPr/>
            <p:nvPr/>
          </p:nvSpPr>
          <p:spPr>
            <a:xfrm>
              <a:off x="9231512" y="4937973"/>
              <a:ext cx="229870" cy="335915"/>
            </a:xfrm>
            <a:custGeom>
              <a:avLst/>
              <a:gdLst/>
              <a:ahLst/>
              <a:cxnLst/>
              <a:rect l="l" t="t" r="r" b="b"/>
              <a:pathLst>
                <a:path w="229870" h="335914">
                  <a:moveTo>
                    <a:pt x="0" y="335490"/>
                  </a:moveTo>
                  <a:lnTo>
                    <a:pt x="229343" y="335490"/>
                  </a:lnTo>
                  <a:lnTo>
                    <a:pt x="229343" y="0"/>
                  </a:lnTo>
                  <a:lnTo>
                    <a:pt x="0" y="0"/>
                  </a:lnTo>
                  <a:lnTo>
                    <a:pt x="0" y="335490"/>
                  </a:lnTo>
                  <a:close/>
                </a:path>
              </a:pathLst>
            </a:custGeom>
            <a:ln w="13259">
              <a:solidFill>
                <a:srgbClr val="000000"/>
              </a:solidFill>
            </a:ln>
          </p:spPr>
          <p:txBody>
            <a:bodyPr wrap="square" lIns="0" tIns="0" rIns="0" bIns="0" rtlCol="0"/>
            <a:lstStyle/>
            <a:p/>
          </p:txBody>
        </p:sp>
      </p:grpSp>
      <p:sp>
        <p:nvSpPr>
          <p:cNvPr id="174" name="object 174" descr=""/>
          <p:cNvSpPr txBox="1"/>
          <p:nvPr/>
        </p:nvSpPr>
        <p:spPr>
          <a:xfrm>
            <a:off x="9248210" y="3178042"/>
            <a:ext cx="211454" cy="346710"/>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cond</a:t>
            </a:r>
            <a:endParaRPr sz="1300">
              <a:latin typeface="Times New Roman"/>
              <a:cs typeface="Times New Roman"/>
            </a:endParaRPr>
          </a:p>
        </p:txBody>
      </p:sp>
      <p:sp>
        <p:nvSpPr>
          <p:cNvPr id="175" name="object 175" descr=""/>
          <p:cNvSpPr txBox="1"/>
          <p:nvPr/>
        </p:nvSpPr>
        <p:spPr>
          <a:xfrm>
            <a:off x="9240417" y="4140837"/>
            <a:ext cx="211454" cy="447675"/>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ALUo</a:t>
            </a:r>
            <a:endParaRPr sz="1300">
              <a:latin typeface="Times New Roman"/>
              <a:cs typeface="Times New Roman"/>
            </a:endParaRPr>
          </a:p>
        </p:txBody>
      </p:sp>
      <p:sp>
        <p:nvSpPr>
          <p:cNvPr id="176" name="object 176" descr=""/>
          <p:cNvSpPr txBox="1"/>
          <p:nvPr/>
        </p:nvSpPr>
        <p:spPr>
          <a:xfrm>
            <a:off x="9274478" y="4989462"/>
            <a:ext cx="137795" cy="223520"/>
          </a:xfrm>
          <a:prstGeom prst="rect">
            <a:avLst/>
          </a:prstGeom>
        </p:spPr>
        <p:txBody>
          <a:bodyPr wrap="square" lIns="0" tIns="12700" rIns="0" bIns="0" rtlCol="0" vert="horz">
            <a:spAutoFit/>
          </a:bodyPr>
          <a:lstStyle/>
          <a:p>
            <a:pPr marL="12700">
              <a:lnSpc>
                <a:spcPct val="100000"/>
              </a:lnSpc>
              <a:spcBef>
                <a:spcPts val="100"/>
              </a:spcBef>
            </a:pPr>
            <a:r>
              <a:rPr dirty="0" sz="1300" spc="-50">
                <a:latin typeface="Times New Roman"/>
                <a:cs typeface="Times New Roman"/>
              </a:rPr>
              <a:t>B</a:t>
            </a:r>
            <a:endParaRPr sz="1300">
              <a:latin typeface="Times New Roman"/>
              <a:cs typeface="Times New Roman"/>
            </a:endParaRPr>
          </a:p>
        </p:txBody>
      </p:sp>
      <p:grpSp>
        <p:nvGrpSpPr>
          <p:cNvPr id="177" name="object 177" descr=""/>
          <p:cNvGrpSpPr/>
          <p:nvPr/>
        </p:nvGrpSpPr>
        <p:grpSpPr>
          <a:xfrm>
            <a:off x="9224845" y="5554977"/>
            <a:ext cx="243204" cy="349250"/>
            <a:chOff x="9224845" y="5554977"/>
            <a:chExt cx="243204" cy="349250"/>
          </a:xfrm>
        </p:grpSpPr>
        <p:sp>
          <p:nvSpPr>
            <p:cNvPr id="178" name="object 178" descr=""/>
            <p:cNvSpPr/>
            <p:nvPr/>
          </p:nvSpPr>
          <p:spPr>
            <a:xfrm>
              <a:off x="9231512" y="5561645"/>
              <a:ext cx="229870" cy="335915"/>
            </a:xfrm>
            <a:custGeom>
              <a:avLst/>
              <a:gdLst/>
              <a:ahLst/>
              <a:cxnLst/>
              <a:rect l="l" t="t" r="r" b="b"/>
              <a:pathLst>
                <a:path w="229870" h="335914">
                  <a:moveTo>
                    <a:pt x="229343" y="0"/>
                  </a:moveTo>
                  <a:lnTo>
                    <a:pt x="0" y="0"/>
                  </a:lnTo>
                  <a:lnTo>
                    <a:pt x="0" y="335490"/>
                  </a:lnTo>
                  <a:lnTo>
                    <a:pt x="229343" y="335490"/>
                  </a:lnTo>
                  <a:lnTo>
                    <a:pt x="229343" y="0"/>
                  </a:lnTo>
                  <a:close/>
                </a:path>
              </a:pathLst>
            </a:custGeom>
            <a:solidFill>
              <a:srgbClr val="FFFFFF"/>
            </a:solidFill>
          </p:spPr>
          <p:txBody>
            <a:bodyPr wrap="square" lIns="0" tIns="0" rIns="0" bIns="0" rtlCol="0"/>
            <a:lstStyle/>
            <a:p/>
          </p:txBody>
        </p:sp>
        <p:sp>
          <p:nvSpPr>
            <p:cNvPr id="179" name="object 179" descr=""/>
            <p:cNvSpPr/>
            <p:nvPr/>
          </p:nvSpPr>
          <p:spPr>
            <a:xfrm>
              <a:off x="9231512" y="5561645"/>
              <a:ext cx="229870" cy="335915"/>
            </a:xfrm>
            <a:custGeom>
              <a:avLst/>
              <a:gdLst/>
              <a:ahLst/>
              <a:cxnLst/>
              <a:rect l="l" t="t" r="r" b="b"/>
              <a:pathLst>
                <a:path w="229870" h="335914">
                  <a:moveTo>
                    <a:pt x="0" y="335490"/>
                  </a:moveTo>
                  <a:lnTo>
                    <a:pt x="229343" y="335490"/>
                  </a:lnTo>
                  <a:lnTo>
                    <a:pt x="229343" y="0"/>
                  </a:lnTo>
                  <a:lnTo>
                    <a:pt x="0" y="0"/>
                  </a:lnTo>
                  <a:lnTo>
                    <a:pt x="0" y="335490"/>
                  </a:lnTo>
                  <a:close/>
                </a:path>
              </a:pathLst>
            </a:custGeom>
            <a:ln w="13259">
              <a:solidFill>
                <a:srgbClr val="000000"/>
              </a:solidFill>
            </a:ln>
          </p:spPr>
          <p:txBody>
            <a:bodyPr wrap="square" lIns="0" tIns="0" rIns="0" bIns="0" rtlCol="0"/>
            <a:lstStyle/>
            <a:p/>
          </p:txBody>
        </p:sp>
      </p:grpSp>
      <p:sp>
        <p:nvSpPr>
          <p:cNvPr id="180" name="object 180" descr=""/>
          <p:cNvSpPr txBox="1"/>
          <p:nvPr/>
        </p:nvSpPr>
        <p:spPr>
          <a:xfrm>
            <a:off x="9257964" y="5612239"/>
            <a:ext cx="193675"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IR</a:t>
            </a:r>
            <a:endParaRPr sz="1300">
              <a:latin typeface="Times New Roman"/>
              <a:cs typeface="Times New Roman"/>
            </a:endParaRPr>
          </a:p>
        </p:txBody>
      </p:sp>
      <p:grpSp>
        <p:nvGrpSpPr>
          <p:cNvPr id="181" name="object 181" descr=""/>
          <p:cNvGrpSpPr/>
          <p:nvPr/>
        </p:nvGrpSpPr>
        <p:grpSpPr>
          <a:xfrm>
            <a:off x="7860657" y="4931305"/>
            <a:ext cx="3166745" cy="847725"/>
            <a:chOff x="7860657" y="4931305"/>
            <a:chExt cx="3166745" cy="847725"/>
          </a:xfrm>
        </p:grpSpPr>
        <p:sp>
          <p:nvSpPr>
            <p:cNvPr id="182" name="object 182" descr=""/>
            <p:cNvSpPr/>
            <p:nvPr/>
          </p:nvSpPr>
          <p:spPr>
            <a:xfrm>
              <a:off x="7867324" y="5731882"/>
              <a:ext cx="1228725" cy="0"/>
            </a:xfrm>
            <a:custGeom>
              <a:avLst/>
              <a:gdLst/>
              <a:ahLst/>
              <a:cxnLst/>
              <a:rect l="l" t="t" r="r" b="b"/>
              <a:pathLst>
                <a:path w="1228725" h="0">
                  <a:moveTo>
                    <a:pt x="0" y="0"/>
                  </a:moveTo>
                  <a:lnTo>
                    <a:pt x="1228548" y="0"/>
                  </a:lnTo>
                </a:path>
              </a:pathLst>
            </a:custGeom>
            <a:ln w="13111">
              <a:solidFill>
                <a:srgbClr val="000000"/>
              </a:solidFill>
            </a:ln>
          </p:spPr>
          <p:txBody>
            <a:bodyPr wrap="square" lIns="0" tIns="0" rIns="0" bIns="0" rtlCol="0"/>
            <a:lstStyle/>
            <a:p/>
          </p:txBody>
        </p:sp>
        <p:sp>
          <p:nvSpPr>
            <p:cNvPr id="183" name="object 183" descr=""/>
            <p:cNvSpPr/>
            <p:nvPr/>
          </p:nvSpPr>
          <p:spPr>
            <a:xfrm>
              <a:off x="9046701" y="5685503"/>
              <a:ext cx="147320" cy="93345"/>
            </a:xfrm>
            <a:custGeom>
              <a:avLst/>
              <a:gdLst/>
              <a:ahLst/>
              <a:cxnLst/>
              <a:rect l="l" t="t" r="r" b="b"/>
              <a:pathLst>
                <a:path w="147320" h="93345">
                  <a:moveTo>
                    <a:pt x="0" y="0"/>
                  </a:moveTo>
                  <a:lnTo>
                    <a:pt x="46944" y="47272"/>
                  </a:lnTo>
                  <a:lnTo>
                    <a:pt x="0" y="93213"/>
                  </a:lnTo>
                  <a:lnTo>
                    <a:pt x="147143" y="47272"/>
                  </a:lnTo>
                  <a:lnTo>
                    <a:pt x="0" y="0"/>
                  </a:lnTo>
                  <a:close/>
                </a:path>
              </a:pathLst>
            </a:custGeom>
            <a:solidFill>
              <a:srgbClr val="000000"/>
            </a:solidFill>
          </p:spPr>
          <p:txBody>
            <a:bodyPr wrap="square" lIns="0" tIns="0" rIns="0" bIns="0" rtlCol="0"/>
            <a:lstStyle/>
            <a:p/>
          </p:txBody>
        </p:sp>
        <p:sp>
          <p:nvSpPr>
            <p:cNvPr id="184" name="object 184" descr=""/>
            <p:cNvSpPr/>
            <p:nvPr/>
          </p:nvSpPr>
          <p:spPr>
            <a:xfrm>
              <a:off x="7945442" y="5107735"/>
              <a:ext cx="1150620" cy="3175"/>
            </a:xfrm>
            <a:custGeom>
              <a:avLst/>
              <a:gdLst/>
              <a:ahLst/>
              <a:cxnLst/>
              <a:rect l="l" t="t" r="r" b="b"/>
              <a:pathLst>
                <a:path w="1150620" h="3175">
                  <a:moveTo>
                    <a:pt x="0" y="3157"/>
                  </a:moveTo>
                  <a:lnTo>
                    <a:pt x="1150430" y="0"/>
                  </a:lnTo>
                </a:path>
              </a:pathLst>
            </a:custGeom>
            <a:ln w="13111">
              <a:solidFill>
                <a:srgbClr val="000000"/>
              </a:solidFill>
            </a:ln>
          </p:spPr>
          <p:txBody>
            <a:bodyPr wrap="square" lIns="0" tIns="0" rIns="0" bIns="0" rtlCol="0"/>
            <a:lstStyle/>
            <a:p/>
          </p:txBody>
        </p:sp>
        <p:sp>
          <p:nvSpPr>
            <p:cNvPr id="185" name="object 185" descr=""/>
            <p:cNvSpPr/>
            <p:nvPr/>
          </p:nvSpPr>
          <p:spPr>
            <a:xfrm>
              <a:off x="9046701" y="5061813"/>
              <a:ext cx="147320" cy="93345"/>
            </a:xfrm>
            <a:custGeom>
              <a:avLst/>
              <a:gdLst/>
              <a:ahLst/>
              <a:cxnLst/>
              <a:rect l="l" t="t" r="r" b="b"/>
              <a:pathLst>
                <a:path w="147320" h="93345">
                  <a:moveTo>
                    <a:pt x="0" y="0"/>
                  </a:moveTo>
                  <a:lnTo>
                    <a:pt x="46944" y="45922"/>
                  </a:lnTo>
                  <a:lnTo>
                    <a:pt x="0" y="93213"/>
                  </a:lnTo>
                  <a:lnTo>
                    <a:pt x="147143" y="45922"/>
                  </a:lnTo>
                  <a:lnTo>
                    <a:pt x="0" y="0"/>
                  </a:lnTo>
                  <a:close/>
                </a:path>
              </a:pathLst>
            </a:custGeom>
            <a:solidFill>
              <a:srgbClr val="000000"/>
            </a:solidFill>
          </p:spPr>
          <p:txBody>
            <a:bodyPr wrap="square" lIns="0" tIns="0" rIns="0" bIns="0" rtlCol="0"/>
            <a:lstStyle/>
            <a:p/>
          </p:txBody>
        </p:sp>
        <p:sp>
          <p:nvSpPr>
            <p:cNvPr id="186" name="object 186" descr=""/>
            <p:cNvSpPr/>
            <p:nvPr/>
          </p:nvSpPr>
          <p:spPr>
            <a:xfrm>
              <a:off x="9504461" y="5107735"/>
              <a:ext cx="156210" cy="0"/>
            </a:xfrm>
            <a:custGeom>
              <a:avLst/>
              <a:gdLst/>
              <a:ahLst/>
              <a:cxnLst/>
              <a:rect l="l" t="t" r="r" b="b"/>
              <a:pathLst>
                <a:path w="156209" h="0">
                  <a:moveTo>
                    <a:pt x="0" y="0"/>
                  </a:moveTo>
                  <a:lnTo>
                    <a:pt x="155864" y="0"/>
                  </a:lnTo>
                </a:path>
              </a:pathLst>
            </a:custGeom>
            <a:ln w="13111">
              <a:solidFill>
                <a:srgbClr val="000000"/>
              </a:solidFill>
            </a:ln>
          </p:spPr>
          <p:txBody>
            <a:bodyPr wrap="square" lIns="0" tIns="0" rIns="0" bIns="0" rtlCol="0"/>
            <a:lstStyle/>
            <a:p/>
          </p:txBody>
        </p:sp>
        <p:sp>
          <p:nvSpPr>
            <p:cNvPr id="187" name="object 187" descr=""/>
            <p:cNvSpPr/>
            <p:nvPr/>
          </p:nvSpPr>
          <p:spPr>
            <a:xfrm>
              <a:off x="10790531" y="4937973"/>
              <a:ext cx="229870" cy="562610"/>
            </a:xfrm>
            <a:custGeom>
              <a:avLst/>
              <a:gdLst/>
              <a:ahLst/>
              <a:cxnLst/>
              <a:rect l="l" t="t" r="r" b="b"/>
              <a:pathLst>
                <a:path w="229870" h="562610">
                  <a:moveTo>
                    <a:pt x="229807" y="0"/>
                  </a:moveTo>
                  <a:lnTo>
                    <a:pt x="0" y="0"/>
                  </a:lnTo>
                  <a:lnTo>
                    <a:pt x="0" y="562436"/>
                  </a:lnTo>
                  <a:lnTo>
                    <a:pt x="229807" y="562436"/>
                  </a:lnTo>
                  <a:lnTo>
                    <a:pt x="229807" y="0"/>
                  </a:lnTo>
                  <a:close/>
                </a:path>
              </a:pathLst>
            </a:custGeom>
            <a:solidFill>
              <a:srgbClr val="FFFFFF"/>
            </a:solidFill>
          </p:spPr>
          <p:txBody>
            <a:bodyPr wrap="square" lIns="0" tIns="0" rIns="0" bIns="0" rtlCol="0"/>
            <a:lstStyle/>
            <a:p/>
          </p:txBody>
        </p:sp>
        <p:sp>
          <p:nvSpPr>
            <p:cNvPr id="188" name="object 188" descr=""/>
            <p:cNvSpPr/>
            <p:nvPr/>
          </p:nvSpPr>
          <p:spPr>
            <a:xfrm>
              <a:off x="10790531" y="4937973"/>
              <a:ext cx="229870" cy="562610"/>
            </a:xfrm>
            <a:custGeom>
              <a:avLst/>
              <a:gdLst/>
              <a:ahLst/>
              <a:cxnLst/>
              <a:rect l="l" t="t" r="r" b="b"/>
              <a:pathLst>
                <a:path w="229870" h="562610">
                  <a:moveTo>
                    <a:pt x="0" y="562436"/>
                  </a:moveTo>
                  <a:lnTo>
                    <a:pt x="229807" y="562436"/>
                  </a:lnTo>
                  <a:lnTo>
                    <a:pt x="229807" y="0"/>
                  </a:lnTo>
                  <a:lnTo>
                    <a:pt x="0" y="0"/>
                  </a:lnTo>
                  <a:lnTo>
                    <a:pt x="0" y="562436"/>
                  </a:lnTo>
                  <a:close/>
                </a:path>
              </a:pathLst>
            </a:custGeom>
            <a:ln w="13297">
              <a:solidFill>
                <a:srgbClr val="000000"/>
              </a:solidFill>
            </a:ln>
          </p:spPr>
          <p:txBody>
            <a:bodyPr wrap="square" lIns="0" tIns="0" rIns="0" bIns="0" rtlCol="0"/>
            <a:lstStyle/>
            <a:p/>
          </p:txBody>
        </p:sp>
      </p:grpSp>
      <p:sp>
        <p:nvSpPr>
          <p:cNvPr id="189" name="object 189" descr=""/>
          <p:cNvSpPr txBox="1"/>
          <p:nvPr/>
        </p:nvSpPr>
        <p:spPr>
          <a:xfrm>
            <a:off x="10789787" y="4332666"/>
            <a:ext cx="211454" cy="39243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LMD</a:t>
            </a:r>
            <a:endParaRPr sz="1300">
              <a:latin typeface="Times New Roman"/>
              <a:cs typeface="Times New Roman"/>
            </a:endParaRPr>
          </a:p>
        </p:txBody>
      </p:sp>
      <p:sp>
        <p:nvSpPr>
          <p:cNvPr id="190" name="object 190" descr=""/>
          <p:cNvSpPr txBox="1"/>
          <p:nvPr/>
        </p:nvSpPr>
        <p:spPr>
          <a:xfrm>
            <a:off x="10803146" y="4991017"/>
            <a:ext cx="211454" cy="447675"/>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ALUo</a:t>
            </a:r>
            <a:endParaRPr sz="1300">
              <a:latin typeface="Times New Roman"/>
              <a:cs typeface="Times New Roman"/>
            </a:endParaRPr>
          </a:p>
        </p:txBody>
      </p:sp>
      <p:grpSp>
        <p:nvGrpSpPr>
          <p:cNvPr id="191" name="object 191" descr=""/>
          <p:cNvGrpSpPr/>
          <p:nvPr/>
        </p:nvGrpSpPr>
        <p:grpSpPr>
          <a:xfrm>
            <a:off x="10783863" y="5554977"/>
            <a:ext cx="243204" cy="349250"/>
            <a:chOff x="10783863" y="5554977"/>
            <a:chExt cx="243204" cy="349250"/>
          </a:xfrm>
        </p:grpSpPr>
        <p:sp>
          <p:nvSpPr>
            <p:cNvPr id="192" name="object 192" descr=""/>
            <p:cNvSpPr/>
            <p:nvPr/>
          </p:nvSpPr>
          <p:spPr>
            <a:xfrm>
              <a:off x="10790530" y="5561645"/>
              <a:ext cx="229870" cy="335915"/>
            </a:xfrm>
            <a:custGeom>
              <a:avLst/>
              <a:gdLst/>
              <a:ahLst/>
              <a:cxnLst/>
              <a:rect l="l" t="t" r="r" b="b"/>
              <a:pathLst>
                <a:path w="229870" h="335914">
                  <a:moveTo>
                    <a:pt x="229807" y="0"/>
                  </a:moveTo>
                  <a:lnTo>
                    <a:pt x="0" y="0"/>
                  </a:lnTo>
                  <a:lnTo>
                    <a:pt x="0" y="335490"/>
                  </a:lnTo>
                  <a:lnTo>
                    <a:pt x="229807" y="335490"/>
                  </a:lnTo>
                  <a:lnTo>
                    <a:pt x="229807" y="0"/>
                  </a:lnTo>
                  <a:close/>
                </a:path>
              </a:pathLst>
            </a:custGeom>
            <a:solidFill>
              <a:srgbClr val="FFFFFF"/>
            </a:solidFill>
          </p:spPr>
          <p:txBody>
            <a:bodyPr wrap="square" lIns="0" tIns="0" rIns="0" bIns="0" rtlCol="0"/>
            <a:lstStyle/>
            <a:p/>
          </p:txBody>
        </p:sp>
        <p:sp>
          <p:nvSpPr>
            <p:cNvPr id="193" name="object 193" descr=""/>
            <p:cNvSpPr/>
            <p:nvPr/>
          </p:nvSpPr>
          <p:spPr>
            <a:xfrm>
              <a:off x="10790530" y="5561645"/>
              <a:ext cx="229870" cy="335915"/>
            </a:xfrm>
            <a:custGeom>
              <a:avLst/>
              <a:gdLst/>
              <a:ahLst/>
              <a:cxnLst/>
              <a:rect l="l" t="t" r="r" b="b"/>
              <a:pathLst>
                <a:path w="229870" h="335914">
                  <a:moveTo>
                    <a:pt x="0" y="335490"/>
                  </a:moveTo>
                  <a:lnTo>
                    <a:pt x="229807" y="335490"/>
                  </a:lnTo>
                  <a:lnTo>
                    <a:pt x="229807" y="0"/>
                  </a:lnTo>
                  <a:lnTo>
                    <a:pt x="0" y="0"/>
                  </a:lnTo>
                  <a:lnTo>
                    <a:pt x="0" y="335490"/>
                  </a:lnTo>
                  <a:close/>
                </a:path>
              </a:pathLst>
            </a:custGeom>
            <a:ln w="13259">
              <a:solidFill>
                <a:srgbClr val="000000"/>
              </a:solidFill>
            </a:ln>
          </p:spPr>
          <p:txBody>
            <a:bodyPr wrap="square" lIns="0" tIns="0" rIns="0" bIns="0" rtlCol="0"/>
            <a:lstStyle/>
            <a:p/>
          </p:txBody>
        </p:sp>
      </p:grpSp>
      <p:sp>
        <p:nvSpPr>
          <p:cNvPr id="194" name="object 194" descr=""/>
          <p:cNvSpPr txBox="1"/>
          <p:nvPr/>
        </p:nvSpPr>
        <p:spPr>
          <a:xfrm>
            <a:off x="10808261" y="5606837"/>
            <a:ext cx="193675"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Times New Roman"/>
                <a:cs typeface="Times New Roman"/>
              </a:rPr>
              <a:t>IR</a:t>
            </a:r>
            <a:endParaRPr sz="1300">
              <a:latin typeface="Times New Roman"/>
              <a:cs typeface="Times New Roman"/>
            </a:endParaRPr>
          </a:p>
        </p:txBody>
      </p:sp>
      <p:grpSp>
        <p:nvGrpSpPr>
          <p:cNvPr id="195" name="object 195" descr=""/>
          <p:cNvGrpSpPr/>
          <p:nvPr/>
        </p:nvGrpSpPr>
        <p:grpSpPr>
          <a:xfrm>
            <a:off x="4040774" y="2155572"/>
            <a:ext cx="7263765" cy="3923029"/>
            <a:chOff x="4040774" y="2155572"/>
            <a:chExt cx="7263765" cy="3923029"/>
          </a:xfrm>
        </p:grpSpPr>
        <p:sp>
          <p:nvSpPr>
            <p:cNvPr id="196" name="object 196" descr=""/>
            <p:cNvSpPr/>
            <p:nvPr/>
          </p:nvSpPr>
          <p:spPr>
            <a:xfrm>
              <a:off x="9504461" y="5731881"/>
              <a:ext cx="1150620" cy="0"/>
            </a:xfrm>
            <a:custGeom>
              <a:avLst/>
              <a:gdLst/>
              <a:ahLst/>
              <a:cxnLst/>
              <a:rect l="l" t="t" r="r" b="b"/>
              <a:pathLst>
                <a:path w="1150620" h="0">
                  <a:moveTo>
                    <a:pt x="0" y="0"/>
                  </a:moveTo>
                  <a:lnTo>
                    <a:pt x="1150430" y="0"/>
                  </a:lnTo>
                </a:path>
              </a:pathLst>
            </a:custGeom>
            <a:ln w="13111">
              <a:solidFill>
                <a:srgbClr val="000000"/>
              </a:solidFill>
            </a:ln>
          </p:spPr>
          <p:txBody>
            <a:bodyPr wrap="square" lIns="0" tIns="0" rIns="0" bIns="0" rtlCol="0"/>
            <a:lstStyle/>
            <a:p/>
          </p:txBody>
        </p:sp>
        <p:sp>
          <p:nvSpPr>
            <p:cNvPr id="197" name="object 197" descr=""/>
            <p:cNvSpPr/>
            <p:nvPr/>
          </p:nvSpPr>
          <p:spPr>
            <a:xfrm>
              <a:off x="10605720" y="5685503"/>
              <a:ext cx="147320" cy="93345"/>
            </a:xfrm>
            <a:custGeom>
              <a:avLst/>
              <a:gdLst/>
              <a:ahLst/>
              <a:cxnLst/>
              <a:rect l="l" t="t" r="r" b="b"/>
              <a:pathLst>
                <a:path w="147320" h="93345">
                  <a:moveTo>
                    <a:pt x="0" y="0"/>
                  </a:moveTo>
                  <a:lnTo>
                    <a:pt x="46944" y="47272"/>
                  </a:lnTo>
                  <a:lnTo>
                    <a:pt x="0" y="93213"/>
                  </a:lnTo>
                  <a:lnTo>
                    <a:pt x="147143" y="47272"/>
                  </a:lnTo>
                  <a:lnTo>
                    <a:pt x="0" y="0"/>
                  </a:lnTo>
                  <a:close/>
                </a:path>
              </a:pathLst>
            </a:custGeom>
            <a:solidFill>
              <a:srgbClr val="000000"/>
            </a:solidFill>
          </p:spPr>
          <p:txBody>
            <a:bodyPr wrap="square" lIns="0" tIns="0" rIns="0" bIns="0" rtlCol="0"/>
            <a:lstStyle/>
            <a:p/>
          </p:txBody>
        </p:sp>
        <p:sp>
          <p:nvSpPr>
            <p:cNvPr id="198" name="object 198" descr=""/>
            <p:cNvSpPr/>
            <p:nvPr/>
          </p:nvSpPr>
          <p:spPr>
            <a:xfrm>
              <a:off x="9738444" y="5221664"/>
              <a:ext cx="916940" cy="0"/>
            </a:xfrm>
            <a:custGeom>
              <a:avLst/>
              <a:gdLst/>
              <a:ahLst/>
              <a:cxnLst/>
              <a:rect l="l" t="t" r="r" b="b"/>
              <a:pathLst>
                <a:path w="916940" h="0">
                  <a:moveTo>
                    <a:pt x="0" y="0"/>
                  </a:moveTo>
                  <a:lnTo>
                    <a:pt x="916447" y="0"/>
                  </a:lnTo>
                </a:path>
              </a:pathLst>
            </a:custGeom>
            <a:ln w="13111">
              <a:solidFill>
                <a:srgbClr val="000000"/>
              </a:solidFill>
            </a:ln>
          </p:spPr>
          <p:txBody>
            <a:bodyPr wrap="square" lIns="0" tIns="0" rIns="0" bIns="0" rtlCol="0"/>
            <a:lstStyle/>
            <a:p/>
          </p:txBody>
        </p:sp>
        <p:sp>
          <p:nvSpPr>
            <p:cNvPr id="199" name="object 199" descr=""/>
            <p:cNvSpPr/>
            <p:nvPr/>
          </p:nvSpPr>
          <p:spPr>
            <a:xfrm>
              <a:off x="10605720" y="5175742"/>
              <a:ext cx="147320" cy="93345"/>
            </a:xfrm>
            <a:custGeom>
              <a:avLst/>
              <a:gdLst/>
              <a:ahLst/>
              <a:cxnLst/>
              <a:rect l="l" t="t" r="r" b="b"/>
              <a:pathLst>
                <a:path w="147320" h="93345">
                  <a:moveTo>
                    <a:pt x="0" y="0"/>
                  </a:moveTo>
                  <a:lnTo>
                    <a:pt x="46944" y="45922"/>
                  </a:lnTo>
                  <a:lnTo>
                    <a:pt x="0" y="93213"/>
                  </a:lnTo>
                  <a:lnTo>
                    <a:pt x="147143" y="45922"/>
                  </a:lnTo>
                  <a:lnTo>
                    <a:pt x="0" y="0"/>
                  </a:lnTo>
                  <a:close/>
                </a:path>
              </a:pathLst>
            </a:custGeom>
            <a:solidFill>
              <a:srgbClr val="000000"/>
            </a:solidFill>
          </p:spPr>
          <p:txBody>
            <a:bodyPr wrap="square" lIns="0" tIns="0" rIns="0" bIns="0" rtlCol="0"/>
            <a:lstStyle/>
            <a:p/>
          </p:txBody>
        </p:sp>
        <p:sp>
          <p:nvSpPr>
            <p:cNvPr id="200" name="object 200" descr=""/>
            <p:cNvSpPr/>
            <p:nvPr/>
          </p:nvSpPr>
          <p:spPr>
            <a:xfrm>
              <a:off x="5021847" y="3125034"/>
              <a:ext cx="6120130" cy="2096770"/>
            </a:xfrm>
            <a:custGeom>
              <a:avLst/>
              <a:gdLst/>
              <a:ahLst/>
              <a:cxnLst/>
              <a:rect l="l" t="t" r="r" b="b"/>
              <a:pathLst>
                <a:path w="6120130" h="2096770">
                  <a:moveTo>
                    <a:pt x="6041632" y="2096630"/>
                  </a:moveTo>
                  <a:lnTo>
                    <a:pt x="6119936" y="2096630"/>
                  </a:lnTo>
                </a:path>
                <a:path w="6120130" h="2096770">
                  <a:moveTo>
                    <a:pt x="0" y="0"/>
                  </a:moveTo>
                  <a:lnTo>
                    <a:pt x="97897" y="0"/>
                  </a:lnTo>
                </a:path>
              </a:pathLst>
            </a:custGeom>
            <a:ln w="13220">
              <a:solidFill>
                <a:srgbClr val="000000"/>
              </a:solidFill>
            </a:ln>
          </p:spPr>
          <p:txBody>
            <a:bodyPr wrap="square" lIns="0" tIns="0" rIns="0" bIns="0" rtlCol="0"/>
            <a:lstStyle/>
            <a:p/>
          </p:txBody>
        </p:sp>
        <p:sp>
          <p:nvSpPr>
            <p:cNvPr id="201" name="object 201" descr=""/>
            <p:cNvSpPr/>
            <p:nvPr/>
          </p:nvSpPr>
          <p:spPr>
            <a:xfrm>
              <a:off x="5071018" y="3079039"/>
              <a:ext cx="146685" cy="93345"/>
            </a:xfrm>
            <a:custGeom>
              <a:avLst/>
              <a:gdLst/>
              <a:ahLst/>
              <a:cxnLst/>
              <a:rect l="l" t="t" r="r" b="b"/>
              <a:pathLst>
                <a:path w="146685" h="93344">
                  <a:moveTo>
                    <a:pt x="0" y="0"/>
                  </a:moveTo>
                  <a:lnTo>
                    <a:pt x="46425" y="45995"/>
                  </a:lnTo>
                  <a:lnTo>
                    <a:pt x="0" y="93267"/>
                  </a:lnTo>
                  <a:lnTo>
                    <a:pt x="146624" y="45995"/>
                  </a:lnTo>
                  <a:lnTo>
                    <a:pt x="0" y="0"/>
                  </a:lnTo>
                  <a:close/>
                </a:path>
              </a:pathLst>
            </a:custGeom>
            <a:solidFill>
              <a:srgbClr val="000000"/>
            </a:solidFill>
          </p:spPr>
          <p:txBody>
            <a:bodyPr wrap="square" lIns="0" tIns="0" rIns="0" bIns="0" rtlCol="0"/>
            <a:lstStyle/>
            <a:p/>
          </p:txBody>
        </p:sp>
        <p:sp>
          <p:nvSpPr>
            <p:cNvPr id="202" name="object 202" descr=""/>
            <p:cNvSpPr/>
            <p:nvPr/>
          </p:nvSpPr>
          <p:spPr>
            <a:xfrm>
              <a:off x="4047442" y="2162239"/>
              <a:ext cx="7250430" cy="3909695"/>
            </a:xfrm>
            <a:custGeom>
              <a:avLst/>
              <a:gdLst/>
              <a:ahLst/>
              <a:cxnLst/>
              <a:rect l="l" t="t" r="r" b="b"/>
              <a:pathLst>
                <a:path w="7250430" h="3909695">
                  <a:moveTo>
                    <a:pt x="974405" y="962794"/>
                  </a:moveTo>
                  <a:lnTo>
                    <a:pt x="974405" y="0"/>
                  </a:lnTo>
                </a:path>
                <a:path w="7250430" h="3909695">
                  <a:moveTo>
                    <a:pt x="0" y="680070"/>
                  </a:moveTo>
                  <a:lnTo>
                    <a:pt x="1519968" y="680070"/>
                  </a:lnTo>
                </a:path>
                <a:path w="7250430" h="3909695">
                  <a:moveTo>
                    <a:pt x="1519968" y="680070"/>
                  </a:moveTo>
                  <a:lnTo>
                    <a:pt x="1519968" y="1075775"/>
                  </a:lnTo>
                </a:path>
                <a:path w="7250430" h="3909695">
                  <a:moveTo>
                    <a:pt x="1286023" y="792503"/>
                  </a:moveTo>
                  <a:lnTo>
                    <a:pt x="1286023" y="112980"/>
                  </a:lnTo>
                </a:path>
                <a:path w="7250430" h="3909695">
                  <a:moveTo>
                    <a:pt x="1286023" y="112980"/>
                  </a:moveTo>
                  <a:lnTo>
                    <a:pt x="5573917" y="112980"/>
                  </a:lnTo>
                </a:path>
                <a:path w="7250430" h="3909695">
                  <a:moveTo>
                    <a:pt x="5573917" y="112980"/>
                  </a:moveTo>
                  <a:lnTo>
                    <a:pt x="5573917" y="1189667"/>
                  </a:lnTo>
                </a:path>
                <a:path w="7250430" h="3909695">
                  <a:moveTo>
                    <a:pt x="5457019" y="1189667"/>
                  </a:moveTo>
                  <a:lnTo>
                    <a:pt x="5573917" y="1189667"/>
                  </a:lnTo>
                </a:path>
                <a:path w="7250430" h="3909695">
                  <a:moveTo>
                    <a:pt x="2299459" y="2322754"/>
                  </a:moveTo>
                  <a:lnTo>
                    <a:pt x="2299459" y="3909622"/>
                  </a:lnTo>
                </a:path>
                <a:path w="7250430" h="3909695">
                  <a:moveTo>
                    <a:pt x="2299459" y="3909622"/>
                  </a:moveTo>
                  <a:lnTo>
                    <a:pt x="7250020" y="3909623"/>
                  </a:lnTo>
                </a:path>
                <a:path w="7250430" h="3909695">
                  <a:moveTo>
                    <a:pt x="7016037" y="3569642"/>
                  </a:moveTo>
                  <a:lnTo>
                    <a:pt x="7250020" y="3569642"/>
                  </a:lnTo>
                </a:path>
                <a:path w="7250430" h="3909695">
                  <a:moveTo>
                    <a:pt x="7250020" y="3569642"/>
                  </a:moveTo>
                  <a:lnTo>
                    <a:pt x="7250020" y="3909623"/>
                  </a:lnTo>
                </a:path>
              </a:pathLst>
            </a:custGeom>
            <a:ln w="13220">
              <a:solidFill>
                <a:srgbClr val="000000"/>
              </a:solidFill>
            </a:ln>
          </p:spPr>
          <p:txBody>
            <a:bodyPr wrap="square" lIns="0" tIns="0" rIns="0" bIns="0" rtlCol="0"/>
            <a:lstStyle/>
            <a:p/>
          </p:txBody>
        </p:sp>
      </p:grpSp>
      <p:sp>
        <p:nvSpPr>
          <p:cNvPr id="203" name="object 203" descr=""/>
          <p:cNvSpPr txBox="1"/>
          <p:nvPr/>
        </p:nvSpPr>
        <p:spPr>
          <a:xfrm>
            <a:off x="8884631" y="2474404"/>
            <a:ext cx="695325" cy="223520"/>
          </a:xfrm>
          <a:prstGeom prst="rect">
            <a:avLst/>
          </a:prstGeom>
        </p:spPr>
        <p:txBody>
          <a:bodyPr wrap="square" lIns="0" tIns="12700" rIns="0" bIns="0" rtlCol="0" vert="horz">
            <a:spAutoFit/>
          </a:bodyPr>
          <a:lstStyle/>
          <a:p>
            <a:pPr marL="12700">
              <a:lnSpc>
                <a:spcPct val="100000"/>
              </a:lnSpc>
              <a:spcBef>
                <a:spcPts val="100"/>
              </a:spcBef>
            </a:pPr>
            <a:r>
              <a:rPr dirty="0" sz="1300" spc="-10">
                <a:latin typeface="Times New Roman"/>
                <a:cs typeface="Times New Roman"/>
              </a:rPr>
              <a:t>EX/MEM</a:t>
            </a:r>
            <a:endParaRPr sz="1300">
              <a:latin typeface="Times New Roman"/>
              <a:cs typeface="Times New Roman"/>
            </a:endParaRPr>
          </a:p>
        </p:txBody>
      </p:sp>
      <p:sp>
        <p:nvSpPr>
          <p:cNvPr id="204" name="object 204" descr=""/>
          <p:cNvSpPr txBox="1"/>
          <p:nvPr/>
        </p:nvSpPr>
        <p:spPr>
          <a:xfrm>
            <a:off x="7481477" y="2474404"/>
            <a:ext cx="471805" cy="223520"/>
          </a:xfrm>
          <a:prstGeom prst="rect">
            <a:avLst/>
          </a:prstGeom>
        </p:spPr>
        <p:txBody>
          <a:bodyPr wrap="square" lIns="0" tIns="12700" rIns="0" bIns="0" rtlCol="0" vert="horz">
            <a:spAutoFit/>
          </a:bodyPr>
          <a:lstStyle/>
          <a:p>
            <a:pPr marL="12700">
              <a:lnSpc>
                <a:spcPct val="100000"/>
              </a:lnSpc>
              <a:spcBef>
                <a:spcPts val="100"/>
              </a:spcBef>
            </a:pPr>
            <a:r>
              <a:rPr dirty="0" sz="1300" spc="-10">
                <a:latin typeface="Times New Roman"/>
                <a:cs typeface="Times New Roman"/>
              </a:rPr>
              <a:t>ID/EX</a:t>
            </a:r>
            <a:endParaRPr sz="1300">
              <a:latin typeface="Times New Roman"/>
              <a:cs typeface="Times New Roman"/>
            </a:endParaRPr>
          </a:p>
        </p:txBody>
      </p:sp>
      <p:sp>
        <p:nvSpPr>
          <p:cNvPr id="205" name="object 205" descr=""/>
          <p:cNvSpPr txBox="1"/>
          <p:nvPr/>
        </p:nvSpPr>
        <p:spPr>
          <a:xfrm>
            <a:off x="5712821" y="2474404"/>
            <a:ext cx="397510" cy="223520"/>
          </a:xfrm>
          <a:prstGeom prst="rect">
            <a:avLst/>
          </a:prstGeom>
        </p:spPr>
        <p:txBody>
          <a:bodyPr wrap="square" lIns="0" tIns="12700" rIns="0" bIns="0" rtlCol="0" vert="horz">
            <a:spAutoFit/>
          </a:bodyPr>
          <a:lstStyle/>
          <a:p>
            <a:pPr marL="12700">
              <a:lnSpc>
                <a:spcPct val="100000"/>
              </a:lnSpc>
              <a:spcBef>
                <a:spcPts val="100"/>
              </a:spcBef>
            </a:pPr>
            <a:r>
              <a:rPr dirty="0" sz="1300" spc="-20">
                <a:latin typeface="Times New Roman"/>
                <a:cs typeface="Times New Roman"/>
              </a:rPr>
              <a:t>IF/ID</a:t>
            </a:r>
            <a:endParaRPr sz="1300">
              <a:latin typeface="Times New Roman"/>
              <a:cs typeface="Times New Roman"/>
            </a:endParaRPr>
          </a:p>
        </p:txBody>
      </p:sp>
      <p:grpSp>
        <p:nvGrpSpPr>
          <p:cNvPr id="206" name="object 206" descr=""/>
          <p:cNvGrpSpPr/>
          <p:nvPr/>
        </p:nvGrpSpPr>
        <p:grpSpPr>
          <a:xfrm>
            <a:off x="5536426" y="3204015"/>
            <a:ext cx="4224655" cy="1482090"/>
            <a:chOff x="5536426" y="3204015"/>
            <a:chExt cx="4224655" cy="1482090"/>
          </a:xfrm>
        </p:grpSpPr>
        <p:sp>
          <p:nvSpPr>
            <p:cNvPr id="207" name="object 207" descr=""/>
            <p:cNvSpPr/>
            <p:nvPr/>
          </p:nvSpPr>
          <p:spPr>
            <a:xfrm>
              <a:off x="9712652" y="4342263"/>
              <a:ext cx="41910" cy="52069"/>
            </a:xfrm>
            <a:custGeom>
              <a:avLst/>
              <a:gdLst/>
              <a:ahLst/>
              <a:cxnLst/>
              <a:rect l="l" t="t" r="r" b="b"/>
              <a:pathLst>
                <a:path w="41909" h="52070">
                  <a:moveTo>
                    <a:pt x="20225" y="0"/>
                  </a:moveTo>
                  <a:lnTo>
                    <a:pt x="12290" y="1959"/>
                  </a:lnTo>
                  <a:lnTo>
                    <a:pt x="5868" y="7323"/>
                  </a:lnTo>
                  <a:lnTo>
                    <a:pt x="1568" y="15323"/>
                  </a:lnTo>
                  <a:lnTo>
                    <a:pt x="0" y="25187"/>
                  </a:lnTo>
                  <a:lnTo>
                    <a:pt x="1568" y="35406"/>
                  </a:lnTo>
                  <a:lnTo>
                    <a:pt x="5868" y="43827"/>
                  </a:lnTo>
                  <a:lnTo>
                    <a:pt x="12290" y="49545"/>
                  </a:lnTo>
                  <a:lnTo>
                    <a:pt x="20225" y="51653"/>
                  </a:lnTo>
                  <a:lnTo>
                    <a:pt x="28227" y="49545"/>
                  </a:lnTo>
                  <a:lnTo>
                    <a:pt x="34976" y="43827"/>
                  </a:lnTo>
                  <a:lnTo>
                    <a:pt x="39638" y="35406"/>
                  </a:lnTo>
                  <a:lnTo>
                    <a:pt x="41378" y="25187"/>
                  </a:lnTo>
                  <a:lnTo>
                    <a:pt x="39638" y="15323"/>
                  </a:lnTo>
                  <a:lnTo>
                    <a:pt x="34976" y="7323"/>
                  </a:lnTo>
                  <a:lnTo>
                    <a:pt x="28227" y="1959"/>
                  </a:lnTo>
                  <a:lnTo>
                    <a:pt x="20225" y="0"/>
                  </a:lnTo>
                  <a:close/>
                </a:path>
              </a:pathLst>
            </a:custGeom>
            <a:solidFill>
              <a:srgbClr val="000000"/>
            </a:solidFill>
          </p:spPr>
          <p:txBody>
            <a:bodyPr wrap="square" lIns="0" tIns="0" rIns="0" bIns="0" rtlCol="0"/>
            <a:lstStyle/>
            <a:p/>
          </p:txBody>
        </p:sp>
        <p:sp>
          <p:nvSpPr>
            <p:cNvPr id="208" name="object 208" descr=""/>
            <p:cNvSpPr/>
            <p:nvPr/>
          </p:nvSpPr>
          <p:spPr>
            <a:xfrm>
              <a:off x="9712652" y="4342263"/>
              <a:ext cx="41910" cy="52069"/>
            </a:xfrm>
            <a:custGeom>
              <a:avLst/>
              <a:gdLst/>
              <a:ahLst/>
              <a:cxnLst/>
              <a:rect l="l" t="t" r="r" b="b"/>
              <a:pathLst>
                <a:path w="41909" h="52070">
                  <a:moveTo>
                    <a:pt x="0" y="25187"/>
                  </a:moveTo>
                  <a:lnTo>
                    <a:pt x="1568" y="35406"/>
                  </a:lnTo>
                  <a:lnTo>
                    <a:pt x="5868" y="43827"/>
                  </a:lnTo>
                  <a:lnTo>
                    <a:pt x="12290" y="49545"/>
                  </a:lnTo>
                  <a:lnTo>
                    <a:pt x="20225" y="51653"/>
                  </a:lnTo>
                  <a:lnTo>
                    <a:pt x="28227" y="49545"/>
                  </a:lnTo>
                  <a:lnTo>
                    <a:pt x="34976" y="43827"/>
                  </a:lnTo>
                  <a:lnTo>
                    <a:pt x="39638" y="35406"/>
                  </a:lnTo>
                  <a:lnTo>
                    <a:pt x="41378" y="25187"/>
                  </a:lnTo>
                  <a:lnTo>
                    <a:pt x="39638" y="15323"/>
                  </a:lnTo>
                  <a:lnTo>
                    <a:pt x="34976" y="7323"/>
                  </a:lnTo>
                  <a:lnTo>
                    <a:pt x="28227" y="1959"/>
                  </a:lnTo>
                  <a:lnTo>
                    <a:pt x="20225" y="0"/>
                  </a:lnTo>
                  <a:lnTo>
                    <a:pt x="12290" y="1959"/>
                  </a:lnTo>
                  <a:lnTo>
                    <a:pt x="5868" y="7323"/>
                  </a:lnTo>
                  <a:lnTo>
                    <a:pt x="1568" y="15323"/>
                  </a:lnTo>
                  <a:lnTo>
                    <a:pt x="0" y="25187"/>
                  </a:lnTo>
                  <a:close/>
                </a:path>
              </a:pathLst>
            </a:custGeom>
            <a:ln w="13243">
              <a:solidFill>
                <a:srgbClr val="000000"/>
              </a:solidFill>
            </a:ln>
          </p:spPr>
          <p:txBody>
            <a:bodyPr wrap="square" lIns="0" tIns="0" rIns="0" bIns="0" rtlCol="0"/>
            <a:lstStyle/>
            <a:p/>
          </p:txBody>
        </p:sp>
        <p:sp>
          <p:nvSpPr>
            <p:cNvPr id="209" name="object 209" descr=""/>
            <p:cNvSpPr/>
            <p:nvPr/>
          </p:nvSpPr>
          <p:spPr>
            <a:xfrm>
              <a:off x="7922991" y="4117580"/>
              <a:ext cx="42545" cy="51435"/>
            </a:xfrm>
            <a:custGeom>
              <a:avLst/>
              <a:gdLst/>
              <a:ahLst/>
              <a:cxnLst/>
              <a:rect l="l" t="t" r="r" b="b"/>
              <a:pathLst>
                <a:path w="42545" h="51435">
                  <a:moveTo>
                    <a:pt x="21153" y="0"/>
                  </a:moveTo>
                  <a:lnTo>
                    <a:pt x="13151" y="1907"/>
                  </a:lnTo>
                  <a:lnTo>
                    <a:pt x="6401" y="7186"/>
                  </a:lnTo>
                  <a:lnTo>
                    <a:pt x="1739" y="15169"/>
                  </a:lnTo>
                  <a:lnTo>
                    <a:pt x="0" y="25187"/>
                  </a:lnTo>
                  <a:lnTo>
                    <a:pt x="1739" y="35349"/>
                  </a:lnTo>
                  <a:lnTo>
                    <a:pt x="6401" y="43645"/>
                  </a:lnTo>
                  <a:lnTo>
                    <a:pt x="13151" y="49237"/>
                  </a:lnTo>
                  <a:lnTo>
                    <a:pt x="21153" y="51288"/>
                  </a:lnTo>
                  <a:lnTo>
                    <a:pt x="29076" y="49237"/>
                  </a:lnTo>
                  <a:lnTo>
                    <a:pt x="35834" y="43645"/>
                  </a:lnTo>
                  <a:lnTo>
                    <a:pt x="40540" y="35349"/>
                  </a:lnTo>
                  <a:lnTo>
                    <a:pt x="42306" y="25187"/>
                  </a:lnTo>
                  <a:lnTo>
                    <a:pt x="40540" y="15169"/>
                  </a:lnTo>
                  <a:lnTo>
                    <a:pt x="35834" y="7186"/>
                  </a:lnTo>
                  <a:lnTo>
                    <a:pt x="29076" y="1907"/>
                  </a:lnTo>
                  <a:lnTo>
                    <a:pt x="21153" y="0"/>
                  </a:lnTo>
                  <a:close/>
                </a:path>
              </a:pathLst>
            </a:custGeom>
            <a:solidFill>
              <a:srgbClr val="000000"/>
            </a:solidFill>
          </p:spPr>
          <p:txBody>
            <a:bodyPr wrap="square" lIns="0" tIns="0" rIns="0" bIns="0" rtlCol="0"/>
            <a:lstStyle/>
            <a:p/>
          </p:txBody>
        </p:sp>
        <p:sp>
          <p:nvSpPr>
            <p:cNvPr id="210" name="object 210" descr=""/>
            <p:cNvSpPr/>
            <p:nvPr/>
          </p:nvSpPr>
          <p:spPr>
            <a:xfrm>
              <a:off x="7922991" y="4117580"/>
              <a:ext cx="42545" cy="51435"/>
            </a:xfrm>
            <a:custGeom>
              <a:avLst/>
              <a:gdLst/>
              <a:ahLst/>
              <a:cxnLst/>
              <a:rect l="l" t="t" r="r" b="b"/>
              <a:pathLst>
                <a:path w="42545" h="51435">
                  <a:moveTo>
                    <a:pt x="0" y="25187"/>
                  </a:moveTo>
                  <a:lnTo>
                    <a:pt x="1739" y="35349"/>
                  </a:lnTo>
                  <a:lnTo>
                    <a:pt x="6401" y="43645"/>
                  </a:lnTo>
                  <a:lnTo>
                    <a:pt x="13151" y="49237"/>
                  </a:lnTo>
                  <a:lnTo>
                    <a:pt x="21153" y="51288"/>
                  </a:lnTo>
                  <a:lnTo>
                    <a:pt x="29076" y="49237"/>
                  </a:lnTo>
                  <a:lnTo>
                    <a:pt x="35834" y="43645"/>
                  </a:lnTo>
                  <a:lnTo>
                    <a:pt x="40540" y="35349"/>
                  </a:lnTo>
                  <a:lnTo>
                    <a:pt x="42306" y="25187"/>
                  </a:lnTo>
                  <a:lnTo>
                    <a:pt x="40540" y="15169"/>
                  </a:lnTo>
                  <a:lnTo>
                    <a:pt x="35834" y="7186"/>
                  </a:lnTo>
                  <a:lnTo>
                    <a:pt x="29076" y="1907"/>
                  </a:lnTo>
                  <a:lnTo>
                    <a:pt x="21153" y="0"/>
                  </a:lnTo>
                  <a:lnTo>
                    <a:pt x="13151" y="1907"/>
                  </a:lnTo>
                  <a:lnTo>
                    <a:pt x="6401" y="7186"/>
                  </a:lnTo>
                  <a:lnTo>
                    <a:pt x="1739" y="15169"/>
                  </a:lnTo>
                  <a:lnTo>
                    <a:pt x="0" y="25187"/>
                  </a:lnTo>
                  <a:close/>
                </a:path>
              </a:pathLst>
            </a:custGeom>
            <a:ln w="13240">
              <a:solidFill>
                <a:srgbClr val="000000"/>
              </a:solidFill>
            </a:ln>
          </p:spPr>
          <p:txBody>
            <a:bodyPr wrap="square" lIns="0" tIns="0" rIns="0" bIns="0" rtlCol="0"/>
            <a:lstStyle/>
            <a:p/>
          </p:txBody>
        </p:sp>
        <p:sp>
          <p:nvSpPr>
            <p:cNvPr id="211" name="object 211" descr=""/>
            <p:cNvSpPr/>
            <p:nvPr/>
          </p:nvSpPr>
          <p:spPr>
            <a:xfrm>
              <a:off x="7920764" y="4627177"/>
              <a:ext cx="42545" cy="52069"/>
            </a:xfrm>
            <a:custGeom>
              <a:avLst/>
              <a:gdLst/>
              <a:ahLst/>
              <a:cxnLst/>
              <a:rect l="l" t="t" r="r" b="b"/>
              <a:pathLst>
                <a:path w="42545" h="52070">
                  <a:moveTo>
                    <a:pt x="20967" y="0"/>
                  </a:moveTo>
                  <a:lnTo>
                    <a:pt x="13072" y="1986"/>
                  </a:lnTo>
                  <a:lnTo>
                    <a:pt x="6378" y="7405"/>
                  </a:lnTo>
                  <a:lnTo>
                    <a:pt x="1736" y="15446"/>
                  </a:lnTo>
                  <a:lnTo>
                    <a:pt x="0" y="25297"/>
                  </a:lnTo>
                  <a:lnTo>
                    <a:pt x="1736" y="35532"/>
                  </a:lnTo>
                  <a:lnTo>
                    <a:pt x="6378" y="43991"/>
                  </a:lnTo>
                  <a:lnTo>
                    <a:pt x="13072" y="49747"/>
                  </a:lnTo>
                  <a:lnTo>
                    <a:pt x="20967" y="51872"/>
                  </a:lnTo>
                  <a:lnTo>
                    <a:pt x="28969" y="49747"/>
                  </a:lnTo>
                  <a:lnTo>
                    <a:pt x="35719" y="43991"/>
                  </a:lnTo>
                  <a:lnTo>
                    <a:pt x="40381" y="35532"/>
                  </a:lnTo>
                  <a:lnTo>
                    <a:pt x="42120" y="25297"/>
                  </a:lnTo>
                  <a:lnTo>
                    <a:pt x="40381" y="15446"/>
                  </a:lnTo>
                  <a:lnTo>
                    <a:pt x="35719" y="7405"/>
                  </a:lnTo>
                  <a:lnTo>
                    <a:pt x="28969" y="1986"/>
                  </a:lnTo>
                  <a:lnTo>
                    <a:pt x="20967" y="0"/>
                  </a:lnTo>
                  <a:close/>
                </a:path>
              </a:pathLst>
            </a:custGeom>
            <a:solidFill>
              <a:srgbClr val="000000"/>
            </a:solidFill>
          </p:spPr>
          <p:txBody>
            <a:bodyPr wrap="square" lIns="0" tIns="0" rIns="0" bIns="0" rtlCol="0"/>
            <a:lstStyle/>
            <a:p/>
          </p:txBody>
        </p:sp>
        <p:sp>
          <p:nvSpPr>
            <p:cNvPr id="212" name="object 212" descr=""/>
            <p:cNvSpPr/>
            <p:nvPr/>
          </p:nvSpPr>
          <p:spPr>
            <a:xfrm>
              <a:off x="7920764" y="4627177"/>
              <a:ext cx="42545" cy="52069"/>
            </a:xfrm>
            <a:custGeom>
              <a:avLst/>
              <a:gdLst/>
              <a:ahLst/>
              <a:cxnLst/>
              <a:rect l="l" t="t" r="r" b="b"/>
              <a:pathLst>
                <a:path w="42545" h="52070">
                  <a:moveTo>
                    <a:pt x="0" y="25297"/>
                  </a:moveTo>
                  <a:lnTo>
                    <a:pt x="1736" y="35532"/>
                  </a:lnTo>
                  <a:lnTo>
                    <a:pt x="6378" y="43991"/>
                  </a:lnTo>
                  <a:lnTo>
                    <a:pt x="13072" y="49747"/>
                  </a:lnTo>
                  <a:lnTo>
                    <a:pt x="20967" y="51872"/>
                  </a:lnTo>
                  <a:lnTo>
                    <a:pt x="28969" y="49747"/>
                  </a:lnTo>
                  <a:lnTo>
                    <a:pt x="35719" y="43991"/>
                  </a:lnTo>
                  <a:lnTo>
                    <a:pt x="40381" y="35532"/>
                  </a:lnTo>
                  <a:lnTo>
                    <a:pt x="42120" y="25297"/>
                  </a:lnTo>
                  <a:lnTo>
                    <a:pt x="40381" y="15446"/>
                  </a:lnTo>
                  <a:lnTo>
                    <a:pt x="35719" y="7405"/>
                  </a:lnTo>
                  <a:lnTo>
                    <a:pt x="28969" y="1986"/>
                  </a:lnTo>
                  <a:lnTo>
                    <a:pt x="20967" y="0"/>
                  </a:lnTo>
                  <a:lnTo>
                    <a:pt x="13072" y="1986"/>
                  </a:lnTo>
                  <a:lnTo>
                    <a:pt x="6378" y="7405"/>
                  </a:lnTo>
                  <a:lnTo>
                    <a:pt x="1736" y="15446"/>
                  </a:lnTo>
                  <a:lnTo>
                    <a:pt x="0" y="25297"/>
                  </a:lnTo>
                  <a:close/>
                </a:path>
              </a:pathLst>
            </a:custGeom>
            <a:ln w="13242">
              <a:solidFill>
                <a:srgbClr val="000000"/>
              </a:solidFill>
            </a:ln>
          </p:spPr>
          <p:txBody>
            <a:bodyPr wrap="square" lIns="0" tIns="0" rIns="0" bIns="0" rtlCol="0"/>
            <a:lstStyle/>
            <a:p/>
          </p:txBody>
        </p:sp>
        <p:sp>
          <p:nvSpPr>
            <p:cNvPr id="213" name="object 213" descr=""/>
            <p:cNvSpPr/>
            <p:nvPr/>
          </p:nvSpPr>
          <p:spPr>
            <a:xfrm>
              <a:off x="5543048" y="3210636"/>
              <a:ext cx="42545" cy="51435"/>
            </a:xfrm>
            <a:custGeom>
              <a:avLst/>
              <a:gdLst/>
              <a:ahLst/>
              <a:cxnLst/>
              <a:rect l="l" t="t" r="r" b="b"/>
              <a:pathLst>
                <a:path w="42545" h="51435">
                  <a:moveTo>
                    <a:pt x="21153" y="0"/>
                  </a:moveTo>
                  <a:lnTo>
                    <a:pt x="13190" y="1907"/>
                  </a:lnTo>
                  <a:lnTo>
                    <a:pt x="6436" y="7186"/>
                  </a:lnTo>
                  <a:lnTo>
                    <a:pt x="1752" y="15169"/>
                  </a:lnTo>
                  <a:lnTo>
                    <a:pt x="0" y="25187"/>
                  </a:lnTo>
                  <a:lnTo>
                    <a:pt x="1752" y="35349"/>
                  </a:lnTo>
                  <a:lnTo>
                    <a:pt x="6436" y="43645"/>
                  </a:lnTo>
                  <a:lnTo>
                    <a:pt x="13190" y="49237"/>
                  </a:lnTo>
                  <a:lnTo>
                    <a:pt x="21153" y="51288"/>
                  </a:lnTo>
                  <a:lnTo>
                    <a:pt x="29105" y="49237"/>
                  </a:lnTo>
                  <a:lnTo>
                    <a:pt x="35853" y="43645"/>
                  </a:lnTo>
                  <a:lnTo>
                    <a:pt x="40535" y="35349"/>
                  </a:lnTo>
                  <a:lnTo>
                    <a:pt x="42287" y="25187"/>
                  </a:lnTo>
                  <a:lnTo>
                    <a:pt x="40535" y="15169"/>
                  </a:lnTo>
                  <a:lnTo>
                    <a:pt x="35853" y="7186"/>
                  </a:lnTo>
                  <a:lnTo>
                    <a:pt x="29105" y="1907"/>
                  </a:lnTo>
                  <a:lnTo>
                    <a:pt x="21153" y="0"/>
                  </a:lnTo>
                  <a:close/>
                </a:path>
              </a:pathLst>
            </a:custGeom>
            <a:solidFill>
              <a:srgbClr val="000000"/>
            </a:solidFill>
          </p:spPr>
          <p:txBody>
            <a:bodyPr wrap="square" lIns="0" tIns="0" rIns="0" bIns="0" rtlCol="0"/>
            <a:lstStyle/>
            <a:p/>
          </p:txBody>
        </p:sp>
        <p:sp>
          <p:nvSpPr>
            <p:cNvPr id="214" name="object 214" descr=""/>
            <p:cNvSpPr/>
            <p:nvPr/>
          </p:nvSpPr>
          <p:spPr>
            <a:xfrm>
              <a:off x="5543048" y="3210636"/>
              <a:ext cx="42545" cy="51435"/>
            </a:xfrm>
            <a:custGeom>
              <a:avLst/>
              <a:gdLst/>
              <a:ahLst/>
              <a:cxnLst/>
              <a:rect l="l" t="t" r="r" b="b"/>
              <a:pathLst>
                <a:path w="42545" h="51435">
                  <a:moveTo>
                    <a:pt x="0" y="25187"/>
                  </a:moveTo>
                  <a:lnTo>
                    <a:pt x="1752" y="35349"/>
                  </a:lnTo>
                  <a:lnTo>
                    <a:pt x="6436" y="43645"/>
                  </a:lnTo>
                  <a:lnTo>
                    <a:pt x="13190" y="49237"/>
                  </a:lnTo>
                  <a:lnTo>
                    <a:pt x="21153" y="51288"/>
                  </a:lnTo>
                  <a:lnTo>
                    <a:pt x="29105" y="49237"/>
                  </a:lnTo>
                  <a:lnTo>
                    <a:pt x="35853" y="43645"/>
                  </a:lnTo>
                  <a:lnTo>
                    <a:pt x="40535" y="35349"/>
                  </a:lnTo>
                  <a:lnTo>
                    <a:pt x="42287" y="25187"/>
                  </a:lnTo>
                  <a:lnTo>
                    <a:pt x="40535" y="15169"/>
                  </a:lnTo>
                  <a:lnTo>
                    <a:pt x="35853" y="7186"/>
                  </a:lnTo>
                  <a:lnTo>
                    <a:pt x="29105" y="1907"/>
                  </a:lnTo>
                  <a:lnTo>
                    <a:pt x="21153" y="0"/>
                  </a:lnTo>
                  <a:lnTo>
                    <a:pt x="13190" y="1907"/>
                  </a:lnTo>
                  <a:lnTo>
                    <a:pt x="6436" y="7186"/>
                  </a:lnTo>
                  <a:lnTo>
                    <a:pt x="1752" y="15169"/>
                  </a:lnTo>
                  <a:lnTo>
                    <a:pt x="0" y="25187"/>
                  </a:lnTo>
                  <a:close/>
                </a:path>
              </a:pathLst>
            </a:custGeom>
            <a:ln w="13240">
              <a:solidFill>
                <a:srgbClr val="000000"/>
              </a:solidFill>
            </a:ln>
          </p:spPr>
          <p:txBody>
            <a:bodyPr wrap="square" lIns="0" tIns="0" rIns="0" bIns="0" rtlCol="0"/>
            <a:lstStyle/>
            <a:p/>
          </p:txBody>
        </p:sp>
      </p:grpSp>
      <p:sp>
        <p:nvSpPr>
          <p:cNvPr id="215" name="object 215" descr=""/>
          <p:cNvSpPr txBox="1"/>
          <p:nvPr/>
        </p:nvSpPr>
        <p:spPr>
          <a:xfrm>
            <a:off x="4864360" y="4041523"/>
            <a:ext cx="359410" cy="223520"/>
          </a:xfrm>
          <a:prstGeom prst="rect">
            <a:avLst/>
          </a:prstGeom>
        </p:spPr>
        <p:txBody>
          <a:bodyPr wrap="square" lIns="0" tIns="12700" rIns="0" bIns="0" rtlCol="0" vert="horz">
            <a:spAutoFit/>
          </a:bodyPr>
          <a:lstStyle/>
          <a:p>
            <a:pPr marL="12700">
              <a:lnSpc>
                <a:spcPct val="100000"/>
              </a:lnSpc>
              <a:spcBef>
                <a:spcPts val="100"/>
              </a:spcBef>
            </a:pPr>
            <a:r>
              <a:rPr dirty="0" sz="1300" spc="-25">
                <a:latin typeface="宋体"/>
                <a:cs typeface="宋体"/>
              </a:rPr>
              <a:t>指令</a:t>
            </a:r>
            <a:endParaRPr sz="1300">
              <a:latin typeface="宋体"/>
              <a:cs typeface="宋体"/>
            </a:endParaRPr>
          </a:p>
        </p:txBody>
      </p:sp>
      <p:sp>
        <p:nvSpPr>
          <p:cNvPr id="216" name="object 216" descr=""/>
          <p:cNvSpPr txBox="1"/>
          <p:nvPr/>
        </p:nvSpPr>
        <p:spPr>
          <a:xfrm>
            <a:off x="53441" y="4520310"/>
            <a:ext cx="2857500" cy="436880"/>
          </a:xfrm>
          <a:prstGeom prst="rect">
            <a:avLst/>
          </a:prstGeom>
        </p:spPr>
        <p:txBody>
          <a:bodyPr wrap="square" lIns="0" tIns="12700" rIns="0" bIns="0" rtlCol="0" vert="horz">
            <a:spAutoFit/>
          </a:bodyPr>
          <a:lstStyle/>
          <a:p>
            <a:pPr marL="12700">
              <a:lnSpc>
                <a:spcPct val="100000"/>
              </a:lnSpc>
              <a:spcBef>
                <a:spcPts val="100"/>
              </a:spcBef>
            </a:pPr>
            <a:r>
              <a:rPr dirty="0" sz="2700" spc="-10">
                <a:solidFill>
                  <a:srgbClr val="E14B04"/>
                </a:solidFill>
                <a:latin typeface="Tahoma"/>
                <a:cs typeface="Tahoma"/>
              </a:rPr>
              <a:t>MIPS</a:t>
            </a:r>
            <a:r>
              <a:rPr dirty="0" sz="2700" spc="-10">
                <a:solidFill>
                  <a:srgbClr val="E14B04"/>
                </a:solidFill>
                <a:latin typeface="黑体"/>
                <a:cs typeface="黑体"/>
              </a:rPr>
              <a:t>的流水线改造</a:t>
            </a:r>
            <a:endParaRPr sz="2700">
              <a:latin typeface="黑体"/>
              <a:cs typeface="黑体"/>
            </a:endParaRPr>
          </a:p>
        </p:txBody>
      </p:sp>
      <p:sp>
        <p:nvSpPr>
          <p:cNvPr id="217" name="object 217" descr=""/>
          <p:cNvSpPr txBox="1"/>
          <p:nvPr/>
        </p:nvSpPr>
        <p:spPr>
          <a:xfrm>
            <a:off x="7688706" y="6206744"/>
            <a:ext cx="2329815" cy="330835"/>
          </a:xfrm>
          <a:prstGeom prst="rect">
            <a:avLst/>
          </a:prstGeom>
        </p:spPr>
        <p:txBody>
          <a:bodyPr wrap="square" lIns="0" tIns="12700" rIns="0" bIns="0" rtlCol="0" vert="horz">
            <a:spAutoFit/>
          </a:bodyPr>
          <a:lstStyle/>
          <a:p>
            <a:pPr marL="12700">
              <a:lnSpc>
                <a:spcPct val="100000"/>
              </a:lnSpc>
              <a:spcBef>
                <a:spcPts val="100"/>
              </a:spcBef>
            </a:pPr>
            <a:r>
              <a:rPr dirty="0" sz="2000" spc="-15" b="1">
                <a:solidFill>
                  <a:srgbClr val="080808"/>
                </a:solidFill>
                <a:latin typeface="宋体"/>
                <a:cs typeface="宋体"/>
              </a:rPr>
              <a:t>流水实现的数据通路</a:t>
            </a:r>
            <a:endParaRPr sz="2000">
              <a:latin typeface="宋体"/>
              <a:cs typeface="宋体"/>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0" name="object 10" descr=""/>
          <p:cNvSpPr txBox="1"/>
          <p:nvPr/>
        </p:nvSpPr>
        <p:spPr>
          <a:xfrm>
            <a:off x="1043127" y="1840484"/>
            <a:ext cx="4739005" cy="922655"/>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a:t>
            </a:r>
            <a:r>
              <a:rPr dirty="0" sz="2400" spc="-10">
                <a:solidFill>
                  <a:srgbClr val="40458B"/>
                </a:solidFill>
                <a:latin typeface="Tahoma"/>
                <a:cs typeface="Tahoma"/>
              </a:rPr>
              <a:t>1</a:t>
            </a:r>
            <a:r>
              <a:rPr dirty="0" sz="2400" spc="-10">
                <a:solidFill>
                  <a:srgbClr val="40458B"/>
                </a:solidFill>
                <a:latin typeface="黑体"/>
                <a:cs typeface="黑体"/>
              </a:rPr>
              <a:t>）设置了流水寄存器</a:t>
            </a:r>
            <a:endParaRPr sz="2400">
              <a:latin typeface="黑体"/>
              <a:cs typeface="黑体"/>
            </a:endParaRPr>
          </a:p>
          <a:p>
            <a:pPr lvl="1" marL="894715" indent="-287655">
              <a:lnSpc>
                <a:spcPct val="100000"/>
              </a:lnSpc>
              <a:spcBef>
                <a:spcPts val="1780"/>
              </a:spcBef>
              <a:buClr>
                <a:srgbClr val="4668F5"/>
              </a:buClr>
              <a:buSzPct val="60000"/>
              <a:buFont typeface="Wingdings"/>
              <a:buChar char=""/>
              <a:tabLst>
                <a:tab pos="894715" algn="l"/>
              </a:tabLst>
            </a:pPr>
            <a:r>
              <a:rPr dirty="0" sz="2000" spc="-25" b="1">
                <a:solidFill>
                  <a:srgbClr val="00AFEF"/>
                </a:solidFill>
                <a:latin typeface="黑体"/>
                <a:cs typeface="黑体"/>
              </a:rPr>
              <a:t>位置：段与段之间设置流水寄存器</a:t>
            </a:r>
            <a:endParaRPr sz="2000">
              <a:latin typeface="黑体"/>
              <a:cs typeface="黑体"/>
            </a:endParaRPr>
          </a:p>
        </p:txBody>
      </p:sp>
      <p:sp>
        <p:nvSpPr>
          <p:cNvPr id="11" name="object 11" descr=""/>
          <p:cNvSpPr txBox="1"/>
          <p:nvPr/>
        </p:nvSpPr>
        <p:spPr>
          <a:xfrm>
            <a:off x="1637792" y="2950210"/>
            <a:ext cx="6442075" cy="330835"/>
          </a:xfrm>
          <a:prstGeom prst="rect">
            <a:avLst/>
          </a:prstGeom>
        </p:spPr>
        <p:txBody>
          <a:bodyPr wrap="square" lIns="0" tIns="13335" rIns="0" bIns="0" rtlCol="0" vert="horz">
            <a:spAutoFit/>
          </a:bodyPr>
          <a:lstStyle/>
          <a:p>
            <a:pPr marL="300355" indent="-287655">
              <a:lnSpc>
                <a:spcPct val="100000"/>
              </a:lnSpc>
              <a:spcBef>
                <a:spcPts val="105"/>
              </a:spcBef>
              <a:buClr>
                <a:srgbClr val="4668F5"/>
              </a:buClr>
              <a:buSzPct val="60000"/>
              <a:buFont typeface="Wingdings"/>
              <a:buChar char=""/>
              <a:tabLst>
                <a:tab pos="300355" algn="l"/>
              </a:tabLst>
            </a:pPr>
            <a:r>
              <a:rPr dirty="0" sz="2000" spc="-25" b="1">
                <a:solidFill>
                  <a:srgbClr val="00AFEF"/>
                </a:solidFill>
                <a:latin typeface="黑体"/>
                <a:cs typeface="黑体"/>
              </a:rPr>
              <a:t>流水寄存器的名称用其相邻的两个段的名称拼合而成。</a:t>
            </a:r>
            <a:endParaRPr sz="2000">
              <a:latin typeface="黑体"/>
              <a:cs typeface="黑体"/>
            </a:endParaRPr>
          </a:p>
        </p:txBody>
      </p:sp>
      <p:sp>
        <p:nvSpPr>
          <p:cNvPr id="12" name="object 12" descr=""/>
          <p:cNvSpPr txBox="1"/>
          <p:nvPr/>
        </p:nvSpPr>
        <p:spPr>
          <a:xfrm>
            <a:off x="1637792" y="3468370"/>
            <a:ext cx="8752205" cy="849630"/>
          </a:xfrm>
          <a:prstGeom prst="rect">
            <a:avLst/>
          </a:prstGeom>
        </p:spPr>
        <p:txBody>
          <a:bodyPr wrap="square" lIns="0" tIns="13335" rIns="0" bIns="0" rtlCol="0" vert="horz">
            <a:spAutoFit/>
          </a:bodyPr>
          <a:lstStyle/>
          <a:p>
            <a:pPr marL="784860">
              <a:lnSpc>
                <a:spcPct val="100000"/>
              </a:lnSpc>
              <a:spcBef>
                <a:spcPts val="105"/>
              </a:spcBef>
            </a:pPr>
            <a:r>
              <a:rPr dirty="0" sz="2000" spc="-10" b="1">
                <a:solidFill>
                  <a:srgbClr val="E14B04"/>
                </a:solidFill>
                <a:latin typeface="黑体"/>
                <a:cs typeface="黑体"/>
              </a:rPr>
              <a:t>例如：</a:t>
            </a:r>
            <a:r>
              <a:rPr dirty="0" sz="2000" spc="-10" b="1">
                <a:solidFill>
                  <a:srgbClr val="9933FF"/>
                </a:solidFill>
                <a:latin typeface="宋体"/>
                <a:cs typeface="宋体"/>
              </a:rPr>
              <a:t>ID</a:t>
            </a:r>
            <a:r>
              <a:rPr dirty="0" sz="2000" spc="-10" b="1">
                <a:solidFill>
                  <a:srgbClr val="9933FF"/>
                </a:solidFill>
                <a:latin typeface="黑体"/>
                <a:cs typeface="黑体"/>
              </a:rPr>
              <a:t>段</a:t>
            </a:r>
            <a:r>
              <a:rPr dirty="0" sz="2000" spc="-10" b="1">
                <a:solidFill>
                  <a:srgbClr val="00AFEF"/>
                </a:solidFill>
                <a:latin typeface="黑体"/>
                <a:cs typeface="黑体"/>
              </a:rPr>
              <a:t>与</a:t>
            </a:r>
            <a:r>
              <a:rPr dirty="0" sz="2000" spc="-15" b="1">
                <a:solidFill>
                  <a:srgbClr val="9933FF"/>
                </a:solidFill>
                <a:latin typeface="宋体"/>
                <a:cs typeface="宋体"/>
              </a:rPr>
              <a:t>EX</a:t>
            </a:r>
            <a:r>
              <a:rPr dirty="0" sz="2000" spc="-10" b="1">
                <a:solidFill>
                  <a:srgbClr val="9933FF"/>
                </a:solidFill>
                <a:latin typeface="黑体"/>
                <a:cs typeface="黑体"/>
              </a:rPr>
              <a:t>段</a:t>
            </a:r>
            <a:r>
              <a:rPr dirty="0" sz="2000" spc="-20" b="1">
                <a:solidFill>
                  <a:srgbClr val="00AFEF"/>
                </a:solidFill>
                <a:latin typeface="黑体"/>
                <a:cs typeface="黑体"/>
              </a:rPr>
              <a:t>之间的流水寄存器用</a:t>
            </a:r>
            <a:r>
              <a:rPr dirty="0" sz="2000" spc="-10" b="1">
                <a:solidFill>
                  <a:srgbClr val="9933FF"/>
                </a:solidFill>
                <a:latin typeface="宋体"/>
                <a:cs typeface="宋体"/>
              </a:rPr>
              <a:t>ID/EX</a:t>
            </a:r>
            <a:r>
              <a:rPr dirty="0" sz="2000" spc="-30" b="1">
                <a:solidFill>
                  <a:srgbClr val="00AFEF"/>
                </a:solidFill>
                <a:latin typeface="黑体"/>
                <a:cs typeface="黑体"/>
              </a:rPr>
              <a:t>表示</a:t>
            </a:r>
            <a:endParaRPr sz="2000">
              <a:latin typeface="黑体"/>
              <a:cs typeface="黑体"/>
            </a:endParaRPr>
          </a:p>
          <a:p>
            <a:pPr marL="300355" indent="-287655">
              <a:lnSpc>
                <a:spcPct val="100000"/>
              </a:lnSpc>
              <a:spcBef>
                <a:spcPts val="1680"/>
              </a:spcBef>
              <a:buClr>
                <a:srgbClr val="4668F5"/>
              </a:buClr>
              <a:buSzPct val="60000"/>
              <a:buFont typeface="Wingdings"/>
              <a:buChar char=""/>
              <a:tabLst>
                <a:tab pos="300355" algn="l"/>
                <a:tab pos="6052820" algn="l"/>
              </a:tabLst>
            </a:pPr>
            <a:r>
              <a:rPr dirty="0" sz="2000" spc="-15" b="1">
                <a:solidFill>
                  <a:srgbClr val="00AFEF"/>
                </a:solidFill>
                <a:latin typeface="黑体"/>
                <a:cs typeface="黑体"/>
              </a:rPr>
              <a:t>每个流水</a:t>
            </a:r>
            <a:r>
              <a:rPr dirty="0" sz="2000" spc="-20" b="1">
                <a:solidFill>
                  <a:srgbClr val="00AFEF"/>
                </a:solidFill>
                <a:latin typeface="黑体"/>
                <a:cs typeface="黑体"/>
              </a:rPr>
              <a:t>寄存器</a:t>
            </a:r>
            <a:r>
              <a:rPr dirty="0" sz="2000" spc="-10" b="1">
                <a:solidFill>
                  <a:srgbClr val="00AFEF"/>
                </a:solidFill>
                <a:latin typeface="黑体"/>
                <a:cs typeface="黑体"/>
              </a:rPr>
              <a:t>是</a:t>
            </a:r>
            <a:r>
              <a:rPr dirty="0" sz="2000" spc="-15" b="1">
                <a:solidFill>
                  <a:srgbClr val="00AFEF"/>
                </a:solidFill>
                <a:latin typeface="黑体"/>
                <a:cs typeface="黑体"/>
              </a:rPr>
              <a:t>由若</a:t>
            </a:r>
            <a:r>
              <a:rPr dirty="0" sz="2000" spc="-20" b="1">
                <a:solidFill>
                  <a:srgbClr val="00AFEF"/>
                </a:solidFill>
                <a:latin typeface="黑体"/>
                <a:cs typeface="黑体"/>
              </a:rPr>
              <a:t>干个寄</a:t>
            </a:r>
            <a:r>
              <a:rPr dirty="0" sz="2000" spc="-10" b="1">
                <a:solidFill>
                  <a:srgbClr val="00AFEF"/>
                </a:solidFill>
                <a:latin typeface="黑体"/>
                <a:cs typeface="黑体"/>
              </a:rPr>
              <a:t>存</a:t>
            </a:r>
            <a:r>
              <a:rPr dirty="0" sz="2000" spc="-15" b="1">
                <a:solidFill>
                  <a:srgbClr val="00AFEF"/>
                </a:solidFill>
                <a:latin typeface="黑体"/>
                <a:cs typeface="黑体"/>
              </a:rPr>
              <a:t>器构</a:t>
            </a:r>
            <a:r>
              <a:rPr dirty="0" sz="2000" spc="-20" b="1">
                <a:solidFill>
                  <a:srgbClr val="00AFEF"/>
                </a:solidFill>
                <a:latin typeface="黑体"/>
                <a:cs typeface="黑体"/>
              </a:rPr>
              <a:t>成</a:t>
            </a:r>
            <a:r>
              <a:rPr dirty="0" sz="2000" b="1">
                <a:solidFill>
                  <a:srgbClr val="00AFEF"/>
                </a:solidFill>
                <a:latin typeface="黑体"/>
                <a:cs typeface="黑体"/>
              </a:rPr>
              <a:t>的</a:t>
            </a:r>
            <a:r>
              <a:rPr dirty="0" sz="2000" spc="-5" b="1">
                <a:solidFill>
                  <a:srgbClr val="00AFEF"/>
                </a:solidFill>
                <a:latin typeface="黑体"/>
                <a:cs typeface="黑体"/>
              </a:rPr>
              <a:t> </a:t>
            </a:r>
            <a:r>
              <a:rPr dirty="0" sz="2000" spc="-15" b="1">
                <a:solidFill>
                  <a:srgbClr val="00AFEF"/>
                </a:solidFill>
                <a:latin typeface="黑体"/>
                <a:cs typeface="黑体"/>
              </a:rPr>
              <a:t>，例</a:t>
            </a:r>
            <a:r>
              <a:rPr dirty="0" sz="2000" spc="-50" b="1">
                <a:solidFill>
                  <a:srgbClr val="00AFEF"/>
                </a:solidFill>
                <a:latin typeface="黑体"/>
                <a:cs typeface="黑体"/>
              </a:rPr>
              <a:t>如</a:t>
            </a:r>
            <a:r>
              <a:rPr dirty="0" sz="2000" b="1">
                <a:solidFill>
                  <a:srgbClr val="00AFEF"/>
                </a:solidFill>
                <a:latin typeface="黑体"/>
                <a:cs typeface="黑体"/>
              </a:rPr>
              <a:t>	</a:t>
            </a:r>
            <a:r>
              <a:rPr dirty="0" sz="2000" spc="-15" b="1">
                <a:solidFill>
                  <a:srgbClr val="00AFEF"/>
                </a:solidFill>
                <a:latin typeface="黑体"/>
                <a:cs typeface="黑体"/>
              </a:rPr>
              <a:t>子寄存器命</a:t>
            </a:r>
            <a:r>
              <a:rPr dirty="0" sz="2000" spc="-20" b="1">
                <a:solidFill>
                  <a:srgbClr val="00AFEF"/>
                </a:solidFill>
                <a:latin typeface="黑体"/>
                <a:cs typeface="黑体"/>
              </a:rPr>
              <a:t>名表示：x.y</a:t>
            </a:r>
            <a:endParaRPr sz="2000">
              <a:latin typeface="黑体"/>
              <a:cs typeface="黑体"/>
            </a:endParaRPr>
          </a:p>
        </p:txBody>
      </p:sp>
      <p:sp>
        <p:nvSpPr>
          <p:cNvPr id="13" name="object 13" descr=""/>
          <p:cNvSpPr txBox="1"/>
          <p:nvPr/>
        </p:nvSpPr>
        <p:spPr>
          <a:xfrm>
            <a:off x="8120633" y="229615"/>
            <a:ext cx="36607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3.5.2 基本的</a:t>
            </a:r>
            <a:r>
              <a:rPr dirty="0" sz="2600" spc="-10">
                <a:solidFill>
                  <a:srgbClr val="0000CC"/>
                </a:solidFill>
                <a:latin typeface="黑体"/>
                <a:cs typeface="黑体"/>
              </a:rPr>
              <a:t>MIPS</a:t>
            </a:r>
            <a:r>
              <a:rPr dirty="0" sz="2600" spc="-20">
                <a:solidFill>
                  <a:srgbClr val="0000CC"/>
                </a:solidFill>
                <a:latin typeface="黑体"/>
                <a:cs typeface="黑体"/>
              </a:rPr>
              <a:t>流水线</a:t>
            </a:r>
            <a:endParaRPr sz="2600">
              <a:latin typeface="黑体"/>
              <a:cs typeface="黑体"/>
            </a:endParaRPr>
          </a:p>
        </p:txBody>
      </p:sp>
      <p:grpSp>
        <p:nvGrpSpPr>
          <p:cNvPr id="14" name="object 14" descr=""/>
          <p:cNvGrpSpPr/>
          <p:nvPr/>
        </p:nvGrpSpPr>
        <p:grpSpPr>
          <a:xfrm>
            <a:off x="7450744" y="1367252"/>
            <a:ext cx="4251960" cy="2039620"/>
            <a:chOff x="7450744" y="1367252"/>
            <a:chExt cx="4251960" cy="2039620"/>
          </a:xfrm>
        </p:grpSpPr>
        <p:sp>
          <p:nvSpPr>
            <p:cNvPr id="15" name="object 15" descr=""/>
            <p:cNvSpPr/>
            <p:nvPr/>
          </p:nvSpPr>
          <p:spPr>
            <a:xfrm>
              <a:off x="7454871" y="2173694"/>
              <a:ext cx="142240" cy="313055"/>
            </a:xfrm>
            <a:custGeom>
              <a:avLst/>
              <a:gdLst/>
              <a:ahLst/>
              <a:cxnLst/>
              <a:rect l="l" t="t" r="r" b="b"/>
              <a:pathLst>
                <a:path w="142240" h="313055">
                  <a:moveTo>
                    <a:pt x="141948" y="0"/>
                  </a:moveTo>
                  <a:lnTo>
                    <a:pt x="0" y="0"/>
                  </a:lnTo>
                  <a:lnTo>
                    <a:pt x="0" y="312962"/>
                  </a:lnTo>
                  <a:lnTo>
                    <a:pt x="141948" y="312962"/>
                  </a:lnTo>
                  <a:lnTo>
                    <a:pt x="141948" y="0"/>
                  </a:lnTo>
                  <a:close/>
                </a:path>
              </a:pathLst>
            </a:custGeom>
            <a:solidFill>
              <a:srgbClr val="92DBFF"/>
            </a:solidFill>
          </p:spPr>
          <p:txBody>
            <a:bodyPr wrap="square" lIns="0" tIns="0" rIns="0" bIns="0" rtlCol="0"/>
            <a:lstStyle/>
            <a:p/>
          </p:txBody>
        </p:sp>
        <p:sp>
          <p:nvSpPr>
            <p:cNvPr id="16" name="object 16" descr=""/>
            <p:cNvSpPr/>
            <p:nvPr/>
          </p:nvSpPr>
          <p:spPr>
            <a:xfrm>
              <a:off x="7454871" y="2173694"/>
              <a:ext cx="142240" cy="313055"/>
            </a:xfrm>
            <a:custGeom>
              <a:avLst/>
              <a:gdLst/>
              <a:ahLst/>
              <a:cxnLst/>
              <a:rect l="l" t="t" r="r" b="b"/>
              <a:pathLst>
                <a:path w="142240" h="313055">
                  <a:moveTo>
                    <a:pt x="0" y="312962"/>
                  </a:moveTo>
                  <a:lnTo>
                    <a:pt x="141948" y="312962"/>
                  </a:lnTo>
                  <a:lnTo>
                    <a:pt x="141948" y="0"/>
                  </a:lnTo>
                  <a:lnTo>
                    <a:pt x="0" y="0"/>
                  </a:lnTo>
                  <a:lnTo>
                    <a:pt x="0" y="312962"/>
                  </a:lnTo>
                  <a:close/>
                </a:path>
              </a:pathLst>
            </a:custGeom>
            <a:ln w="8226">
              <a:solidFill>
                <a:srgbClr val="000000"/>
              </a:solidFill>
            </a:ln>
          </p:spPr>
          <p:txBody>
            <a:bodyPr wrap="square" lIns="0" tIns="0" rIns="0" bIns="0" rtlCol="0"/>
            <a:lstStyle/>
            <a:p/>
          </p:txBody>
        </p:sp>
        <p:sp>
          <p:nvSpPr>
            <p:cNvPr id="17" name="object 17" descr=""/>
            <p:cNvSpPr/>
            <p:nvPr/>
          </p:nvSpPr>
          <p:spPr>
            <a:xfrm>
              <a:off x="9167640" y="1932582"/>
              <a:ext cx="238760" cy="803910"/>
            </a:xfrm>
            <a:custGeom>
              <a:avLst/>
              <a:gdLst/>
              <a:ahLst/>
              <a:cxnLst/>
              <a:rect l="l" t="t" r="r" b="b"/>
              <a:pathLst>
                <a:path w="238759" h="803910">
                  <a:moveTo>
                    <a:pt x="238671" y="0"/>
                  </a:moveTo>
                  <a:lnTo>
                    <a:pt x="0" y="0"/>
                  </a:lnTo>
                  <a:lnTo>
                    <a:pt x="0" y="803715"/>
                  </a:lnTo>
                  <a:lnTo>
                    <a:pt x="238671" y="803715"/>
                  </a:lnTo>
                  <a:lnTo>
                    <a:pt x="238671" y="0"/>
                  </a:lnTo>
                  <a:close/>
                </a:path>
              </a:pathLst>
            </a:custGeom>
            <a:solidFill>
              <a:srgbClr val="CCFFCC"/>
            </a:solidFill>
          </p:spPr>
          <p:txBody>
            <a:bodyPr wrap="square" lIns="0" tIns="0" rIns="0" bIns="0" rtlCol="0"/>
            <a:lstStyle/>
            <a:p/>
          </p:txBody>
        </p:sp>
        <p:sp>
          <p:nvSpPr>
            <p:cNvPr id="18" name="object 18" descr=""/>
            <p:cNvSpPr/>
            <p:nvPr/>
          </p:nvSpPr>
          <p:spPr>
            <a:xfrm>
              <a:off x="9167640" y="1932582"/>
              <a:ext cx="238760" cy="803910"/>
            </a:xfrm>
            <a:custGeom>
              <a:avLst/>
              <a:gdLst/>
              <a:ahLst/>
              <a:cxnLst/>
              <a:rect l="l" t="t" r="r" b="b"/>
              <a:pathLst>
                <a:path w="238759" h="803910">
                  <a:moveTo>
                    <a:pt x="0" y="803715"/>
                  </a:moveTo>
                  <a:lnTo>
                    <a:pt x="238671" y="803715"/>
                  </a:lnTo>
                  <a:lnTo>
                    <a:pt x="238671" y="0"/>
                  </a:lnTo>
                  <a:lnTo>
                    <a:pt x="0" y="0"/>
                  </a:lnTo>
                  <a:lnTo>
                    <a:pt x="0" y="803715"/>
                  </a:lnTo>
                  <a:close/>
                </a:path>
              </a:pathLst>
            </a:custGeom>
            <a:ln w="8238">
              <a:solidFill>
                <a:srgbClr val="000000"/>
              </a:solidFill>
            </a:ln>
          </p:spPr>
          <p:txBody>
            <a:bodyPr wrap="square" lIns="0" tIns="0" rIns="0" bIns="0" rtlCol="0"/>
            <a:lstStyle/>
            <a:p/>
          </p:txBody>
        </p:sp>
        <p:sp>
          <p:nvSpPr>
            <p:cNvPr id="19" name="object 19" descr=""/>
            <p:cNvSpPr/>
            <p:nvPr/>
          </p:nvSpPr>
          <p:spPr>
            <a:xfrm>
              <a:off x="11025378" y="2248334"/>
              <a:ext cx="359410" cy="454025"/>
            </a:xfrm>
            <a:custGeom>
              <a:avLst/>
              <a:gdLst/>
              <a:ahLst/>
              <a:cxnLst/>
              <a:rect l="l" t="t" r="r" b="b"/>
              <a:pathLst>
                <a:path w="359409" h="454025">
                  <a:moveTo>
                    <a:pt x="359293" y="0"/>
                  </a:moveTo>
                  <a:lnTo>
                    <a:pt x="0" y="0"/>
                  </a:lnTo>
                  <a:lnTo>
                    <a:pt x="0" y="453410"/>
                  </a:lnTo>
                  <a:lnTo>
                    <a:pt x="359293" y="453410"/>
                  </a:lnTo>
                  <a:lnTo>
                    <a:pt x="359293" y="0"/>
                  </a:lnTo>
                  <a:close/>
                </a:path>
              </a:pathLst>
            </a:custGeom>
            <a:solidFill>
              <a:srgbClr val="CCFFCC"/>
            </a:solidFill>
          </p:spPr>
          <p:txBody>
            <a:bodyPr wrap="square" lIns="0" tIns="0" rIns="0" bIns="0" rtlCol="0"/>
            <a:lstStyle/>
            <a:p/>
          </p:txBody>
        </p:sp>
        <p:sp>
          <p:nvSpPr>
            <p:cNvPr id="20" name="object 20" descr=""/>
            <p:cNvSpPr/>
            <p:nvPr/>
          </p:nvSpPr>
          <p:spPr>
            <a:xfrm>
              <a:off x="11025378" y="2248334"/>
              <a:ext cx="359410" cy="454025"/>
            </a:xfrm>
            <a:custGeom>
              <a:avLst/>
              <a:gdLst/>
              <a:ahLst/>
              <a:cxnLst/>
              <a:rect l="l" t="t" r="r" b="b"/>
              <a:pathLst>
                <a:path w="359409" h="454025">
                  <a:moveTo>
                    <a:pt x="0" y="453410"/>
                  </a:moveTo>
                  <a:lnTo>
                    <a:pt x="359293" y="453410"/>
                  </a:lnTo>
                  <a:lnTo>
                    <a:pt x="359293" y="0"/>
                  </a:lnTo>
                  <a:lnTo>
                    <a:pt x="0" y="0"/>
                  </a:lnTo>
                  <a:lnTo>
                    <a:pt x="0" y="453410"/>
                  </a:lnTo>
                  <a:close/>
                </a:path>
              </a:pathLst>
            </a:custGeom>
            <a:ln w="8197">
              <a:solidFill>
                <a:srgbClr val="000000"/>
              </a:solidFill>
            </a:ln>
          </p:spPr>
          <p:txBody>
            <a:bodyPr wrap="square" lIns="0" tIns="0" rIns="0" bIns="0" rtlCol="0"/>
            <a:lstStyle/>
            <a:p/>
          </p:txBody>
        </p:sp>
        <p:sp>
          <p:nvSpPr>
            <p:cNvPr id="21" name="object 21" descr=""/>
            <p:cNvSpPr/>
            <p:nvPr/>
          </p:nvSpPr>
          <p:spPr>
            <a:xfrm>
              <a:off x="11508072" y="1371379"/>
              <a:ext cx="190500" cy="1996439"/>
            </a:xfrm>
            <a:custGeom>
              <a:avLst/>
              <a:gdLst/>
              <a:ahLst/>
              <a:cxnLst/>
              <a:rect l="l" t="t" r="r" b="b"/>
              <a:pathLst>
                <a:path w="190500" h="1996439">
                  <a:moveTo>
                    <a:pt x="190034" y="0"/>
                  </a:moveTo>
                  <a:lnTo>
                    <a:pt x="0" y="0"/>
                  </a:lnTo>
                  <a:lnTo>
                    <a:pt x="0" y="1996129"/>
                  </a:lnTo>
                  <a:lnTo>
                    <a:pt x="190035" y="1996129"/>
                  </a:lnTo>
                  <a:lnTo>
                    <a:pt x="190034" y="0"/>
                  </a:lnTo>
                  <a:close/>
                </a:path>
              </a:pathLst>
            </a:custGeom>
            <a:solidFill>
              <a:srgbClr val="92DBFF"/>
            </a:solidFill>
          </p:spPr>
          <p:txBody>
            <a:bodyPr wrap="square" lIns="0" tIns="0" rIns="0" bIns="0" rtlCol="0"/>
            <a:lstStyle/>
            <a:p/>
          </p:txBody>
        </p:sp>
        <p:sp>
          <p:nvSpPr>
            <p:cNvPr id="22" name="object 22" descr=""/>
            <p:cNvSpPr/>
            <p:nvPr/>
          </p:nvSpPr>
          <p:spPr>
            <a:xfrm>
              <a:off x="11508072" y="1371379"/>
              <a:ext cx="190500" cy="1996439"/>
            </a:xfrm>
            <a:custGeom>
              <a:avLst/>
              <a:gdLst/>
              <a:ahLst/>
              <a:cxnLst/>
              <a:rect l="l" t="t" r="r" b="b"/>
              <a:pathLst>
                <a:path w="190500" h="1996439">
                  <a:moveTo>
                    <a:pt x="0" y="1996129"/>
                  </a:moveTo>
                  <a:lnTo>
                    <a:pt x="190035" y="1996129"/>
                  </a:lnTo>
                  <a:lnTo>
                    <a:pt x="190034" y="0"/>
                  </a:lnTo>
                  <a:lnTo>
                    <a:pt x="0" y="0"/>
                  </a:lnTo>
                  <a:lnTo>
                    <a:pt x="0" y="1996129"/>
                  </a:lnTo>
                  <a:close/>
                </a:path>
              </a:pathLst>
            </a:custGeom>
            <a:ln w="8248">
              <a:solidFill>
                <a:srgbClr val="000000"/>
              </a:solidFill>
            </a:ln>
          </p:spPr>
          <p:txBody>
            <a:bodyPr wrap="square" lIns="0" tIns="0" rIns="0" bIns="0" rtlCol="0"/>
            <a:lstStyle/>
            <a:p/>
          </p:txBody>
        </p:sp>
        <p:sp>
          <p:nvSpPr>
            <p:cNvPr id="23" name="object 23" descr=""/>
            <p:cNvSpPr/>
            <p:nvPr/>
          </p:nvSpPr>
          <p:spPr>
            <a:xfrm>
              <a:off x="10542797" y="1371379"/>
              <a:ext cx="190500" cy="1996439"/>
            </a:xfrm>
            <a:custGeom>
              <a:avLst/>
              <a:gdLst/>
              <a:ahLst/>
              <a:cxnLst/>
              <a:rect l="l" t="t" r="r" b="b"/>
              <a:pathLst>
                <a:path w="190500" h="1996439">
                  <a:moveTo>
                    <a:pt x="190310" y="0"/>
                  </a:moveTo>
                  <a:lnTo>
                    <a:pt x="0" y="0"/>
                  </a:lnTo>
                  <a:lnTo>
                    <a:pt x="0" y="1996129"/>
                  </a:lnTo>
                  <a:lnTo>
                    <a:pt x="190310" y="1996129"/>
                  </a:lnTo>
                  <a:lnTo>
                    <a:pt x="190310" y="0"/>
                  </a:lnTo>
                  <a:close/>
                </a:path>
              </a:pathLst>
            </a:custGeom>
            <a:solidFill>
              <a:srgbClr val="92DBFF"/>
            </a:solidFill>
          </p:spPr>
          <p:txBody>
            <a:bodyPr wrap="square" lIns="0" tIns="0" rIns="0" bIns="0" rtlCol="0"/>
            <a:lstStyle/>
            <a:p/>
          </p:txBody>
        </p:sp>
        <p:sp>
          <p:nvSpPr>
            <p:cNvPr id="24" name="object 24" descr=""/>
            <p:cNvSpPr/>
            <p:nvPr/>
          </p:nvSpPr>
          <p:spPr>
            <a:xfrm>
              <a:off x="10542797" y="1371379"/>
              <a:ext cx="190500" cy="1996439"/>
            </a:xfrm>
            <a:custGeom>
              <a:avLst/>
              <a:gdLst/>
              <a:ahLst/>
              <a:cxnLst/>
              <a:rect l="l" t="t" r="r" b="b"/>
              <a:pathLst>
                <a:path w="190500" h="1996439">
                  <a:moveTo>
                    <a:pt x="0" y="1996129"/>
                  </a:moveTo>
                  <a:lnTo>
                    <a:pt x="190310" y="1996129"/>
                  </a:lnTo>
                  <a:lnTo>
                    <a:pt x="190310" y="0"/>
                  </a:lnTo>
                  <a:lnTo>
                    <a:pt x="0" y="0"/>
                  </a:lnTo>
                  <a:lnTo>
                    <a:pt x="0" y="1996129"/>
                  </a:lnTo>
                  <a:close/>
                </a:path>
              </a:pathLst>
            </a:custGeom>
            <a:ln w="8248">
              <a:solidFill>
                <a:srgbClr val="000000"/>
              </a:solidFill>
            </a:ln>
          </p:spPr>
          <p:txBody>
            <a:bodyPr wrap="square" lIns="0" tIns="0" rIns="0" bIns="0" rtlCol="0"/>
            <a:lstStyle/>
            <a:p/>
          </p:txBody>
        </p:sp>
        <p:sp>
          <p:nvSpPr>
            <p:cNvPr id="25" name="object 25" descr=""/>
            <p:cNvSpPr/>
            <p:nvPr/>
          </p:nvSpPr>
          <p:spPr>
            <a:xfrm>
              <a:off x="8414978" y="1406723"/>
              <a:ext cx="190500" cy="1996439"/>
            </a:xfrm>
            <a:custGeom>
              <a:avLst/>
              <a:gdLst/>
              <a:ahLst/>
              <a:cxnLst/>
              <a:rect l="l" t="t" r="r" b="b"/>
              <a:pathLst>
                <a:path w="190500" h="1996439">
                  <a:moveTo>
                    <a:pt x="190310" y="0"/>
                  </a:moveTo>
                  <a:lnTo>
                    <a:pt x="0" y="0"/>
                  </a:lnTo>
                  <a:lnTo>
                    <a:pt x="0" y="1995903"/>
                  </a:lnTo>
                  <a:lnTo>
                    <a:pt x="190310" y="1995903"/>
                  </a:lnTo>
                  <a:lnTo>
                    <a:pt x="190310" y="0"/>
                  </a:lnTo>
                  <a:close/>
                </a:path>
              </a:pathLst>
            </a:custGeom>
            <a:solidFill>
              <a:srgbClr val="92DBFF"/>
            </a:solidFill>
          </p:spPr>
          <p:txBody>
            <a:bodyPr wrap="square" lIns="0" tIns="0" rIns="0" bIns="0" rtlCol="0"/>
            <a:lstStyle/>
            <a:p/>
          </p:txBody>
        </p:sp>
        <p:sp>
          <p:nvSpPr>
            <p:cNvPr id="26" name="object 26" descr=""/>
            <p:cNvSpPr/>
            <p:nvPr/>
          </p:nvSpPr>
          <p:spPr>
            <a:xfrm>
              <a:off x="8414978" y="1406723"/>
              <a:ext cx="190500" cy="1996439"/>
            </a:xfrm>
            <a:custGeom>
              <a:avLst/>
              <a:gdLst/>
              <a:ahLst/>
              <a:cxnLst/>
              <a:rect l="l" t="t" r="r" b="b"/>
              <a:pathLst>
                <a:path w="190500" h="1996439">
                  <a:moveTo>
                    <a:pt x="0" y="1995903"/>
                  </a:moveTo>
                  <a:lnTo>
                    <a:pt x="190310" y="1995903"/>
                  </a:lnTo>
                  <a:lnTo>
                    <a:pt x="190310" y="0"/>
                  </a:lnTo>
                  <a:lnTo>
                    <a:pt x="0" y="0"/>
                  </a:lnTo>
                  <a:lnTo>
                    <a:pt x="0" y="1995903"/>
                  </a:lnTo>
                  <a:close/>
                </a:path>
              </a:pathLst>
            </a:custGeom>
            <a:ln w="8248">
              <a:solidFill>
                <a:srgbClr val="000000"/>
              </a:solidFill>
            </a:ln>
          </p:spPr>
          <p:txBody>
            <a:bodyPr wrap="square" lIns="0" tIns="0" rIns="0" bIns="0" rtlCol="0"/>
            <a:lstStyle/>
            <a:p/>
          </p:txBody>
        </p:sp>
        <p:sp>
          <p:nvSpPr>
            <p:cNvPr id="27" name="object 27" descr=""/>
            <p:cNvSpPr/>
            <p:nvPr/>
          </p:nvSpPr>
          <p:spPr>
            <a:xfrm>
              <a:off x="9529517" y="1406734"/>
              <a:ext cx="190500" cy="1960880"/>
            </a:xfrm>
            <a:custGeom>
              <a:avLst/>
              <a:gdLst/>
              <a:ahLst/>
              <a:cxnLst/>
              <a:rect l="l" t="t" r="r" b="b"/>
              <a:pathLst>
                <a:path w="190500" h="1960879">
                  <a:moveTo>
                    <a:pt x="190310" y="0"/>
                  </a:moveTo>
                  <a:lnTo>
                    <a:pt x="0" y="0"/>
                  </a:lnTo>
                  <a:lnTo>
                    <a:pt x="0" y="1960774"/>
                  </a:lnTo>
                  <a:lnTo>
                    <a:pt x="190310" y="1960774"/>
                  </a:lnTo>
                  <a:lnTo>
                    <a:pt x="190310" y="0"/>
                  </a:lnTo>
                  <a:close/>
                </a:path>
              </a:pathLst>
            </a:custGeom>
            <a:solidFill>
              <a:srgbClr val="92DBFF"/>
            </a:solidFill>
          </p:spPr>
          <p:txBody>
            <a:bodyPr wrap="square" lIns="0" tIns="0" rIns="0" bIns="0" rtlCol="0"/>
            <a:lstStyle/>
            <a:p/>
          </p:txBody>
        </p:sp>
        <p:sp>
          <p:nvSpPr>
            <p:cNvPr id="28" name="object 28" descr=""/>
            <p:cNvSpPr/>
            <p:nvPr/>
          </p:nvSpPr>
          <p:spPr>
            <a:xfrm>
              <a:off x="9529517" y="1406734"/>
              <a:ext cx="190500" cy="1960880"/>
            </a:xfrm>
            <a:custGeom>
              <a:avLst/>
              <a:gdLst/>
              <a:ahLst/>
              <a:cxnLst/>
              <a:rect l="l" t="t" r="r" b="b"/>
              <a:pathLst>
                <a:path w="190500" h="1960879">
                  <a:moveTo>
                    <a:pt x="0" y="1960774"/>
                  </a:moveTo>
                  <a:lnTo>
                    <a:pt x="190310" y="1960774"/>
                  </a:lnTo>
                  <a:lnTo>
                    <a:pt x="190310" y="0"/>
                  </a:lnTo>
                  <a:lnTo>
                    <a:pt x="0" y="0"/>
                  </a:lnTo>
                  <a:lnTo>
                    <a:pt x="0" y="1960774"/>
                  </a:lnTo>
                  <a:close/>
                </a:path>
              </a:pathLst>
            </a:custGeom>
            <a:ln w="8248">
              <a:solidFill>
                <a:srgbClr val="000000"/>
              </a:solidFill>
            </a:ln>
          </p:spPr>
          <p:txBody>
            <a:bodyPr wrap="square" lIns="0" tIns="0" rIns="0" bIns="0" rtlCol="0"/>
            <a:lstStyle/>
            <a:p/>
          </p:txBody>
        </p:sp>
      </p:grpSp>
      <p:sp>
        <p:nvSpPr>
          <p:cNvPr id="29" name="object 29" descr=""/>
          <p:cNvSpPr txBox="1"/>
          <p:nvPr/>
        </p:nvSpPr>
        <p:spPr>
          <a:xfrm>
            <a:off x="11360773" y="1209645"/>
            <a:ext cx="467995"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MEM/WB</a:t>
            </a:r>
            <a:endParaRPr sz="800">
              <a:latin typeface="Times New Roman"/>
              <a:cs typeface="Times New Roman"/>
            </a:endParaRPr>
          </a:p>
        </p:txBody>
      </p:sp>
      <p:sp>
        <p:nvSpPr>
          <p:cNvPr id="30" name="object 30" descr=""/>
          <p:cNvSpPr txBox="1"/>
          <p:nvPr/>
        </p:nvSpPr>
        <p:spPr>
          <a:xfrm>
            <a:off x="11095366" y="2303834"/>
            <a:ext cx="232410"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宋体"/>
                <a:cs typeface="宋体"/>
              </a:rPr>
              <a:t>数据</a:t>
            </a:r>
            <a:endParaRPr sz="800">
              <a:latin typeface="宋体"/>
              <a:cs typeface="宋体"/>
            </a:endParaRPr>
          </a:p>
        </p:txBody>
      </p:sp>
      <p:sp>
        <p:nvSpPr>
          <p:cNvPr id="31" name="object 31" descr=""/>
          <p:cNvSpPr txBox="1"/>
          <p:nvPr/>
        </p:nvSpPr>
        <p:spPr>
          <a:xfrm>
            <a:off x="9220286" y="1981575"/>
            <a:ext cx="129539" cy="147955"/>
          </a:xfrm>
          <a:prstGeom prst="rect">
            <a:avLst/>
          </a:prstGeom>
        </p:spPr>
        <p:txBody>
          <a:bodyPr wrap="square" lIns="0" tIns="13335" rIns="0" bIns="0" rtlCol="0" vert="horz">
            <a:spAutoFit/>
          </a:bodyPr>
          <a:lstStyle/>
          <a:p>
            <a:pPr marL="12700">
              <a:lnSpc>
                <a:spcPct val="100000"/>
              </a:lnSpc>
              <a:spcBef>
                <a:spcPts val="105"/>
              </a:spcBef>
            </a:pPr>
            <a:r>
              <a:rPr dirty="0" sz="800" spc="-50">
                <a:latin typeface="宋体"/>
                <a:cs typeface="宋体"/>
              </a:rPr>
              <a:t>通</a:t>
            </a:r>
            <a:endParaRPr sz="800">
              <a:latin typeface="宋体"/>
              <a:cs typeface="宋体"/>
            </a:endParaRPr>
          </a:p>
        </p:txBody>
      </p:sp>
      <p:sp>
        <p:nvSpPr>
          <p:cNvPr id="32" name="object 32" descr=""/>
          <p:cNvSpPr txBox="1"/>
          <p:nvPr/>
        </p:nvSpPr>
        <p:spPr>
          <a:xfrm>
            <a:off x="9220286" y="2083699"/>
            <a:ext cx="129539" cy="250190"/>
          </a:xfrm>
          <a:prstGeom prst="rect">
            <a:avLst/>
          </a:prstGeom>
        </p:spPr>
        <p:txBody>
          <a:bodyPr wrap="square" lIns="0" tIns="33655" rIns="0" bIns="0" rtlCol="0" vert="horz">
            <a:spAutoFit/>
          </a:bodyPr>
          <a:lstStyle/>
          <a:p>
            <a:pPr marL="12700" marR="5080">
              <a:lnSpc>
                <a:spcPts val="800"/>
              </a:lnSpc>
              <a:spcBef>
                <a:spcPts val="265"/>
              </a:spcBef>
            </a:pPr>
            <a:r>
              <a:rPr dirty="0" sz="800" spc="-50">
                <a:latin typeface="宋体"/>
                <a:cs typeface="宋体"/>
              </a:rPr>
              <a:t>用寄</a:t>
            </a:r>
            <a:endParaRPr sz="800">
              <a:latin typeface="宋体"/>
              <a:cs typeface="宋体"/>
            </a:endParaRPr>
          </a:p>
        </p:txBody>
      </p:sp>
      <p:sp>
        <p:nvSpPr>
          <p:cNvPr id="33" name="object 33" descr=""/>
          <p:cNvSpPr txBox="1"/>
          <p:nvPr/>
        </p:nvSpPr>
        <p:spPr>
          <a:xfrm>
            <a:off x="9220287" y="2492196"/>
            <a:ext cx="129539" cy="147955"/>
          </a:xfrm>
          <a:prstGeom prst="rect">
            <a:avLst/>
          </a:prstGeom>
        </p:spPr>
        <p:txBody>
          <a:bodyPr wrap="square" lIns="0" tIns="13335" rIns="0" bIns="0" rtlCol="0" vert="horz">
            <a:spAutoFit/>
          </a:bodyPr>
          <a:lstStyle/>
          <a:p>
            <a:pPr marL="12700">
              <a:lnSpc>
                <a:spcPct val="100000"/>
              </a:lnSpc>
              <a:spcBef>
                <a:spcPts val="105"/>
              </a:spcBef>
            </a:pPr>
            <a:r>
              <a:rPr dirty="0" sz="800" spc="-50">
                <a:latin typeface="宋体"/>
                <a:cs typeface="宋体"/>
              </a:rPr>
              <a:t>组</a:t>
            </a:r>
            <a:endParaRPr sz="800">
              <a:latin typeface="宋体"/>
              <a:cs typeface="宋体"/>
            </a:endParaRPr>
          </a:p>
        </p:txBody>
      </p:sp>
      <p:sp>
        <p:nvSpPr>
          <p:cNvPr id="34" name="object 34" descr=""/>
          <p:cNvSpPr txBox="1"/>
          <p:nvPr/>
        </p:nvSpPr>
        <p:spPr>
          <a:xfrm>
            <a:off x="9098666" y="2886780"/>
            <a:ext cx="232410" cy="247650"/>
          </a:xfrm>
          <a:prstGeom prst="rect">
            <a:avLst/>
          </a:prstGeom>
        </p:spPr>
        <p:txBody>
          <a:bodyPr wrap="square" lIns="0" tIns="35560" rIns="0" bIns="0" rtlCol="0" vert="horz">
            <a:spAutoFit/>
          </a:bodyPr>
          <a:lstStyle/>
          <a:p>
            <a:pPr marL="12700" marR="5080" indent="66675">
              <a:lnSpc>
                <a:spcPts val="780"/>
              </a:lnSpc>
              <a:spcBef>
                <a:spcPts val="280"/>
              </a:spcBef>
            </a:pPr>
            <a:r>
              <a:rPr dirty="0" sz="800" spc="-50">
                <a:latin typeface="宋体"/>
                <a:cs typeface="宋体"/>
              </a:rPr>
              <a:t>位</a:t>
            </a:r>
            <a:r>
              <a:rPr dirty="0" sz="800" spc="-25">
                <a:latin typeface="宋体"/>
                <a:cs typeface="宋体"/>
              </a:rPr>
              <a:t>扩展</a:t>
            </a:r>
            <a:endParaRPr sz="800">
              <a:latin typeface="宋体"/>
              <a:cs typeface="宋体"/>
            </a:endParaRPr>
          </a:p>
        </p:txBody>
      </p:sp>
      <p:sp>
        <p:nvSpPr>
          <p:cNvPr id="35" name="object 35" descr=""/>
          <p:cNvSpPr txBox="1"/>
          <p:nvPr/>
        </p:nvSpPr>
        <p:spPr>
          <a:xfrm>
            <a:off x="10264509" y="2240932"/>
            <a:ext cx="140970" cy="235585"/>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ALU</a:t>
            </a:r>
            <a:endParaRPr sz="800">
              <a:latin typeface="Times New Roman"/>
              <a:cs typeface="Times New Roman"/>
            </a:endParaRPr>
          </a:p>
        </p:txBody>
      </p:sp>
      <p:sp>
        <p:nvSpPr>
          <p:cNvPr id="36" name="object 36" descr=""/>
          <p:cNvSpPr txBox="1"/>
          <p:nvPr/>
        </p:nvSpPr>
        <p:spPr>
          <a:xfrm>
            <a:off x="7447006" y="2240014"/>
            <a:ext cx="152400"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Times New Roman"/>
                <a:cs typeface="Times New Roman"/>
              </a:rPr>
              <a:t>PC</a:t>
            </a:r>
            <a:endParaRPr sz="800">
              <a:latin typeface="Times New Roman"/>
              <a:cs typeface="Times New Roman"/>
            </a:endParaRPr>
          </a:p>
        </p:txBody>
      </p:sp>
      <p:sp>
        <p:nvSpPr>
          <p:cNvPr id="37" name="object 37" descr=""/>
          <p:cNvSpPr txBox="1"/>
          <p:nvPr/>
        </p:nvSpPr>
        <p:spPr>
          <a:xfrm>
            <a:off x="10034080" y="1692412"/>
            <a:ext cx="182245"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Times New Roman"/>
                <a:cs typeface="Times New Roman"/>
              </a:rPr>
              <a:t>=0?</a:t>
            </a:r>
            <a:endParaRPr sz="800">
              <a:latin typeface="Times New Roman"/>
              <a:cs typeface="Times New Roman"/>
            </a:endParaRPr>
          </a:p>
        </p:txBody>
      </p:sp>
      <p:sp>
        <p:nvSpPr>
          <p:cNvPr id="38" name="object 38" descr=""/>
          <p:cNvSpPr txBox="1"/>
          <p:nvPr/>
        </p:nvSpPr>
        <p:spPr>
          <a:xfrm>
            <a:off x="7803753" y="1575179"/>
            <a:ext cx="140970" cy="246379"/>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ADD</a:t>
            </a:r>
            <a:endParaRPr sz="800">
              <a:latin typeface="Times New Roman"/>
              <a:cs typeface="Times New Roman"/>
            </a:endParaRPr>
          </a:p>
        </p:txBody>
      </p:sp>
      <p:sp>
        <p:nvSpPr>
          <p:cNvPr id="39" name="object 39" descr=""/>
          <p:cNvSpPr txBox="1"/>
          <p:nvPr/>
        </p:nvSpPr>
        <p:spPr>
          <a:xfrm>
            <a:off x="8922837" y="2826372"/>
            <a:ext cx="113030" cy="127635"/>
          </a:xfrm>
          <a:prstGeom prst="rect">
            <a:avLst/>
          </a:prstGeom>
        </p:spPr>
        <p:txBody>
          <a:bodyPr wrap="square" lIns="0" tIns="15240" rIns="0" bIns="0" rtlCol="0" vert="horz">
            <a:spAutoFit/>
          </a:bodyPr>
          <a:lstStyle/>
          <a:p>
            <a:pPr marL="12700">
              <a:lnSpc>
                <a:spcPct val="100000"/>
              </a:lnSpc>
              <a:spcBef>
                <a:spcPts val="120"/>
              </a:spcBef>
            </a:pPr>
            <a:r>
              <a:rPr dirty="0" sz="650" spc="-25">
                <a:latin typeface="Times New Roman"/>
                <a:cs typeface="Times New Roman"/>
              </a:rPr>
              <a:t>16</a:t>
            </a:r>
            <a:endParaRPr sz="650">
              <a:latin typeface="Times New Roman"/>
              <a:cs typeface="Times New Roman"/>
            </a:endParaRPr>
          </a:p>
        </p:txBody>
      </p:sp>
      <p:sp>
        <p:nvSpPr>
          <p:cNvPr id="40" name="object 40" descr=""/>
          <p:cNvSpPr txBox="1"/>
          <p:nvPr/>
        </p:nvSpPr>
        <p:spPr>
          <a:xfrm>
            <a:off x="9078089" y="2788961"/>
            <a:ext cx="429259" cy="147955"/>
          </a:xfrm>
          <a:prstGeom prst="rect">
            <a:avLst/>
          </a:prstGeom>
        </p:spPr>
        <p:txBody>
          <a:bodyPr wrap="square" lIns="0" tIns="13335" rIns="0" bIns="0" rtlCol="0" vert="horz">
            <a:spAutoFit/>
          </a:bodyPr>
          <a:lstStyle/>
          <a:p>
            <a:pPr marL="38100">
              <a:lnSpc>
                <a:spcPct val="100000"/>
              </a:lnSpc>
              <a:spcBef>
                <a:spcPts val="105"/>
              </a:spcBef>
            </a:pPr>
            <a:r>
              <a:rPr dirty="0" sz="800" spc="25">
                <a:latin typeface="宋体"/>
                <a:cs typeface="宋体"/>
              </a:rPr>
              <a:t>符号 </a:t>
            </a:r>
            <a:r>
              <a:rPr dirty="0" baseline="-12820" sz="975" spc="-37">
                <a:latin typeface="Times New Roman"/>
                <a:cs typeface="Times New Roman"/>
              </a:rPr>
              <a:t>32</a:t>
            </a:r>
            <a:endParaRPr baseline="-12820" sz="975">
              <a:latin typeface="Times New Roman"/>
              <a:cs typeface="Times New Roman"/>
            </a:endParaRPr>
          </a:p>
        </p:txBody>
      </p:sp>
      <p:sp>
        <p:nvSpPr>
          <p:cNvPr id="41" name="object 41" descr=""/>
          <p:cNvSpPr txBox="1"/>
          <p:nvPr/>
        </p:nvSpPr>
        <p:spPr>
          <a:xfrm>
            <a:off x="7538607" y="1508409"/>
            <a:ext cx="77470" cy="147955"/>
          </a:xfrm>
          <a:prstGeom prst="rect">
            <a:avLst/>
          </a:prstGeom>
        </p:spPr>
        <p:txBody>
          <a:bodyPr wrap="square" lIns="0" tIns="13335" rIns="0" bIns="0" rtlCol="0" vert="horz">
            <a:spAutoFit/>
          </a:bodyPr>
          <a:lstStyle/>
          <a:p>
            <a:pPr marL="12700">
              <a:lnSpc>
                <a:spcPct val="100000"/>
              </a:lnSpc>
              <a:spcBef>
                <a:spcPts val="105"/>
              </a:spcBef>
            </a:pPr>
            <a:r>
              <a:rPr dirty="0" sz="800" spc="-50">
                <a:latin typeface="Times New Roman"/>
                <a:cs typeface="Times New Roman"/>
              </a:rPr>
              <a:t>4</a:t>
            </a:r>
            <a:endParaRPr sz="800">
              <a:latin typeface="Times New Roman"/>
              <a:cs typeface="Times New Roman"/>
            </a:endParaRPr>
          </a:p>
        </p:txBody>
      </p:sp>
      <p:grpSp>
        <p:nvGrpSpPr>
          <p:cNvPr id="42" name="object 42" descr=""/>
          <p:cNvGrpSpPr/>
          <p:nvPr/>
        </p:nvGrpSpPr>
        <p:grpSpPr>
          <a:xfrm>
            <a:off x="7764515" y="1017172"/>
            <a:ext cx="3121025" cy="2071370"/>
            <a:chOff x="7764515" y="1017172"/>
            <a:chExt cx="3121025" cy="2071370"/>
          </a:xfrm>
        </p:grpSpPr>
        <p:sp>
          <p:nvSpPr>
            <p:cNvPr id="43" name="object 43" descr=""/>
            <p:cNvSpPr/>
            <p:nvPr/>
          </p:nvSpPr>
          <p:spPr>
            <a:xfrm>
              <a:off x="8439153" y="2142937"/>
              <a:ext cx="142240" cy="348615"/>
            </a:xfrm>
            <a:custGeom>
              <a:avLst/>
              <a:gdLst/>
              <a:ahLst/>
              <a:cxnLst/>
              <a:rect l="l" t="t" r="r" b="b"/>
              <a:pathLst>
                <a:path w="142240" h="348614">
                  <a:moveTo>
                    <a:pt x="141948" y="0"/>
                  </a:moveTo>
                  <a:lnTo>
                    <a:pt x="0" y="0"/>
                  </a:lnTo>
                  <a:lnTo>
                    <a:pt x="0" y="348351"/>
                  </a:lnTo>
                  <a:lnTo>
                    <a:pt x="141948" y="348351"/>
                  </a:lnTo>
                  <a:lnTo>
                    <a:pt x="141948" y="0"/>
                  </a:lnTo>
                  <a:close/>
                </a:path>
              </a:pathLst>
            </a:custGeom>
            <a:solidFill>
              <a:srgbClr val="FFFFFF"/>
            </a:solidFill>
          </p:spPr>
          <p:txBody>
            <a:bodyPr wrap="square" lIns="0" tIns="0" rIns="0" bIns="0" rtlCol="0"/>
            <a:lstStyle/>
            <a:p/>
          </p:txBody>
        </p:sp>
        <p:sp>
          <p:nvSpPr>
            <p:cNvPr id="44" name="object 44" descr=""/>
            <p:cNvSpPr/>
            <p:nvPr/>
          </p:nvSpPr>
          <p:spPr>
            <a:xfrm>
              <a:off x="8439153" y="2142937"/>
              <a:ext cx="142240" cy="348615"/>
            </a:xfrm>
            <a:custGeom>
              <a:avLst/>
              <a:gdLst/>
              <a:ahLst/>
              <a:cxnLst/>
              <a:rect l="l" t="t" r="r" b="b"/>
              <a:pathLst>
                <a:path w="142240" h="348614">
                  <a:moveTo>
                    <a:pt x="0" y="348351"/>
                  </a:moveTo>
                  <a:lnTo>
                    <a:pt x="141948" y="348351"/>
                  </a:lnTo>
                  <a:lnTo>
                    <a:pt x="141948" y="0"/>
                  </a:lnTo>
                  <a:lnTo>
                    <a:pt x="0" y="0"/>
                  </a:lnTo>
                  <a:lnTo>
                    <a:pt x="0" y="348351"/>
                  </a:lnTo>
                  <a:close/>
                </a:path>
              </a:pathLst>
            </a:custGeom>
            <a:ln w="8230">
              <a:solidFill>
                <a:srgbClr val="000000"/>
              </a:solidFill>
            </a:ln>
          </p:spPr>
          <p:txBody>
            <a:bodyPr wrap="square" lIns="0" tIns="0" rIns="0" bIns="0" rtlCol="0"/>
            <a:lstStyle/>
            <a:p/>
          </p:txBody>
        </p:sp>
        <p:sp>
          <p:nvSpPr>
            <p:cNvPr id="45" name="object 45" descr=""/>
            <p:cNvSpPr/>
            <p:nvPr/>
          </p:nvSpPr>
          <p:spPr>
            <a:xfrm>
              <a:off x="9553749" y="2142993"/>
              <a:ext cx="142240" cy="208279"/>
            </a:xfrm>
            <a:custGeom>
              <a:avLst/>
              <a:gdLst/>
              <a:ahLst/>
              <a:cxnLst/>
              <a:rect l="l" t="t" r="r" b="b"/>
              <a:pathLst>
                <a:path w="142240" h="208280">
                  <a:moveTo>
                    <a:pt x="141948" y="0"/>
                  </a:moveTo>
                  <a:lnTo>
                    <a:pt x="0" y="0"/>
                  </a:lnTo>
                  <a:lnTo>
                    <a:pt x="0" y="207892"/>
                  </a:lnTo>
                  <a:lnTo>
                    <a:pt x="141948" y="207892"/>
                  </a:lnTo>
                  <a:lnTo>
                    <a:pt x="141948" y="0"/>
                  </a:lnTo>
                  <a:close/>
                </a:path>
              </a:pathLst>
            </a:custGeom>
            <a:solidFill>
              <a:srgbClr val="FFFFFF"/>
            </a:solidFill>
          </p:spPr>
          <p:txBody>
            <a:bodyPr wrap="square" lIns="0" tIns="0" rIns="0" bIns="0" rtlCol="0"/>
            <a:lstStyle/>
            <a:p/>
          </p:txBody>
        </p:sp>
        <p:sp>
          <p:nvSpPr>
            <p:cNvPr id="46" name="object 46" descr=""/>
            <p:cNvSpPr/>
            <p:nvPr/>
          </p:nvSpPr>
          <p:spPr>
            <a:xfrm>
              <a:off x="9553749" y="2142993"/>
              <a:ext cx="142240" cy="208279"/>
            </a:xfrm>
            <a:custGeom>
              <a:avLst/>
              <a:gdLst/>
              <a:ahLst/>
              <a:cxnLst/>
              <a:rect l="l" t="t" r="r" b="b"/>
              <a:pathLst>
                <a:path w="142240" h="208280">
                  <a:moveTo>
                    <a:pt x="0" y="207892"/>
                  </a:moveTo>
                  <a:lnTo>
                    <a:pt x="141948" y="207892"/>
                  </a:lnTo>
                  <a:lnTo>
                    <a:pt x="141948" y="0"/>
                  </a:lnTo>
                  <a:lnTo>
                    <a:pt x="0" y="0"/>
                  </a:lnTo>
                  <a:lnTo>
                    <a:pt x="0" y="207892"/>
                  </a:lnTo>
                  <a:close/>
                </a:path>
              </a:pathLst>
            </a:custGeom>
            <a:ln w="8206">
              <a:solidFill>
                <a:srgbClr val="000000"/>
              </a:solidFill>
            </a:ln>
          </p:spPr>
          <p:txBody>
            <a:bodyPr wrap="square" lIns="0" tIns="0" rIns="0" bIns="0" rtlCol="0"/>
            <a:lstStyle/>
            <a:p/>
          </p:txBody>
        </p:sp>
        <p:sp>
          <p:nvSpPr>
            <p:cNvPr id="47" name="object 47" descr=""/>
            <p:cNvSpPr/>
            <p:nvPr/>
          </p:nvSpPr>
          <p:spPr>
            <a:xfrm>
              <a:off x="9553749" y="2458734"/>
              <a:ext cx="142240" cy="207645"/>
            </a:xfrm>
            <a:custGeom>
              <a:avLst/>
              <a:gdLst/>
              <a:ahLst/>
              <a:cxnLst/>
              <a:rect l="l" t="t" r="r" b="b"/>
              <a:pathLst>
                <a:path w="142240" h="207644">
                  <a:moveTo>
                    <a:pt x="141948" y="0"/>
                  </a:moveTo>
                  <a:lnTo>
                    <a:pt x="0" y="0"/>
                  </a:lnTo>
                  <a:lnTo>
                    <a:pt x="0" y="207621"/>
                  </a:lnTo>
                  <a:lnTo>
                    <a:pt x="141948" y="207621"/>
                  </a:lnTo>
                  <a:lnTo>
                    <a:pt x="141948" y="0"/>
                  </a:lnTo>
                  <a:close/>
                </a:path>
              </a:pathLst>
            </a:custGeom>
            <a:solidFill>
              <a:srgbClr val="FFFFFF"/>
            </a:solidFill>
          </p:spPr>
          <p:txBody>
            <a:bodyPr wrap="square" lIns="0" tIns="0" rIns="0" bIns="0" rtlCol="0"/>
            <a:lstStyle/>
            <a:p/>
          </p:txBody>
        </p:sp>
        <p:sp>
          <p:nvSpPr>
            <p:cNvPr id="48" name="object 48" descr=""/>
            <p:cNvSpPr/>
            <p:nvPr/>
          </p:nvSpPr>
          <p:spPr>
            <a:xfrm>
              <a:off x="9553749" y="2458734"/>
              <a:ext cx="142240" cy="207645"/>
            </a:xfrm>
            <a:custGeom>
              <a:avLst/>
              <a:gdLst/>
              <a:ahLst/>
              <a:cxnLst/>
              <a:rect l="l" t="t" r="r" b="b"/>
              <a:pathLst>
                <a:path w="142240" h="207644">
                  <a:moveTo>
                    <a:pt x="0" y="207621"/>
                  </a:moveTo>
                  <a:lnTo>
                    <a:pt x="141948" y="207621"/>
                  </a:lnTo>
                  <a:lnTo>
                    <a:pt x="141948" y="0"/>
                  </a:lnTo>
                  <a:lnTo>
                    <a:pt x="0" y="0"/>
                  </a:lnTo>
                  <a:lnTo>
                    <a:pt x="0" y="207621"/>
                  </a:lnTo>
                  <a:close/>
                </a:path>
              </a:pathLst>
            </a:custGeom>
            <a:ln w="8206">
              <a:solidFill>
                <a:srgbClr val="000000"/>
              </a:solidFill>
            </a:ln>
          </p:spPr>
          <p:txBody>
            <a:bodyPr wrap="square" lIns="0" tIns="0" rIns="0" bIns="0" rtlCol="0"/>
            <a:lstStyle/>
            <a:p/>
          </p:txBody>
        </p:sp>
        <p:sp>
          <p:nvSpPr>
            <p:cNvPr id="49" name="object 49" descr=""/>
            <p:cNvSpPr/>
            <p:nvPr/>
          </p:nvSpPr>
          <p:spPr>
            <a:xfrm>
              <a:off x="9553749" y="2840802"/>
              <a:ext cx="142240" cy="243204"/>
            </a:xfrm>
            <a:custGeom>
              <a:avLst/>
              <a:gdLst/>
              <a:ahLst/>
              <a:cxnLst/>
              <a:rect l="l" t="t" r="r" b="b"/>
              <a:pathLst>
                <a:path w="142240" h="243205">
                  <a:moveTo>
                    <a:pt x="141948" y="0"/>
                  </a:moveTo>
                  <a:lnTo>
                    <a:pt x="0" y="0"/>
                  </a:lnTo>
                  <a:lnTo>
                    <a:pt x="0" y="243009"/>
                  </a:lnTo>
                  <a:lnTo>
                    <a:pt x="141948" y="243009"/>
                  </a:lnTo>
                  <a:lnTo>
                    <a:pt x="141948" y="0"/>
                  </a:lnTo>
                  <a:close/>
                </a:path>
              </a:pathLst>
            </a:custGeom>
            <a:solidFill>
              <a:srgbClr val="FFFFFF"/>
            </a:solidFill>
          </p:spPr>
          <p:txBody>
            <a:bodyPr wrap="square" lIns="0" tIns="0" rIns="0" bIns="0" rtlCol="0"/>
            <a:lstStyle/>
            <a:p/>
          </p:txBody>
        </p:sp>
        <p:sp>
          <p:nvSpPr>
            <p:cNvPr id="50" name="object 50" descr=""/>
            <p:cNvSpPr/>
            <p:nvPr/>
          </p:nvSpPr>
          <p:spPr>
            <a:xfrm>
              <a:off x="9553749" y="1678107"/>
              <a:ext cx="697230" cy="1405890"/>
            </a:xfrm>
            <a:custGeom>
              <a:avLst/>
              <a:gdLst/>
              <a:ahLst/>
              <a:cxnLst/>
              <a:rect l="l" t="t" r="r" b="b"/>
              <a:pathLst>
                <a:path w="697229" h="1405889">
                  <a:moveTo>
                    <a:pt x="0" y="1405705"/>
                  </a:moveTo>
                  <a:lnTo>
                    <a:pt x="141948" y="1405705"/>
                  </a:lnTo>
                  <a:lnTo>
                    <a:pt x="141948" y="1162695"/>
                  </a:lnTo>
                  <a:lnTo>
                    <a:pt x="0" y="1162695"/>
                  </a:lnTo>
                  <a:lnTo>
                    <a:pt x="0" y="1405705"/>
                  </a:lnTo>
                  <a:close/>
                </a:path>
                <a:path w="697229" h="1405889">
                  <a:moveTo>
                    <a:pt x="434344" y="172503"/>
                  </a:moveTo>
                  <a:lnTo>
                    <a:pt x="696915" y="172503"/>
                  </a:lnTo>
                  <a:lnTo>
                    <a:pt x="696915" y="0"/>
                  </a:lnTo>
                  <a:lnTo>
                    <a:pt x="434344" y="0"/>
                  </a:lnTo>
                  <a:lnTo>
                    <a:pt x="434344" y="172503"/>
                  </a:lnTo>
                  <a:close/>
                </a:path>
              </a:pathLst>
            </a:custGeom>
            <a:ln w="8181">
              <a:solidFill>
                <a:srgbClr val="000000"/>
              </a:solidFill>
            </a:ln>
          </p:spPr>
          <p:txBody>
            <a:bodyPr wrap="square" lIns="0" tIns="0" rIns="0" bIns="0" rtlCol="0"/>
            <a:lstStyle/>
            <a:p/>
          </p:txBody>
        </p:sp>
        <p:pic>
          <p:nvPicPr>
            <p:cNvPr id="51" name="object 51" descr=""/>
            <p:cNvPicPr/>
            <p:nvPr/>
          </p:nvPicPr>
          <p:blipFill>
            <a:blip r:embed="rId2" cstate="print"/>
            <a:stretch>
              <a:fillRect/>
            </a:stretch>
          </p:blipFill>
          <p:spPr>
            <a:xfrm>
              <a:off x="7764515" y="1472542"/>
              <a:ext cx="176946" cy="464149"/>
            </a:xfrm>
            <a:prstGeom prst="rect">
              <a:avLst/>
            </a:prstGeom>
          </p:spPr>
        </p:pic>
        <p:sp>
          <p:nvSpPr>
            <p:cNvPr id="52" name="object 52" descr=""/>
            <p:cNvSpPr/>
            <p:nvPr/>
          </p:nvSpPr>
          <p:spPr>
            <a:xfrm>
              <a:off x="7961522" y="1021300"/>
              <a:ext cx="2919730" cy="0"/>
            </a:xfrm>
            <a:custGeom>
              <a:avLst/>
              <a:gdLst/>
              <a:ahLst/>
              <a:cxnLst/>
              <a:rect l="l" t="t" r="r" b="b"/>
              <a:pathLst>
                <a:path w="2919729" h="0">
                  <a:moveTo>
                    <a:pt x="2919264" y="0"/>
                  </a:moveTo>
                  <a:lnTo>
                    <a:pt x="0" y="0"/>
                  </a:lnTo>
                </a:path>
              </a:pathLst>
            </a:custGeom>
            <a:ln w="8113">
              <a:solidFill>
                <a:srgbClr val="000000"/>
              </a:solidFill>
            </a:ln>
          </p:spPr>
          <p:txBody>
            <a:bodyPr wrap="square" lIns="0" tIns="0" rIns="0" bIns="0" rtlCol="0"/>
            <a:lstStyle/>
            <a:p/>
          </p:txBody>
        </p:sp>
      </p:grpSp>
      <p:sp>
        <p:nvSpPr>
          <p:cNvPr id="53" name="object 53" descr=""/>
          <p:cNvSpPr txBox="1"/>
          <p:nvPr/>
        </p:nvSpPr>
        <p:spPr>
          <a:xfrm>
            <a:off x="11032776" y="2473502"/>
            <a:ext cx="335280" cy="147955"/>
          </a:xfrm>
          <a:prstGeom prst="rect">
            <a:avLst/>
          </a:prstGeom>
        </p:spPr>
        <p:txBody>
          <a:bodyPr wrap="square" lIns="0" tIns="13335" rIns="0" bIns="0" rtlCol="0" vert="horz">
            <a:spAutoFit/>
          </a:bodyPr>
          <a:lstStyle/>
          <a:p>
            <a:pPr marL="12700">
              <a:lnSpc>
                <a:spcPct val="100000"/>
              </a:lnSpc>
              <a:spcBef>
                <a:spcPts val="105"/>
              </a:spcBef>
            </a:pPr>
            <a:r>
              <a:rPr dirty="0" sz="800" spc="-20">
                <a:latin typeface="宋体"/>
                <a:cs typeface="宋体"/>
              </a:rPr>
              <a:t>存储器</a:t>
            </a:r>
            <a:endParaRPr sz="800">
              <a:latin typeface="宋体"/>
              <a:cs typeface="宋体"/>
            </a:endParaRPr>
          </a:p>
        </p:txBody>
      </p:sp>
      <p:grpSp>
        <p:nvGrpSpPr>
          <p:cNvPr id="54" name="object 54" descr=""/>
          <p:cNvGrpSpPr/>
          <p:nvPr/>
        </p:nvGrpSpPr>
        <p:grpSpPr>
          <a:xfrm>
            <a:off x="10249375" y="1729185"/>
            <a:ext cx="294640" cy="57785"/>
            <a:chOff x="10249375" y="1729185"/>
            <a:chExt cx="294640" cy="57785"/>
          </a:xfrm>
        </p:grpSpPr>
        <p:sp>
          <p:nvSpPr>
            <p:cNvPr id="55" name="object 55" descr=""/>
            <p:cNvSpPr/>
            <p:nvPr/>
          </p:nvSpPr>
          <p:spPr>
            <a:xfrm>
              <a:off x="10253502" y="1757536"/>
              <a:ext cx="229870" cy="0"/>
            </a:xfrm>
            <a:custGeom>
              <a:avLst/>
              <a:gdLst/>
              <a:ahLst/>
              <a:cxnLst/>
              <a:rect l="l" t="t" r="r" b="b"/>
              <a:pathLst>
                <a:path w="229870" h="0">
                  <a:moveTo>
                    <a:pt x="0" y="0"/>
                  </a:moveTo>
                  <a:lnTo>
                    <a:pt x="229575" y="0"/>
                  </a:lnTo>
                </a:path>
              </a:pathLst>
            </a:custGeom>
            <a:ln w="8113">
              <a:solidFill>
                <a:srgbClr val="000000"/>
              </a:solidFill>
            </a:ln>
          </p:spPr>
          <p:txBody>
            <a:bodyPr wrap="square" lIns="0" tIns="0" rIns="0" bIns="0" rtlCol="0"/>
            <a:lstStyle/>
            <a:p/>
          </p:txBody>
        </p:sp>
        <p:sp>
          <p:nvSpPr>
            <p:cNvPr id="56" name="object 56" descr=""/>
            <p:cNvSpPr/>
            <p:nvPr/>
          </p:nvSpPr>
          <p:spPr>
            <a:xfrm>
              <a:off x="10452644" y="1729185"/>
              <a:ext cx="91440" cy="57785"/>
            </a:xfrm>
            <a:custGeom>
              <a:avLst/>
              <a:gdLst/>
              <a:ahLst/>
              <a:cxnLst/>
              <a:rect l="l" t="t" r="r" b="b"/>
              <a:pathLst>
                <a:path w="91440" h="57785">
                  <a:moveTo>
                    <a:pt x="0" y="0"/>
                  </a:moveTo>
                  <a:lnTo>
                    <a:pt x="29055" y="28916"/>
                  </a:lnTo>
                  <a:lnTo>
                    <a:pt x="0" y="57606"/>
                  </a:lnTo>
                  <a:lnTo>
                    <a:pt x="91072" y="28916"/>
                  </a:lnTo>
                  <a:lnTo>
                    <a:pt x="0" y="0"/>
                  </a:lnTo>
                  <a:close/>
                </a:path>
              </a:pathLst>
            </a:custGeom>
            <a:solidFill>
              <a:srgbClr val="000000"/>
            </a:solidFill>
          </p:spPr>
          <p:txBody>
            <a:bodyPr wrap="square" lIns="0" tIns="0" rIns="0" bIns="0" rtlCol="0"/>
            <a:lstStyle/>
            <a:p/>
          </p:txBody>
        </p:sp>
      </p:grpSp>
      <p:sp>
        <p:nvSpPr>
          <p:cNvPr id="57" name="object 57" descr=""/>
          <p:cNvSpPr txBox="1"/>
          <p:nvPr/>
        </p:nvSpPr>
        <p:spPr>
          <a:xfrm>
            <a:off x="10275255" y="1492822"/>
            <a:ext cx="232410" cy="253365"/>
          </a:xfrm>
          <a:prstGeom prst="rect">
            <a:avLst/>
          </a:prstGeom>
        </p:spPr>
        <p:txBody>
          <a:bodyPr wrap="square" lIns="0" tIns="30480" rIns="0" bIns="0" rtlCol="0" vert="horz">
            <a:spAutoFit/>
          </a:bodyPr>
          <a:lstStyle/>
          <a:p>
            <a:pPr marL="12700" marR="5080">
              <a:lnSpc>
                <a:spcPts val="830"/>
              </a:lnSpc>
              <a:spcBef>
                <a:spcPts val="240"/>
              </a:spcBef>
            </a:pPr>
            <a:r>
              <a:rPr dirty="0" sz="800" spc="-25">
                <a:latin typeface="宋体"/>
                <a:cs typeface="宋体"/>
              </a:rPr>
              <a:t>分之结果</a:t>
            </a:r>
            <a:endParaRPr sz="800">
              <a:latin typeface="宋体"/>
              <a:cs typeface="宋体"/>
            </a:endParaRPr>
          </a:p>
        </p:txBody>
      </p:sp>
      <p:grpSp>
        <p:nvGrpSpPr>
          <p:cNvPr id="58" name="object 58" descr=""/>
          <p:cNvGrpSpPr/>
          <p:nvPr/>
        </p:nvGrpSpPr>
        <p:grpSpPr>
          <a:xfrm>
            <a:off x="10225260" y="2107921"/>
            <a:ext cx="71120" cy="526415"/>
            <a:chOff x="10225260" y="2107921"/>
            <a:chExt cx="71120" cy="526415"/>
          </a:xfrm>
        </p:grpSpPr>
        <p:sp>
          <p:nvSpPr>
            <p:cNvPr id="59" name="object 59" descr=""/>
            <p:cNvSpPr/>
            <p:nvPr/>
          </p:nvSpPr>
          <p:spPr>
            <a:xfrm>
              <a:off x="10229385" y="2107921"/>
              <a:ext cx="0" cy="526415"/>
            </a:xfrm>
            <a:custGeom>
              <a:avLst/>
              <a:gdLst/>
              <a:ahLst/>
              <a:cxnLst/>
              <a:rect l="l" t="t" r="r" b="b"/>
              <a:pathLst>
                <a:path w="0" h="526414">
                  <a:moveTo>
                    <a:pt x="0" y="0"/>
                  </a:moveTo>
                  <a:lnTo>
                    <a:pt x="0" y="162202"/>
                  </a:lnTo>
                </a:path>
                <a:path w="0" h="526414">
                  <a:moveTo>
                    <a:pt x="0" y="364164"/>
                  </a:moveTo>
                  <a:lnTo>
                    <a:pt x="0" y="525825"/>
                  </a:lnTo>
                </a:path>
              </a:pathLst>
            </a:custGeom>
            <a:ln w="8181">
              <a:solidFill>
                <a:srgbClr val="000000"/>
              </a:solidFill>
            </a:ln>
          </p:spPr>
          <p:txBody>
            <a:bodyPr wrap="square" lIns="0" tIns="0" rIns="0" bIns="0" rtlCol="0"/>
            <a:lstStyle/>
            <a:p/>
          </p:txBody>
        </p:sp>
        <p:sp>
          <p:nvSpPr>
            <p:cNvPr id="60" name="object 60" descr=""/>
            <p:cNvSpPr/>
            <p:nvPr/>
          </p:nvSpPr>
          <p:spPr>
            <a:xfrm>
              <a:off x="10271992" y="2310753"/>
              <a:ext cx="24765" cy="121285"/>
            </a:xfrm>
            <a:custGeom>
              <a:avLst/>
              <a:gdLst/>
              <a:ahLst/>
              <a:cxnLst/>
              <a:rect l="l" t="t" r="r" b="b"/>
              <a:pathLst>
                <a:path w="24765" h="121285">
                  <a:moveTo>
                    <a:pt x="24180" y="0"/>
                  </a:moveTo>
                  <a:lnTo>
                    <a:pt x="0" y="0"/>
                  </a:lnTo>
                  <a:lnTo>
                    <a:pt x="0" y="120669"/>
                  </a:lnTo>
                  <a:lnTo>
                    <a:pt x="24180" y="120669"/>
                  </a:lnTo>
                  <a:lnTo>
                    <a:pt x="24180" y="0"/>
                  </a:lnTo>
                  <a:close/>
                </a:path>
              </a:pathLst>
            </a:custGeom>
            <a:solidFill>
              <a:srgbClr val="FFFFFF"/>
            </a:solidFill>
          </p:spPr>
          <p:txBody>
            <a:bodyPr wrap="square" lIns="0" tIns="0" rIns="0" bIns="0" rtlCol="0"/>
            <a:lstStyle/>
            <a:p/>
          </p:txBody>
        </p:sp>
      </p:grpSp>
      <p:grpSp>
        <p:nvGrpSpPr>
          <p:cNvPr id="61" name="object 61" descr=""/>
          <p:cNvGrpSpPr/>
          <p:nvPr/>
        </p:nvGrpSpPr>
        <p:grpSpPr>
          <a:xfrm>
            <a:off x="8078008" y="1499070"/>
            <a:ext cx="3600450" cy="1697355"/>
            <a:chOff x="8078008" y="1499070"/>
            <a:chExt cx="3600450" cy="1697355"/>
          </a:xfrm>
        </p:grpSpPr>
        <p:sp>
          <p:nvSpPr>
            <p:cNvPr id="62" name="object 62" descr=""/>
            <p:cNvSpPr/>
            <p:nvPr/>
          </p:nvSpPr>
          <p:spPr>
            <a:xfrm>
              <a:off x="10108797" y="2107921"/>
              <a:ext cx="289560" cy="526415"/>
            </a:xfrm>
            <a:custGeom>
              <a:avLst/>
              <a:gdLst/>
              <a:ahLst/>
              <a:cxnLst/>
              <a:rect l="l" t="t" r="r" b="b"/>
              <a:pathLst>
                <a:path w="289559" h="526414">
                  <a:moveTo>
                    <a:pt x="120587" y="0"/>
                  </a:moveTo>
                  <a:lnTo>
                    <a:pt x="289524" y="121425"/>
                  </a:lnTo>
                </a:path>
                <a:path w="289559" h="526414">
                  <a:moveTo>
                    <a:pt x="289525" y="404376"/>
                  </a:moveTo>
                  <a:lnTo>
                    <a:pt x="120587" y="525825"/>
                  </a:lnTo>
                </a:path>
                <a:path w="289559" h="526414">
                  <a:moveTo>
                    <a:pt x="289524" y="121425"/>
                  </a:moveTo>
                  <a:lnTo>
                    <a:pt x="289525" y="404376"/>
                  </a:lnTo>
                </a:path>
                <a:path w="289559" h="526414">
                  <a:moveTo>
                    <a:pt x="120587" y="364164"/>
                  </a:moveTo>
                  <a:lnTo>
                    <a:pt x="168592" y="242964"/>
                  </a:lnTo>
                </a:path>
                <a:path w="289559" h="526414">
                  <a:moveTo>
                    <a:pt x="120587" y="162202"/>
                  </a:moveTo>
                  <a:lnTo>
                    <a:pt x="168592" y="283628"/>
                  </a:lnTo>
                </a:path>
                <a:path w="289559" h="526414">
                  <a:moveTo>
                    <a:pt x="0" y="455883"/>
                  </a:moveTo>
                  <a:lnTo>
                    <a:pt x="60523" y="455883"/>
                  </a:lnTo>
                </a:path>
              </a:pathLst>
            </a:custGeom>
            <a:ln w="8181">
              <a:solidFill>
                <a:srgbClr val="000000"/>
              </a:solidFill>
            </a:ln>
          </p:spPr>
          <p:txBody>
            <a:bodyPr wrap="square" lIns="0" tIns="0" rIns="0" bIns="0" rtlCol="0"/>
            <a:lstStyle/>
            <a:p/>
          </p:txBody>
        </p:sp>
        <p:sp>
          <p:nvSpPr>
            <p:cNvPr id="63" name="object 63" descr=""/>
            <p:cNvSpPr/>
            <p:nvPr/>
          </p:nvSpPr>
          <p:spPr>
            <a:xfrm>
              <a:off x="10138886" y="2535340"/>
              <a:ext cx="90805" cy="57785"/>
            </a:xfrm>
            <a:custGeom>
              <a:avLst/>
              <a:gdLst/>
              <a:ahLst/>
              <a:cxnLst/>
              <a:rect l="l" t="t" r="r" b="b"/>
              <a:pathLst>
                <a:path w="90804" h="57785">
                  <a:moveTo>
                    <a:pt x="0" y="0"/>
                  </a:moveTo>
                  <a:lnTo>
                    <a:pt x="29055" y="29300"/>
                  </a:lnTo>
                  <a:lnTo>
                    <a:pt x="0" y="57719"/>
                  </a:lnTo>
                  <a:lnTo>
                    <a:pt x="90498" y="29300"/>
                  </a:lnTo>
                  <a:lnTo>
                    <a:pt x="0" y="0"/>
                  </a:lnTo>
                  <a:close/>
                </a:path>
              </a:pathLst>
            </a:custGeom>
            <a:solidFill>
              <a:srgbClr val="000000"/>
            </a:solidFill>
          </p:spPr>
          <p:txBody>
            <a:bodyPr wrap="square" lIns="0" tIns="0" rIns="0" bIns="0" rtlCol="0"/>
            <a:lstStyle/>
            <a:p/>
          </p:txBody>
        </p:sp>
        <p:sp>
          <p:nvSpPr>
            <p:cNvPr id="64" name="object 64" descr=""/>
            <p:cNvSpPr/>
            <p:nvPr/>
          </p:nvSpPr>
          <p:spPr>
            <a:xfrm>
              <a:off x="10108797" y="2178404"/>
              <a:ext cx="60960" cy="0"/>
            </a:xfrm>
            <a:custGeom>
              <a:avLst/>
              <a:gdLst/>
              <a:ahLst/>
              <a:cxnLst/>
              <a:rect l="l" t="t" r="r" b="b"/>
              <a:pathLst>
                <a:path w="60959" h="0">
                  <a:moveTo>
                    <a:pt x="0" y="0"/>
                  </a:moveTo>
                  <a:lnTo>
                    <a:pt x="60523" y="0"/>
                  </a:lnTo>
                </a:path>
              </a:pathLst>
            </a:custGeom>
            <a:ln w="8113">
              <a:solidFill>
                <a:srgbClr val="000000"/>
              </a:solidFill>
            </a:ln>
          </p:spPr>
          <p:txBody>
            <a:bodyPr wrap="square" lIns="0" tIns="0" rIns="0" bIns="0" rtlCol="0"/>
            <a:lstStyle/>
            <a:p/>
          </p:txBody>
        </p:sp>
        <p:sp>
          <p:nvSpPr>
            <p:cNvPr id="65" name="object 65" descr=""/>
            <p:cNvSpPr/>
            <p:nvPr/>
          </p:nvSpPr>
          <p:spPr>
            <a:xfrm>
              <a:off x="10138886" y="2149940"/>
              <a:ext cx="90805" cy="57785"/>
            </a:xfrm>
            <a:custGeom>
              <a:avLst/>
              <a:gdLst/>
              <a:ahLst/>
              <a:cxnLst/>
              <a:rect l="l" t="t" r="r" b="b"/>
              <a:pathLst>
                <a:path w="90804" h="57785">
                  <a:moveTo>
                    <a:pt x="0" y="0"/>
                  </a:moveTo>
                  <a:lnTo>
                    <a:pt x="29055" y="29029"/>
                  </a:lnTo>
                  <a:lnTo>
                    <a:pt x="0" y="57719"/>
                  </a:lnTo>
                  <a:lnTo>
                    <a:pt x="90498" y="29029"/>
                  </a:lnTo>
                  <a:lnTo>
                    <a:pt x="0" y="0"/>
                  </a:lnTo>
                  <a:close/>
                </a:path>
              </a:pathLst>
            </a:custGeom>
            <a:solidFill>
              <a:srgbClr val="000000"/>
            </a:solidFill>
          </p:spPr>
          <p:txBody>
            <a:bodyPr wrap="square" lIns="0" tIns="0" rIns="0" bIns="0" rtlCol="0"/>
            <a:lstStyle/>
            <a:p/>
          </p:txBody>
        </p:sp>
        <p:sp>
          <p:nvSpPr>
            <p:cNvPr id="66" name="object 66" descr=""/>
            <p:cNvSpPr/>
            <p:nvPr/>
          </p:nvSpPr>
          <p:spPr>
            <a:xfrm>
              <a:off x="9722687" y="2248323"/>
              <a:ext cx="157480" cy="0"/>
            </a:xfrm>
            <a:custGeom>
              <a:avLst/>
              <a:gdLst/>
              <a:ahLst/>
              <a:cxnLst/>
              <a:rect l="l" t="t" r="r" b="b"/>
              <a:pathLst>
                <a:path w="157479" h="0">
                  <a:moveTo>
                    <a:pt x="0" y="0"/>
                  </a:moveTo>
                  <a:lnTo>
                    <a:pt x="157108" y="0"/>
                  </a:lnTo>
                </a:path>
              </a:pathLst>
            </a:custGeom>
            <a:ln w="8113">
              <a:solidFill>
                <a:srgbClr val="000000"/>
              </a:solidFill>
            </a:ln>
          </p:spPr>
          <p:txBody>
            <a:bodyPr wrap="square" lIns="0" tIns="0" rIns="0" bIns="0" rtlCol="0"/>
            <a:lstStyle/>
            <a:p/>
          </p:txBody>
        </p:sp>
        <p:sp>
          <p:nvSpPr>
            <p:cNvPr id="67" name="object 67" descr=""/>
            <p:cNvSpPr/>
            <p:nvPr/>
          </p:nvSpPr>
          <p:spPr>
            <a:xfrm>
              <a:off x="9849591" y="2219858"/>
              <a:ext cx="90170" cy="57785"/>
            </a:xfrm>
            <a:custGeom>
              <a:avLst/>
              <a:gdLst/>
              <a:ahLst/>
              <a:cxnLst/>
              <a:rect l="l" t="t" r="r" b="b"/>
              <a:pathLst>
                <a:path w="90170" h="57785">
                  <a:moveTo>
                    <a:pt x="0" y="0"/>
                  </a:moveTo>
                  <a:lnTo>
                    <a:pt x="29055" y="28464"/>
                  </a:lnTo>
                  <a:lnTo>
                    <a:pt x="0" y="57719"/>
                  </a:lnTo>
                  <a:lnTo>
                    <a:pt x="90153" y="28464"/>
                  </a:lnTo>
                  <a:lnTo>
                    <a:pt x="0" y="0"/>
                  </a:lnTo>
                  <a:close/>
                </a:path>
              </a:pathLst>
            </a:custGeom>
            <a:solidFill>
              <a:srgbClr val="000000"/>
            </a:solidFill>
          </p:spPr>
          <p:txBody>
            <a:bodyPr wrap="square" lIns="0" tIns="0" rIns="0" bIns="0" rtlCol="0"/>
            <a:lstStyle/>
            <a:p/>
          </p:txBody>
        </p:sp>
        <p:sp>
          <p:nvSpPr>
            <p:cNvPr id="68" name="object 68" descr=""/>
            <p:cNvSpPr/>
            <p:nvPr/>
          </p:nvSpPr>
          <p:spPr>
            <a:xfrm>
              <a:off x="9722687" y="2563804"/>
              <a:ext cx="157480" cy="0"/>
            </a:xfrm>
            <a:custGeom>
              <a:avLst/>
              <a:gdLst/>
              <a:ahLst/>
              <a:cxnLst/>
              <a:rect l="l" t="t" r="r" b="b"/>
              <a:pathLst>
                <a:path w="157479" h="0">
                  <a:moveTo>
                    <a:pt x="0" y="0"/>
                  </a:moveTo>
                  <a:lnTo>
                    <a:pt x="157108" y="0"/>
                  </a:lnTo>
                </a:path>
              </a:pathLst>
            </a:custGeom>
            <a:ln w="8113">
              <a:solidFill>
                <a:srgbClr val="000000"/>
              </a:solidFill>
            </a:ln>
          </p:spPr>
          <p:txBody>
            <a:bodyPr wrap="square" lIns="0" tIns="0" rIns="0" bIns="0" rtlCol="0"/>
            <a:lstStyle/>
            <a:p/>
          </p:txBody>
        </p:sp>
        <p:sp>
          <p:nvSpPr>
            <p:cNvPr id="69" name="object 69" descr=""/>
            <p:cNvSpPr/>
            <p:nvPr/>
          </p:nvSpPr>
          <p:spPr>
            <a:xfrm>
              <a:off x="9849591" y="2535340"/>
              <a:ext cx="90170" cy="57785"/>
            </a:xfrm>
            <a:custGeom>
              <a:avLst/>
              <a:gdLst/>
              <a:ahLst/>
              <a:cxnLst/>
              <a:rect l="l" t="t" r="r" b="b"/>
              <a:pathLst>
                <a:path w="90170" h="57785">
                  <a:moveTo>
                    <a:pt x="0" y="0"/>
                  </a:moveTo>
                  <a:lnTo>
                    <a:pt x="29055" y="29300"/>
                  </a:lnTo>
                  <a:lnTo>
                    <a:pt x="0" y="57719"/>
                  </a:lnTo>
                  <a:lnTo>
                    <a:pt x="90153" y="29300"/>
                  </a:lnTo>
                  <a:lnTo>
                    <a:pt x="0" y="0"/>
                  </a:lnTo>
                  <a:close/>
                </a:path>
              </a:pathLst>
            </a:custGeom>
            <a:solidFill>
              <a:srgbClr val="000000"/>
            </a:solidFill>
          </p:spPr>
          <p:txBody>
            <a:bodyPr wrap="square" lIns="0" tIns="0" rIns="0" bIns="0" rtlCol="0"/>
            <a:lstStyle/>
            <a:p/>
          </p:txBody>
        </p:sp>
        <p:sp>
          <p:nvSpPr>
            <p:cNvPr id="70" name="object 70" descr=""/>
            <p:cNvSpPr/>
            <p:nvPr/>
          </p:nvSpPr>
          <p:spPr>
            <a:xfrm>
              <a:off x="9071284" y="2770861"/>
              <a:ext cx="287020" cy="421640"/>
            </a:xfrm>
            <a:custGeom>
              <a:avLst/>
              <a:gdLst/>
              <a:ahLst/>
              <a:cxnLst/>
              <a:rect l="l" t="t" r="r" b="b"/>
              <a:pathLst>
                <a:path w="287020" h="421639">
                  <a:moveTo>
                    <a:pt x="0" y="210400"/>
                  </a:moveTo>
                  <a:lnTo>
                    <a:pt x="5105" y="266573"/>
                  </a:lnTo>
                  <a:lnTo>
                    <a:pt x="19523" y="316993"/>
                  </a:lnTo>
                  <a:lnTo>
                    <a:pt x="41904" y="359672"/>
                  </a:lnTo>
                  <a:lnTo>
                    <a:pt x="70897" y="392619"/>
                  </a:lnTo>
                  <a:lnTo>
                    <a:pt x="105155" y="413847"/>
                  </a:lnTo>
                  <a:lnTo>
                    <a:pt x="143327" y="421364"/>
                  </a:lnTo>
                  <a:lnTo>
                    <a:pt x="181507" y="413847"/>
                  </a:lnTo>
                  <a:lnTo>
                    <a:pt x="215785" y="392619"/>
                  </a:lnTo>
                  <a:lnTo>
                    <a:pt x="244807" y="359672"/>
                  </a:lnTo>
                  <a:lnTo>
                    <a:pt x="267215" y="316993"/>
                  </a:lnTo>
                  <a:lnTo>
                    <a:pt x="281654" y="266573"/>
                  </a:lnTo>
                  <a:lnTo>
                    <a:pt x="286768" y="210400"/>
                  </a:lnTo>
                  <a:lnTo>
                    <a:pt x="281654" y="154563"/>
                  </a:lnTo>
                  <a:lnTo>
                    <a:pt x="267215" y="104329"/>
                  </a:lnTo>
                  <a:lnTo>
                    <a:pt x="244807" y="61728"/>
                  </a:lnTo>
                  <a:lnTo>
                    <a:pt x="215785" y="28787"/>
                  </a:lnTo>
                  <a:lnTo>
                    <a:pt x="181507" y="7534"/>
                  </a:lnTo>
                  <a:lnTo>
                    <a:pt x="143326" y="0"/>
                  </a:lnTo>
                  <a:lnTo>
                    <a:pt x="105155" y="7534"/>
                  </a:lnTo>
                  <a:lnTo>
                    <a:pt x="70897" y="28787"/>
                  </a:lnTo>
                  <a:lnTo>
                    <a:pt x="41904" y="61728"/>
                  </a:lnTo>
                  <a:lnTo>
                    <a:pt x="19523" y="104329"/>
                  </a:lnTo>
                  <a:lnTo>
                    <a:pt x="5105" y="154563"/>
                  </a:lnTo>
                  <a:lnTo>
                    <a:pt x="0" y="210400"/>
                  </a:lnTo>
                  <a:close/>
                </a:path>
              </a:pathLst>
            </a:custGeom>
            <a:ln w="8206">
              <a:solidFill>
                <a:srgbClr val="000000"/>
              </a:solidFill>
            </a:ln>
          </p:spPr>
          <p:txBody>
            <a:bodyPr wrap="square" lIns="0" tIns="0" rIns="0" bIns="0" rtlCol="0"/>
            <a:lstStyle/>
            <a:p/>
          </p:txBody>
        </p:sp>
        <p:sp>
          <p:nvSpPr>
            <p:cNvPr id="71" name="object 71" descr=""/>
            <p:cNvSpPr/>
            <p:nvPr/>
          </p:nvSpPr>
          <p:spPr>
            <a:xfrm>
              <a:off x="10567029" y="1638821"/>
              <a:ext cx="142240" cy="242570"/>
            </a:xfrm>
            <a:custGeom>
              <a:avLst/>
              <a:gdLst/>
              <a:ahLst/>
              <a:cxnLst/>
              <a:rect l="l" t="t" r="r" b="b"/>
              <a:pathLst>
                <a:path w="142240" h="242569">
                  <a:moveTo>
                    <a:pt x="141948" y="0"/>
                  </a:moveTo>
                  <a:lnTo>
                    <a:pt x="0" y="0"/>
                  </a:lnTo>
                  <a:lnTo>
                    <a:pt x="0" y="242174"/>
                  </a:lnTo>
                  <a:lnTo>
                    <a:pt x="141948" y="242174"/>
                  </a:lnTo>
                  <a:lnTo>
                    <a:pt x="141948" y="0"/>
                  </a:lnTo>
                  <a:close/>
                </a:path>
              </a:pathLst>
            </a:custGeom>
            <a:solidFill>
              <a:srgbClr val="FFFFFF"/>
            </a:solidFill>
          </p:spPr>
          <p:txBody>
            <a:bodyPr wrap="square" lIns="0" tIns="0" rIns="0" bIns="0" rtlCol="0"/>
            <a:lstStyle/>
            <a:p/>
          </p:txBody>
        </p:sp>
        <p:sp>
          <p:nvSpPr>
            <p:cNvPr id="72" name="object 72" descr=""/>
            <p:cNvSpPr/>
            <p:nvPr/>
          </p:nvSpPr>
          <p:spPr>
            <a:xfrm>
              <a:off x="10567029" y="1638821"/>
              <a:ext cx="142240" cy="242570"/>
            </a:xfrm>
            <a:custGeom>
              <a:avLst/>
              <a:gdLst/>
              <a:ahLst/>
              <a:cxnLst/>
              <a:rect l="l" t="t" r="r" b="b"/>
              <a:pathLst>
                <a:path w="142240" h="242569">
                  <a:moveTo>
                    <a:pt x="0" y="242174"/>
                  </a:moveTo>
                  <a:lnTo>
                    <a:pt x="141948" y="242174"/>
                  </a:lnTo>
                  <a:lnTo>
                    <a:pt x="141948" y="0"/>
                  </a:lnTo>
                  <a:lnTo>
                    <a:pt x="0" y="0"/>
                  </a:lnTo>
                  <a:lnTo>
                    <a:pt x="0" y="242174"/>
                  </a:lnTo>
                  <a:close/>
                </a:path>
              </a:pathLst>
            </a:custGeom>
            <a:ln w="8215">
              <a:solidFill>
                <a:srgbClr val="000000"/>
              </a:solidFill>
            </a:ln>
          </p:spPr>
          <p:txBody>
            <a:bodyPr wrap="square" lIns="0" tIns="0" rIns="0" bIns="0" rtlCol="0"/>
            <a:lstStyle/>
            <a:p/>
          </p:txBody>
        </p:sp>
        <p:sp>
          <p:nvSpPr>
            <p:cNvPr id="73" name="object 73" descr=""/>
            <p:cNvSpPr/>
            <p:nvPr/>
          </p:nvSpPr>
          <p:spPr>
            <a:xfrm>
              <a:off x="10567030" y="2212946"/>
              <a:ext cx="142240" cy="348615"/>
            </a:xfrm>
            <a:custGeom>
              <a:avLst/>
              <a:gdLst/>
              <a:ahLst/>
              <a:cxnLst/>
              <a:rect l="l" t="t" r="r" b="b"/>
              <a:pathLst>
                <a:path w="142240" h="348614">
                  <a:moveTo>
                    <a:pt x="141948" y="0"/>
                  </a:moveTo>
                  <a:lnTo>
                    <a:pt x="0" y="0"/>
                  </a:lnTo>
                  <a:lnTo>
                    <a:pt x="0" y="348068"/>
                  </a:lnTo>
                  <a:lnTo>
                    <a:pt x="141948" y="348068"/>
                  </a:lnTo>
                  <a:lnTo>
                    <a:pt x="141948" y="0"/>
                  </a:lnTo>
                  <a:close/>
                </a:path>
              </a:pathLst>
            </a:custGeom>
            <a:solidFill>
              <a:srgbClr val="FFFFFF"/>
            </a:solidFill>
          </p:spPr>
          <p:txBody>
            <a:bodyPr wrap="square" lIns="0" tIns="0" rIns="0" bIns="0" rtlCol="0"/>
            <a:lstStyle/>
            <a:p/>
          </p:txBody>
        </p:sp>
        <p:sp>
          <p:nvSpPr>
            <p:cNvPr id="74" name="object 74" descr=""/>
            <p:cNvSpPr/>
            <p:nvPr/>
          </p:nvSpPr>
          <p:spPr>
            <a:xfrm>
              <a:off x="10398322" y="2212946"/>
              <a:ext cx="311150" cy="348615"/>
            </a:xfrm>
            <a:custGeom>
              <a:avLst/>
              <a:gdLst/>
              <a:ahLst/>
              <a:cxnLst/>
              <a:rect l="l" t="t" r="r" b="b"/>
              <a:pathLst>
                <a:path w="311150" h="348614">
                  <a:moveTo>
                    <a:pt x="168707" y="348068"/>
                  </a:moveTo>
                  <a:lnTo>
                    <a:pt x="310656" y="348068"/>
                  </a:lnTo>
                  <a:lnTo>
                    <a:pt x="310656" y="0"/>
                  </a:lnTo>
                  <a:lnTo>
                    <a:pt x="168707" y="0"/>
                  </a:lnTo>
                  <a:lnTo>
                    <a:pt x="168707" y="348068"/>
                  </a:lnTo>
                  <a:close/>
                </a:path>
                <a:path w="311150" h="348614">
                  <a:moveTo>
                    <a:pt x="0" y="175892"/>
                  </a:moveTo>
                  <a:lnTo>
                    <a:pt x="84755" y="175892"/>
                  </a:lnTo>
                </a:path>
              </a:pathLst>
            </a:custGeom>
            <a:ln w="8181">
              <a:solidFill>
                <a:srgbClr val="000000"/>
              </a:solidFill>
            </a:ln>
          </p:spPr>
          <p:txBody>
            <a:bodyPr wrap="square" lIns="0" tIns="0" rIns="0" bIns="0" rtlCol="0"/>
            <a:lstStyle/>
            <a:p/>
          </p:txBody>
        </p:sp>
        <p:sp>
          <p:nvSpPr>
            <p:cNvPr id="75" name="object 75" descr=""/>
            <p:cNvSpPr/>
            <p:nvPr/>
          </p:nvSpPr>
          <p:spPr>
            <a:xfrm>
              <a:off x="10452644" y="2360374"/>
              <a:ext cx="91440" cy="57785"/>
            </a:xfrm>
            <a:custGeom>
              <a:avLst/>
              <a:gdLst/>
              <a:ahLst/>
              <a:cxnLst/>
              <a:rect l="l" t="t" r="r" b="b"/>
              <a:pathLst>
                <a:path w="91440" h="57785">
                  <a:moveTo>
                    <a:pt x="0" y="0"/>
                  </a:moveTo>
                  <a:lnTo>
                    <a:pt x="29055" y="28916"/>
                  </a:lnTo>
                  <a:lnTo>
                    <a:pt x="0" y="57719"/>
                  </a:lnTo>
                  <a:lnTo>
                    <a:pt x="91072" y="28916"/>
                  </a:lnTo>
                  <a:lnTo>
                    <a:pt x="0" y="0"/>
                  </a:lnTo>
                  <a:close/>
                </a:path>
              </a:pathLst>
            </a:custGeom>
            <a:solidFill>
              <a:srgbClr val="000000"/>
            </a:solidFill>
          </p:spPr>
          <p:txBody>
            <a:bodyPr wrap="square" lIns="0" tIns="0" rIns="0" bIns="0" rtlCol="0"/>
            <a:lstStyle/>
            <a:p/>
          </p:txBody>
        </p:sp>
        <p:sp>
          <p:nvSpPr>
            <p:cNvPr id="76" name="object 76" descr=""/>
            <p:cNvSpPr/>
            <p:nvPr/>
          </p:nvSpPr>
          <p:spPr>
            <a:xfrm>
              <a:off x="11531960" y="2353393"/>
              <a:ext cx="142240" cy="278130"/>
            </a:xfrm>
            <a:custGeom>
              <a:avLst/>
              <a:gdLst/>
              <a:ahLst/>
              <a:cxnLst/>
              <a:rect l="l" t="t" r="r" b="b"/>
              <a:pathLst>
                <a:path w="142240" h="278130">
                  <a:moveTo>
                    <a:pt x="142235" y="0"/>
                  </a:moveTo>
                  <a:lnTo>
                    <a:pt x="0" y="0"/>
                  </a:lnTo>
                  <a:lnTo>
                    <a:pt x="0" y="277562"/>
                  </a:lnTo>
                  <a:lnTo>
                    <a:pt x="142235" y="277562"/>
                  </a:lnTo>
                  <a:lnTo>
                    <a:pt x="142235" y="0"/>
                  </a:lnTo>
                  <a:close/>
                </a:path>
              </a:pathLst>
            </a:custGeom>
            <a:solidFill>
              <a:srgbClr val="FFFFFF"/>
            </a:solidFill>
          </p:spPr>
          <p:txBody>
            <a:bodyPr wrap="square" lIns="0" tIns="0" rIns="0" bIns="0" rtlCol="0"/>
            <a:lstStyle/>
            <a:p/>
          </p:txBody>
        </p:sp>
        <p:sp>
          <p:nvSpPr>
            <p:cNvPr id="77" name="object 77" descr=""/>
            <p:cNvSpPr/>
            <p:nvPr/>
          </p:nvSpPr>
          <p:spPr>
            <a:xfrm>
              <a:off x="11531960" y="2353393"/>
              <a:ext cx="142240" cy="278130"/>
            </a:xfrm>
            <a:custGeom>
              <a:avLst/>
              <a:gdLst/>
              <a:ahLst/>
              <a:cxnLst/>
              <a:rect l="l" t="t" r="r" b="b"/>
              <a:pathLst>
                <a:path w="142240" h="278130">
                  <a:moveTo>
                    <a:pt x="0" y="277562"/>
                  </a:moveTo>
                  <a:lnTo>
                    <a:pt x="142235" y="277562"/>
                  </a:lnTo>
                  <a:lnTo>
                    <a:pt x="142235" y="0"/>
                  </a:lnTo>
                  <a:lnTo>
                    <a:pt x="0" y="0"/>
                  </a:lnTo>
                  <a:lnTo>
                    <a:pt x="0" y="277562"/>
                  </a:lnTo>
                  <a:close/>
                </a:path>
              </a:pathLst>
            </a:custGeom>
            <a:ln w="8221">
              <a:solidFill>
                <a:srgbClr val="000000"/>
              </a:solidFill>
            </a:ln>
          </p:spPr>
          <p:txBody>
            <a:bodyPr wrap="square" lIns="0" tIns="0" rIns="0" bIns="0" rtlCol="0"/>
            <a:lstStyle/>
            <a:p/>
          </p:txBody>
        </p:sp>
        <p:pic>
          <p:nvPicPr>
            <p:cNvPr id="78" name="object 78" descr=""/>
            <p:cNvPicPr/>
            <p:nvPr/>
          </p:nvPicPr>
          <p:blipFill>
            <a:blip r:embed="rId3" cstate="print"/>
            <a:stretch>
              <a:fillRect/>
            </a:stretch>
          </p:blipFill>
          <p:spPr>
            <a:xfrm>
              <a:off x="8078008" y="1499070"/>
              <a:ext cx="172398" cy="390761"/>
            </a:xfrm>
            <a:prstGeom prst="rect">
              <a:avLst/>
            </a:prstGeom>
          </p:spPr>
        </p:pic>
      </p:grpSp>
      <p:sp>
        <p:nvSpPr>
          <p:cNvPr id="79" name="object 79" descr=""/>
          <p:cNvSpPr txBox="1"/>
          <p:nvPr/>
        </p:nvSpPr>
        <p:spPr>
          <a:xfrm>
            <a:off x="8103852" y="1502321"/>
            <a:ext cx="104775" cy="219710"/>
          </a:xfrm>
          <a:prstGeom prst="rect">
            <a:avLst/>
          </a:prstGeom>
        </p:spPr>
        <p:txBody>
          <a:bodyPr wrap="square" lIns="0" tIns="24130" rIns="0" bIns="0" rtlCol="0" vert="horz">
            <a:spAutoFit/>
          </a:bodyPr>
          <a:lstStyle/>
          <a:p>
            <a:pPr marL="28575" marR="5080" indent="-16510">
              <a:lnSpc>
                <a:spcPts val="720"/>
              </a:lnSpc>
              <a:spcBef>
                <a:spcPts val="190"/>
              </a:spcBef>
            </a:pPr>
            <a:r>
              <a:rPr dirty="0" sz="650" spc="-50">
                <a:latin typeface="Times New Roman"/>
                <a:cs typeface="Times New Roman"/>
              </a:rPr>
              <a:t>M</a:t>
            </a:r>
            <a:r>
              <a:rPr dirty="0" sz="650" spc="500">
                <a:latin typeface="Times New Roman"/>
                <a:cs typeface="Times New Roman"/>
              </a:rPr>
              <a:t> </a:t>
            </a:r>
            <a:r>
              <a:rPr dirty="0" sz="650" spc="-50">
                <a:latin typeface="Times New Roman"/>
                <a:cs typeface="Times New Roman"/>
              </a:rPr>
              <a:t>U</a:t>
            </a:r>
            <a:endParaRPr sz="650">
              <a:latin typeface="Times New Roman"/>
              <a:cs typeface="Times New Roman"/>
            </a:endParaRPr>
          </a:p>
        </p:txBody>
      </p:sp>
      <p:sp>
        <p:nvSpPr>
          <p:cNvPr id="80" name="object 80" descr=""/>
          <p:cNvSpPr txBox="1"/>
          <p:nvPr/>
        </p:nvSpPr>
        <p:spPr>
          <a:xfrm>
            <a:off x="8112959" y="1675932"/>
            <a:ext cx="88265" cy="207010"/>
          </a:xfrm>
          <a:prstGeom prst="rect">
            <a:avLst/>
          </a:prstGeom>
        </p:spPr>
        <p:txBody>
          <a:bodyPr wrap="square" lIns="0" tIns="34925" rIns="0" bIns="0" rtlCol="0" vert="horz">
            <a:spAutoFit/>
          </a:bodyPr>
          <a:lstStyle/>
          <a:p>
            <a:pPr marL="26670" marR="5080" indent="-14604">
              <a:lnSpc>
                <a:spcPct val="79700"/>
              </a:lnSpc>
              <a:spcBef>
                <a:spcPts val="275"/>
              </a:spcBef>
            </a:pPr>
            <a:r>
              <a:rPr dirty="0" sz="650" spc="-50">
                <a:latin typeface="Times New Roman"/>
                <a:cs typeface="Times New Roman"/>
              </a:rPr>
              <a:t>X</a:t>
            </a:r>
            <a:r>
              <a:rPr dirty="0" sz="650" spc="500">
                <a:latin typeface="Times New Roman"/>
                <a:cs typeface="Times New Roman"/>
              </a:rPr>
              <a:t> </a:t>
            </a:r>
            <a:r>
              <a:rPr dirty="0" sz="650" spc="-50">
                <a:latin typeface="Times New Roman"/>
                <a:cs typeface="Times New Roman"/>
              </a:rPr>
              <a:t>1</a:t>
            </a:r>
            <a:endParaRPr sz="650">
              <a:latin typeface="Times New Roman"/>
              <a:cs typeface="Times New Roman"/>
            </a:endParaRPr>
          </a:p>
        </p:txBody>
      </p:sp>
      <p:pic>
        <p:nvPicPr>
          <p:cNvPr id="81" name="object 81" descr=""/>
          <p:cNvPicPr/>
          <p:nvPr/>
        </p:nvPicPr>
        <p:blipFill>
          <a:blip r:embed="rId4" cstate="print"/>
          <a:stretch>
            <a:fillRect/>
          </a:stretch>
        </p:blipFill>
        <p:spPr>
          <a:xfrm>
            <a:off x="9943889" y="1989857"/>
            <a:ext cx="172363" cy="390761"/>
          </a:xfrm>
          <a:prstGeom prst="rect">
            <a:avLst/>
          </a:prstGeom>
        </p:spPr>
      </p:pic>
      <p:sp>
        <p:nvSpPr>
          <p:cNvPr id="82" name="object 82" descr=""/>
          <p:cNvSpPr txBox="1"/>
          <p:nvPr/>
        </p:nvSpPr>
        <p:spPr>
          <a:xfrm>
            <a:off x="9969767" y="1993108"/>
            <a:ext cx="102870" cy="127635"/>
          </a:xfrm>
          <a:prstGeom prst="rect">
            <a:avLst/>
          </a:prstGeom>
        </p:spPr>
        <p:txBody>
          <a:bodyPr wrap="square" lIns="0" tIns="15240" rIns="0" bIns="0" rtlCol="0" vert="horz">
            <a:spAutoFit/>
          </a:bodyPr>
          <a:lstStyle/>
          <a:p>
            <a:pPr marL="12700">
              <a:lnSpc>
                <a:spcPct val="100000"/>
              </a:lnSpc>
              <a:spcBef>
                <a:spcPts val="120"/>
              </a:spcBef>
            </a:pPr>
            <a:r>
              <a:rPr dirty="0" sz="650" spc="-50">
                <a:latin typeface="Times New Roman"/>
                <a:cs typeface="Times New Roman"/>
              </a:rPr>
              <a:t>M</a:t>
            </a:r>
            <a:endParaRPr sz="650">
              <a:latin typeface="Times New Roman"/>
              <a:cs typeface="Times New Roman"/>
            </a:endParaRPr>
          </a:p>
        </p:txBody>
      </p:sp>
      <p:sp>
        <p:nvSpPr>
          <p:cNvPr id="83" name="object 83" descr=""/>
          <p:cNvSpPr txBox="1"/>
          <p:nvPr/>
        </p:nvSpPr>
        <p:spPr>
          <a:xfrm>
            <a:off x="9978840" y="2084827"/>
            <a:ext cx="88265" cy="210820"/>
          </a:xfrm>
          <a:prstGeom prst="rect">
            <a:avLst/>
          </a:prstGeom>
        </p:spPr>
        <p:txBody>
          <a:bodyPr wrap="square" lIns="0" tIns="31750" rIns="0" bIns="0" rtlCol="0" vert="horz">
            <a:spAutoFit/>
          </a:bodyPr>
          <a:lstStyle/>
          <a:p>
            <a:pPr marL="12700" marR="5080">
              <a:lnSpc>
                <a:spcPts val="650"/>
              </a:lnSpc>
              <a:spcBef>
                <a:spcPts val="250"/>
              </a:spcBef>
            </a:pPr>
            <a:r>
              <a:rPr dirty="0" sz="650" spc="-50">
                <a:latin typeface="Times New Roman"/>
                <a:cs typeface="Times New Roman"/>
              </a:rPr>
              <a:t>U</a:t>
            </a:r>
            <a:r>
              <a:rPr dirty="0" sz="650" spc="500">
                <a:latin typeface="Times New Roman"/>
                <a:cs typeface="Times New Roman"/>
              </a:rPr>
              <a:t> </a:t>
            </a:r>
            <a:r>
              <a:rPr dirty="0" sz="650" spc="-50">
                <a:latin typeface="Times New Roman"/>
                <a:cs typeface="Times New Roman"/>
              </a:rPr>
              <a:t>X</a:t>
            </a:r>
            <a:endParaRPr sz="650">
              <a:latin typeface="Times New Roman"/>
              <a:cs typeface="Times New Roman"/>
            </a:endParaRPr>
          </a:p>
        </p:txBody>
      </p:sp>
      <p:pic>
        <p:nvPicPr>
          <p:cNvPr id="84" name="object 84" descr=""/>
          <p:cNvPicPr/>
          <p:nvPr/>
        </p:nvPicPr>
        <p:blipFill>
          <a:blip r:embed="rId5" cstate="print"/>
          <a:stretch>
            <a:fillRect/>
          </a:stretch>
        </p:blipFill>
        <p:spPr>
          <a:xfrm>
            <a:off x="9943889" y="2410386"/>
            <a:ext cx="172363" cy="391044"/>
          </a:xfrm>
          <a:prstGeom prst="rect">
            <a:avLst/>
          </a:prstGeom>
        </p:spPr>
      </p:pic>
      <p:sp>
        <p:nvSpPr>
          <p:cNvPr id="85" name="object 85" descr=""/>
          <p:cNvSpPr txBox="1"/>
          <p:nvPr/>
        </p:nvSpPr>
        <p:spPr>
          <a:xfrm>
            <a:off x="9969767" y="2245561"/>
            <a:ext cx="102870" cy="295910"/>
          </a:xfrm>
          <a:prstGeom prst="rect">
            <a:avLst/>
          </a:prstGeom>
        </p:spPr>
        <p:txBody>
          <a:bodyPr wrap="square" lIns="0" tIns="15240" rIns="0" bIns="0" rtlCol="0" vert="horz">
            <a:spAutoFit/>
          </a:bodyPr>
          <a:lstStyle/>
          <a:p>
            <a:pPr marL="34925">
              <a:lnSpc>
                <a:spcPct val="100000"/>
              </a:lnSpc>
              <a:spcBef>
                <a:spcPts val="120"/>
              </a:spcBef>
            </a:pPr>
            <a:r>
              <a:rPr dirty="0" sz="650" spc="-50">
                <a:latin typeface="Times New Roman"/>
                <a:cs typeface="Times New Roman"/>
              </a:rPr>
              <a:t>2</a:t>
            </a:r>
            <a:endParaRPr sz="650">
              <a:latin typeface="Times New Roman"/>
              <a:cs typeface="Times New Roman"/>
            </a:endParaRPr>
          </a:p>
          <a:p>
            <a:pPr marL="12700">
              <a:lnSpc>
                <a:spcPct val="100000"/>
              </a:lnSpc>
              <a:spcBef>
                <a:spcPts val="545"/>
              </a:spcBef>
            </a:pPr>
            <a:r>
              <a:rPr dirty="0" sz="650" spc="-50">
                <a:latin typeface="Times New Roman"/>
                <a:cs typeface="Times New Roman"/>
              </a:rPr>
              <a:t>M</a:t>
            </a:r>
            <a:endParaRPr sz="650">
              <a:latin typeface="Times New Roman"/>
              <a:cs typeface="Times New Roman"/>
            </a:endParaRPr>
          </a:p>
        </p:txBody>
      </p:sp>
      <p:sp>
        <p:nvSpPr>
          <p:cNvPr id="86" name="object 86" descr=""/>
          <p:cNvSpPr txBox="1"/>
          <p:nvPr/>
        </p:nvSpPr>
        <p:spPr>
          <a:xfrm>
            <a:off x="9978840" y="2505333"/>
            <a:ext cx="88265" cy="289560"/>
          </a:xfrm>
          <a:prstGeom prst="rect">
            <a:avLst/>
          </a:prstGeom>
        </p:spPr>
        <p:txBody>
          <a:bodyPr wrap="square" lIns="0" tIns="33020" rIns="0" bIns="0" rtlCol="0" vert="horz">
            <a:spAutoFit/>
          </a:bodyPr>
          <a:lstStyle/>
          <a:p>
            <a:pPr algn="just" marL="12700" marR="5080">
              <a:lnSpc>
                <a:spcPct val="81600"/>
              </a:lnSpc>
              <a:spcBef>
                <a:spcPts val="260"/>
              </a:spcBef>
            </a:pPr>
            <a:r>
              <a:rPr dirty="0" sz="650" spc="-50">
                <a:latin typeface="Times New Roman"/>
                <a:cs typeface="Times New Roman"/>
              </a:rPr>
              <a:t>U</a:t>
            </a:r>
            <a:r>
              <a:rPr dirty="0" sz="650" spc="500">
                <a:latin typeface="Times New Roman"/>
                <a:cs typeface="Times New Roman"/>
              </a:rPr>
              <a:t> </a:t>
            </a:r>
            <a:r>
              <a:rPr dirty="0" sz="650" spc="-50">
                <a:latin typeface="Times New Roman"/>
                <a:cs typeface="Times New Roman"/>
              </a:rPr>
              <a:t>X</a:t>
            </a:r>
            <a:r>
              <a:rPr dirty="0" sz="650" spc="500">
                <a:latin typeface="Times New Roman"/>
                <a:cs typeface="Times New Roman"/>
              </a:rPr>
              <a:t> </a:t>
            </a:r>
            <a:r>
              <a:rPr dirty="0" sz="650" spc="-50">
                <a:latin typeface="Times New Roman"/>
                <a:cs typeface="Times New Roman"/>
              </a:rPr>
              <a:t>3</a:t>
            </a:r>
            <a:endParaRPr sz="650">
              <a:latin typeface="Times New Roman"/>
              <a:cs typeface="Times New Roman"/>
            </a:endParaRPr>
          </a:p>
        </p:txBody>
      </p:sp>
      <p:pic>
        <p:nvPicPr>
          <p:cNvPr id="87" name="object 87" descr=""/>
          <p:cNvPicPr/>
          <p:nvPr/>
        </p:nvPicPr>
        <p:blipFill>
          <a:blip r:embed="rId6" cstate="print"/>
          <a:stretch>
            <a:fillRect/>
          </a:stretch>
        </p:blipFill>
        <p:spPr>
          <a:xfrm>
            <a:off x="11874094" y="2328381"/>
            <a:ext cx="172363" cy="391665"/>
          </a:xfrm>
          <a:prstGeom prst="rect">
            <a:avLst/>
          </a:prstGeom>
        </p:spPr>
      </p:pic>
      <p:sp>
        <p:nvSpPr>
          <p:cNvPr id="88" name="object 88" descr=""/>
          <p:cNvSpPr txBox="1"/>
          <p:nvPr/>
        </p:nvSpPr>
        <p:spPr>
          <a:xfrm>
            <a:off x="11899858" y="2331745"/>
            <a:ext cx="102870" cy="219075"/>
          </a:xfrm>
          <a:prstGeom prst="rect">
            <a:avLst/>
          </a:prstGeom>
        </p:spPr>
        <p:txBody>
          <a:bodyPr wrap="square" lIns="0" tIns="24130" rIns="0" bIns="0" rtlCol="0" vert="horz">
            <a:spAutoFit/>
          </a:bodyPr>
          <a:lstStyle/>
          <a:p>
            <a:pPr marL="20955" marR="5080" indent="-8890">
              <a:lnSpc>
                <a:spcPts val="720"/>
              </a:lnSpc>
              <a:spcBef>
                <a:spcPts val="190"/>
              </a:spcBef>
            </a:pPr>
            <a:r>
              <a:rPr dirty="0" sz="650" spc="-50">
                <a:latin typeface="Times New Roman"/>
                <a:cs typeface="Times New Roman"/>
              </a:rPr>
              <a:t>M</a:t>
            </a:r>
            <a:r>
              <a:rPr dirty="0" sz="650" spc="500">
                <a:latin typeface="Times New Roman"/>
                <a:cs typeface="Times New Roman"/>
              </a:rPr>
              <a:t> </a:t>
            </a:r>
            <a:r>
              <a:rPr dirty="0" sz="650" spc="-50">
                <a:latin typeface="Times New Roman"/>
                <a:cs typeface="Times New Roman"/>
              </a:rPr>
              <a:t>U</a:t>
            </a:r>
            <a:endParaRPr sz="650">
              <a:latin typeface="Times New Roman"/>
              <a:cs typeface="Times New Roman"/>
            </a:endParaRPr>
          </a:p>
        </p:txBody>
      </p:sp>
      <p:sp>
        <p:nvSpPr>
          <p:cNvPr id="89" name="object 89" descr=""/>
          <p:cNvSpPr txBox="1"/>
          <p:nvPr/>
        </p:nvSpPr>
        <p:spPr>
          <a:xfrm>
            <a:off x="11908701" y="2506169"/>
            <a:ext cx="88265" cy="206375"/>
          </a:xfrm>
          <a:prstGeom prst="rect">
            <a:avLst/>
          </a:prstGeom>
        </p:spPr>
        <p:txBody>
          <a:bodyPr wrap="square" lIns="0" tIns="35560" rIns="0" bIns="0" rtlCol="0" vert="horz">
            <a:spAutoFit/>
          </a:bodyPr>
          <a:lstStyle/>
          <a:p>
            <a:pPr marL="26670" marR="5080" indent="-14604">
              <a:lnSpc>
                <a:spcPct val="79300"/>
              </a:lnSpc>
              <a:spcBef>
                <a:spcPts val="280"/>
              </a:spcBef>
            </a:pPr>
            <a:r>
              <a:rPr dirty="0" sz="650" spc="-50">
                <a:latin typeface="Times New Roman"/>
                <a:cs typeface="Times New Roman"/>
              </a:rPr>
              <a:t>X</a:t>
            </a:r>
            <a:r>
              <a:rPr dirty="0" sz="650" spc="500">
                <a:latin typeface="Times New Roman"/>
                <a:cs typeface="Times New Roman"/>
              </a:rPr>
              <a:t> </a:t>
            </a:r>
            <a:r>
              <a:rPr dirty="0" sz="650" spc="-50">
                <a:latin typeface="Times New Roman"/>
                <a:cs typeface="Times New Roman"/>
              </a:rPr>
              <a:t>4</a:t>
            </a:r>
            <a:endParaRPr sz="650">
              <a:latin typeface="Times New Roman"/>
              <a:cs typeface="Times New Roman"/>
            </a:endParaRPr>
          </a:p>
        </p:txBody>
      </p:sp>
      <p:grpSp>
        <p:nvGrpSpPr>
          <p:cNvPr id="90" name="object 90" descr=""/>
          <p:cNvGrpSpPr/>
          <p:nvPr/>
        </p:nvGrpSpPr>
        <p:grpSpPr>
          <a:xfrm>
            <a:off x="7354302" y="1017172"/>
            <a:ext cx="4809490" cy="2498090"/>
            <a:chOff x="7354302" y="1017172"/>
            <a:chExt cx="4809490" cy="2498090"/>
          </a:xfrm>
        </p:grpSpPr>
        <p:sp>
          <p:nvSpPr>
            <p:cNvPr id="91" name="object 91" descr=""/>
            <p:cNvSpPr/>
            <p:nvPr/>
          </p:nvSpPr>
          <p:spPr>
            <a:xfrm>
              <a:off x="9408929" y="2248323"/>
              <a:ext cx="60960" cy="0"/>
            </a:xfrm>
            <a:custGeom>
              <a:avLst/>
              <a:gdLst/>
              <a:ahLst/>
              <a:cxnLst/>
              <a:rect l="l" t="t" r="r" b="b"/>
              <a:pathLst>
                <a:path w="60959" h="0">
                  <a:moveTo>
                    <a:pt x="0" y="0"/>
                  </a:moveTo>
                  <a:lnTo>
                    <a:pt x="60868" y="0"/>
                  </a:lnTo>
                </a:path>
              </a:pathLst>
            </a:custGeom>
            <a:ln w="8113">
              <a:solidFill>
                <a:srgbClr val="000000"/>
              </a:solidFill>
            </a:ln>
          </p:spPr>
          <p:txBody>
            <a:bodyPr wrap="square" lIns="0" tIns="0" rIns="0" bIns="0" rtlCol="0"/>
            <a:lstStyle/>
            <a:p/>
          </p:txBody>
        </p:sp>
        <p:sp>
          <p:nvSpPr>
            <p:cNvPr id="92" name="object 92" descr=""/>
            <p:cNvSpPr/>
            <p:nvPr/>
          </p:nvSpPr>
          <p:spPr>
            <a:xfrm>
              <a:off x="9439363" y="2219858"/>
              <a:ext cx="91440" cy="57785"/>
            </a:xfrm>
            <a:custGeom>
              <a:avLst/>
              <a:gdLst/>
              <a:ahLst/>
              <a:cxnLst/>
              <a:rect l="l" t="t" r="r" b="b"/>
              <a:pathLst>
                <a:path w="91440" h="57785">
                  <a:moveTo>
                    <a:pt x="0" y="0"/>
                  </a:moveTo>
                  <a:lnTo>
                    <a:pt x="29055" y="28464"/>
                  </a:lnTo>
                  <a:lnTo>
                    <a:pt x="0" y="57719"/>
                  </a:lnTo>
                  <a:lnTo>
                    <a:pt x="91072" y="28464"/>
                  </a:lnTo>
                  <a:lnTo>
                    <a:pt x="0" y="0"/>
                  </a:lnTo>
                  <a:close/>
                </a:path>
              </a:pathLst>
            </a:custGeom>
            <a:solidFill>
              <a:srgbClr val="000000"/>
            </a:solidFill>
          </p:spPr>
          <p:txBody>
            <a:bodyPr wrap="square" lIns="0" tIns="0" rIns="0" bIns="0" rtlCol="0"/>
            <a:lstStyle/>
            <a:p/>
          </p:txBody>
        </p:sp>
        <p:sp>
          <p:nvSpPr>
            <p:cNvPr id="93" name="object 93" descr=""/>
            <p:cNvSpPr/>
            <p:nvPr/>
          </p:nvSpPr>
          <p:spPr>
            <a:xfrm>
              <a:off x="9408929" y="2563804"/>
              <a:ext cx="60960" cy="0"/>
            </a:xfrm>
            <a:custGeom>
              <a:avLst/>
              <a:gdLst/>
              <a:ahLst/>
              <a:cxnLst/>
              <a:rect l="l" t="t" r="r" b="b"/>
              <a:pathLst>
                <a:path w="60959" h="0">
                  <a:moveTo>
                    <a:pt x="0" y="0"/>
                  </a:moveTo>
                  <a:lnTo>
                    <a:pt x="60868" y="0"/>
                  </a:lnTo>
                </a:path>
              </a:pathLst>
            </a:custGeom>
            <a:ln w="8113">
              <a:solidFill>
                <a:srgbClr val="000000"/>
              </a:solidFill>
            </a:ln>
          </p:spPr>
          <p:txBody>
            <a:bodyPr wrap="square" lIns="0" tIns="0" rIns="0" bIns="0" rtlCol="0"/>
            <a:lstStyle/>
            <a:p/>
          </p:txBody>
        </p:sp>
        <p:sp>
          <p:nvSpPr>
            <p:cNvPr id="94" name="object 94" descr=""/>
            <p:cNvSpPr/>
            <p:nvPr/>
          </p:nvSpPr>
          <p:spPr>
            <a:xfrm>
              <a:off x="9439363" y="2535340"/>
              <a:ext cx="91440" cy="57785"/>
            </a:xfrm>
            <a:custGeom>
              <a:avLst/>
              <a:gdLst/>
              <a:ahLst/>
              <a:cxnLst/>
              <a:rect l="l" t="t" r="r" b="b"/>
              <a:pathLst>
                <a:path w="91440" h="57785">
                  <a:moveTo>
                    <a:pt x="0" y="0"/>
                  </a:moveTo>
                  <a:lnTo>
                    <a:pt x="29055" y="29300"/>
                  </a:lnTo>
                  <a:lnTo>
                    <a:pt x="0" y="57719"/>
                  </a:lnTo>
                  <a:lnTo>
                    <a:pt x="91072" y="29300"/>
                  </a:lnTo>
                  <a:lnTo>
                    <a:pt x="0" y="0"/>
                  </a:lnTo>
                  <a:close/>
                </a:path>
              </a:pathLst>
            </a:custGeom>
            <a:solidFill>
              <a:srgbClr val="000000"/>
            </a:solidFill>
          </p:spPr>
          <p:txBody>
            <a:bodyPr wrap="square" lIns="0" tIns="0" rIns="0" bIns="0" rtlCol="0"/>
            <a:lstStyle/>
            <a:p/>
          </p:txBody>
        </p:sp>
        <p:pic>
          <p:nvPicPr>
            <p:cNvPr id="95" name="object 95" descr=""/>
            <p:cNvPicPr/>
            <p:nvPr/>
          </p:nvPicPr>
          <p:blipFill>
            <a:blip r:embed="rId7" cstate="print"/>
            <a:stretch>
              <a:fillRect/>
            </a:stretch>
          </p:blipFill>
          <p:spPr>
            <a:xfrm>
              <a:off x="9360809" y="2941755"/>
              <a:ext cx="169626" cy="79013"/>
            </a:xfrm>
            <a:prstGeom prst="rect">
              <a:avLst/>
            </a:prstGeom>
          </p:spPr>
        </p:pic>
        <p:sp>
          <p:nvSpPr>
            <p:cNvPr id="96" name="object 96" descr=""/>
            <p:cNvSpPr/>
            <p:nvPr/>
          </p:nvSpPr>
          <p:spPr>
            <a:xfrm>
              <a:off x="9722687" y="2669146"/>
              <a:ext cx="157480" cy="315595"/>
            </a:xfrm>
            <a:custGeom>
              <a:avLst/>
              <a:gdLst/>
              <a:ahLst/>
              <a:cxnLst/>
              <a:rect l="l" t="t" r="r" b="b"/>
              <a:pathLst>
                <a:path w="157479" h="315594">
                  <a:moveTo>
                    <a:pt x="0" y="315458"/>
                  </a:moveTo>
                  <a:lnTo>
                    <a:pt x="96470" y="315458"/>
                  </a:lnTo>
                </a:path>
                <a:path w="157479" h="315594">
                  <a:moveTo>
                    <a:pt x="96470" y="315458"/>
                  </a:moveTo>
                  <a:lnTo>
                    <a:pt x="96469" y="0"/>
                  </a:lnTo>
                </a:path>
                <a:path w="157479" h="315594">
                  <a:moveTo>
                    <a:pt x="96469" y="0"/>
                  </a:moveTo>
                  <a:lnTo>
                    <a:pt x="157108" y="0"/>
                  </a:lnTo>
                </a:path>
              </a:pathLst>
            </a:custGeom>
            <a:ln w="8181">
              <a:solidFill>
                <a:srgbClr val="000000"/>
              </a:solidFill>
            </a:ln>
          </p:spPr>
          <p:txBody>
            <a:bodyPr wrap="square" lIns="0" tIns="0" rIns="0" bIns="0" rtlCol="0"/>
            <a:lstStyle/>
            <a:p/>
          </p:txBody>
        </p:sp>
        <p:sp>
          <p:nvSpPr>
            <p:cNvPr id="97" name="object 97" descr=""/>
            <p:cNvSpPr/>
            <p:nvPr/>
          </p:nvSpPr>
          <p:spPr>
            <a:xfrm>
              <a:off x="9849591" y="2640433"/>
              <a:ext cx="90170" cy="57785"/>
            </a:xfrm>
            <a:custGeom>
              <a:avLst/>
              <a:gdLst/>
              <a:ahLst/>
              <a:cxnLst/>
              <a:rect l="l" t="t" r="r" b="b"/>
              <a:pathLst>
                <a:path w="90170" h="57785">
                  <a:moveTo>
                    <a:pt x="0" y="0"/>
                  </a:moveTo>
                  <a:lnTo>
                    <a:pt x="29055" y="28712"/>
                  </a:lnTo>
                  <a:lnTo>
                    <a:pt x="0" y="57685"/>
                  </a:lnTo>
                  <a:lnTo>
                    <a:pt x="90153" y="28712"/>
                  </a:lnTo>
                  <a:lnTo>
                    <a:pt x="0" y="0"/>
                  </a:lnTo>
                  <a:close/>
                </a:path>
              </a:pathLst>
            </a:custGeom>
            <a:solidFill>
              <a:srgbClr val="000000"/>
            </a:solidFill>
          </p:spPr>
          <p:txBody>
            <a:bodyPr wrap="square" lIns="0" tIns="0" rIns="0" bIns="0" rtlCol="0"/>
            <a:lstStyle/>
            <a:p/>
          </p:txBody>
        </p:sp>
        <p:sp>
          <p:nvSpPr>
            <p:cNvPr id="98" name="object 98" descr=""/>
            <p:cNvSpPr/>
            <p:nvPr/>
          </p:nvSpPr>
          <p:spPr>
            <a:xfrm>
              <a:off x="8661057" y="2037889"/>
              <a:ext cx="350520" cy="1192530"/>
            </a:xfrm>
            <a:custGeom>
              <a:avLst/>
              <a:gdLst/>
              <a:ahLst/>
              <a:cxnLst/>
              <a:rect l="l" t="t" r="r" b="b"/>
              <a:pathLst>
                <a:path w="350520" h="1192530">
                  <a:moveTo>
                    <a:pt x="0" y="0"/>
                  </a:moveTo>
                  <a:lnTo>
                    <a:pt x="0" y="1192515"/>
                  </a:lnTo>
                </a:path>
                <a:path w="350520" h="1192530">
                  <a:moveTo>
                    <a:pt x="0" y="946715"/>
                  </a:moveTo>
                  <a:lnTo>
                    <a:pt x="350163" y="946715"/>
                  </a:lnTo>
                </a:path>
              </a:pathLst>
            </a:custGeom>
            <a:ln w="8181">
              <a:solidFill>
                <a:srgbClr val="000000"/>
              </a:solidFill>
            </a:ln>
          </p:spPr>
          <p:txBody>
            <a:bodyPr wrap="square" lIns="0" tIns="0" rIns="0" bIns="0" rtlCol="0"/>
            <a:lstStyle/>
            <a:p/>
          </p:txBody>
        </p:sp>
        <p:sp>
          <p:nvSpPr>
            <p:cNvPr id="99" name="object 99" descr=""/>
            <p:cNvSpPr/>
            <p:nvPr/>
          </p:nvSpPr>
          <p:spPr>
            <a:xfrm>
              <a:off x="8981131" y="2956185"/>
              <a:ext cx="90170" cy="57785"/>
            </a:xfrm>
            <a:custGeom>
              <a:avLst/>
              <a:gdLst/>
              <a:ahLst/>
              <a:cxnLst/>
              <a:rect l="l" t="t" r="r" b="b"/>
              <a:pathLst>
                <a:path w="90170" h="57785">
                  <a:moveTo>
                    <a:pt x="0" y="0"/>
                  </a:moveTo>
                  <a:lnTo>
                    <a:pt x="28711" y="29255"/>
                  </a:lnTo>
                  <a:lnTo>
                    <a:pt x="0" y="57685"/>
                  </a:lnTo>
                  <a:lnTo>
                    <a:pt x="90153" y="29255"/>
                  </a:lnTo>
                  <a:lnTo>
                    <a:pt x="0" y="0"/>
                  </a:lnTo>
                  <a:close/>
                </a:path>
              </a:pathLst>
            </a:custGeom>
            <a:solidFill>
              <a:srgbClr val="000000"/>
            </a:solidFill>
          </p:spPr>
          <p:txBody>
            <a:bodyPr wrap="square" lIns="0" tIns="0" rIns="0" bIns="0" rtlCol="0"/>
            <a:lstStyle/>
            <a:p/>
          </p:txBody>
        </p:sp>
        <p:sp>
          <p:nvSpPr>
            <p:cNvPr id="100" name="object 100" descr=""/>
            <p:cNvSpPr/>
            <p:nvPr/>
          </p:nvSpPr>
          <p:spPr>
            <a:xfrm>
              <a:off x="8661057" y="2037889"/>
              <a:ext cx="447040" cy="979169"/>
            </a:xfrm>
            <a:custGeom>
              <a:avLst/>
              <a:gdLst/>
              <a:ahLst/>
              <a:cxnLst/>
              <a:rect l="l" t="t" r="r" b="b"/>
              <a:pathLst>
                <a:path w="447040" h="979169">
                  <a:moveTo>
                    <a:pt x="289640" y="907983"/>
                  </a:moveTo>
                  <a:lnTo>
                    <a:pt x="313757" y="978760"/>
                  </a:lnTo>
                </a:path>
                <a:path w="447040" h="979169">
                  <a:moveTo>
                    <a:pt x="0" y="0"/>
                  </a:moveTo>
                  <a:lnTo>
                    <a:pt x="446863" y="0"/>
                  </a:lnTo>
                </a:path>
              </a:pathLst>
            </a:custGeom>
            <a:ln w="8181">
              <a:solidFill>
                <a:srgbClr val="000000"/>
              </a:solidFill>
            </a:ln>
          </p:spPr>
          <p:txBody>
            <a:bodyPr wrap="square" lIns="0" tIns="0" rIns="0" bIns="0" rtlCol="0"/>
            <a:lstStyle/>
            <a:p/>
          </p:txBody>
        </p:sp>
        <p:sp>
          <p:nvSpPr>
            <p:cNvPr id="101" name="object 101" descr=""/>
            <p:cNvSpPr/>
            <p:nvPr/>
          </p:nvSpPr>
          <p:spPr>
            <a:xfrm>
              <a:off x="9077486" y="2009537"/>
              <a:ext cx="90170" cy="57785"/>
            </a:xfrm>
            <a:custGeom>
              <a:avLst/>
              <a:gdLst/>
              <a:ahLst/>
              <a:cxnLst/>
              <a:rect l="l" t="t" r="r" b="b"/>
              <a:pathLst>
                <a:path w="90170" h="57785">
                  <a:moveTo>
                    <a:pt x="0" y="0"/>
                  </a:moveTo>
                  <a:lnTo>
                    <a:pt x="29055" y="28351"/>
                  </a:lnTo>
                  <a:lnTo>
                    <a:pt x="0" y="57606"/>
                  </a:lnTo>
                  <a:lnTo>
                    <a:pt x="90153" y="28351"/>
                  </a:lnTo>
                  <a:lnTo>
                    <a:pt x="0" y="0"/>
                  </a:lnTo>
                  <a:close/>
                </a:path>
              </a:pathLst>
            </a:custGeom>
            <a:solidFill>
              <a:srgbClr val="000000"/>
            </a:solidFill>
          </p:spPr>
          <p:txBody>
            <a:bodyPr wrap="square" lIns="0" tIns="0" rIns="0" bIns="0" rtlCol="0"/>
            <a:lstStyle/>
            <a:p/>
          </p:txBody>
        </p:sp>
        <p:sp>
          <p:nvSpPr>
            <p:cNvPr id="102" name="object 102" descr=""/>
            <p:cNvSpPr/>
            <p:nvPr/>
          </p:nvSpPr>
          <p:spPr>
            <a:xfrm>
              <a:off x="8661057" y="2248323"/>
              <a:ext cx="447040" cy="0"/>
            </a:xfrm>
            <a:custGeom>
              <a:avLst/>
              <a:gdLst/>
              <a:ahLst/>
              <a:cxnLst/>
              <a:rect l="l" t="t" r="r" b="b"/>
              <a:pathLst>
                <a:path w="447040" h="0">
                  <a:moveTo>
                    <a:pt x="0" y="0"/>
                  </a:moveTo>
                  <a:lnTo>
                    <a:pt x="446863" y="0"/>
                  </a:lnTo>
                </a:path>
              </a:pathLst>
            </a:custGeom>
            <a:ln w="8113">
              <a:solidFill>
                <a:srgbClr val="000000"/>
              </a:solidFill>
            </a:ln>
          </p:spPr>
          <p:txBody>
            <a:bodyPr wrap="square" lIns="0" tIns="0" rIns="0" bIns="0" rtlCol="0"/>
            <a:lstStyle/>
            <a:p/>
          </p:txBody>
        </p:sp>
        <p:sp>
          <p:nvSpPr>
            <p:cNvPr id="103" name="object 103" descr=""/>
            <p:cNvSpPr/>
            <p:nvPr/>
          </p:nvSpPr>
          <p:spPr>
            <a:xfrm>
              <a:off x="9077486" y="2219858"/>
              <a:ext cx="90170" cy="57785"/>
            </a:xfrm>
            <a:custGeom>
              <a:avLst/>
              <a:gdLst/>
              <a:ahLst/>
              <a:cxnLst/>
              <a:rect l="l" t="t" r="r" b="b"/>
              <a:pathLst>
                <a:path w="90170" h="57785">
                  <a:moveTo>
                    <a:pt x="0" y="0"/>
                  </a:moveTo>
                  <a:lnTo>
                    <a:pt x="29055" y="28464"/>
                  </a:lnTo>
                  <a:lnTo>
                    <a:pt x="0" y="57719"/>
                  </a:lnTo>
                  <a:lnTo>
                    <a:pt x="90153" y="28464"/>
                  </a:lnTo>
                  <a:lnTo>
                    <a:pt x="0" y="0"/>
                  </a:lnTo>
                  <a:close/>
                </a:path>
              </a:pathLst>
            </a:custGeom>
            <a:solidFill>
              <a:srgbClr val="000000"/>
            </a:solidFill>
          </p:spPr>
          <p:txBody>
            <a:bodyPr wrap="square" lIns="0" tIns="0" rIns="0" bIns="0" rtlCol="0"/>
            <a:lstStyle/>
            <a:p/>
          </p:txBody>
        </p:sp>
        <p:sp>
          <p:nvSpPr>
            <p:cNvPr id="104" name="object 104" descr=""/>
            <p:cNvSpPr/>
            <p:nvPr/>
          </p:nvSpPr>
          <p:spPr>
            <a:xfrm>
              <a:off x="8781644" y="2458757"/>
              <a:ext cx="326390" cy="0"/>
            </a:xfrm>
            <a:custGeom>
              <a:avLst/>
              <a:gdLst/>
              <a:ahLst/>
              <a:cxnLst/>
              <a:rect l="l" t="t" r="r" b="b"/>
              <a:pathLst>
                <a:path w="326390" h="0">
                  <a:moveTo>
                    <a:pt x="0" y="0"/>
                  </a:moveTo>
                  <a:lnTo>
                    <a:pt x="326275" y="0"/>
                  </a:lnTo>
                </a:path>
              </a:pathLst>
            </a:custGeom>
            <a:ln w="8113">
              <a:solidFill>
                <a:srgbClr val="000000"/>
              </a:solidFill>
            </a:ln>
          </p:spPr>
          <p:txBody>
            <a:bodyPr wrap="square" lIns="0" tIns="0" rIns="0" bIns="0" rtlCol="0"/>
            <a:lstStyle/>
            <a:p/>
          </p:txBody>
        </p:sp>
        <p:sp>
          <p:nvSpPr>
            <p:cNvPr id="105" name="object 105" descr=""/>
            <p:cNvSpPr/>
            <p:nvPr/>
          </p:nvSpPr>
          <p:spPr>
            <a:xfrm>
              <a:off x="9077486" y="2430066"/>
              <a:ext cx="90170" cy="57785"/>
            </a:xfrm>
            <a:custGeom>
              <a:avLst/>
              <a:gdLst/>
              <a:ahLst/>
              <a:cxnLst/>
              <a:rect l="l" t="t" r="r" b="b"/>
              <a:pathLst>
                <a:path w="90170" h="57785">
                  <a:moveTo>
                    <a:pt x="0" y="0"/>
                  </a:moveTo>
                  <a:lnTo>
                    <a:pt x="29055" y="28690"/>
                  </a:lnTo>
                  <a:lnTo>
                    <a:pt x="0" y="57606"/>
                  </a:lnTo>
                  <a:lnTo>
                    <a:pt x="90153" y="28690"/>
                  </a:lnTo>
                  <a:lnTo>
                    <a:pt x="0" y="0"/>
                  </a:lnTo>
                  <a:close/>
                </a:path>
              </a:pathLst>
            </a:custGeom>
            <a:solidFill>
              <a:srgbClr val="000000"/>
            </a:solidFill>
          </p:spPr>
          <p:txBody>
            <a:bodyPr wrap="square" lIns="0" tIns="0" rIns="0" bIns="0" rtlCol="0"/>
            <a:lstStyle/>
            <a:p/>
          </p:txBody>
        </p:sp>
        <p:sp>
          <p:nvSpPr>
            <p:cNvPr id="106" name="object 106" descr=""/>
            <p:cNvSpPr/>
            <p:nvPr/>
          </p:nvSpPr>
          <p:spPr>
            <a:xfrm>
              <a:off x="8154394" y="2318242"/>
              <a:ext cx="526415" cy="5080"/>
            </a:xfrm>
            <a:custGeom>
              <a:avLst/>
              <a:gdLst/>
              <a:ahLst/>
              <a:cxnLst/>
              <a:rect l="l" t="t" r="r" b="b"/>
              <a:pathLst>
                <a:path w="526415" h="5080">
                  <a:moveTo>
                    <a:pt x="453719" y="4744"/>
                  </a:moveTo>
                  <a:lnTo>
                    <a:pt x="525957" y="0"/>
                  </a:lnTo>
                </a:path>
                <a:path w="526415" h="5080">
                  <a:moveTo>
                    <a:pt x="0" y="0"/>
                  </a:moveTo>
                  <a:lnTo>
                    <a:pt x="205676" y="3388"/>
                  </a:lnTo>
                </a:path>
              </a:pathLst>
            </a:custGeom>
            <a:ln w="8181">
              <a:solidFill>
                <a:srgbClr val="000000"/>
              </a:solidFill>
            </a:ln>
          </p:spPr>
          <p:txBody>
            <a:bodyPr wrap="square" lIns="0" tIns="0" rIns="0" bIns="0" rtlCol="0"/>
            <a:lstStyle/>
            <a:p/>
          </p:txBody>
        </p:sp>
        <p:sp>
          <p:nvSpPr>
            <p:cNvPr id="107" name="object 107" descr=""/>
            <p:cNvSpPr/>
            <p:nvPr/>
          </p:nvSpPr>
          <p:spPr>
            <a:xfrm>
              <a:off x="8329062" y="2292375"/>
              <a:ext cx="92075" cy="57785"/>
            </a:xfrm>
            <a:custGeom>
              <a:avLst/>
              <a:gdLst/>
              <a:ahLst/>
              <a:cxnLst/>
              <a:rect l="l" t="t" r="r" b="b"/>
              <a:pathLst>
                <a:path w="92075" h="57785">
                  <a:moveTo>
                    <a:pt x="1136" y="0"/>
                  </a:moveTo>
                  <a:lnTo>
                    <a:pt x="29584" y="29255"/>
                  </a:lnTo>
                  <a:lnTo>
                    <a:pt x="0" y="57719"/>
                  </a:lnTo>
                  <a:lnTo>
                    <a:pt x="91600" y="30610"/>
                  </a:lnTo>
                  <a:lnTo>
                    <a:pt x="1136" y="0"/>
                  </a:lnTo>
                  <a:close/>
                </a:path>
              </a:pathLst>
            </a:custGeom>
            <a:solidFill>
              <a:srgbClr val="000000"/>
            </a:solidFill>
          </p:spPr>
          <p:txBody>
            <a:bodyPr wrap="square" lIns="0" tIns="0" rIns="0" bIns="0" rtlCol="0"/>
            <a:lstStyle/>
            <a:p/>
          </p:txBody>
        </p:sp>
        <p:sp>
          <p:nvSpPr>
            <p:cNvPr id="108" name="object 108" descr=""/>
            <p:cNvSpPr/>
            <p:nvPr/>
          </p:nvSpPr>
          <p:spPr>
            <a:xfrm>
              <a:off x="7599668" y="2318242"/>
              <a:ext cx="133350" cy="3810"/>
            </a:xfrm>
            <a:custGeom>
              <a:avLst/>
              <a:gdLst/>
              <a:ahLst/>
              <a:cxnLst/>
              <a:rect l="l" t="t" r="r" b="b"/>
              <a:pathLst>
                <a:path w="133350" h="3810">
                  <a:moveTo>
                    <a:pt x="0" y="0"/>
                  </a:moveTo>
                  <a:lnTo>
                    <a:pt x="133128" y="3388"/>
                  </a:lnTo>
                </a:path>
              </a:pathLst>
            </a:custGeom>
            <a:ln w="8114">
              <a:solidFill>
                <a:srgbClr val="000000"/>
              </a:solidFill>
            </a:ln>
          </p:spPr>
          <p:txBody>
            <a:bodyPr wrap="square" lIns="0" tIns="0" rIns="0" bIns="0" rtlCol="0"/>
            <a:lstStyle/>
            <a:p/>
          </p:txBody>
        </p:sp>
        <p:sp>
          <p:nvSpPr>
            <p:cNvPr id="109" name="object 109" descr=""/>
            <p:cNvSpPr/>
            <p:nvPr/>
          </p:nvSpPr>
          <p:spPr>
            <a:xfrm>
              <a:off x="7701788" y="2292375"/>
              <a:ext cx="92075" cy="57785"/>
            </a:xfrm>
            <a:custGeom>
              <a:avLst/>
              <a:gdLst/>
              <a:ahLst/>
              <a:cxnLst/>
              <a:rect l="l" t="t" r="r" b="b"/>
              <a:pathLst>
                <a:path w="92075" h="57785">
                  <a:moveTo>
                    <a:pt x="1136" y="0"/>
                  </a:moveTo>
                  <a:lnTo>
                    <a:pt x="29584" y="29255"/>
                  </a:lnTo>
                  <a:lnTo>
                    <a:pt x="0" y="57719"/>
                  </a:lnTo>
                  <a:lnTo>
                    <a:pt x="91600" y="30610"/>
                  </a:lnTo>
                  <a:lnTo>
                    <a:pt x="1136" y="0"/>
                  </a:lnTo>
                  <a:close/>
                </a:path>
              </a:pathLst>
            </a:custGeom>
            <a:solidFill>
              <a:srgbClr val="000000"/>
            </a:solidFill>
          </p:spPr>
          <p:txBody>
            <a:bodyPr wrap="square" lIns="0" tIns="0" rIns="0" bIns="0" rtlCol="0"/>
            <a:lstStyle/>
            <a:p/>
          </p:txBody>
        </p:sp>
        <p:sp>
          <p:nvSpPr>
            <p:cNvPr id="110" name="object 110" descr=""/>
            <p:cNvSpPr/>
            <p:nvPr/>
          </p:nvSpPr>
          <p:spPr>
            <a:xfrm>
              <a:off x="7648029" y="1827568"/>
              <a:ext cx="60960" cy="0"/>
            </a:xfrm>
            <a:custGeom>
              <a:avLst/>
              <a:gdLst/>
              <a:ahLst/>
              <a:cxnLst/>
              <a:rect l="l" t="t" r="r" b="b"/>
              <a:pathLst>
                <a:path w="60959" h="0">
                  <a:moveTo>
                    <a:pt x="0" y="0"/>
                  </a:moveTo>
                  <a:lnTo>
                    <a:pt x="60592" y="0"/>
                  </a:lnTo>
                </a:path>
              </a:pathLst>
            </a:custGeom>
            <a:ln w="8113">
              <a:solidFill>
                <a:srgbClr val="000000"/>
              </a:solidFill>
            </a:ln>
          </p:spPr>
          <p:txBody>
            <a:bodyPr wrap="square" lIns="0" tIns="0" rIns="0" bIns="0" rtlCol="0"/>
            <a:lstStyle/>
            <a:p/>
          </p:txBody>
        </p:sp>
        <p:sp>
          <p:nvSpPr>
            <p:cNvPr id="111" name="object 111" descr=""/>
            <p:cNvSpPr/>
            <p:nvPr/>
          </p:nvSpPr>
          <p:spPr>
            <a:xfrm>
              <a:off x="7678176" y="1799103"/>
              <a:ext cx="90805" cy="57785"/>
            </a:xfrm>
            <a:custGeom>
              <a:avLst/>
              <a:gdLst/>
              <a:ahLst/>
              <a:cxnLst/>
              <a:rect l="l" t="t" r="r" b="b"/>
              <a:pathLst>
                <a:path w="90804" h="57785">
                  <a:moveTo>
                    <a:pt x="0" y="0"/>
                  </a:moveTo>
                  <a:lnTo>
                    <a:pt x="29021" y="28464"/>
                  </a:lnTo>
                  <a:lnTo>
                    <a:pt x="0" y="57719"/>
                  </a:lnTo>
                  <a:lnTo>
                    <a:pt x="90463" y="28464"/>
                  </a:lnTo>
                  <a:lnTo>
                    <a:pt x="0" y="0"/>
                  </a:lnTo>
                  <a:close/>
                </a:path>
              </a:pathLst>
            </a:custGeom>
            <a:solidFill>
              <a:srgbClr val="000000"/>
            </a:solidFill>
          </p:spPr>
          <p:txBody>
            <a:bodyPr wrap="square" lIns="0" tIns="0" rIns="0" bIns="0" rtlCol="0"/>
            <a:lstStyle/>
            <a:p/>
          </p:txBody>
        </p:sp>
        <p:sp>
          <p:nvSpPr>
            <p:cNvPr id="112" name="object 112" descr=""/>
            <p:cNvSpPr/>
            <p:nvPr/>
          </p:nvSpPr>
          <p:spPr>
            <a:xfrm>
              <a:off x="7623843" y="1581779"/>
              <a:ext cx="85090" cy="736600"/>
            </a:xfrm>
            <a:custGeom>
              <a:avLst/>
              <a:gdLst/>
              <a:ahLst/>
              <a:cxnLst/>
              <a:rect l="l" t="t" r="r" b="b"/>
              <a:pathLst>
                <a:path w="85090" h="736600">
                  <a:moveTo>
                    <a:pt x="24186" y="736462"/>
                  </a:moveTo>
                  <a:lnTo>
                    <a:pt x="24186" y="245788"/>
                  </a:lnTo>
                </a:path>
                <a:path w="85090" h="736600">
                  <a:moveTo>
                    <a:pt x="0" y="0"/>
                  </a:moveTo>
                  <a:lnTo>
                    <a:pt x="84778" y="0"/>
                  </a:lnTo>
                </a:path>
              </a:pathLst>
            </a:custGeom>
            <a:ln w="8181">
              <a:solidFill>
                <a:srgbClr val="000000"/>
              </a:solidFill>
            </a:ln>
          </p:spPr>
          <p:txBody>
            <a:bodyPr wrap="square" lIns="0" tIns="0" rIns="0" bIns="0" rtlCol="0"/>
            <a:lstStyle/>
            <a:p/>
          </p:txBody>
        </p:sp>
        <p:sp>
          <p:nvSpPr>
            <p:cNvPr id="113" name="object 113" descr=""/>
            <p:cNvSpPr/>
            <p:nvPr/>
          </p:nvSpPr>
          <p:spPr>
            <a:xfrm>
              <a:off x="7678176" y="1553315"/>
              <a:ext cx="90805" cy="57785"/>
            </a:xfrm>
            <a:custGeom>
              <a:avLst/>
              <a:gdLst/>
              <a:ahLst/>
              <a:cxnLst/>
              <a:rect l="l" t="t" r="r" b="b"/>
              <a:pathLst>
                <a:path w="90804" h="57784">
                  <a:moveTo>
                    <a:pt x="0" y="0"/>
                  </a:moveTo>
                  <a:lnTo>
                    <a:pt x="29021" y="28464"/>
                  </a:lnTo>
                  <a:lnTo>
                    <a:pt x="0" y="57719"/>
                  </a:lnTo>
                  <a:lnTo>
                    <a:pt x="90463" y="28464"/>
                  </a:lnTo>
                  <a:lnTo>
                    <a:pt x="0" y="0"/>
                  </a:lnTo>
                  <a:close/>
                </a:path>
              </a:pathLst>
            </a:custGeom>
            <a:solidFill>
              <a:srgbClr val="000000"/>
            </a:solidFill>
          </p:spPr>
          <p:txBody>
            <a:bodyPr wrap="square" lIns="0" tIns="0" rIns="0" bIns="0" rtlCol="0"/>
            <a:lstStyle/>
            <a:p/>
          </p:txBody>
        </p:sp>
        <p:sp>
          <p:nvSpPr>
            <p:cNvPr id="114" name="object 114" descr=""/>
            <p:cNvSpPr/>
            <p:nvPr/>
          </p:nvSpPr>
          <p:spPr>
            <a:xfrm>
              <a:off x="7358429" y="1442168"/>
              <a:ext cx="36830" cy="876935"/>
            </a:xfrm>
            <a:custGeom>
              <a:avLst/>
              <a:gdLst/>
              <a:ahLst/>
              <a:cxnLst/>
              <a:rect l="l" t="t" r="r" b="b"/>
              <a:pathLst>
                <a:path w="36829" h="876935">
                  <a:moveTo>
                    <a:pt x="0" y="0"/>
                  </a:moveTo>
                  <a:lnTo>
                    <a:pt x="0" y="876073"/>
                  </a:lnTo>
                </a:path>
                <a:path w="36829" h="876935">
                  <a:moveTo>
                    <a:pt x="0" y="876073"/>
                  </a:moveTo>
                  <a:lnTo>
                    <a:pt x="36413" y="876638"/>
                  </a:lnTo>
                </a:path>
              </a:pathLst>
            </a:custGeom>
            <a:ln w="8181">
              <a:solidFill>
                <a:srgbClr val="000000"/>
              </a:solidFill>
            </a:ln>
          </p:spPr>
          <p:txBody>
            <a:bodyPr wrap="square" lIns="0" tIns="0" rIns="0" bIns="0" rtlCol="0"/>
            <a:lstStyle/>
            <a:p/>
          </p:txBody>
        </p:sp>
        <p:sp>
          <p:nvSpPr>
            <p:cNvPr id="115" name="object 115" descr=""/>
            <p:cNvSpPr/>
            <p:nvPr/>
          </p:nvSpPr>
          <p:spPr>
            <a:xfrm>
              <a:off x="7363834" y="2289551"/>
              <a:ext cx="92075" cy="57785"/>
            </a:xfrm>
            <a:custGeom>
              <a:avLst/>
              <a:gdLst/>
              <a:ahLst/>
              <a:cxnLst/>
              <a:rect l="l" t="t" r="r" b="b"/>
              <a:pathLst>
                <a:path w="92075" h="57785">
                  <a:moveTo>
                    <a:pt x="1422" y="0"/>
                  </a:moveTo>
                  <a:lnTo>
                    <a:pt x="29585" y="29255"/>
                  </a:lnTo>
                  <a:lnTo>
                    <a:pt x="0" y="57719"/>
                  </a:lnTo>
                  <a:lnTo>
                    <a:pt x="91599" y="30723"/>
                  </a:lnTo>
                  <a:lnTo>
                    <a:pt x="1422" y="0"/>
                  </a:lnTo>
                  <a:close/>
                </a:path>
              </a:pathLst>
            </a:custGeom>
            <a:solidFill>
              <a:srgbClr val="000000"/>
            </a:solidFill>
          </p:spPr>
          <p:txBody>
            <a:bodyPr wrap="square" lIns="0" tIns="0" rIns="0" bIns="0" rtlCol="0"/>
            <a:lstStyle/>
            <a:p/>
          </p:txBody>
        </p:sp>
        <p:sp>
          <p:nvSpPr>
            <p:cNvPr id="116" name="object 116" descr=""/>
            <p:cNvSpPr/>
            <p:nvPr/>
          </p:nvSpPr>
          <p:spPr>
            <a:xfrm>
              <a:off x="8251116" y="1687053"/>
              <a:ext cx="109220" cy="0"/>
            </a:xfrm>
            <a:custGeom>
              <a:avLst/>
              <a:gdLst/>
              <a:ahLst/>
              <a:cxnLst/>
              <a:rect l="l" t="t" r="r" b="b"/>
              <a:pathLst>
                <a:path w="109220" h="0">
                  <a:moveTo>
                    <a:pt x="0" y="0"/>
                  </a:moveTo>
                  <a:lnTo>
                    <a:pt x="108953" y="0"/>
                  </a:lnTo>
                </a:path>
              </a:pathLst>
            </a:custGeom>
            <a:ln w="8113">
              <a:solidFill>
                <a:srgbClr val="000000"/>
              </a:solidFill>
            </a:ln>
          </p:spPr>
          <p:txBody>
            <a:bodyPr wrap="square" lIns="0" tIns="0" rIns="0" bIns="0" rtlCol="0"/>
            <a:lstStyle/>
            <a:p/>
          </p:txBody>
        </p:sp>
        <p:sp>
          <p:nvSpPr>
            <p:cNvPr id="117" name="object 117" descr=""/>
            <p:cNvSpPr/>
            <p:nvPr/>
          </p:nvSpPr>
          <p:spPr>
            <a:xfrm>
              <a:off x="8329624" y="1658362"/>
              <a:ext cx="91440" cy="57785"/>
            </a:xfrm>
            <a:custGeom>
              <a:avLst/>
              <a:gdLst/>
              <a:ahLst/>
              <a:cxnLst/>
              <a:rect l="l" t="t" r="r" b="b"/>
              <a:pathLst>
                <a:path w="91440" h="57785">
                  <a:moveTo>
                    <a:pt x="0" y="0"/>
                  </a:moveTo>
                  <a:lnTo>
                    <a:pt x="29021" y="29255"/>
                  </a:lnTo>
                  <a:lnTo>
                    <a:pt x="0" y="57719"/>
                  </a:lnTo>
                  <a:lnTo>
                    <a:pt x="91037" y="29255"/>
                  </a:lnTo>
                  <a:lnTo>
                    <a:pt x="0" y="0"/>
                  </a:lnTo>
                  <a:close/>
                </a:path>
              </a:pathLst>
            </a:custGeom>
            <a:solidFill>
              <a:srgbClr val="000000"/>
            </a:solidFill>
          </p:spPr>
          <p:txBody>
            <a:bodyPr wrap="square" lIns="0" tIns="0" rIns="0" bIns="0" rtlCol="0"/>
            <a:lstStyle/>
            <a:p/>
          </p:txBody>
        </p:sp>
        <p:sp>
          <p:nvSpPr>
            <p:cNvPr id="118" name="object 118" descr=""/>
            <p:cNvSpPr/>
            <p:nvPr/>
          </p:nvSpPr>
          <p:spPr>
            <a:xfrm>
              <a:off x="9843274" y="2107921"/>
              <a:ext cx="36830" cy="0"/>
            </a:xfrm>
            <a:custGeom>
              <a:avLst/>
              <a:gdLst/>
              <a:ahLst/>
              <a:cxnLst/>
              <a:rect l="l" t="t" r="r" b="b"/>
              <a:pathLst>
                <a:path w="36829" h="0">
                  <a:moveTo>
                    <a:pt x="0" y="0"/>
                  </a:moveTo>
                  <a:lnTo>
                    <a:pt x="36520" y="0"/>
                  </a:lnTo>
                </a:path>
              </a:pathLst>
            </a:custGeom>
            <a:ln w="8113">
              <a:solidFill>
                <a:srgbClr val="000000"/>
              </a:solidFill>
            </a:ln>
          </p:spPr>
          <p:txBody>
            <a:bodyPr wrap="square" lIns="0" tIns="0" rIns="0" bIns="0" rtlCol="0"/>
            <a:lstStyle/>
            <a:p/>
          </p:txBody>
        </p:sp>
        <p:sp>
          <p:nvSpPr>
            <p:cNvPr id="119" name="object 119" descr=""/>
            <p:cNvSpPr/>
            <p:nvPr/>
          </p:nvSpPr>
          <p:spPr>
            <a:xfrm>
              <a:off x="9849591" y="2079230"/>
              <a:ext cx="90170" cy="57785"/>
            </a:xfrm>
            <a:custGeom>
              <a:avLst/>
              <a:gdLst/>
              <a:ahLst/>
              <a:cxnLst/>
              <a:rect l="l" t="t" r="r" b="b"/>
              <a:pathLst>
                <a:path w="90170" h="57785">
                  <a:moveTo>
                    <a:pt x="0" y="0"/>
                  </a:moveTo>
                  <a:lnTo>
                    <a:pt x="29055" y="29255"/>
                  </a:lnTo>
                  <a:lnTo>
                    <a:pt x="0" y="57606"/>
                  </a:lnTo>
                  <a:lnTo>
                    <a:pt x="90153" y="29255"/>
                  </a:lnTo>
                  <a:lnTo>
                    <a:pt x="0" y="0"/>
                  </a:lnTo>
                  <a:close/>
                </a:path>
              </a:pathLst>
            </a:custGeom>
            <a:solidFill>
              <a:srgbClr val="000000"/>
            </a:solidFill>
          </p:spPr>
          <p:txBody>
            <a:bodyPr wrap="square" lIns="0" tIns="0" rIns="0" bIns="0" rtlCol="0"/>
            <a:lstStyle/>
            <a:p/>
          </p:txBody>
        </p:sp>
        <p:sp>
          <p:nvSpPr>
            <p:cNvPr id="120" name="object 120" descr=""/>
            <p:cNvSpPr/>
            <p:nvPr/>
          </p:nvSpPr>
          <p:spPr>
            <a:xfrm>
              <a:off x="10735967" y="2388838"/>
              <a:ext cx="229870" cy="0"/>
            </a:xfrm>
            <a:custGeom>
              <a:avLst/>
              <a:gdLst/>
              <a:ahLst/>
              <a:cxnLst/>
              <a:rect l="l" t="t" r="r" b="b"/>
              <a:pathLst>
                <a:path w="229870" h="0">
                  <a:moveTo>
                    <a:pt x="0" y="0"/>
                  </a:moveTo>
                  <a:lnTo>
                    <a:pt x="229575" y="0"/>
                  </a:lnTo>
                </a:path>
              </a:pathLst>
            </a:custGeom>
            <a:ln w="8113">
              <a:solidFill>
                <a:srgbClr val="000000"/>
              </a:solidFill>
            </a:ln>
          </p:spPr>
          <p:txBody>
            <a:bodyPr wrap="square" lIns="0" tIns="0" rIns="0" bIns="0" rtlCol="0"/>
            <a:lstStyle/>
            <a:p/>
          </p:txBody>
        </p:sp>
        <p:sp>
          <p:nvSpPr>
            <p:cNvPr id="121" name="object 121" descr=""/>
            <p:cNvSpPr/>
            <p:nvPr/>
          </p:nvSpPr>
          <p:spPr>
            <a:xfrm>
              <a:off x="10935109" y="2360374"/>
              <a:ext cx="91440" cy="57785"/>
            </a:xfrm>
            <a:custGeom>
              <a:avLst/>
              <a:gdLst/>
              <a:ahLst/>
              <a:cxnLst/>
              <a:rect l="l" t="t" r="r" b="b"/>
              <a:pathLst>
                <a:path w="91440" h="57785">
                  <a:moveTo>
                    <a:pt x="0" y="0"/>
                  </a:moveTo>
                  <a:lnTo>
                    <a:pt x="29055" y="28916"/>
                  </a:lnTo>
                  <a:lnTo>
                    <a:pt x="0" y="57719"/>
                  </a:lnTo>
                  <a:lnTo>
                    <a:pt x="91072" y="28916"/>
                  </a:lnTo>
                  <a:lnTo>
                    <a:pt x="0" y="0"/>
                  </a:lnTo>
                  <a:close/>
                </a:path>
              </a:pathLst>
            </a:custGeom>
            <a:solidFill>
              <a:srgbClr val="000000"/>
            </a:solidFill>
          </p:spPr>
          <p:txBody>
            <a:bodyPr wrap="square" lIns="0" tIns="0" rIns="0" bIns="0" rtlCol="0"/>
            <a:lstStyle/>
            <a:p/>
          </p:txBody>
        </p:sp>
        <p:sp>
          <p:nvSpPr>
            <p:cNvPr id="122" name="object 122" descr=""/>
            <p:cNvSpPr/>
            <p:nvPr/>
          </p:nvSpPr>
          <p:spPr>
            <a:xfrm>
              <a:off x="11387484" y="2493886"/>
              <a:ext cx="60960" cy="0"/>
            </a:xfrm>
            <a:custGeom>
              <a:avLst/>
              <a:gdLst/>
              <a:ahLst/>
              <a:cxnLst/>
              <a:rect l="l" t="t" r="r" b="b"/>
              <a:pathLst>
                <a:path w="60959" h="0">
                  <a:moveTo>
                    <a:pt x="0" y="0"/>
                  </a:moveTo>
                  <a:lnTo>
                    <a:pt x="60523" y="0"/>
                  </a:lnTo>
                </a:path>
              </a:pathLst>
            </a:custGeom>
            <a:ln w="8113">
              <a:solidFill>
                <a:srgbClr val="000000"/>
              </a:solidFill>
            </a:ln>
          </p:spPr>
          <p:txBody>
            <a:bodyPr wrap="square" lIns="0" tIns="0" rIns="0" bIns="0" rtlCol="0"/>
            <a:lstStyle/>
            <a:p/>
          </p:txBody>
        </p:sp>
        <p:sp>
          <p:nvSpPr>
            <p:cNvPr id="123" name="object 123" descr=""/>
            <p:cNvSpPr/>
            <p:nvPr/>
          </p:nvSpPr>
          <p:spPr>
            <a:xfrm>
              <a:off x="11417574" y="2465421"/>
              <a:ext cx="91440" cy="57785"/>
            </a:xfrm>
            <a:custGeom>
              <a:avLst/>
              <a:gdLst/>
              <a:ahLst/>
              <a:cxnLst/>
              <a:rect l="l" t="t" r="r" b="b"/>
              <a:pathLst>
                <a:path w="91440" h="57785">
                  <a:moveTo>
                    <a:pt x="0" y="0"/>
                  </a:moveTo>
                  <a:lnTo>
                    <a:pt x="29055" y="28464"/>
                  </a:lnTo>
                  <a:lnTo>
                    <a:pt x="0" y="57719"/>
                  </a:lnTo>
                  <a:lnTo>
                    <a:pt x="91072" y="28464"/>
                  </a:lnTo>
                  <a:lnTo>
                    <a:pt x="0" y="0"/>
                  </a:lnTo>
                  <a:close/>
                </a:path>
              </a:pathLst>
            </a:custGeom>
            <a:solidFill>
              <a:srgbClr val="000000"/>
            </a:solidFill>
          </p:spPr>
          <p:txBody>
            <a:bodyPr wrap="square" lIns="0" tIns="0" rIns="0" bIns="0" rtlCol="0"/>
            <a:lstStyle/>
            <a:p/>
          </p:txBody>
        </p:sp>
        <p:sp>
          <p:nvSpPr>
            <p:cNvPr id="124" name="object 124" descr=""/>
            <p:cNvSpPr/>
            <p:nvPr/>
          </p:nvSpPr>
          <p:spPr>
            <a:xfrm>
              <a:off x="11700897" y="2493886"/>
              <a:ext cx="109220" cy="0"/>
            </a:xfrm>
            <a:custGeom>
              <a:avLst/>
              <a:gdLst/>
              <a:ahLst/>
              <a:cxnLst/>
              <a:rect l="l" t="t" r="r" b="b"/>
              <a:pathLst>
                <a:path w="109220" h="0">
                  <a:moveTo>
                    <a:pt x="0" y="0"/>
                  </a:moveTo>
                  <a:lnTo>
                    <a:pt x="108988" y="0"/>
                  </a:lnTo>
                </a:path>
              </a:pathLst>
            </a:custGeom>
            <a:ln w="8113">
              <a:solidFill>
                <a:srgbClr val="000000"/>
              </a:solidFill>
            </a:ln>
          </p:spPr>
          <p:txBody>
            <a:bodyPr wrap="square" lIns="0" tIns="0" rIns="0" bIns="0" rtlCol="0"/>
            <a:lstStyle/>
            <a:p/>
          </p:txBody>
        </p:sp>
        <p:sp>
          <p:nvSpPr>
            <p:cNvPr id="125" name="object 125" descr=""/>
            <p:cNvSpPr/>
            <p:nvPr/>
          </p:nvSpPr>
          <p:spPr>
            <a:xfrm>
              <a:off x="11779451" y="2465421"/>
              <a:ext cx="90805" cy="57785"/>
            </a:xfrm>
            <a:custGeom>
              <a:avLst/>
              <a:gdLst/>
              <a:ahLst/>
              <a:cxnLst/>
              <a:rect l="l" t="t" r="r" b="b"/>
              <a:pathLst>
                <a:path w="90804" h="57785">
                  <a:moveTo>
                    <a:pt x="0" y="0"/>
                  </a:moveTo>
                  <a:lnTo>
                    <a:pt x="29055" y="28464"/>
                  </a:lnTo>
                  <a:lnTo>
                    <a:pt x="0" y="57719"/>
                  </a:lnTo>
                  <a:lnTo>
                    <a:pt x="90498" y="28464"/>
                  </a:lnTo>
                  <a:lnTo>
                    <a:pt x="0" y="0"/>
                  </a:lnTo>
                  <a:close/>
                </a:path>
              </a:pathLst>
            </a:custGeom>
            <a:solidFill>
              <a:srgbClr val="000000"/>
            </a:solidFill>
          </p:spPr>
          <p:txBody>
            <a:bodyPr wrap="square" lIns="0" tIns="0" rIns="0" bIns="0" rtlCol="0"/>
            <a:lstStyle/>
            <a:p/>
          </p:txBody>
        </p:sp>
        <p:sp>
          <p:nvSpPr>
            <p:cNvPr id="126" name="object 126" descr=""/>
            <p:cNvSpPr/>
            <p:nvPr/>
          </p:nvSpPr>
          <p:spPr>
            <a:xfrm>
              <a:off x="11749362" y="2591670"/>
              <a:ext cx="60960" cy="0"/>
            </a:xfrm>
            <a:custGeom>
              <a:avLst/>
              <a:gdLst/>
              <a:ahLst/>
              <a:cxnLst/>
              <a:rect l="l" t="t" r="r" b="b"/>
              <a:pathLst>
                <a:path w="60959" h="0">
                  <a:moveTo>
                    <a:pt x="0" y="0"/>
                  </a:moveTo>
                  <a:lnTo>
                    <a:pt x="60523" y="0"/>
                  </a:lnTo>
                </a:path>
              </a:pathLst>
            </a:custGeom>
            <a:ln w="8113">
              <a:solidFill>
                <a:srgbClr val="000000"/>
              </a:solidFill>
            </a:ln>
          </p:spPr>
          <p:txBody>
            <a:bodyPr wrap="square" lIns="0" tIns="0" rIns="0" bIns="0" rtlCol="0"/>
            <a:lstStyle/>
            <a:p/>
          </p:txBody>
        </p:sp>
        <p:sp>
          <p:nvSpPr>
            <p:cNvPr id="127" name="object 127" descr=""/>
            <p:cNvSpPr/>
            <p:nvPr/>
          </p:nvSpPr>
          <p:spPr>
            <a:xfrm>
              <a:off x="11779451" y="2563240"/>
              <a:ext cx="90805" cy="57785"/>
            </a:xfrm>
            <a:custGeom>
              <a:avLst/>
              <a:gdLst/>
              <a:ahLst/>
              <a:cxnLst/>
              <a:rect l="l" t="t" r="r" b="b"/>
              <a:pathLst>
                <a:path w="90804" h="57785">
                  <a:moveTo>
                    <a:pt x="0" y="0"/>
                  </a:moveTo>
                  <a:lnTo>
                    <a:pt x="29055" y="28430"/>
                  </a:lnTo>
                  <a:lnTo>
                    <a:pt x="0" y="57685"/>
                  </a:lnTo>
                  <a:lnTo>
                    <a:pt x="90498" y="28430"/>
                  </a:lnTo>
                  <a:lnTo>
                    <a:pt x="0" y="0"/>
                  </a:lnTo>
                  <a:close/>
                </a:path>
              </a:pathLst>
            </a:custGeom>
            <a:solidFill>
              <a:srgbClr val="000000"/>
            </a:solidFill>
          </p:spPr>
          <p:txBody>
            <a:bodyPr wrap="square" lIns="0" tIns="0" rIns="0" bIns="0" rtlCol="0"/>
            <a:lstStyle/>
            <a:p/>
          </p:txBody>
        </p:sp>
        <p:sp>
          <p:nvSpPr>
            <p:cNvPr id="128" name="object 128" descr=""/>
            <p:cNvSpPr/>
            <p:nvPr/>
          </p:nvSpPr>
          <p:spPr>
            <a:xfrm>
              <a:off x="9771037" y="1021300"/>
              <a:ext cx="1978660" cy="1893570"/>
            </a:xfrm>
            <a:custGeom>
              <a:avLst/>
              <a:gdLst/>
              <a:ahLst/>
              <a:cxnLst/>
              <a:rect l="l" t="t" r="r" b="b"/>
              <a:pathLst>
                <a:path w="1978659" h="1893570">
                  <a:moveTo>
                    <a:pt x="1109749" y="0"/>
                  </a:moveTo>
                  <a:lnTo>
                    <a:pt x="1109750" y="1893352"/>
                  </a:lnTo>
                </a:path>
                <a:path w="1978659" h="1893570">
                  <a:moveTo>
                    <a:pt x="1978325" y="1577893"/>
                  </a:moveTo>
                  <a:lnTo>
                    <a:pt x="1978325" y="1893352"/>
                  </a:lnTo>
                </a:path>
                <a:path w="1978659" h="1893570">
                  <a:moveTo>
                    <a:pt x="0" y="1542504"/>
                  </a:moveTo>
                  <a:lnTo>
                    <a:pt x="0" y="1822846"/>
                  </a:lnTo>
                </a:path>
                <a:path w="1978659" h="1893570">
                  <a:moveTo>
                    <a:pt x="1061400" y="1822846"/>
                  </a:moveTo>
                  <a:lnTo>
                    <a:pt x="1061400" y="1542504"/>
                  </a:lnTo>
                </a:path>
                <a:path w="1978659" h="1893570">
                  <a:moveTo>
                    <a:pt x="1061400" y="1542504"/>
                  </a:moveTo>
                  <a:lnTo>
                    <a:pt x="1194506" y="1542504"/>
                  </a:lnTo>
                </a:path>
              </a:pathLst>
            </a:custGeom>
            <a:ln w="8181">
              <a:solidFill>
                <a:srgbClr val="000000"/>
              </a:solidFill>
            </a:ln>
          </p:spPr>
          <p:txBody>
            <a:bodyPr wrap="square" lIns="0" tIns="0" rIns="0" bIns="0" rtlCol="0"/>
            <a:lstStyle/>
            <a:p/>
          </p:txBody>
        </p:sp>
        <p:sp>
          <p:nvSpPr>
            <p:cNvPr id="129" name="object 129" descr=""/>
            <p:cNvSpPr/>
            <p:nvPr/>
          </p:nvSpPr>
          <p:spPr>
            <a:xfrm>
              <a:off x="10935109" y="2535340"/>
              <a:ext cx="91440" cy="57785"/>
            </a:xfrm>
            <a:custGeom>
              <a:avLst/>
              <a:gdLst/>
              <a:ahLst/>
              <a:cxnLst/>
              <a:rect l="l" t="t" r="r" b="b"/>
              <a:pathLst>
                <a:path w="91440" h="57785">
                  <a:moveTo>
                    <a:pt x="0" y="0"/>
                  </a:moveTo>
                  <a:lnTo>
                    <a:pt x="29055" y="29300"/>
                  </a:lnTo>
                  <a:lnTo>
                    <a:pt x="0" y="57719"/>
                  </a:lnTo>
                  <a:lnTo>
                    <a:pt x="91072" y="29300"/>
                  </a:lnTo>
                  <a:lnTo>
                    <a:pt x="0" y="0"/>
                  </a:lnTo>
                  <a:close/>
                </a:path>
              </a:pathLst>
            </a:custGeom>
            <a:solidFill>
              <a:srgbClr val="000000"/>
            </a:solidFill>
          </p:spPr>
          <p:txBody>
            <a:bodyPr wrap="square" lIns="0" tIns="0" rIns="0" bIns="0" rtlCol="0"/>
            <a:lstStyle/>
            <a:p/>
          </p:txBody>
        </p:sp>
        <p:sp>
          <p:nvSpPr>
            <p:cNvPr id="130" name="object 130" descr=""/>
            <p:cNvSpPr/>
            <p:nvPr/>
          </p:nvSpPr>
          <p:spPr>
            <a:xfrm>
              <a:off x="8902232" y="2528676"/>
              <a:ext cx="3257550" cy="982344"/>
            </a:xfrm>
            <a:custGeom>
              <a:avLst/>
              <a:gdLst/>
              <a:ahLst/>
              <a:cxnLst/>
              <a:rect l="l" t="t" r="r" b="b"/>
              <a:pathLst>
                <a:path w="3257550" h="982345">
                  <a:moveTo>
                    <a:pt x="3136425" y="0"/>
                  </a:moveTo>
                  <a:lnTo>
                    <a:pt x="3257012" y="0"/>
                  </a:lnTo>
                </a:path>
                <a:path w="3257550" h="982345">
                  <a:moveTo>
                    <a:pt x="3257012" y="0"/>
                  </a:moveTo>
                  <a:lnTo>
                    <a:pt x="3257013" y="982081"/>
                  </a:lnTo>
                </a:path>
                <a:path w="3257550" h="982345">
                  <a:moveTo>
                    <a:pt x="0" y="982081"/>
                  </a:moveTo>
                  <a:lnTo>
                    <a:pt x="3257013" y="982081"/>
                  </a:lnTo>
                </a:path>
                <a:path w="3257550" h="982345">
                  <a:moveTo>
                    <a:pt x="0" y="105070"/>
                  </a:moveTo>
                  <a:lnTo>
                    <a:pt x="0" y="982081"/>
                  </a:lnTo>
                </a:path>
                <a:path w="3257550" h="982345">
                  <a:moveTo>
                    <a:pt x="0" y="105070"/>
                  </a:moveTo>
                  <a:lnTo>
                    <a:pt x="181570" y="105070"/>
                  </a:lnTo>
                </a:path>
              </a:pathLst>
            </a:custGeom>
            <a:ln w="8181">
              <a:solidFill>
                <a:srgbClr val="000000"/>
              </a:solidFill>
            </a:ln>
          </p:spPr>
          <p:txBody>
            <a:bodyPr wrap="square" lIns="0" tIns="0" rIns="0" bIns="0" rtlCol="0"/>
            <a:lstStyle/>
            <a:p/>
          </p:txBody>
        </p:sp>
        <p:sp>
          <p:nvSpPr>
            <p:cNvPr id="131" name="object 131" descr=""/>
            <p:cNvSpPr/>
            <p:nvPr/>
          </p:nvSpPr>
          <p:spPr>
            <a:xfrm>
              <a:off x="9053368" y="2605326"/>
              <a:ext cx="91440" cy="57785"/>
            </a:xfrm>
            <a:custGeom>
              <a:avLst/>
              <a:gdLst/>
              <a:ahLst/>
              <a:cxnLst/>
              <a:rect l="l" t="t" r="r" b="b"/>
              <a:pathLst>
                <a:path w="91440" h="57785">
                  <a:moveTo>
                    <a:pt x="0" y="0"/>
                  </a:moveTo>
                  <a:lnTo>
                    <a:pt x="28941" y="28419"/>
                  </a:lnTo>
                  <a:lnTo>
                    <a:pt x="0" y="57685"/>
                  </a:lnTo>
                  <a:lnTo>
                    <a:pt x="90957" y="28419"/>
                  </a:lnTo>
                  <a:lnTo>
                    <a:pt x="0" y="0"/>
                  </a:lnTo>
                  <a:close/>
                </a:path>
              </a:pathLst>
            </a:custGeom>
            <a:solidFill>
              <a:srgbClr val="000000"/>
            </a:solidFill>
          </p:spPr>
          <p:txBody>
            <a:bodyPr wrap="square" lIns="0" tIns="0" rIns="0" bIns="0" rtlCol="0"/>
            <a:lstStyle/>
            <a:p/>
          </p:txBody>
        </p:sp>
        <p:sp>
          <p:nvSpPr>
            <p:cNvPr id="132" name="object 132" descr=""/>
            <p:cNvSpPr/>
            <p:nvPr/>
          </p:nvSpPr>
          <p:spPr>
            <a:xfrm>
              <a:off x="9771036" y="1757536"/>
              <a:ext cx="157480" cy="490855"/>
            </a:xfrm>
            <a:custGeom>
              <a:avLst/>
              <a:gdLst/>
              <a:ahLst/>
              <a:cxnLst/>
              <a:rect l="l" t="t" r="r" b="b"/>
              <a:pathLst>
                <a:path w="157479" h="490855">
                  <a:moveTo>
                    <a:pt x="0" y="490786"/>
                  </a:moveTo>
                  <a:lnTo>
                    <a:pt x="0" y="0"/>
                  </a:lnTo>
                </a:path>
                <a:path w="157479" h="490855">
                  <a:moveTo>
                    <a:pt x="0" y="0"/>
                  </a:moveTo>
                  <a:lnTo>
                    <a:pt x="157108" y="0"/>
                  </a:lnTo>
                </a:path>
              </a:pathLst>
            </a:custGeom>
            <a:ln w="8181">
              <a:solidFill>
                <a:srgbClr val="000000"/>
              </a:solidFill>
            </a:ln>
          </p:spPr>
          <p:txBody>
            <a:bodyPr wrap="square" lIns="0" tIns="0" rIns="0" bIns="0" rtlCol="0"/>
            <a:lstStyle/>
            <a:p/>
          </p:txBody>
        </p:sp>
        <p:sp>
          <p:nvSpPr>
            <p:cNvPr id="133" name="object 133" descr=""/>
            <p:cNvSpPr/>
            <p:nvPr/>
          </p:nvSpPr>
          <p:spPr>
            <a:xfrm>
              <a:off x="8646007" y="1729193"/>
              <a:ext cx="1342390" cy="532765"/>
            </a:xfrm>
            <a:custGeom>
              <a:avLst/>
              <a:gdLst/>
              <a:ahLst/>
              <a:cxnLst/>
              <a:rect l="l" t="t" r="r" b="b"/>
              <a:pathLst>
                <a:path w="1342390" h="532764">
                  <a:moveTo>
                    <a:pt x="26073" y="507390"/>
                  </a:moveTo>
                  <a:lnTo>
                    <a:pt x="19862" y="500722"/>
                  </a:lnTo>
                  <a:lnTo>
                    <a:pt x="6197" y="500722"/>
                  </a:lnTo>
                  <a:lnTo>
                    <a:pt x="0" y="507390"/>
                  </a:lnTo>
                  <a:lnTo>
                    <a:pt x="0" y="516305"/>
                  </a:lnTo>
                  <a:lnTo>
                    <a:pt x="0" y="525233"/>
                  </a:lnTo>
                  <a:lnTo>
                    <a:pt x="6197" y="532574"/>
                  </a:lnTo>
                  <a:lnTo>
                    <a:pt x="19862" y="532574"/>
                  </a:lnTo>
                  <a:lnTo>
                    <a:pt x="26073" y="525233"/>
                  </a:lnTo>
                  <a:lnTo>
                    <a:pt x="26073" y="507390"/>
                  </a:lnTo>
                  <a:close/>
                </a:path>
                <a:path w="1342390" h="532764">
                  <a:moveTo>
                    <a:pt x="1342085" y="28917"/>
                  </a:moveTo>
                  <a:lnTo>
                    <a:pt x="1251699" y="0"/>
                  </a:lnTo>
                  <a:lnTo>
                    <a:pt x="1280642" y="28917"/>
                  </a:lnTo>
                  <a:lnTo>
                    <a:pt x="1251699" y="57607"/>
                  </a:lnTo>
                  <a:lnTo>
                    <a:pt x="1342085" y="28917"/>
                  </a:lnTo>
                  <a:close/>
                </a:path>
              </a:pathLst>
            </a:custGeom>
            <a:solidFill>
              <a:srgbClr val="000000"/>
            </a:solidFill>
          </p:spPr>
          <p:txBody>
            <a:bodyPr wrap="square" lIns="0" tIns="0" rIns="0" bIns="0" rtlCol="0"/>
            <a:lstStyle/>
            <a:p/>
          </p:txBody>
        </p:sp>
        <p:sp>
          <p:nvSpPr>
            <p:cNvPr id="134" name="object 134" descr=""/>
            <p:cNvSpPr/>
            <p:nvPr/>
          </p:nvSpPr>
          <p:spPr>
            <a:xfrm>
              <a:off x="8646012" y="2229911"/>
              <a:ext cx="26670" cy="32384"/>
            </a:xfrm>
            <a:custGeom>
              <a:avLst/>
              <a:gdLst/>
              <a:ahLst/>
              <a:cxnLst/>
              <a:rect l="l" t="t" r="r" b="b"/>
              <a:pathLst>
                <a:path w="26670" h="32385">
                  <a:moveTo>
                    <a:pt x="0" y="15587"/>
                  </a:moveTo>
                  <a:lnTo>
                    <a:pt x="0" y="24511"/>
                  </a:lnTo>
                  <a:lnTo>
                    <a:pt x="6201" y="31853"/>
                  </a:lnTo>
                  <a:lnTo>
                    <a:pt x="13092" y="31853"/>
                  </a:lnTo>
                  <a:lnTo>
                    <a:pt x="19868" y="31853"/>
                  </a:lnTo>
                  <a:lnTo>
                    <a:pt x="26069" y="24511"/>
                  </a:lnTo>
                  <a:lnTo>
                    <a:pt x="26069" y="15587"/>
                  </a:lnTo>
                  <a:lnTo>
                    <a:pt x="26069" y="6664"/>
                  </a:lnTo>
                  <a:lnTo>
                    <a:pt x="19868" y="0"/>
                  </a:lnTo>
                  <a:lnTo>
                    <a:pt x="13092" y="0"/>
                  </a:lnTo>
                  <a:lnTo>
                    <a:pt x="6201" y="0"/>
                  </a:lnTo>
                  <a:lnTo>
                    <a:pt x="0" y="6664"/>
                  </a:lnTo>
                  <a:lnTo>
                    <a:pt x="0" y="15587"/>
                  </a:lnTo>
                  <a:close/>
                </a:path>
              </a:pathLst>
            </a:custGeom>
            <a:ln w="8195">
              <a:solidFill>
                <a:srgbClr val="000000"/>
              </a:solidFill>
            </a:ln>
          </p:spPr>
          <p:txBody>
            <a:bodyPr wrap="square" lIns="0" tIns="0" rIns="0" bIns="0" rtlCol="0"/>
            <a:lstStyle/>
            <a:p/>
          </p:txBody>
        </p:sp>
        <p:sp>
          <p:nvSpPr>
            <p:cNvPr id="135" name="object 135" descr=""/>
            <p:cNvSpPr/>
            <p:nvPr/>
          </p:nvSpPr>
          <p:spPr>
            <a:xfrm>
              <a:off x="8646012" y="2306043"/>
              <a:ext cx="26670" cy="31750"/>
            </a:xfrm>
            <a:custGeom>
              <a:avLst/>
              <a:gdLst/>
              <a:ahLst/>
              <a:cxnLst/>
              <a:rect l="l" t="t" r="r" b="b"/>
              <a:pathLst>
                <a:path w="26670" h="31750">
                  <a:moveTo>
                    <a:pt x="19868" y="0"/>
                  </a:moveTo>
                  <a:lnTo>
                    <a:pt x="6201" y="0"/>
                  </a:lnTo>
                  <a:lnTo>
                    <a:pt x="0" y="6664"/>
                  </a:lnTo>
                  <a:lnTo>
                    <a:pt x="0" y="15587"/>
                  </a:lnTo>
                  <a:lnTo>
                    <a:pt x="0" y="24172"/>
                  </a:lnTo>
                  <a:lnTo>
                    <a:pt x="6201" y="31740"/>
                  </a:lnTo>
                  <a:lnTo>
                    <a:pt x="19868" y="31740"/>
                  </a:lnTo>
                  <a:lnTo>
                    <a:pt x="26069" y="24172"/>
                  </a:lnTo>
                  <a:lnTo>
                    <a:pt x="26069" y="6664"/>
                  </a:lnTo>
                  <a:lnTo>
                    <a:pt x="19868" y="0"/>
                  </a:lnTo>
                  <a:close/>
                </a:path>
              </a:pathLst>
            </a:custGeom>
            <a:solidFill>
              <a:srgbClr val="000000"/>
            </a:solidFill>
          </p:spPr>
          <p:txBody>
            <a:bodyPr wrap="square" lIns="0" tIns="0" rIns="0" bIns="0" rtlCol="0"/>
            <a:lstStyle/>
            <a:p/>
          </p:txBody>
        </p:sp>
        <p:sp>
          <p:nvSpPr>
            <p:cNvPr id="136" name="object 136" descr=""/>
            <p:cNvSpPr/>
            <p:nvPr/>
          </p:nvSpPr>
          <p:spPr>
            <a:xfrm>
              <a:off x="8646012" y="2306043"/>
              <a:ext cx="26670" cy="31750"/>
            </a:xfrm>
            <a:custGeom>
              <a:avLst/>
              <a:gdLst/>
              <a:ahLst/>
              <a:cxnLst/>
              <a:rect l="l" t="t" r="r" b="b"/>
              <a:pathLst>
                <a:path w="26670" h="31750">
                  <a:moveTo>
                    <a:pt x="0" y="15587"/>
                  </a:moveTo>
                  <a:lnTo>
                    <a:pt x="0" y="24172"/>
                  </a:lnTo>
                  <a:lnTo>
                    <a:pt x="6201" y="31740"/>
                  </a:lnTo>
                  <a:lnTo>
                    <a:pt x="13092" y="31740"/>
                  </a:lnTo>
                  <a:lnTo>
                    <a:pt x="19868" y="31740"/>
                  </a:lnTo>
                  <a:lnTo>
                    <a:pt x="26069" y="24172"/>
                  </a:lnTo>
                  <a:lnTo>
                    <a:pt x="26069" y="15587"/>
                  </a:lnTo>
                  <a:lnTo>
                    <a:pt x="26069" y="6664"/>
                  </a:lnTo>
                  <a:lnTo>
                    <a:pt x="19868" y="0"/>
                  </a:lnTo>
                  <a:lnTo>
                    <a:pt x="13092" y="0"/>
                  </a:lnTo>
                  <a:lnTo>
                    <a:pt x="6201" y="0"/>
                  </a:lnTo>
                  <a:lnTo>
                    <a:pt x="0" y="6664"/>
                  </a:lnTo>
                  <a:lnTo>
                    <a:pt x="0" y="15587"/>
                  </a:lnTo>
                  <a:close/>
                </a:path>
              </a:pathLst>
            </a:custGeom>
            <a:ln w="8195">
              <a:solidFill>
                <a:srgbClr val="000000"/>
              </a:solidFill>
            </a:ln>
          </p:spPr>
          <p:txBody>
            <a:bodyPr wrap="square" lIns="0" tIns="0" rIns="0" bIns="0" rtlCol="0"/>
            <a:lstStyle/>
            <a:p/>
          </p:txBody>
        </p:sp>
        <p:sp>
          <p:nvSpPr>
            <p:cNvPr id="137" name="object 137" descr=""/>
            <p:cNvSpPr/>
            <p:nvPr/>
          </p:nvSpPr>
          <p:spPr>
            <a:xfrm>
              <a:off x="8646012" y="2961471"/>
              <a:ext cx="26670" cy="32384"/>
            </a:xfrm>
            <a:custGeom>
              <a:avLst/>
              <a:gdLst/>
              <a:ahLst/>
              <a:cxnLst/>
              <a:rect l="l" t="t" r="r" b="b"/>
              <a:pathLst>
                <a:path w="26670" h="32385">
                  <a:moveTo>
                    <a:pt x="19868" y="0"/>
                  </a:moveTo>
                  <a:lnTo>
                    <a:pt x="6201" y="0"/>
                  </a:lnTo>
                  <a:lnTo>
                    <a:pt x="0" y="6969"/>
                  </a:lnTo>
                  <a:lnTo>
                    <a:pt x="0" y="15610"/>
                  </a:lnTo>
                  <a:lnTo>
                    <a:pt x="0" y="24533"/>
                  </a:lnTo>
                  <a:lnTo>
                    <a:pt x="6201" y="32056"/>
                  </a:lnTo>
                  <a:lnTo>
                    <a:pt x="19868" y="32056"/>
                  </a:lnTo>
                  <a:lnTo>
                    <a:pt x="26069" y="24533"/>
                  </a:lnTo>
                  <a:lnTo>
                    <a:pt x="26069" y="6969"/>
                  </a:lnTo>
                  <a:lnTo>
                    <a:pt x="19868" y="0"/>
                  </a:lnTo>
                  <a:close/>
                </a:path>
              </a:pathLst>
            </a:custGeom>
            <a:solidFill>
              <a:srgbClr val="000000"/>
            </a:solidFill>
          </p:spPr>
          <p:txBody>
            <a:bodyPr wrap="square" lIns="0" tIns="0" rIns="0" bIns="0" rtlCol="0"/>
            <a:lstStyle/>
            <a:p/>
          </p:txBody>
        </p:sp>
        <p:sp>
          <p:nvSpPr>
            <p:cNvPr id="138" name="object 138" descr=""/>
            <p:cNvSpPr/>
            <p:nvPr/>
          </p:nvSpPr>
          <p:spPr>
            <a:xfrm>
              <a:off x="8646012" y="2961471"/>
              <a:ext cx="26670" cy="32384"/>
            </a:xfrm>
            <a:custGeom>
              <a:avLst/>
              <a:gdLst/>
              <a:ahLst/>
              <a:cxnLst/>
              <a:rect l="l" t="t" r="r" b="b"/>
              <a:pathLst>
                <a:path w="26670" h="32385">
                  <a:moveTo>
                    <a:pt x="0" y="15610"/>
                  </a:moveTo>
                  <a:lnTo>
                    <a:pt x="0" y="24533"/>
                  </a:lnTo>
                  <a:lnTo>
                    <a:pt x="6201" y="32056"/>
                  </a:lnTo>
                  <a:lnTo>
                    <a:pt x="13092" y="32056"/>
                  </a:lnTo>
                  <a:lnTo>
                    <a:pt x="19868" y="32056"/>
                  </a:lnTo>
                  <a:lnTo>
                    <a:pt x="26069" y="24533"/>
                  </a:lnTo>
                  <a:lnTo>
                    <a:pt x="26069" y="15610"/>
                  </a:lnTo>
                  <a:lnTo>
                    <a:pt x="26069" y="6969"/>
                  </a:lnTo>
                  <a:lnTo>
                    <a:pt x="19868" y="0"/>
                  </a:lnTo>
                  <a:lnTo>
                    <a:pt x="13092" y="0"/>
                  </a:lnTo>
                  <a:lnTo>
                    <a:pt x="6201" y="0"/>
                  </a:lnTo>
                  <a:lnTo>
                    <a:pt x="0" y="6969"/>
                  </a:lnTo>
                  <a:lnTo>
                    <a:pt x="0" y="15610"/>
                  </a:lnTo>
                  <a:close/>
                </a:path>
              </a:pathLst>
            </a:custGeom>
            <a:ln w="8195">
              <a:solidFill>
                <a:srgbClr val="000000"/>
              </a:solidFill>
            </a:ln>
          </p:spPr>
          <p:txBody>
            <a:bodyPr wrap="square" lIns="0" tIns="0" rIns="0" bIns="0" rtlCol="0"/>
            <a:lstStyle/>
            <a:p/>
          </p:txBody>
        </p:sp>
        <p:sp>
          <p:nvSpPr>
            <p:cNvPr id="139" name="object 139" descr=""/>
            <p:cNvSpPr/>
            <p:nvPr/>
          </p:nvSpPr>
          <p:spPr>
            <a:xfrm>
              <a:off x="7628678" y="2301299"/>
              <a:ext cx="25400" cy="31750"/>
            </a:xfrm>
            <a:custGeom>
              <a:avLst/>
              <a:gdLst/>
              <a:ahLst/>
              <a:cxnLst/>
              <a:rect l="l" t="t" r="r" b="b"/>
              <a:pathLst>
                <a:path w="25400" h="31750">
                  <a:moveTo>
                    <a:pt x="19351" y="0"/>
                  </a:moveTo>
                  <a:lnTo>
                    <a:pt x="5409" y="0"/>
                  </a:lnTo>
                  <a:lnTo>
                    <a:pt x="0" y="6664"/>
                  </a:lnTo>
                  <a:lnTo>
                    <a:pt x="0" y="15587"/>
                  </a:lnTo>
                  <a:lnTo>
                    <a:pt x="0" y="24285"/>
                  </a:lnTo>
                  <a:lnTo>
                    <a:pt x="5409" y="31740"/>
                  </a:lnTo>
                  <a:lnTo>
                    <a:pt x="19351" y="31740"/>
                  </a:lnTo>
                  <a:lnTo>
                    <a:pt x="25323" y="24285"/>
                  </a:lnTo>
                  <a:lnTo>
                    <a:pt x="25323" y="6664"/>
                  </a:lnTo>
                  <a:lnTo>
                    <a:pt x="19351" y="0"/>
                  </a:lnTo>
                  <a:close/>
                </a:path>
              </a:pathLst>
            </a:custGeom>
            <a:solidFill>
              <a:srgbClr val="000000"/>
            </a:solidFill>
          </p:spPr>
          <p:txBody>
            <a:bodyPr wrap="square" lIns="0" tIns="0" rIns="0" bIns="0" rtlCol="0"/>
            <a:lstStyle/>
            <a:p/>
          </p:txBody>
        </p:sp>
        <p:sp>
          <p:nvSpPr>
            <p:cNvPr id="140" name="object 140" descr=""/>
            <p:cNvSpPr/>
            <p:nvPr/>
          </p:nvSpPr>
          <p:spPr>
            <a:xfrm>
              <a:off x="7628678" y="2301299"/>
              <a:ext cx="25400" cy="31750"/>
            </a:xfrm>
            <a:custGeom>
              <a:avLst/>
              <a:gdLst/>
              <a:ahLst/>
              <a:cxnLst/>
              <a:rect l="l" t="t" r="r" b="b"/>
              <a:pathLst>
                <a:path w="25400" h="31750">
                  <a:moveTo>
                    <a:pt x="0" y="15587"/>
                  </a:moveTo>
                  <a:lnTo>
                    <a:pt x="0" y="24285"/>
                  </a:lnTo>
                  <a:lnTo>
                    <a:pt x="5409" y="31740"/>
                  </a:lnTo>
                  <a:lnTo>
                    <a:pt x="12231" y="31740"/>
                  </a:lnTo>
                  <a:lnTo>
                    <a:pt x="19351" y="31740"/>
                  </a:lnTo>
                  <a:lnTo>
                    <a:pt x="25323" y="24285"/>
                  </a:lnTo>
                  <a:lnTo>
                    <a:pt x="25323" y="15587"/>
                  </a:lnTo>
                  <a:lnTo>
                    <a:pt x="25323" y="6664"/>
                  </a:lnTo>
                  <a:lnTo>
                    <a:pt x="19351" y="0"/>
                  </a:lnTo>
                  <a:lnTo>
                    <a:pt x="12231" y="0"/>
                  </a:lnTo>
                  <a:lnTo>
                    <a:pt x="5409" y="0"/>
                  </a:lnTo>
                  <a:lnTo>
                    <a:pt x="0" y="6664"/>
                  </a:lnTo>
                  <a:lnTo>
                    <a:pt x="0" y="15587"/>
                  </a:lnTo>
                  <a:close/>
                </a:path>
              </a:pathLst>
            </a:custGeom>
            <a:ln w="8196">
              <a:solidFill>
                <a:srgbClr val="000000"/>
              </a:solidFill>
            </a:ln>
          </p:spPr>
          <p:txBody>
            <a:bodyPr wrap="square" lIns="0" tIns="0" rIns="0" bIns="0" rtlCol="0"/>
            <a:lstStyle/>
            <a:p/>
          </p:txBody>
        </p:sp>
      </p:grpSp>
      <p:sp>
        <p:nvSpPr>
          <p:cNvPr id="141" name="object 141" descr=""/>
          <p:cNvSpPr txBox="1"/>
          <p:nvPr/>
        </p:nvSpPr>
        <p:spPr>
          <a:xfrm>
            <a:off x="8446367" y="2241370"/>
            <a:ext cx="129539"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Times New Roman"/>
                <a:cs typeface="Times New Roman"/>
              </a:rPr>
              <a:t>IR</a:t>
            </a:r>
            <a:endParaRPr sz="800">
              <a:latin typeface="Times New Roman"/>
              <a:cs typeface="Times New Roman"/>
            </a:endParaRPr>
          </a:p>
        </p:txBody>
      </p:sp>
      <p:grpSp>
        <p:nvGrpSpPr>
          <p:cNvPr id="142" name="object 142" descr=""/>
          <p:cNvGrpSpPr/>
          <p:nvPr/>
        </p:nvGrpSpPr>
        <p:grpSpPr>
          <a:xfrm>
            <a:off x="7933208" y="1658362"/>
            <a:ext cx="149860" cy="57785"/>
            <a:chOff x="7933208" y="1658362"/>
            <a:chExt cx="149860" cy="57785"/>
          </a:xfrm>
        </p:grpSpPr>
        <p:sp>
          <p:nvSpPr>
            <p:cNvPr id="143" name="object 143" descr=""/>
            <p:cNvSpPr/>
            <p:nvPr/>
          </p:nvSpPr>
          <p:spPr>
            <a:xfrm>
              <a:off x="7937336" y="1687053"/>
              <a:ext cx="85090" cy="0"/>
            </a:xfrm>
            <a:custGeom>
              <a:avLst/>
              <a:gdLst/>
              <a:ahLst/>
              <a:cxnLst/>
              <a:rect l="l" t="t" r="r" b="b"/>
              <a:pathLst>
                <a:path w="85090" h="0">
                  <a:moveTo>
                    <a:pt x="0" y="0"/>
                  </a:moveTo>
                  <a:lnTo>
                    <a:pt x="84778" y="0"/>
                  </a:lnTo>
                </a:path>
              </a:pathLst>
            </a:custGeom>
            <a:ln w="8113">
              <a:solidFill>
                <a:srgbClr val="000000"/>
              </a:solidFill>
            </a:ln>
          </p:spPr>
          <p:txBody>
            <a:bodyPr wrap="square" lIns="0" tIns="0" rIns="0" bIns="0" rtlCol="0"/>
            <a:lstStyle/>
            <a:p/>
          </p:txBody>
        </p:sp>
        <p:sp>
          <p:nvSpPr>
            <p:cNvPr id="144" name="object 144" descr=""/>
            <p:cNvSpPr/>
            <p:nvPr/>
          </p:nvSpPr>
          <p:spPr>
            <a:xfrm>
              <a:off x="7991956" y="1658362"/>
              <a:ext cx="90805" cy="57785"/>
            </a:xfrm>
            <a:custGeom>
              <a:avLst/>
              <a:gdLst/>
              <a:ahLst/>
              <a:cxnLst/>
              <a:rect l="l" t="t" r="r" b="b"/>
              <a:pathLst>
                <a:path w="90804" h="57785">
                  <a:moveTo>
                    <a:pt x="0" y="0"/>
                  </a:moveTo>
                  <a:lnTo>
                    <a:pt x="28734" y="29255"/>
                  </a:lnTo>
                  <a:lnTo>
                    <a:pt x="0" y="57719"/>
                  </a:lnTo>
                  <a:lnTo>
                    <a:pt x="90750" y="29255"/>
                  </a:lnTo>
                  <a:lnTo>
                    <a:pt x="0" y="0"/>
                  </a:lnTo>
                  <a:close/>
                </a:path>
              </a:pathLst>
            </a:custGeom>
            <a:solidFill>
              <a:srgbClr val="000000"/>
            </a:solidFill>
          </p:spPr>
          <p:txBody>
            <a:bodyPr wrap="square" lIns="0" tIns="0" rIns="0" bIns="0" rtlCol="0"/>
            <a:lstStyle/>
            <a:p/>
          </p:txBody>
        </p:sp>
      </p:grpSp>
      <p:sp>
        <p:nvSpPr>
          <p:cNvPr id="145" name="object 145" descr=""/>
          <p:cNvSpPr txBox="1"/>
          <p:nvPr/>
        </p:nvSpPr>
        <p:spPr>
          <a:xfrm>
            <a:off x="9574929" y="2169983"/>
            <a:ext cx="100965" cy="147955"/>
          </a:xfrm>
          <a:prstGeom prst="rect">
            <a:avLst/>
          </a:prstGeom>
        </p:spPr>
        <p:txBody>
          <a:bodyPr wrap="square" lIns="0" tIns="13335" rIns="0" bIns="0" rtlCol="0" vert="horz">
            <a:spAutoFit/>
          </a:bodyPr>
          <a:lstStyle/>
          <a:p>
            <a:pPr marL="12700">
              <a:lnSpc>
                <a:spcPct val="100000"/>
              </a:lnSpc>
              <a:spcBef>
                <a:spcPts val="105"/>
              </a:spcBef>
            </a:pPr>
            <a:r>
              <a:rPr dirty="0" sz="800" spc="-50">
                <a:latin typeface="Times New Roman"/>
                <a:cs typeface="Times New Roman"/>
              </a:rPr>
              <a:t>A</a:t>
            </a:r>
            <a:endParaRPr sz="800">
              <a:latin typeface="Times New Roman"/>
              <a:cs typeface="Times New Roman"/>
            </a:endParaRPr>
          </a:p>
        </p:txBody>
      </p:sp>
      <p:sp>
        <p:nvSpPr>
          <p:cNvPr id="146" name="object 146" descr=""/>
          <p:cNvSpPr txBox="1"/>
          <p:nvPr/>
        </p:nvSpPr>
        <p:spPr>
          <a:xfrm>
            <a:off x="9571483" y="2482415"/>
            <a:ext cx="95250" cy="147955"/>
          </a:xfrm>
          <a:prstGeom prst="rect">
            <a:avLst/>
          </a:prstGeom>
        </p:spPr>
        <p:txBody>
          <a:bodyPr wrap="square" lIns="0" tIns="13335" rIns="0" bIns="0" rtlCol="0" vert="horz">
            <a:spAutoFit/>
          </a:bodyPr>
          <a:lstStyle/>
          <a:p>
            <a:pPr marL="12700">
              <a:lnSpc>
                <a:spcPct val="100000"/>
              </a:lnSpc>
              <a:spcBef>
                <a:spcPts val="105"/>
              </a:spcBef>
            </a:pPr>
            <a:r>
              <a:rPr dirty="0" sz="800" spc="-50">
                <a:latin typeface="Times New Roman"/>
                <a:cs typeface="Times New Roman"/>
              </a:rPr>
              <a:t>B</a:t>
            </a:r>
            <a:endParaRPr sz="800">
              <a:latin typeface="Times New Roman"/>
              <a:cs typeface="Times New Roman"/>
            </a:endParaRPr>
          </a:p>
        </p:txBody>
      </p:sp>
      <p:sp>
        <p:nvSpPr>
          <p:cNvPr id="147" name="object 147" descr=""/>
          <p:cNvSpPr txBox="1"/>
          <p:nvPr/>
        </p:nvSpPr>
        <p:spPr>
          <a:xfrm>
            <a:off x="9561541" y="2857922"/>
            <a:ext cx="140970" cy="219075"/>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Imm</a:t>
            </a:r>
            <a:endParaRPr sz="800">
              <a:latin typeface="Times New Roman"/>
              <a:cs typeface="Times New Roman"/>
            </a:endParaRPr>
          </a:p>
        </p:txBody>
      </p:sp>
      <p:sp>
        <p:nvSpPr>
          <p:cNvPr id="148" name="object 148" descr=""/>
          <p:cNvSpPr txBox="1"/>
          <p:nvPr/>
        </p:nvSpPr>
        <p:spPr>
          <a:xfrm>
            <a:off x="8731160" y="1876866"/>
            <a:ext cx="272415"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IR[rs]</a:t>
            </a:r>
            <a:endParaRPr sz="800">
              <a:latin typeface="Times New Roman"/>
              <a:cs typeface="Times New Roman"/>
            </a:endParaRPr>
          </a:p>
        </p:txBody>
      </p:sp>
      <p:sp>
        <p:nvSpPr>
          <p:cNvPr id="149" name="object 149" descr=""/>
          <p:cNvSpPr txBox="1"/>
          <p:nvPr/>
        </p:nvSpPr>
        <p:spPr>
          <a:xfrm>
            <a:off x="8731160" y="2087300"/>
            <a:ext cx="261620"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IR[rt]</a:t>
            </a:r>
            <a:endParaRPr sz="800">
              <a:latin typeface="Times New Roman"/>
              <a:cs typeface="Times New Roman"/>
            </a:endParaRPr>
          </a:p>
        </p:txBody>
      </p:sp>
      <p:sp>
        <p:nvSpPr>
          <p:cNvPr id="150" name="object 150" descr=""/>
          <p:cNvSpPr txBox="1"/>
          <p:nvPr/>
        </p:nvSpPr>
        <p:spPr>
          <a:xfrm>
            <a:off x="8706928" y="2292312"/>
            <a:ext cx="642620" cy="245745"/>
          </a:xfrm>
          <a:prstGeom prst="rect">
            <a:avLst/>
          </a:prstGeom>
        </p:spPr>
        <p:txBody>
          <a:bodyPr wrap="square" lIns="0" tIns="13335" rIns="0" bIns="0" rtlCol="0" vert="horz">
            <a:spAutoFit/>
          </a:bodyPr>
          <a:lstStyle/>
          <a:p>
            <a:pPr marL="12700">
              <a:lnSpc>
                <a:spcPts val="865"/>
              </a:lnSpc>
              <a:spcBef>
                <a:spcPts val="105"/>
              </a:spcBef>
            </a:pPr>
            <a:r>
              <a:rPr dirty="0" sz="650">
                <a:latin typeface="宋体"/>
                <a:cs typeface="宋体"/>
              </a:rPr>
              <a:t>MEM/WB.IR</a:t>
            </a:r>
            <a:r>
              <a:rPr dirty="0" sz="650" spc="210">
                <a:latin typeface="宋体"/>
                <a:cs typeface="宋体"/>
              </a:rPr>
              <a:t>  </a:t>
            </a:r>
            <a:r>
              <a:rPr dirty="0" baseline="3472" sz="1200" spc="-75">
                <a:latin typeface="宋体"/>
                <a:cs typeface="宋体"/>
              </a:rPr>
              <a:t>存</a:t>
            </a:r>
            <a:endParaRPr baseline="3472" sz="1200">
              <a:latin typeface="宋体"/>
              <a:cs typeface="宋体"/>
            </a:endParaRPr>
          </a:p>
          <a:p>
            <a:pPr algn="r" marR="5080">
              <a:lnSpc>
                <a:spcPts val="865"/>
              </a:lnSpc>
            </a:pPr>
            <a:r>
              <a:rPr dirty="0" sz="800" spc="-50">
                <a:latin typeface="宋体"/>
                <a:cs typeface="宋体"/>
              </a:rPr>
              <a:t>器</a:t>
            </a:r>
            <a:endParaRPr sz="800">
              <a:latin typeface="宋体"/>
              <a:cs typeface="宋体"/>
            </a:endParaRPr>
          </a:p>
        </p:txBody>
      </p:sp>
      <p:grpSp>
        <p:nvGrpSpPr>
          <p:cNvPr id="151" name="object 151" descr=""/>
          <p:cNvGrpSpPr/>
          <p:nvPr/>
        </p:nvGrpSpPr>
        <p:grpSpPr>
          <a:xfrm>
            <a:off x="8439860" y="1560551"/>
            <a:ext cx="150495" cy="251460"/>
            <a:chOff x="8439860" y="1560551"/>
            <a:chExt cx="150495" cy="251460"/>
          </a:xfrm>
        </p:grpSpPr>
        <p:sp>
          <p:nvSpPr>
            <p:cNvPr id="152" name="object 152" descr=""/>
            <p:cNvSpPr/>
            <p:nvPr/>
          </p:nvSpPr>
          <p:spPr>
            <a:xfrm>
              <a:off x="8443988" y="1564678"/>
              <a:ext cx="142240" cy="243204"/>
            </a:xfrm>
            <a:custGeom>
              <a:avLst/>
              <a:gdLst/>
              <a:ahLst/>
              <a:cxnLst/>
              <a:rect l="l" t="t" r="r" b="b"/>
              <a:pathLst>
                <a:path w="142240" h="243205">
                  <a:moveTo>
                    <a:pt x="141948" y="0"/>
                  </a:moveTo>
                  <a:lnTo>
                    <a:pt x="0" y="0"/>
                  </a:lnTo>
                  <a:lnTo>
                    <a:pt x="0" y="243009"/>
                  </a:lnTo>
                  <a:lnTo>
                    <a:pt x="141948" y="243009"/>
                  </a:lnTo>
                  <a:lnTo>
                    <a:pt x="141948" y="0"/>
                  </a:lnTo>
                  <a:close/>
                </a:path>
              </a:pathLst>
            </a:custGeom>
            <a:solidFill>
              <a:srgbClr val="FFFFFF"/>
            </a:solidFill>
          </p:spPr>
          <p:txBody>
            <a:bodyPr wrap="square" lIns="0" tIns="0" rIns="0" bIns="0" rtlCol="0"/>
            <a:lstStyle/>
            <a:p/>
          </p:txBody>
        </p:sp>
        <p:sp>
          <p:nvSpPr>
            <p:cNvPr id="153" name="object 153" descr=""/>
            <p:cNvSpPr/>
            <p:nvPr/>
          </p:nvSpPr>
          <p:spPr>
            <a:xfrm>
              <a:off x="8443988" y="1564678"/>
              <a:ext cx="142240" cy="243204"/>
            </a:xfrm>
            <a:custGeom>
              <a:avLst/>
              <a:gdLst/>
              <a:ahLst/>
              <a:cxnLst/>
              <a:rect l="l" t="t" r="r" b="b"/>
              <a:pathLst>
                <a:path w="142240" h="243205">
                  <a:moveTo>
                    <a:pt x="0" y="243009"/>
                  </a:moveTo>
                  <a:lnTo>
                    <a:pt x="141948" y="243009"/>
                  </a:lnTo>
                  <a:lnTo>
                    <a:pt x="141948" y="0"/>
                  </a:lnTo>
                  <a:lnTo>
                    <a:pt x="0" y="0"/>
                  </a:lnTo>
                  <a:lnTo>
                    <a:pt x="0" y="243009"/>
                  </a:lnTo>
                  <a:close/>
                </a:path>
              </a:pathLst>
            </a:custGeom>
            <a:ln w="8215">
              <a:solidFill>
                <a:srgbClr val="000000"/>
              </a:solidFill>
            </a:ln>
          </p:spPr>
          <p:txBody>
            <a:bodyPr wrap="square" lIns="0" tIns="0" rIns="0" bIns="0" rtlCol="0"/>
            <a:lstStyle/>
            <a:p/>
          </p:txBody>
        </p:sp>
      </p:grpSp>
      <p:sp>
        <p:nvSpPr>
          <p:cNvPr id="154" name="object 154" descr=""/>
          <p:cNvSpPr txBox="1"/>
          <p:nvPr/>
        </p:nvSpPr>
        <p:spPr>
          <a:xfrm>
            <a:off x="8450988" y="1575179"/>
            <a:ext cx="140970" cy="224154"/>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NPC</a:t>
            </a:r>
            <a:endParaRPr sz="800">
              <a:latin typeface="Times New Roman"/>
              <a:cs typeface="Times New Roman"/>
            </a:endParaRPr>
          </a:p>
        </p:txBody>
      </p:sp>
      <p:grpSp>
        <p:nvGrpSpPr>
          <p:cNvPr id="155" name="object 155" descr=""/>
          <p:cNvGrpSpPr/>
          <p:nvPr/>
        </p:nvGrpSpPr>
        <p:grpSpPr>
          <a:xfrm>
            <a:off x="9549622" y="1560551"/>
            <a:ext cx="150495" cy="251460"/>
            <a:chOff x="9549622" y="1560551"/>
            <a:chExt cx="150495" cy="251460"/>
          </a:xfrm>
        </p:grpSpPr>
        <p:sp>
          <p:nvSpPr>
            <p:cNvPr id="156" name="object 156" descr=""/>
            <p:cNvSpPr/>
            <p:nvPr/>
          </p:nvSpPr>
          <p:spPr>
            <a:xfrm>
              <a:off x="9553750" y="1564678"/>
              <a:ext cx="142240" cy="243204"/>
            </a:xfrm>
            <a:custGeom>
              <a:avLst/>
              <a:gdLst/>
              <a:ahLst/>
              <a:cxnLst/>
              <a:rect l="l" t="t" r="r" b="b"/>
              <a:pathLst>
                <a:path w="142240" h="243205">
                  <a:moveTo>
                    <a:pt x="141948" y="0"/>
                  </a:moveTo>
                  <a:lnTo>
                    <a:pt x="0" y="0"/>
                  </a:lnTo>
                  <a:lnTo>
                    <a:pt x="0" y="243009"/>
                  </a:lnTo>
                  <a:lnTo>
                    <a:pt x="141948" y="243009"/>
                  </a:lnTo>
                  <a:lnTo>
                    <a:pt x="141948" y="0"/>
                  </a:lnTo>
                  <a:close/>
                </a:path>
              </a:pathLst>
            </a:custGeom>
            <a:solidFill>
              <a:srgbClr val="FFFFFF"/>
            </a:solidFill>
          </p:spPr>
          <p:txBody>
            <a:bodyPr wrap="square" lIns="0" tIns="0" rIns="0" bIns="0" rtlCol="0"/>
            <a:lstStyle/>
            <a:p/>
          </p:txBody>
        </p:sp>
        <p:sp>
          <p:nvSpPr>
            <p:cNvPr id="157" name="object 157" descr=""/>
            <p:cNvSpPr/>
            <p:nvPr/>
          </p:nvSpPr>
          <p:spPr>
            <a:xfrm>
              <a:off x="9553750" y="1564678"/>
              <a:ext cx="142240" cy="243204"/>
            </a:xfrm>
            <a:custGeom>
              <a:avLst/>
              <a:gdLst/>
              <a:ahLst/>
              <a:cxnLst/>
              <a:rect l="l" t="t" r="r" b="b"/>
              <a:pathLst>
                <a:path w="142240" h="243205">
                  <a:moveTo>
                    <a:pt x="0" y="243009"/>
                  </a:moveTo>
                  <a:lnTo>
                    <a:pt x="141948" y="243009"/>
                  </a:lnTo>
                  <a:lnTo>
                    <a:pt x="141948" y="0"/>
                  </a:lnTo>
                  <a:lnTo>
                    <a:pt x="0" y="0"/>
                  </a:lnTo>
                  <a:lnTo>
                    <a:pt x="0" y="243009"/>
                  </a:lnTo>
                  <a:close/>
                </a:path>
              </a:pathLst>
            </a:custGeom>
            <a:ln w="8215">
              <a:solidFill>
                <a:srgbClr val="000000"/>
              </a:solidFill>
            </a:ln>
          </p:spPr>
          <p:txBody>
            <a:bodyPr wrap="square" lIns="0" tIns="0" rIns="0" bIns="0" rtlCol="0"/>
            <a:lstStyle/>
            <a:p/>
          </p:txBody>
        </p:sp>
      </p:grpSp>
      <p:sp>
        <p:nvSpPr>
          <p:cNvPr id="158" name="object 158" descr=""/>
          <p:cNvSpPr txBox="1"/>
          <p:nvPr/>
        </p:nvSpPr>
        <p:spPr>
          <a:xfrm>
            <a:off x="9560623" y="1575179"/>
            <a:ext cx="140970" cy="224154"/>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NPC</a:t>
            </a:r>
            <a:endParaRPr sz="800">
              <a:latin typeface="Times New Roman"/>
              <a:cs typeface="Times New Roman"/>
            </a:endParaRPr>
          </a:p>
        </p:txBody>
      </p:sp>
      <p:grpSp>
        <p:nvGrpSpPr>
          <p:cNvPr id="159" name="object 159" descr=""/>
          <p:cNvGrpSpPr/>
          <p:nvPr/>
        </p:nvGrpSpPr>
        <p:grpSpPr>
          <a:xfrm>
            <a:off x="9549622" y="3120925"/>
            <a:ext cx="150495" cy="215900"/>
            <a:chOff x="9549622" y="3120925"/>
            <a:chExt cx="150495" cy="215900"/>
          </a:xfrm>
        </p:grpSpPr>
        <p:sp>
          <p:nvSpPr>
            <p:cNvPr id="160" name="object 160" descr=""/>
            <p:cNvSpPr/>
            <p:nvPr/>
          </p:nvSpPr>
          <p:spPr>
            <a:xfrm>
              <a:off x="9553750" y="3125052"/>
              <a:ext cx="142240" cy="207645"/>
            </a:xfrm>
            <a:custGeom>
              <a:avLst/>
              <a:gdLst/>
              <a:ahLst/>
              <a:cxnLst/>
              <a:rect l="l" t="t" r="r" b="b"/>
              <a:pathLst>
                <a:path w="142240" h="207645">
                  <a:moveTo>
                    <a:pt x="141948" y="0"/>
                  </a:moveTo>
                  <a:lnTo>
                    <a:pt x="0" y="0"/>
                  </a:lnTo>
                  <a:lnTo>
                    <a:pt x="0" y="207621"/>
                  </a:lnTo>
                  <a:lnTo>
                    <a:pt x="141948" y="207621"/>
                  </a:lnTo>
                  <a:lnTo>
                    <a:pt x="141948" y="0"/>
                  </a:lnTo>
                  <a:close/>
                </a:path>
              </a:pathLst>
            </a:custGeom>
            <a:solidFill>
              <a:srgbClr val="FFFFFF"/>
            </a:solidFill>
          </p:spPr>
          <p:txBody>
            <a:bodyPr wrap="square" lIns="0" tIns="0" rIns="0" bIns="0" rtlCol="0"/>
            <a:lstStyle/>
            <a:p/>
          </p:txBody>
        </p:sp>
        <p:sp>
          <p:nvSpPr>
            <p:cNvPr id="161" name="object 161" descr=""/>
            <p:cNvSpPr/>
            <p:nvPr/>
          </p:nvSpPr>
          <p:spPr>
            <a:xfrm>
              <a:off x="9553750" y="3125052"/>
              <a:ext cx="142240" cy="207645"/>
            </a:xfrm>
            <a:custGeom>
              <a:avLst/>
              <a:gdLst/>
              <a:ahLst/>
              <a:cxnLst/>
              <a:rect l="l" t="t" r="r" b="b"/>
              <a:pathLst>
                <a:path w="142240" h="207645">
                  <a:moveTo>
                    <a:pt x="0" y="207621"/>
                  </a:moveTo>
                  <a:lnTo>
                    <a:pt x="141948" y="207621"/>
                  </a:lnTo>
                  <a:lnTo>
                    <a:pt x="141948" y="0"/>
                  </a:lnTo>
                  <a:lnTo>
                    <a:pt x="0" y="0"/>
                  </a:lnTo>
                  <a:lnTo>
                    <a:pt x="0" y="207621"/>
                  </a:lnTo>
                  <a:close/>
                </a:path>
              </a:pathLst>
            </a:custGeom>
            <a:ln w="8206">
              <a:solidFill>
                <a:srgbClr val="000000"/>
              </a:solidFill>
            </a:ln>
          </p:spPr>
          <p:txBody>
            <a:bodyPr wrap="square" lIns="0" tIns="0" rIns="0" bIns="0" rtlCol="0"/>
            <a:lstStyle/>
            <a:p/>
          </p:txBody>
        </p:sp>
      </p:grpSp>
      <p:sp>
        <p:nvSpPr>
          <p:cNvPr id="162" name="object 162" descr=""/>
          <p:cNvSpPr txBox="1"/>
          <p:nvPr/>
        </p:nvSpPr>
        <p:spPr>
          <a:xfrm>
            <a:off x="9560344" y="3152923"/>
            <a:ext cx="129539"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Times New Roman"/>
                <a:cs typeface="Times New Roman"/>
              </a:rPr>
              <a:t>IR</a:t>
            </a:r>
            <a:endParaRPr sz="800">
              <a:latin typeface="Times New Roman"/>
              <a:cs typeface="Times New Roman"/>
            </a:endParaRPr>
          </a:p>
        </p:txBody>
      </p:sp>
      <p:grpSp>
        <p:nvGrpSpPr>
          <p:cNvPr id="163" name="object 163" descr=""/>
          <p:cNvGrpSpPr/>
          <p:nvPr/>
        </p:nvGrpSpPr>
        <p:grpSpPr>
          <a:xfrm>
            <a:off x="8608809" y="1658362"/>
            <a:ext cx="1238885" cy="1601470"/>
            <a:chOff x="8608809" y="1658362"/>
            <a:chExt cx="1238885" cy="1601470"/>
          </a:xfrm>
        </p:grpSpPr>
        <p:sp>
          <p:nvSpPr>
            <p:cNvPr id="164" name="object 164" descr=""/>
            <p:cNvSpPr/>
            <p:nvPr/>
          </p:nvSpPr>
          <p:spPr>
            <a:xfrm>
              <a:off x="8612936" y="1687053"/>
              <a:ext cx="857250" cy="0"/>
            </a:xfrm>
            <a:custGeom>
              <a:avLst/>
              <a:gdLst/>
              <a:ahLst/>
              <a:cxnLst/>
              <a:rect l="l" t="t" r="r" b="b"/>
              <a:pathLst>
                <a:path w="857250" h="0">
                  <a:moveTo>
                    <a:pt x="0" y="0"/>
                  </a:moveTo>
                  <a:lnTo>
                    <a:pt x="856860" y="0"/>
                  </a:lnTo>
                </a:path>
              </a:pathLst>
            </a:custGeom>
            <a:ln w="8113">
              <a:solidFill>
                <a:srgbClr val="000000"/>
              </a:solidFill>
            </a:ln>
          </p:spPr>
          <p:txBody>
            <a:bodyPr wrap="square" lIns="0" tIns="0" rIns="0" bIns="0" rtlCol="0"/>
            <a:lstStyle/>
            <a:p/>
          </p:txBody>
        </p:sp>
        <p:sp>
          <p:nvSpPr>
            <p:cNvPr id="165" name="object 165" descr=""/>
            <p:cNvSpPr/>
            <p:nvPr/>
          </p:nvSpPr>
          <p:spPr>
            <a:xfrm>
              <a:off x="9439363" y="1658362"/>
              <a:ext cx="91440" cy="57785"/>
            </a:xfrm>
            <a:custGeom>
              <a:avLst/>
              <a:gdLst/>
              <a:ahLst/>
              <a:cxnLst/>
              <a:rect l="l" t="t" r="r" b="b"/>
              <a:pathLst>
                <a:path w="91440" h="57785">
                  <a:moveTo>
                    <a:pt x="0" y="0"/>
                  </a:moveTo>
                  <a:lnTo>
                    <a:pt x="29055" y="29255"/>
                  </a:lnTo>
                  <a:lnTo>
                    <a:pt x="0" y="57719"/>
                  </a:lnTo>
                  <a:lnTo>
                    <a:pt x="91072" y="29255"/>
                  </a:lnTo>
                  <a:lnTo>
                    <a:pt x="0" y="0"/>
                  </a:lnTo>
                  <a:close/>
                </a:path>
              </a:pathLst>
            </a:custGeom>
            <a:solidFill>
              <a:srgbClr val="000000"/>
            </a:solidFill>
          </p:spPr>
          <p:txBody>
            <a:bodyPr wrap="square" lIns="0" tIns="0" rIns="0" bIns="0" rtlCol="0"/>
            <a:lstStyle/>
            <a:p/>
          </p:txBody>
        </p:sp>
        <p:sp>
          <p:nvSpPr>
            <p:cNvPr id="166" name="object 166" descr=""/>
            <p:cNvSpPr/>
            <p:nvPr/>
          </p:nvSpPr>
          <p:spPr>
            <a:xfrm>
              <a:off x="8661057" y="1687053"/>
              <a:ext cx="1182370" cy="1543685"/>
            </a:xfrm>
            <a:custGeom>
              <a:avLst/>
              <a:gdLst/>
              <a:ahLst/>
              <a:cxnLst/>
              <a:rect l="l" t="t" r="r" b="b"/>
              <a:pathLst>
                <a:path w="1182370" h="1543685">
                  <a:moveTo>
                    <a:pt x="1182217" y="420867"/>
                  </a:moveTo>
                  <a:lnTo>
                    <a:pt x="1182217" y="0"/>
                  </a:lnTo>
                </a:path>
                <a:path w="1182370" h="1543685">
                  <a:moveTo>
                    <a:pt x="1182217" y="0"/>
                  </a:moveTo>
                  <a:lnTo>
                    <a:pt x="1061629" y="0"/>
                  </a:lnTo>
                </a:path>
                <a:path w="1182370" h="1543685">
                  <a:moveTo>
                    <a:pt x="0" y="1543351"/>
                  </a:moveTo>
                  <a:lnTo>
                    <a:pt x="808740" y="1543351"/>
                  </a:lnTo>
                </a:path>
              </a:pathLst>
            </a:custGeom>
            <a:ln w="8181">
              <a:solidFill>
                <a:srgbClr val="000000"/>
              </a:solidFill>
            </a:ln>
          </p:spPr>
          <p:txBody>
            <a:bodyPr wrap="square" lIns="0" tIns="0" rIns="0" bIns="0" rtlCol="0"/>
            <a:lstStyle/>
            <a:p/>
          </p:txBody>
        </p:sp>
        <p:sp>
          <p:nvSpPr>
            <p:cNvPr id="167" name="object 167" descr=""/>
            <p:cNvSpPr/>
            <p:nvPr/>
          </p:nvSpPr>
          <p:spPr>
            <a:xfrm>
              <a:off x="9439364" y="3201703"/>
              <a:ext cx="91440" cy="57785"/>
            </a:xfrm>
            <a:custGeom>
              <a:avLst/>
              <a:gdLst/>
              <a:ahLst/>
              <a:cxnLst/>
              <a:rect l="l" t="t" r="r" b="b"/>
              <a:pathLst>
                <a:path w="91440" h="57785">
                  <a:moveTo>
                    <a:pt x="0" y="0"/>
                  </a:moveTo>
                  <a:lnTo>
                    <a:pt x="29055" y="29255"/>
                  </a:lnTo>
                  <a:lnTo>
                    <a:pt x="0" y="57685"/>
                  </a:lnTo>
                  <a:lnTo>
                    <a:pt x="91072" y="29255"/>
                  </a:lnTo>
                  <a:lnTo>
                    <a:pt x="0" y="0"/>
                  </a:lnTo>
                  <a:close/>
                </a:path>
              </a:pathLst>
            </a:custGeom>
            <a:solidFill>
              <a:srgbClr val="000000"/>
            </a:solidFill>
          </p:spPr>
          <p:txBody>
            <a:bodyPr wrap="square" lIns="0" tIns="0" rIns="0" bIns="0" rtlCol="0"/>
            <a:lstStyle/>
            <a:p/>
          </p:txBody>
        </p:sp>
      </p:grpSp>
      <p:sp>
        <p:nvSpPr>
          <p:cNvPr id="168" name="object 168" descr=""/>
          <p:cNvSpPr txBox="1"/>
          <p:nvPr/>
        </p:nvSpPr>
        <p:spPr>
          <a:xfrm>
            <a:off x="10572525" y="1645098"/>
            <a:ext cx="140970" cy="224790"/>
          </a:xfrm>
          <a:prstGeom prst="rect">
            <a:avLst/>
          </a:prstGeom>
        </p:spPr>
        <p:txBody>
          <a:bodyPr wrap="square" lIns="0" tIns="3175" rIns="0" bIns="0" rtlCol="0" vert="vert">
            <a:spAutoFit/>
          </a:bodyPr>
          <a:lstStyle/>
          <a:p>
            <a:pPr marL="12700">
              <a:lnSpc>
                <a:spcPct val="100000"/>
              </a:lnSpc>
              <a:spcBef>
                <a:spcPts val="25"/>
              </a:spcBef>
            </a:pPr>
            <a:r>
              <a:rPr dirty="0" sz="800" spc="-20">
                <a:latin typeface="Times New Roman"/>
                <a:cs typeface="Times New Roman"/>
              </a:rPr>
              <a:t>cond</a:t>
            </a:r>
            <a:endParaRPr sz="800">
              <a:latin typeface="Times New Roman"/>
              <a:cs typeface="Times New Roman"/>
            </a:endParaRPr>
          </a:p>
        </p:txBody>
      </p:sp>
      <p:sp>
        <p:nvSpPr>
          <p:cNvPr id="169" name="object 169" descr=""/>
          <p:cNvSpPr txBox="1"/>
          <p:nvPr/>
        </p:nvSpPr>
        <p:spPr>
          <a:xfrm>
            <a:off x="10567701" y="2240932"/>
            <a:ext cx="140970" cy="286385"/>
          </a:xfrm>
          <a:prstGeom prst="rect">
            <a:avLst/>
          </a:prstGeom>
        </p:spPr>
        <p:txBody>
          <a:bodyPr wrap="square" lIns="0" tIns="3175" rIns="0" bIns="0" rtlCol="0" vert="vert">
            <a:spAutoFit/>
          </a:bodyPr>
          <a:lstStyle/>
          <a:p>
            <a:pPr marL="12700">
              <a:lnSpc>
                <a:spcPct val="100000"/>
              </a:lnSpc>
              <a:spcBef>
                <a:spcPts val="25"/>
              </a:spcBef>
            </a:pPr>
            <a:r>
              <a:rPr dirty="0" sz="800" spc="-20">
                <a:latin typeface="Times New Roman"/>
                <a:cs typeface="Times New Roman"/>
              </a:rPr>
              <a:t>ALUo</a:t>
            </a:r>
            <a:endParaRPr sz="800">
              <a:latin typeface="Times New Roman"/>
              <a:cs typeface="Times New Roman"/>
            </a:endParaRPr>
          </a:p>
        </p:txBody>
      </p:sp>
      <p:sp>
        <p:nvSpPr>
          <p:cNvPr id="170" name="object 170" descr=""/>
          <p:cNvSpPr txBox="1"/>
          <p:nvPr/>
        </p:nvSpPr>
        <p:spPr>
          <a:xfrm>
            <a:off x="10542797" y="2739087"/>
            <a:ext cx="190500" cy="191770"/>
          </a:xfrm>
          <a:prstGeom prst="rect">
            <a:avLst/>
          </a:prstGeom>
          <a:solidFill>
            <a:srgbClr val="FFFFFF"/>
          </a:solidFill>
          <a:ln w="8181">
            <a:solidFill>
              <a:srgbClr val="000000"/>
            </a:solidFill>
          </a:ln>
        </p:spPr>
        <p:txBody>
          <a:bodyPr wrap="square" lIns="0" tIns="40005" rIns="0" bIns="0" rtlCol="0" vert="horz">
            <a:spAutoFit/>
          </a:bodyPr>
          <a:lstStyle/>
          <a:p>
            <a:pPr marL="58419">
              <a:lnSpc>
                <a:spcPct val="100000"/>
              </a:lnSpc>
              <a:spcBef>
                <a:spcPts val="315"/>
              </a:spcBef>
            </a:pPr>
            <a:r>
              <a:rPr dirty="0" sz="800" spc="-50">
                <a:latin typeface="Times New Roman"/>
                <a:cs typeface="Times New Roman"/>
              </a:rPr>
              <a:t>B</a:t>
            </a:r>
            <a:endParaRPr sz="800">
              <a:latin typeface="Times New Roman"/>
              <a:cs typeface="Times New Roman"/>
            </a:endParaRPr>
          </a:p>
        </p:txBody>
      </p:sp>
      <p:sp>
        <p:nvSpPr>
          <p:cNvPr id="171" name="object 171" descr=""/>
          <p:cNvSpPr/>
          <p:nvPr/>
        </p:nvSpPr>
        <p:spPr>
          <a:xfrm>
            <a:off x="10567030" y="3125052"/>
            <a:ext cx="142240" cy="207645"/>
          </a:xfrm>
          <a:custGeom>
            <a:avLst/>
            <a:gdLst/>
            <a:ahLst/>
            <a:cxnLst/>
            <a:rect l="l" t="t" r="r" b="b"/>
            <a:pathLst>
              <a:path w="142240" h="207645">
                <a:moveTo>
                  <a:pt x="0" y="207621"/>
                </a:moveTo>
                <a:lnTo>
                  <a:pt x="141948" y="207621"/>
                </a:lnTo>
                <a:lnTo>
                  <a:pt x="141948" y="0"/>
                </a:lnTo>
                <a:lnTo>
                  <a:pt x="0" y="0"/>
                </a:lnTo>
                <a:lnTo>
                  <a:pt x="0" y="207621"/>
                </a:lnTo>
                <a:close/>
              </a:path>
            </a:pathLst>
          </a:custGeom>
          <a:ln w="8206">
            <a:solidFill>
              <a:srgbClr val="000000"/>
            </a:solidFill>
          </a:ln>
        </p:spPr>
        <p:txBody>
          <a:bodyPr wrap="square" lIns="0" tIns="0" rIns="0" bIns="0" rtlCol="0"/>
          <a:lstStyle/>
          <a:p/>
        </p:txBody>
      </p:sp>
      <p:sp>
        <p:nvSpPr>
          <p:cNvPr id="172" name="object 172" descr=""/>
          <p:cNvSpPr txBox="1"/>
          <p:nvPr/>
        </p:nvSpPr>
        <p:spPr>
          <a:xfrm>
            <a:off x="10567030" y="3125052"/>
            <a:ext cx="142240" cy="207645"/>
          </a:xfrm>
          <a:prstGeom prst="rect">
            <a:avLst/>
          </a:prstGeom>
          <a:solidFill>
            <a:srgbClr val="FFFFFF"/>
          </a:solidFill>
        </p:spPr>
        <p:txBody>
          <a:bodyPr wrap="square" lIns="0" tIns="39370" rIns="0" bIns="0" rtlCol="0" vert="horz">
            <a:spAutoFit/>
          </a:bodyPr>
          <a:lstStyle/>
          <a:p>
            <a:pPr marL="24130">
              <a:lnSpc>
                <a:spcPct val="100000"/>
              </a:lnSpc>
              <a:spcBef>
                <a:spcPts val="310"/>
              </a:spcBef>
            </a:pPr>
            <a:r>
              <a:rPr dirty="0" sz="800" spc="-25">
                <a:latin typeface="Times New Roman"/>
                <a:cs typeface="Times New Roman"/>
              </a:rPr>
              <a:t>IR</a:t>
            </a:r>
            <a:endParaRPr sz="800">
              <a:latin typeface="Times New Roman"/>
              <a:cs typeface="Times New Roman"/>
            </a:endParaRPr>
          </a:p>
        </p:txBody>
      </p:sp>
      <p:grpSp>
        <p:nvGrpSpPr>
          <p:cNvPr id="173" name="object 173" descr=""/>
          <p:cNvGrpSpPr/>
          <p:nvPr/>
        </p:nvGrpSpPr>
        <p:grpSpPr>
          <a:xfrm>
            <a:off x="9718560" y="2734959"/>
            <a:ext cx="1960245" cy="524510"/>
            <a:chOff x="9718560" y="2734959"/>
            <a:chExt cx="1960245" cy="524510"/>
          </a:xfrm>
        </p:grpSpPr>
        <p:sp>
          <p:nvSpPr>
            <p:cNvPr id="174" name="object 174" descr=""/>
            <p:cNvSpPr/>
            <p:nvPr/>
          </p:nvSpPr>
          <p:spPr>
            <a:xfrm>
              <a:off x="9722687" y="3230405"/>
              <a:ext cx="760730" cy="0"/>
            </a:xfrm>
            <a:custGeom>
              <a:avLst/>
              <a:gdLst/>
              <a:ahLst/>
              <a:cxnLst/>
              <a:rect l="l" t="t" r="r" b="b"/>
              <a:pathLst>
                <a:path w="760729" h="0">
                  <a:moveTo>
                    <a:pt x="0" y="0"/>
                  </a:moveTo>
                  <a:lnTo>
                    <a:pt x="760390" y="0"/>
                  </a:lnTo>
                </a:path>
              </a:pathLst>
            </a:custGeom>
            <a:ln w="8113">
              <a:solidFill>
                <a:srgbClr val="000000"/>
              </a:solidFill>
            </a:ln>
          </p:spPr>
          <p:txBody>
            <a:bodyPr wrap="square" lIns="0" tIns="0" rIns="0" bIns="0" rtlCol="0"/>
            <a:lstStyle/>
            <a:p/>
          </p:txBody>
        </p:sp>
        <p:sp>
          <p:nvSpPr>
            <p:cNvPr id="175" name="object 175" descr=""/>
            <p:cNvSpPr/>
            <p:nvPr/>
          </p:nvSpPr>
          <p:spPr>
            <a:xfrm>
              <a:off x="10452644" y="3201703"/>
              <a:ext cx="91440" cy="57785"/>
            </a:xfrm>
            <a:custGeom>
              <a:avLst/>
              <a:gdLst/>
              <a:ahLst/>
              <a:cxnLst/>
              <a:rect l="l" t="t" r="r" b="b"/>
              <a:pathLst>
                <a:path w="91440" h="57785">
                  <a:moveTo>
                    <a:pt x="0" y="0"/>
                  </a:moveTo>
                  <a:lnTo>
                    <a:pt x="29055" y="29255"/>
                  </a:lnTo>
                  <a:lnTo>
                    <a:pt x="0" y="57685"/>
                  </a:lnTo>
                  <a:lnTo>
                    <a:pt x="91072" y="29255"/>
                  </a:lnTo>
                  <a:lnTo>
                    <a:pt x="0" y="0"/>
                  </a:lnTo>
                  <a:close/>
                </a:path>
              </a:pathLst>
            </a:custGeom>
            <a:solidFill>
              <a:srgbClr val="000000"/>
            </a:solidFill>
          </p:spPr>
          <p:txBody>
            <a:bodyPr wrap="square" lIns="0" tIns="0" rIns="0" bIns="0" rtlCol="0"/>
            <a:lstStyle/>
            <a:p/>
          </p:txBody>
        </p:sp>
        <p:sp>
          <p:nvSpPr>
            <p:cNvPr id="176" name="object 176" descr=""/>
            <p:cNvSpPr/>
            <p:nvPr/>
          </p:nvSpPr>
          <p:spPr>
            <a:xfrm>
              <a:off x="9771037" y="2844146"/>
              <a:ext cx="712470" cy="2540"/>
            </a:xfrm>
            <a:custGeom>
              <a:avLst/>
              <a:gdLst/>
              <a:ahLst/>
              <a:cxnLst/>
              <a:rect l="l" t="t" r="r" b="b"/>
              <a:pathLst>
                <a:path w="712470" h="2539">
                  <a:moveTo>
                    <a:pt x="0" y="1954"/>
                  </a:moveTo>
                  <a:lnTo>
                    <a:pt x="712040" y="0"/>
                  </a:lnTo>
                </a:path>
              </a:pathLst>
            </a:custGeom>
            <a:ln w="8113">
              <a:solidFill>
                <a:srgbClr val="000000"/>
              </a:solidFill>
            </a:ln>
          </p:spPr>
          <p:txBody>
            <a:bodyPr wrap="square" lIns="0" tIns="0" rIns="0" bIns="0" rtlCol="0"/>
            <a:lstStyle/>
            <a:p/>
          </p:txBody>
        </p:sp>
        <p:sp>
          <p:nvSpPr>
            <p:cNvPr id="177" name="object 177" descr=""/>
            <p:cNvSpPr/>
            <p:nvPr/>
          </p:nvSpPr>
          <p:spPr>
            <a:xfrm>
              <a:off x="10452644" y="2815727"/>
              <a:ext cx="91440" cy="57785"/>
            </a:xfrm>
            <a:custGeom>
              <a:avLst/>
              <a:gdLst/>
              <a:ahLst/>
              <a:cxnLst/>
              <a:rect l="l" t="t" r="r" b="b"/>
              <a:pathLst>
                <a:path w="91440" h="57785">
                  <a:moveTo>
                    <a:pt x="0" y="0"/>
                  </a:moveTo>
                  <a:lnTo>
                    <a:pt x="29055" y="28419"/>
                  </a:lnTo>
                  <a:lnTo>
                    <a:pt x="0" y="57685"/>
                  </a:lnTo>
                  <a:lnTo>
                    <a:pt x="91072" y="28419"/>
                  </a:lnTo>
                  <a:lnTo>
                    <a:pt x="0" y="0"/>
                  </a:lnTo>
                  <a:close/>
                </a:path>
              </a:pathLst>
            </a:custGeom>
            <a:solidFill>
              <a:srgbClr val="000000"/>
            </a:solidFill>
          </p:spPr>
          <p:txBody>
            <a:bodyPr wrap="square" lIns="0" tIns="0" rIns="0" bIns="0" rtlCol="0"/>
            <a:lstStyle/>
            <a:p/>
          </p:txBody>
        </p:sp>
        <p:sp>
          <p:nvSpPr>
            <p:cNvPr id="178" name="object 178" descr=""/>
            <p:cNvSpPr/>
            <p:nvPr/>
          </p:nvSpPr>
          <p:spPr>
            <a:xfrm>
              <a:off x="10735967" y="2844146"/>
              <a:ext cx="96520" cy="0"/>
            </a:xfrm>
            <a:custGeom>
              <a:avLst/>
              <a:gdLst/>
              <a:ahLst/>
              <a:cxnLst/>
              <a:rect l="l" t="t" r="r" b="b"/>
              <a:pathLst>
                <a:path w="96520" h="0">
                  <a:moveTo>
                    <a:pt x="0" y="0"/>
                  </a:moveTo>
                  <a:lnTo>
                    <a:pt x="96470" y="0"/>
                  </a:lnTo>
                </a:path>
              </a:pathLst>
            </a:custGeom>
            <a:ln w="8113">
              <a:solidFill>
                <a:srgbClr val="000000"/>
              </a:solidFill>
            </a:ln>
          </p:spPr>
          <p:txBody>
            <a:bodyPr wrap="square" lIns="0" tIns="0" rIns="0" bIns="0" rtlCol="0"/>
            <a:lstStyle/>
            <a:p/>
          </p:txBody>
        </p:sp>
        <p:sp>
          <p:nvSpPr>
            <p:cNvPr id="179" name="object 179" descr=""/>
            <p:cNvSpPr/>
            <p:nvPr/>
          </p:nvSpPr>
          <p:spPr>
            <a:xfrm>
              <a:off x="11531960" y="2739087"/>
              <a:ext cx="142240" cy="348615"/>
            </a:xfrm>
            <a:custGeom>
              <a:avLst/>
              <a:gdLst/>
              <a:ahLst/>
              <a:cxnLst/>
              <a:rect l="l" t="t" r="r" b="b"/>
              <a:pathLst>
                <a:path w="142240" h="348614">
                  <a:moveTo>
                    <a:pt x="142235" y="0"/>
                  </a:moveTo>
                  <a:lnTo>
                    <a:pt x="0" y="0"/>
                  </a:lnTo>
                  <a:lnTo>
                    <a:pt x="0" y="348068"/>
                  </a:lnTo>
                  <a:lnTo>
                    <a:pt x="142236" y="348068"/>
                  </a:lnTo>
                  <a:lnTo>
                    <a:pt x="142235" y="0"/>
                  </a:lnTo>
                  <a:close/>
                </a:path>
              </a:pathLst>
            </a:custGeom>
            <a:solidFill>
              <a:srgbClr val="FFFFFF"/>
            </a:solidFill>
          </p:spPr>
          <p:txBody>
            <a:bodyPr wrap="square" lIns="0" tIns="0" rIns="0" bIns="0" rtlCol="0"/>
            <a:lstStyle/>
            <a:p/>
          </p:txBody>
        </p:sp>
        <p:sp>
          <p:nvSpPr>
            <p:cNvPr id="180" name="object 180" descr=""/>
            <p:cNvSpPr/>
            <p:nvPr/>
          </p:nvSpPr>
          <p:spPr>
            <a:xfrm>
              <a:off x="11531960" y="2739087"/>
              <a:ext cx="142240" cy="348615"/>
            </a:xfrm>
            <a:custGeom>
              <a:avLst/>
              <a:gdLst/>
              <a:ahLst/>
              <a:cxnLst/>
              <a:rect l="l" t="t" r="r" b="b"/>
              <a:pathLst>
                <a:path w="142240" h="348614">
                  <a:moveTo>
                    <a:pt x="0" y="348068"/>
                  </a:moveTo>
                  <a:lnTo>
                    <a:pt x="142236" y="348068"/>
                  </a:lnTo>
                  <a:lnTo>
                    <a:pt x="142235" y="0"/>
                  </a:lnTo>
                  <a:lnTo>
                    <a:pt x="0" y="0"/>
                  </a:lnTo>
                  <a:lnTo>
                    <a:pt x="0" y="348068"/>
                  </a:lnTo>
                  <a:close/>
                </a:path>
              </a:pathLst>
            </a:custGeom>
            <a:ln w="8230">
              <a:solidFill>
                <a:srgbClr val="000000"/>
              </a:solidFill>
            </a:ln>
          </p:spPr>
          <p:txBody>
            <a:bodyPr wrap="square" lIns="0" tIns="0" rIns="0" bIns="0" rtlCol="0"/>
            <a:lstStyle/>
            <a:p/>
          </p:txBody>
        </p:sp>
      </p:grpSp>
      <p:sp>
        <p:nvSpPr>
          <p:cNvPr id="181" name="object 181" descr=""/>
          <p:cNvSpPr txBox="1"/>
          <p:nvPr/>
        </p:nvSpPr>
        <p:spPr>
          <a:xfrm>
            <a:off x="11526659" y="2359647"/>
            <a:ext cx="140970" cy="252729"/>
          </a:xfrm>
          <a:prstGeom prst="rect">
            <a:avLst/>
          </a:prstGeom>
        </p:spPr>
        <p:txBody>
          <a:bodyPr wrap="square" lIns="0" tIns="3175" rIns="0" bIns="0" rtlCol="0" vert="vert">
            <a:spAutoFit/>
          </a:bodyPr>
          <a:lstStyle/>
          <a:p>
            <a:pPr marL="12700">
              <a:lnSpc>
                <a:spcPct val="100000"/>
              </a:lnSpc>
              <a:spcBef>
                <a:spcPts val="25"/>
              </a:spcBef>
            </a:pPr>
            <a:r>
              <a:rPr dirty="0" sz="800" spc="-25">
                <a:latin typeface="Times New Roman"/>
                <a:cs typeface="Times New Roman"/>
              </a:rPr>
              <a:t>LMD</a:t>
            </a:r>
            <a:endParaRPr sz="800">
              <a:latin typeface="Times New Roman"/>
              <a:cs typeface="Times New Roman"/>
            </a:endParaRPr>
          </a:p>
        </p:txBody>
      </p:sp>
      <p:sp>
        <p:nvSpPr>
          <p:cNvPr id="182" name="object 182" descr=""/>
          <p:cNvSpPr txBox="1"/>
          <p:nvPr/>
        </p:nvSpPr>
        <p:spPr>
          <a:xfrm>
            <a:off x="11534929" y="2767073"/>
            <a:ext cx="140970" cy="286385"/>
          </a:xfrm>
          <a:prstGeom prst="rect">
            <a:avLst/>
          </a:prstGeom>
        </p:spPr>
        <p:txBody>
          <a:bodyPr wrap="square" lIns="0" tIns="3175" rIns="0" bIns="0" rtlCol="0" vert="vert">
            <a:spAutoFit/>
          </a:bodyPr>
          <a:lstStyle/>
          <a:p>
            <a:pPr marL="12700">
              <a:lnSpc>
                <a:spcPct val="100000"/>
              </a:lnSpc>
              <a:spcBef>
                <a:spcPts val="25"/>
              </a:spcBef>
            </a:pPr>
            <a:r>
              <a:rPr dirty="0" sz="800" spc="-20">
                <a:latin typeface="Times New Roman"/>
                <a:cs typeface="Times New Roman"/>
              </a:rPr>
              <a:t>ALUo</a:t>
            </a:r>
            <a:endParaRPr sz="800">
              <a:latin typeface="Times New Roman"/>
              <a:cs typeface="Times New Roman"/>
            </a:endParaRPr>
          </a:p>
        </p:txBody>
      </p:sp>
      <p:grpSp>
        <p:nvGrpSpPr>
          <p:cNvPr id="183" name="object 183" descr=""/>
          <p:cNvGrpSpPr/>
          <p:nvPr/>
        </p:nvGrpSpPr>
        <p:grpSpPr>
          <a:xfrm>
            <a:off x="11527833" y="3120925"/>
            <a:ext cx="150495" cy="215900"/>
            <a:chOff x="11527833" y="3120925"/>
            <a:chExt cx="150495" cy="215900"/>
          </a:xfrm>
        </p:grpSpPr>
        <p:sp>
          <p:nvSpPr>
            <p:cNvPr id="184" name="object 184" descr=""/>
            <p:cNvSpPr/>
            <p:nvPr/>
          </p:nvSpPr>
          <p:spPr>
            <a:xfrm>
              <a:off x="11531961" y="3125052"/>
              <a:ext cx="142240" cy="207645"/>
            </a:xfrm>
            <a:custGeom>
              <a:avLst/>
              <a:gdLst/>
              <a:ahLst/>
              <a:cxnLst/>
              <a:rect l="l" t="t" r="r" b="b"/>
              <a:pathLst>
                <a:path w="142240" h="207645">
                  <a:moveTo>
                    <a:pt x="142235" y="0"/>
                  </a:moveTo>
                  <a:lnTo>
                    <a:pt x="0" y="0"/>
                  </a:lnTo>
                  <a:lnTo>
                    <a:pt x="0" y="207621"/>
                  </a:lnTo>
                  <a:lnTo>
                    <a:pt x="142235" y="207621"/>
                  </a:lnTo>
                  <a:lnTo>
                    <a:pt x="142235" y="0"/>
                  </a:lnTo>
                  <a:close/>
                </a:path>
              </a:pathLst>
            </a:custGeom>
            <a:solidFill>
              <a:srgbClr val="FFFFFF"/>
            </a:solidFill>
          </p:spPr>
          <p:txBody>
            <a:bodyPr wrap="square" lIns="0" tIns="0" rIns="0" bIns="0" rtlCol="0"/>
            <a:lstStyle/>
            <a:p/>
          </p:txBody>
        </p:sp>
        <p:sp>
          <p:nvSpPr>
            <p:cNvPr id="185" name="object 185" descr=""/>
            <p:cNvSpPr/>
            <p:nvPr/>
          </p:nvSpPr>
          <p:spPr>
            <a:xfrm>
              <a:off x="11531961" y="3125052"/>
              <a:ext cx="142240" cy="207645"/>
            </a:xfrm>
            <a:custGeom>
              <a:avLst/>
              <a:gdLst/>
              <a:ahLst/>
              <a:cxnLst/>
              <a:rect l="l" t="t" r="r" b="b"/>
              <a:pathLst>
                <a:path w="142240" h="207645">
                  <a:moveTo>
                    <a:pt x="0" y="207621"/>
                  </a:moveTo>
                  <a:lnTo>
                    <a:pt x="142235" y="207621"/>
                  </a:lnTo>
                  <a:lnTo>
                    <a:pt x="142235" y="0"/>
                  </a:lnTo>
                  <a:lnTo>
                    <a:pt x="0" y="0"/>
                  </a:lnTo>
                  <a:lnTo>
                    <a:pt x="0" y="207621"/>
                  </a:lnTo>
                  <a:close/>
                </a:path>
              </a:pathLst>
            </a:custGeom>
            <a:ln w="8206">
              <a:solidFill>
                <a:srgbClr val="000000"/>
              </a:solidFill>
            </a:ln>
          </p:spPr>
          <p:txBody>
            <a:bodyPr wrap="square" lIns="0" tIns="0" rIns="0" bIns="0" rtlCol="0"/>
            <a:lstStyle/>
            <a:p/>
          </p:txBody>
        </p:sp>
      </p:grpSp>
      <p:sp>
        <p:nvSpPr>
          <p:cNvPr id="186" name="object 186" descr=""/>
          <p:cNvSpPr txBox="1"/>
          <p:nvPr/>
        </p:nvSpPr>
        <p:spPr>
          <a:xfrm>
            <a:off x="11538095" y="3148179"/>
            <a:ext cx="129539" cy="147955"/>
          </a:xfrm>
          <a:prstGeom prst="rect">
            <a:avLst/>
          </a:prstGeom>
        </p:spPr>
        <p:txBody>
          <a:bodyPr wrap="square" lIns="0" tIns="13335" rIns="0" bIns="0" rtlCol="0" vert="horz">
            <a:spAutoFit/>
          </a:bodyPr>
          <a:lstStyle/>
          <a:p>
            <a:pPr marL="12700">
              <a:lnSpc>
                <a:spcPct val="100000"/>
              </a:lnSpc>
              <a:spcBef>
                <a:spcPts val="105"/>
              </a:spcBef>
            </a:pPr>
            <a:r>
              <a:rPr dirty="0" sz="800" spc="-25">
                <a:latin typeface="Times New Roman"/>
                <a:cs typeface="Times New Roman"/>
              </a:rPr>
              <a:t>IR</a:t>
            </a:r>
            <a:endParaRPr sz="800">
              <a:latin typeface="Times New Roman"/>
              <a:cs typeface="Times New Roman"/>
            </a:endParaRPr>
          </a:p>
        </p:txBody>
      </p:sp>
      <p:grpSp>
        <p:nvGrpSpPr>
          <p:cNvPr id="187" name="object 187" descr=""/>
          <p:cNvGrpSpPr/>
          <p:nvPr/>
        </p:nvGrpSpPr>
        <p:grpSpPr>
          <a:xfrm>
            <a:off x="7354302" y="1017172"/>
            <a:ext cx="4495800" cy="2428240"/>
            <a:chOff x="7354302" y="1017172"/>
            <a:chExt cx="4495800" cy="2428240"/>
          </a:xfrm>
        </p:grpSpPr>
        <p:sp>
          <p:nvSpPr>
            <p:cNvPr id="188" name="object 188" descr=""/>
            <p:cNvSpPr/>
            <p:nvPr/>
          </p:nvSpPr>
          <p:spPr>
            <a:xfrm>
              <a:off x="10735967" y="3230405"/>
              <a:ext cx="712470" cy="0"/>
            </a:xfrm>
            <a:custGeom>
              <a:avLst/>
              <a:gdLst/>
              <a:ahLst/>
              <a:cxnLst/>
              <a:rect l="l" t="t" r="r" b="b"/>
              <a:pathLst>
                <a:path w="712470" h="0">
                  <a:moveTo>
                    <a:pt x="0" y="0"/>
                  </a:moveTo>
                  <a:lnTo>
                    <a:pt x="712040" y="0"/>
                  </a:lnTo>
                </a:path>
              </a:pathLst>
            </a:custGeom>
            <a:ln w="8113">
              <a:solidFill>
                <a:srgbClr val="000000"/>
              </a:solidFill>
            </a:ln>
          </p:spPr>
          <p:txBody>
            <a:bodyPr wrap="square" lIns="0" tIns="0" rIns="0" bIns="0" rtlCol="0"/>
            <a:lstStyle/>
            <a:p/>
          </p:txBody>
        </p:sp>
        <p:sp>
          <p:nvSpPr>
            <p:cNvPr id="189" name="object 189" descr=""/>
            <p:cNvSpPr/>
            <p:nvPr/>
          </p:nvSpPr>
          <p:spPr>
            <a:xfrm>
              <a:off x="11417574" y="3201703"/>
              <a:ext cx="91440" cy="57785"/>
            </a:xfrm>
            <a:custGeom>
              <a:avLst/>
              <a:gdLst/>
              <a:ahLst/>
              <a:cxnLst/>
              <a:rect l="l" t="t" r="r" b="b"/>
              <a:pathLst>
                <a:path w="91440" h="57785">
                  <a:moveTo>
                    <a:pt x="0" y="0"/>
                  </a:moveTo>
                  <a:lnTo>
                    <a:pt x="29055" y="29255"/>
                  </a:lnTo>
                  <a:lnTo>
                    <a:pt x="0" y="57685"/>
                  </a:lnTo>
                  <a:lnTo>
                    <a:pt x="91072" y="29255"/>
                  </a:lnTo>
                  <a:lnTo>
                    <a:pt x="0" y="0"/>
                  </a:lnTo>
                  <a:close/>
                </a:path>
              </a:pathLst>
            </a:custGeom>
            <a:solidFill>
              <a:srgbClr val="000000"/>
            </a:solidFill>
          </p:spPr>
          <p:txBody>
            <a:bodyPr wrap="square" lIns="0" tIns="0" rIns="0" bIns="0" rtlCol="0"/>
            <a:lstStyle/>
            <a:p/>
          </p:txBody>
        </p:sp>
        <p:sp>
          <p:nvSpPr>
            <p:cNvPr id="190" name="object 190" descr=""/>
            <p:cNvSpPr/>
            <p:nvPr/>
          </p:nvSpPr>
          <p:spPr>
            <a:xfrm>
              <a:off x="10880787" y="2914652"/>
              <a:ext cx="567690" cy="0"/>
            </a:xfrm>
            <a:custGeom>
              <a:avLst/>
              <a:gdLst/>
              <a:ahLst/>
              <a:cxnLst/>
              <a:rect l="l" t="t" r="r" b="b"/>
              <a:pathLst>
                <a:path w="567690" h="0">
                  <a:moveTo>
                    <a:pt x="0" y="0"/>
                  </a:moveTo>
                  <a:lnTo>
                    <a:pt x="567220" y="0"/>
                  </a:lnTo>
                </a:path>
              </a:pathLst>
            </a:custGeom>
            <a:ln w="8113">
              <a:solidFill>
                <a:srgbClr val="000000"/>
              </a:solidFill>
            </a:ln>
          </p:spPr>
          <p:txBody>
            <a:bodyPr wrap="square" lIns="0" tIns="0" rIns="0" bIns="0" rtlCol="0"/>
            <a:lstStyle/>
            <a:p/>
          </p:txBody>
        </p:sp>
        <p:sp>
          <p:nvSpPr>
            <p:cNvPr id="191" name="object 191" descr=""/>
            <p:cNvSpPr/>
            <p:nvPr/>
          </p:nvSpPr>
          <p:spPr>
            <a:xfrm>
              <a:off x="11417574" y="2886233"/>
              <a:ext cx="91440" cy="57785"/>
            </a:xfrm>
            <a:custGeom>
              <a:avLst/>
              <a:gdLst/>
              <a:ahLst/>
              <a:cxnLst/>
              <a:rect l="l" t="t" r="r" b="b"/>
              <a:pathLst>
                <a:path w="91440" h="57785">
                  <a:moveTo>
                    <a:pt x="0" y="0"/>
                  </a:moveTo>
                  <a:lnTo>
                    <a:pt x="29055" y="28419"/>
                  </a:lnTo>
                  <a:lnTo>
                    <a:pt x="0" y="57685"/>
                  </a:lnTo>
                  <a:lnTo>
                    <a:pt x="91072" y="28419"/>
                  </a:lnTo>
                  <a:lnTo>
                    <a:pt x="0" y="0"/>
                  </a:lnTo>
                  <a:close/>
                </a:path>
              </a:pathLst>
            </a:custGeom>
            <a:solidFill>
              <a:srgbClr val="000000"/>
            </a:solidFill>
          </p:spPr>
          <p:txBody>
            <a:bodyPr wrap="square" lIns="0" tIns="0" rIns="0" bIns="0" rtlCol="0"/>
            <a:lstStyle/>
            <a:p/>
          </p:txBody>
        </p:sp>
        <p:sp>
          <p:nvSpPr>
            <p:cNvPr id="192" name="object 192" descr=""/>
            <p:cNvSpPr/>
            <p:nvPr/>
          </p:nvSpPr>
          <p:spPr>
            <a:xfrm>
              <a:off x="7961522" y="1617134"/>
              <a:ext cx="3788410" cy="1297940"/>
            </a:xfrm>
            <a:custGeom>
              <a:avLst/>
              <a:gdLst/>
              <a:ahLst/>
              <a:cxnLst/>
              <a:rect l="l" t="t" r="r" b="b"/>
              <a:pathLst>
                <a:path w="3788409" h="1297939">
                  <a:moveTo>
                    <a:pt x="3739375" y="1297517"/>
                  </a:moveTo>
                  <a:lnTo>
                    <a:pt x="3787839" y="1297517"/>
                  </a:lnTo>
                </a:path>
                <a:path w="3788409" h="1297939">
                  <a:moveTo>
                    <a:pt x="0" y="0"/>
                  </a:moveTo>
                  <a:lnTo>
                    <a:pt x="60592" y="0"/>
                  </a:lnTo>
                </a:path>
              </a:pathLst>
            </a:custGeom>
            <a:ln w="8181">
              <a:solidFill>
                <a:srgbClr val="000000"/>
              </a:solidFill>
            </a:ln>
          </p:spPr>
          <p:txBody>
            <a:bodyPr wrap="square" lIns="0" tIns="0" rIns="0" bIns="0" rtlCol="0"/>
            <a:lstStyle/>
            <a:p/>
          </p:txBody>
        </p:sp>
        <p:sp>
          <p:nvSpPr>
            <p:cNvPr id="193" name="object 193" descr=""/>
            <p:cNvSpPr/>
            <p:nvPr/>
          </p:nvSpPr>
          <p:spPr>
            <a:xfrm>
              <a:off x="7991956" y="1588670"/>
              <a:ext cx="90805" cy="57785"/>
            </a:xfrm>
            <a:custGeom>
              <a:avLst/>
              <a:gdLst/>
              <a:ahLst/>
              <a:cxnLst/>
              <a:rect l="l" t="t" r="r" b="b"/>
              <a:pathLst>
                <a:path w="90804" h="57785">
                  <a:moveTo>
                    <a:pt x="0" y="0"/>
                  </a:moveTo>
                  <a:lnTo>
                    <a:pt x="28734" y="28464"/>
                  </a:lnTo>
                  <a:lnTo>
                    <a:pt x="0" y="57719"/>
                  </a:lnTo>
                  <a:lnTo>
                    <a:pt x="90750" y="28464"/>
                  </a:lnTo>
                  <a:lnTo>
                    <a:pt x="0" y="0"/>
                  </a:lnTo>
                  <a:close/>
                </a:path>
              </a:pathLst>
            </a:custGeom>
            <a:solidFill>
              <a:srgbClr val="000000"/>
            </a:solidFill>
          </p:spPr>
          <p:txBody>
            <a:bodyPr wrap="square" lIns="0" tIns="0" rIns="0" bIns="0" rtlCol="0"/>
            <a:lstStyle/>
            <a:p/>
          </p:txBody>
        </p:sp>
        <p:sp>
          <p:nvSpPr>
            <p:cNvPr id="194" name="object 194" descr=""/>
            <p:cNvSpPr/>
            <p:nvPr/>
          </p:nvSpPr>
          <p:spPr>
            <a:xfrm>
              <a:off x="7358429" y="1021300"/>
              <a:ext cx="4487545" cy="2419985"/>
            </a:xfrm>
            <a:custGeom>
              <a:avLst/>
              <a:gdLst/>
              <a:ahLst/>
              <a:cxnLst/>
              <a:rect l="l" t="t" r="r" b="b"/>
              <a:pathLst>
                <a:path w="4487545" h="2419985">
                  <a:moveTo>
                    <a:pt x="603092" y="595834"/>
                  </a:moveTo>
                  <a:lnTo>
                    <a:pt x="603092" y="0"/>
                  </a:lnTo>
                </a:path>
                <a:path w="4487545" h="2419985">
                  <a:moveTo>
                    <a:pt x="0" y="420867"/>
                  </a:moveTo>
                  <a:lnTo>
                    <a:pt x="940761" y="420867"/>
                  </a:lnTo>
                </a:path>
                <a:path w="4487545" h="2419985">
                  <a:moveTo>
                    <a:pt x="940761" y="420867"/>
                  </a:moveTo>
                  <a:lnTo>
                    <a:pt x="940761" y="665752"/>
                  </a:lnTo>
                </a:path>
                <a:path w="4487545" h="2419985">
                  <a:moveTo>
                    <a:pt x="795964" y="490447"/>
                  </a:moveTo>
                  <a:lnTo>
                    <a:pt x="795964" y="69918"/>
                  </a:lnTo>
                </a:path>
                <a:path w="4487545" h="2419985">
                  <a:moveTo>
                    <a:pt x="795964" y="69918"/>
                  </a:moveTo>
                  <a:lnTo>
                    <a:pt x="3449889" y="69918"/>
                  </a:lnTo>
                </a:path>
                <a:path w="4487545" h="2419985">
                  <a:moveTo>
                    <a:pt x="3449889" y="69918"/>
                  </a:moveTo>
                  <a:lnTo>
                    <a:pt x="3449890" y="736236"/>
                  </a:lnTo>
                </a:path>
                <a:path w="4487545" h="2419985">
                  <a:moveTo>
                    <a:pt x="3377537" y="736236"/>
                  </a:moveTo>
                  <a:lnTo>
                    <a:pt x="3449890" y="736236"/>
                  </a:lnTo>
                </a:path>
                <a:path w="4487545" h="2419985">
                  <a:moveTo>
                    <a:pt x="1423215" y="1437457"/>
                  </a:moveTo>
                  <a:lnTo>
                    <a:pt x="1423215" y="2419504"/>
                  </a:lnTo>
                </a:path>
                <a:path w="4487545" h="2419985">
                  <a:moveTo>
                    <a:pt x="1423215" y="2419504"/>
                  </a:moveTo>
                  <a:lnTo>
                    <a:pt x="4487288" y="2419504"/>
                  </a:lnTo>
                </a:path>
                <a:path w="4487545" h="2419985">
                  <a:moveTo>
                    <a:pt x="4342468" y="2209104"/>
                  </a:moveTo>
                  <a:lnTo>
                    <a:pt x="4487288" y="2209104"/>
                  </a:lnTo>
                </a:path>
                <a:path w="4487545" h="2419985">
                  <a:moveTo>
                    <a:pt x="4487288" y="2209104"/>
                  </a:moveTo>
                  <a:lnTo>
                    <a:pt x="4487288" y="2419504"/>
                  </a:lnTo>
                </a:path>
              </a:pathLst>
            </a:custGeom>
            <a:ln w="8181">
              <a:solidFill>
                <a:srgbClr val="000000"/>
              </a:solidFill>
            </a:ln>
          </p:spPr>
          <p:txBody>
            <a:bodyPr wrap="square" lIns="0" tIns="0" rIns="0" bIns="0" rtlCol="0"/>
            <a:lstStyle/>
            <a:p/>
          </p:txBody>
        </p:sp>
      </p:grpSp>
      <p:sp>
        <p:nvSpPr>
          <p:cNvPr id="195" name="object 195" descr=""/>
          <p:cNvSpPr txBox="1"/>
          <p:nvPr/>
        </p:nvSpPr>
        <p:spPr>
          <a:xfrm>
            <a:off x="10347493" y="1209645"/>
            <a:ext cx="440055"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EX/MEM</a:t>
            </a:r>
            <a:endParaRPr sz="800">
              <a:latin typeface="Times New Roman"/>
              <a:cs typeface="Times New Roman"/>
            </a:endParaRPr>
          </a:p>
        </p:txBody>
      </p:sp>
      <p:sp>
        <p:nvSpPr>
          <p:cNvPr id="196" name="object 196" descr=""/>
          <p:cNvSpPr txBox="1"/>
          <p:nvPr/>
        </p:nvSpPr>
        <p:spPr>
          <a:xfrm>
            <a:off x="9479033" y="1209645"/>
            <a:ext cx="301625"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ID/EX</a:t>
            </a:r>
            <a:endParaRPr sz="800">
              <a:latin typeface="Times New Roman"/>
              <a:cs typeface="Times New Roman"/>
            </a:endParaRPr>
          </a:p>
        </p:txBody>
      </p:sp>
      <p:sp>
        <p:nvSpPr>
          <p:cNvPr id="197" name="object 197" descr=""/>
          <p:cNvSpPr txBox="1"/>
          <p:nvPr/>
        </p:nvSpPr>
        <p:spPr>
          <a:xfrm>
            <a:off x="8384351" y="1209645"/>
            <a:ext cx="255904" cy="147955"/>
          </a:xfrm>
          <a:prstGeom prst="rect">
            <a:avLst/>
          </a:prstGeom>
        </p:spPr>
        <p:txBody>
          <a:bodyPr wrap="square" lIns="0" tIns="13335" rIns="0" bIns="0" rtlCol="0" vert="horz">
            <a:spAutoFit/>
          </a:bodyPr>
          <a:lstStyle/>
          <a:p>
            <a:pPr marL="12700">
              <a:lnSpc>
                <a:spcPct val="100000"/>
              </a:lnSpc>
              <a:spcBef>
                <a:spcPts val="105"/>
              </a:spcBef>
            </a:pPr>
            <a:r>
              <a:rPr dirty="0" sz="800" spc="-10">
                <a:latin typeface="Times New Roman"/>
                <a:cs typeface="Times New Roman"/>
              </a:rPr>
              <a:t>IF/ID</a:t>
            </a:r>
            <a:endParaRPr sz="800">
              <a:latin typeface="Times New Roman"/>
              <a:cs typeface="Times New Roman"/>
            </a:endParaRPr>
          </a:p>
        </p:txBody>
      </p:sp>
      <p:grpSp>
        <p:nvGrpSpPr>
          <p:cNvPr id="198" name="object 198" descr=""/>
          <p:cNvGrpSpPr/>
          <p:nvPr/>
        </p:nvGrpSpPr>
        <p:grpSpPr>
          <a:xfrm>
            <a:off x="8280013" y="1666012"/>
            <a:ext cx="2614930" cy="916940"/>
            <a:chOff x="8280013" y="1666012"/>
            <a:chExt cx="2614930" cy="916940"/>
          </a:xfrm>
        </p:grpSpPr>
        <p:sp>
          <p:nvSpPr>
            <p:cNvPr id="199" name="object 199" descr=""/>
            <p:cNvSpPr/>
            <p:nvPr/>
          </p:nvSpPr>
          <p:spPr>
            <a:xfrm>
              <a:off x="10864824" y="2370427"/>
              <a:ext cx="26034" cy="32384"/>
            </a:xfrm>
            <a:custGeom>
              <a:avLst/>
              <a:gdLst/>
              <a:ahLst/>
              <a:cxnLst/>
              <a:rect l="l" t="t" r="r" b="b"/>
              <a:pathLst>
                <a:path w="26034" h="32385">
                  <a:moveTo>
                    <a:pt x="19408" y="0"/>
                  </a:moveTo>
                  <a:lnTo>
                    <a:pt x="5512" y="0"/>
                  </a:lnTo>
                  <a:lnTo>
                    <a:pt x="0" y="6890"/>
                  </a:lnTo>
                  <a:lnTo>
                    <a:pt x="0" y="15587"/>
                  </a:lnTo>
                  <a:lnTo>
                    <a:pt x="0" y="24511"/>
                  </a:lnTo>
                  <a:lnTo>
                    <a:pt x="5512" y="31966"/>
                  </a:lnTo>
                  <a:lnTo>
                    <a:pt x="19408" y="31966"/>
                  </a:lnTo>
                  <a:lnTo>
                    <a:pt x="25610" y="24511"/>
                  </a:lnTo>
                  <a:lnTo>
                    <a:pt x="25610" y="6890"/>
                  </a:lnTo>
                  <a:lnTo>
                    <a:pt x="19408" y="0"/>
                  </a:lnTo>
                  <a:close/>
                </a:path>
              </a:pathLst>
            </a:custGeom>
            <a:solidFill>
              <a:srgbClr val="000000"/>
            </a:solidFill>
          </p:spPr>
          <p:txBody>
            <a:bodyPr wrap="square" lIns="0" tIns="0" rIns="0" bIns="0" rtlCol="0"/>
            <a:lstStyle/>
            <a:p/>
          </p:txBody>
        </p:sp>
        <p:sp>
          <p:nvSpPr>
            <p:cNvPr id="200" name="object 200" descr=""/>
            <p:cNvSpPr/>
            <p:nvPr/>
          </p:nvSpPr>
          <p:spPr>
            <a:xfrm>
              <a:off x="10864824" y="2370427"/>
              <a:ext cx="26034" cy="32384"/>
            </a:xfrm>
            <a:custGeom>
              <a:avLst/>
              <a:gdLst/>
              <a:ahLst/>
              <a:cxnLst/>
              <a:rect l="l" t="t" r="r" b="b"/>
              <a:pathLst>
                <a:path w="26034" h="32385">
                  <a:moveTo>
                    <a:pt x="0" y="15587"/>
                  </a:moveTo>
                  <a:lnTo>
                    <a:pt x="0" y="24511"/>
                  </a:lnTo>
                  <a:lnTo>
                    <a:pt x="5512" y="31966"/>
                  </a:lnTo>
                  <a:lnTo>
                    <a:pt x="12518" y="31966"/>
                  </a:lnTo>
                  <a:lnTo>
                    <a:pt x="19408" y="31966"/>
                  </a:lnTo>
                  <a:lnTo>
                    <a:pt x="25610" y="24511"/>
                  </a:lnTo>
                  <a:lnTo>
                    <a:pt x="25610" y="15587"/>
                  </a:lnTo>
                  <a:lnTo>
                    <a:pt x="25610" y="6890"/>
                  </a:lnTo>
                  <a:lnTo>
                    <a:pt x="19408" y="0"/>
                  </a:lnTo>
                  <a:lnTo>
                    <a:pt x="12518" y="0"/>
                  </a:lnTo>
                  <a:lnTo>
                    <a:pt x="5512" y="0"/>
                  </a:lnTo>
                  <a:lnTo>
                    <a:pt x="0" y="6890"/>
                  </a:lnTo>
                  <a:lnTo>
                    <a:pt x="0" y="15587"/>
                  </a:lnTo>
                  <a:close/>
                </a:path>
              </a:pathLst>
            </a:custGeom>
            <a:ln w="8196">
              <a:solidFill>
                <a:srgbClr val="000000"/>
              </a:solidFill>
            </a:ln>
          </p:spPr>
          <p:txBody>
            <a:bodyPr wrap="square" lIns="0" tIns="0" rIns="0" bIns="0" rtlCol="0"/>
            <a:lstStyle/>
            <a:p/>
          </p:txBody>
        </p:sp>
        <p:sp>
          <p:nvSpPr>
            <p:cNvPr id="201" name="object 201" descr=""/>
            <p:cNvSpPr/>
            <p:nvPr/>
          </p:nvSpPr>
          <p:spPr>
            <a:xfrm>
              <a:off x="9757140" y="2231380"/>
              <a:ext cx="26670" cy="31750"/>
            </a:xfrm>
            <a:custGeom>
              <a:avLst/>
              <a:gdLst/>
              <a:ahLst/>
              <a:cxnLst/>
              <a:rect l="l" t="t" r="r" b="b"/>
              <a:pathLst>
                <a:path w="26670" h="31750">
                  <a:moveTo>
                    <a:pt x="19868" y="0"/>
                  </a:moveTo>
                  <a:lnTo>
                    <a:pt x="6201" y="0"/>
                  </a:lnTo>
                  <a:lnTo>
                    <a:pt x="0" y="6664"/>
                  </a:lnTo>
                  <a:lnTo>
                    <a:pt x="0" y="15587"/>
                  </a:lnTo>
                  <a:lnTo>
                    <a:pt x="0" y="24511"/>
                  </a:lnTo>
                  <a:lnTo>
                    <a:pt x="6201" y="31740"/>
                  </a:lnTo>
                  <a:lnTo>
                    <a:pt x="19868" y="31740"/>
                  </a:lnTo>
                  <a:lnTo>
                    <a:pt x="26184" y="24511"/>
                  </a:lnTo>
                  <a:lnTo>
                    <a:pt x="26184" y="6664"/>
                  </a:lnTo>
                  <a:lnTo>
                    <a:pt x="19868" y="0"/>
                  </a:lnTo>
                  <a:close/>
                </a:path>
              </a:pathLst>
            </a:custGeom>
            <a:solidFill>
              <a:srgbClr val="000000"/>
            </a:solidFill>
          </p:spPr>
          <p:txBody>
            <a:bodyPr wrap="square" lIns="0" tIns="0" rIns="0" bIns="0" rtlCol="0"/>
            <a:lstStyle/>
            <a:p/>
          </p:txBody>
        </p:sp>
        <p:sp>
          <p:nvSpPr>
            <p:cNvPr id="202" name="object 202" descr=""/>
            <p:cNvSpPr/>
            <p:nvPr/>
          </p:nvSpPr>
          <p:spPr>
            <a:xfrm>
              <a:off x="9757140" y="2231380"/>
              <a:ext cx="26670" cy="31750"/>
            </a:xfrm>
            <a:custGeom>
              <a:avLst/>
              <a:gdLst/>
              <a:ahLst/>
              <a:cxnLst/>
              <a:rect l="l" t="t" r="r" b="b"/>
              <a:pathLst>
                <a:path w="26670" h="31750">
                  <a:moveTo>
                    <a:pt x="0" y="15587"/>
                  </a:moveTo>
                  <a:lnTo>
                    <a:pt x="0" y="24511"/>
                  </a:lnTo>
                  <a:lnTo>
                    <a:pt x="6201" y="31740"/>
                  </a:lnTo>
                  <a:lnTo>
                    <a:pt x="13092" y="31740"/>
                  </a:lnTo>
                  <a:lnTo>
                    <a:pt x="19868" y="31740"/>
                  </a:lnTo>
                  <a:lnTo>
                    <a:pt x="26184" y="24511"/>
                  </a:lnTo>
                  <a:lnTo>
                    <a:pt x="26184" y="15587"/>
                  </a:lnTo>
                  <a:lnTo>
                    <a:pt x="26184" y="6664"/>
                  </a:lnTo>
                  <a:lnTo>
                    <a:pt x="19868" y="0"/>
                  </a:lnTo>
                  <a:lnTo>
                    <a:pt x="13092" y="0"/>
                  </a:lnTo>
                  <a:lnTo>
                    <a:pt x="6201" y="0"/>
                  </a:lnTo>
                  <a:lnTo>
                    <a:pt x="0" y="6664"/>
                  </a:lnTo>
                  <a:lnTo>
                    <a:pt x="0" y="15587"/>
                  </a:lnTo>
                  <a:close/>
                </a:path>
              </a:pathLst>
            </a:custGeom>
            <a:ln w="8194">
              <a:solidFill>
                <a:srgbClr val="000000"/>
              </a:solidFill>
            </a:ln>
          </p:spPr>
          <p:txBody>
            <a:bodyPr wrap="square" lIns="0" tIns="0" rIns="0" bIns="0" rtlCol="0"/>
            <a:lstStyle/>
            <a:p/>
          </p:txBody>
        </p:sp>
        <p:sp>
          <p:nvSpPr>
            <p:cNvPr id="203" name="object 203" descr=""/>
            <p:cNvSpPr/>
            <p:nvPr/>
          </p:nvSpPr>
          <p:spPr>
            <a:xfrm>
              <a:off x="9755762" y="2546748"/>
              <a:ext cx="26670" cy="32384"/>
            </a:xfrm>
            <a:custGeom>
              <a:avLst/>
              <a:gdLst/>
              <a:ahLst/>
              <a:cxnLst/>
              <a:rect l="l" t="t" r="r" b="b"/>
              <a:pathLst>
                <a:path w="26670" h="32385">
                  <a:moveTo>
                    <a:pt x="19868" y="0"/>
                  </a:moveTo>
                  <a:lnTo>
                    <a:pt x="6201" y="0"/>
                  </a:lnTo>
                  <a:lnTo>
                    <a:pt x="0" y="7003"/>
                  </a:lnTo>
                  <a:lnTo>
                    <a:pt x="0" y="15655"/>
                  </a:lnTo>
                  <a:lnTo>
                    <a:pt x="0" y="24578"/>
                  </a:lnTo>
                  <a:lnTo>
                    <a:pt x="6201" y="32101"/>
                  </a:lnTo>
                  <a:lnTo>
                    <a:pt x="19868" y="32101"/>
                  </a:lnTo>
                  <a:lnTo>
                    <a:pt x="26069" y="24578"/>
                  </a:lnTo>
                  <a:lnTo>
                    <a:pt x="26069" y="7003"/>
                  </a:lnTo>
                  <a:lnTo>
                    <a:pt x="19868" y="0"/>
                  </a:lnTo>
                  <a:close/>
                </a:path>
              </a:pathLst>
            </a:custGeom>
            <a:solidFill>
              <a:srgbClr val="000000"/>
            </a:solidFill>
          </p:spPr>
          <p:txBody>
            <a:bodyPr wrap="square" lIns="0" tIns="0" rIns="0" bIns="0" rtlCol="0"/>
            <a:lstStyle/>
            <a:p/>
          </p:txBody>
        </p:sp>
        <p:sp>
          <p:nvSpPr>
            <p:cNvPr id="204" name="object 204" descr=""/>
            <p:cNvSpPr/>
            <p:nvPr/>
          </p:nvSpPr>
          <p:spPr>
            <a:xfrm>
              <a:off x="9755762" y="2546748"/>
              <a:ext cx="26670" cy="32384"/>
            </a:xfrm>
            <a:custGeom>
              <a:avLst/>
              <a:gdLst/>
              <a:ahLst/>
              <a:cxnLst/>
              <a:rect l="l" t="t" r="r" b="b"/>
              <a:pathLst>
                <a:path w="26670" h="32385">
                  <a:moveTo>
                    <a:pt x="0" y="15655"/>
                  </a:moveTo>
                  <a:lnTo>
                    <a:pt x="0" y="24578"/>
                  </a:lnTo>
                  <a:lnTo>
                    <a:pt x="6201" y="32101"/>
                  </a:lnTo>
                  <a:lnTo>
                    <a:pt x="12977" y="32101"/>
                  </a:lnTo>
                  <a:lnTo>
                    <a:pt x="19868" y="32101"/>
                  </a:lnTo>
                  <a:lnTo>
                    <a:pt x="26069" y="24578"/>
                  </a:lnTo>
                  <a:lnTo>
                    <a:pt x="26069" y="15655"/>
                  </a:lnTo>
                  <a:lnTo>
                    <a:pt x="26069" y="7003"/>
                  </a:lnTo>
                  <a:lnTo>
                    <a:pt x="19868" y="0"/>
                  </a:lnTo>
                  <a:lnTo>
                    <a:pt x="12977" y="0"/>
                  </a:lnTo>
                  <a:lnTo>
                    <a:pt x="6201" y="0"/>
                  </a:lnTo>
                  <a:lnTo>
                    <a:pt x="0" y="7003"/>
                  </a:lnTo>
                  <a:lnTo>
                    <a:pt x="0" y="15655"/>
                  </a:lnTo>
                  <a:close/>
                </a:path>
              </a:pathLst>
            </a:custGeom>
            <a:ln w="8195">
              <a:solidFill>
                <a:srgbClr val="000000"/>
              </a:solidFill>
            </a:ln>
          </p:spPr>
          <p:txBody>
            <a:bodyPr wrap="square" lIns="0" tIns="0" rIns="0" bIns="0" rtlCol="0"/>
            <a:lstStyle/>
            <a:p/>
          </p:txBody>
        </p:sp>
        <p:sp>
          <p:nvSpPr>
            <p:cNvPr id="205" name="object 205" descr=""/>
            <p:cNvSpPr/>
            <p:nvPr/>
          </p:nvSpPr>
          <p:spPr>
            <a:xfrm>
              <a:off x="8284111" y="1670110"/>
              <a:ext cx="26670" cy="31750"/>
            </a:xfrm>
            <a:custGeom>
              <a:avLst/>
              <a:gdLst/>
              <a:ahLst/>
              <a:cxnLst/>
              <a:rect l="l" t="t" r="r" b="b"/>
              <a:pathLst>
                <a:path w="26670" h="31750">
                  <a:moveTo>
                    <a:pt x="19914" y="0"/>
                  </a:moveTo>
                  <a:lnTo>
                    <a:pt x="6259" y="0"/>
                  </a:lnTo>
                  <a:lnTo>
                    <a:pt x="0" y="6664"/>
                  </a:lnTo>
                  <a:lnTo>
                    <a:pt x="0" y="15587"/>
                  </a:lnTo>
                  <a:lnTo>
                    <a:pt x="0" y="24511"/>
                  </a:lnTo>
                  <a:lnTo>
                    <a:pt x="6259" y="31740"/>
                  </a:lnTo>
                  <a:lnTo>
                    <a:pt x="19914" y="31740"/>
                  </a:lnTo>
                  <a:lnTo>
                    <a:pt x="26173" y="24511"/>
                  </a:lnTo>
                  <a:lnTo>
                    <a:pt x="26173" y="6664"/>
                  </a:lnTo>
                  <a:lnTo>
                    <a:pt x="19914" y="0"/>
                  </a:lnTo>
                  <a:close/>
                </a:path>
              </a:pathLst>
            </a:custGeom>
            <a:solidFill>
              <a:srgbClr val="000000"/>
            </a:solidFill>
          </p:spPr>
          <p:txBody>
            <a:bodyPr wrap="square" lIns="0" tIns="0" rIns="0" bIns="0" rtlCol="0"/>
            <a:lstStyle/>
            <a:p/>
          </p:txBody>
        </p:sp>
        <p:sp>
          <p:nvSpPr>
            <p:cNvPr id="206" name="object 206" descr=""/>
            <p:cNvSpPr/>
            <p:nvPr/>
          </p:nvSpPr>
          <p:spPr>
            <a:xfrm>
              <a:off x="8284111" y="1670110"/>
              <a:ext cx="26670" cy="31750"/>
            </a:xfrm>
            <a:custGeom>
              <a:avLst/>
              <a:gdLst/>
              <a:ahLst/>
              <a:cxnLst/>
              <a:rect l="l" t="t" r="r" b="b"/>
              <a:pathLst>
                <a:path w="26670" h="31750">
                  <a:moveTo>
                    <a:pt x="0" y="15587"/>
                  </a:moveTo>
                  <a:lnTo>
                    <a:pt x="0" y="24511"/>
                  </a:lnTo>
                  <a:lnTo>
                    <a:pt x="6259" y="31740"/>
                  </a:lnTo>
                  <a:lnTo>
                    <a:pt x="13092" y="31740"/>
                  </a:lnTo>
                  <a:lnTo>
                    <a:pt x="19914" y="31740"/>
                  </a:lnTo>
                  <a:lnTo>
                    <a:pt x="26173" y="24511"/>
                  </a:lnTo>
                  <a:lnTo>
                    <a:pt x="26173" y="15587"/>
                  </a:lnTo>
                  <a:lnTo>
                    <a:pt x="26173" y="6664"/>
                  </a:lnTo>
                  <a:lnTo>
                    <a:pt x="19914" y="0"/>
                  </a:lnTo>
                  <a:lnTo>
                    <a:pt x="13092" y="0"/>
                  </a:lnTo>
                  <a:lnTo>
                    <a:pt x="6259" y="0"/>
                  </a:lnTo>
                  <a:lnTo>
                    <a:pt x="0" y="6664"/>
                  </a:lnTo>
                  <a:lnTo>
                    <a:pt x="0" y="15587"/>
                  </a:lnTo>
                  <a:close/>
                </a:path>
              </a:pathLst>
            </a:custGeom>
            <a:ln w="8194">
              <a:solidFill>
                <a:srgbClr val="000000"/>
              </a:solidFill>
            </a:ln>
          </p:spPr>
          <p:txBody>
            <a:bodyPr wrap="square" lIns="0" tIns="0" rIns="0" bIns="0" rtlCol="0"/>
            <a:lstStyle/>
            <a:p/>
          </p:txBody>
        </p:sp>
      </p:grpSp>
      <p:sp>
        <p:nvSpPr>
          <p:cNvPr id="207" name="object 207" descr=""/>
          <p:cNvSpPr txBox="1"/>
          <p:nvPr/>
        </p:nvSpPr>
        <p:spPr>
          <a:xfrm>
            <a:off x="7792539" y="2100387"/>
            <a:ext cx="359410" cy="452755"/>
          </a:xfrm>
          <a:prstGeom prst="rect">
            <a:avLst/>
          </a:prstGeom>
          <a:solidFill>
            <a:srgbClr val="CCFFCC"/>
          </a:solidFill>
          <a:ln w="8198">
            <a:solidFill>
              <a:srgbClr val="000000"/>
            </a:solidFill>
          </a:ln>
        </p:spPr>
        <p:txBody>
          <a:bodyPr wrap="square" lIns="0" tIns="66675" rIns="0" bIns="0" rtlCol="0" vert="horz">
            <a:spAutoFit/>
          </a:bodyPr>
          <a:lstStyle/>
          <a:p>
            <a:pPr marL="19685" marR="21590" indent="59055">
              <a:lnSpc>
                <a:spcPct val="120900"/>
              </a:lnSpc>
              <a:spcBef>
                <a:spcPts val="525"/>
              </a:spcBef>
            </a:pPr>
            <a:r>
              <a:rPr dirty="0" sz="800" spc="-25">
                <a:latin typeface="宋体"/>
                <a:cs typeface="宋体"/>
              </a:rPr>
              <a:t>指令</a:t>
            </a:r>
            <a:r>
              <a:rPr dirty="0" sz="800" spc="-20">
                <a:latin typeface="宋体"/>
                <a:cs typeface="宋体"/>
              </a:rPr>
              <a:t>存储器</a:t>
            </a:r>
            <a:endParaRPr sz="800">
              <a:latin typeface="宋体"/>
              <a:cs typeface="宋体"/>
            </a:endParaRPr>
          </a:p>
        </p:txBody>
      </p:sp>
      <p:sp>
        <p:nvSpPr>
          <p:cNvPr id="208" name="object 208" descr=""/>
          <p:cNvSpPr txBox="1"/>
          <p:nvPr/>
        </p:nvSpPr>
        <p:spPr>
          <a:xfrm>
            <a:off x="629818" y="1034618"/>
            <a:ext cx="662114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流水线通路中的改动如下：（</a:t>
            </a:r>
            <a:r>
              <a:rPr dirty="0" sz="2400" spc="-10">
                <a:solidFill>
                  <a:srgbClr val="FF0000"/>
                </a:solidFill>
                <a:latin typeface="Tahoma"/>
                <a:cs typeface="Tahoma"/>
              </a:rPr>
              <a:t>1</a:t>
            </a:r>
            <a:r>
              <a:rPr dirty="0" sz="2400" spc="-10">
                <a:solidFill>
                  <a:srgbClr val="FF0000"/>
                </a:solidFill>
                <a:latin typeface="黑体"/>
                <a:cs typeface="黑体"/>
              </a:rPr>
              <a:t>）、（</a:t>
            </a:r>
            <a:r>
              <a:rPr dirty="0" sz="2400" spc="-10">
                <a:solidFill>
                  <a:srgbClr val="FF0000"/>
                </a:solidFill>
                <a:latin typeface="Tahoma"/>
                <a:cs typeface="Tahoma"/>
              </a:rPr>
              <a:t>2</a:t>
            </a:r>
            <a:r>
              <a:rPr dirty="0" sz="2400" spc="-10">
                <a:solidFill>
                  <a:srgbClr val="FF0000"/>
                </a:solidFill>
                <a:latin typeface="黑体"/>
                <a:cs typeface="黑体"/>
              </a:rPr>
              <a:t>）、</a:t>
            </a:r>
            <a:r>
              <a:rPr dirty="0" sz="2400" spc="-25">
                <a:solidFill>
                  <a:srgbClr val="FF0000"/>
                </a:solidFill>
                <a:latin typeface="黑体"/>
                <a:cs typeface="黑体"/>
              </a:rPr>
              <a:t>（</a:t>
            </a:r>
            <a:r>
              <a:rPr dirty="0" sz="2400" spc="-25">
                <a:solidFill>
                  <a:srgbClr val="FF0000"/>
                </a:solidFill>
                <a:latin typeface="Tahoma"/>
                <a:cs typeface="Tahoma"/>
              </a:rPr>
              <a:t>3</a:t>
            </a:r>
            <a:r>
              <a:rPr dirty="0" sz="2400" spc="-25">
                <a:solidFill>
                  <a:srgbClr val="FF0000"/>
                </a:solidFill>
                <a:latin typeface="黑体"/>
                <a:cs typeface="黑体"/>
              </a:rPr>
              <a:t>）</a:t>
            </a:r>
            <a:endParaRPr sz="2400">
              <a:latin typeface="黑体"/>
              <a:cs typeface="黑体"/>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163637" y="197307"/>
            <a:ext cx="11041380" cy="514350"/>
          </a:xfrm>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270763" y="691871"/>
            <a:ext cx="8435340" cy="5429250"/>
          </a:xfrm>
          <a:prstGeom prst="rect">
            <a:avLst/>
          </a:prstGeom>
        </p:spPr>
        <p:txBody>
          <a:bodyPr wrap="square" lIns="0" tIns="81915" rIns="0" bIns="0" rtlCol="0" vert="horz">
            <a:spAutoFit/>
          </a:bodyPr>
          <a:lstStyle/>
          <a:p>
            <a:pPr marL="12700">
              <a:lnSpc>
                <a:spcPct val="100000"/>
              </a:lnSpc>
              <a:spcBef>
                <a:spcPts val="645"/>
              </a:spcBef>
            </a:pPr>
            <a:r>
              <a:rPr dirty="0" sz="2800" spc="-35">
                <a:solidFill>
                  <a:srgbClr val="FF0000"/>
                </a:solidFill>
                <a:latin typeface="黑体"/>
                <a:cs typeface="黑体"/>
              </a:rPr>
              <a:t>上页流水线通路中的改动如下：</a:t>
            </a:r>
            <a:r>
              <a:rPr dirty="0" sz="2800" spc="-30">
                <a:solidFill>
                  <a:srgbClr val="FF0000"/>
                </a:solidFill>
                <a:latin typeface="黑体"/>
                <a:cs typeface="黑体"/>
              </a:rPr>
              <a:t>（</a:t>
            </a:r>
            <a:r>
              <a:rPr dirty="0" sz="2800" spc="-30">
                <a:solidFill>
                  <a:srgbClr val="FF0000"/>
                </a:solidFill>
                <a:latin typeface="Tahoma"/>
                <a:cs typeface="Tahoma"/>
              </a:rPr>
              <a:t>1</a:t>
            </a:r>
            <a:r>
              <a:rPr dirty="0" sz="2800" spc="-30">
                <a:solidFill>
                  <a:srgbClr val="FF0000"/>
                </a:solidFill>
                <a:latin typeface="黑体"/>
                <a:cs typeface="黑体"/>
              </a:rPr>
              <a:t>）</a:t>
            </a:r>
            <a:r>
              <a:rPr dirty="0" sz="2800" spc="-35">
                <a:solidFill>
                  <a:srgbClr val="FF0000"/>
                </a:solidFill>
                <a:latin typeface="黑体"/>
                <a:cs typeface="黑体"/>
              </a:rPr>
              <a:t>、</a:t>
            </a:r>
            <a:r>
              <a:rPr dirty="0" sz="2800" spc="-25">
                <a:solidFill>
                  <a:srgbClr val="FF0000"/>
                </a:solidFill>
                <a:latin typeface="黑体"/>
                <a:cs typeface="黑体"/>
              </a:rPr>
              <a:t>（</a:t>
            </a:r>
            <a:r>
              <a:rPr dirty="0" sz="2800" spc="-25">
                <a:solidFill>
                  <a:srgbClr val="FF0000"/>
                </a:solidFill>
                <a:latin typeface="Tahoma"/>
                <a:cs typeface="Tahoma"/>
              </a:rPr>
              <a:t>2</a:t>
            </a:r>
            <a:r>
              <a:rPr dirty="0" sz="2800" spc="-25">
                <a:solidFill>
                  <a:srgbClr val="FF0000"/>
                </a:solidFill>
                <a:latin typeface="黑体"/>
                <a:cs typeface="黑体"/>
              </a:rPr>
              <a:t>）</a:t>
            </a:r>
            <a:r>
              <a:rPr dirty="0" sz="2800" spc="-35">
                <a:solidFill>
                  <a:srgbClr val="FF0000"/>
                </a:solidFill>
                <a:latin typeface="黑体"/>
                <a:cs typeface="黑体"/>
              </a:rPr>
              <a:t>、</a:t>
            </a:r>
            <a:r>
              <a:rPr dirty="0" sz="2800" spc="-25">
                <a:solidFill>
                  <a:srgbClr val="FF0000"/>
                </a:solidFill>
                <a:latin typeface="黑体"/>
                <a:cs typeface="黑体"/>
              </a:rPr>
              <a:t>（</a:t>
            </a:r>
            <a:r>
              <a:rPr dirty="0" sz="2800" spc="-25">
                <a:solidFill>
                  <a:srgbClr val="FF0000"/>
                </a:solidFill>
                <a:latin typeface="Tahoma"/>
                <a:cs typeface="Tahoma"/>
              </a:rPr>
              <a:t>3</a:t>
            </a:r>
            <a:r>
              <a:rPr dirty="0" sz="2800" spc="-25">
                <a:solidFill>
                  <a:srgbClr val="FF0000"/>
                </a:solidFill>
                <a:latin typeface="黑体"/>
                <a:cs typeface="黑体"/>
              </a:rPr>
              <a:t>）</a:t>
            </a:r>
            <a:endParaRPr sz="2800">
              <a:latin typeface="黑体"/>
              <a:cs typeface="黑体"/>
            </a:endParaRPr>
          </a:p>
          <a:p>
            <a:pPr marL="469900" indent="-457200">
              <a:lnSpc>
                <a:spcPct val="100000"/>
              </a:lnSpc>
              <a:spcBef>
                <a:spcPts val="545"/>
              </a:spcBef>
              <a:buFont typeface="Wingdings"/>
              <a:buChar char=""/>
              <a:tabLst>
                <a:tab pos="469900" algn="l"/>
              </a:tabLst>
            </a:pPr>
            <a:r>
              <a:rPr dirty="0" sz="2800" spc="-25">
                <a:solidFill>
                  <a:srgbClr val="001F5F"/>
                </a:solidFill>
                <a:latin typeface="黑体"/>
                <a:cs typeface="黑体"/>
              </a:rPr>
              <a:t>（</a:t>
            </a:r>
            <a:r>
              <a:rPr dirty="0" sz="2800" spc="-25">
                <a:solidFill>
                  <a:srgbClr val="001F5F"/>
                </a:solidFill>
                <a:latin typeface="Tahoma"/>
                <a:cs typeface="Tahoma"/>
              </a:rPr>
              <a:t>1</a:t>
            </a:r>
            <a:r>
              <a:rPr dirty="0" sz="2800" spc="-25">
                <a:solidFill>
                  <a:srgbClr val="001F5F"/>
                </a:solidFill>
                <a:latin typeface="黑体"/>
                <a:cs typeface="黑体"/>
              </a:rPr>
              <a:t>）</a:t>
            </a:r>
            <a:r>
              <a:rPr dirty="0" sz="2800" spc="-40">
                <a:solidFill>
                  <a:srgbClr val="001F5F"/>
                </a:solidFill>
                <a:latin typeface="黑体"/>
                <a:cs typeface="黑体"/>
              </a:rPr>
              <a:t>设置了流水寄存器</a:t>
            </a:r>
            <a:endParaRPr sz="2800">
              <a:latin typeface="黑体"/>
              <a:cs typeface="黑体"/>
            </a:endParaRPr>
          </a:p>
          <a:p>
            <a:pPr marL="515620">
              <a:lnSpc>
                <a:spcPct val="100000"/>
              </a:lnSpc>
              <a:spcBef>
                <a:spcPts val="1105"/>
              </a:spcBef>
            </a:pPr>
            <a:r>
              <a:rPr dirty="0" sz="2400" spc="-10">
                <a:solidFill>
                  <a:srgbClr val="001F5F"/>
                </a:solidFill>
                <a:latin typeface="黑体"/>
                <a:cs typeface="黑体"/>
              </a:rPr>
              <a:t>寄存器名称解析</a:t>
            </a:r>
            <a:endParaRPr sz="2400">
              <a:latin typeface="黑体"/>
              <a:cs typeface="黑体"/>
            </a:endParaRPr>
          </a:p>
          <a:p>
            <a:pPr lvl="1" marL="732155" indent="-287655">
              <a:lnSpc>
                <a:spcPct val="100000"/>
              </a:lnSpc>
              <a:spcBef>
                <a:spcPts val="180"/>
              </a:spcBef>
              <a:buClr>
                <a:srgbClr val="4668F5"/>
              </a:buClr>
              <a:buSzPct val="60000"/>
              <a:buFont typeface="Wingdings"/>
              <a:buChar char=""/>
              <a:tabLst>
                <a:tab pos="732155" algn="l"/>
              </a:tabLst>
            </a:pPr>
            <a:r>
              <a:rPr dirty="0" sz="2000" spc="-20" b="1">
                <a:solidFill>
                  <a:srgbClr val="00AFEF"/>
                </a:solidFill>
                <a:latin typeface="黑体"/>
                <a:cs typeface="黑体"/>
              </a:rPr>
              <a:t>子寄存器的命名形式为：</a:t>
            </a:r>
            <a:r>
              <a:rPr dirty="0" sz="2000" spc="-20" b="1">
                <a:solidFill>
                  <a:srgbClr val="D50092"/>
                </a:solidFill>
                <a:latin typeface="宋体"/>
                <a:cs typeface="宋体"/>
              </a:rPr>
              <a:t>x.y</a:t>
            </a:r>
            <a:endParaRPr sz="2000">
              <a:latin typeface="宋体"/>
              <a:cs typeface="宋体"/>
            </a:endParaRPr>
          </a:p>
          <a:p>
            <a:pPr lvl="1" marL="732155" indent="-287655">
              <a:lnSpc>
                <a:spcPct val="100000"/>
              </a:lnSpc>
              <a:spcBef>
                <a:spcPts val="1685"/>
              </a:spcBef>
              <a:buClr>
                <a:srgbClr val="4668F5"/>
              </a:buClr>
              <a:buSzPct val="60000"/>
              <a:buFont typeface="Wingdings"/>
              <a:buChar char=""/>
              <a:tabLst>
                <a:tab pos="732155" algn="l"/>
              </a:tabLst>
            </a:pPr>
            <a:r>
              <a:rPr dirty="0" sz="2000" spc="-20" b="1">
                <a:solidFill>
                  <a:srgbClr val="00AFEF"/>
                </a:solidFill>
                <a:latin typeface="黑体"/>
                <a:cs typeface="黑体"/>
              </a:rPr>
              <a:t>所包含的字段的命名形式为：</a:t>
            </a:r>
            <a:r>
              <a:rPr dirty="0" sz="2000" spc="-10" b="1">
                <a:solidFill>
                  <a:srgbClr val="D50092"/>
                </a:solidFill>
                <a:latin typeface="宋体"/>
                <a:cs typeface="宋体"/>
              </a:rPr>
              <a:t>x.y[s]</a:t>
            </a:r>
            <a:endParaRPr sz="2000">
              <a:latin typeface="宋体"/>
              <a:cs typeface="宋体"/>
            </a:endParaRPr>
          </a:p>
          <a:p>
            <a:pPr marL="1344930">
              <a:lnSpc>
                <a:spcPct val="100000"/>
              </a:lnSpc>
              <a:spcBef>
                <a:spcPts val="1680"/>
              </a:spcBef>
            </a:pPr>
            <a:r>
              <a:rPr dirty="0" sz="2000" spc="-10" b="1">
                <a:solidFill>
                  <a:srgbClr val="00AFEF"/>
                </a:solidFill>
                <a:latin typeface="黑体"/>
                <a:cs typeface="黑体"/>
              </a:rPr>
              <a:t>其中：</a:t>
            </a:r>
            <a:r>
              <a:rPr dirty="0" sz="2000" spc="-20" b="1">
                <a:solidFill>
                  <a:srgbClr val="D50092"/>
                </a:solidFill>
                <a:latin typeface="宋体"/>
                <a:cs typeface="宋体"/>
              </a:rPr>
              <a:t>x</a:t>
            </a:r>
            <a:r>
              <a:rPr dirty="0" sz="2000" spc="-20" b="1">
                <a:solidFill>
                  <a:srgbClr val="D50092"/>
                </a:solidFill>
                <a:latin typeface="黑体"/>
                <a:cs typeface="黑体"/>
              </a:rPr>
              <a:t>：</a:t>
            </a:r>
            <a:r>
              <a:rPr dirty="0" sz="2000" spc="-20" b="1">
                <a:solidFill>
                  <a:srgbClr val="00AFEF"/>
                </a:solidFill>
                <a:latin typeface="黑体"/>
                <a:cs typeface="黑体"/>
              </a:rPr>
              <a:t>流水寄存器名称</a:t>
            </a:r>
            <a:r>
              <a:rPr dirty="0" sz="2000" spc="-15" b="1">
                <a:solidFill>
                  <a:srgbClr val="00AFEF"/>
                </a:solidFill>
                <a:latin typeface="黑体"/>
                <a:cs typeface="黑体"/>
              </a:rPr>
              <a:t>（</a:t>
            </a:r>
            <a:r>
              <a:rPr dirty="0" sz="1800" spc="-10" b="1">
                <a:solidFill>
                  <a:srgbClr val="00AFEF"/>
                </a:solidFill>
                <a:latin typeface="黑体"/>
                <a:cs typeface="黑体"/>
              </a:rPr>
              <a:t>用其相邻的两个段的名称拼合而成</a:t>
            </a:r>
            <a:r>
              <a:rPr dirty="0" sz="2000" spc="-50" b="1">
                <a:solidFill>
                  <a:srgbClr val="00AFEF"/>
                </a:solidFill>
                <a:latin typeface="黑体"/>
                <a:cs typeface="黑体"/>
              </a:rPr>
              <a:t>）</a:t>
            </a:r>
            <a:endParaRPr sz="2000">
              <a:latin typeface="黑体"/>
              <a:cs typeface="黑体"/>
            </a:endParaRPr>
          </a:p>
          <a:p>
            <a:pPr marL="2116455">
              <a:lnSpc>
                <a:spcPct val="100000"/>
              </a:lnSpc>
              <a:spcBef>
                <a:spcPts val="1680"/>
              </a:spcBef>
            </a:pPr>
            <a:r>
              <a:rPr dirty="0" sz="2000" b="1">
                <a:solidFill>
                  <a:srgbClr val="D50092"/>
                </a:solidFill>
                <a:latin typeface="宋体"/>
                <a:cs typeface="宋体"/>
              </a:rPr>
              <a:t>y</a:t>
            </a:r>
            <a:r>
              <a:rPr dirty="0" sz="2000" b="1">
                <a:solidFill>
                  <a:srgbClr val="D50092"/>
                </a:solidFill>
                <a:latin typeface="黑体"/>
                <a:cs typeface="黑体"/>
              </a:rPr>
              <a:t>：</a:t>
            </a:r>
            <a:r>
              <a:rPr dirty="0" sz="2000" spc="-20" b="1">
                <a:solidFill>
                  <a:srgbClr val="00AFEF"/>
                </a:solidFill>
                <a:latin typeface="黑体"/>
                <a:cs typeface="黑体"/>
              </a:rPr>
              <a:t>具体寄存器名称</a:t>
            </a:r>
            <a:endParaRPr sz="2000">
              <a:latin typeface="黑体"/>
              <a:cs typeface="黑体"/>
            </a:endParaRPr>
          </a:p>
          <a:p>
            <a:pPr marL="2116455">
              <a:lnSpc>
                <a:spcPct val="100000"/>
              </a:lnSpc>
              <a:spcBef>
                <a:spcPts val="1680"/>
              </a:spcBef>
            </a:pPr>
            <a:r>
              <a:rPr dirty="0" sz="2000" spc="-10" b="1">
                <a:solidFill>
                  <a:srgbClr val="D50092"/>
                </a:solidFill>
                <a:latin typeface="宋体"/>
                <a:cs typeface="宋体"/>
              </a:rPr>
              <a:t>s</a:t>
            </a:r>
            <a:r>
              <a:rPr dirty="0" sz="2000" spc="-10" b="1">
                <a:solidFill>
                  <a:srgbClr val="D50092"/>
                </a:solidFill>
                <a:latin typeface="黑体"/>
                <a:cs typeface="黑体"/>
              </a:rPr>
              <a:t>：</a:t>
            </a:r>
            <a:r>
              <a:rPr dirty="0" sz="2000" spc="-20" b="1">
                <a:solidFill>
                  <a:srgbClr val="00AFEF"/>
                </a:solidFill>
                <a:latin typeface="黑体"/>
                <a:cs typeface="黑体"/>
              </a:rPr>
              <a:t>字段名称</a:t>
            </a:r>
            <a:endParaRPr sz="2000">
              <a:latin typeface="黑体"/>
              <a:cs typeface="黑体"/>
            </a:endParaRPr>
          </a:p>
          <a:p>
            <a:pPr lvl="2" marL="875030" indent="-288290">
              <a:lnSpc>
                <a:spcPct val="100000"/>
              </a:lnSpc>
              <a:spcBef>
                <a:spcPts val="1280"/>
              </a:spcBef>
              <a:buClr>
                <a:srgbClr val="4668F5"/>
              </a:buClr>
              <a:buSzPct val="60000"/>
              <a:buFont typeface="Wingdings"/>
              <a:buChar char=""/>
              <a:tabLst>
                <a:tab pos="875030" algn="l"/>
              </a:tabLst>
            </a:pPr>
            <a:r>
              <a:rPr dirty="0" sz="2000" spc="-25" b="1">
                <a:solidFill>
                  <a:srgbClr val="E14B04"/>
                </a:solidFill>
                <a:latin typeface="黑体"/>
                <a:cs typeface="黑体"/>
              </a:rPr>
              <a:t>例如：</a:t>
            </a:r>
            <a:endParaRPr sz="2000">
              <a:latin typeface="黑体"/>
              <a:cs typeface="黑体"/>
            </a:endParaRPr>
          </a:p>
          <a:p>
            <a:pPr marL="1487805" marR="791845">
              <a:lnSpc>
                <a:spcPct val="170000"/>
              </a:lnSpc>
              <a:spcBef>
                <a:spcPts val="5"/>
              </a:spcBef>
            </a:pPr>
            <a:r>
              <a:rPr dirty="0" sz="2000" spc="-10" b="1">
                <a:solidFill>
                  <a:srgbClr val="9933FF"/>
                </a:solidFill>
                <a:latin typeface="宋体"/>
                <a:cs typeface="宋体"/>
              </a:rPr>
              <a:t>ID/EX.IR</a:t>
            </a:r>
            <a:r>
              <a:rPr dirty="0" sz="2000" spc="-10" b="1">
                <a:solidFill>
                  <a:srgbClr val="9933FF"/>
                </a:solidFill>
                <a:latin typeface="黑体"/>
                <a:cs typeface="黑体"/>
              </a:rPr>
              <a:t>：</a:t>
            </a:r>
            <a:r>
              <a:rPr dirty="0" sz="2000" spc="-15" b="1">
                <a:solidFill>
                  <a:srgbClr val="40458B"/>
                </a:solidFill>
                <a:latin typeface="黑体"/>
                <a:cs typeface="黑体"/>
              </a:rPr>
              <a:t>流水寄存器</a:t>
            </a:r>
            <a:r>
              <a:rPr dirty="0" sz="2000" spc="-20" b="1">
                <a:solidFill>
                  <a:srgbClr val="9933FF"/>
                </a:solidFill>
                <a:latin typeface="宋体"/>
                <a:cs typeface="宋体"/>
              </a:rPr>
              <a:t>ID/EX</a:t>
            </a:r>
            <a:r>
              <a:rPr dirty="0" sz="2000" spc="-15" b="1">
                <a:solidFill>
                  <a:srgbClr val="40458B"/>
                </a:solidFill>
                <a:latin typeface="黑体"/>
                <a:cs typeface="黑体"/>
              </a:rPr>
              <a:t>中的子寄存器</a:t>
            </a:r>
            <a:r>
              <a:rPr dirty="0" sz="2000" spc="-25" b="1">
                <a:solidFill>
                  <a:srgbClr val="9933FF"/>
                </a:solidFill>
                <a:latin typeface="宋体"/>
                <a:cs typeface="宋体"/>
              </a:rPr>
              <a:t>IR </a:t>
            </a:r>
            <a:r>
              <a:rPr dirty="0" sz="2000" spc="-10" b="1">
                <a:solidFill>
                  <a:srgbClr val="9933FF"/>
                </a:solidFill>
                <a:latin typeface="宋体"/>
                <a:cs typeface="宋体"/>
              </a:rPr>
              <a:t>ID/EX.IR[op]</a:t>
            </a:r>
            <a:r>
              <a:rPr dirty="0" sz="2000" spc="-10" b="1">
                <a:solidFill>
                  <a:srgbClr val="9933FF"/>
                </a:solidFill>
                <a:latin typeface="黑体"/>
                <a:cs typeface="黑体"/>
              </a:rPr>
              <a:t>：</a:t>
            </a:r>
            <a:r>
              <a:rPr dirty="0" sz="2000" spc="-20" b="1">
                <a:solidFill>
                  <a:srgbClr val="40458B"/>
                </a:solidFill>
                <a:latin typeface="黑体"/>
                <a:cs typeface="黑体"/>
              </a:rPr>
              <a:t>该子寄存器的</a:t>
            </a:r>
            <a:r>
              <a:rPr dirty="0" sz="2000" spc="-10" b="1">
                <a:solidFill>
                  <a:srgbClr val="9933FF"/>
                </a:solidFill>
                <a:latin typeface="宋体"/>
                <a:cs typeface="宋体"/>
              </a:rPr>
              <a:t>op</a:t>
            </a:r>
            <a:r>
              <a:rPr dirty="0" sz="2000" spc="-15" b="1">
                <a:solidFill>
                  <a:srgbClr val="40458B"/>
                </a:solidFill>
                <a:latin typeface="黑体"/>
                <a:cs typeface="黑体"/>
              </a:rPr>
              <a:t>字段</a:t>
            </a:r>
            <a:r>
              <a:rPr dirty="0" sz="2000" spc="-10" b="1">
                <a:solidFill>
                  <a:srgbClr val="40458B"/>
                </a:solidFill>
                <a:latin typeface="黑体"/>
                <a:cs typeface="黑体"/>
              </a:rPr>
              <a:t>（</a:t>
            </a:r>
            <a:r>
              <a:rPr dirty="0" sz="2000" spc="-20" b="1">
                <a:solidFill>
                  <a:srgbClr val="40458B"/>
                </a:solidFill>
                <a:latin typeface="黑体"/>
                <a:cs typeface="黑体"/>
              </a:rPr>
              <a:t>即操作码字段</a:t>
            </a:r>
            <a:r>
              <a:rPr dirty="0" sz="2000" spc="-50" b="1">
                <a:solidFill>
                  <a:srgbClr val="40458B"/>
                </a:solidFill>
                <a:latin typeface="黑体"/>
                <a:cs typeface="黑体"/>
              </a:rPr>
              <a:t>）</a:t>
            </a:r>
            <a:endParaRPr sz="2000">
              <a:latin typeface="黑体"/>
              <a:cs typeface="黑体"/>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203/154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108915" y="1106170"/>
            <a:ext cx="4104640" cy="97790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Wingdings"/>
              <a:buChar char=""/>
              <a:tabLst>
                <a:tab pos="469265" algn="l"/>
              </a:tabLst>
            </a:pPr>
            <a:r>
              <a:rPr dirty="0" sz="2700">
                <a:solidFill>
                  <a:srgbClr val="001F5F"/>
                </a:solidFill>
                <a:latin typeface="黑体"/>
                <a:cs typeface="黑体"/>
              </a:rPr>
              <a:t>（</a:t>
            </a:r>
            <a:r>
              <a:rPr dirty="0" sz="2700">
                <a:solidFill>
                  <a:srgbClr val="001F5F"/>
                </a:solidFill>
                <a:latin typeface="Tahoma"/>
                <a:cs typeface="Tahoma"/>
              </a:rPr>
              <a:t>1</a:t>
            </a:r>
            <a:r>
              <a:rPr dirty="0" sz="2700">
                <a:solidFill>
                  <a:srgbClr val="001F5F"/>
                </a:solidFill>
                <a:latin typeface="黑体"/>
                <a:cs typeface="黑体"/>
              </a:rPr>
              <a:t>）</a:t>
            </a:r>
            <a:r>
              <a:rPr dirty="0" sz="2700" spc="-10">
                <a:solidFill>
                  <a:srgbClr val="001F5F"/>
                </a:solidFill>
                <a:latin typeface="黑体"/>
                <a:cs typeface="黑体"/>
              </a:rPr>
              <a:t>设置了流水寄存器</a:t>
            </a:r>
            <a:endParaRPr sz="2700">
              <a:latin typeface="黑体"/>
              <a:cs typeface="黑体"/>
            </a:endParaRPr>
          </a:p>
          <a:p>
            <a:pPr lvl="1" marL="1164590" indent="-286385">
              <a:lnSpc>
                <a:spcPct val="100000"/>
              </a:lnSpc>
              <a:spcBef>
                <a:spcPts val="1855"/>
              </a:spcBef>
              <a:buClr>
                <a:srgbClr val="4668F5"/>
              </a:buClr>
              <a:buSzPct val="60000"/>
              <a:buFont typeface="Wingdings"/>
              <a:buChar char=""/>
              <a:tabLst>
                <a:tab pos="1164590" algn="l"/>
              </a:tabLst>
            </a:pPr>
            <a:r>
              <a:rPr dirty="0" sz="2000" spc="-25" b="1">
                <a:solidFill>
                  <a:srgbClr val="00AFEF"/>
                </a:solidFill>
                <a:latin typeface="黑体"/>
                <a:cs typeface="黑体"/>
              </a:rPr>
              <a:t>流水寄存器的作用</a:t>
            </a:r>
            <a:endParaRPr sz="2000">
              <a:latin typeface="黑体"/>
              <a:cs typeface="黑体"/>
            </a:endParaRPr>
          </a:p>
        </p:txBody>
      </p:sp>
      <p:sp>
        <p:nvSpPr>
          <p:cNvPr id="10" name="object 10" descr=""/>
          <p:cNvSpPr txBox="1"/>
          <p:nvPr/>
        </p:nvSpPr>
        <p:spPr>
          <a:xfrm>
            <a:off x="1152855" y="2264791"/>
            <a:ext cx="5163185" cy="314960"/>
          </a:xfrm>
          <a:prstGeom prst="rect">
            <a:avLst/>
          </a:prstGeom>
        </p:spPr>
        <p:txBody>
          <a:bodyPr wrap="square" lIns="0" tIns="12065" rIns="0" bIns="0" rtlCol="0" vert="horz">
            <a:spAutoFit/>
          </a:bodyPr>
          <a:lstStyle/>
          <a:p>
            <a:pPr marL="300355" indent="-287655">
              <a:lnSpc>
                <a:spcPct val="100000"/>
              </a:lnSpc>
              <a:spcBef>
                <a:spcPts val="95"/>
              </a:spcBef>
              <a:buClr>
                <a:srgbClr val="00AF50"/>
              </a:buClr>
              <a:buSzPct val="73684"/>
              <a:buFont typeface="Wingdings"/>
              <a:buChar char=""/>
              <a:tabLst>
                <a:tab pos="300355" algn="l"/>
              </a:tabLst>
            </a:pPr>
            <a:r>
              <a:rPr dirty="0" sz="1900" spc="-25" b="1">
                <a:solidFill>
                  <a:srgbClr val="FF5CFF"/>
                </a:solidFill>
                <a:latin typeface="黑体"/>
                <a:cs typeface="黑体"/>
              </a:rPr>
              <a:t>将各段的工作隔开，使得它们不会互相干扰。</a:t>
            </a:r>
            <a:endParaRPr sz="1900">
              <a:latin typeface="黑体"/>
              <a:cs typeface="黑体"/>
            </a:endParaRPr>
          </a:p>
        </p:txBody>
      </p:sp>
      <p:sp>
        <p:nvSpPr>
          <p:cNvPr id="11" name="object 11" descr=""/>
          <p:cNvSpPr txBox="1"/>
          <p:nvPr/>
        </p:nvSpPr>
        <p:spPr>
          <a:xfrm>
            <a:off x="1152855" y="2757042"/>
            <a:ext cx="2980055" cy="314960"/>
          </a:xfrm>
          <a:prstGeom prst="rect">
            <a:avLst/>
          </a:prstGeom>
        </p:spPr>
        <p:txBody>
          <a:bodyPr wrap="square" lIns="0" tIns="12065" rIns="0" bIns="0" rtlCol="0" vert="horz">
            <a:spAutoFit/>
          </a:bodyPr>
          <a:lstStyle/>
          <a:p>
            <a:pPr marL="300355" indent="-287655">
              <a:lnSpc>
                <a:spcPct val="100000"/>
              </a:lnSpc>
              <a:spcBef>
                <a:spcPts val="95"/>
              </a:spcBef>
              <a:buClr>
                <a:srgbClr val="00AF50"/>
              </a:buClr>
              <a:buSzPct val="73684"/>
              <a:buFont typeface="Wingdings"/>
              <a:buChar char=""/>
              <a:tabLst>
                <a:tab pos="300355" algn="l"/>
              </a:tabLst>
            </a:pPr>
            <a:r>
              <a:rPr dirty="0" sz="1900" spc="-25" b="1">
                <a:solidFill>
                  <a:srgbClr val="FF5CFF"/>
                </a:solidFill>
                <a:latin typeface="黑体"/>
                <a:cs typeface="黑体"/>
              </a:rPr>
              <a:t>保存相应段的处理结果。</a:t>
            </a:r>
            <a:endParaRPr sz="1900">
              <a:latin typeface="黑体"/>
              <a:cs typeface="黑体"/>
            </a:endParaRPr>
          </a:p>
        </p:txBody>
      </p:sp>
      <p:pic>
        <p:nvPicPr>
          <p:cNvPr id="12" name="object 12" descr=""/>
          <p:cNvPicPr/>
          <p:nvPr/>
        </p:nvPicPr>
        <p:blipFill>
          <a:blip r:embed="rId2" cstate="print"/>
          <a:stretch>
            <a:fillRect/>
          </a:stretch>
        </p:blipFill>
        <p:spPr>
          <a:xfrm>
            <a:off x="6725919" y="4415028"/>
            <a:ext cx="269875" cy="282575"/>
          </a:xfrm>
          <a:prstGeom prst="rect">
            <a:avLst/>
          </a:prstGeom>
        </p:spPr>
      </p:pic>
      <p:sp>
        <p:nvSpPr>
          <p:cNvPr id="13" name="object 13" descr=""/>
          <p:cNvSpPr txBox="1"/>
          <p:nvPr/>
        </p:nvSpPr>
        <p:spPr>
          <a:xfrm>
            <a:off x="108915" y="3249548"/>
            <a:ext cx="11565890" cy="2824480"/>
          </a:xfrm>
          <a:prstGeom prst="rect">
            <a:avLst/>
          </a:prstGeom>
        </p:spPr>
        <p:txBody>
          <a:bodyPr wrap="square" lIns="0" tIns="12065" rIns="0" bIns="0" rtlCol="0" vert="horz">
            <a:spAutoFit/>
          </a:bodyPr>
          <a:lstStyle/>
          <a:p>
            <a:pPr marL="1344295" indent="-288290">
              <a:lnSpc>
                <a:spcPct val="100000"/>
              </a:lnSpc>
              <a:spcBef>
                <a:spcPts val="95"/>
              </a:spcBef>
              <a:buClr>
                <a:srgbClr val="00AF50"/>
              </a:buClr>
              <a:buSzPct val="73684"/>
              <a:buFont typeface="Wingdings"/>
              <a:buChar char=""/>
              <a:tabLst>
                <a:tab pos="1344295" algn="l"/>
              </a:tabLst>
            </a:pPr>
            <a:r>
              <a:rPr dirty="0" sz="1900" spc="-25" b="1">
                <a:solidFill>
                  <a:srgbClr val="FF5CFF"/>
                </a:solidFill>
                <a:latin typeface="黑体"/>
                <a:cs typeface="黑体"/>
              </a:rPr>
              <a:t>向后传递后面将要用到的数据或者控制信息</a:t>
            </a:r>
            <a:endParaRPr sz="1900">
              <a:latin typeface="黑体"/>
              <a:cs typeface="黑体"/>
            </a:endParaRPr>
          </a:p>
          <a:p>
            <a:pPr marL="1442085">
              <a:lnSpc>
                <a:spcPct val="100000"/>
              </a:lnSpc>
              <a:spcBef>
                <a:spcPts val="1650"/>
              </a:spcBef>
            </a:pPr>
            <a:r>
              <a:rPr dirty="0" sz="2000" spc="-25" b="1">
                <a:solidFill>
                  <a:srgbClr val="00AFEF"/>
                </a:solidFill>
                <a:latin typeface="黑体"/>
                <a:cs typeface="黑体"/>
              </a:rPr>
              <a:t>所有有用的数据和控制信息每个时钟周期会随着指令在流水线中的流动往后流动一段。</a:t>
            </a:r>
            <a:endParaRPr sz="2000">
              <a:latin typeface="黑体"/>
              <a:cs typeface="黑体"/>
            </a:endParaRPr>
          </a:p>
          <a:p>
            <a:pPr marL="469265" indent="-456565">
              <a:lnSpc>
                <a:spcPct val="100000"/>
              </a:lnSpc>
              <a:spcBef>
                <a:spcPts val="2100"/>
              </a:spcBef>
              <a:buClr>
                <a:srgbClr val="40458B"/>
              </a:buClr>
              <a:buFont typeface="Wingdings"/>
              <a:buChar char=""/>
              <a:tabLst>
                <a:tab pos="469265" algn="l"/>
                <a:tab pos="6924675" algn="l"/>
              </a:tabLst>
            </a:pPr>
            <a:r>
              <a:rPr dirty="0" sz="2700">
                <a:solidFill>
                  <a:srgbClr val="001F5F"/>
                </a:solidFill>
                <a:latin typeface="黑体"/>
                <a:cs typeface="黑体"/>
              </a:rPr>
              <a:t>（</a:t>
            </a:r>
            <a:r>
              <a:rPr dirty="0" sz="2700">
                <a:solidFill>
                  <a:srgbClr val="001F5F"/>
                </a:solidFill>
                <a:latin typeface="Tahoma"/>
                <a:cs typeface="Tahoma"/>
              </a:rPr>
              <a:t>2</a:t>
            </a:r>
            <a:r>
              <a:rPr dirty="0" sz="2700">
                <a:solidFill>
                  <a:srgbClr val="001F5F"/>
                </a:solidFill>
                <a:latin typeface="黑体"/>
                <a:cs typeface="黑体"/>
              </a:rPr>
              <a:t>）增加了向后传</a:t>
            </a:r>
            <a:r>
              <a:rPr dirty="0" sz="2700" spc="-10">
                <a:solidFill>
                  <a:srgbClr val="001F5F"/>
                </a:solidFill>
                <a:latin typeface="黑体"/>
                <a:cs typeface="黑体"/>
              </a:rPr>
              <a:t>递</a:t>
            </a:r>
            <a:r>
              <a:rPr dirty="0" sz="2700" spc="-20">
                <a:solidFill>
                  <a:srgbClr val="001F5F"/>
                </a:solidFill>
                <a:latin typeface="Tahoma"/>
                <a:cs typeface="Tahoma"/>
              </a:rPr>
              <a:t>IR</a:t>
            </a:r>
            <a:r>
              <a:rPr dirty="0" sz="2700">
                <a:solidFill>
                  <a:srgbClr val="001F5F"/>
                </a:solidFill>
                <a:latin typeface="黑体"/>
                <a:cs typeface="黑体"/>
              </a:rPr>
              <a:t>和从</a:t>
            </a:r>
            <a:r>
              <a:rPr dirty="0" sz="2700" spc="-10">
                <a:solidFill>
                  <a:srgbClr val="001F5F"/>
                </a:solidFill>
                <a:latin typeface="Tahoma"/>
                <a:cs typeface="Tahoma"/>
              </a:rPr>
              <a:t>MEM/WB.IR</a:t>
            </a:r>
            <a:r>
              <a:rPr dirty="0" sz="2700">
                <a:solidFill>
                  <a:srgbClr val="001F5F"/>
                </a:solidFill>
                <a:latin typeface="Tahoma"/>
                <a:cs typeface="Tahoma"/>
              </a:rPr>
              <a:t>	</a:t>
            </a:r>
            <a:r>
              <a:rPr dirty="0" sz="2700">
                <a:solidFill>
                  <a:srgbClr val="001F5F"/>
                </a:solidFill>
                <a:latin typeface="黑体"/>
                <a:cs typeface="黑体"/>
              </a:rPr>
              <a:t>送到通用寄存器组的连接</a:t>
            </a:r>
            <a:r>
              <a:rPr dirty="0" sz="2700" spc="-50">
                <a:solidFill>
                  <a:srgbClr val="001F5F"/>
                </a:solidFill>
                <a:latin typeface="黑体"/>
                <a:cs typeface="黑体"/>
              </a:rPr>
              <a:t>。</a:t>
            </a:r>
            <a:endParaRPr sz="2700">
              <a:latin typeface="黑体"/>
              <a:cs typeface="黑体"/>
            </a:endParaRPr>
          </a:p>
          <a:p>
            <a:pPr marL="326390" marR="5080" indent="-314325">
              <a:lnSpc>
                <a:spcPct val="150000"/>
              </a:lnSpc>
              <a:spcBef>
                <a:spcPts val="650"/>
              </a:spcBef>
              <a:buFont typeface="Wingdings"/>
              <a:buChar char=""/>
              <a:tabLst>
                <a:tab pos="326390" algn="l"/>
                <a:tab pos="469265" algn="l"/>
              </a:tabLst>
            </a:pPr>
            <a:r>
              <a:rPr dirty="0" sz="2700">
                <a:solidFill>
                  <a:srgbClr val="40458B"/>
                </a:solidFill>
                <a:latin typeface="Times New Roman"/>
                <a:cs typeface="Times New Roman"/>
              </a:rPr>
              <a:t>	</a:t>
            </a:r>
            <a:r>
              <a:rPr dirty="0" sz="2700">
                <a:solidFill>
                  <a:srgbClr val="001F5F"/>
                </a:solidFill>
                <a:latin typeface="黑体"/>
                <a:cs typeface="黑体"/>
              </a:rPr>
              <a:t>（</a:t>
            </a:r>
            <a:r>
              <a:rPr dirty="0" sz="2700">
                <a:solidFill>
                  <a:srgbClr val="001F5F"/>
                </a:solidFill>
                <a:latin typeface="Tahoma"/>
                <a:cs typeface="Tahoma"/>
              </a:rPr>
              <a:t>3</a:t>
            </a:r>
            <a:r>
              <a:rPr dirty="0" sz="2700">
                <a:solidFill>
                  <a:srgbClr val="001F5F"/>
                </a:solidFill>
                <a:latin typeface="黑体"/>
                <a:cs typeface="黑体"/>
              </a:rPr>
              <a:t>）</a:t>
            </a:r>
            <a:r>
              <a:rPr dirty="0" sz="2700" spc="-5">
                <a:solidFill>
                  <a:srgbClr val="001F5F"/>
                </a:solidFill>
                <a:latin typeface="黑体"/>
                <a:cs typeface="黑体"/>
              </a:rPr>
              <a:t>将对</a:t>
            </a:r>
            <a:r>
              <a:rPr dirty="0" sz="2700" spc="-25">
                <a:solidFill>
                  <a:srgbClr val="001F5F"/>
                </a:solidFill>
                <a:latin typeface="Tahoma"/>
                <a:cs typeface="Tahoma"/>
              </a:rPr>
              <a:t>PC</a:t>
            </a:r>
            <a:r>
              <a:rPr dirty="0" sz="2700">
                <a:solidFill>
                  <a:srgbClr val="001F5F"/>
                </a:solidFill>
                <a:latin typeface="黑体"/>
                <a:cs typeface="黑体"/>
              </a:rPr>
              <a:t>的修改移到了</a:t>
            </a:r>
            <a:r>
              <a:rPr dirty="0" sz="2700" spc="-25">
                <a:solidFill>
                  <a:srgbClr val="001F5F"/>
                </a:solidFill>
                <a:latin typeface="Tahoma"/>
                <a:cs typeface="Tahoma"/>
              </a:rPr>
              <a:t>IF</a:t>
            </a:r>
            <a:r>
              <a:rPr dirty="0" sz="2700">
                <a:solidFill>
                  <a:srgbClr val="001F5F"/>
                </a:solidFill>
                <a:latin typeface="黑体"/>
                <a:cs typeface="黑体"/>
              </a:rPr>
              <a:t>段，以便</a:t>
            </a:r>
            <a:r>
              <a:rPr dirty="0" sz="2700" spc="-25">
                <a:solidFill>
                  <a:srgbClr val="001F5F"/>
                </a:solidFill>
                <a:latin typeface="Tahoma"/>
                <a:cs typeface="Tahoma"/>
              </a:rPr>
              <a:t>PC</a:t>
            </a:r>
            <a:r>
              <a:rPr dirty="0" sz="2700">
                <a:solidFill>
                  <a:srgbClr val="001F5F"/>
                </a:solidFill>
                <a:latin typeface="黑体"/>
                <a:cs typeface="黑体"/>
              </a:rPr>
              <a:t>能及时地加</a:t>
            </a:r>
            <a:r>
              <a:rPr dirty="0" sz="2700" spc="-10">
                <a:solidFill>
                  <a:srgbClr val="001F5F"/>
                </a:solidFill>
                <a:latin typeface="Tahoma"/>
                <a:cs typeface="Tahoma"/>
              </a:rPr>
              <a:t>4</a:t>
            </a:r>
            <a:r>
              <a:rPr dirty="0" sz="2700" spc="-10">
                <a:solidFill>
                  <a:srgbClr val="001F5F"/>
                </a:solidFill>
                <a:latin typeface="黑体"/>
                <a:cs typeface="黑体"/>
              </a:rPr>
              <a:t>，为取下一条指令做</a:t>
            </a:r>
            <a:r>
              <a:rPr dirty="0" sz="2700" spc="-15">
                <a:solidFill>
                  <a:srgbClr val="001F5F"/>
                </a:solidFill>
                <a:latin typeface="黑体"/>
                <a:cs typeface="黑体"/>
              </a:rPr>
              <a:t>好准备。</a:t>
            </a:r>
            <a:endParaRPr sz="2700">
              <a:latin typeface="黑体"/>
              <a:cs typeface="黑体"/>
            </a:endParaRPr>
          </a:p>
        </p:txBody>
      </p:sp>
      <p:sp>
        <p:nvSpPr>
          <p:cNvPr id="14" name="object 14" descr=""/>
          <p:cNvSpPr txBox="1"/>
          <p:nvPr/>
        </p:nvSpPr>
        <p:spPr>
          <a:xfrm>
            <a:off x="6607556" y="2317750"/>
            <a:ext cx="5492750" cy="940435"/>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E14B04"/>
                </a:solidFill>
                <a:latin typeface="黑体"/>
                <a:cs typeface="黑体"/>
              </a:rPr>
              <a:t>例如：</a:t>
            </a:r>
            <a:endParaRPr sz="2000">
              <a:latin typeface="黑体"/>
              <a:cs typeface="黑体"/>
            </a:endParaRPr>
          </a:p>
          <a:p>
            <a:pPr marL="12700" marR="5080">
              <a:lnSpc>
                <a:spcPct val="100000"/>
              </a:lnSpc>
            </a:pPr>
            <a:r>
              <a:rPr dirty="0" sz="2000">
                <a:solidFill>
                  <a:srgbClr val="9933FF"/>
                </a:solidFill>
                <a:latin typeface="宋体"/>
                <a:cs typeface="宋体"/>
              </a:rPr>
              <a:t>EX/MEM.ALUo</a:t>
            </a:r>
            <a:r>
              <a:rPr dirty="0" sz="2000">
                <a:solidFill>
                  <a:srgbClr val="9933FF"/>
                </a:solidFill>
                <a:latin typeface="黑体"/>
                <a:cs typeface="黑体"/>
              </a:rPr>
              <a:t>：</a:t>
            </a:r>
            <a:r>
              <a:rPr dirty="0" sz="2000">
                <a:solidFill>
                  <a:srgbClr val="40458B"/>
                </a:solidFill>
                <a:latin typeface="黑体"/>
                <a:cs typeface="黑体"/>
              </a:rPr>
              <a:t>保存</a:t>
            </a:r>
            <a:r>
              <a:rPr dirty="0" sz="2000" spc="-10">
                <a:solidFill>
                  <a:srgbClr val="9933FF"/>
                </a:solidFill>
                <a:latin typeface="宋体"/>
                <a:cs typeface="宋体"/>
              </a:rPr>
              <a:t>EX</a:t>
            </a:r>
            <a:r>
              <a:rPr dirty="0" sz="2000">
                <a:solidFill>
                  <a:srgbClr val="40458B"/>
                </a:solidFill>
                <a:latin typeface="黑体"/>
                <a:cs typeface="黑体"/>
              </a:rPr>
              <a:t>段</a:t>
            </a:r>
            <a:r>
              <a:rPr dirty="0" sz="2000" spc="-10">
                <a:solidFill>
                  <a:srgbClr val="9933FF"/>
                </a:solidFill>
                <a:latin typeface="宋体"/>
                <a:cs typeface="宋体"/>
              </a:rPr>
              <a:t>ALU</a:t>
            </a:r>
            <a:r>
              <a:rPr dirty="0" sz="2000" spc="-20">
                <a:solidFill>
                  <a:srgbClr val="40458B"/>
                </a:solidFill>
                <a:latin typeface="黑体"/>
                <a:cs typeface="黑体"/>
              </a:rPr>
              <a:t>的运算结果</a:t>
            </a:r>
            <a:r>
              <a:rPr dirty="0" sz="2000" spc="-50">
                <a:solidFill>
                  <a:srgbClr val="40458B"/>
                </a:solidFill>
                <a:latin typeface="黑体"/>
                <a:cs typeface="黑体"/>
              </a:rPr>
              <a:t> </a:t>
            </a:r>
            <a:r>
              <a:rPr dirty="0" sz="2000">
                <a:solidFill>
                  <a:srgbClr val="9933FF"/>
                </a:solidFill>
                <a:latin typeface="宋体"/>
                <a:cs typeface="宋体"/>
              </a:rPr>
              <a:t>MEM/WB.LMD</a:t>
            </a:r>
            <a:r>
              <a:rPr dirty="0" sz="2000">
                <a:solidFill>
                  <a:srgbClr val="9933FF"/>
                </a:solidFill>
                <a:latin typeface="黑体"/>
                <a:cs typeface="黑体"/>
              </a:rPr>
              <a:t>：</a:t>
            </a:r>
            <a:r>
              <a:rPr dirty="0" sz="2000" spc="-10">
                <a:solidFill>
                  <a:srgbClr val="40458B"/>
                </a:solidFill>
                <a:latin typeface="黑体"/>
                <a:cs typeface="黑体"/>
              </a:rPr>
              <a:t>保存</a:t>
            </a:r>
            <a:r>
              <a:rPr dirty="0" sz="2000" spc="-10">
                <a:solidFill>
                  <a:srgbClr val="9933FF"/>
                </a:solidFill>
                <a:latin typeface="宋体"/>
                <a:cs typeface="宋体"/>
              </a:rPr>
              <a:t>MEM</a:t>
            </a:r>
            <a:r>
              <a:rPr dirty="0" sz="2000" spc="-20">
                <a:solidFill>
                  <a:srgbClr val="40458B"/>
                </a:solidFill>
                <a:latin typeface="黑体"/>
                <a:cs typeface="黑体"/>
              </a:rPr>
              <a:t>段从数据存储器读出的数据</a:t>
            </a:r>
            <a:endParaRPr sz="2000">
              <a:latin typeface="黑体"/>
              <a:cs typeface="黑体"/>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204/154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61366" y="1156207"/>
            <a:ext cx="4967605" cy="513715"/>
          </a:xfrm>
          <a:prstGeom prst="rect">
            <a:avLst/>
          </a:prstGeom>
        </p:spPr>
        <p:txBody>
          <a:bodyPr wrap="square" lIns="0" tIns="13335" rIns="0" bIns="0" rtlCol="0" vert="horz">
            <a:spAutoFit/>
          </a:bodyPr>
          <a:lstStyle/>
          <a:p>
            <a:pPr marL="12700">
              <a:lnSpc>
                <a:spcPct val="100000"/>
              </a:lnSpc>
              <a:spcBef>
                <a:spcPts val="105"/>
              </a:spcBef>
            </a:pPr>
            <a:r>
              <a:rPr dirty="0" sz="3200" b="1">
                <a:solidFill>
                  <a:srgbClr val="40458B"/>
                </a:solidFill>
                <a:latin typeface="Tahoma"/>
                <a:cs typeface="Tahoma"/>
              </a:rPr>
              <a:t>2.</a:t>
            </a:r>
            <a:r>
              <a:rPr dirty="0" sz="3200" spc="-300" b="1">
                <a:solidFill>
                  <a:srgbClr val="40458B"/>
                </a:solidFill>
                <a:latin typeface="Tahoma"/>
                <a:cs typeface="Tahoma"/>
              </a:rPr>
              <a:t> </a:t>
            </a:r>
            <a:r>
              <a:rPr dirty="0" sz="3200" spc="-45" b="1">
                <a:solidFill>
                  <a:srgbClr val="FF0000"/>
                </a:solidFill>
                <a:latin typeface="黑体"/>
                <a:cs typeface="黑体"/>
              </a:rPr>
              <a:t>每一个流水段进行的操作</a:t>
            </a:r>
            <a:endParaRPr sz="3200">
              <a:latin typeface="黑体"/>
              <a:cs typeface="黑体"/>
            </a:endParaRPr>
          </a:p>
        </p:txBody>
      </p:sp>
      <p:sp>
        <p:nvSpPr>
          <p:cNvPr id="10" name="object 10" descr=""/>
          <p:cNvSpPr txBox="1"/>
          <p:nvPr/>
        </p:nvSpPr>
        <p:spPr>
          <a:xfrm>
            <a:off x="1259713" y="1956561"/>
            <a:ext cx="2875915" cy="1903095"/>
          </a:xfrm>
          <a:prstGeom prst="rect">
            <a:avLst/>
          </a:prstGeom>
        </p:spPr>
        <p:txBody>
          <a:bodyPr wrap="square" lIns="0" tIns="12065" rIns="0" bIns="0" rtlCol="0" vert="horz">
            <a:spAutoFit/>
          </a:bodyPr>
          <a:lstStyle/>
          <a:p>
            <a:pPr marL="325120" indent="-287020">
              <a:lnSpc>
                <a:spcPct val="100000"/>
              </a:lnSpc>
              <a:spcBef>
                <a:spcPts val="95"/>
              </a:spcBef>
              <a:buClr>
                <a:srgbClr val="4668F5"/>
              </a:buClr>
              <a:buSzPct val="58928"/>
              <a:buFont typeface="Wingdings"/>
              <a:buChar char=""/>
              <a:tabLst>
                <a:tab pos="325120" algn="l"/>
              </a:tabLst>
            </a:pPr>
            <a:r>
              <a:rPr dirty="0" sz="2800" spc="-10" b="1">
                <a:solidFill>
                  <a:srgbClr val="00AFEF"/>
                </a:solidFill>
                <a:latin typeface="宋体"/>
                <a:cs typeface="宋体"/>
              </a:rPr>
              <a:t>IR[rs]</a:t>
            </a:r>
            <a:r>
              <a:rPr dirty="0" sz="2800" spc="-10" b="1">
                <a:solidFill>
                  <a:srgbClr val="00AFEF"/>
                </a:solidFill>
                <a:latin typeface="黑体"/>
                <a:cs typeface="黑体"/>
              </a:rPr>
              <a:t>＝</a:t>
            </a:r>
            <a:r>
              <a:rPr dirty="0" sz="2800" spc="-10" b="1">
                <a:solidFill>
                  <a:srgbClr val="00AFEF"/>
                </a:solidFill>
                <a:latin typeface="宋体"/>
                <a:cs typeface="宋体"/>
              </a:rPr>
              <a:t>IR</a:t>
            </a:r>
            <a:r>
              <a:rPr dirty="0" baseline="-21021" sz="2775" spc="-15" b="1">
                <a:solidFill>
                  <a:srgbClr val="00AFEF"/>
                </a:solidFill>
                <a:latin typeface="宋体"/>
                <a:cs typeface="宋体"/>
              </a:rPr>
              <a:t>6..10</a:t>
            </a:r>
            <a:endParaRPr baseline="-21021" sz="2775">
              <a:latin typeface="宋体"/>
              <a:cs typeface="宋体"/>
            </a:endParaRPr>
          </a:p>
          <a:p>
            <a:pPr marL="325120" indent="-287020">
              <a:lnSpc>
                <a:spcPct val="100000"/>
              </a:lnSpc>
              <a:spcBef>
                <a:spcPts val="2350"/>
              </a:spcBef>
              <a:buClr>
                <a:srgbClr val="4668F5"/>
              </a:buClr>
              <a:buSzPct val="58928"/>
              <a:buFont typeface="Wingdings"/>
              <a:buChar char=""/>
              <a:tabLst>
                <a:tab pos="325120" algn="l"/>
              </a:tabLst>
            </a:pPr>
            <a:r>
              <a:rPr dirty="0" sz="2800" spc="-10" b="1">
                <a:solidFill>
                  <a:srgbClr val="00AFEF"/>
                </a:solidFill>
                <a:latin typeface="宋体"/>
                <a:cs typeface="宋体"/>
              </a:rPr>
              <a:t>IR[rt]</a:t>
            </a:r>
            <a:r>
              <a:rPr dirty="0" sz="2800" spc="-10" b="1">
                <a:solidFill>
                  <a:srgbClr val="00AFEF"/>
                </a:solidFill>
                <a:latin typeface="黑体"/>
                <a:cs typeface="黑体"/>
              </a:rPr>
              <a:t>＝</a:t>
            </a:r>
            <a:r>
              <a:rPr dirty="0" sz="2800" spc="-10" b="1">
                <a:solidFill>
                  <a:srgbClr val="00AFEF"/>
                </a:solidFill>
                <a:latin typeface="宋体"/>
                <a:cs typeface="宋体"/>
              </a:rPr>
              <a:t>IR</a:t>
            </a:r>
            <a:r>
              <a:rPr dirty="0" baseline="-21021" sz="2775" spc="-15" b="1">
                <a:solidFill>
                  <a:srgbClr val="00AFEF"/>
                </a:solidFill>
                <a:latin typeface="宋体"/>
                <a:cs typeface="宋体"/>
              </a:rPr>
              <a:t>11..15</a:t>
            </a:r>
            <a:endParaRPr baseline="-21021" sz="2775">
              <a:latin typeface="宋体"/>
              <a:cs typeface="宋体"/>
            </a:endParaRPr>
          </a:p>
          <a:p>
            <a:pPr marL="325120" indent="-287020">
              <a:lnSpc>
                <a:spcPct val="100000"/>
              </a:lnSpc>
              <a:spcBef>
                <a:spcPts val="2355"/>
              </a:spcBef>
              <a:buClr>
                <a:srgbClr val="4668F5"/>
              </a:buClr>
              <a:buSzPct val="58928"/>
              <a:buFont typeface="Wingdings"/>
              <a:buChar char=""/>
              <a:tabLst>
                <a:tab pos="325120" algn="l"/>
              </a:tabLst>
            </a:pPr>
            <a:r>
              <a:rPr dirty="0" sz="2800" spc="-10" b="1">
                <a:solidFill>
                  <a:srgbClr val="00AFEF"/>
                </a:solidFill>
                <a:latin typeface="宋体"/>
                <a:cs typeface="宋体"/>
              </a:rPr>
              <a:t>IR[rd]</a:t>
            </a:r>
            <a:r>
              <a:rPr dirty="0" sz="2800" spc="-10" b="1">
                <a:solidFill>
                  <a:srgbClr val="00AFEF"/>
                </a:solidFill>
                <a:latin typeface="黑体"/>
                <a:cs typeface="黑体"/>
              </a:rPr>
              <a:t>＝</a:t>
            </a:r>
            <a:r>
              <a:rPr dirty="0" sz="2800" spc="-10" b="1">
                <a:solidFill>
                  <a:srgbClr val="00AFEF"/>
                </a:solidFill>
                <a:latin typeface="宋体"/>
                <a:cs typeface="宋体"/>
              </a:rPr>
              <a:t>IR</a:t>
            </a:r>
            <a:r>
              <a:rPr dirty="0" baseline="-21021" sz="2775" spc="-15" b="1">
                <a:solidFill>
                  <a:srgbClr val="00AFEF"/>
                </a:solidFill>
                <a:latin typeface="宋体"/>
                <a:cs typeface="宋体"/>
              </a:rPr>
              <a:t>16..20</a:t>
            </a:r>
            <a:endParaRPr baseline="-21021" sz="2775">
              <a:latin typeface="宋体"/>
              <a:cs typeface="宋体"/>
            </a:endParaRPr>
          </a:p>
        </p:txBody>
      </p:sp>
      <p:grpSp>
        <p:nvGrpSpPr>
          <p:cNvPr id="11" name="object 11" descr=""/>
          <p:cNvGrpSpPr/>
          <p:nvPr/>
        </p:nvGrpSpPr>
        <p:grpSpPr>
          <a:xfrm>
            <a:off x="997356" y="4065206"/>
            <a:ext cx="2584450" cy="1743710"/>
            <a:chOff x="997356" y="4065206"/>
            <a:chExt cx="2584450" cy="1743710"/>
          </a:xfrm>
        </p:grpSpPr>
        <p:sp>
          <p:nvSpPr>
            <p:cNvPr id="12" name="object 12" descr=""/>
            <p:cNvSpPr/>
            <p:nvPr/>
          </p:nvSpPr>
          <p:spPr>
            <a:xfrm>
              <a:off x="1200149" y="4868862"/>
              <a:ext cx="2376805" cy="935355"/>
            </a:xfrm>
            <a:custGeom>
              <a:avLst/>
              <a:gdLst/>
              <a:ahLst/>
              <a:cxnLst/>
              <a:rect l="l" t="t" r="r" b="b"/>
              <a:pathLst>
                <a:path w="2376804" h="935354">
                  <a:moveTo>
                    <a:pt x="2376551" y="0"/>
                  </a:moveTo>
                  <a:lnTo>
                    <a:pt x="0" y="0"/>
                  </a:lnTo>
                  <a:lnTo>
                    <a:pt x="0" y="935037"/>
                  </a:lnTo>
                  <a:lnTo>
                    <a:pt x="2376551" y="935037"/>
                  </a:lnTo>
                  <a:lnTo>
                    <a:pt x="2376551" y="0"/>
                  </a:lnTo>
                  <a:close/>
                </a:path>
              </a:pathLst>
            </a:custGeom>
            <a:solidFill>
              <a:srgbClr val="FFACFF"/>
            </a:solidFill>
          </p:spPr>
          <p:txBody>
            <a:bodyPr wrap="square" lIns="0" tIns="0" rIns="0" bIns="0" rtlCol="0"/>
            <a:lstStyle/>
            <a:p/>
          </p:txBody>
        </p:sp>
        <p:sp>
          <p:nvSpPr>
            <p:cNvPr id="13" name="object 13" descr=""/>
            <p:cNvSpPr/>
            <p:nvPr/>
          </p:nvSpPr>
          <p:spPr>
            <a:xfrm>
              <a:off x="1002118" y="4069969"/>
              <a:ext cx="2574925" cy="1734185"/>
            </a:xfrm>
            <a:custGeom>
              <a:avLst/>
              <a:gdLst/>
              <a:ahLst/>
              <a:cxnLst/>
              <a:rect l="l" t="t" r="r" b="b"/>
              <a:pathLst>
                <a:path w="2574925" h="1734185">
                  <a:moveTo>
                    <a:pt x="198031" y="1733930"/>
                  </a:moveTo>
                  <a:lnTo>
                    <a:pt x="2574582" y="1733930"/>
                  </a:lnTo>
                  <a:lnTo>
                    <a:pt x="2574582" y="798893"/>
                  </a:lnTo>
                  <a:lnTo>
                    <a:pt x="198031" y="798893"/>
                  </a:lnTo>
                  <a:lnTo>
                    <a:pt x="198031" y="1733930"/>
                  </a:lnTo>
                  <a:close/>
                </a:path>
                <a:path w="2574925" h="1734185">
                  <a:moveTo>
                    <a:pt x="0" y="798829"/>
                  </a:moveTo>
                  <a:lnTo>
                    <a:pt x="0" y="1733930"/>
                  </a:lnTo>
                </a:path>
                <a:path w="2574925" h="1734185">
                  <a:moveTo>
                    <a:pt x="0" y="974216"/>
                  </a:moveTo>
                  <a:lnTo>
                    <a:pt x="575094" y="0"/>
                  </a:lnTo>
                </a:path>
              </a:pathLst>
            </a:custGeom>
            <a:ln w="9525">
              <a:solidFill>
                <a:srgbClr val="40458B"/>
              </a:solidFill>
            </a:ln>
          </p:spPr>
          <p:txBody>
            <a:bodyPr wrap="square" lIns="0" tIns="0" rIns="0" bIns="0" rtlCol="0"/>
            <a:lstStyle/>
            <a:p/>
          </p:txBody>
        </p:sp>
      </p:grpSp>
      <p:sp>
        <p:nvSpPr>
          <p:cNvPr id="14" name="object 14" descr=""/>
          <p:cNvSpPr txBox="1"/>
          <p:nvPr/>
        </p:nvSpPr>
        <p:spPr>
          <a:xfrm>
            <a:off x="1279016" y="4903089"/>
            <a:ext cx="2159000" cy="756920"/>
          </a:xfrm>
          <a:prstGeom prst="rect">
            <a:avLst/>
          </a:prstGeom>
        </p:spPr>
        <p:txBody>
          <a:bodyPr wrap="square" lIns="0" tIns="12700" rIns="0" bIns="0" rtlCol="0" vert="horz">
            <a:spAutoFit/>
          </a:bodyPr>
          <a:lstStyle/>
          <a:p>
            <a:pPr marL="12700" marR="5080">
              <a:lnSpc>
                <a:spcPct val="100000"/>
              </a:lnSpc>
              <a:spcBef>
                <a:spcPts val="100"/>
              </a:spcBef>
            </a:pPr>
            <a:r>
              <a:rPr dirty="0" sz="2400" spc="-10">
                <a:solidFill>
                  <a:srgbClr val="40458B"/>
                </a:solidFill>
                <a:latin typeface="黑体"/>
                <a:cs typeface="黑体"/>
              </a:rPr>
              <a:t>指令中的位置，</a:t>
            </a:r>
            <a:r>
              <a:rPr dirty="0" sz="2400">
                <a:solidFill>
                  <a:srgbClr val="40458B"/>
                </a:solidFill>
                <a:latin typeface="黑体"/>
                <a:cs typeface="黑体"/>
              </a:rPr>
              <a:t>联系第</a:t>
            </a:r>
            <a:r>
              <a:rPr dirty="0" sz="2400" spc="-25">
                <a:solidFill>
                  <a:srgbClr val="40458B"/>
                </a:solidFill>
                <a:latin typeface="Tahoma"/>
                <a:cs typeface="Tahoma"/>
              </a:rPr>
              <a:t>2</a:t>
            </a:r>
            <a:r>
              <a:rPr dirty="0" sz="2400" spc="-50">
                <a:solidFill>
                  <a:srgbClr val="40458B"/>
                </a:solidFill>
                <a:latin typeface="黑体"/>
                <a:cs typeface="黑体"/>
              </a:rPr>
              <a:t>章</a:t>
            </a:r>
            <a:endParaRPr sz="2400">
              <a:latin typeface="黑体"/>
              <a:cs typeface="黑体"/>
            </a:endParaRPr>
          </a:p>
        </p:txBody>
      </p:sp>
      <p:grpSp>
        <p:nvGrpSpPr>
          <p:cNvPr id="15" name="object 15" descr=""/>
          <p:cNvGrpSpPr/>
          <p:nvPr/>
        </p:nvGrpSpPr>
        <p:grpSpPr>
          <a:xfrm>
            <a:off x="4534793" y="2060602"/>
            <a:ext cx="6869430" cy="3295015"/>
            <a:chOff x="4534793" y="2060602"/>
            <a:chExt cx="6869430" cy="3295015"/>
          </a:xfrm>
        </p:grpSpPr>
        <p:sp>
          <p:nvSpPr>
            <p:cNvPr id="16" name="object 16" descr=""/>
            <p:cNvSpPr/>
            <p:nvPr/>
          </p:nvSpPr>
          <p:spPr>
            <a:xfrm>
              <a:off x="4541461" y="3363250"/>
              <a:ext cx="229870" cy="506095"/>
            </a:xfrm>
            <a:custGeom>
              <a:avLst/>
              <a:gdLst/>
              <a:ahLst/>
              <a:cxnLst/>
              <a:rect l="l" t="t" r="r" b="b"/>
              <a:pathLst>
                <a:path w="229870" h="506095">
                  <a:moveTo>
                    <a:pt x="229343" y="0"/>
                  </a:moveTo>
                  <a:lnTo>
                    <a:pt x="0" y="0"/>
                  </a:lnTo>
                  <a:lnTo>
                    <a:pt x="0" y="505528"/>
                  </a:lnTo>
                  <a:lnTo>
                    <a:pt x="229343" y="505528"/>
                  </a:lnTo>
                  <a:lnTo>
                    <a:pt x="229343" y="0"/>
                  </a:lnTo>
                  <a:close/>
                </a:path>
              </a:pathLst>
            </a:custGeom>
            <a:solidFill>
              <a:srgbClr val="92DBFF"/>
            </a:solidFill>
          </p:spPr>
          <p:txBody>
            <a:bodyPr wrap="square" lIns="0" tIns="0" rIns="0" bIns="0" rtlCol="0"/>
            <a:lstStyle/>
            <a:p/>
          </p:txBody>
        </p:sp>
        <p:sp>
          <p:nvSpPr>
            <p:cNvPr id="17" name="object 17" descr=""/>
            <p:cNvSpPr/>
            <p:nvPr/>
          </p:nvSpPr>
          <p:spPr>
            <a:xfrm>
              <a:off x="4541461" y="3363250"/>
              <a:ext cx="229870" cy="506095"/>
            </a:xfrm>
            <a:custGeom>
              <a:avLst/>
              <a:gdLst/>
              <a:ahLst/>
              <a:cxnLst/>
              <a:rect l="l" t="t" r="r" b="b"/>
              <a:pathLst>
                <a:path w="229870" h="506095">
                  <a:moveTo>
                    <a:pt x="0" y="505528"/>
                  </a:moveTo>
                  <a:lnTo>
                    <a:pt x="229343" y="505528"/>
                  </a:lnTo>
                  <a:lnTo>
                    <a:pt x="229343" y="0"/>
                  </a:lnTo>
                  <a:lnTo>
                    <a:pt x="0" y="0"/>
                  </a:lnTo>
                  <a:lnTo>
                    <a:pt x="0" y="505528"/>
                  </a:lnTo>
                  <a:close/>
                </a:path>
              </a:pathLst>
            </a:custGeom>
            <a:ln w="13291">
              <a:solidFill>
                <a:srgbClr val="000000"/>
              </a:solidFill>
            </a:ln>
          </p:spPr>
          <p:txBody>
            <a:bodyPr wrap="square" lIns="0" tIns="0" rIns="0" bIns="0" rtlCol="0"/>
            <a:lstStyle/>
            <a:p/>
          </p:txBody>
        </p:sp>
        <p:sp>
          <p:nvSpPr>
            <p:cNvPr id="18" name="object 18" descr=""/>
            <p:cNvSpPr/>
            <p:nvPr/>
          </p:nvSpPr>
          <p:spPr>
            <a:xfrm>
              <a:off x="5087024" y="3244836"/>
              <a:ext cx="581025" cy="731520"/>
            </a:xfrm>
            <a:custGeom>
              <a:avLst/>
              <a:gdLst/>
              <a:ahLst/>
              <a:cxnLst/>
              <a:rect l="l" t="t" r="r" b="b"/>
              <a:pathLst>
                <a:path w="581025" h="731520">
                  <a:moveTo>
                    <a:pt x="580503" y="0"/>
                  </a:moveTo>
                  <a:lnTo>
                    <a:pt x="0" y="0"/>
                  </a:lnTo>
                  <a:lnTo>
                    <a:pt x="0" y="731043"/>
                  </a:lnTo>
                  <a:lnTo>
                    <a:pt x="580503" y="731043"/>
                  </a:lnTo>
                  <a:lnTo>
                    <a:pt x="580503" y="0"/>
                  </a:lnTo>
                  <a:close/>
                </a:path>
              </a:pathLst>
            </a:custGeom>
            <a:solidFill>
              <a:srgbClr val="CCFFCC"/>
            </a:solidFill>
          </p:spPr>
          <p:txBody>
            <a:bodyPr wrap="square" lIns="0" tIns="0" rIns="0" bIns="0" rtlCol="0"/>
            <a:lstStyle/>
            <a:p/>
          </p:txBody>
        </p:sp>
        <p:sp>
          <p:nvSpPr>
            <p:cNvPr id="19" name="object 19" descr=""/>
            <p:cNvSpPr/>
            <p:nvPr/>
          </p:nvSpPr>
          <p:spPr>
            <a:xfrm>
              <a:off x="5087024" y="3244836"/>
              <a:ext cx="581025" cy="731520"/>
            </a:xfrm>
            <a:custGeom>
              <a:avLst/>
              <a:gdLst/>
              <a:ahLst/>
              <a:cxnLst/>
              <a:rect l="l" t="t" r="r" b="b"/>
              <a:pathLst>
                <a:path w="581025" h="731520">
                  <a:moveTo>
                    <a:pt x="0" y="731043"/>
                  </a:moveTo>
                  <a:lnTo>
                    <a:pt x="580503" y="731043"/>
                  </a:lnTo>
                  <a:lnTo>
                    <a:pt x="580503" y="0"/>
                  </a:lnTo>
                  <a:lnTo>
                    <a:pt x="0" y="0"/>
                  </a:lnTo>
                  <a:lnTo>
                    <a:pt x="0" y="731043"/>
                  </a:lnTo>
                  <a:close/>
                </a:path>
              </a:pathLst>
            </a:custGeom>
            <a:ln w="13242">
              <a:solidFill>
                <a:srgbClr val="000000"/>
              </a:solidFill>
            </a:ln>
          </p:spPr>
          <p:txBody>
            <a:bodyPr wrap="square" lIns="0" tIns="0" rIns="0" bIns="0" rtlCol="0"/>
            <a:lstStyle/>
            <a:p/>
          </p:txBody>
        </p:sp>
        <p:sp>
          <p:nvSpPr>
            <p:cNvPr id="20" name="object 20" descr=""/>
            <p:cNvSpPr/>
            <p:nvPr/>
          </p:nvSpPr>
          <p:spPr>
            <a:xfrm>
              <a:off x="7308746" y="2973780"/>
              <a:ext cx="386080" cy="1298575"/>
            </a:xfrm>
            <a:custGeom>
              <a:avLst/>
              <a:gdLst/>
              <a:ahLst/>
              <a:cxnLst/>
              <a:rect l="l" t="t" r="r" b="b"/>
              <a:pathLst>
                <a:path w="386079" h="1298575">
                  <a:moveTo>
                    <a:pt x="385616" y="0"/>
                  </a:moveTo>
                  <a:lnTo>
                    <a:pt x="0" y="0"/>
                  </a:lnTo>
                  <a:lnTo>
                    <a:pt x="0" y="1298242"/>
                  </a:lnTo>
                  <a:lnTo>
                    <a:pt x="385616" y="1298242"/>
                  </a:lnTo>
                  <a:lnTo>
                    <a:pt x="385616" y="0"/>
                  </a:lnTo>
                  <a:close/>
                </a:path>
              </a:pathLst>
            </a:custGeom>
            <a:solidFill>
              <a:srgbClr val="CCFFCC"/>
            </a:solidFill>
          </p:spPr>
          <p:txBody>
            <a:bodyPr wrap="square" lIns="0" tIns="0" rIns="0" bIns="0" rtlCol="0"/>
            <a:lstStyle/>
            <a:p/>
          </p:txBody>
        </p:sp>
        <p:sp>
          <p:nvSpPr>
            <p:cNvPr id="21" name="object 21" descr=""/>
            <p:cNvSpPr/>
            <p:nvPr/>
          </p:nvSpPr>
          <p:spPr>
            <a:xfrm>
              <a:off x="7308746" y="2973780"/>
              <a:ext cx="386080" cy="1298575"/>
            </a:xfrm>
            <a:custGeom>
              <a:avLst/>
              <a:gdLst/>
              <a:ahLst/>
              <a:cxnLst/>
              <a:rect l="l" t="t" r="r" b="b"/>
              <a:pathLst>
                <a:path w="386079" h="1298575">
                  <a:moveTo>
                    <a:pt x="0" y="1298242"/>
                  </a:moveTo>
                  <a:lnTo>
                    <a:pt x="385616" y="1298242"/>
                  </a:lnTo>
                  <a:lnTo>
                    <a:pt x="385616" y="0"/>
                  </a:lnTo>
                  <a:lnTo>
                    <a:pt x="0" y="0"/>
                  </a:lnTo>
                  <a:lnTo>
                    <a:pt x="0" y="1298242"/>
                  </a:lnTo>
                  <a:close/>
                </a:path>
              </a:pathLst>
            </a:custGeom>
            <a:ln w="13310">
              <a:solidFill>
                <a:srgbClr val="000000"/>
              </a:solidFill>
            </a:ln>
          </p:spPr>
          <p:txBody>
            <a:bodyPr wrap="square" lIns="0" tIns="0" rIns="0" bIns="0" rtlCol="0"/>
            <a:lstStyle/>
            <a:p/>
          </p:txBody>
        </p:sp>
        <p:sp>
          <p:nvSpPr>
            <p:cNvPr id="22" name="object 22" descr=""/>
            <p:cNvSpPr/>
            <p:nvPr/>
          </p:nvSpPr>
          <p:spPr>
            <a:xfrm>
              <a:off x="11090137" y="2067270"/>
              <a:ext cx="307340" cy="3224530"/>
            </a:xfrm>
            <a:custGeom>
              <a:avLst/>
              <a:gdLst/>
              <a:ahLst/>
              <a:cxnLst/>
              <a:rect l="l" t="t" r="r" b="b"/>
              <a:pathLst>
                <a:path w="307340" h="3224529">
                  <a:moveTo>
                    <a:pt x="307034" y="0"/>
                  </a:moveTo>
                  <a:lnTo>
                    <a:pt x="0" y="0"/>
                  </a:lnTo>
                  <a:lnTo>
                    <a:pt x="0" y="3224350"/>
                  </a:lnTo>
                  <a:lnTo>
                    <a:pt x="307035" y="3224350"/>
                  </a:lnTo>
                  <a:lnTo>
                    <a:pt x="307034" y="0"/>
                  </a:lnTo>
                  <a:close/>
                </a:path>
              </a:pathLst>
            </a:custGeom>
            <a:solidFill>
              <a:srgbClr val="92DBFF"/>
            </a:solidFill>
          </p:spPr>
          <p:txBody>
            <a:bodyPr wrap="square" lIns="0" tIns="0" rIns="0" bIns="0" rtlCol="0"/>
            <a:lstStyle/>
            <a:p/>
          </p:txBody>
        </p:sp>
        <p:sp>
          <p:nvSpPr>
            <p:cNvPr id="23" name="object 23" descr=""/>
            <p:cNvSpPr/>
            <p:nvPr/>
          </p:nvSpPr>
          <p:spPr>
            <a:xfrm>
              <a:off x="11090137" y="2067270"/>
              <a:ext cx="307340" cy="3224530"/>
            </a:xfrm>
            <a:custGeom>
              <a:avLst/>
              <a:gdLst/>
              <a:ahLst/>
              <a:cxnLst/>
              <a:rect l="l" t="t" r="r" b="b"/>
              <a:pathLst>
                <a:path w="307340" h="3224529">
                  <a:moveTo>
                    <a:pt x="0" y="3224350"/>
                  </a:moveTo>
                  <a:lnTo>
                    <a:pt x="307035" y="3224350"/>
                  </a:lnTo>
                  <a:lnTo>
                    <a:pt x="307034" y="0"/>
                  </a:lnTo>
                  <a:lnTo>
                    <a:pt x="0" y="0"/>
                  </a:lnTo>
                  <a:lnTo>
                    <a:pt x="0" y="3224350"/>
                  </a:lnTo>
                  <a:close/>
                </a:path>
              </a:pathLst>
            </a:custGeom>
            <a:ln w="13327">
              <a:solidFill>
                <a:srgbClr val="000000"/>
              </a:solidFill>
            </a:ln>
          </p:spPr>
          <p:txBody>
            <a:bodyPr wrap="square" lIns="0" tIns="0" rIns="0" bIns="0" rtlCol="0"/>
            <a:lstStyle/>
            <a:p/>
          </p:txBody>
        </p:sp>
        <p:sp>
          <p:nvSpPr>
            <p:cNvPr id="24" name="object 24" descr=""/>
            <p:cNvSpPr/>
            <p:nvPr/>
          </p:nvSpPr>
          <p:spPr>
            <a:xfrm>
              <a:off x="9530561" y="2067270"/>
              <a:ext cx="307975" cy="3224530"/>
            </a:xfrm>
            <a:custGeom>
              <a:avLst/>
              <a:gdLst/>
              <a:ahLst/>
              <a:cxnLst/>
              <a:rect l="l" t="t" r="r" b="b"/>
              <a:pathLst>
                <a:path w="307975" h="3224529">
                  <a:moveTo>
                    <a:pt x="307480" y="0"/>
                  </a:moveTo>
                  <a:lnTo>
                    <a:pt x="0" y="0"/>
                  </a:lnTo>
                  <a:lnTo>
                    <a:pt x="0" y="3224350"/>
                  </a:lnTo>
                  <a:lnTo>
                    <a:pt x="307480" y="3224350"/>
                  </a:lnTo>
                  <a:lnTo>
                    <a:pt x="307480" y="0"/>
                  </a:lnTo>
                  <a:close/>
                </a:path>
              </a:pathLst>
            </a:custGeom>
            <a:solidFill>
              <a:srgbClr val="92DBFF"/>
            </a:solidFill>
          </p:spPr>
          <p:txBody>
            <a:bodyPr wrap="square" lIns="0" tIns="0" rIns="0" bIns="0" rtlCol="0"/>
            <a:lstStyle/>
            <a:p/>
          </p:txBody>
        </p:sp>
        <p:sp>
          <p:nvSpPr>
            <p:cNvPr id="25" name="object 25" descr=""/>
            <p:cNvSpPr/>
            <p:nvPr/>
          </p:nvSpPr>
          <p:spPr>
            <a:xfrm>
              <a:off x="9530561" y="2067270"/>
              <a:ext cx="307975" cy="3224530"/>
            </a:xfrm>
            <a:custGeom>
              <a:avLst/>
              <a:gdLst/>
              <a:ahLst/>
              <a:cxnLst/>
              <a:rect l="l" t="t" r="r" b="b"/>
              <a:pathLst>
                <a:path w="307975" h="3224529">
                  <a:moveTo>
                    <a:pt x="0" y="3224350"/>
                  </a:moveTo>
                  <a:lnTo>
                    <a:pt x="307480" y="3224350"/>
                  </a:lnTo>
                  <a:lnTo>
                    <a:pt x="307480" y="0"/>
                  </a:lnTo>
                  <a:lnTo>
                    <a:pt x="0" y="0"/>
                  </a:lnTo>
                  <a:lnTo>
                    <a:pt x="0" y="3224350"/>
                  </a:lnTo>
                  <a:close/>
                </a:path>
              </a:pathLst>
            </a:custGeom>
            <a:ln w="13327">
              <a:solidFill>
                <a:srgbClr val="000000"/>
              </a:solidFill>
            </a:ln>
          </p:spPr>
          <p:txBody>
            <a:bodyPr wrap="square" lIns="0" tIns="0" rIns="0" bIns="0" rtlCol="0"/>
            <a:lstStyle/>
            <a:p/>
          </p:txBody>
        </p:sp>
        <p:sp>
          <p:nvSpPr>
            <p:cNvPr id="26" name="object 26" descr=""/>
            <p:cNvSpPr/>
            <p:nvPr/>
          </p:nvSpPr>
          <p:spPr>
            <a:xfrm>
              <a:off x="6092686" y="2124360"/>
              <a:ext cx="307975" cy="3224530"/>
            </a:xfrm>
            <a:custGeom>
              <a:avLst/>
              <a:gdLst/>
              <a:ahLst/>
              <a:cxnLst/>
              <a:rect l="l" t="t" r="r" b="b"/>
              <a:pathLst>
                <a:path w="307975" h="3224529">
                  <a:moveTo>
                    <a:pt x="307480" y="0"/>
                  </a:moveTo>
                  <a:lnTo>
                    <a:pt x="0" y="0"/>
                  </a:lnTo>
                  <a:lnTo>
                    <a:pt x="0" y="3223985"/>
                  </a:lnTo>
                  <a:lnTo>
                    <a:pt x="307480" y="3223985"/>
                  </a:lnTo>
                  <a:lnTo>
                    <a:pt x="307480" y="0"/>
                  </a:lnTo>
                  <a:close/>
                </a:path>
              </a:pathLst>
            </a:custGeom>
            <a:solidFill>
              <a:srgbClr val="92DBFF"/>
            </a:solidFill>
          </p:spPr>
          <p:txBody>
            <a:bodyPr wrap="square" lIns="0" tIns="0" rIns="0" bIns="0" rtlCol="0"/>
            <a:lstStyle/>
            <a:p/>
          </p:txBody>
        </p:sp>
        <p:sp>
          <p:nvSpPr>
            <p:cNvPr id="27" name="object 27" descr=""/>
            <p:cNvSpPr/>
            <p:nvPr/>
          </p:nvSpPr>
          <p:spPr>
            <a:xfrm>
              <a:off x="6092686" y="2124360"/>
              <a:ext cx="307975" cy="3224530"/>
            </a:xfrm>
            <a:custGeom>
              <a:avLst/>
              <a:gdLst/>
              <a:ahLst/>
              <a:cxnLst/>
              <a:rect l="l" t="t" r="r" b="b"/>
              <a:pathLst>
                <a:path w="307975" h="3224529">
                  <a:moveTo>
                    <a:pt x="0" y="3223985"/>
                  </a:moveTo>
                  <a:lnTo>
                    <a:pt x="307480" y="3223985"/>
                  </a:lnTo>
                  <a:lnTo>
                    <a:pt x="307480" y="0"/>
                  </a:lnTo>
                  <a:lnTo>
                    <a:pt x="0" y="0"/>
                  </a:lnTo>
                  <a:lnTo>
                    <a:pt x="0" y="3223985"/>
                  </a:lnTo>
                  <a:close/>
                </a:path>
              </a:pathLst>
            </a:custGeom>
            <a:ln w="13327">
              <a:solidFill>
                <a:srgbClr val="000000"/>
              </a:solidFill>
            </a:ln>
          </p:spPr>
          <p:txBody>
            <a:bodyPr wrap="square" lIns="0" tIns="0" rIns="0" bIns="0" rtlCol="0"/>
            <a:lstStyle/>
            <a:p/>
          </p:txBody>
        </p:sp>
        <p:sp>
          <p:nvSpPr>
            <p:cNvPr id="28" name="object 28" descr=""/>
            <p:cNvSpPr/>
            <p:nvPr/>
          </p:nvSpPr>
          <p:spPr>
            <a:xfrm>
              <a:off x="7893425" y="2124378"/>
              <a:ext cx="307975" cy="3167380"/>
            </a:xfrm>
            <a:custGeom>
              <a:avLst/>
              <a:gdLst/>
              <a:ahLst/>
              <a:cxnLst/>
              <a:rect l="l" t="t" r="r" b="b"/>
              <a:pathLst>
                <a:path w="307975" h="3167379">
                  <a:moveTo>
                    <a:pt x="307480" y="0"/>
                  </a:moveTo>
                  <a:lnTo>
                    <a:pt x="0" y="0"/>
                  </a:lnTo>
                  <a:lnTo>
                    <a:pt x="0" y="3167241"/>
                  </a:lnTo>
                  <a:lnTo>
                    <a:pt x="307480" y="3167241"/>
                  </a:lnTo>
                  <a:lnTo>
                    <a:pt x="307480" y="0"/>
                  </a:lnTo>
                  <a:close/>
                </a:path>
              </a:pathLst>
            </a:custGeom>
            <a:solidFill>
              <a:srgbClr val="92DBFF"/>
            </a:solidFill>
          </p:spPr>
          <p:txBody>
            <a:bodyPr wrap="square" lIns="0" tIns="0" rIns="0" bIns="0" rtlCol="0"/>
            <a:lstStyle/>
            <a:p/>
          </p:txBody>
        </p:sp>
        <p:sp>
          <p:nvSpPr>
            <p:cNvPr id="29" name="object 29" descr=""/>
            <p:cNvSpPr/>
            <p:nvPr/>
          </p:nvSpPr>
          <p:spPr>
            <a:xfrm>
              <a:off x="7893425" y="2124378"/>
              <a:ext cx="307975" cy="3167380"/>
            </a:xfrm>
            <a:custGeom>
              <a:avLst/>
              <a:gdLst/>
              <a:ahLst/>
              <a:cxnLst/>
              <a:rect l="l" t="t" r="r" b="b"/>
              <a:pathLst>
                <a:path w="307975" h="3167379">
                  <a:moveTo>
                    <a:pt x="0" y="3167241"/>
                  </a:moveTo>
                  <a:lnTo>
                    <a:pt x="307480" y="3167241"/>
                  </a:lnTo>
                  <a:lnTo>
                    <a:pt x="307480" y="0"/>
                  </a:lnTo>
                  <a:lnTo>
                    <a:pt x="0" y="0"/>
                  </a:lnTo>
                  <a:lnTo>
                    <a:pt x="0" y="3167241"/>
                  </a:lnTo>
                  <a:close/>
                </a:path>
              </a:pathLst>
            </a:custGeom>
            <a:ln w="13326">
              <a:solidFill>
                <a:srgbClr val="000000"/>
              </a:solidFill>
            </a:ln>
          </p:spPr>
          <p:txBody>
            <a:bodyPr wrap="square" lIns="0" tIns="0" rIns="0" bIns="0" rtlCol="0"/>
            <a:lstStyle/>
            <a:p/>
          </p:txBody>
        </p:sp>
      </p:grpSp>
      <p:sp>
        <p:nvSpPr>
          <p:cNvPr id="30" name="object 30" descr=""/>
          <p:cNvSpPr txBox="1"/>
          <p:nvPr/>
        </p:nvSpPr>
        <p:spPr>
          <a:xfrm>
            <a:off x="10859968" y="1813834"/>
            <a:ext cx="739775" cy="223520"/>
          </a:xfrm>
          <a:prstGeom prst="rect">
            <a:avLst/>
          </a:prstGeom>
        </p:spPr>
        <p:txBody>
          <a:bodyPr wrap="square" lIns="0" tIns="12065" rIns="0" bIns="0" rtlCol="0" vert="horz">
            <a:spAutoFit/>
          </a:bodyPr>
          <a:lstStyle/>
          <a:p>
            <a:pPr marL="12700">
              <a:lnSpc>
                <a:spcPct val="100000"/>
              </a:lnSpc>
              <a:spcBef>
                <a:spcPts val="95"/>
              </a:spcBef>
            </a:pPr>
            <a:r>
              <a:rPr dirty="0" sz="1300" spc="-10">
                <a:latin typeface="Times New Roman"/>
                <a:cs typeface="Times New Roman"/>
              </a:rPr>
              <a:t>MEM/WB</a:t>
            </a:r>
            <a:endParaRPr sz="1300">
              <a:latin typeface="Times New Roman"/>
              <a:cs typeface="Times New Roman"/>
            </a:endParaRPr>
          </a:p>
        </p:txBody>
      </p:sp>
      <p:sp>
        <p:nvSpPr>
          <p:cNvPr id="31" name="object 31" descr=""/>
          <p:cNvSpPr txBox="1"/>
          <p:nvPr/>
        </p:nvSpPr>
        <p:spPr>
          <a:xfrm>
            <a:off x="5106963" y="3618500"/>
            <a:ext cx="526415" cy="223520"/>
          </a:xfrm>
          <a:prstGeom prst="rect">
            <a:avLst/>
          </a:prstGeom>
        </p:spPr>
        <p:txBody>
          <a:bodyPr wrap="square" lIns="0" tIns="12065" rIns="0" bIns="0" rtlCol="0" vert="horz">
            <a:spAutoFit/>
          </a:bodyPr>
          <a:lstStyle/>
          <a:p>
            <a:pPr marL="12700">
              <a:lnSpc>
                <a:spcPct val="100000"/>
              </a:lnSpc>
              <a:spcBef>
                <a:spcPts val="95"/>
              </a:spcBef>
            </a:pPr>
            <a:r>
              <a:rPr dirty="0" sz="1300" spc="-20">
                <a:latin typeface="宋体"/>
                <a:cs typeface="宋体"/>
              </a:rPr>
              <a:t>存储器</a:t>
            </a:r>
            <a:endParaRPr sz="1300">
              <a:latin typeface="宋体"/>
              <a:cs typeface="宋体"/>
            </a:endParaRPr>
          </a:p>
        </p:txBody>
      </p:sp>
      <p:sp>
        <p:nvSpPr>
          <p:cNvPr id="32" name="object 32" descr=""/>
          <p:cNvSpPr txBox="1"/>
          <p:nvPr/>
        </p:nvSpPr>
        <p:spPr>
          <a:xfrm>
            <a:off x="7401627" y="3060734"/>
            <a:ext cx="193675" cy="718820"/>
          </a:xfrm>
          <a:prstGeom prst="rect">
            <a:avLst/>
          </a:prstGeom>
        </p:spPr>
        <p:txBody>
          <a:bodyPr wrap="square" lIns="0" tIns="45085" rIns="0" bIns="0" rtlCol="0" vert="horz">
            <a:spAutoFit/>
          </a:bodyPr>
          <a:lstStyle/>
          <a:p>
            <a:pPr algn="just" marL="12700" marR="5080">
              <a:lnSpc>
                <a:spcPts val="1300"/>
              </a:lnSpc>
              <a:spcBef>
                <a:spcPts val="355"/>
              </a:spcBef>
            </a:pPr>
            <a:r>
              <a:rPr dirty="0" sz="1300" spc="-50">
                <a:latin typeface="宋体"/>
                <a:cs typeface="宋体"/>
              </a:rPr>
              <a:t>通用寄存</a:t>
            </a:r>
            <a:endParaRPr sz="1300">
              <a:latin typeface="宋体"/>
              <a:cs typeface="宋体"/>
            </a:endParaRPr>
          </a:p>
        </p:txBody>
      </p:sp>
      <p:sp>
        <p:nvSpPr>
          <p:cNvPr id="33" name="object 33" descr=""/>
          <p:cNvSpPr txBox="1"/>
          <p:nvPr/>
        </p:nvSpPr>
        <p:spPr>
          <a:xfrm>
            <a:off x="7401627" y="3720580"/>
            <a:ext cx="193675" cy="388620"/>
          </a:xfrm>
          <a:prstGeom prst="rect">
            <a:avLst/>
          </a:prstGeom>
        </p:spPr>
        <p:txBody>
          <a:bodyPr wrap="square" lIns="0" tIns="45085" rIns="0" bIns="0" rtlCol="0" vert="horz">
            <a:spAutoFit/>
          </a:bodyPr>
          <a:lstStyle/>
          <a:p>
            <a:pPr marL="12700" marR="5080">
              <a:lnSpc>
                <a:spcPts val="1300"/>
              </a:lnSpc>
              <a:spcBef>
                <a:spcPts val="355"/>
              </a:spcBef>
            </a:pPr>
            <a:r>
              <a:rPr dirty="0" sz="1300" spc="-50">
                <a:latin typeface="宋体"/>
                <a:cs typeface="宋体"/>
              </a:rPr>
              <a:t>器组</a:t>
            </a:r>
            <a:endParaRPr sz="1300">
              <a:latin typeface="宋体"/>
              <a:cs typeface="宋体"/>
            </a:endParaRPr>
          </a:p>
        </p:txBody>
      </p:sp>
      <p:sp>
        <p:nvSpPr>
          <p:cNvPr id="34" name="object 34" descr=""/>
          <p:cNvSpPr txBox="1"/>
          <p:nvPr/>
        </p:nvSpPr>
        <p:spPr>
          <a:xfrm>
            <a:off x="7205126" y="4364906"/>
            <a:ext cx="367030" cy="541655"/>
          </a:xfrm>
          <a:prstGeom prst="rect">
            <a:avLst/>
          </a:prstGeom>
        </p:spPr>
        <p:txBody>
          <a:bodyPr wrap="square" lIns="0" tIns="51435" rIns="0" bIns="0" rtlCol="0" vert="horz">
            <a:spAutoFit/>
          </a:bodyPr>
          <a:lstStyle/>
          <a:p>
            <a:pPr algn="ctr" marL="12700" marR="5080" indent="7620">
              <a:lnSpc>
                <a:spcPct val="80300"/>
              </a:lnSpc>
              <a:spcBef>
                <a:spcPts val="405"/>
              </a:spcBef>
            </a:pPr>
            <a:r>
              <a:rPr dirty="0" sz="1300" spc="-25">
                <a:latin typeface="宋体"/>
                <a:cs typeface="宋体"/>
              </a:rPr>
              <a:t>符号</a:t>
            </a:r>
            <a:r>
              <a:rPr dirty="0" sz="1300" spc="-50">
                <a:latin typeface="宋体"/>
                <a:cs typeface="宋体"/>
              </a:rPr>
              <a:t>位</a:t>
            </a:r>
            <a:r>
              <a:rPr dirty="0" sz="1300" spc="-50">
                <a:latin typeface="宋体"/>
                <a:cs typeface="宋体"/>
              </a:rPr>
              <a:t> </a:t>
            </a:r>
            <a:r>
              <a:rPr dirty="0" sz="1300" spc="-25">
                <a:latin typeface="宋体"/>
                <a:cs typeface="宋体"/>
              </a:rPr>
              <a:t>扩展</a:t>
            </a:r>
            <a:endParaRPr sz="1300">
              <a:latin typeface="宋体"/>
              <a:cs typeface="宋体"/>
            </a:endParaRPr>
          </a:p>
        </p:txBody>
      </p:sp>
      <p:sp>
        <p:nvSpPr>
          <p:cNvPr id="35" name="object 35" descr=""/>
          <p:cNvSpPr txBox="1"/>
          <p:nvPr/>
        </p:nvSpPr>
        <p:spPr>
          <a:xfrm>
            <a:off x="9088757" y="3479673"/>
            <a:ext cx="211454" cy="36449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ALU</a:t>
            </a:r>
            <a:endParaRPr sz="1300">
              <a:latin typeface="Times New Roman"/>
              <a:cs typeface="Times New Roman"/>
            </a:endParaRPr>
          </a:p>
        </p:txBody>
      </p:sp>
      <p:sp>
        <p:nvSpPr>
          <p:cNvPr id="36" name="object 36" descr=""/>
          <p:cNvSpPr txBox="1"/>
          <p:nvPr/>
        </p:nvSpPr>
        <p:spPr>
          <a:xfrm>
            <a:off x="4536573" y="3478191"/>
            <a:ext cx="229870"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PC</a:t>
            </a:r>
            <a:endParaRPr sz="1300">
              <a:latin typeface="Times New Roman"/>
              <a:cs typeface="Times New Roman"/>
            </a:endParaRPr>
          </a:p>
        </p:txBody>
      </p:sp>
      <p:sp>
        <p:nvSpPr>
          <p:cNvPr id="37" name="object 37" descr=""/>
          <p:cNvSpPr txBox="1"/>
          <p:nvPr/>
        </p:nvSpPr>
        <p:spPr>
          <a:xfrm>
            <a:off x="8716457" y="2593648"/>
            <a:ext cx="278765"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=0?</a:t>
            </a:r>
            <a:endParaRPr sz="1300">
              <a:latin typeface="Times New Roman"/>
              <a:cs typeface="Times New Roman"/>
            </a:endParaRPr>
          </a:p>
        </p:txBody>
      </p:sp>
      <p:sp>
        <p:nvSpPr>
          <p:cNvPr id="38" name="object 38" descr=""/>
          <p:cNvSpPr txBox="1"/>
          <p:nvPr/>
        </p:nvSpPr>
        <p:spPr>
          <a:xfrm>
            <a:off x="5112963" y="2404282"/>
            <a:ext cx="211454" cy="38227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ADD</a:t>
            </a:r>
            <a:endParaRPr sz="1300">
              <a:latin typeface="Times New Roman"/>
              <a:cs typeface="Times New Roman"/>
            </a:endParaRPr>
          </a:p>
        </p:txBody>
      </p:sp>
      <p:sp>
        <p:nvSpPr>
          <p:cNvPr id="39" name="object 39" descr=""/>
          <p:cNvSpPr txBox="1"/>
          <p:nvPr/>
        </p:nvSpPr>
        <p:spPr>
          <a:xfrm>
            <a:off x="6921044" y="4425336"/>
            <a:ext cx="166370" cy="190500"/>
          </a:xfrm>
          <a:prstGeom prst="rect">
            <a:avLst/>
          </a:prstGeom>
        </p:spPr>
        <p:txBody>
          <a:bodyPr wrap="square" lIns="0" tIns="16510" rIns="0" bIns="0" rtlCol="0" vert="horz">
            <a:spAutoFit/>
          </a:bodyPr>
          <a:lstStyle/>
          <a:p>
            <a:pPr marL="12700">
              <a:lnSpc>
                <a:spcPct val="100000"/>
              </a:lnSpc>
              <a:spcBef>
                <a:spcPts val="130"/>
              </a:spcBef>
            </a:pPr>
            <a:r>
              <a:rPr dirty="0" sz="1050" spc="-25">
                <a:latin typeface="Times New Roman"/>
                <a:cs typeface="Times New Roman"/>
              </a:rPr>
              <a:t>16</a:t>
            </a:r>
            <a:endParaRPr sz="1050">
              <a:latin typeface="Times New Roman"/>
              <a:cs typeface="Times New Roman"/>
            </a:endParaRPr>
          </a:p>
        </p:txBody>
      </p:sp>
      <p:sp>
        <p:nvSpPr>
          <p:cNvPr id="40" name="object 40" descr=""/>
          <p:cNvSpPr txBox="1"/>
          <p:nvPr/>
        </p:nvSpPr>
        <p:spPr>
          <a:xfrm>
            <a:off x="7641732" y="4419041"/>
            <a:ext cx="166370" cy="190500"/>
          </a:xfrm>
          <a:prstGeom prst="rect">
            <a:avLst/>
          </a:prstGeom>
        </p:spPr>
        <p:txBody>
          <a:bodyPr wrap="square" lIns="0" tIns="16510" rIns="0" bIns="0" rtlCol="0" vert="horz">
            <a:spAutoFit/>
          </a:bodyPr>
          <a:lstStyle/>
          <a:p>
            <a:pPr marL="12700">
              <a:lnSpc>
                <a:spcPct val="100000"/>
              </a:lnSpc>
              <a:spcBef>
                <a:spcPts val="130"/>
              </a:spcBef>
            </a:pPr>
            <a:r>
              <a:rPr dirty="0" sz="1050" spc="-25">
                <a:latin typeface="Times New Roman"/>
                <a:cs typeface="Times New Roman"/>
              </a:rPr>
              <a:t>32</a:t>
            </a:r>
            <a:endParaRPr sz="1050">
              <a:latin typeface="Times New Roman"/>
              <a:cs typeface="Times New Roman"/>
            </a:endParaRPr>
          </a:p>
        </p:txBody>
      </p:sp>
      <p:sp>
        <p:nvSpPr>
          <p:cNvPr id="41" name="object 41" descr=""/>
          <p:cNvSpPr txBox="1"/>
          <p:nvPr/>
        </p:nvSpPr>
        <p:spPr>
          <a:xfrm>
            <a:off x="4684570" y="2296429"/>
            <a:ext cx="109855" cy="223520"/>
          </a:xfrm>
          <a:prstGeom prst="rect">
            <a:avLst/>
          </a:prstGeom>
        </p:spPr>
        <p:txBody>
          <a:bodyPr wrap="square" lIns="0" tIns="12065" rIns="0" bIns="0" rtlCol="0" vert="horz">
            <a:spAutoFit/>
          </a:bodyPr>
          <a:lstStyle/>
          <a:p>
            <a:pPr marL="12700">
              <a:lnSpc>
                <a:spcPct val="100000"/>
              </a:lnSpc>
              <a:spcBef>
                <a:spcPts val="95"/>
              </a:spcBef>
            </a:pPr>
            <a:r>
              <a:rPr dirty="0" sz="1300" spc="-50">
                <a:latin typeface="Times New Roman"/>
                <a:cs typeface="Times New Roman"/>
              </a:rPr>
              <a:t>4</a:t>
            </a:r>
            <a:endParaRPr sz="1300">
              <a:latin typeface="Times New Roman"/>
              <a:cs typeface="Times New Roman"/>
            </a:endParaRPr>
          </a:p>
        </p:txBody>
      </p:sp>
      <p:sp>
        <p:nvSpPr>
          <p:cNvPr id="42" name="object 42" descr=""/>
          <p:cNvSpPr/>
          <p:nvPr/>
        </p:nvSpPr>
        <p:spPr>
          <a:xfrm>
            <a:off x="5117362" y="2521322"/>
            <a:ext cx="39370" cy="170180"/>
          </a:xfrm>
          <a:custGeom>
            <a:avLst/>
            <a:gdLst/>
            <a:ahLst/>
            <a:cxnLst/>
            <a:rect l="l" t="t" r="r" b="b"/>
            <a:pathLst>
              <a:path w="39370" h="170180">
                <a:moveTo>
                  <a:pt x="39068" y="0"/>
                </a:moveTo>
                <a:lnTo>
                  <a:pt x="0" y="0"/>
                </a:lnTo>
                <a:lnTo>
                  <a:pt x="0" y="169707"/>
                </a:lnTo>
                <a:lnTo>
                  <a:pt x="39068" y="169707"/>
                </a:lnTo>
                <a:lnTo>
                  <a:pt x="39068" y="0"/>
                </a:lnTo>
                <a:close/>
              </a:path>
            </a:pathLst>
          </a:custGeom>
          <a:solidFill>
            <a:srgbClr val="FFFFFF"/>
          </a:solidFill>
        </p:spPr>
        <p:txBody>
          <a:bodyPr wrap="square" lIns="0" tIns="0" rIns="0" bIns="0" rtlCol="0"/>
          <a:lstStyle/>
          <a:p/>
        </p:txBody>
      </p:sp>
      <p:grpSp>
        <p:nvGrpSpPr>
          <p:cNvPr id="43" name="object 43" descr=""/>
          <p:cNvGrpSpPr/>
          <p:nvPr/>
        </p:nvGrpSpPr>
        <p:grpSpPr>
          <a:xfrm>
            <a:off x="5041743" y="1495118"/>
            <a:ext cx="5041900" cy="3345179"/>
            <a:chOff x="5041743" y="1495118"/>
            <a:chExt cx="5041900" cy="3345179"/>
          </a:xfrm>
        </p:grpSpPr>
        <p:sp>
          <p:nvSpPr>
            <p:cNvPr id="44" name="object 44" descr=""/>
            <p:cNvSpPr/>
            <p:nvPr/>
          </p:nvSpPr>
          <p:spPr>
            <a:xfrm>
              <a:off x="6131745" y="3313567"/>
              <a:ext cx="229870" cy="563245"/>
            </a:xfrm>
            <a:custGeom>
              <a:avLst/>
              <a:gdLst/>
              <a:ahLst/>
              <a:cxnLst/>
              <a:rect l="l" t="t" r="r" b="b"/>
              <a:pathLst>
                <a:path w="229870" h="563245">
                  <a:moveTo>
                    <a:pt x="229343" y="0"/>
                  </a:moveTo>
                  <a:lnTo>
                    <a:pt x="0" y="0"/>
                  </a:lnTo>
                  <a:lnTo>
                    <a:pt x="0" y="562692"/>
                  </a:lnTo>
                  <a:lnTo>
                    <a:pt x="229343" y="562692"/>
                  </a:lnTo>
                  <a:lnTo>
                    <a:pt x="229343" y="0"/>
                  </a:lnTo>
                  <a:close/>
                </a:path>
              </a:pathLst>
            </a:custGeom>
            <a:solidFill>
              <a:srgbClr val="FFFFFF"/>
            </a:solidFill>
          </p:spPr>
          <p:txBody>
            <a:bodyPr wrap="square" lIns="0" tIns="0" rIns="0" bIns="0" rtlCol="0"/>
            <a:lstStyle/>
            <a:p/>
          </p:txBody>
        </p:sp>
        <p:sp>
          <p:nvSpPr>
            <p:cNvPr id="45" name="object 45" descr=""/>
            <p:cNvSpPr/>
            <p:nvPr/>
          </p:nvSpPr>
          <p:spPr>
            <a:xfrm>
              <a:off x="6131745" y="3313567"/>
              <a:ext cx="229870" cy="563245"/>
            </a:xfrm>
            <a:custGeom>
              <a:avLst/>
              <a:gdLst/>
              <a:ahLst/>
              <a:cxnLst/>
              <a:rect l="l" t="t" r="r" b="b"/>
              <a:pathLst>
                <a:path w="229870" h="563245">
                  <a:moveTo>
                    <a:pt x="0" y="562692"/>
                  </a:moveTo>
                  <a:lnTo>
                    <a:pt x="229343" y="562692"/>
                  </a:lnTo>
                  <a:lnTo>
                    <a:pt x="229343" y="0"/>
                  </a:lnTo>
                  <a:lnTo>
                    <a:pt x="0" y="0"/>
                  </a:lnTo>
                  <a:lnTo>
                    <a:pt x="0" y="562692"/>
                  </a:lnTo>
                  <a:close/>
                </a:path>
              </a:pathLst>
            </a:custGeom>
            <a:ln w="13297">
              <a:solidFill>
                <a:srgbClr val="000000"/>
              </a:solidFill>
            </a:ln>
          </p:spPr>
          <p:txBody>
            <a:bodyPr wrap="square" lIns="0" tIns="0" rIns="0" bIns="0" rtlCol="0"/>
            <a:lstStyle/>
            <a:p/>
          </p:txBody>
        </p:sp>
        <p:sp>
          <p:nvSpPr>
            <p:cNvPr id="46" name="object 46" descr=""/>
            <p:cNvSpPr/>
            <p:nvPr/>
          </p:nvSpPr>
          <p:spPr>
            <a:xfrm>
              <a:off x="7932577" y="3313658"/>
              <a:ext cx="229870" cy="335915"/>
            </a:xfrm>
            <a:custGeom>
              <a:avLst/>
              <a:gdLst/>
              <a:ahLst/>
              <a:cxnLst/>
              <a:rect l="l" t="t" r="r" b="b"/>
              <a:pathLst>
                <a:path w="229870" h="335914">
                  <a:moveTo>
                    <a:pt x="229343" y="0"/>
                  </a:moveTo>
                  <a:lnTo>
                    <a:pt x="0" y="0"/>
                  </a:lnTo>
                  <a:lnTo>
                    <a:pt x="0" y="335809"/>
                  </a:lnTo>
                  <a:lnTo>
                    <a:pt x="229343" y="335809"/>
                  </a:lnTo>
                  <a:lnTo>
                    <a:pt x="229343" y="0"/>
                  </a:lnTo>
                  <a:close/>
                </a:path>
              </a:pathLst>
            </a:custGeom>
            <a:solidFill>
              <a:srgbClr val="FFFFFF"/>
            </a:solidFill>
          </p:spPr>
          <p:txBody>
            <a:bodyPr wrap="square" lIns="0" tIns="0" rIns="0" bIns="0" rtlCol="0"/>
            <a:lstStyle/>
            <a:p/>
          </p:txBody>
        </p:sp>
        <p:sp>
          <p:nvSpPr>
            <p:cNvPr id="47" name="object 47" descr=""/>
            <p:cNvSpPr/>
            <p:nvPr/>
          </p:nvSpPr>
          <p:spPr>
            <a:xfrm>
              <a:off x="7932577" y="3313658"/>
              <a:ext cx="229870" cy="335915"/>
            </a:xfrm>
            <a:custGeom>
              <a:avLst/>
              <a:gdLst/>
              <a:ahLst/>
              <a:cxnLst/>
              <a:rect l="l" t="t" r="r" b="b"/>
              <a:pathLst>
                <a:path w="229870" h="335914">
                  <a:moveTo>
                    <a:pt x="0" y="335809"/>
                  </a:moveTo>
                  <a:lnTo>
                    <a:pt x="229343" y="335809"/>
                  </a:lnTo>
                  <a:lnTo>
                    <a:pt x="229343" y="0"/>
                  </a:lnTo>
                  <a:lnTo>
                    <a:pt x="0" y="0"/>
                  </a:lnTo>
                  <a:lnTo>
                    <a:pt x="0" y="335809"/>
                  </a:lnTo>
                  <a:close/>
                </a:path>
              </a:pathLst>
            </a:custGeom>
            <a:ln w="13258">
              <a:solidFill>
                <a:srgbClr val="000000"/>
              </a:solidFill>
            </a:ln>
          </p:spPr>
          <p:txBody>
            <a:bodyPr wrap="square" lIns="0" tIns="0" rIns="0" bIns="0" rtlCol="0"/>
            <a:lstStyle/>
            <a:p/>
          </p:txBody>
        </p:sp>
        <p:sp>
          <p:nvSpPr>
            <p:cNvPr id="48" name="object 48" descr=""/>
            <p:cNvSpPr/>
            <p:nvPr/>
          </p:nvSpPr>
          <p:spPr>
            <a:xfrm>
              <a:off x="7932577" y="3823676"/>
              <a:ext cx="229870" cy="335915"/>
            </a:xfrm>
            <a:custGeom>
              <a:avLst/>
              <a:gdLst/>
              <a:ahLst/>
              <a:cxnLst/>
              <a:rect l="l" t="t" r="r" b="b"/>
              <a:pathLst>
                <a:path w="229870" h="335914">
                  <a:moveTo>
                    <a:pt x="229343" y="0"/>
                  </a:moveTo>
                  <a:lnTo>
                    <a:pt x="0" y="0"/>
                  </a:lnTo>
                  <a:lnTo>
                    <a:pt x="0" y="335371"/>
                  </a:lnTo>
                  <a:lnTo>
                    <a:pt x="229343" y="335371"/>
                  </a:lnTo>
                  <a:lnTo>
                    <a:pt x="229343" y="0"/>
                  </a:lnTo>
                  <a:close/>
                </a:path>
              </a:pathLst>
            </a:custGeom>
            <a:solidFill>
              <a:srgbClr val="FFFFFF"/>
            </a:solidFill>
          </p:spPr>
          <p:txBody>
            <a:bodyPr wrap="square" lIns="0" tIns="0" rIns="0" bIns="0" rtlCol="0"/>
            <a:lstStyle/>
            <a:p/>
          </p:txBody>
        </p:sp>
        <p:sp>
          <p:nvSpPr>
            <p:cNvPr id="49" name="object 49" descr=""/>
            <p:cNvSpPr/>
            <p:nvPr/>
          </p:nvSpPr>
          <p:spPr>
            <a:xfrm>
              <a:off x="7932577" y="3823676"/>
              <a:ext cx="229870" cy="335915"/>
            </a:xfrm>
            <a:custGeom>
              <a:avLst/>
              <a:gdLst/>
              <a:ahLst/>
              <a:cxnLst/>
              <a:rect l="l" t="t" r="r" b="b"/>
              <a:pathLst>
                <a:path w="229870" h="335914">
                  <a:moveTo>
                    <a:pt x="0" y="335371"/>
                  </a:moveTo>
                  <a:lnTo>
                    <a:pt x="229343" y="335371"/>
                  </a:lnTo>
                  <a:lnTo>
                    <a:pt x="229343" y="0"/>
                  </a:lnTo>
                  <a:lnTo>
                    <a:pt x="0" y="0"/>
                  </a:lnTo>
                  <a:lnTo>
                    <a:pt x="0" y="335371"/>
                  </a:lnTo>
                  <a:close/>
                </a:path>
              </a:pathLst>
            </a:custGeom>
            <a:ln w="13258">
              <a:solidFill>
                <a:srgbClr val="000000"/>
              </a:solidFill>
            </a:ln>
          </p:spPr>
          <p:txBody>
            <a:bodyPr wrap="square" lIns="0" tIns="0" rIns="0" bIns="0" rtlCol="0"/>
            <a:lstStyle/>
            <a:p/>
          </p:txBody>
        </p:sp>
        <p:sp>
          <p:nvSpPr>
            <p:cNvPr id="50" name="object 50" descr=""/>
            <p:cNvSpPr/>
            <p:nvPr/>
          </p:nvSpPr>
          <p:spPr>
            <a:xfrm>
              <a:off x="7932577" y="4440831"/>
              <a:ext cx="229870" cy="393065"/>
            </a:xfrm>
            <a:custGeom>
              <a:avLst/>
              <a:gdLst/>
              <a:ahLst/>
              <a:cxnLst/>
              <a:rect l="l" t="t" r="r" b="b"/>
              <a:pathLst>
                <a:path w="229870" h="393064">
                  <a:moveTo>
                    <a:pt x="229343" y="0"/>
                  </a:moveTo>
                  <a:lnTo>
                    <a:pt x="0" y="0"/>
                  </a:lnTo>
                  <a:lnTo>
                    <a:pt x="0" y="392534"/>
                  </a:lnTo>
                  <a:lnTo>
                    <a:pt x="229343" y="392534"/>
                  </a:lnTo>
                  <a:lnTo>
                    <a:pt x="229343" y="0"/>
                  </a:lnTo>
                  <a:close/>
                </a:path>
              </a:pathLst>
            </a:custGeom>
            <a:solidFill>
              <a:srgbClr val="FFFFFF"/>
            </a:solidFill>
          </p:spPr>
          <p:txBody>
            <a:bodyPr wrap="square" lIns="0" tIns="0" rIns="0" bIns="0" rtlCol="0"/>
            <a:lstStyle/>
            <a:p/>
          </p:txBody>
        </p:sp>
        <p:sp>
          <p:nvSpPr>
            <p:cNvPr id="51" name="object 51" descr=""/>
            <p:cNvSpPr/>
            <p:nvPr/>
          </p:nvSpPr>
          <p:spPr>
            <a:xfrm>
              <a:off x="5048411" y="1501786"/>
              <a:ext cx="5028565" cy="3331845"/>
            </a:xfrm>
            <a:custGeom>
              <a:avLst/>
              <a:gdLst/>
              <a:ahLst/>
              <a:cxnLst/>
              <a:rect l="l" t="t" r="r" b="b"/>
              <a:pathLst>
                <a:path w="5028565" h="3331845">
                  <a:moveTo>
                    <a:pt x="2884165" y="3331579"/>
                  </a:moveTo>
                  <a:lnTo>
                    <a:pt x="3113509" y="3331579"/>
                  </a:lnTo>
                  <a:lnTo>
                    <a:pt x="3113509" y="2939044"/>
                  </a:lnTo>
                  <a:lnTo>
                    <a:pt x="2884165" y="2939044"/>
                  </a:lnTo>
                  <a:lnTo>
                    <a:pt x="2884165" y="3331579"/>
                  </a:lnTo>
                  <a:close/>
                </a:path>
                <a:path w="5028565" h="3331845">
                  <a:moveTo>
                    <a:pt x="3585928" y="1339586"/>
                  </a:moveTo>
                  <a:lnTo>
                    <a:pt x="4010158" y="1339586"/>
                  </a:lnTo>
                  <a:lnTo>
                    <a:pt x="4010158" y="1060941"/>
                  </a:lnTo>
                  <a:lnTo>
                    <a:pt x="3585928" y="1060941"/>
                  </a:lnTo>
                  <a:lnTo>
                    <a:pt x="3585928" y="1339586"/>
                  </a:lnTo>
                  <a:close/>
                </a:path>
                <a:path w="5028565" h="3331845">
                  <a:moveTo>
                    <a:pt x="0" y="735477"/>
                  </a:moveTo>
                  <a:lnTo>
                    <a:pt x="272559" y="905343"/>
                  </a:lnTo>
                </a:path>
                <a:path w="5028565" h="3331845">
                  <a:moveTo>
                    <a:pt x="272559" y="1302366"/>
                  </a:moveTo>
                  <a:lnTo>
                    <a:pt x="0" y="1472049"/>
                  </a:lnTo>
                </a:path>
                <a:path w="5028565" h="3331845">
                  <a:moveTo>
                    <a:pt x="272559" y="905343"/>
                  </a:moveTo>
                  <a:lnTo>
                    <a:pt x="272559" y="1302366"/>
                  </a:lnTo>
                </a:path>
                <a:path w="5028565" h="3331845">
                  <a:moveTo>
                    <a:pt x="0" y="735477"/>
                  </a:moveTo>
                  <a:lnTo>
                    <a:pt x="0" y="962451"/>
                  </a:lnTo>
                </a:path>
                <a:path w="5028565" h="3331845">
                  <a:moveTo>
                    <a:pt x="0" y="1245075"/>
                  </a:moveTo>
                  <a:lnTo>
                    <a:pt x="0" y="1472049"/>
                  </a:lnTo>
                </a:path>
                <a:path w="5028565" h="3331845">
                  <a:moveTo>
                    <a:pt x="0" y="1245075"/>
                  </a:moveTo>
                  <a:lnTo>
                    <a:pt x="77691" y="1075391"/>
                  </a:lnTo>
                </a:path>
                <a:path w="5028565" h="3331845">
                  <a:moveTo>
                    <a:pt x="0" y="962451"/>
                  </a:moveTo>
                  <a:lnTo>
                    <a:pt x="77691" y="1132135"/>
                  </a:lnTo>
                </a:path>
                <a:path w="5028565" h="3331845">
                  <a:moveTo>
                    <a:pt x="5028233" y="0"/>
                  </a:moveTo>
                  <a:lnTo>
                    <a:pt x="311636" y="0"/>
                  </a:lnTo>
                </a:path>
              </a:pathLst>
            </a:custGeom>
            <a:ln w="13217">
              <a:solidFill>
                <a:srgbClr val="000000"/>
              </a:solidFill>
            </a:ln>
          </p:spPr>
          <p:txBody>
            <a:bodyPr wrap="square" lIns="0" tIns="0" rIns="0" bIns="0" rtlCol="0"/>
            <a:lstStyle/>
            <a:p/>
          </p:txBody>
        </p:sp>
      </p:grpSp>
      <p:sp>
        <p:nvSpPr>
          <p:cNvPr id="52" name="object 52" descr=""/>
          <p:cNvSpPr txBox="1"/>
          <p:nvPr/>
        </p:nvSpPr>
        <p:spPr>
          <a:xfrm>
            <a:off x="10310256" y="3483816"/>
            <a:ext cx="581025" cy="732790"/>
          </a:xfrm>
          <a:prstGeom prst="rect">
            <a:avLst/>
          </a:prstGeom>
          <a:solidFill>
            <a:srgbClr val="CCFFCC"/>
          </a:solidFill>
          <a:ln w="13244">
            <a:solidFill>
              <a:srgbClr val="000000"/>
            </a:solidFill>
          </a:ln>
        </p:spPr>
        <p:txBody>
          <a:bodyPr wrap="square" lIns="0" tIns="33655" rIns="0" bIns="0" rtlCol="0" vert="horz">
            <a:spAutoFit/>
          </a:bodyPr>
          <a:lstStyle/>
          <a:p>
            <a:pPr marL="32384" marR="39370" indent="100965">
              <a:lnSpc>
                <a:spcPct val="138300"/>
              </a:lnSpc>
              <a:spcBef>
                <a:spcPts val="265"/>
              </a:spcBef>
            </a:pPr>
            <a:r>
              <a:rPr dirty="0" sz="1300" spc="-25">
                <a:latin typeface="宋体"/>
                <a:cs typeface="宋体"/>
              </a:rPr>
              <a:t>数据</a:t>
            </a:r>
            <a:r>
              <a:rPr dirty="0" sz="1300" spc="-20">
                <a:latin typeface="宋体"/>
                <a:cs typeface="宋体"/>
              </a:rPr>
              <a:t>存储器</a:t>
            </a:r>
            <a:endParaRPr sz="1300">
              <a:latin typeface="宋体"/>
              <a:cs typeface="宋体"/>
            </a:endParaRPr>
          </a:p>
        </p:txBody>
      </p:sp>
      <p:grpSp>
        <p:nvGrpSpPr>
          <p:cNvPr id="53" name="object 53" descr=""/>
          <p:cNvGrpSpPr/>
          <p:nvPr/>
        </p:nvGrpSpPr>
        <p:grpSpPr>
          <a:xfrm>
            <a:off x="9056485" y="2645233"/>
            <a:ext cx="475615" cy="93345"/>
            <a:chOff x="9056485" y="2645233"/>
            <a:chExt cx="475615" cy="93345"/>
          </a:xfrm>
        </p:grpSpPr>
        <p:sp>
          <p:nvSpPr>
            <p:cNvPr id="54" name="object 54" descr=""/>
            <p:cNvSpPr/>
            <p:nvPr/>
          </p:nvSpPr>
          <p:spPr>
            <a:xfrm>
              <a:off x="9063153" y="2691029"/>
              <a:ext cx="371475" cy="0"/>
            </a:xfrm>
            <a:custGeom>
              <a:avLst/>
              <a:gdLst/>
              <a:ahLst/>
              <a:cxnLst/>
              <a:rect l="l" t="t" r="r" b="b"/>
              <a:pathLst>
                <a:path w="371475" h="0">
                  <a:moveTo>
                    <a:pt x="0" y="0"/>
                  </a:moveTo>
                  <a:lnTo>
                    <a:pt x="370920" y="0"/>
                  </a:lnTo>
                </a:path>
              </a:pathLst>
            </a:custGeom>
            <a:ln w="13106">
              <a:solidFill>
                <a:srgbClr val="000000"/>
              </a:solidFill>
            </a:ln>
          </p:spPr>
          <p:txBody>
            <a:bodyPr wrap="square" lIns="0" tIns="0" rIns="0" bIns="0" rtlCol="0"/>
            <a:lstStyle/>
            <a:p/>
          </p:txBody>
        </p:sp>
        <p:sp>
          <p:nvSpPr>
            <p:cNvPr id="55" name="object 55" descr=""/>
            <p:cNvSpPr/>
            <p:nvPr/>
          </p:nvSpPr>
          <p:spPr>
            <a:xfrm>
              <a:off x="9384902" y="2645233"/>
              <a:ext cx="147320" cy="93345"/>
            </a:xfrm>
            <a:custGeom>
              <a:avLst/>
              <a:gdLst/>
              <a:ahLst/>
              <a:cxnLst/>
              <a:rect l="l" t="t" r="r" b="b"/>
              <a:pathLst>
                <a:path w="147320" h="93344">
                  <a:moveTo>
                    <a:pt x="0" y="0"/>
                  </a:moveTo>
                  <a:lnTo>
                    <a:pt x="46944" y="46708"/>
                  </a:lnTo>
                  <a:lnTo>
                    <a:pt x="0" y="93052"/>
                  </a:lnTo>
                  <a:lnTo>
                    <a:pt x="147143" y="46708"/>
                  </a:lnTo>
                  <a:lnTo>
                    <a:pt x="0" y="0"/>
                  </a:lnTo>
                  <a:close/>
                </a:path>
              </a:pathLst>
            </a:custGeom>
            <a:solidFill>
              <a:srgbClr val="000000"/>
            </a:solidFill>
          </p:spPr>
          <p:txBody>
            <a:bodyPr wrap="square" lIns="0" tIns="0" rIns="0" bIns="0" rtlCol="0"/>
            <a:lstStyle/>
            <a:p/>
          </p:txBody>
        </p:sp>
      </p:grpSp>
      <p:sp>
        <p:nvSpPr>
          <p:cNvPr id="56" name="object 56" descr=""/>
          <p:cNvSpPr txBox="1"/>
          <p:nvPr/>
        </p:nvSpPr>
        <p:spPr>
          <a:xfrm>
            <a:off x="9106119" y="2271250"/>
            <a:ext cx="359410" cy="393065"/>
          </a:xfrm>
          <a:prstGeom prst="rect">
            <a:avLst/>
          </a:prstGeom>
        </p:spPr>
        <p:txBody>
          <a:bodyPr wrap="square" lIns="0" tIns="41275" rIns="0" bIns="0" rtlCol="0" vert="horz">
            <a:spAutoFit/>
          </a:bodyPr>
          <a:lstStyle/>
          <a:p>
            <a:pPr marL="12700" marR="5080">
              <a:lnSpc>
                <a:spcPts val="1340"/>
              </a:lnSpc>
              <a:spcBef>
                <a:spcPts val="325"/>
              </a:spcBef>
            </a:pPr>
            <a:r>
              <a:rPr dirty="0" sz="1300" spc="-25">
                <a:latin typeface="宋体"/>
                <a:cs typeface="宋体"/>
              </a:rPr>
              <a:t>分之结果</a:t>
            </a:r>
            <a:endParaRPr sz="1300">
              <a:latin typeface="宋体"/>
              <a:cs typeface="宋体"/>
            </a:endParaRPr>
          </a:p>
        </p:txBody>
      </p:sp>
      <p:sp>
        <p:nvSpPr>
          <p:cNvPr id="57" name="object 57" descr=""/>
          <p:cNvSpPr/>
          <p:nvPr/>
        </p:nvSpPr>
        <p:spPr>
          <a:xfrm>
            <a:off x="9024187" y="3257006"/>
            <a:ext cx="0" cy="262255"/>
          </a:xfrm>
          <a:custGeom>
            <a:avLst/>
            <a:gdLst/>
            <a:ahLst/>
            <a:cxnLst/>
            <a:rect l="l" t="t" r="r" b="b"/>
            <a:pathLst>
              <a:path w="0" h="262254">
                <a:moveTo>
                  <a:pt x="0" y="0"/>
                </a:moveTo>
                <a:lnTo>
                  <a:pt x="0" y="262005"/>
                </a:lnTo>
              </a:path>
            </a:pathLst>
          </a:custGeom>
          <a:ln w="13329">
            <a:solidFill>
              <a:srgbClr val="000000"/>
            </a:solidFill>
          </a:ln>
        </p:spPr>
        <p:txBody>
          <a:bodyPr wrap="square" lIns="0" tIns="0" rIns="0" bIns="0" rtlCol="0"/>
          <a:lstStyle/>
          <a:p/>
        </p:txBody>
      </p:sp>
      <p:sp>
        <p:nvSpPr>
          <p:cNvPr id="58" name="object 58" descr=""/>
          <p:cNvSpPr/>
          <p:nvPr/>
        </p:nvSpPr>
        <p:spPr>
          <a:xfrm>
            <a:off x="9024187" y="3845242"/>
            <a:ext cx="0" cy="261620"/>
          </a:xfrm>
          <a:custGeom>
            <a:avLst/>
            <a:gdLst/>
            <a:ahLst/>
            <a:cxnLst/>
            <a:rect l="l" t="t" r="r" b="b"/>
            <a:pathLst>
              <a:path w="0" h="261620">
                <a:moveTo>
                  <a:pt x="0" y="0"/>
                </a:moveTo>
                <a:lnTo>
                  <a:pt x="0" y="261130"/>
                </a:lnTo>
              </a:path>
            </a:pathLst>
          </a:custGeom>
          <a:ln w="13329">
            <a:solidFill>
              <a:srgbClr val="000000"/>
            </a:solidFill>
          </a:ln>
        </p:spPr>
        <p:txBody>
          <a:bodyPr wrap="square" lIns="0" tIns="0" rIns="0" bIns="0" rtlCol="0"/>
          <a:lstStyle/>
          <a:p/>
        </p:txBody>
      </p:sp>
      <p:sp>
        <p:nvSpPr>
          <p:cNvPr id="59" name="object 59" descr=""/>
          <p:cNvSpPr/>
          <p:nvPr/>
        </p:nvSpPr>
        <p:spPr>
          <a:xfrm>
            <a:off x="5554915" y="2393080"/>
            <a:ext cx="0" cy="396875"/>
          </a:xfrm>
          <a:custGeom>
            <a:avLst/>
            <a:gdLst/>
            <a:ahLst/>
            <a:cxnLst/>
            <a:rect l="l" t="t" r="r" b="b"/>
            <a:pathLst>
              <a:path w="0" h="396875">
                <a:moveTo>
                  <a:pt x="0" y="0"/>
                </a:moveTo>
                <a:lnTo>
                  <a:pt x="0" y="396657"/>
                </a:lnTo>
              </a:path>
            </a:pathLst>
          </a:custGeom>
          <a:ln w="13329">
            <a:solidFill>
              <a:srgbClr val="000000"/>
            </a:solidFill>
          </a:ln>
        </p:spPr>
        <p:txBody>
          <a:bodyPr wrap="square" lIns="0" tIns="0" rIns="0" bIns="0" rtlCol="0"/>
          <a:lstStyle/>
          <a:p/>
        </p:txBody>
      </p:sp>
      <p:grpSp>
        <p:nvGrpSpPr>
          <p:cNvPr id="60" name="object 60" descr=""/>
          <p:cNvGrpSpPr/>
          <p:nvPr/>
        </p:nvGrpSpPr>
        <p:grpSpPr>
          <a:xfrm>
            <a:off x="5548248" y="2273473"/>
            <a:ext cx="5817235" cy="2741930"/>
            <a:chOff x="5548248" y="2273473"/>
            <a:chExt cx="5817235" cy="2741930"/>
          </a:xfrm>
        </p:grpSpPr>
        <p:sp>
          <p:nvSpPr>
            <p:cNvPr id="61" name="object 61" descr=""/>
            <p:cNvSpPr/>
            <p:nvPr/>
          </p:nvSpPr>
          <p:spPr>
            <a:xfrm>
              <a:off x="9024186" y="3257006"/>
              <a:ext cx="273050" cy="849630"/>
            </a:xfrm>
            <a:custGeom>
              <a:avLst/>
              <a:gdLst/>
              <a:ahLst/>
              <a:cxnLst/>
              <a:rect l="l" t="t" r="r" b="b"/>
              <a:pathLst>
                <a:path w="273050" h="849629">
                  <a:moveTo>
                    <a:pt x="0" y="0"/>
                  </a:moveTo>
                  <a:lnTo>
                    <a:pt x="272948" y="196139"/>
                  </a:lnTo>
                </a:path>
                <a:path w="273050" h="849629">
                  <a:moveTo>
                    <a:pt x="272948" y="653190"/>
                  </a:moveTo>
                  <a:lnTo>
                    <a:pt x="0" y="849365"/>
                  </a:lnTo>
                </a:path>
                <a:path w="273050" h="849629">
                  <a:moveTo>
                    <a:pt x="272948" y="196139"/>
                  </a:moveTo>
                  <a:lnTo>
                    <a:pt x="272948" y="653190"/>
                  </a:lnTo>
                </a:path>
              </a:pathLst>
            </a:custGeom>
            <a:ln w="13217">
              <a:solidFill>
                <a:srgbClr val="000000"/>
              </a:solidFill>
            </a:ln>
          </p:spPr>
          <p:txBody>
            <a:bodyPr wrap="square" lIns="0" tIns="0" rIns="0" bIns="0" rtlCol="0"/>
            <a:lstStyle/>
            <a:p/>
          </p:txBody>
        </p:sp>
        <p:pic>
          <p:nvPicPr>
            <p:cNvPr id="62" name="object 62" descr=""/>
            <p:cNvPicPr/>
            <p:nvPr/>
          </p:nvPicPr>
          <p:blipFill>
            <a:blip r:embed="rId2" cstate="print"/>
            <a:stretch>
              <a:fillRect/>
            </a:stretch>
          </p:blipFill>
          <p:spPr>
            <a:xfrm>
              <a:off x="9017537" y="3512362"/>
              <a:ext cx="114558" cy="339529"/>
            </a:xfrm>
            <a:prstGeom prst="rect">
              <a:avLst/>
            </a:prstGeom>
          </p:spPr>
        </p:pic>
        <p:sp>
          <p:nvSpPr>
            <p:cNvPr id="63" name="object 63" descr=""/>
            <p:cNvSpPr/>
            <p:nvPr/>
          </p:nvSpPr>
          <p:spPr>
            <a:xfrm>
              <a:off x="8829356" y="3993395"/>
              <a:ext cx="97790" cy="0"/>
            </a:xfrm>
            <a:custGeom>
              <a:avLst/>
              <a:gdLst/>
              <a:ahLst/>
              <a:cxnLst/>
              <a:rect l="l" t="t" r="r" b="b"/>
              <a:pathLst>
                <a:path w="97790" h="0">
                  <a:moveTo>
                    <a:pt x="0" y="0"/>
                  </a:moveTo>
                  <a:lnTo>
                    <a:pt x="97786" y="0"/>
                  </a:lnTo>
                </a:path>
              </a:pathLst>
            </a:custGeom>
            <a:ln w="13106">
              <a:solidFill>
                <a:srgbClr val="000000"/>
              </a:solidFill>
            </a:ln>
          </p:spPr>
          <p:txBody>
            <a:bodyPr wrap="square" lIns="0" tIns="0" rIns="0" bIns="0" rtlCol="0"/>
            <a:lstStyle/>
            <a:p/>
          </p:txBody>
        </p:sp>
        <p:sp>
          <p:nvSpPr>
            <p:cNvPr id="64" name="object 64" descr=""/>
            <p:cNvSpPr/>
            <p:nvPr/>
          </p:nvSpPr>
          <p:spPr>
            <a:xfrm>
              <a:off x="8877970" y="3947417"/>
              <a:ext cx="146685" cy="93345"/>
            </a:xfrm>
            <a:custGeom>
              <a:avLst/>
              <a:gdLst/>
              <a:ahLst/>
              <a:cxnLst/>
              <a:rect l="l" t="t" r="r" b="b"/>
              <a:pathLst>
                <a:path w="146684" h="93345">
                  <a:moveTo>
                    <a:pt x="0" y="0"/>
                  </a:moveTo>
                  <a:lnTo>
                    <a:pt x="46944" y="47328"/>
                  </a:lnTo>
                  <a:lnTo>
                    <a:pt x="0" y="93234"/>
                  </a:lnTo>
                  <a:lnTo>
                    <a:pt x="146215" y="47328"/>
                  </a:lnTo>
                  <a:lnTo>
                    <a:pt x="0" y="0"/>
                  </a:lnTo>
                  <a:close/>
                </a:path>
              </a:pathLst>
            </a:custGeom>
            <a:solidFill>
              <a:srgbClr val="000000"/>
            </a:solidFill>
          </p:spPr>
          <p:txBody>
            <a:bodyPr wrap="square" lIns="0" tIns="0" rIns="0" bIns="0" rtlCol="0"/>
            <a:lstStyle/>
            <a:p/>
          </p:txBody>
        </p:sp>
        <p:sp>
          <p:nvSpPr>
            <p:cNvPr id="65" name="object 65" descr=""/>
            <p:cNvSpPr/>
            <p:nvPr/>
          </p:nvSpPr>
          <p:spPr>
            <a:xfrm>
              <a:off x="8829356" y="3370858"/>
              <a:ext cx="97790" cy="0"/>
            </a:xfrm>
            <a:custGeom>
              <a:avLst/>
              <a:gdLst/>
              <a:ahLst/>
              <a:cxnLst/>
              <a:rect l="l" t="t" r="r" b="b"/>
              <a:pathLst>
                <a:path w="97790" h="0">
                  <a:moveTo>
                    <a:pt x="0" y="0"/>
                  </a:moveTo>
                  <a:lnTo>
                    <a:pt x="97786" y="0"/>
                  </a:lnTo>
                </a:path>
              </a:pathLst>
            </a:custGeom>
            <a:ln w="13106">
              <a:solidFill>
                <a:srgbClr val="000000"/>
              </a:solidFill>
            </a:ln>
          </p:spPr>
          <p:txBody>
            <a:bodyPr wrap="square" lIns="0" tIns="0" rIns="0" bIns="0" rtlCol="0"/>
            <a:lstStyle/>
            <a:p/>
          </p:txBody>
        </p:sp>
        <p:sp>
          <p:nvSpPr>
            <p:cNvPr id="66" name="object 66" descr=""/>
            <p:cNvSpPr/>
            <p:nvPr/>
          </p:nvSpPr>
          <p:spPr>
            <a:xfrm>
              <a:off x="8877970" y="3324879"/>
              <a:ext cx="146685" cy="93345"/>
            </a:xfrm>
            <a:custGeom>
              <a:avLst/>
              <a:gdLst/>
              <a:ahLst/>
              <a:cxnLst/>
              <a:rect l="l" t="t" r="r" b="b"/>
              <a:pathLst>
                <a:path w="146684" h="93345">
                  <a:moveTo>
                    <a:pt x="0" y="0"/>
                  </a:moveTo>
                  <a:lnTo>
                    <a:pt x="46944" y="46891"/>
                  </a:lnTo>
                  <a:lnTo>
                    <a:pt x="0" y="93234"/>
                  </a:lnTo>
                  <a:lnTo>
                    <a:pt x="146215" y="46891"/>
                  </a:lnTo>
                  <a:lnTo>
                    <a:pt x="0" y="0"/>
                  </a:lnTo>
                  <a:close/>
                </a:path>
              </a:pathLst>
            </a:custGeom>
            <a:solidFill>
              <a:srgbClr val="000000"/>
            </a:solidFill>
          </p:spPr>
          <p:txBody>
            <a:bodyPr wrap="square" lIns="0" tIns="0" rIns="0" bIns="0" rtlCol="0"/>
            <a:lstStyle/>
            <a:p/>
          </p:txBody>
        </p:sp>
        <p:sp>
          <p:nvSpPr>
            <p:cNvPr id="67" name="object 67" descr=""/>
            <p:cNvSpPr/>
            <p:nvPr/>
          </p:nvSpPr>
          <p:spPr>
            <a:xfrm>
              <a:off x="8205525" y="3483798"/>
              <a:ext cx="254000" cy="0"/>
            </a:xfrm>
            <a:custGeom>
              <a:avLst/>
              <a:gdLst/>
              <a:ahLst/>
              <a:cxnLst/>
              <a:rect l="l" t="t" r="r" b="b"/>
              <a:pathLst>
                <a:path w="254000" h="0">
                  <a:moveTo>
                    <a:pt x="0" y="0"/>
                  </a:moveTo>
                  <a:lnTo>
                    <a:pt x="253836" y="0"/>
                  </a:lnTo>
                </a:path>
              </a:pathLst>
            </a:custGeom>
            <a:ln w="13106">
              <a:solidFill>
                <a:srgbClr val="000000"/>
              </a:solidFill>
            </a:ln>
          </p:spPr>
          <p:txBody>
            <a:bodyPr wrap="square" lIns="0" tIns="0" rIns="0" bIns="0" rtlCol="0"/>
            <a:lstStyle/>
            <a:p/>
          </p:txBody>
        </p:sp>
        <p:sp>
          <p:nvSpPr>
            <p:cNvPr id="68" name="object 68" descr=""/>
            <p:cNvSpPr/>
            <p:nvPr/>
          </p:nvSpPr>
          <p:spPr>
            <a:xfrm>
              <a:off x="8410562" y="3437819"/>
              <a:ext cx="146050" cy="93345"/>
            </a:xfrm>
            <a:custGeom>
              <a:avLst/>
              <a:gdLst/>
              <a:ahLst/>
              <a:cxnLst/>
              <a:rect l="l" t="t" r="r" b="b"/>
              <a:pathLst>
                <a:path w="146050" h="93345">
                  <a:moveTo>
                    <a:pt x="0" y="0"/>
                  </a:moveTo>
                  <a:lnTo>
                    <a:pt x="46944" y="45978"/>
                  </a:lnTo>
                  <a:lnTo>
                    <a:pt x="0" y="93234"/>
                  </a:lnTo>
                  <a:lnTo>
                    <a:pt x="145659" y="45978"/>
                  </a:lnTo>
                  <a:lnTo>
                    <a:pt x="0" y="0"/>
                  </a:lnTo>
                  <a:close/>
                </a:path>
              </a:pathLst>
            </a:custGeom>
            <a:solidFill>
              <a:srgbClr val="000000"/>
            </a:solidFill>
          </p:spPr>
          <p:txBody>
            <a:bodyPr wrap="square" lIns="0" tIns="0" rIns="0" bIns="0" rtlCol="0"/>
            <a:lstStyle/>
            <a:p/>
          </p:txBody>
        </p:sp>
        <p:sp>
          <p:nvSpPr>
            <p:cNvPr id="69" name="object 69" descr=""/>
            <p:cNvSpPr/>
            <p:nvPr/>
          </p:nvSpPr>
          <p:spPr>
            <a:xfrm>
              <a:off x="8205526" y="3993395"/>
              <a:ext cx="254000" cy="0"/>
            </a:xfrm>
            <a:custGeom>
              <a:avLst/>
              <a:gdLst/>
              <a:ahLst/>
              <a:cxnLst/>
              <a:rect l="l" t="t" r="r" b="b"/>
              <a:pathLst>
                <a:path w="254000" h="0">
                  <a:moveTo>
                    <a:pt x="0" y="0"/>
                  </a:moveTo>
                  <a:lnTo>
                    <a:pt x="253836" y="0"/>
                  </a:lnTo>
                </a:path>
              </a:pathLst>
            </a:custGeom>
            <a:ln w="13106">
              <a:solidFill>
                <a:srgbClr val="000000"/>
              </a:solidFill>
            </a:ln>
          </p:spPr>
          <p:txBody>
            <a:bodyPr wrap="square" lIns="0" tIns="0" rIns="0" bIns="0" rtlCol="0"/>
            <a:lstStyle/>
            <a:p/>
          </p:txBody>
        </p:sp>
        <p:sp>
          <p:nvSpPr>
            <p:cNvPr id="70" name="object 70" descr=""/>
            <p:cNvSpPr/>
            <p:nvPr/>
          </p:nvSpPr>
          <p:spPr>
            <a:xfrm>
              <a:off x="8410562" y="3947417"/>
              <a:ext cx="146050" cy="93345"/>
            </a:xfrm>
            <a:custGeom>
              <a:avLst/>
              <a:gdLst/>
              <a:ahLst/>
              <a:cxnLst/>
              <a:rect l="l" t="t" r="r" b="b"/>
              <a:pathLst>
                <a:path w="146050" h="93345">
                  <a:moveTo>
                    <a:pt x="0" y="0"/>
                  </a:moveTo>
                  <a:lnTo>
                    <a:pt x="46944" y="47328"/>
                  </a:lnTo>
                  <a:lnTo>
                    <a:pt x="0" y="93234"/>
                  </a:lnTo>
                  <a:lnTo>
                    <a:pt x="145659" y="47328"/>
                  </a:lnTo>
                  <a:lnTo>
                    <a:pt x="0" y="0"/>
                  </a:lnTo>
                  <a:close/>
                </a:path>
              </a:pathLst>
            </a:custGeom>
            <a:solidFill>
              <a:srgbClr val="000000"/>
            </a:solidFill>
          </p:spPr>
          <p:txBody>
            <a:bodyPr wrap="square" lIns="0" tIns="0" rIns="0" bIns="0" rtlCol="0"/>
            <a:lstStyle/>
            <a:p/>
          </p:txBody>
        </p:sp>
        <p:sp>
          <p:nvSpPr>
            <p:cNvPr id="71" name="object 71" descr=""/>
            <p:cNvSpPr/>
            <p:nvPr/>
          </p:nvSpPr>
          <p:spPr>
            <a:xfrm>
              <a:off x="7153067" y="4327854"/>
              <a:ext cx="463550" cy="680720"/>
            </a:xfrm>
            <a:custGeom>
              <a:avLst/>
              <a:gdLst/>
              <a:ahLst/>
              <a:cxnLst/>
              <a:rect l="l" t="t" r="r" b="b"/>
              <a:pathLst>
                <a:path w="463550" h="680720">
                  <a:moveTo>
                    <a:pt x="0" y="339859"/>
                  </a:moveTo>
                  <a:lnTo>
                    <a:pt x="3022" y="395236"/>
                  </a:lnTo>
                  <a:lnTo>
                    <a:pt x="11774" y="447730"/>
                  </a:lnTo>
                  <a:lnTo>
                    <a:pt x="25786" y="496648"/>
                  </a:lnTo>
                  <a:lnTo>
                    <a:pt x="44586" y="541296"/>
                  </a:lnTo>
                  <a:lnTo>
                    <a:pt x="67703" y="580978"/>
                  </a:lnTo>
                  <a:lnTo>
                    <a:pt x="94667" y="615002"/>
                  </a:lnTo>
                  <a:lnTo>
                    <a:pt x="125007" y="642674"/>
                  </a:lnTo>
                  <a:lnTo>
                    <a:pt x="158251" y="663298"/>
                  </a:lnTo>
                  <a:lnTo>
                    <a:pt x="231570" y="680631"/>
                  </a:lnTo>
                  <a:lnTo>
                    <a:pt x="269216" y="676182"/>
                  </a:lnTo>
                  <a:lnTo>
                    <a:pt x="338173" y="642674"/>
                  </a:lnTo>
                  <a:lnTo>
                    <a:pt x="368538" y="615002"/>
                  </a:lnTo>
                  <a:lnTo>
                    <a:pt x="395529" y="580978"/>
                  </a:lnTo>
                  <a:lnTo>
                    <a:pt x="418674" y="541296"/>
                  </a:lnTo>
                  <a:lnTo>
                    <a:pt x="437500" y="496648"/>
                  </a:lnTo>
                  <a:lnTo>
                    <a:pt x="451532" y="447730"/>
                  </a:lnTo>
                  <a:lnTo>
                    <a:pt x="460299" y="395236"/>
                  </a:lnTo>
                  <a:lnTo>
                    <a:pt x="463326" y="339859"/>
                  </a:lnTo>
                  <a:lnTo>
                    <a:pt x="460299" y="284840"/>
                  </a:lnTo>
                  <a:lnTo>
                    <a:pt x="451532" y="232608"/>
                  </a:lnTo>
                  <a:lnTo>
                    <a:pt x="437500" y="183870"/>
                  </a:lnTo>
                  <a:lnTo>
                    <a:pt x="418674" y="139335"/>
                  </a:lnTo>
                  <a:lnTo>
                    <a:pt x="395529" y="99709"/>
                  </a:lnTo>
                  <a:lnTo>
                    <a:pt x="368538" y="65701"/>
                  </a:lnTo>
                  <a:lnTo>
                    <a:pt x="338173" y="38018"/>
                  </a:lnTo>
                  <a:lnTo>
                    <a:pt x="304908" y="17369"/>
                  </a:lnTo>
                  <a:lnTo>
                    <a:pt x="231570" y="0"/>
                  </a:lnTo>
                  <a:lnTo>
                    <a:pt x="193929" y="4460"/>
                  </a:lnTo>
                  <a:lnTo>
                    <a:pt x="125007" y="38018"/>
                  </a:lnTo>
                  <a:lnTo>
                    <a:pt x="94667" y="65701"/>
                  </a:lnTo>
                  <a:lnTo>
                    <a:pt x="67703" y="99709"/>
                  </a:lnTo>
                  <a:lnTo>
                    <a:pt x="44586" y="139335"/>
                  </a:lnTo>
                  <a:lnTo>
                    <a:pt x="25786" y="183870"/>
                  </a:lnTo>
                  <a:lnTo>
                    <a:pt x="11774" y="232608"/>
                  </a:lnTo>
                  <a:lnTo>
                    <a:pt x="3022" y="284840"/>
                  </a:lnTo>
                  <a:lnTo>
                    <a:pt x="0" y="339859"/>
                  </a:lnTo>
                  <a:close/>
                </a:path>
              </a:pathLst>
            </a:custGeom>
            <a:ln w="13258">
              <a:solidFill>
                <a:srgbClr val="000000"/>
              </a:solidFill>
            </a:ln>
          </p:spPr>
          <p:txBody>
            <a:bodyPr wrap="square" lIns="0" tIns="0" rIns="0" bIns="0" rtlCol="0"/>
            <a:lstStyle/>
            <a:p/>
          </p:txBody>
        </p:sp>
        <p:sp>
          <p:nvSpPr>
            <p:cNvPr id="72" name="object 72" descr=""/>
            <p:cNvSpPr/>
            <p:nvPr/>
          </p:nvSpPr>
          <p:spPr>
            <a:xfrm>
              <a:off x="9569713" y="2499269"/>
              <a:ext cx="229870" cy="391795"/>
            </a:xfrm>
            <a:custGeom>
              <a:avLst/>
              <a:gdLst/>
              <a:ahLst/>
              <a:cxnLst/>
              <a:rect l="l" t="t" r="r" b="b"/>
              <a:pathLst>
                <a:path w="229870" h="391794">
                  <a:moveTo>
                    <a:pt x="229343" y="0"/>
                  </a:moveTo>
                  <a:lnTo>
                    <a:pt x="0" y="0"/>
                  </a:lnTo>
                  <a:lnTo>
                    <a:pt x="0" y="391184"/>
                  </a:lnTo>
                  <a:lnTo>
                    <a:pt x="229343" y="391184"/>
                  </a:lnTo>
                  <a:lnTo>
                    <a:pt x="229343" y="0"/>
                  </a:lnTo>
                  <a:close/>
                </a:path>
              </a:pathLst>
            </a:custGeom>
            <a:solidFill>
              <a:srgbClr val="FFFFFF"/>
            </a:solidFill>
          </p:spPr>
          <p:txBody>
            <a:bodyPr wrap="square" lIns="0" tIns="0" rIns="0" bIns="0" rtlCol="0"/>
            <a:lstStyle/>
            <a:p/>
          </p:txBody>
        </p:sp>
        <p:sp>
          <p:nvSpPr>
            <p:cNvPr id="73" name="object 73" descr=""/>
            <p:cNvSpPr/>
            <p:nvPr/>
          </p:nvSpPr>
          <p:spPr>
            <a:xfrm>
              <a:off x="9569713" y="2499269"/>
              <a:ext cx="229870" cy="391795"/>
            </a:xfrm>
            <a:custGeom>
              <a:avLst/>
              <a:gdLst/>
              <a:ahLst/>
              <a:cxnLst/>
              <a:rect l="l" t="t" r="r" b="b"/>
              <a:pathLst>
                <a:path w="229870" h="391794">
                  <a:moveTo>
                    <a:pt x="0" y="391184"/>
                  </a:moveTo>
                  <a:lnTo>
                    <a:pt x="229343" y="391184"/>
                  </a:lnTo>
                  <a:lnTo>
                    <a:pt x="229343" y="0"/>
                  </a:lnTo>
                  <a:lnTo>
                    <a:pt x="0" y="0"/>
                  </a:lnTo>
                  <a:lnTo>
                    <a:pt x="0" y="391184"/>
                  </a:lnTo>
                  <a:close/>
                </a:path>
              </a:pathLst>
            </a:custGeom>
            <a:ln w="13272">
              <a:solidFill>
                <a:srgbClr val="000000"/>
              </a:solidFill>
            </a:ln>
          </p:spPr>
          <p:txBody>
            <a:bodyPr wrap="square" lIns="0" tIns="0" rIns="0" bIns="0" rtlCol="0"/>
            <a:lstStyle/>
            <a:p/>
          </p:txBody>
        </p:sp>
        <p:sp>
          <p:nvSpPr>
            <p:cNvPr id="74" name="object 74" descr=""/>
            <p:cNvSpPr/>
            <p:nvPr/>
          </p:nvSpPr>
          <p:spPr>
            <a:xfrm>
              <a:off x="9569713" y="3426653"/>
              <a:ext cx="229870" cy="562610"/>
            </a:xfrm>
            <a:custGeom>
              <a:avLst/>
              <a:gdLst/>
              <a:ahLst/>
              <a:cxnLst/>
              <a:rect l="l" t="t" r="r" b="b"/>
              <a:pathLst>
                <a:path w="229870" h="562610">
                  <a:moveTo>
                    <a:pt x="229343" y="0"/>
                  </a:moveTo>
                  <a:lnTo>
                    <a:pt x="0" y="0"/>
                  </a:lnTo>
                  <a:lnTo>
                    <a:pt x="0" y="562236"/>
                  </a:lnTo>
                  <a:lnTo>
                    <a:pt x="229343" y="562236"/>
                  </a:lnTo>
                  <a:lnTo>
                    <a:pt x="229343" y="0"/>
                  </a:lnTo>
                  <a:close/>
                </a:path>
              </a:pathLst>
            </a:custGeom>
            <a:solidFill>
              <a:srgbClr val="FFFFFF"/>
            </a:solidFill>
          </p:spPr>
          <p:txBody>
            <a:bodyPr wrap="square" lIns="0" tIns="0" rIns="0" bIns="0" rtlCol="0"/>
            <a:lstStyle/>
            <a:p/>
          </p:txBody>
        </p:sp>
        <p:sp>
          <p:nvSpPr>
            <p:cNvPr id="75" name="object 75" descr=""/>
            <p:cNvSpPr/>
            <p:nvPr/>
          </p:nvSpPr>
          <p:spPr>
            <a:xfrm>
              <a:off x="9297136" y="3426653"/>
              <a:ext cx="502284" cy="562610"/>
            </a:xfrm>
            <a:custGeom>
              <a:avLst/>
              <a:gdLst/>
              <a:ahLst/>
              <a:cxnLst/>
              <a:rect l="l" t="t" r="r" b="b"/>
              <a:pathLst>
                <a:path w="502284" h="562610">
                  <a:moveTo>
                    <a:pt x="272577" y="562236"/>
                  </a:moveTo>
                  <a:lnTo>
                    <a:pt x="501921" y="562236"/>
                  </a:lnTo>
                  <a:lnTo>
                    <a:pt x="501921" y="0"/>
                  </a:lnTo>
                  <a:lnTo>
                    <a:pt x="272577" y="0"/>
                  </a:lnTo>
                  <a:lnTo>
                    <a:pt x="272577" y="562236"/>
                  </a:lnTo>
                  <a:close/>
                </a:path>
                <a:path w="502284" h="562610">
                  <a:moveTo>
                    <a:pt x="0" y="284119"/>
                  </a:moveTo>
                  <a:lnTo>
                    <a:pt x="136938" y="284119"/>
                  </a:lnTo>
                </a:path>
              </a:pathLst>
            </a:custGeom>
            <a:ln w="13217">
              <a:solidFill>
                <a:srgbClr val="000000"/>
              </a:solidFill>
            </a:ln>
          </p:spPr>
          <p:txBody>
            <a:bodyPr wrap="square" lIns="0" tIns="0" rIns="0" bIns="0" rtlCol="0"/>
            <a:lstStyle/>
            <a:p/>
          </p:txBody>
        </p:sp>
        <p:sp>
          <p:nvSpPr>
            <p:cNvPr id="76" name="object 76" descr=""/>
            <p:cNvSpPr/>
            <p:nvPr/>
          </p:nvSpPr>
          <p:spPr>
            <a:xfrm>
              <a:off x="9384902" y="3664793"/>
              <a:ext cx="147320" cy="93345"/>
            </a:xfrm>
            <a:custGeom>
              <a:avLst/>
              <a:gdLst/>
              <a:ahLst/>
              <a:cxnLst/>
              <a:rect l="l" t="t" r="r" b="b"/>
              <a:pathLst>
                <a:path w="147320" h="93345">
                  <a:moveTo>
                    <a:pt x="0" y="0"/>
                  </a:moveTo>
                  <a:lnTo>
                    <a:pt x="46944" y="46708"/>
                  </a:lnTo>
                  <a:lnTo>
                    <a:pt x="0" y="93234"/>
                  </a:lnTo>
                  <a:lnTo>
                    <a:pt x="147143" y="46708"/>
                  </a:lnTo>
                  <a:lnTo>
                    <a:pt x="0" y="0"/>
                  </a:lnTo>
                  <a:close/>
                </a:path>
              </a:pathLst>
            </a:custGeom>
            <a:solidFill>
              <a:srgbClr val="000000"/>
            </a:solidFill>
          </p:spPr>
          <p:txBody>
            <a:bodyPr wrap="square" lIns="0" tIns="0" rIns="0" bIns="0" rtlCol="0"/>
            <a:lstStyle/>
            <a:p/>
          </p:txBody>
        </p:sp>
        <p:sp>
          <p:nvSpPr>
            <p:cNvPr id="77" name="object 77" descr=""/>
            <p:cNvSpPr/>
            <p:nvPr/>
          </p:nvSpPr>
          <p:spPr>
            <a:xfrm>
              <a:off x="11128731" y="3653518"/>
              <a:ext cx="229870" cy="448945"/>
            </a:xfrm>
            <a:custGeom>
              <a:avLst/>
              <a:gdLst/>
              <a:ahLst/>
              <a:cxnLst/>
              <a:rect l="l" t="t" r="r" b="b"/>
              <a:pathLst>
                <a:path w="229870" h="448945">
                  <a:moveTo>
                    <a:pt x="229807" y="0"/>
                  </a:moveTo>
                  <a:lnTo>
                    <a:pt x="0" y="0"/>
                  </a:lnTo>
                  <a:lnTo>
                    <a:pt x="0" y="448347"/>
                  </a:lnTo>
                  <a:lnTo>
                    <a:pt x="229807" y="448347"/>
                  </a:lnTo>
                  <a:lnTo>
                    <a:pt x="229807" y="0"/>
                  </a:lnTo>
                  <a:close/>
                </a:path>
              </a:pathLst>
            </a:custGeom>
            <a:solidFill>
              <a:srgbClr val="FFFFFF"/>
            </a:solidFill>
          </p:spPr>
          <p:txBody>
            <a:bodyPr wrap="square" lIns="0" tIns="0" rIns="0" bIns="0" rtlCol="0"/>
            <a:lstStyle/>
            <a:p/>
          </p:txBody>
        </p:sp>
        <p:sp>
          <p:nvSpPr>
            <p:cNvPr id="78" name="object 78" descr=""/>
            <p:cNvSpPr/>
            <p:nvPr/>
          </p:nvSpPr>
          <p:spPr>
            <a:xfrm>
              <a:off x="5554916" y="2280140"/>
              <a:ext cx="5803900" cy="1821814"/>
            </a:xfrm>
            <a:custGeom>
              <a:avLst/>
              <a:gdLst/>
              <a:ahLst/>
              <a:cxnLst/>
              <a:rect l="l" t="t" r="r" b="b"/>
              <a:pathLst>
                <a:path w="5803900" h="1821814">
                  <a:moveTo>
                    <a:pt x="5573816" y="1821725"/>
                  </a:moveTo>
                  <a:lnTo>
                    <a:pt x="5803623" y="1821725"/>
                  </a:lnTo>
                  <a:lnTo>
                    <a:pt x="5803623" y="1373377"/>
                  </a:lnTo>
                  <a:lnTo>
                    <a:pt x="5573816" y="1373377"/>
                  </a:lnTo>
                  <a:lnTo>
                    <a:pt x="5573816" y="1821725"/>
                  </a:lnTo>
                  <a:close/>
                </a:path>
                <a:path w="5803900" h="1821814">
                  <a:moveTo>
                    <a:pt x="0" y="134652"/>
                  </a:moveTo>
                  <a:lnTo>
                    <a:pt x="6603" y="177349"/>
                  </a:lnTo>
                  <a:lnTo>
                    <a:pt x="25032" y="214415"/>
                  </a:lnTo>
                  <a:lnTo>
                    <a:pt x="53213" y="243634"/>
                  </a:lnTo>
                  <a:lnTo>
                    <a:pt x="89072" y="262791"/>
                  </a:lnTo>
                  <a:lnTo>
                    <a:pt x="130536" y="269668"/>
                  </a:lnTo>
                  <a:lnTo>
                    <a:pt x="171774" y="262791"/>
                  </a:lnTo>
                  <a:lnTo>
                    <a:pt x="207496" y="243634"/>
                  </a:lnTo>
                  <a:lnTo>
                    <a:pt x="235606" y="214415"/>
                  </a:lnTo>
                  <a:lnTo>
                    <a:pt x="254009" y="177349"/>
                  </a:lnTo>
                  <a:lnTo>
                    <a:pt x="260609" y="134652"/>
                  </a:lnTo>
                  <a:lnTo>
                    <a:pt x="254009" y="92062"/>
                  </a:lnTo>
                  <a:lnTo>
                    <a:pt x="235606" y="55095"/>
                  </a:lnTo>
                  <a:lnTo>
                    <a:pt x="207496" y="25958"/>
                  </a:lnTo>
                  <a:lnTo>
                    <a:pt x="171774" y="6857"/>
                  </a:lnTo>
                  <a:lnTo>
                    <a:pt x="130536" y="0"/>
                  </a:lnTo>
                  <a:lnTo>
                    <a:pt x="89072" y="6857"/>
                  </a:lnTo>
                  <a:lnTo>
                    <a:pt x="53213" y="25958"/>
                  </a:lnTo>
                  <a:lnTo>
                    <a:pt x="25032" y="55095"/>
                  </a:lnTo>
                  <a:lnTo>
                    <a:pt x="6603" y="92062"/>
                  </a:lnTo>
                  <a:lnTo>
                    <a:pt x="0" y="134652"/>
                  </a:lnTo>
                  <a:close/>
                </a:path>
                <a:path w="5803900" h="1821814">
                  <a:moveTo>
                    <a:pt x="0" y="483506"/>
                  </a:moveTo>
                  <a:lnTo>
                    <a:pt x="6603" y="526006"/>
                  </a:lnTo>
                  <a:lnTo>
                    <a:pt x="25032" y="562919"/>
                  </a:lnTo>
                  <a:lnTo>
                    <a:pt x="53213" y="592029"/>
                  </a:lnTo>
                  <a:lnTo>
                    <a:pt x="89072" y="611120"/>
                  </a:lnTo>
                  <a:lnTo>
                    <a:pt x="130536" y="617976"/>
                  </a:lnTo>
                  <a:lnTo>
                    <a:pt x="171774" y="611120"/>
                  </a:lnTo>
                  <a:lnTo>
                    <a:pt x="207496" y="592029"/>
                  </a:lnTo>
                  <a:lnTo>
                    <a:pt x="235606" y="562919"/>
                  </a:lnTo>
                  <a:lnTo>
                    <a:pt x="254009" y="526006"/>
                  </a:lnTo>
                  <a:lnTo>
                    <a:pt x="260609" y="483506"/>
                  </a:lnTo>
                  <a:lnTo>
                    <a:pt x="254009" y="440720"/>
                  </a:lnTo>
                  <a:lnTo>
                    <a:pt x="235606" y="403599"/>
                  </a:lnTo>
                  <a:lnTo>
                    <a:pt x="207496" y="374353"/>
                  </a:lnTo>
                  <a:lnTo>
                    <a:pt x="171774" y="355186"/>
                  </a:lnTo>
                  <a:lnTo>
                    <a:pt x="130536" y="348307"/>
                  </a:lnTo>
                  <a:lnTo>
                    <a:pt x="89072" y="355186"/>
                  </a:lnTo>
                  <a:lnTo>
                    <a:pt x="53213" y="374353"/>
                  </a:lnTo>
                  <a:lnTo>
                    <a:pt x="25032" y="403599"/>
                  </a:lnTo>
                  <a:lnTo>
                    <a:pt x="6603" y="440720"/>
                  </a:lnTo>
                  <a:lnTo>
                    <a:pt x="0" y="483506"/>
                  </a:lnTo>
                  <a:close/>
                </a:path>
              </a:pathLst>
            </a:custGeom>
            <a:ln w="13217">
              <a:solidFill>
                <a:srgbClr val="000000"/>
              </a:solidFill>
            </a:ln>
          </p:spPr>
          <p:txBody>
            <a:bodyPr wrap="square" lIns="0" tIns="0" rIns="0" bIns="0" rtlCol="0"/>
            <a:lstStyle/>
            <a:p/>
          </p:txBody>
        </p:sp>
        <p:sp>
          <p:nvSpPr>
            <p:cNvPr id="79" name="object 79" descr=""/>
            <p:cNvSpPr/>
            <p:nvPr/>
          </p:nvSpPr>
          <p:spPr>
            <a:xfrm>
              <a:off x="5821158" y="2393080"/>
              <a:ext cx="0" cy="396875"/>
            </a:xfrm>
            <a:custGeom>
              <a:avLst/>
              <a:gdLst/>
              <a:ahLst/>
              <a:cxnLst/>
              <a:rect l="l" t="t" r="r" b="b"/>
              <a:pathLst>
                <a:path w="0" h="396875">
                  <a:moveTo>
                    <a:pt x="0" y="0"/>
                  </a:moveTo>
                  <a:lnTo>
                    <a:pt x="0" y="396657"/>
                  </a:lnTo>
                </a:path>
              </a:pathLst>
            </a:custGeom>
            <a:ln w="11266">
              <a:solidFill>
                <a:srgbClr val="000000"/>
              </a:solidFill>
            </a:ln>
          </p:spPr>
          <p:txBody>
            <a:bodyPr wrap="square" lIns="0" tIns="0" rIns="0" bIns="0" rtlCol="0"/>
            <a:lstStyle/>
            <a:p/>
          </p:txBody>
        </p:sp>
        <p:sp>
          <p:nvSpPr>
            <p:cNvPr id="80" name="object 80" descr=""/>
            <p:cNvSpPr/>
            <p:nvPr/>
          </p:nvSpPr>
          <p:spPr>
            <a:xfrm>
              <a:off x="5565028" y="2393025"/>
              <a:ext cx="250825" cy="408305"/>
            </a:xfrm>
            <a:custGeom>
              <a:avLst/>
              <a:gdLst/>
              <a:ahLst/>
              <a:cxnLst/>
              <a:rect l="l" t="t" r="r" b="b"/>
              <a:pathLst>
                <a:path w="250825" h="408305">
                  <a:moveTo>
                    <a:pt x="250496" y="0"/>
                  </a:moveTo>
                  <a:lnTo>
                    <a:pt x="0" y="0"/>
                  </a:lnTo>
                  <a:lnTo>
                    <a:pt x="0" y="407842"/>
                  </a:lnTo>
                  <a:lnTo>
                    <a:pt x="250496" y="407842"/>
                  </a:lnTo>
                  <a:lnTo>
                    <a:pt x="250496" y="0"/>
                  </a:lnTo>
                  <a:close/>
                </a:path>
              </a:pathLst>
            </a:custGeom>
            <a:solidFill>
              <a:srgbClr val="FFFFFF"/>
            </a:solidFill>
          </p:spPr>
          <p:txBody>
            <a:bodyPr wrap="square" lIns="0" tIns="0" rIns="0" bIns="0" rtlCol="0"/>
            <a:lstStyle/>
            <a:p/>
          </p:txBody>
        </p:sp>
      </p:grpSp>
      <p:sp>
        <p:nvSpPr>
          <p:cNvPr id="81" name="object 81" descr=""/>
          <p:cNvSpPr txBox="1"/>
          <p:nvPr/>
        </p:nvSpPr>
        <p:spPr>
          <a:xfrm>
            <a:off x="5597826" y="2286594"/>
            <a:ext cx="153035" cy="338455"/>
          </a:xfrm>
          <a:prstGeom prst="rect">
            <a:avLst/>
          </a:prstGeom>
        </p:spPr>
        <p:txBody>
          <a:bodyPr wrap="square" lIns="0" tIns="31115" rIns="0" bIns="0" rtlCol="0" vert="horz">
            <a:spAutoFit/>
          </a:bodyPr>
          <a:lstStyle/>
          <a:p>
            <a:pPr marL="38735" marR="5080" indent="-26670">
              <a:lnSpc>
                <a:spcPts val="1170"/>
              </a:lnSpc>
              <a:spcBef>
                <a:spcPts val="245"/>
              </a:spcBef>
            </a:pPr>
            <a:r>
              <a:rPr dirty="0" sz="1050" spc="-50">
                <a:latin typeface="Times New Roman"/>
                <a:cs typeface="Times New Roman"/>
              </a:rPr>
              <a:t>M U</a:t>
            </a:r>
            <a:endParaRPr sz="1050">
              <a:latin typeface="Times New Roman"/>
              <a:cs typeface="Times New Roman"/>
            </a:endParaRPr>
          </a:p>
        </p:txBody>
      </p:sp>
      <p:sp>
        <p:nvSpPr>
          <p:cNvPr id="82" name="object 82" descr=""/>
          <p:cNvSpPr txBox="1"/>
          <p:nvPr/>
        </p:nvSpPr>
        <p:spPr>
          <a:xfrm>
            <a:off x="5612540" y="2567028"/>
            <a:ext cx="126364" cy="318135"/>
          </a:xfrm>
          <a:prstGeom prst="rect">
            <a:avLst/>
          </a:prstGeom>
        </p:spPr>
        <p:txBody>
          <a:bodyPr wrap="square" lIns="0" tIns="48895" rIns="0" bIns="0" rtlCol="0" vert="horz">
            <a:spAutoFit/>
          </a:bodyPr>
          <a:lstStyle/>
          <a:p>
            <a:pPr marL="35560" marR="5080" indent="-23495">
              <a:lnSpc>
                <a:spcPct val="79700"/>
              </a:lnSpc>
              <a:spcBef>
                <a:spcPts val="385"/>
              </a:spcBef>
            </a:pPr>
            <a:r>
              <a:rPr dirty="0" sz="1050" spc="-50">
                <a:latin typeface="Times New Roman"/>
                <a:cs typeface="Times New Roman"/>
              </a:rPr>
              <a:t>X 1</a:t>
            </a:r>
            <a:endParaRPr sz="1050">
              <a:latin typeface="Times New Roman"/>
              <a:cs typeface="Times New Roman"/>
            </a:endParaRPr>
          </a:p>
        </p:txBody>
      </p:sp>
      <p:sp>
        <p:nvSpPr>
          <p:cNvPr id="83" name="object 83" descr=""/>
          <p:cNvSpPr/>
          <p:nvPr/>
        </p:nvSpPr>
        <p:spPr>
          <a:xfrm>
            <a:off x="8569581" y="3185301"/>
            <a:ext cx="0" cy="397510"/>
          </a:xfrm>
          <a:custGeom>
            <a:avLst/>
            <a:gdLst/>
            <a:ahLst/>
            <a:cxnLst/>
            <a:rect l="l" t="t" r="r" b="b"/>
            <a:pathLst>
              <a:path w="0" h="397510">
                <a:moveTo>
                  <a:pt x="0" y="0"/>
                </a:moveTo>
                <a:lnTo>
                  <a:pt x="0" y="397022"/>
                </a:lnTo>
              </a:path>
            </a:pathLst>
          </a:custGeom>
          <a:ln w="13329">
            <a:solidFill>
              <a:srgbClr val="000000"/>
            </a:solidFill>
          </a:ln>
        </p:spPr>
        <p:txBody>
          <a:bodyPr wrap="square" lIns="0" tIns="0" rIns="0" bIns="0" rtlCol="0"/>
          <a:lstStyle/>
          <a:p/>
        </p:txBody>
      </p:sp>
      <p:grpSp>
        <p:nvGrpSpPr>
          <p:cNvPr id="84" name="object 84" descr=""/>
          <p:cNvGrpSpPr/>
          <p:nvPr/>
        </p:nvGrpSpPr>
        <p:grpSpPr>
          <a:xfrm>
            <a:off x="8562913" y="3066241"/>
            <a:ext cx="278765" cy="631825"/>
            <a:chOff x="8562913" y="3066241"/>
            <a:chExt cx="278765" cy="631825"/>
          </a:xfrm>
        </p:grpSpPr>
        <p:sp>
          <p:nvSpPr>
            <p:cNvPr id="85" name="object 85" descr=""/>
            <p:cNvSpPr/>
            <p:nvPr/>
          </p:nvSpPr>
          <p:spPr>
            <a:xfrm>
              <a:off x="8569581" y="3072908"/>
              <a:ext cx="265430" cy="618490"/>
            </a:xfrm>
            <a:custGeom>
              <a:avLst/>
              <a:gdLst/>
              <a:ahLst/>
              <a:cxnLst/>
              <a:rect l="l" t="t" r="r" b="b"/>
              <a:pathLst>
                <a:path w="265429" h="618489">
                  <a:moveTo>
                    <a:pt x="0" y="134469"/>
                  </a:moveTo>
                  <a:lnTo>
                    <a:pt x="6601" y="177237"/>
                  </a:lnTo>
                  <a:lnTo>
                    <a:pt x="25021" y="214312"/>
                  </a:lnTo>
                  <a:lnTo>
                    <a:pt x="53185" y="243504"/>
                  </a:lnTo>
                  <a:lnTo>
                    <a:pt x="89018" y="262626"/>
                  </a:lnTo>
                  <a:lnTo>
                    <a:pt x="130443" y="269486"/>
                  </a:lnTo>
                  <a:lnTo>
                    <a:pt x="171688" y="262626"/>
                  </a:lnTo>
                  <a:lnTo>
                    <a:pt x="207411" y="243504"/>
                  </a:lnTo>
                  <a:lnTo>
                    <a:pt x="235519" y="214312"/>
                  </a:lnTo>
                  <a:lnTo>
                    <a:pt x="253918" y="177237"/>
                  </a:lnTo>
                  <a:lnTo>
                    <a:pt x="260516" y="134469"/>
                  </a:lnTo>
                  <a:lnTo>
                    <a:pt x="253918" y="91829"/>
                  </a:lnTo>
                  <a:lnTo>
                    <a:pt x="235519" y="54898"/>
                  </a:lnTo>
                  <a:lnTo>
                    <a:pt x="207411" y="25841"/>
                  </a:lnTo>
                  <a:lnTo>
                    <a:pt x="171688" y="6820"/>
                  </a:lnTo>
                  <a:lnTo>
                    <a:pt x="130443" y="0"/>
                  </a:lnTo>
                  <a:lnTo>
                    <a:pt x="89018" y="6820"/>
                  </a:lnTo>
                  <a:lnTo>
                    <a:pt x="53185" y="25841"/>
                  </a:lnTo>
                  <a:lnTo>
                    <a:pt x="25021" y="54898"/>
                  </a:lnTo>
                  <a:lnTo>
                    <a:pt x="6601" y="91829"/>
                  </a:lnTo>
                  <a:lnTo>
                    <a:pt x="0" y="134469"/>
                  </a:lnTo>
                  <a:close/>
                </a:path>
                <a:path w="265429" h="618489">
                  <a:moveTo>
                    <a:pt x="0" y="483324"/>
                  </a:moveTo>
                  <a:lnTo>
                    <a:pt x="6601" y="525843"/>
                  </a:lnTo>
                  <a:lnTo>
                    <a:pt x="25021" y="562801"/>
                  </a:lnTo>
                  <a:lnTo>
                    <a:pt x="53185" y="591965"/>
                  </a:lnTo>
                  <a:lnTo>
                    <a:pt x="89018" y="611101"/>
                  </a:lnTo>
                  <a:lnTo>
                    <a:pt x="130443" y="617976"/>
                  </a:lnTo>
                  <a:lnTo>
                    <a:pt x="171688" y="611101"/>
                  </a:lnTo>
                  <a:lnTo>
                    <a:pt x="207411" y="591965"/>
                  </a:lnTo>
                  <a:lnTo>
                    <a:pt x="235519" y="562801"/>
                  </a:lnTo>
                  <a:lnTo>
                    <a:pt x="253918" y="525843"/>
                  </a:lnTo>
                  <a:lnTo>
                    <a:pt x="260516" y="483324"/>
                  </a:lnTo>
                  <a:lnTo>
                    <a:pt x="253918" y="440626"/>
                  </a:lnTo>
                  <a:lnTo>
                    <a:pt x="235519" y="403560"/>
                  </a:lnTo>
                  <a:lnTo>
                    <a:pt x="207411" y="374341"/>
                  </a:lnTo>
                  <a:lnTo>
                    <a:pt x="171688" y="355185"/>
                  </a:lnTo>
                  <a:lnTo>
                    <a:pt x="130443" y="348307"/>
                  </a:lnTo>
                  <a:lnTo>
                    <a:pt x="89018" y="355185"/>
                  </a:lnTo>
                  <a:lnTo>
                    <a:pt x="53185" y="374341"/>
                  </a:lnTo>
                  <a:lnTo>
                    <a:pt x="25021" y="403560"/>
                  </a:lnTo>
                  <a:lnTo>
                    <a:pt x="6601" y="440626"/>
                  </a:lnTo>
                  <a:lnTo>
                    <a:pt x="0" y="483324"/>
                  </a:lnTo>
                  <a:close/>
                </a:path>
                <a:path w="265429" h="618489">
                  <a:moveTo>
                    <a:pt x="265155" y="112392"/>
                  </a:moveTo>
                  <a:lnTo>
                    <a:pt x="265155" y="509415"/>
                  </a:lnTo>
                </a:path>
              </a:pathLst>
            </a:custGeom>
            <a:ln w="13217">
              <a:solidFill>
                <a:srgbClr val="000000"/>
              </a:solidFill>
            </a:ln>
          </p:spPr>
          <p:txBody>
            <a:bodyPr wrap="square" lIns="0" tIns="0" rIns="0" bIns="0" rtlCol="0"/>
            <a:lstStyle/>
            <a:p/>
          </p:txBody>
        </p:sp>
        <p:sp>
          <p:nvSpPr>
            <p:cNvPr id="86" name="object 86" descr=""/>
            <p:cNvSpPr/>
            <p:nvPr/>
          </p:nvSpPr>
          <p:spPr>
            <a:xfrm>
              <a:off x="8578858" y="3185429"/>
              <a:ext cx="247650" cy="408305"/>
            </a:xfrm>
            <a:custGeom>
              <a:avLst/>
              <a:gdLst/>
              <a:ahLst/>
              <a:cxnLst/>
              <a:rect l="l" t="t" r="r" b="b"/>
              <a:pathLst>
                <a:path w="247650" h="408304">
                  <a:moveTo>
                    <a:pt x="247268" y="0"/>
                  </a:moveTo>
                  <a:lnTo>
                    <a:pt x="0" y="0"/>
                  </a:lnTo>
                  <a:lnTo>
                    <a:pt x="0" y="407842"/>
                  </a:lnTo>
                  <a:lnTo>
                    <a:pt x="247268" y="407842"/>
                  </a:lnTo>
                  <a:lnTo>
                    <a:pt x="247268" y="0"/>
                  </a:lnTo>
                  <a:close/>
                </a:path>
              </a:pathLst>
            </a:custGeom>
            <a:solidFill>
              <a:srgbClr val="FFFFFF"/>
            </a:solidFill>
          </p:spPr>
          <p:txBody>
            <a:bodyPr wrap="square" lIns="0" tIns="0" rIns="0" bIns="0" rtlCol="0"/>
            <a:lstStyle/>
            <a:p/>
          </p:txBody>
        </p:sp>
      </p:grpSp>
      <p:sp>
        <p:nvSpPr>
          <p:cNvPr id="87" name="object 87" descr=""/>
          <p:cNvSpPr txBox="1"/>
          <p:nvPr/>
        </p:nvSpPr>
        <p:spPr>
          <a:xfrm>
            <a:off x="8612547" y="3079363"/>
            <a:ext cx="149860" cy="598170"/>
          </a:xfrm>
          <a:prstGeom prst="rect">
            <a:avLst/>
          </a:prstGeom>
        </p:spPr>
        <p:txBody>
          <a:bodyPr wrap="square" lIns="0" tIns="40640" rIns="0" bIns="0" rtlCol="0" vert="horz">
            <a:spAutoFit/>
          </a:bodyPr>
          <a:lstStyle/>
          <a:p>
            <a:pPr algn="just" marL="27305" marR="5080" indent="-15240">
              <a:lnSpc>
                <a:spcPct val="84900"/>
              </a:lnSpc>
              <a:spcBef>
                <a:spcPts val="320"/>
              </a:spcBef>
            </a:pPr>
            <a:r>
              <a:rPr dirty="0" sz="1050" spc="-50">
                <a:latin typeface="Times New Roman"/>
                <a:cs typeface="Times New Roman"/>
              </a:rPr>
              <a:t>M U X 2</a:t>
            </a:r>
            <a:endParaRPr sz="1050">
              <a:latin typeface="Times New Roman"/>
              <a:cs typeface="Times New Roman"/>
            </a:endParaRPr>
          </a:p>
        </p:txBody>
      </p:sp>
      <p:sp>
        <p:nvSpPr>
          <p:cNvPr id="88" name="object 88" descr=""/>
          <p:cNvSpPr/>
          <p:nvPr/>
        </p:nvSpPr>
        <p:spPr>
          <a:xfrm>
            <a:off x="8569581" y="3865129"/>
            <a:ext cx="0" cy="397510"/>
          </a:xfrm>
          <a:custGeom>
            <a:avLst/>
            <a:gdLst/>
            <a:ahLst/>
            <a:cxnLst/>
            <a:rect l="l" t="t" r="r" b="b"/>
            <a:pathLst>
              <a:path w="0" h="397510">
                <a:moveTo>
                  <a:pt x="0" y="0"/>
                </a:moveTo>
                <a:lnTo>
                  <a:pt x="0" y="397004"/>
                </a:lnTo>
              </a:path>
            </a:pathLst>
          </a:custGeom>
          <a:ln w="13329">
            <a:solidFill>
              <a:srgbClr val="000000"/>
            </a:solidFill>
          </a:ln>
        </p:spPr>
        <p:txBody>
          <a:bodyPr wrap="square" lIns="0" tIns="0" rIns="0" bIns="0" rtlCol="0"/>
          <a:lstStyle/>
          <a:p/>
        </p:txBody>
      </p:sp>
      <p:grpSp>
        <p:nvGrpSpPr>
          <p:cNvPr id="89" name="object 89" descr=""/>
          <p:cNvGrpSpPr/>
          <p:nvPr/>
        </p:nvGrpSpPr>
        <p:grpSpPr>
          <a:xfrm>
            <a:off x="8562913" y="3745522"/>
            <a:ext cx="278765" cy="631825"/>
            <a:chOff x="8562913" y="3745522"/>
            <a:chExt cx="278765" cy="631825"/>
          </a:xfrm>
        </p:grpSpPr>
        <p:sp>
          <p:nvSpPr>
            <p:cNvPr id="90" name="object 90" descr=""/>
            <p:cNvSpPr/>
            <p:nvPr/>
          </p:nvSpPr>
          <p:spPr>
            <a:xfrm>
              <a:off x="8569581" y="3752190"/>
              <a:ext cx="265430" cy="618490"/>
            </a:xfrm>
            <a:custGeom>
              <a:avLst/>
              <a:gdLst/>
              <a:ahLst/>
              <a:cxnLst/>
              <a:rect l="l" t="t" r="r" b="b"/>
              <a:pathLst>
                <a:path w="265429" h="618489">
                  <a:moveTo>
                    <a:pt x="0" y="135016"/>
                  </a:moveTo>
                  <a:lnTo>
                    <a:pt x="6601" y="177712"/>
                  </a:lnTo>
                  <a:lnTo>
                    <a:pt x="25021" y="214774"/>
                  </a:lnTo>
                  <a:lnTo>
                    <a:pt x="53185" y="243987"/>
                  </a:lnTo>
                  <a:lnTo>
                    <a:pt x="89018" y="263139"/>
                  </a:lnTo>
                  <a:lnTo>
                    <a:pt x="130443" y="270015"/>
                  </a:lnTo>
                  <a:lnTo>
                    <a:pt x="171688" y="263139"/>
                  </a:lnTo>
                  <a:lnTo>
                    <a:pt x="207411" y="243987"/>
                  </a:lnTo>
                  <a:lnTo>
                    <a:pt x="235519" y="214774"/>
                  </a:lnTo>
                  <a:lnTo>
                    <a:pt x="253918" y="177712"/>
                  </a:lnTo>
                  <a:lnTo>
                    <a:pt x="260516" y="135016"/>
                  </a:lnTo>
                  <a:lnTo>
                    <a:pt x="253918" y="92249"/>
                  </a:lnTo>
                  <a:lnTo>
                    <a:pt x="235519" y="55174"/>
                  </a:lnTo>
                  <a:lnTo>
                    <a:pt x="207411" y="25981"/>
                  </a:lnTo>
                  <a:lnTo>
                    <a:pt x="171688" y="6860"/>
                  </a:lnTo>
                  <a:lnTo>
                    <a:pt x="130443" y="0"/>
                  </a:lnTo>
                  <a:lnTo>
                    <a:pt x="89018" y="6860"/>
                  </a:lnTo>
                  <a:lnTo>
                    <a:pt x="53185" y="25981"/>
                  </a:lnTo>
                  <a:lnTo>
                    <a:pt x="25021" y="55174"/>
                  </a:lnTo>
                  <a:lnTo>
                    <a:pt x="6601" y="92249"/>
                  </a:lnTo>
                  <a:lnTo>
                    <a:pt x="0" y="135016"/>
                  </a:lnTo>
                  <a:close/>
                </a:path>
                <a:path w="265429" h="618489">
                  <a:moveTo>
                    <a:pt x="0" y="483378"/>
                  </a:moveTo>
                  <a:lnTo>
                    <a:pt x="6601" y="526122"/>
                  </a:lnTo>
                  <a:lnTo>
                    <a:pt x="25021" y="563202"/>
                  </a:lnTo>
                  <a:lnTo>
                    <a:pt x="53185" y="592416"/>
                  </a:lnTo>
                  <a:lnTo>
                    <a:pt x="89018" y="611561"/>
                  </a:lnTo>
                  <a:lnTo>
                    <a:pt x="130443" y="618432"/>
                  </a:lnTo>
                  <a:lnTo>
                    <a:pt x="171688" y="611561"/>
                  </a:lnTo>
                  <a:lnTo>
                    <a:pt x="207411" y="592416"/>
                  </a:lnTo>
                  <a:lnTo>
                    <a:pt x="235519" y="563202"/>
                  </a:lnTo>
                  <a:lnTo>
                    <a:pt x="253918" y="526122"/>
                  </a:lnTo>
                  <a:lnTo>
                    <a:pt x="260516" y="483378"/>
                  </a:lnTo>
                  <a:lnTo>
                    <a:pt x="253918" y="440858"/>
                  </a:lnTo>
                  <a:lnTo>
                    <a:pt x="235519" y="403912"/>
                  </a:lnTo>
                  <a:lnTo>
                    <a:pt x="207411" y="374767"/>
                  </a:lnTo>
                  <a:lnTo>
                    <a:pt x="171688" y="355649"/>
                  </a:lnTo>
                  <a:lnTo>
                    <a:pt x="130443" y="348781"/>
                  </a:lnTo>
                  <a:lnTo>
                    <a:pt x="89018" y="355649"/>
                  </a:lnTo>
                  <a:lnTo>
                    <a:pt x="53185" y="374767"/>
                  </a:lnTo>
                  <a:lnTo>
                    <a:pt x="25021" y="403912"/>
                  </a:lnTo>
                  <a:lnTo>
                    <a:pt x="6601" y="440858"/>
                  </a:lnTo>
                  <a:lnTo>
                    <a:pt x="0" y="483378"/>
                  </a:lnTo>
                  <a:close/>
                </a:path>
                <a:path w="265429" h="618489">
                  <a:moveTo>
                    <a:pt x="265155" y="112939"/>
                  </a:moveTo>
                  <a:lnTo>
                    <a:pt x="265155" y="509944"/>
                  </a:lnTo>
                </a:path>
              </a:pathLst>
            </a:custGeom>
            <a:ln w="13217">
              <a:solidFill>
                <a:srgbClr val="000000"/>
              </a:solidFill>
            </a:ln>
          </p:spPr>
          <p:txBody>
            <a:bodyPr wrap="square" lIns="0" tIns="0" rIns="0" bIns="0" rtlCol="0"/>
            <a:lstStyle/>
            <a:p/>
          </p:txBody>
        </p:sp>
        <p:sp>
          <p:nvSpPr>
            <p:cNvPr id="91" name="object 91" descr=""/>
            <p:cNvSpPr/>
            <p:nvPr/>
          </p:nvSpPr>
          <p:spPr>
            <a:xfrm>
              <a:off x="8580528" y="3865093"/>
              <a:ext cx="245745" cy="408305"/>
            </a:xfrm>
            <a:custGeom>
              <a:avLst/>
              <a:gdLst/>
              <a:ahLst/>
              <a:cxnLst/>
              <a:rect l="l" t="t" r="r" b="b"/>
              <a:pathLst>
                <a:path w="245745" h="408304">
                  <a:moveTo>
                    <a:pt x="245431" y="0"/>
                  </a:moveTo>
                  <a:lnTo>
                    <a:pt x="0" y="0"/>
                  </a:lnTo>
                  <a:lnTo>
                    <a:pt x="0" y="407842"/>
                  </a:lnTo>
                  <a:lnTo>
                    <a:pt x="245431" y="407842"/>
                  </a:lnTo>
                  <a:lnTo>
                    <a:pt x="245431" y="0"/>
                  </a:lnTo>
                  <a:close/>
                </a:path>
              </a:pathLst>
            </a:custGeom>
            <a:solidFill>
              <a:srgbClr val="FFFFFF"/>
            </a:solidFill>
          </p:spPr>
          <p:txBody>
            <a:bodyPr wrap="square" lIns="0" tIns="0" rIns="0" bIns="0" rtlCol="0"/>
            <a:lstStyle/>
            <a:p/>
          </p:txBody>
        </p:sp>
      </p:grpSp>
      <p:sp>
        <p:nvSpPr>
          <p:cNvPr id="92" name="object 92" descr=""/>
          <p:cNvSpPr txBox="1"/>
          <p:nvPr/>
        </p:nvSpPr>
        <p:spPr>
          <a:xfrm>
            <a:off x="8612547" y="3759191"/>
            <a:ext cx="149860" cy="338455"/>
          </a:xfrm>
          <a:prstGeom prst="rect">
            <a:avLst/>
          </a:prstGeom>
        </p:spPr>
        <p:txBody>
          <a:bodyPr wrap="square" lIns="0" tIns="31750" rIns="0" bIns="0" rtlCol="0" vert="horz">
            <a:spAutoFit/>
          </a:bodyPr>
          <a:lstStyle/>
          <a:p>
            <a:pPr marL="27305" marR="5080" indent="-15240">
              <a:lnSpc>
                <a:spcPts val="1160"/>
              </a:lnSpc>
              <a:spcBef>
                <a:spcPts val="250"/>
              </a:spcBef>
            </a:pPr>
            <a:r>
              <a:rPr dirty="0" sz="1050" spc="-50">
                <a:latin typeface="Times New Roman"/>
                <a:cs typeface="Times New Roman"/>
              </a:rPr>
              <a:t>M U</a:t>
            </a:r>
            <a:endParaRPr sz="1050">
              <a:latin typeface="Times New Roman"/>
              <a:cs typeface="Times New Roman"/>
            </a:endParaRPr>
          </a:p>
        </p:txBody>
      </p:sp>
      <p:sp>
        <p:nvSpPr>
          <p:cNvPr id="93" name="object 93" descr=""/>
          <p:cNvSpPr txBox="1"/>
          <p:nvPr/>
        </p:nvSpPr>
        <p:spPr>
          <a:xfrm>
            <a:off x="8627206" y="4040920"/>
            <a:ext cx="126364" cy="190500"/>
          </a:xfrm>
          <a:prstGeom prst="rect">
            <a:avLst/>
          </a:prstGeom>
        </p:spPr>
        <p:txBody>
          <a:bodyPr wrap="square" lIns="0" tIns="16510" rIns="0" bIns="0" rtlCol="0" vert="horz">
            <a:spAutoFit/>
          </a:bodyPr>
          <a:lstStyle/>
          <a:p>
            <a:pPr marL="12700">
              <a:lnSpc>
                <a:spcPct val="100000"/>
              </a:lnSpc>
              <a:spcBef>
                <a:spcPts val="130"/>
              </a:spcBef>
            </a:pPr>
            <a:r>
              <a:rPr dirty="0" sz="1050" spc="-50">
                <a:latin typeface="Times New Roman"/>
                <a:cs typeface="Times New Roman"/>
              </a:rPr>
              <a:t>X</a:t>
            </a:r>
            <a:endParaRPr sz="1050">
              <a:latin typeface="Times New Roman"/>
              <a:cs typeface="Times New Roman"/>
            </a:endParaRPr>
          </a:p>
        </p:txBody>
      </p:sp>
      <p:sp>
        <p:nvSpPr>
          <p:cNvPr id="94" name="object 94" descr=""/>
          <p:cNvSpPr txBox="1"/>
          <p:nvPr/>
        </p:nvSpPr>
        <p:spPr>
          <a:xfrm>
            <a:off x="8649287" y="4167854"/>
            <a:ext cx="95885" cy="190500"/>
          </a:xfrm>
          <a:prstGeom prst="rect">
            <a:avLst/>
          </a:prstGeom>
        </p:spPr>
        <p:txBody>
          <a:bodyPr wrap="square" lIns="0" tIns="16510" rIns="0" bIns="0" rtlCol="0" vert="horz">
            <a:spAutoFit/>
          </a:bodyPr>
          <a:lstStyle/>
          <a:p>
            <a:pPr marL="12700">
              <a:lnSpc>
                <a:spcPct val="100000"/>
              </a:lnSpc>
              <a:spcBef>
                <a:spcPts val="130"/>
              </a:spcBef>
            </a:pPr>
            <a:r>
              <a:rPr dirty="0" sz="1050" spc="-50">
                <a:latin typeface="Times New Roman"/>
                <a:cs typeface="Times New Roman"/>
              </a:rPr>
              <a:t>3</a:t>
            </a:r>
            <a:endParaRPr sz="1050">
              <a:latin typeface="Times New Roman"/>
              <a:cs typeface="Times New Roman"/>
            </a:endParaRPr>
          </a:p>
        </p:txBody>
      </p:sp>
      <p:grpSp>
        <p:nvGrpSpPr>
          <p:cNvPr id="95" name="object 95" descr=""/>
          <p:cNvGrpSpPr/>
          <p:nvPr/>
        </p:nvGrpSpPr>
        <p:grpSpPr>
          <a:xfrm>
            <a:off x="11681507" y="3613060"/>
            <a:ext cx="278765" cy="633095"/>
            <a:chOff x="11681507" y="3613060"/>
            <a:chExt cx="278765" cy="633095"/>
          </a:xfrm>
        </p:grpSpPr>
        <p:sp>
          <p:nvSpPr>
            <p:cNvPr id="96" name="object 96" descr=""/>
            <p:cNvSpPr/>
            <p:nvPr/>
          </p:nvSpPr>
          <p:spPr>
            <a:xfrm>
              <a:off x="11688175" y="3619727"/>
              <a:ext cx="260985" cy="619760"/>
            </a:xfrm>
            <a:custGeom>
              <a:avLst/>
              <a:gdLst/>
              <a:ahLst/>
              <a:cxnLst/>
              <a:rect l="l" t="t" r="r" b="b"/>
              <a:pathLst>
                <a:path w="260984" h="619760">
                  <a:moveTo>
                    <a:pt x="0" y="112939"/>
                  </a:moveTo>
                  <a:lnTo>
                    <a:pt x="0" y="509597"/>
                  </a:lnTo>
                </a:path>
                <a:path w="260984" h="619760">
                  <a:moveTo>
                    <a:pt x="0" y="134652"/>
                  </a:moveTo>
                  <a:lnTo>
                    <a:pt x="6598" y="177349"/>
                  </a:lnTo>
                  <a:lnTo>
                    <a:pt x="24997" y="214415"/>
                  </a:lnTo>
                  <a:lnTo>
                    <a:pt x="53105" y="243634"/>
                  </a:lnTo>
                  <a:lnTo>
                    <a:pt x="88828" y="262791"/>
                  </a:lnTo>
                  <a:lnTo>
                    <a:pt x="130072" y="269668"/>
                  </a:lnTo>
                  <a:lnTo>
                    <a:pt x="171498" y="262791"/>
                  </a:lnTo>
                  <a:lnTo>
                    <a:pt x="207331" y="243634"/>
                  </a:lnTo>
                  <a:lnTo>
                    <a:pt x="235495" y="214415"/>
                  </a:lnTo>
                  <a:lnTo>
                    <a:pt x="253915" y="177349"/>
                  </a:lnTo>
                  <a:lnTo>
                    <a:pt x="260516" y="134652"/>
                  </a:lnTo>
                  <a:lnTo>
                    <a:pt x="253915" y="92132"/>
                  </a:lnTo>
                  <a:lnTo>
                    <a:pt x="235495" y="55174"/>
                  </a:lnTo>
                  <a:lnTo>
                    <a:pt x="207331" y="26010"/>
                  </a:lnTo>
                  <a:lnTo>
                    <a:pt x="171498" y="6874"/>
                  </a:lnTo>
                  <a:lnTo>
                    <a:pt x="130072" y="0"/>
                  </a:lnTo>
                  <a:lnTo>
                    <a:pt x="88828" y="6874"/>
                  </a:lnTo>
                  <a:lnTo>
                    <a:pt x="53105" y="26010"/>
                  </a:lnTo>
                  <a:lnTo>
                    <a:pt x="24997" y="55174"/>
                  </a:lnTo>
                  <a:lnTo>
                    <a:pt x="6598" y="92132"/>
                  </a:lnTo>
                  <a:lnTo>
                    <a:pt x="0" y="134652"/>
                  </a:lnTo>
                  <a:close/>
                </a:path>
                <a:path w="260984" h="619760">
                  <a:moveTo>
                    <a:pt x="0" y="484400"/>
                  </a:moveTo>
                  <a:lnTo>
                    <a:pt x="6598" y="527134"/>
                  </a:lnTo>
                  <a:lnTo>
                    <a:pt x="24997" y="564210"/>
                  </a:lnTo>
                  <a:lnTo>
                    <a:pt x="53105" y="593421"/>
                  </a:lnTo>
                  <a:lnTo>
                    <a:pt x="88828" y="612564"/>
                  </a:lnTo>
                  <a:lnTo>
                    <a:pt x="130072" y="619435"/>
                  </a:lnTo>
                  <a:lnTo>
                    <a:pt x="171498" y="612564"/>
                  </a:lnTo>
                  <a:lnTo>
                    <a:pt x="207331" y="593421"/>
                  </a:lnTo>
                  <a:lnTo>
                    <a:pt x="235495" y="564210"/>
                  </a:lnTo>
                  <a:lnTo>
                    <a:pt x="253915" y="527134"/>
                  </a:lnTo>
                  <a:lnTo>
                    <a:pt x="260516" y="484400"/>
                  </a:lnTo>
                  <a:lnTo>
                    <a:pt x="253915" y="441876"/>
                  </a:lnTo>
                  <a:lnTo>
                    <a:pt x="235495" y="404921"/>
                  </a:lnTo>
                  <a:lnTo>
                    <a:pt x="207331" y="375765"/>
                  </a:lnTo>
                  <a:lnTo>
                    <a:pt x="171498" y="356638"/>
                  </a:lnTo>
                  <a:lnTo>
                    <a:pt x="130072" y="349766"/>
                  </a:lnTo>
                  <a:lnTo>
                    <a:pt x="88828" y="356638"/>
                  </a:lnTo>
                  <a:lnTo>
                    <a:pt x="53105" y="375765"/>
                  </a:lnTo>
                  <a:lnTo>
                    <a:pt x="24997" y="404921"/>
                  </a:lnTo>
                  <a:lnTo>
                    <a:pt x="6598" y="441876"/>
                  </a:lnTo>
                  <a:lnTo>
                    <a:pt x="0" y="484400"/>
                  </a:lnTo>
                  <a:close/>
                </a:path>
              </a:pathLst>
            </a:custGeom>
            <a:ln w="13217">
              <a:solidFill>
                <a:srgbClr val="000000"/>
              </a:solidFill>
            </a:ln>
          </p:spPr>
          <p:txBody>
            <a:bodyPr wrap="square" lIns="0" tIns="0" rIns="0" bIns="0" rtlCol="0"/>
            <a:lstStyle/>
            <a:p/>
          </p:txBody>
        </p:sp>
        <p:sp>
          <p:nvSpPr>
            <p:cNvPr id="97" name="object 97" descr=""/>
            <p:cNvSpPr/>
            <p:nvPr/>
          </p:nvSpPr>
          <p:spPr>
            <a:xfrm>
              <a:off x="11955503" y="3732667"/>
              <a:ext cx="0" cy="396875"/>
            </a:xfrm>
            <a:custGeom>
              <a:avLst/>
              <a:gdLst/>
              <a:ahLst/>
              <a:cxnLst/>
              <a:rect l="l" t="t" r="r" b="b"/>
              <a:pathLst>
                <a:path w="0" h="396875">
                  <a:moveTo>
                    <a:pt x="0" y="0"/>
                  </a:moveTo>
                  <a:lnTo>
                    <a:pt x="0" y="396657"/>
                  </a:lnTo>
                </a:path>
              </a:pathLst>
            </a:custGeom>
            <a:ln w="8983">
              <a:solidFill>
                <a:srgbClr val="000000"/>
              </a:solidFill>
            </a:ln>
          </p:spPr>
          <p:txBody>
            <a:bodyPr wrap="square" lIns="0" tIns="0" rIns="0" bIns="0" rtlCol="0"/>
            <a:lstStyle/>
            <a:p/>
          </p:txBody>
        </p:sp>
        <p:sp>
          <p:nvSpPr>
            <p:cNvPr id="98" name="object 98" descr=""/>
            <p:cNvSpPr/>
            <p:nvPr/>
          </p:nvSpPr>
          <p:spPr>
            <a:xfrm>
              <a:off x="11700050" y="3733652"/>
              <a:ext cx="251460" cy="407034"/>
            </a:xfrm>
            <a:custGeom>
              <a:avLst/>
              <a:gdLst/>
              <a:ahLst/>
              <a:cxnLst/>
              <a:rect l="l" t="t" r="r" b="b"/>
              <a:pathLst>
                <a:path w="251459" h="407035">
                  <a:moveTo>
                    <a:pt x="250960" y="0"/>
                  </a:moveTo>
                  <a:lnTo>
                    <a:pt x="0" y="0"/>
                  </a:lnTo>
                  <a:lnTo>
                    <a:pt x="0" y="406930"/>
                  </a:lnTo>
                  <a:lnTo>
                    <a:pt x="250960" y="406930"/>
                  </a:lnTo>
                  <a:lnTo>
                    <a:pt x="250960" y="0"/>
                  </a:lnTo>
                  <a:close/>
                </a:path>
              </a:pathLst>
            </a:custGeom>
            <a:solidFill>
              <a:srgbClr val="FFFFFF"/>
            </a:solidFill>
          </p:spPr>
          <p:txBody>
            <a:bodyPr wrap="square" lIns="0" tIns="0" rIns="0" bIns="0" rtlCol="0"/>
            <a:lstStyle/>
            <a:p/>
          </p:txBody>
        </p:sp>
      </p:grpSp>
      <p:sp>
        <p:nvSpPr>
          <p:cNvPr id="99" name="object 99" descr=""/>
          <p:cNvSpPr txBox="1"/>
          <p:nvPr/>
        </p:nvSpPr>
        <p:spPr>
          <a:xfrm>
            <a:off x="11730956" y="3626364"/>
            <a:ext cx="149860" cy="599440"/>
          </a:xfrm>
          <a:prstGeom prst="rect">
            <a:avLst/>
          </a:prstGeom>
        </p:spPr>
        <p:txBody>
          <a:bodyPr wrap="square" lIns="0" tIns="40640" rIns="0" bIns="0" rtlCol="0" vert="horz">
            <a:spAutoFit/>
          </a:bodyPr>
          <a:lstStyle/>
          <a:p>
            <a:pPr algn="just" marL="26670" marR="5080" indent="-14604">
              <a:lnSpc>
                <a:spcPct val="85100"/>
              </a:lnSpc>
              <a:spcBef>
                <a:spcPts val="320"/>
              </a:spcBef>
            </a:pPr>
            <a:r>
              <a:rPr dirty="0" sz="1050" spc="-50">
                <a:latin typeface="Times New Roman"/>
                <a:cs typeface="Times New Roman"/>
              </a:rPr>
              <a:t>M U X 4</a:t>
            </a:r>
            <a:endParaRPr sz="1050">
              <a:latin typeface="Times New Roman"/>
              <a:cs typeface="Times New Roman"/>
            </a:endParaRPr>
          </a:p>
        </p:txBody>
      </p:sp>
      <p:grpSp>
        <p:nvGrpSpPr>
          <p:cNvPr id="100" name="object 100" descr=""/>
          <p:cNvGrpSpPr/>
          <p:nvPr/>
        </p:nvGrpSpPr>
        <p:grpSpPr>
          <a:xfrm>
            <a:off x="4378975" y="1495118"/>
            <a:ext cx="7770495" cy="4034790"/>
            <a:chOff x="4378975" y="1495118"/>
            <a:chExt cx="7770495" cy="4034790"/>
          </a:xfrm>
        </p:grpSpPr>
        <p:sp>
          <p:nvSpPr>
            <p:cNvPr id="101" name="object 101" descr=""/>
            <p:cNvSpPr/>
            <p:nvPr/>
          </p:nvSpPr>
          <p:spPr>
            <a:xfrm>
              <a:off x="7698594" y="3483798"/>
              <a:ext cx="98425" cy="0"/>
            </a:xfrm>
            <a:custGeom>
              <a:avLst/>
              <a:gdLst/>
              <a:ahLst/>
              <a:cxnLst/>
              <a:rect l="l" t="t" r="r" b="b"/>
              <a:pathLst>
                <a:path w="98425" h="0">
                  <a:moveTo>
                    <a:pt x="0" y="0"/>
                  </a:moveTo>
                  <a:lnTo>
                    <a:pt x="98343" y="0"/>
                  </a:lnTo>
                </a:path>
              </a:pathLst>
            </a:custGeom>
            <a:ln w="13106">
              <a:solidFill>
                <a:srgbClr val="000000"/>
              </a:solidFill>
            </a:ln>
          </p:spPr>
          <p:txBody>
            <a:bodyPr wrap="square" lIns="0" tIns="0" rIns="0" bIns="0" rtlCol="0"/>
            <a:lstStyle/>
            <a:p/>
          </p:txBody>
        </p:sp>
        <p:sp>
          <p:nvSpPr>
            <p:cNvPr id="102" name="object 102" descr=""/>
            <p:cNvSpPr/>
            <p:nvPr/>
          </p:nvSpPr>
          <p:spPr>
            <a:xfrm>
              <a:off x="7747765" y="3437819"/>
              <a:ext cx="147320" cy="93345"/>
            </a:xfrm>
            <a:custGeom>
              <a:avLst/>
              <a:gdLst/>
              <a:ahLst/>
              <a:cxnLst/>
              <a:rect l="l" t="t" r="r" b="b"/>
              <a:pathLst>
                <a:path w="147320" h="93345">
                  <a:moveTo>
                    <a:pt x="0" y="0"/>
                  </a:moveTo>
                  <a:lnTo>
                    <a:pt x="46944" y="45978"/>
                  </a:lnTo>
                  <a:lnTo>
                    <a:pt x="0" y="93234"/>
                  </a:lnTo>
                  <a:lnTo>
                    <a:pt x="147143" y="45978"/>
                  </a:lnTo>
                  <a:lnTo>
                    <a:pt x="0" y="0"/>
                  </a:lnTo>
                  <a:close/>
                </a:path>
              </a:pathLst>
            </a:custGeom>
            <a:solidFill>
              <a:srgbClr val="000000"/>
            </a:solidFill>
          </p:spPr>
          <p:txBody>
            <a:bodyPr wrap="square" lIns="0" tIns="0" rIns="0" bIns="0" rtlCol="0"/>
            <a:lstStyle/>
            <a:p/>
          </p:txBody>
        </p:sp>
        <p:sp>
          <p:nvSpPr>
            <p:cNvPr id="103" name="object 103" descr=""/>
            <p:cNvSpPr/>
            <p:nvPr/>
          </p:nvSpPr>
          <p:spPr>
            <a:xfrm>
              <a:off x="7698594" y="3993395"/>
              <a:ext cx="98425" cy="0"/>
            </a:xfrm>
            <a:custGeom>
              <a:avLst/>
              <a:gdLst/>
              <a:ahLst/>
              <a:cxnLst/>
              <a:rect l="l" t="t" r="r" b="b"/>
              <a:pathLst>
                <a:path w="98425" h="0">
                  <a:moveTo>
                    <a:pt x="0" y="0"/>
                  </a:moveTo>
                  <a:lnTo>
                    <a:pt x="98343" y="0"/>
                  </a:lnTo>
                </a:path>
              </a:pathLst>
            </a:custGeom>
            <a:ln w="13106">
              <a:solidFill>
                <a:srgbClr val="000000"/>
              </a:solidFill>
            </a:ln>
          </p:spPr>
          <p:txBody>
            <a:bodyPr wrap="square" lIns="0" tIns="0" rIns="0" bIns="0" rtlCol="0"/>
            <a:lstStyle/>
            <a:p/>
          </p:txBody>
        </p:sp>
        <p:sp>
          <p:nvSpPr>
            <p:cNvPr id="104" name="object 104" descr=""/>
            <p:cNvSpPr/>
            <p:nvPr/>
          </p:nvSpPr>
          <p:spPr>
            <a:xfrm>
              <a:off x="7747766" y="3947417"/>
              <a:ext cx="147320" cy="93345"/>
            </a:xfrm>
            <a:custGeom>
              <a:avLst/>
              <a:gdLst/>
              <a:ahLst/>
              <a:cxnLst/>
              <a:rect l="l" t="t" r="r" b="b"/>
              <a:pathLst>
                <a:path w="147320" h="93345">
                  <a:moveTo>
                    <a:pt x="0" y="0"/>
                  </a:moveTo>
                  <a:lnTo>
                    <a:pt x="46944" y="47328"/>
                  </a:lnTo>
                  <a:lnTo>
                    <a:pt x="0" y="93234"/>
                  </a:lnTo>
                  <a:lnTo>
                    <a:pt x="147143" y="47328"/>
                  </a:lnTo>
                  <a:lnTo>
                    <a:pt x="0" y="0"/>
                  </a:lnTo>
                  <a:close/>
                </a:path>
              </a:pathLst>
            </a:custGeom>
            <a:solidFill>
              <a:srgbClr val="000000"/>
            </a:solidFill>
          </p:spPr>
          <p:txBody>
            <a:bodyPr wrap="square" lIns="0" tIns="0" rIns="0" bIns="0" rtlCol="0"/>
            <a:lstStyle/>
            <a:p/>
          </p:txBody>
        </p:sp>
        <p:pic>
          <p:nvPicPr>
            <p:cNvPr id="105" name="object 105" descr=""/>
            <p:cNvPicPr/>
            <p:nvPr/>
          </p:nvPicPr>
          <p:blipFill>
            <a:blip r:embed="rId3" cstate="print"/>
            <a:stretch>
              <a:fillRect/>
            </a:stretch>
          </p:blipFill>
          <p:spPr>
            <a:xfrm>
              <a:off x="7620847" y="4603897"/>
              <a:ext cx="274062" cy="127632"/>
            </a:xfrm>
            <a:prstGeom prst="rect">
              <a:avLst/>
            </a:prstGeom>
          </p:spPr>
        </p:pic>
        <p:sp>
          <p:nvSpPr>
            <p:cNvPr id="106" name="object 106" descr=""/>
            <p:cNvSpPr/>
            <p:nvPr/>
          </p:nvSpPr>
          <p:spPr>
            <a:xfrm>
              <a:off x="8205525" y="4163553"/>
              <a:ext cx="254000" cy="509905"/>
            </a:xfrm>
            <a:custGeom>
              <a:avLst/>
              <a:gdLst/>
              <a:ahLst/>
              <a:cxnLst/>
              <a:rect l="l" t="t" r="r" b="b"/>
              <a:pathLst>
                <a:path w="254000" h="509904">
                  <a:moveTo>
                    <a:pt x="0" y="509561"/>
                  </a:moveTo>
                  <a:lnTo>
                    <a:pt x="155864" y="509561"/>
                  </a:lnTo>
                </a:path>
                <a:path w="254000" h="509904">
                  <a:moveTo>
                    <a:pt x="155864" y="509561"/>
                  </a:moveTo>
                  <a:lnTo>
                    <a:pt x="155864" y="0"/>
                  </a:lnTo>
                </a:path>
                <a:path w="254000" h="509904">
                  <a:moveTo>
                    <a:pt x="155864" y="0"/>
                  </a:moveTo>
                  <a:lnTo>
                    <a:pt x="253836" y="0"/>
                  </a:lnTo>
                </a:path>
              </a:pathLst>
            </a:custGeom>
            <a:ln w="13217">
              <a:solidFill>
                <a:srgbClr val="000000"/>
              </a:solidFill>
            </a:ln>
          </p:spPr>
          <p:txBody>
            <a:bodyPr wrap="square" lIns="0" tIns="0" rIns="0" bIns="0" rtlCol="0"/>
            <a:lstStyle/>
            <a:p/>
          </p:txBody>
        </p:sp>
        <p:sp>
          <p:nvSpPr>
            <p:cNvPr id="107" name="object 107" descr=""/>
            <p:cNvSpPr/>
            <p:nvPr/>
          </p:nvSpPr>
          <p:spPr>
            <a:xfrm>
              <a:off x="8410562" y="4117173"/>
              <a:ext cx="146050" cy="93345"/>
            </a:xfrm>
            <a:custGeom>
              <a:avLst/>
              <a:gdLst/>
              <a:ahLst/>
              <a:cxnLst/>
              <a:rect l="l" t="t" r="r" b="b"/>
              <a:pathLst>
                <a:path w="146050" h="93345">
                  <a:moveTo>
                    <a:pt x="0" y="0"/>
                  </a:moveTo>
                  <a:lnTo>
                    <a:pt x="46944" y="46380"/>
                  </a:lnTo>
                  <a:lnTo>
                    <a:pt x="0" y="93179"/>
                  </a:lnTo>
                  <a:lnTo>
                    <a:pt x="145659" y="46380"/>
                  </a:lnTo>
                  <a:lnTo>
                    <a:pt x="0" y="0"/>
                  </a:lnTo>
                  <a:close/>
                </a:path>
              </a:pathLst>
            </a:custGeom>
            <a:solidFill>
              <a:srgbClr val="000000"/>
            </a:solidFill>
          </p:spPr>
          <p:txBody>
            <a:bodyPr wrap="square" lIns="0" tIns="0" rIns="0" bIns="0" rtlCol="0"/>
            <a:lstStyle/>
            <a:p/>
          </p:txBody>
        </p:sp>
        <p:sp>
          <p:nvSpPr>
            <p:cNvPr id="108" name="object 108" descr=""/>
            <p:cNvSpPr/>
            <p:nvPr/>
          </p:nvSpPr>
          <p:spPr>
            <a:xfrm>
              <a:off x="6490271" y="3143883"/>
              <a:ext cx="565785" cy="1926589"/>
            </a:xfrm>
            <a:custGeom>
              <a:avLst/>
              <a:gdLst/>
              <a:ahLst/>
              <a:cxnLst/>
              <a:rect l="l" t="t" r="r" b="b"/>
              <a:pathLst>
                <a:path w="565784" h="1926589">
                  <a:moveTo>
                    <a:pt x="0" y="0"/>
                  </a:moveTo>
                  <a:lnTo>
                    <a:pt x="0" y="1926271"/>
                  </a:lnTo>
                </a:path>
                <a:path w="565784" h="1926589">
                  <a:moveTo>
                    <a:pt x="0" y="1529230"/>
                  </a:moveTo>
                  <a:lnTo>
                    <a:pt x="565752" y="1529230"/>
                  </a:lnTo>
                </a:path>
              </a:pathLst>
            </a:custGeom>
            <a:ln w="13217">
              <a:solidFill>
                <a:srgbClr val="000000"/>
              </a:solidFill>
            </a:ln>
          </p:spPr>
          <p:txBody>
            <a:bodyPr wrap="square" lIns="0" tIns="0" rIns="0" bIns="0" rtlCol="0"/>
            <a:lstStyle/>
            <a:p/>
          </p:txBody>
        </p:sp>
        <p:sp>
          <p:nvSpPr>
            <p:cNvPr id="109" name="object 109" descr=""/>
            <p:cNvSpPr/>
            <p:nvPr/>
          </p:nvSpPr>
          <p:spPr>
            <a:xfrm>
              <a:off x="7007408" y="4627209"/>
              <a:ext cx="146050" cy="93345"/>
            </a:xfrm>
            <a:custGeom>
              <a:avLst/>
              <a:gdLst/>
              <a:ahLst/>
              <a:cxnLst/>
              <a:rect l="l" t="t" r="r" b="b"/>
              <a:pathLst>
                <a:path w="146050" h="93345">
                  <a:moveTo>
                    <a:pt x="0" y="0"/>
                  </a:moveTo>
                  <a:lnTo>
                    <a:pt x="46388" y="47255"/>
                  </a:lnTo>
                  <a:lnTo>
                    <a:pt x="0" y="93179"/>
                  </a:lnTo>
                  <a:lnTo>
                    <a:pt x="145659" y="47255"/>
                  </a:lnTo>
                  <a:lnTo>
                    <a:pt x="0" y="0"/>
                  </a:lnTo>
                  <a:close/>
                </a:path>
              </a:pathLst>
            </a:custGeom>
            <a:solidFill>
              <a:srgbClr val="000000"/>
            </a:solidFill>
          </p:spPr>
          <p:txBody>
            <a:bodyPr wrap="square" lIns="0" tIns="0" rIns="0" bIns="0" rtlCol="0"/>
            <a:lstStyle/>
            <a:p/>
          </p:txBody>
        </p:sp>
        <p:sp>
          <p:nvSpPr>
            <p:cNvPr id="110" name="object 110" descr=""/>
            <p:cNvSpPr/>
            <p:nvPr/>
          </p:nvSpPr>
          <p:spPr>
            <a:xfrm>
              <a:off x="6490271" y="3143883"/>
              <a:ext cx="721995" cy="1581150"/>
            </a:xfrm>
            <a:custGeom>
              <a:avLst/>
              <a:gdLst/>
              <a:ahLst/>
              <a:cxnLst/>
              <a:rect l="l" t="t" r="r" b="b"/>
              <a:pathLst>
                <a:path w="721995" h="1581150">
                  <a:moveTo>
                    <a:pt x="467965" y="1466667"/>
                  </a:moveTo>
                  <a:lnTo>
                    <a:pt x="506931" y="1580993"/>
                  </a:lnTo>
                </a:path>
                <a:path w="721995" h="1581150">
                  <a:moveTo>
                    <a:pt x="0" y="0"/>
                  </a:moveTo>
                  <a:lnTo>
                    <a:pt x="721987" y="0"/>
                  </a:lnTo>
                </a:path>
              </a:pathLst>
            </a:custGeom>
            <a:ln w="13217">
              <a:solidFill>
                <a:srgbClr val="000000"/>
              </a:solidFill>
            </a:ln>
          </p:spPr>
          <p:txBody>
            <a:bodyPr wrap="square" lIns="0" tIns="0" rIns="0" bIns="0" rtlCol="0"/>
            <a:lstStyle/>
            <a:p/>
          </p:txBody>
        </p:sp>
        <p:sp>
          <p:nvSpPr>
            <p:cNvPr id="111" name="object 111" descr=""/>
            <p:cNvSpPr/>
            <p:nvPr/>
          </p:nvSpPr>
          <p:spPr>
            <a:xfrm>
              <a:off x="7163087" y="3098087"/>
              <a:ext cx="146050" cy="93345"/>
            </a:xfrm>
            <a:custGeom>
              <a:avLst/>
              <a:gdLst/>
              <a:ahLst/>
              <a:cxnLst/>
              <a:rect l="l" t="t" r="r" b="b"/>
              <a:pathLst>
                <a:path w="146050" h="93344">
                  <a:moveTo>
                    <a:pt x="0" y="0"/>
                  </a:moveTo>
                  <a:lnTo>
                    <a:pt x="46944" y="45796"/>
                  </a:lnTo>
                  <a:lnTo>
                    <a:pt x="0" y="93052"/>
                  </a:lnTo>
                  <a:lnTo>
                    <a:pt x="145659" y="45796"/>
                  </a:lnTo>
                  <a:lnTo>
                    <a:pt x="0" y="0"/>
                  </a:lnTo>
                  <a:close/>
                </a:path>
              </a:pathLst>
            </a:custGeom>
            <a:solidFill>
              <a:srgbClr val="000000"/>
            </a:solidFill>
          </p:spPr>
          <p:txBody>
            <a:bodyPr wrap="square" lIns="0" tIns="0" rIns="0" bIns="0" rtlCol="0"/>
            <a:lstStyle/>
            <a:p/>
          </p:txBody>
        </p:sp>
        <p:sp>
          <p:nvSpPr>
            <p:cNvPr id="112" name="object 112" descr=""/>
            <p:cNvSpPr/>
            <p:nvPr/>
          </p:nvSpPr>
          <p:spPr>
            <a:xfrm>
              <a:off x="6490271" y="3483798"/>
              <a:ext cx="721995" cy="0"/>
            </a:xfrm>
            <a:custGeom>
              <a:avLst/>
              <a:gdLst/>
              <a:ahLst/>
              <a:cxnLst/>
              <a:rect l="l" t="t" r="r" b="b"/>
              <a:pathLst>
                <a:path w="721995" h="0">
                  <a:moveTo>
                    <a:pt x="0" y="0"/>
                  </a:moveTo>
                  <a:lnTo>
                    <a:pt x="721987" y="0"/>
                  </a:lnTo>
                </a:path>
              </a:pathLst>
            </a:custGeom>
            <a:ln w="13106">
              <a:solidFill>
                <a:srgbClr val="000000"/>
              </a:solidFill>
            </a:ln>
          </p:spPr>
          <p:txBody>
            <a:bodyPr wrap="square" lIns="0" tIns="0" rIns="0" bIns="0" rtlCol="0"/>
            <a:lstStyle/>
            <a:p/>
          </p:txBody>
        </p:sp>
        <p:sp>
          <p:nvSpPr>
            <p:cNvPr id="113" name="object 113" descr=""/>
            <p:cNvSpPr/>
            <p:nvPr/>
          </p:nvSpPr>
          <p:spPr>
            <a:xfrm>
              <a:off x="7163087" y="3437819"/>
              <a:ext cx="146050" cy="93345"/>
            </a:xfrm>
            <a:custGeom>
              <a:avLst/>
              <a:gdLst/>
              <a:ahLst/>
              <a:cxnLst/>
              <a:rect l="l" t="t" r="r" b="b"/>
              <a:pathLst>
                <a:path w="146050" h="93345">
                  <a:moveTo>
                    <a:pt x="0" y="0"/>
                  </a:moveTo>
                  <a:lnTo>
                    <a:pt x="46944" y="45978"/>
                  </a:lnTo>
                  <a:lnTo>
                    <a:pt x="0" y="93234"/>
                  </a:lnTo>
                  <a:lnTo>
                    <a:pt x="145659" y="45978"/>
                  </a:lnTo>
                  <a:lnTo>
                    <a:pt x="0" y="0"/>
                  </a:lnTo>
                  <a:close/>
                </a:path>
              </a:pathLst>
            </a:custGeom>
            <a:solidFill>
              <a:srgbClr val="000000"/>
            </a:solidFill>
          </p:spPr>
          <p:txBody>
            <a:bodyPr wrap="square" lIns="0" tIns="0" rIns="0" bIns="0" rtlCol="0"/>
            <a:lstStyle/>
            <a:p/>
          </p:txBody>
        </p:sp>
        <p:sp>
          <p:nvSpPr>
            <p:cNvPr id="114" name="object 114" descr=""/>
            <p:cNvSpPr/>
            <p:nvPr/>
          </p:nvSpPr>
          <p:spPr>
            <a:xfrm>
              <a:off x="6685102" y="3823712"/>
              <a:ext cx="527685" cy="0"/>
            </a:xfrm>
            <a:custGeom>
              <a:avLst/>
              <a:gdLst/>
              <a:ahLst/>
              <a:cxnLst/>
              <a:rect l="l" t="t" r="r" b="b"/>
              <a:pathLst>
                <a:path w="527684" h="0">
                  <a:moveTo>
                    <a:pt x="0" y="0"/>
                  </a:moveTo>
                  <a:lnTo>
                    <a:pt x="527156" y="0"/>
                  </a:lnTo>
                </a:path>
              </a:pathLst>
            </a:custGeom>
            <a:ln w="13106">
              <a:solidFill>
                <a:srgbClr val="000000"/>
              </a:solidFill>
            </a:ln>
          </p:spPr>
          <p:txBody>
            <a:bodyPr wrap="square" lIns="0" tIns="0" rIns="0" bIns="0" rtlCol="0"/>
            <a:lstStyle/>
            <a:p/>
          </p:txBody>
        </p:sp>
        <p:sp>
          <p:nvSpPr>
            <p:cNvPr id="115" name="object 115" descr=""/>
            <p:cNvSpPr/>
            <p:nvPr/>
          </p:nvSpPr>
          <p:spPr>
            <a:xfrm>
              <a:off x="7163087" y="3777368"/>
              <a:ext cx="146050" cy="93345"/>
            </a:xfrm>
            <a:custGeom>
              <a:avLst/>
              <a:gdLst/>
              <a:ahLst/>
              <a:cxnLst/>
              <a:rect l="l" t="t" r="r" b="b"/>
              <a:pathLst>
                <a:path w="146050" h="93345">
                  <a:moveTo>
                    <a:pt x="0" y="0"/>
                  </a:moveTo>
                  <a:lnTo>
                    <a:pt x="46944" y="46343"/>
                  </a:lnTo>
                  <a:lnTo>
                    <a:pt x="0" y="93052"/>
                  </a:lnTo>
                  <a:lnTo>
                    <a:pt x="145659" y="46343"/>
                  </a:lnTo>
                  <a:lnTo>
                    <a:pt x="0" y="0"/>
                  </a:lnTo>
                  <a:close/>
                </a:path>
              </a:pathLst>
            </a:custGeom>
            <a:solidFill>
              <a:srgbClr val="000000"/>
            </a:solidFill>
          </p:spPr>
          <p:txBody>
            <a:bodyPr wrap="square" lIns="0" tIns="0" rIns="0" bIns="0" rtlCol="0"/>
            <a:lstStyle/>
            <a:p/>
          </p:txBody>
        </p:sp>
        <p:sp>
          <p:nvSpPr>
            <p:cNvPr id="116" name="object 116" descr=""/>
            <p:cNvSpPr/>
            <p:nvPr/>
          </p:nvSpPr>
          <p:spPr>
            <a:xfrm>
              <a:off x="5671666" y="3596738"/>
              <a:ext cx="850265" cy="8255"/>
            </a:xfrm>
            <a:custGeom>
              <a:avLst/>
              <a:gdLst/>
              <a:ahLst/>
              <a:cxnLst/>
              <a:rect l="l" t="t" r="r" b="b"/>
              <a:pathLst>
                <a:path w="850265" h="8254">
                  <a:moveTo>
                    <a:pt x="733065" y="7663"/>
                  </a:moveTo>
                  <a:lnTo>
                    <a:pt x="849778" y="0"/>
                  </a:lnTo>
                </a:path>
                <a:path w="850265" h="8254">
                  <a:moveTo>
                    <a:pt x="0" y="0"/>
                  </a:moveTo>
                  <a:lnTo>
                    <a:pt x="332307" y="5473"/>
                  </a:lnTo>
                </a:path>
              </a:pathLst>
            </a:custGeom>
            <a:ln w="13217">
              <a:solidFill>
                <a:srgbClr val="000000"/>
              </a:solidFill>
            </a:ln>
          </p:spPr>
          <p:txBody>
            <a:bodyPr wrap="square" lIns="0" tIns="0" rIns="0" bIns="0" rtlCol="0"/>
            <a:lstStyle/>
            <a:p/>
          </p:txBody>
        </p:sp>
        <p:sp>
          <p:nvSpPr>
            <p:cNvPr id="117" name="object 117" descr=""/>
            <p:cNvSpPr/>
            <p:nvPr/>
          </p:nvSpPr>
          <p:spPr>
            <a:xfrm>
              <a:off x="5953874" y="3554955"/>
              <a:ext cx="148590" cy="93345"/>
            </a:xfrm>
            <a:custGeom>
              <a:avLst/>
              <a:gdLst/>
              <a:ahLst/>
              <a:cxnLst/>
              <a:rect l="l" t="t" r="r" b="b"/>
              <a:pathLst>
                <a:path w="148589" h="93345">
                  <a:moveTo>
                    <a:pt x="1836" y="0"/>
                  </a:moveTo>
                  <a:lnTo>
                    <a:pt x="47798" y="47255"/>
                  </a:lnTo>
                  <a:lnTo>
                    <a:pt x="0" y="93234"/>
                  </a:lnTo>
                  <a:lnTo>
                    <a:pt x="147997" y="49445"/>
                  </a:lnTo>
                  <a:lnTo>
                    <a:pt x="1836" y="0"/>
                  </a:lnTo>
                  <a:close/>
                </a:path>
              </a:pathLst>
            </a:custGeom>
            <a:solidFill>
              <a:srgbClr val="000000"/>
            </a:solidFill>
          </p:spPr>
          <p:txBody>
            <a:bodyPr wrap="square" lIns="0" tIns="0" rIns="0" bIns="0" rtlCol="0"/>
            <a:lstStyle/>
            <a:p/>
          </p:txBody>
        </p:sp>
        <p:sp>
          <p:nvSpPr>
            <p:cNvPr id="118" name="object 118" descr=""/>
            <p:cNvSpPr/>
            <p:nvPr/>
          </p:nvSpPr>
          <p:spPr>
            <a:xfrm>
              <a:off x="4775406" y="3596738"/>
              <a:ext cx="215265" cy="5715"/>
            </a:xfrm>
            <a:custGeom>
              <a:avLst/>
              <a:gdLst/>
              <a:ahLst/>
              <a:cxnLst/>
              <a:rect l="l" t="t" r="r" b="b"/>
              <a:pathLst>
                <a:path w="215264" h="5714">
                  <a:moveTo>
                    <a:pt x="0" y="0"/>
                  </a:moveTo>
                  <a:lnTo>
                    <a:pt x="215093" y="5473"/>
                  </a:lnTo>
                </a:path>
              </a:pathLst>
            </a:custGeom>
            <a:ln w="13106">
              <a:solidFill>
                <a:srgbClr val="000000"/>
              </a:solidFill>
            </a:ln>
          </p:spPr>
          <p:txBody>
            <a:bodyPr wrap="square" lIns="0" tIns="0" rIns="0" bIns="0" rtlCol="0"/>
            <a:lstStyle/>
            <a:p/>
          </p:txBody>
        </p:sp>
        <p:sp>
          <p:nvSpPr>
            <p:cNvPr id="119" name="object 119" descr=""/>
            <p:cNvSpPr/>
            <p:nvPr/>
          </p:nvSpPr>
          <p:spPr>
            <a:xfrm>
              <a:off x="4940400" y="3554955"/>
              <a:ext cx="148590" cy="93345"/>
            </a:xfrm>
            <a:custGeom>
              <a:avLst/>
              <a:gdLst/>
              <a:ahLst/>
              <a:cxnLst/>
              <a:rect l="l" t="t" r="r" b="b"/>
              <a:pathLst>
                <a:path w="148589" h="93345">
                  <a:moveTo>
                    <a:pt x="1836" y="0"/>
                  </a:moveTo>
                  <a:lnTo>
                    <a:pt x="47798" y="47255"/>
                  </a:lnTo>
                  <a:lnTo>
                    <a:pt x="0" y="93234"/>
                  </a:lnTo>
                  <a:lnTo>
                    <a:pt x="147997" y="49445"/>
                  </a:lnTo>
                  <a:lnTo>
                    <a:pt x="1836" y="0"/>
                  </a:lnTo>
                  <a:close/>
                </a:path>
              </a:pathLst>
            </a:custGeom>
            <a:solidFill>
              <a:srgbClr val="000000"/>
            </a:solidFill>
          </p:spPr>
          <p:txBody>
            <a:bodyPr wrap="square" lIns="0" tIns="0" rIns="0" bIns="0" rtlCol="0"/>
            <a:lstStyle/>
            <a:p/>
          </p:txBody>
        </p:sp>
        <p:sp>
          <p:nvSpPr>
            <p:cNvPr id="120" name="object 120" descr=""/>
            <p:cNvSpPr/>
            <p:nvPr/>
          </p:nvSpPr>
          <p:spPr>
            <a:xfrm>
              <a:off x="4853543" y="2804152"/>
              <a:ext cx="98425" cy="0"/>
            </a:xfrm>
            <a:custGeom>
              <a:avLst/>
              <a:gdLst/>
              <a:ahLst/>
              <a:cxnLst/>
              <a:rect l="l" t="t" r="r" b="b"/>
              <a:pathLst>
                <a:path w="98425" h="0">
                  <a:moveTo>
                    <a:pt x="0" y="0"/>
                  </a:moveTo>
                  <a:lnTo>
                    <a:pt x="97897" y="0"/>
                  </a:lnTo>
                </a:path>
              </a:pathLst>
            </a:custGeom>
            <a:ln w="13106">
              <a:solidFill>
                <a:srgbClr val="000000"/>
              </a:solidFill>
            </a:ln>
          </p:spPr>
          <p:txBody>
            <a:bodyPr wrap="square" lIns="0" tIns="0" rIns="0" bIns="0" rtlCol="0"/>
            <a:lstStyle/>
            <a:p/>
          </p:txBody>
        </p:sp>
        <p:sp>
          <p:nvSpPr>
            <p:cNvPr id="121" name="object 121" descr=""/>
            <p:cNvSpPr/>
            <p:nvPr/>
          </p:nvSpPr>
          <p:spPr>
            <a:xfrm>
              <a:off x="4902251" y="2758173"/>
              <a:ext cx="146685" cy="93345"/>
            </a:xfrm>
            <a:custGeom>
              <a:avLst/>
              <a:gdLst/>
              <a:ahLst/>
              <a:cxnLst/>
              <a:rect l="l" t="t" r="r" b="b"/>
              <a:pathLst>
                <a:path w="146685" h="93344">
                  <a:moveTo>
                    <a:pt x="0" y="0"/>
                  </a:moveTo>
                  <a:lnTo>
                    <a:pt x="46889" y="45978"/>
                  </a:lnTo>
                  <a:lnTo>
                    <a:pt x="0" y="93234"/>
                  </a:lnTo>
                  <a:lnTo>
                    <a:pt x="146160" y="45978"/>
                  </a:lnTo>
                  <a:lnTo>
                    <a:pt x="0" y="0"/>
                  </a:lnTo>
                  <a:close/>
                </a:path>
              </a:pathLst>
            </a:custGeom>
            <a:solidFill>
              <a:srgbClr val="000000"/>
            </a:solidFill>
          </p:spPr>
          <p:txBody>
            <a:bodyPr wrap="square" lIns="0" tIns="0" rIns="0" bIns="0" rtlCol="0"/>
            <a:lstStyle/>
            <a:p/>
          </p:txBody>
        </p:sp>
        <p:sp>
          <p:nvSpPr>
            <p:cNvPr id="122" name="object 122" descr=""/>
            <p:cNvSpPr/>
            <p:nvPr/>
          </p:nvSpPr>
          <p:spPr>
            <a:xfrm>
              <a:off x="4814465" y="2407129"/>
              <a:ext cx="137160" cy="1189990"/>
            </a:xfrm>
            <a:custGeom>
              <a:avLst/>
              <a:gdLst/>
              <a:ahLst/>
              <a:cxnLst/>
              <a:rect l="l" t="t" r="r" b="b"/>
              <a:pathLst>
                <a:path w="137160" h="1189989">
                  <a:moveTo>
                    <a:pt x="39077" y="1189608"/>
                  </a:moveTo>
                  <a:lnTo>
                    <a:pt x="39077" y="397022"/>
                  </a:lnTo>
                </a:path>
                <a:path w="137160" h="1189989">
                  <a:moveTo>
                    <a:pt x="0" y="0"/>
                  </a:moveTo>
                  <a:lnTo>
                    <a:pt x="136975" y="0"/>
                  </a:lnTo>
                </a:path>
              </a:pathLst>
            </a:custGeom>
            <a:ln w="13217">
              <a:solidFill>
                <a:srgbClr val="000000"/>
              </a:solidFill>
            </a:ln>
          </p:spPr>
          <p:txBody>
            <a:bodyPr wrap="square" lIns="0" tIns="0" rIns="0" bIns="0" rtlCol="0"/>
            <a:lstStyle/>
            <a:p/>
          </p:txBody>
        </p:sp>
        <p:sp>
          <p:nvSpPr>
            <p:cNvPr id="123" name="object 123" descr=""/>
            <p:cNvSpPr/>
            <p:nvPr/>
          </p:nvSpPr>
          <p:spPr>
            <a:xfrm>
              <a:off x="4902250" y="2361150"/>
              <a:ext cx="146685" cy="93345"/>
            </a:xfrm>
            <a:custGeom>
              <a:avLst/>
              <a:gdLst/>
              <a:ahLst/>
              <a:cxnLst/>
              <a:rect l="l" t="t" r="r" b="b"/>
              <a:pathLst>
                <a:path w="146685" h="93344">
                  <a:moveTo>
                    <a:pt x="0" y="0"/>
                  </a:moveTo>
                  <a:lnTo>
                    <a:pt x="46889" y="45978"/>
                  </a:lnTo>
                  <a:lnTo>
                    <a:pt x="0" y="93234"/>
                  </a:lnTo>
                  <a:lnTo>
                    <a:pt x="146160" y="45978"/>
                  </a:lnTo>
                  <a:lnTo>
                    <a:pt x="0" y="0"/>
                  </a:lnTo>
                  <a:close/>
                </a:path>
              </a:pathLst>
            </a:custGeom>
            <a:solidFill>
              <a:srgbClr val="000000"/>
            </a:solidFill>
          </p:spPr>
          <p:txBody>
            <a:bodyPr wrap="square" lIns="0" tIns="0" rIns="0" bIns="0" rtlCol="0"/>
            <a:lstStyle/>
            <a:p/>
          </p:txBody>
        </p:sp>
        <p:sp>
          <p:nvSpPr>
            <p:cNvPr id="124" name="object 124" descr=""/>
            <p:cNvSpPr/>
            <p:nvPr/>
          </p:nvSpPr>
          <p:spPr>
            <a:xfrm>
              <a:off x="4385642" y="2181614"/>
              <a:ext cx="59055" cy="1416050"/>
            </a:xfrm>
            <a:custGeom>
              <a:avLst/>
              <a:gdLst/>
              <a:ahLst/>
              <a:cxnLst/>
              <a:rect l="l" t="t" r="r" b="b"/>
              <a:pathLst>
                <a:path w="59054" h="1416050">
                  <a:moveTo>
                    <a:pt x="0" y="0"/>
                  </a:moveTo>
                  <a:lnTo>
                    <a:pt x="0" y="1415123"/>
                  </a:lnTo>
                </a:path>
                <a:path w="59054" h="1416050">
                  <a:moveTo>
                    <a:pt x="0" y="1415123"/>
                  </a:moveTo>
                  <a:lnTo>
                    <a:pt x="58831" y="1416035"/>
                  </a:lnTo>
                </a:path>
              </a:pathLst>
            </a:custGeom>
            <a:ln w="13217">
              <a:solidFill>
                <a:srgbClr val="000000"/>
              </a:solidFill>
            </a:ln>
          </p:spPr>
          <p:txBody>
            <a:bodyPr wrap="square" lIns="0" tIns="0" rIns="0" bIns="0" rtlCol="0"/>
            <a:lstStyle/>
            <a:p/>
          </p:txBody>
        </p:sp>
        <p:sp>
          <p:nvSpPr>
            <p:cNvPr id="125" name="object 125" descr=""/>
            <p:cNvSpPr/>
            <p:nvPr/>
          </p:nvSpPr>
          <p:spPr>
            <a:xfrm>
              <a:off x="4394375" y="3550394"/>
              <a:ext cx="148590" cy="93345"/>
            </a:xfrm>
            <a:custGeom>
              <a:avLst/>
              <a:gdLst/>
              <a:ahLst/>
              <a:cxnLst/>
              <a:rect l="l" t="t" r="r" b="b"/>
              <a:pathLst>
                <a:path w="148589" h="93345">
                  <a:moveTo>
                    <a:pt x="2298" y="0"/>
                  </a:moveTo>
                  <a:lnTo>
                    <a:pt x="47800" y="47255"/>
                  </a:lnTo>
                  <a:lnTo>
                    <a:pt x="0" y="93234"/>
                  </a:lnTo>
                  <a:lnTo>
                    <a:pt x="147995" y="49627"/>
                  </a:lnTo>
                  <a:lnTo>
                    <a:pt x="2298" y="0"/>
                  </a:lnTo>
                  <a:close/>
                </a:path>
              </a:pathLst>
            </a:custGeom>
            <a:solidFill>
              <a:srgbClr val="000000"/>
            </a:solidFill>
          </p:spPr>
          <p:txBody>
            <a:bodyPr wrap="square" lIns="0" tIns="0" rIns="0" bIns="0" rtlCol="0"/>
            <a:lstStyle/>
            <a:p/>
          </p:txBody>
        </p:sp>
        <p:sp>
          <p:nvSpPr>
            <p:cNvPr id="126" name="object 126" descr=""/>
            <p:cNvSpPr/>
            <p:nvPr/>
          </p:nvSpPr>
          <p:spPr>
            <a:xfrm>
              <a:off x="5827939" y="2577177"/>
              <a:ext cx="176530" cy="0"/>
            </a:xfrm>
            <a:custGeom>
              <a:avLst/>
              <a:gdLst/>
              <a:ahLst/>
              <a:cxnLst/>
              <a:rect l="l" t="t" r="r" b="b"/>
              <a:pathLst>
                <a:path w="176529" h="0">
                  <a:moveTo>
                    <a:pt x="0" y="0"/>
                  </a:moveTo>
                  <a:lnTo>
                    <a:pt x="176034" y="0"/>
                  </a:lnTo>
                </a:path>
              </a:pathLst>
            </a:custGeom>
            <a:ln w="13106">
              <a:solidFill>
                <a:srgbClr val="000000"/>
              </a:solidFill>
            </a:ln>
          </p:spPr>
          <p:txBody>
            <a:bodyPr wrap="square" lIns="0" tIns="0" rIns="0" bIns="0" rtlCol="0"/>
            <a:lstStyle/>
            <a:p/>
          </p:txBody>
        </p:sp>
        <p:sp>
          <p:nvSpPr>
            <p:cNvPr id="127" name="object 127" descr=""/>
            <p:cNvSpPr/>
            <p:nvPr/>
          </p:nvSpPr>
          <p:spPr>
            <a:xfrm>
              <a:off x="5954783" y="2530834"/>
              <a:ext cx="147320" cy="93345"/>
            </a:xfrm>
            <a:custGeom>
              <a:avLst/>
              <a:gdLst/>
              <a:ahLst/>
              <a:cxnLst/>
              <a:rect l="l" t="t" r="r" b="b"/>
              <a:pathLst>
                <a:path w="147320" h="93344">
                  <a:moveTo>
                    <a:pt x="0" y="0"/>
                  </a:moveTo>
                  <a:lnTo>
                    <a:pt x="46889" y="47255"/>
                  </a:lnTo>
                  <a:lnTo>
                    <a:pt x="0" y="93234"/>
                  </a:lnTo>
                  <a:lnTo>
                    <a:pt x="147088" y="47255"/>
                  </a:lnTo>
                  <a:lnTo>
                    <a:pt x="0" y="0"/>
                  </a:lnTo>
                  <a:close/>
                </a:path>
              </a:pathLst>
            </a:custGeom>
            <a:solidFill>
              <a:srgbClr val="000000"/>
            </a:solidFill>
          </p:spPr>
          <p:txBody>
            <a:bodyPr wrap="square" lIns="0" tIns="0" rIns="0" bIns="0" rtlCol="0"/>
            <a:lstStyle/>
            <a:p/>
          </p:txBody>
        </p:sp>
        <p:sp>
          <p:nvSpPr>
            <p:cNvPr id="128" name="object 128" descr=""/>
            <p:cNvSpPr/>
            <p:nvPr/>
          </p:nvSpPr>
          <p:spPr>
            <a:xfrm>
              <a:off x="8400357" y="3257006"/>
              <a:ext cx="59055" cy="0"/>
            </a:xfrm>
            <a:custGeom>
              <a:avLst/>
              <a:gdLst/>
              <a:ahLst/>
              <a:cxnLst/>
              <a:rect l="l" t="t" r="r" b="b"/>
              <a:pathLst>
                <a:path w="59054" h="0">
                  <a:moveTo>
                    <a:pt x="0" y="0"/>
                  </a:moveTo>
                  <a:lnTo>
                    <a:pt x="59005" y="0"/>
                  </a:lnTo>
                </a:path>
              </a:pathLst>
            </a:custGeom>
            <a:ln w="13106">
              <a:solidFill>
                <a:srgbClr val="000000"/>
              </a:solidFill>
            </a:ln>
          </p:spPr>
          <p:txBody>
            <a:bodyPr wrap="square" lIns="0" tIns="0" rIns="0" bIns="0" rtlCol="0"/>
            <a:lstStyle/>
            <a:p/>
          </p:txBody>
        </p:sp>
        <p:sp>
          <p:nvSpPr>
            <p:cNvPr id="129" name="object 129" descr=""/>
            <p:cNvSpPr/>
            <p:nvPr/>
          </p:nvSpPr>
          <p:spPr>
            <a:xfrm>
              <a:off x="8410562" y="3210662"/>
              <a:ext cx="146050" cy="93345"/>
            </a:xfrm>
            <a:custGeom>
              <a:avLst/>
              <a:gdLst/>
              <a:ahLst/>
              <a:cxnLst/>
              <a:rect l="l" t="t" r="r" b="b"/>
              <a:pathLst>
                <a:path w="146050" h="93345">
                  <a:moveTo>
                    <a:pt x="0" y="0"/>
                  </a:moveTo>
                  <a:lnTo>
                    <a:pt x="46944" y="47255"/>
                  </a:lnTo>
                  <a:lnTo>
                    <a:pt x="0" y="93052"/>
                  </a:lnTo>
                  <a:lnTo>
                    <a:pt x="145659" y="47255"/>
                  </a:lnTo>
                  <a:lnTo>
                    <a:pt x="0" y="0"/>
                  </a:lnTo>
                  <a:close/>
                </a:path>
              </a:pathLst>
            </a:custGeom>
            <a:solidFill>
              <a:srgbClr val="000000"/>
            </a:solidFill>
          </p:spPr>
          <p:txBody>
            <a:bodyPr wrap="square" lIns="0" tIns="0" rIns="0" bIns="0" rtlCol="0"/>
            <a:lstStyle/>
            <a:p/>
          </p:txBody>
        </p:sp>
        <p:sp>
          <p:nvSpPr>
            <p:cNvPr id="130" name="object 130" descr=""/>
            <p:cNvSpPr/>
            <p:nvPr/>
          </p:nvSpPr>
          <p:spPr>
            <a:xfrm>
              <a:off x="9842662" y="3710772"/>
              <a:ext cx="371475" cy="0"/>
            </a:xfrm>
            <a:custGeom>
              <a:avLst/>
              <a:gdLst/>
              <a:ahLst/>
              <a:cxnLst/>
              <a:rect l="l" t="t" r="r" b="b"/>
              <a:pathLst>
                <a:path w="371475" h="0">
                  <a:moveTo>
                    <a:pt x="0" y="0"/>
                  </a:moveTo>
                  <a:lnTo>
                    <a:pt x="370920" y="0"/>
                  </a:lnTo>
                </a:path>
              </a:pathLst>
            </a:custGeom>
            <a:ln w="13106">
              <a:solidFill>
                <a:srgbClr val="000000"/>
              </a:solidFill>
            </a:ln>
          </p:spPr>
          <p:txBody>
            <a:bodyPr wrap="square" lIns="0" tIns="0" rIns="0" bIns="0" rtlCol="0"/>
            <a:lstStyle/>
            <a:p/>
          </p:txBody>
        </p:sp>
        <p:sp>
          <p:nvSpPr>
            <p:cNvPr id="131" name="object 131" descr=""/>
            <p:cNvSpPr/>
            <p:nvPr/>
          </p:nvSpPr>
          <p:spPr>
            <a:xfrm>
              <a:off x="10164411" y="3664794"/>
              <a:ext cx="147320" cy="93345"/>
            </a:xfrm>
            <a:custGeom>
              <a:avLst/>
              <a:gdLst/>
              <a:ahLst/>
              <a:cxnLst/>
              <a:rect l="l" t="t" r="r" b="b"/>
              <a:pathLst>
                <a:path w="147320" h="93345">
                  <a:moveTo>
                    <a:pt x="0" y="0"/>
                  </a:moveTo>
                  <a:lnTo>
                    <a:pt x="46944" y="46708"/>
                  </a:lnTo>
                  <a:lnTo>
                    <a:pt x="0" y="93234"/>
                  </a:lnTo>
                  <a:lnTo>
                    <a:pt x="147143" y="46708"/>
                  </a:lnTo>
                  <a:lnTo>
                    <a:pt x="0" y="0"/>
                  </a:lnTo>
                  <a:close/>
                </a:path>
              </a:pathLst>
            </a:custGeom>
            <a:solidFill>
              <a:srgbClr val="000000"/>
            </a:solidFill>
          </p:spPr>
          <p:txBody>
            <a:bodyPr wrap="square" lIns="0" tIns="0" rIns="0" bIns="0" rtlCol="0"/>
            <a:lstStyle/>
            <a:p/>
          </p:txBody>
        </p:sp>
        <p:sp>
          <p:nvSpPr>
            <p:cNvPr id="132" name="object 132" descr=""/>
            <p:cNvSpPr/>
            <p:nvPr/>
          </p:nvSpPr>
          <p:spPr>
            <a:xfrm>
              <a:off x="10895306" y="3880456"/>
              <a:ext cx="97790" cy="0"/>
            </a:xfrm>
            <a:custGeom>
              <a:avLst/>
              <a:gdLst/>
              <a:ahLst/>
              <a:cxnLst/>
              <a:rect l="l" t="t" r="r" b="b"/>
              <a:pathLst>
                <a:path w="97790" h="0">
                  <a:moveTo>
                    <a:pt x="0" y="0"/>
                  </a:moveTo>
                  <a:lnTo>
                    <a:pt x="97786" y="0"/>
                  </a:lnTo>
                </a:path>
              </a:pathLst>
            </a:custGeom>
            <a:ln w="13106">
              <a:solidFill>
                <a:srgbClr val="000000"/>
              </a:solidFill>
            </a:ln>
          </p:spPr>
          <p:txBody>
            <a:bodyPr wrap="square" lIns="0" tIns="0" rIns="0" bIns="0" rtlCol="0"/>
            <a:lstStyle/>
            <a:p/>
          </p:txBody>
        </p:sp>
        <p:sp>
          <p:nvSpPr>
            <p:cNvPr id="133" name="object 133" descr=""/>
            <p:cNvSpPr/>
            <p:nvPr/>
          </p:nvSpPr>
          <p:spPr>
            <a:xfrm>
              <a:off x="10943921" y="3834477"/>
              <a:ext cx="147320" cy="93345"/>
            </a:xfrm>
            <a:custGeom>
              <a:avLst/>
              <a:gdLst/>
              <a:ahLst/>
              <a:cxnLst/>
              <a:rect l="l" t="t" r="r" b="b"/>
              <a:pathLst>
                <a:path w="147320" h="93345">
                  <a:moveTo>
                    <a:pt x="0" y="0"/>
                  </a:moveTo>
                  <a:lnTo>
                    <a:pt x="46944" y="45978"/>
                  </a:lnTo>
                  <a:lnTo>
                    <a:pt x="0" y="93234"/>
                  </a:lnTo>
                  <a:lnTo>
                    <a:pt x="147143" y="45978"/>
                  </a:lnTo>
                  <a:lnTo>
                    <a:pt x="0" y="0"/>
                  </a:lnTo>
                  <a:close/>
                </a:path>
              </a:pathLst>
            </a:custGeom>
            <a:solidFill>
              <a:srgbClr val="000000"/>
            </a:solidFill>
          </p:spPr>
          <p:txBody>
            <a:bodyPr wrap="square" lIns="0" tIns="0" rIns="0" bIns="0" rtlCol="0"/>
            <a:lstStyle/>
            <a:p/>
          </p:txBody>
        </p:sp>
        <p:sp>
          <p:nvSpPr>
            <p:cNvPr id="134" name="object 134" descr=""/>
            <p:cNvSpPr/>
            <p:nvPr/>
          </p:nvSpPr>
          <p:spPr>
            <a:xfrm>
              <a:off x="11401680" y="3880456"/>
              <a:ext cx="176530" cy="0"/>
            </a:xfrm>
            <a:custGeom>
              <a:avLst/>
              <a:gdLst/>
              <a:ahLst/>
              <a:cxnLst/>
              <a:rect l="l" t="t" r="r" b="b"/>
              <a:pathLst>
                <a:path w="176529" h="0">
                  <a:moveTo>
                    <a:pt x="0" y="0"/>
                  </a:moveTo>
                  <a:lnTo>
                    <a:pt x="176090" y="0"/>
                  </a:lnTo>
                </a:path>
              </a:pathLst>
            </a:custGeom>
            <a:ln w="13106">
              <a:solidFill>
                <a:srgbClr val="000000"/>
              </a:solidFill>
            </a:ln>
          </p:spPr>
          <p:txBody>
            <a:bodyPr wrap="square" lIns="0" tIns="0" rIns="0" bIns="0" rtlCol="0"/>
            <a:lstStyle/>
            <a:p/>
          </p:txBody>
        </p:sp>
        <p:sp>
          <p:nvSpPr>
            <p:cNvPr id="135" name="object 135" descr=""/>
            <p:cNvSpPr/>
            <p:nvPr/>
          </p:nvSpPr>
          <p:spPr>
            <a:xfrm>
              <a:off x="11528599" y="3834477"/>
              <a:ext cx="146685" cy="93345"/>
            </a:xfrm>
            <a:custGeom>
              <a:avLst/>
              <a:gdLst/>
              <a:ahLst/>
              <a:cxnLst/>
              <a:rect l="l" t="t" r="r" b="b"/>
              <a:pathLst>
                <a:path w="146684" h="93345">
                  <a:moveTo>
                    <a:pt x="0" y="0"/>
                  </a:moveTo>
                  <a:lnTo>
                    <a:pt x="46944" y="45978"/>
                  </a:lnTo>
                  <a:lnTo>
                    <a:pt x="0" y="93234"/>
                  </a:lnTo>
                  <a:lnTo>
                    <a:pt x="146215" y="45978"/>
                  </a:lnTo>
                  <a:lnTo>
                    <a:pt x="0" y="0"/>
                  </a:lnTo>
                  <a:close/>
                </a:path>
              </a:pathLst>
            </a:custGeom>
            <a:solidFill>
              <a:srgbClr val="000000"/>
            </a:solidFill>
          </p:spPr>
          <p:txBody>
            <a:bodyPr wrap="square" lIns="0" tIns="0" rIns="0" bIns="0" rtlCol="0"/>
            <a:lstStyle/>
            <a:p/>
          </p:txBody>
        </p:sp>
        <p:sp>
          <p:nvSpPr>
            <p:cNvPr id="136" name="object 136" descr=""/>
            <p:cNvSpPr/>
            <p:nvPr/>
          </p:nvSpPr>
          <p:spPr>
            <a:xfrm>
              <a:off x="11479984" y="4038407"/>
              <a:ext cx="97790" cy="0"/>
            </a:xfrm>
            <a:custGeom>
              <a:avLst/>
              <a:gdLst/>
              <a:ahLst/>
              <a:cxnLst/>
              <a:rect l="l" t="t" r="r" b="b"/>
              <a:pathLst>
                <a:path w="97790" h="0">
                  <a:moveTo>
                    <a:pt x="0" y="0"/>
                  </a:moveTo>
                  <a:lnTo>
                    <a:pt x="97786" y="0"/>
                  </a:lnTo>
                </a:path>
              </a:pathLst>
            </a:custGeom>
            <a:ln w="13106">
              <a:solidFill>
                <a:srgbClr val="000000"/>
              </a:solidFill>
            </a:ln>
          </p:spPr>
          <p:txBody>
            <a:bodyPr wrap="square" lIns="0" tIns="0" rIns="0" bIns="0" rtlCol="0"/>
            <a:lstStyle/>
            <a:p/>
          </p:txBody>
        </p:sp>
        <p:sp>
          <p:nvSpPr>
            <p:cNvPr id="137" name="object 137" descr=""/>
            <p:cNvSpPr/>
            <p:nvPr/>
          </p:nvSpPr>
          <p:spPr>
            <a:xfrm>
              <a:off x="11528599" y="3992483"/>
              <a:ext cx="146685" cy="93345"/>
            </a:xfrm>
            <a:custGeom>
              <a:avLst/>
              <a:gdLst/>
              <a:ahLst/>
              <a:cxnLst/>
              <a:rect l="l" t="t" r="r" b="b"/>
              <a:pathLst>
                <a:path w="146684" h="93345">
                  <a:moveTo>
                    <a:pt x="0" y="0"/>
                  </a:moveTo>
                  <a:lnTo>
                    <a:pt x="46944" y="45924"/>
                  </a:lnTo>
                  <a:lnTo>
                    <a:pt x="0" y="93179"/>
                  </a:lnTo>
                  <a:lnTo>
                    <a:pt x="146215" y="45924"/>
                  </a:lnTo>
                  <a:lnTo>
                    <a:pt x="0" y="0"/>
                  </a:lnTo>
                  <a:close/>
                </a:path>
              </a:pathLst>
            </a:custGeom>
            <a:solidFill>
              <a:srgbClr val="000000"/>
            </a:solidFill>
          </p:spPr>
          <p:txBody>
            <a:bodyPr wrap="square" lIns="0" tIns="0" rIns="0" bIns="0" rtlCol="0"/>
            <a:lstStyle/>
            <a:p/>
          </p:txBody>
        </p:sp>
        <p:sp>
          <p:nvSpPr>
            <p:cNvPr id="138" name="object 138" descr=""/>
            <p:cNvSpPr/>
            <p:nvPr/>
          </p:nvSpPr>
          <p:spPr>
            <a:xfrm>
              <a:off x="8283643" y="1501786"/>
              <a:ext cx="3196590" cy="3058795"/>
            </a:xfrm>
            <a:custGeom>
              <a:avLst/>
              <a:gdLst/>
              <a:ahLst/>
              <a:cxnLst/>
              <a:rect l="l" t="t" r="r" b="b"/>
              <a:pathLst>
                <a:path w="3196590" h="3058795">
                  <a:moveTo>
                    <a:pt x="1793000" y="0"/>
                  </a:moveTo>
                  <a:lnTo>
                    <a:pt x="1793001" y="3058334"/>
                  </a:lnTo>
                </a:path>
                <a:path w="3196590" h="3058795">
                  <a:moveTo>
                    <a:pt x="3196340" y="2548772"/>
                  </a:moveTo>
                  <a:lnTo>
                    <a:pt x="3196340" y="3058334"/>
                  </a:lnTo>
                </a:path>
                <a:path w="3196590" h="3058795">
                  <a:moveTo>
                    <a:pt x="0" y="2491609"/>
                  </a:moveTo>
                  <a:lnTo>
                    <a:pt x="0" y="2944445"/>
                  </a:lnTo>
                </a:path>
                <a:path w="3196590" h="3058795">
                  <a:moveTo>
                    <a:pt x="1714883" y="2944445"/>
                  </a:moveTo>
                  <a:lnTo>
                    <a:pt x="1714883" y="2491609"/>
                  </a:lnTo>
                </a:path>
                <a:path w="3196590" h="3058795">
                  <a:moveTo>
                    <a:pt x="1714883" y="2491609"/>
                  </a:moveTo>
                  <a:lnTo>
                    <a:pt x="1929939" y="2491609"/>
                  </a:lnTo>
                </a:path>
              </a:pathLst>
            </a:custGeom>
            <a:ln w="13217">
              <a:solidFill>
                <a:srgbClr val="000000"/>
              </a:solidFill>
            </a:ln>
          </p:spPr>
          <p:txBody>
            <a:bodyPr wrap="square" lIns="0" tIns="0" rIns="0" bIns="0" rtlCol="0"/>
            <a:lstStyle/>
            <a:p/>
          </p:txBody>
        </p:sp>
        <p:sp>
          <p:nvSpPr>
            <p:cNvPr id="139" name="object 139" descr=""/>
            <p:cNvSpPr/>
            <p:nvPr/>
          </p:nvSpPr>
          <p:spPr>
            <a:xfrm>
              <a:off x="10164411" y="3947417"/>
              <a:ext cx="147320" cy="93345"/>
            </a:xfrm>
            <a:custGeom>
              <a:avLst/>
              <a:gdLst/>
              <a:ahLst/>
              <a:cxnLst/>
              <a:rect l="l" t="t" r="r" b="b"/>
              <a:pathLst>
                <a:path w="147320" h="93345">
                  <a:moveTo>
                    <a:pt x="0" y="0"/>
                  </a:moveTo>
                  <a:lnTo>
                    <a:pt x="46944" y="47328"/>
                  </a:lnTo>
                  <a:lnTo>
                    <a:pt x="0" y="93234"/>
                  </a:lnTo>
                  <a:lnTo>
                    <a:pt x="147143" y="47328"/>
                  </a:lnTo>
                  <a:lnTo>
                    <a:pt x="0" y="0"/>
                  </a:lnTo>
                  <a:close/>
                </a:path>
              </a:pathLst>
            </a:custGeom>
            <a:solidFill>
              <a:srgbClr val="000000"/>
            </a:solidFill>
          </p:spPr>
          <p:txBody>
            <a:bodyPr wrap="square" lIns="0" tIns="0" rIns="0" bIns="0" rtlCol="0"/>
            <a:lstStyle/>
            <a:p/>
          </p:txBody>
        </p:sp>
        <p:sp>
          <p:nvSpPr>
            <p:cNvPr id="140" name="object 140" descr=""/>
            <p:cNvSpPr/>
            <p:nvPr/>
          </p:nvSpPr>
          <p:spPr>
            <a:xfrm>
              <a:off x="6879933" y="3936652"/>
              <a:ext cx="5262880" cy="1586865"/>
            </a:xfrm>
            <a:custGeom>
              <a:avLst/>
              <a:gdLst/>
              <a:ahLst/>
              <a:cxnLst/>
              <a:rect l="l" t="t" r="r" b="b"/>
              <a:pathLst>
                <a:path w="5262880" h="1586864">
                  <a:moveTo>
                    <a:pt x="5067459" y="0"/>
                  </a:moveTo>
                  <a:lnTo>
                    <a:pt x="5262290" y="0"/>
                  </a:lnTo>
                </a:path>
                <a:path w="5262880" h="1586864">
                  <a:moveTo>
                    <a:pt x="5262290" y="0"/>
                  </a:moveTo>
                  <a:lnTo>
                    <a:pt x="5262290" y="1586357"/>
                  </a:lnTo>
                </a:path>
                <a:path w="5262880" h="1586864">
                  <a:moveTo>
                    <a:pt x="0" y="1586357"/>
                  </a:moveTo>
                  <a:lnTo>
                    <a:pt x="5262290" y="1586357"/>
                  </a:lnTo>
                </a:path>
                <a:path w="5262880" h="1586864">
                  <a:moveTo>
                    <a:pt x="0" y="169719"/>
                  </a:moveTo>
                  <a:lnTo>
                    <a:pt x="0" y="1586357"/>
                  </a:lnTo>
                </a:path>
                <a:path w="5262880" h="1586864">
                  <a:moveTo>
                    <a:pt x="0" y="169719"/>
                  </a:moveTo>
                  <a:lnTo>
                    <a:pt x="293359" y="169719"/>
                  </a:lnTo>
                </a:path>
              </a:pathLst>
            </a:custGeom>
            <a:ln w="13217">
              <a:solidFill>
                <a:srgbClr val="000000"/>
              </a:solidFill>
            </a:ln>
          </p:spPr>
          <p:txBody>
            <a:bodyPr wrap="square" lIns="0" tIns="0" rIns="0" bIns="0" rtlCol="0"/>
            <a:lstStyle/>
            <a:p/>
          </p:txBody>
        </p:sp>
        <p:sp>
          <p:nvSpPr>
            <p:cNvPr id="141" name="object 141" descr=""/>
            <p:cNvSpPr/>
            <p:nvPr/>
          </p:nvSpPr>
          <p:spPr>
            <a:xfrm>
              <a:off x="7124121" y="4060466"/>
              <a:ext cx="147320" cy="93345"/>
            </a:xfrm>
            <a:custGeom>
              <a:avLst/>
              <a:gdLst/>
              <a:ahLst/>
              <a:cxnLst/>
              <a:rect l="l" t="t" r="r" b="b"/>
              <a:pathLst>
                <a:path w="147320" h="93345">
                  <a:moveTo>
                    <a:pt x="0" y="0"/>
                  </a:moveTo>
                  <a:lnTo>
                    <a:pt x="46759" y="45905"/>
                  </a:lnTo>
                  <a:lnTo>
                    <a:pt x="0" y="93179"/>
                  </a:lnTo>
                  <a:lnTo>
                    <a:pt x="146958" y="45905"/>
                  </a:lnTo>
                  <a:lnTo>
                    <a:pt x="0" y="0"/>
                  </a:lnTo>
                  <a:close/>
                </a:path>
              </a:pathLst>
            </a:custGeom>
            <a:solidFill>
              <a:srgbClr val="000000"/>
            </a:solidFill>
          </p:spPr>
          <p:txBody>
            <a:bodyPr wrap="square" lIns="0" tIns="0" rIns="0" bIns="0" rtlCol="0"/>
            <a:lstStyle/>
            <a:p/>
          </p:txBody>
        </p:sp>
        <p:sp>
          <p:nvSpPr>
            <p:cNvPr id="142" name="object 142" descr=""/>
            <p:cNvSpPr/>
            <p:nvPr/>
          </p:nvSpPr>
          <p:spPr>
            <a:xfrm>
              <a:off x="8283643" y="2691029"/>
              <a:ext cx="254000" cy="793115"/>
            </a:xfrm>
            <a:custGeom>
              <a:avLst/>
              <a:gdLst/>
              <a:ahLst/>
              <a:cxnLst/>
              <a:rect l="l" t="t" r="r" b="b"/>
              <a:pathLst>
                <a:path w="254000" h="793114">
                  <a:moveTo>
                    <a:pt x="0" y="792768"/>
                  </a:moveTo>
                  <a:lnTo>
                    <a:pt x="0" y="0"/>
                  </a:lnTo>
                </a:path>
                <a:path w="254000" h="793114">
                  <a:moveTo>
                    <a:pt x="0" y="0"/>
                  </a:moveTo>
                  <a:lnTo>
                    <a:pt x="253836" y="0"/>
                  </a:lnTo>
                </a:path>
              </a:pathLst>
            </a:custGeom>
            <a:ln w="13217">
              <a:solidFill>
                <a:srgbClr val="000000"/>
              </a:solidFill>
            </a:ln>
          </p:spPr>
          <p:txBody>
            <a:bodyPr wrap="square" lIns="0" tIns="0" rIns="0" bIns="0" rtlCol="0"/>
            <a:lstStyle/>
            <a:p/>
          </p:txBody>
        </p:sp>
        <p:sp>
          <p:nvSpPr>
            <p:cNvPr id="143" name="object 143" descr=""/>
            <p:cNvSpPr/>
            <p:nvPr/>
          </p:nvSpPr>
          <p:spPr>
            <a:xfrm>
              <a:off x="6465963" y="2645244"/>
              <a:ext cx="2168525" cy="860425"/>
            </a:xfrm>
            <a:custGeom>
              <a:avLst/>
              <a:gdLst/>
              <a:ahLst/>
              <a:cxnLst/>
              <a:rect l="l" t="t" r="r" b="b"/>
              <a:pathLst>
                <a:path w="2168525" h="860425">
                  <a:moveTo>
                    <a:pt x="42113" y="833996"/>
                  </a:moveTo>
                  <a:lnTo>
                    <a:pt x="40373" y="823988"/>
                  </a:lnTo>
                  <a:lnTo>
                    <a:pt x="35737" y="816000"/>
                  </a:lnTo>
                  <a:lnTo>
                    <a:pt x="29044" y="810729"/>
                  </a:lnTo>
                  <a:lnTo>
                    <a:pt x="21145" y="808824"/>
                  </a:lnTo>
                  <a:lnTo>
                    <a:pt x="13144" y="810729"/>
                  </a:lnTo>
                  <a:lnTo>
                    <a:pt x="6400" y="816000"/>
                  </a:lnTo>
                  <a:lnTo>
                    <a:pt x="1739" y="823988"/>
                  </a:lnTo>
                  <a:lnTo>
                    <a:pt x="0" y="833996"/>
                  </a:lnTo>
                  <a:lnTo>
                    <a:pt x="1739" y="844181"/>
                  </a:lnTo>
                  <a:lnTo>
                    <a:pt x="6400" y="852538"/>
                  </a:lnTo>
                  <a:lnTo>
                    <a:pt x="13144" y="858189"/>
                  </a:lnTo>
                  <a:lnTo>
                    <a:pt x="21145" y="860272"/>
                  </a:lnTo>
                  <a:lnTo>
                    <a:pt x="29044" y="858189"/>
                  </a:lnTo>
                  <a:lnTo>
                    <a:pt x="35737" y="852538"/>
                  </a:lnTo>
                  <a:lnTo>
                    <a:pt x="40373" y="844181"/>
                  </a:lnTo>
                  <a:lnTo>
                    <a:pt x="42113" y="833996"/>
                  </a:lnTo>
                  <a:close/>
                </a:path>
                <a:path w="2168525" h="860425">
                  <a:moveTo>
                    <a:pt x="2168372" y="46697"/>
                  </a:moveTo>
                  <a:lnTo>
                    <a:pt x="2022335" y="0"/>
                  </a:lnTo>
                  <a:lnTo>
                    <a:pt x="2069096" y="46697"/>
                  </a:lnTo>
                  <a:lnTo>
                    <a:pt x="2022335" y="93052"/>
                  </a:lnTo>
                  <a:lnTo>
                    <a:pt x="2168372" y="46697"/>
                  </a:lnTo>
                  <a:close/>
                </a:path>
              </a:pathLst>
            </a:custGeom>
            <a:solidFill>
              <a:srgbClr val="000000"/>
            </a:solidFill>
          </p:spPr>
          <p:txBody>
            <a:bodyPr wrap="square" lIns="0" tIns="0" rIns="0" bIns="0" rtlCol="0"/>
            <a:lstStyle/>
            <a:p/>
          </p:txBody>
        </p:sp>
        <p:sp>
          <p:nvSpPr>
            <p:cNvPr id="144" name="object 144" descr=""/>
            <p:cNvSpPr/>
            <p:nvPr/>
          </p:nvSpPr>
          <p:spPr>
            <a:xfrm>
              <a:off x="6465964" y="3454058"/>
              <a:ext cx="42545" cy="52069"/>
            </a:xfrm>
            <a:custGeom>
              <a:avLst/>
              <a:gdLst/>
              <a:ahLst/>
              <a:cxnLst/>
              <a:rect l="l" t="t" r="r" b="b"/>
              <a:pathLst>
                <a:path w="42545" h="52070">
                  <a:moveTo>
                    <a:pt x="0" y="25178"/>
                  </a:moveTo>
                  <a:lnTo>
                    <a:pt x="1739" y="35364"/>
                  </a:lnTo>
                  <a:lnTo>
                    <a:pt x="6401" y="43720"/>
                  </a:lnTo>
                  <a:lnTo>
                    <a:pt x="13151" y="49374"/>
                  </a:lnTo>
                  <a:lnTo>
                    <a:pt x="21153" y="51452"/>
                  </a:lnTo>
                  <a:lnTo>
                    <a:pt x="29047" y="49374"/>
                  </a:lnTo>
                  <a:lnTo>
                    <a:pt x="35742" y="43720"/>
                  </a:lnTo>
                  <a:lnTo>
                    <a:pt x="40383" y="35364"/>
                  </a:lnTo>
                  <a:lnTo>
                    <a:pt x="42120" y="25178"/>
                  </a:lnTo>
                  <a:lnTo>
                    <a:pt x="40383" y="15163"/>
                  </a:lnTo>
                  <a:lnTo>
                    <a:pt x="35742" y="7184"/>
                  </a:lnTo>
                  <a:lnTo>
                    <a:pt x="29047" y="1907"/>
                  </a:lnTo>
                  <a:lnTo>
                    <a:pt x="21153" y="0"/>
                  </a:lnTo>
                  <a:lnTo>
                    <a:pt x="13151" y="1907"/>
                  </a:lnTo>
                  <a:lnTo>
                    <a:pt x="6401" y="7184"/>
                  </a:lnTo>
                  <a:lnTo>
                    <a:pt x="1739" y="15163"/>
                  </a:lnTo>
                  <a:lnTo>
                    <a:pt x="0" y="25178"/>
                  </a:lnTo>
                  <a:close/>
                </a:path>
              </a:pathLst>
            </a:custGeom>
            <a:ln w="13239">
              <a:solidFill>
                <a:srgbClr val="000000"/>
              </a:solidFill>
            </a:ln>
          </p:spPr>
          <p:txBody>
            <a:bodyPr wrap="square" lIns="0" tIns="0" rIns="0" bIns="0" rtlCol="0"/>
            <a:lstStyle/>
            <a:p/>
          </p:txBody>
        </p:sp>
        <p:sp>
          <p:nvSpPr>
            <p:cNvPr id="145" name="object 145" descr=""/>
            <p:cNvSpPr/>
            <p:nvPr/>
          </p:nvSpPr>
          <p:spPr>
            <a:xfrm>
              <a:off x="6465964" y="3577032"/>
              <a:ext cx="42545" cy="51435"/>
            </a:xfrm>
            <a:custGeom>
              <a:avLst/>
              <a:gdLst/>
              <a:ahLst/>
              <a:cxnLst/>
              <a:rect l="l" t="t" r="r" b="b"/>
              <a:pathLst>
                <a:path w="42545" h="51435">
                  <a:moveTo>
                    <a:pt x="21153" y="0"/>
                  </a:moveTo>
                  <a:lnTo>
                    <a:pt x="13151" y="1907"/>
                  </a:lnTo>
                  <a:lnTo>
                    <a:pt x="6401" y="7184"/>
                  </a:lnTo>
                  <a:lnTo>
                    <a:pt x="1739" y="15163"/>
                  </a:lnTo>
                  <a:lnTo>
                    <a:pt x="0" y="25178"/>
                  </a:lnTo>
                  <a:lnTo>
                    <a:pt x="1739" y="35105"/>
                  </a:lnTo>
                  <a:lnTo>
                    <a:pt x="6401" y="43424"/>
                  </a:lnTo>
                  <a:lnTo>
                    <a:pt x="13151" y="49143"/>
                  </a:lnTo>
                  <a:lnTo>
                    <a:pt x="21153" y="51269"/>
                  </a:lnTo>
                  <a:lnTo>
                    <a:pt x="29047" y="49143"/>
                  </a:lnTo>
                  <a:lnTo>
                    <a:pt x="35742" y="43424"/>
                  </a:lnTo>
                  <a:lnTo>
                    <a:pt x="40383" y="35105"/>
                  </a:lnTo>
                  <a:lnTo>
                    <a:pt x="42120" y="25178"/>
                  </a:lnTo>
                  <a:lnTo>
                    <a:pt x="40383" y="15163"/>
                  </a:lnTo>
                  <a:lnTo>
                    <a:pt x="35742" y="7184"/>
                  </a:lnTo>
                  <a:lnTo>
                    <a:pt x="29047" y="1907"/>
                  </a:lnTo>
                  <a:lnTo>
                    <a:pt x="21153" y="0"/>
                  </a:lnTo>
                  <a:close/>
                </a:path>
              </a:pathLst>
            </a:custGeom>
            <a:solidFill>
              <a:srgbClr val="000000"/>
            </a:solidFill>
          </p:spPr>
          <p:txBody>
            <a:bodyPr wrap="square" lIns="0" tIns="0" rIns="0" bIns="0" rtlCol="0"/>
            <a:lstStyle/>
            <a:p/>
          </p:txBody>
        </p:sp>
        <p:sp>
          <p:nvSpPr>
            <p:cNvPr id="146" name="object 146" descr=""/>
            <p:cNvSpPr/>
            <p:nvPr/>
          </p:nvSpPr>
          <p:spPr>
            <a:xfrm>
              <a:off x="6465964" y="3577032"/>
              <a:ext cx="42545" cy="51435"/>
            </a:xfrm>
            <a:custGeom>
              <a:avLst/>
              <a:gdLst/>
              <a:ahLst/>
              <a:cxnLst/>
              <a:rect l="l" t="t" r="r" b="b"/>
              <a:pathLst>
                <a:path w="42545" h="51435">
                  <a:moveTo>
                    <a:pt x="0" y="25178"/>
                  </a:moveTo>
                  <a:lnTo>
                    <a:pt x="1739" y="35105"/>
                  </a:lnTo>
                  <a:lnTo>
                    <a:pt x="6401" y="43424"/>
                  </a:lnTo>
                  <a:lnTo>
                    <a:pt x="13151" y="49143"/>
                  </a:lnTo>
                  <a:lnTo>
                    <a:pt x="21153" y="51269"/>
                  </a:lnTo>
                  <a:lnTo>
                    <a:pt x="29047" y="49143"/>
                  </a:lnTo>
                  <a:lnTo>
                    <a:pt x="35742" y="43424"/>
                  </a:lnTo>
                  <a:lnTo>
                    <a:pt x="40383" y="35105"/>
                  </a:lnTo>
                  <a:lnTo>
                    <a:pt x="42120" y="25178"/>
                  </a:lnTo>
                  <a:lnTo>
                    <a:pt x="40383" y="15163"/>
                  </a:lnTo>
                  <a:lnTo>
                    <a:pt x="35742" y="7184"/>
                  </a:lnTo>
                  <a:lnTo>
                    <a:pt x="29047" y="1907"/>
                  </a:lnTo>
                  <a:lnTo>
                    <a:pt x="21153" y="0"/>
                  </a:lnTo>
                  <a:lnTo>
                    <a:pt x="13151" y="1907"/>
                  </a:lnTo>
                  <a:lnTo>
                    <a:pt x="6401" y="7184"/>
                  </a:lnTo>
                  <a:lnTo>
                    <a:pt x="1739" y="15163"/>
                  </a:lnTo>
                  <a:lnTo>
                    <a:pt x="0" y="25178"/>
                  </a:lnTo>
                  <a:close/>
                </a:path>
              </a:pathLst>
            </a:custGeom>
            <a:ln w="13239">
              <a:solidFill>
                <a:srgbClr val="000000"/>
              </a:solidFill>
            </a:ln>
          </p:spPr>
          <p:txBody>
            <a:bodyPr wrap="square" lIns="0" tIns="0" rIns="0" bIns="0" rtlCol="0"/>
            <a:lstStyle/>
            <a:p/>
          </p:txBody>
        </p:sp>
        <p:sp>
          <p:nvSpPr>
            <p:cNvPr id="147" name="object 147" descr=""/>
            <p:cNvSpPr/>
            <p:nvPr/>
          </p:nvSpPr>
          <p:spPr>
            <a:xfrm>
              <a:off x="6465964" y="4635748"/>
              <a:ext cx="42545" cy="52069"/>
            </a:xfrm>
            <a:custGeom>
              <a:avLst/>
              <a:gdLst/>
              <a:ahLst/>
              <a:cxnLst/>
              <a:rect l="l" t="t" r="r" b="b"/>
              <a:pathLst>
                <a:path w="42545" h="52070">
                  <a:moveTo>
                    <a:pt x="21153" y="0"/>
                  </a:moveTo>
                  <a:lnTo>
                    <a:pt x="13151" y="1977"/>
                  </a:lnTo>
                  <a:lnTo>
                    <a:pt x="6401" y="7373"/>
                  </a:lnTo>
                  <a:lnTo>
                    <a:pt x="1739" y="15386"/>
                  </a:lnTo>
                  <a:lnTo>
                    <a:pt x="0" y="25215"/>
                  </a:lnTo>
                  <a:lnTo>
                    <a:pt x="1739" y="35447"/>
                  </a:lnTo>
                  <a:lnTo>
                    <a:pt x="6401" y="43903"/>
                  </a:lnTo>
                  <a:lnTo>
                    <a:pt x="13151" y="49656"/>
                  </a:lnTo>
                  <a:lnTo>
                    <a:pt x="21153" y="51780"/>
                  </a:lnTo>
                  <a:lnTo>
                    <a:pt x="29047" y="49656"/>
                  </a:lnTo>
                  <a:lnTo>
                    <a:pt x="35742" y="43903"/>
                  </a:lnTo>
                  <a:lnTo>
                    <a:pt x="40383" y="35447"/>
                  </a:lnTo>
                  <a:lnTo>
                    <a:pt x="42120" y="25215"/>
                  </a:lnTo>
                  <a:lnTo>
                    <a:pt x="40383" y="15386"/>
                  </a:lnTo>
                  <a:lnTo>
                    <a:pt x="35742" y="7373"/>
                  </a:lnTo>
                  <a:lnTo>
                    <a:pt x="29047" y="1977"/>
                  </a:lnTo>
                  <a:lnTo>
                    <a:pt x="21153" y="0"/>
                  </a:lnTo>
                  <a:close/>
                </a:path>
              </a:pathLst>
            </a:custGeom>
            <a:solidFill>
              <a:srgbClr val="000000"/>
            </a:solidFill>
          </p:spPr>
          <p:txBody>
            <a:bodyPr wrap="square" lIns="0" tIns="0" rIns="0" bIns="0" rtlCol="0"/>
            <a:lstStyle/>
            <a:p/>
          </p:txBody>
        </p:sp>
        <p:sp>
          <p:nvSpPr>
            <p:cNvPr id="148" name="object 148" descr=""/>
            <p:cNvSpPr/>
            <p:nvPr/>
          </p:nvSpPr>
          <p:spPr>
            <a:xfrm>
              <a:off x="6465964" y="4635748"/>
              <a:ext cx="42545" cy="52069"/>
            </a:xfrm>
            <a:custGeom>
              <a:avLst/>
              <a:gdLst/>
              <a:ahLst/>
              <a:cxnLst/>
              <a:rect l="l" t="t" r="r" b="b"/>
              <a:pathLst>
                <a:path w="42545" h="52070">
                  <a:moveTo>
                    <a:pt x="0" y="25215"/>
                  </a:moveTo>
                  <a:lnTo>
                    <a:pt x="1739" y="35447"/>
                  </a:lnTo>
                  <a:lnTo>
                    <a:pt x="6401" y="43903"/>
                  </a:lnTo>
                  <a:lnTo>
                    <a:pt x="13151" y="49656"/>
                  </a:lnTo>
                  <a:lnTo>
                    <a:pt x="21153" y="51780"/>
                  </a:lnTo>
                  <a:lnTo>
                    <a:pt x="29047" y="49656"/>
                  </a:lnTo>
                  <a:lnTo>
                    <a:pt x="35742" y="43903"/>
                  </a:lnTo>
                  <a:lnTo>
                    <a:pt x="40383" y="35447"/>
                  </a:lnTo>
                  <a:lnTo>
                    <a:pt x="42120" y="25215"/>
                  </a:lnTo>
                  <a:lnTo>
                    <a:pt x="40383" y="15386"/>
                  </a:lnTo>
                  <a:lnTo>
                    <a:pt x="35742" y="7373"/>
                  </a:lnTo>
                  <a:lnTo>
                    <a:pt x="29047" y="1977"/>
                  </a:lnTo>
                  <a:lnTo>
                    <a:pt x="21153" y="0"/>
                  </a:lnTo>
                  <a:lnTo>
                    <a:pt x="13151" y="1977"/>
                  </a:lnTo>
                  <a:lnTo>
                    <a:pt x="6401" y="7373"/>
                  </a:lnTo>
                  <a:lnTo>
                    <a:pt x="1739" y="15386"/>
                  </a:lnTo>
                  <a:lnTo>
                    <a:pt x="0" y="25215"/>
                  </a:lnTo>
                  <a:close/>
                </a:path>
              </a:pathLst>
            </a:custGeom>
            <a:ln w="13240">
              <a:solidFill>
                <a:srgbClr val="000000"/>
              </a:solidFill>
            </a:ln>
          </p:spPr>
          <p:txBody>
            <a:bodyPr wrap="square" lIns="0" tIns="0" rIns="0" bIns="0" rtlCol="0"/>
            <a:lstStyle/>
            <a:p/>
          </p:txBody>
        </p:sp>
        <p:sp>
          <p:nvSpPr>
            <p:cNvPr id="149" name="object 149" descr=""/>
            <p:cNvSpPr/>
            <p:nvPr/>
          </p:nvSpPr>
          <p:spPr>
            <a:xfrm>
              <a:off x="4822277" y="3569369"/>
              <a:ext cx="41275" cy="51435"/>
            </a:xfrm>
            <a:custGeom>
              <a:avLst/>
              <a:gdLst/>
              <a:ahLst/>
              <a:cxnLst/>
              <a:rect l="l" t="t" r="r" b="b"/>
              <a:pathLst>
                <a:path w="41275" h="51435">
                  <a:moveTo>
                    <a:pt x="19761" y="0"/>
                  </a:moveTo>
                  <a:lnTo>
                    <a:pt x="12023" y="1907"/>
                  </a:lnTo>
                  <a:lnTo>
                    <a:pt x="5747" y="7184"/>
                  </a:lnTo>
                  <a:lnTo>
                    <a:pt x="1537" y="15163"/>
                  </a:lnTo>
                  <a:lnTo>
                    <a:pt x="0" y="25178"/>
                  </a:lnTo>
                  <a:lnTo>
                    <a:pt x="1537" y="35182"/>
                  </a:lnTo>
                  <a:lnTo>
                    <a:pt x="5747" y="43492"/>
                  </a:lnTo>
                  <a:lnTo>
                    <a:pt x="12023" y="49168"/>
                  </a:lnTo>
                  <a:lnTo>
                    <a:pt x="19761" y="51269"/>
                  </a:lnTo>
                  <a:lnTo>
                    <a:pt x="27919" y="49168"/>
                  </a:lnTo>
                  <a:lnTo>
                    <a:pt x="34652" y="43492"/>
                  </a:lnTo>
                  <a:lnTo>
                    <a:pt x="39227" y="35182"/>
                  </a:lnTo>
                  <a:lnTo>
                    <a:pt x="40914" y="25178"/>
                  </a:lnTo>
                  <a:lnTo>
                    <a:pt x="39227" y="15163"/>
                  </a:lnTo>
                  <a:lnTo>
                    <a:pt x="34652" y="7184"/>
                  </a:lnTo>
                  <a:lnTo>
                    <a:pt x="27919" y="1907"/>
                  </a:lnTo>
                  <a:lnTo>
                    <a:pt x="19761" y="0"/>
                  </a:lnTo>
                  <a:close/>
                </a:path>
              </a:pathLst>
            </a:custGeom>
            <a:solidFill>
              <a:srgbClr val="000000"/>
            </a:solidFill>
          </p:spPr>
          <p:txBody>
            <a:bodyPr wrap="square" lIns="0" tIns="0" rIns="0" bIns="0" rtlCol="0"/>
            <a:lstStyle/>
            <a:p/>
          </p:txBody>
        </p:sp>
        <p:sp>
          <p:nvSpPr>
            <p:cNvPr id="150" name="object 150" descr=""/>
            <p:cNvSpPr/>
            <p:nvPr/>
          </p:nvSpPr>
          <p:spPr>
            <a:xfrm>
              <a:off x="4822277" y="2577177"/>
              <a:ext cx="636270" cy="1043940"/>
            </a:xfrm>
            <a:custGeom>
              <a:avLst/>
              <a:gdLst/>
              <a:ahLst/>
              <a:cxnLst/>
              <a:rect l="l" t="t" r="r" b="b"/>
              <a:pathLst>
                <a:path w="636270" h="1043939">
                  <a:moveTo>
                    <a:pt x="0" y="1017370"/>
                  </a:moveTo>
                  <a:lnTo>
                    <a:pt x="1537" y="1027374"/>
                  </a:lnTo>
                  <a:lnTo>
                    <a:pt x="5747" y="1035684"/>
                  </a:lnTo>
                  <a:lnTo>
                    <a:pt x="12023" y="1041360"/>
                  </a:lnTo>
                  <a:lnTo>
                    <a:pt x="19761" y="1043461"/>
                  </a:lnTo>
                  <a:lnTo>
                    <a:pt x="27919" y="1041360"/>
                  </a:lnTo>
                  <a:lnTo>
                    <a:pt x="34652" y="1035684"/>
                  </a:lnTo>
                  <a:lnTo>
                    <a:pt x="39227" y="1027374"/>
                  </a:lnTo>
                  <a:lnTo>
                    <a:pt x="40914" y="1017370"/>
                  </a:lnTo>
                  <a:lnTo>
                    <a:pt x="39227" y="1007355"/>
                  </a:lnTo>
                  <a:lnTo>
                    <a:pt x="34652" y="999376"/>
                  </a:lnTo>
                  <a:lnTo>
                    <a:pt x="27919" y="994099"/>
                  </a:lnTo>
                  <a:lnTo>
                    <a:pt x="19761" y="992191"/>
                  </a:lnTo>
                  <a:lnTo>
                    <a:pt x="12023" y="994099"/>
                  </a:lnTo>
                  <a:lnTo>
                    <a:pt x="5747" y="999376"/>
                  </a:lnTo>
                  <a:lnTo>
                    <a:pt x="1537" y="1007355"/>
                  </a:lnTo>
                  <a:lnTo>
                    <a:pt x="0" y="1017370"/>
                  </a:lnTo>
                  <a:close/>
                </a:path>
                <a:path w="636270" h="1043939">
                  <a:moveTo>
                    <a:pt x="498692" y="0"/>
                  </a:moveTo>
                  <a:lnTo>
                    <a:pt x="635668" y="0"/>
                  </a:lnTo>
                </a:path>
              </a:pathLst>
            </a:custGeom>
            <a:ln w="13217">
              <a:solidFill>
                <a:srgbClr val="000000"/>
              </a:solidFill>
            </a:ln>
          </p:spPr>
          <p:txBody>
            <a:bodyPr wrap="square" lIns="0" tIns="0" rIns="0" bIns="0" rtlCol="0"/>
            <a:lstStyle/>
            <a:p/>
          </p:txBody>
        </p:sp>
        <p:sp>
          <p:nvSpPr>
            <p:cNvPr id="151" name="object 151" descr=""/>
            <p:cNvSpPr/>
            <p:nvPr/>
          </p:nvSpPr>
          <p:spPr>
            <a:xfrm>
              <a:off x="5409219" y="2530834"/>
              <a:ext cx="146685" cy="93345"/>
            </a:xfrm>
            <a:custGeom>
              <a:avLst/>
              <a:gdLst/>
              <a:ahLst/>
              <a:cxnLst/>
              <a:rect l="l" t="t" r="r" b="b"/>
              <a:pathLst>
                <a:path w="146685" h="93344">
                  <a:moveTo>
                    <a:pt x="0" y="0"/>
                  </a:moveTo>
                  <a:lnTo>
                    <a:pt x="46425" y="47255"/>
                  </a:lnTo>
                  <a:lnTo>
                    <a:pt x="0" y="93234"/>
                  </a:lnTo>
                  <a:lnTo>
                    <a:pt x="146624" y="47255"/>
                  </a:lnTo>
                  <a:lnTo>
                    <a:pt x="0" y="0"/>
                  </a:lnTo>
                  <a:close/>
                </a:path>
              </a:pathLst>
            </a:custGeom>
            <a:solidFill>
              <a:srgbClr val="000000"/>
            </a:solidFill>
          </p:spPr>
          <p:txBody>
            <a:bodyPr wrap="square" lIns="0" tIns="0" rIns="0" bIns="0" rtlCol="0"/>
            <a:lstStyle/>
            <a:p/>
          </p:txBody>
        </p:sp>
      </p:grpSp>
      <p:sp>
        <p:nvSpPr>
          <p:cNvPr id="152" name="object 152" descr=""/>
          <p:cNvSpPr txBox="1"/>
          <p:nvPr/>
        </p:nvSpPr>
        <p:spPr>
          <a:xfrm>
            <a:off x="6151220" y="3480381"/>
            <a:ext cx="193675"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IR</a:t>
            </a:r>
            <a:endParaRPr sz="1300">
              <a:latin typeface="Times New Roman"/>
              <a:cs typeface="Times New Roman"/>
            </a:endParaRPr>
          </a:p>
        </p:txBody>
      </p:sp>
      <p:sp>
        <p:nvSpPr>
          <p:cNvPr id="153" name="object 153" descr=""/>
          <p:cNvSpPr txBox="1"/>
          <p:nvPr/>
        </p:nvSpPr>
        <p:spPr>
          <a:xfrm>
            <a:off x="7974615" y="3365069"/>
            <a:ext cx="146685" cy="223520"/>
          </a:xfrm>
          <a:prstGeom prst="rect">
            <a:avLst/>
          </a:prstGeom>
        </p:spPr>
        <p:txBody>
          <a:bodyPr wrap="square" lIns="0" tIns="12065" rIns="0" bIns="0" rtlCol="0" vert="horz">
            <a:spAutoFit/>
          </a:bodyPr>
          <a:lstStyle/>
          <a:p>
            <a:pPr marL="12700">
              <a:lnSpc>
                <a:spcPct val="100000"/>
              </a:lnSpc>
              <a:spcBef>
                <a:spcPts val="95"/>
              </a:spcBef>
            </a:pPr>
            <a:r>
              <a:rPr dirty="0" sz="1300" spc="-50">
                <a:latin typeface="Times New Roman"/>
                <a:cs typeface="Times New Roman"/>
              </a:rPr>
              <a:t>A</a:t>
            </a:r>
            <a:endParaRPr sz="1300">
              <a:latin typeface="Times New Roman"/>
              <a:cs typeface="Times New Roman"/>
            </a:endParaRPr>
          </a:p>
        </p:txBody>
      </p:sp>
      <p:sp>
        <p:nvSpPr>
          <p:cNvPr id="154" name="object 154" descr=""/>
          <p:cNvSpPr txBox="1"/>
          <p:nvPr/>
        </p:nvSpPr>
        <p:spPr>
          <a:xfrm>
            <a:off x="7969049" y="3869741"/>
            <a:ext cx="137795" cy="223520"/>
          </a:xfrm>
          <a:prstGeom prst="rect">
            <a:avLst/>
          </a:prstGeom>
        </p:spPr>
        <p:txBody>
          <a:bodyPr wrap="square" lIns="0" tIns="12065" rIns="0" bIns="0" rtlCol="0" vert="horz">
            <a:spAutoFit/>
          </a:bodyPr>
          <a:lstStyle/>
          <a:p>
            <a:pPr marL="12700">
              <a:lnSpc>
                <a:spcPct val="100000"/>
              </a:lnSpc>
              <a:spcBef>
                <a:spcPts val="95"/>
              </a:spcBef>
            </a:pPr>
            <a:r>
              <a:rPr dirty="0" sz="1300" spc="-50">
                <a:latin typeface="Times New Roman"/>
                <a:cs typeface="Times New Roman"/>
              </a:rPr>
              <a:t>B</a:t>
            </a:r>
            <a:endParaRPr sz="1300">
              <a:latin typeface="Times New Roman"/>
              <a:cs typeface="Times New Roman"/>
            </a:endParaRPr>
          </a:p>
        </p:txBody>
      </p:sp>
      <p:sp>
        <p:nvSpPr>
          <p:cNvPr id="155" name="object 155" descr=""/>
          <p:cNvSpPr txBox="1"/>
          <p:nvPr/>
        </p:nvSpPr>
        <p:spPr>
          <a:xfrm>
            <a:off x="7952985" y="4476299"/>
            <a:ext cx="211454" cy="33782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Imm</a:t>
            </a:r>
            <a:endParaRPr sz="1300">
              <a:latin typeface="Times New Roman"/>
              <a:cs typeface="Times New Roman"/>
            </a:endParaRPr>
          </a:p>
        </p:txBody>
      </p:sp>
      <p:sp>
        <p:nvSpPr>
          <p:cNvPr id="156" name="object 156" descr=""/>
          <p:cNvSpPr txBox="1"/>
          <p:nvPr/>
        </p:nvSpPr>
        <p:spPr>
          <a:xfrm>
            <a:off x="6611355" y="2891598"/>
            <a:ext cx="424180" cy="223520"/>
          </a:xfrm>
          <a:prstGeom prst="rect">
            <a:avLst/>
          </a:prstGeom>
        </p:spPr>
        <p:txBody>
          <a:bodyPr wrap="square" lIns="0" tIns="12065" rIns="0" bIns="0" rtlCol="0" vert="horz">
            <a:spAutoFit/>
          </a:bodyPr>
          <a:lstStyle/>
          <a:p>
            <a:pPr marL="12700">
              <a:lnSpc>
                <a:spcPct val="100000"/>
              </a:lnSpc>
              <a:spcBef>
                <a:spcPts val="95"/>
              </a:spcBef>
            </a:pPr>
            <a:r>
              <a:rPr dirty="0" sz="1300" spc="-10">
                <a:latin typeface="Times New Roman"/>
                <a:cs typeface="Times New Roman"/>
              </a:rPr>
              <a:t>IR[rs]</a:t>
            </a:r>
            <a:endParaRPr sz="1300">
              <a:latin typeface="Times New Roman"/>
              <a:cs typeface="Times New Roman"/>
            </a:endParaRPr>
          </a:p>
        </p:txBody>
      </p:sp>
      <p:sp>
        <p:nvSpPr>
          <p:cNvPr id="157" name="object 157" descr=""/>
          <p:cNvSpPr txBox="1"/>
          <p:nvPr/>
        </p:nvSpPr>
        <p:spPr>
          <a:xfrm>
            <a:off x="6611355" y="3231512"/>
            <a:ext cx="407034" cy="223520"/>
          </a:xfrm>
          <a:prstGeom prst="rect">
            <a:avLst/>
          </a:prstGeom>
        </p:spPr>
        <p:txBody>
          <a:bodyPr wrap="square" lIns="0" tIns="12065" rIns="0" bIns="0" rtlCol="0" vert="horz">
            <a:spAutoFit/>
          </a:bodyPr>
          <a:lstStyle/>
          <a:p>
            <a:pPr marL="12700">
              <a:lnSpc>
                <a:spcPct val="100000"/>
              </a:lnSpc>
              <a:spcBef>
                <a:spcPts val="95"/>
              </a:spcBef>
            </a:pPr>
            <a:r>
              <a:rPr dirty="0" sz="1300" spc="-10">
                <a:latin typeface="Times New Roman"/>
                <a:cs typeface="Times New Roman"/>
              </a:rPr>
              <a:t>IR[rt]</a:t>
            </a:r>
            <a:endParaRPr sz="1300">
              <a:latin typeface="Times New Roman"/>
              <a:cs typeface="Times New Roman"/>
            </a:endParaRPr>
          </a:p>
        </p:txBody>
      </p:sp>
      <p:sp>
        <p:nvSpPr>
          <p:cNvPr id="158" name="object 158" descr=""/>
          <p:cNvSpPr txBox="1"/>
          <p:nvPr/>
        </p:nvSpPr>
        <p:spPr>
          <a:xfrm>
            <a:off x="6572204" y="3590237"/>
            <a:ext cx="658495" cy="190500"/>
          </a:xfrm>
          <a:prstGeom prst="rect">
            <a:avLst/>
          </a:prstGeom>
        </p:spPr>
        <p:txBody>
          <a:bodyPr wrap="square" lIns="0" tIns="16510" rIns="0" bIns="0" rtlCol="0" vert="horz">
            <a:spAutoFit/>
          </a:bodyPr>
          <a:lstStyle/>
          <a:p>
            <a:pPr marL="12700">
              <a:lnSpc>
                <a:spcPct val="100000"/>
              </a:lnSpc>
              <a:spcBef>
                <a:spcPts val="130"/>
              </a:spcBef>
            </a:pPr>
            <a:r>
              <a:rPr dirty="0" sz="1050" spc="-10">
                <a:latin typeface="宋体"/>
                <a:cs typeface="宋体"/>
              </a:rPr>
              <a:t>MEM/WB.IR</a:t>
            </a:r>
            <a:endParaRPr sz="1050">
              <a:latin typeface="宋体"/>
              <a:cs typeface="宋体"/>
            </a:endParaRPr>
          </a:p>
        </p:txBody>
      </p:sp>
      <p:grpSp>
        <p:nvGrpSpPr>
          <p:cNvPr id="159" name="object 159" descr=""/>
          <p:cNvGrpSpPr/>
          <p:nvPr/>
        </p:nvGrpSpPr>
        <p:grpSpPr>
          <a:xfrm>
            <a:off x="6132889" y="2372838"/>
            <a:ext cx="243204" cy="406400"/>
            <a:chOff x="6132889" y="2372838"/>
            <a:chExt cx="243204" cy="406400"/>
          </a:xfrm>
        </p:grpSpPr>
        <p:sp>
          <p:nvSpPr>
            <p:cNvPr id="160" name="object 160" descr=""/>
            <p:cNvSpPr/>
            <p:nvPr/>
          </p:nvSpPr>
          <p:spPr>
            <a:xfrm>
              <a:off x="6139557" y="2379505"/>
              <a:ext cx="229870" cy="393065"/>
            </a:xfrm>
            <a:custGeom>
              <a:avLst/>
              <a:gdLst/>
              <a:ahLst/>
              <a:cxnLst/>
              <a:rect l="l" t="t" r="r" b="b"/>
              <a:pathLst>
                <a:path w="229870" h="393064">
                  <a:moveTo>
                    <a:pt x="229343" y="0"/>
                  </a:moveTo>
                  <a:lnTo>
                    <a:pt x="0" y="0"/>
                  </a:lnTo>
                  <a:lnTo>
                    <a:pt x="0" y="392534"/>
                  </a:lnTo>
                  <a:lnTo>
                    <a:pt x="229343" y="392534"/>
                  </a:lnTo>
                  <a:lnTo>
                    <a:pt x="229343" y="0"/>
                  </a:lnTo>
                  <a:close/>
                </a:path>
              </a:pathLst>
            </a:custGeom>
            <a:solidFill>
              <a:srgbClr val="FFFFFF"/>
            </a:solidFill>
          </p:spPr>
          <p:txBody>
            <a:bodyPr wrap="square" lIns="0" tIns="0" rIns="0" bIns="0" rtlCol="0"/>
            <a:lstStyle/>
            <a:p/>
          </p:txBody>
        </p:sp>
        <p:sp>
          <p:nvSpPr>
            <p:cNvPr id="161" name="object 161" descr=""/>
            <p:cNvSpPr/>
            <p:nvPr/>
          </p:nvSpPr>
          <p:spPr>
            <a:xfrm>
              <a:off x="6139557" y="2379505"/>
              <a:ext cx="229870" cy="393065"/>
            </a:xfrm>
            <a:custGeom>
              <a:avLst/>
              <a:gdLst/>
              <a:ahLst/>
              <a:cxnLst/>
              <a:rect l="l" t="t" r="r" b="b"/>
              <a:pathLst>
                <a:path w="229870" h="393064">
                  <a:moveTo>
                    <a:pt x="0" y="392534"/>
                  </a:moveTo>
                  <a:lnTo>
                    <a:pt x="229343" y="392534"/>
                  </a:lnTo>
                  <a:lnTo>
                    <a:pt x="229343" y="0"/>
                  </a:lnTo>
                  <a:lnTo>
                    <a:pt x="0" y="0"/>
                  </a:lnTo>
                  <a:lnTo>
                    <a:pt x="0" y="392534"/>
                  </a:lnTo>
                  <a:close/>
                </a:path>
              </a:pathLst>
            </a:custGeom>
            <a:ln w="13272">
              <a:solidFill>
                <a:srgbClr val="000000"/>
              </a:solidFill>
            </a:ln>
          </p:spPr>
          <p:txBody>
            <a:bodyPr wrap="square" lIns="0" tIns="0" rIns="0" bIns="0" rtlCol="0"/>
            <a:lstStyle/>
            <a:p/>
          </p:txBody>
        </p:sp>
      </p:grpSp>
      <p:sp>
        <p:nvSpPr>
          <p:cNvPr id="162" name="object 162" descr=""/>
          <p:cNvSpPr txBox="1"/>
          <p:nvPr/>
        </p:nvSpPr>
        <p:spPr>
          <a:xfrm>
            <a:off x="6158685" y="2404282"/>
            <a:ext cx="211454" cy="346075"/>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NPC</a:t>
            </a:r>
            <a:endParaRPr sz="1300">
              <a:latin typeface="Times New Roman"/>
              <a:cs typeface="Times New Roman"/>
            </a:endParaRPr>
          </a:p>
        </p:txBody>
      </p:sp>
      <p:grpSp>
        <p:nvGrpSpPr>
          <p:cNvPr id="163" name="object 163" descr=""/>
          <p:cNvGrpSpPr/>
          <p:nvPr/>
        </p:nvGrpSpPr>
        <p:grpSpPr>
          <a:xfrm>
            <a:off x="7925909" y="2372838"/>
            <a:ext cx="243204" cy="406400"/>
            <a:chOff x="7925909" y="2372838"/>
            <a:chExt cx="243204" cy="406400"/>
          </a:xfrm>
        </p:grpSpPr>
        <p:sp>
          <p:nvSpPr>
            <p:cNvPr id="164" name="object 164" descr=""/>
            <p:cNvSpPr/>
            <p:nvPr/>
          </p:nvSpPr>
          <p:spPr>
            <a:xfrm>
              <a:off x="7932576" y="2379505"/>
              <a:ext cx="229870" cy="393065"/>
            </a:xfrm>
            <a:custGeom>
              <a:avLst/>
              <a:gdLst/>
              <a:ahLst/>
              <a:cxnLst/>
              <a:rect l="l" t="t" r="r" b="b"/>
              <a:pathLst>
                <a:path w="229870" h="393064">
                  <a:moveTo>
                    <a:pt x="229343" y="0"/>
                  </a:moveTo>
                  <a:lnTo>
                    <a:pt x="0" y="0"/>
                  </a:lnTo>
                  <a:lnTo>
                    <a:pt x="0" y="392534"/>
                  </a:lnTo>
                  <a:lnTo>
                    <a:pt x="229343" y="392534"/>
                  </a:lnTo>
                  <a:lnTo>
                    <a:pt x="229343" y="0"/>
                  </a:lnTo>
                  <a:close/>
                </a:path>
              </a:pathLst>
            </a:custGeom>
            <a:solidFill>
              <a:srgbClr val="FFFFFF"/>
            </a:solidFill>
          </p:spPr>
          <p:txBody>
            <a:bodyPr wrap="square" lIns="0" tIns="0" rIns="0" bIns="0" rtlCol="0"/>
            <a:lstStyle/>
            <a:p/>
          </p:txBody>
        </p:sp>
        <p:sp>
          <p:nvSpPr>
            <p:cNvPr id="165" name="object 165" descr=""/>
            <p:cNvSpPr/>
            <p:nvPr/>
          </p:nvSpPr>
          <p:spPr>
            <a:xfrm>
              <a:off x="7932576" y="2379505"/>
              <a:ext cx="229870" cy="393065"/>
            </a:xfrm>
            <a:custGeom>
              <a:avLst/>
              <a:gdLst/>
              <a:ahLst/>
              <a:cxnLst/>
              <a:rect l="l" t="t" r="r" b="b"/>
              <a:pathLst>
                <a:path w="229870" h="393064">
                  <a:moveTo>
                    <a:pt x="0" y="392534"/>
                  </a:moveTo>
                  <a:lnTo>
                    <a:pt x="229343" y="392534"/>
                  </a:lnTo>
                  <a:lnTo>
                    <a:pt x="229343" y="0"/>
                  </a:lnTo>
                  <a:lnTo>
                    <a:pt x="0" y="0"/>
                  </a:lnTo>
                  <a:lnTo>
                    <a:pt x="0" y="392534"/>
                  </a:lnTo>
                  <a:close/>
                </a:path>
              </a:pathLst>
            </a:custGeom>
            <a:ln w="13272">
              <a:solidFill>
                <a:srgbClr val="000000"/>
              </a:solidFill>
            </a:ln>
          </p:spPr>
          <p:txBody>
            <a:bodyPr wrap="square" lIns="0" tIns="0" rIns="0" bIns="0" rtlCol="0"/>
            <a:lstStyle/>
            <a:p/>
          </p:txBody>
        </p:sp>
      </p:grpSp>
      <p:sp>
        <p:nvSpPr>
          <p:cNvPr id="166" name="object 166" descr=""/>
          <p:cNvSpPr txBox="1"/>
          <p:nvPr/>
        </p:nvSpPr>
        <p:spPr>
          <a:xfrm>
            <a:off x="7951501" y="2404282"/>
            <a:ext cx="211454" cy="346075"/>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NPC</a:t>
            </a:r>
            <a:endParaRPr sz="1300">
              <a:latin typeface="Times New Roman"/>
              <a:cs typeface="Times New Roman"/>
            </a:endParaRPr>
          </a:p>
        </p:txBody>
      </p:sp>
      <p:grpSp>
        <p:nvGrpSpPr>
          <p:cNvPr id="167" name="object 167" descr=""/>
          <p:cNvGrpSpPr/>
          <p:nvPr/>
        </p:nvGrpSpPr>
        <p:grpSpPr>
          <a:xfrm>
            <a:off x="7925910" y="4893312"/>
            <a:ext cx="243204" cy="349250"/>
            <a:chOff x="7925910" y="4893312"/>
            <a:chExt cx="243204" cy="349250"/>
          </a:xfrm>
        </p:grpSpPr>
        <p:sp>
          <p:nvSpPr>
            <p:cNvPr id="168" name="object 168" descr=""/>
            <p:cNvSpPr/>
            <p:nvPr/>
          </p:nvSpPr>
          <p:spPr>
            <a:xfrm>
              <a:off x="7932577" y="4899980"/>
              <a:ext cx="229870" cy="335915"/>
            </a:xfrm>
            <a:custGeom>
              <a:avLst/>
              <a:gdLst/>
              <a:ahLst/>
              <a:cxnLst/>
              <a:rect l="l" t="t" r="r" b="b"/>
              <a:pathLst>
                <a:path w="229870" h="335914">
                  <a:moveTo>
                    <a:pt x="229343" y="0"/>
                  </a:moveTo>
                  <a:lnTo>
                    <a:pt x="0" y="0"/>
                  </a:lnTo>
                  <a:lnTo>
                    <a:pt x="0" y="335371"/>
                  </a:lnTo>
                  <a:lnTo>
                    <a:pt x="229343" y="335371"/>
                  </a:lnTo>
                  <a:lnTo>
                    <a:pt x="229343" y="0"/>
                  </a:lnTo>
                  <a:close/>
                </a:path>
              </a:pathLst>
            </a:custGeom>
            <a:solidFill>
              <a:srgbClr val="FFFFFF"/>
            </a:solidFill>
          </p:spPr>
          <p:txBody>
            <a:bodyPr wrap="square" lIns="0" tIns="0" rIns="0" bIns="0" rtlCol="0"/>
            <a:lstStyle/>
            <a:p/>
          </p:txBody>
        </p:sp>
        <p:sp>
          <p:nvSpPr>
            <p:cNvPr id="169" name="object 169" descr=""/>
            <p:cNvSpPr/>
            <p:nvPr/>
          </p:nvSpPr>
          <p:spPr>
            <a:xfrm>
              <a:off x="7932577" y="4899980"/>
              <a:ext cx="229870" cy="335915"/>
            </a:xfrm>
            <a:custGeom>
              <a:avLst/>
              <a:gdLst/>
              <a:ahLst/>
              <a:cxnLst/>
              <a:rect l="l" t="t" r="r" b="b"/>
              <a:pathLst>
                <a:path w="229870" h="335914">
                  <a:moveTo>
                    <a:pt x="0" y="335371"/>
                  </a:moveTo>
                  <a:lnTo>
                    <a:pt x="229343" y="335371"/>
                  </a:lnTo>
                  <a:lnTo>
                    <a:pt x="229343" y="0"/>
                  </a:lnTo>
                  <a:lnTo>
                    <a:pt x="0" y="0"/>
                  </a:lnTo>
                  <a:lnTo>
                    <a:pt x="0" y="335371"/>
                  </a:lnTo>
                  <a:close/>
                </a:path>
              </a:pathLst>
            </a:custGeom>
            <a:ln w="13258">
              <a:solidFill>
                <a:srgbClr val="000000"/>
              </a:solidFill>
            </a:ln>
          </p:spPr>
          <p:txBody>
            <a:bodyPr wrap="square" lIns="0" tIns="0" rIns="0" bIns="0" rtlCol="0"/>
            <a:lstStyle/>
            <a:p/>
          </p:txBody>
        </p:sp>
      </p:grpSp>
      <p:sp>
        <p:nvSpPr>
          <p:cNvPr id="170" name="object 170" descr=""/>
          <p:cNvSpPr txBox="1"/>
          <p:nvPr/>
        </p:nvSpPr>
        <p:spPr>
          <a:xfrm>
            <a:off x="7951050" y="4952814"/>
            <a:ext cx="193675"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IR</a:t>
            </a:r>
            <a:endParaRPr sz="1300">
              <a:latin typeface="Times New Roman"/>
              <a:cs typeface="Times New Roman"/>
            </a:endParaRPr>
          </a:p>
        </p:txBody>
      </p:sp>
      <p:grpSp>
        <p:nvGrpSpPr>
          <p:cNvPr id="171" name="object 171" descr=""/>
          <p:cNvGrpSpPr/>
          <p:nvPr/>
        </p:nvGrpSpPr>
        <p:grpSpPr>
          <a:xfrm>
            <a:off x="6405857" y="2530834"/>
            <a:ext cx="3400425" cy="2586355"/>
            <a:chOff x="6405857" y="2530834"/>
            <a:chExt cx="3400425" cy="2586355"/>
          </a:xfrm>
        </p:grpSpPr>
        <p:sp>
          <p:nvSpPr>
            <p:cNvPr id="172" name="object 172" descr=""/>
            <p:cNvSpPr/>
            <p:nvPr/>
          </p:nvSpPr>
          <p:spPr>
            <a:xfrm>
              <a:off x="6412524" y="2577177"/>
              <a:ext cx="1384935" cy="0"/>
            </a:xfrm>
            <a:custGeom>
              <a:avLst/>
              <a:gdLst/>
              <a:ahLst/>
              <a:cxnLst/>
              <a:rect l="l" t="t" r="r" b="b"/>
              <a:pathLst>
                <a:path w="1384934" h="0">
                  <a:moveTo>
                    <a:pt x="0" y="0"/>
                  </a:moveTo>
                  <a:lnTo>
                    <a:pt x="1384412" y="0"/>
                  </a:lnTo>
                </a:path>
              </a:pathLst>
            </a:custGeom>
            <a:ln w="13106">
              <a:solidFill>
                <a:srgbClr val="000000"/>
              </a:solidFill>
            </a:ln>
          </p:spPr>
          <p:txBody>
            <a:bodyPr wrap="square" lIns="0" tIns="0" rIns="0" bIns="0" rtlCol="0"/>
            <a:lstStyle/>
            <a:p/>
          </p:txBody>
        </p:sp>
        <p:sp>
          <p:nvSpPr>
            <p:cNvPr id="173" name="object 173" descr=""/>
            <p:cNvSpPr/>
            <p:nvPr/>
          </p:nvSpPr>
          <p:spPr>
            <a:xfrm>
              <a:off x="7747766" y="2530834"/>
              <a:ext cx="147320" cy="93345"/>
            </a:xfrm>
            <a:custGeom>
              <a:avLst/>
              <a:gdLst/>
              <a:ahLst/>
              <a:cxnLst/>
              <a:rect l="l" t="t" r="r" b="b"/>
              <a:pathLst>
                <a:path w="147320" h="93344">
                  <a:moveTo>
                    <a:pt x="0" y="0"/>
                  </a:moveTo>
                  <a:lnTo>
                    <a:pt x="46944" y="47255"/>
                  </a:lnTo>
                  <a:lnTo>
                    <a:pt x="0" y="93234"/>
                  </a:lnTo>
                  <a:lnTo>
                    <a:pt x="147143" y="47255"/>
                  </a:lnTo>
                  <a:lnTo>
                    <a:pt x="0" y="0"/>
                  </a:lnTo>
                  <a:close/>
                </a:path>
              </a:pathLst>
            </a:custGeom>
            <a:solidFill>
              <a:srgbClr val="000000"/>
            </a:solidFill>
          </p:spPr>
          <p:txBody>
            <a:bodyPr wrap="square" lIns="0" tIns="0" rIns="0" bIns="0" rtlCol="0"/>
            <a:lstStyle/>
            <a:p/>
          </p:txBody>
        </p:sp>
        <p:sp>
          <p:nvSpPr>
            <p:cNvPr id="174" name="object 174" descr=""/>
            <p:cNvSpPr/>
            <p:nvPr/>
          </p:nvSpPr>
          <p:spPr>
            <a:xfrm>
              <a:off x="6490271" y="2577177"/>
              <a:ext cx="1910080" cy="2493010"/>
            </a:xfrm>
            <a:custGeom>
              <a:avLst/>
              <a:gdLst/>
              <a:ahLst/>
              <a:cxnLst/>
              <a:rect l="l" t="t" r="r" b="b"/>
              <a:pathLst>
                <a:path w="1910079" h="2493010">
                  <a:moveTo>
                    <a:pt x="1910085" y="679828"/>
                  </a:moveTo>
                  <a:lnTo>
                    <a:pt x="1910085" y="0"/>
                  </a:lnTo>
                </a:path>
                <a:path w="1910079" h="2493010">
                  <a:moveTo>
                    <a:pt x="1910085" y="0"/>
                  </a:moveTo>
                  <a:lnTo>
                    <a:pt x="1715254" y="0"/>
                  </a:lnTo>
                </a:path>
                <a:path w="1910079" h="2493010">
                  <a:moveTo>
                    <a:pt x="0" y="2492978"/>
                  </a:moveTo>
                  <a:lnTo>
                    <a:pt x="1306666" y="2492978"/>
                  </a:lnTo>
                </a:path>
              </a:pathLst>
            </a:custGeom>
            <a:ln w="13217">
              <a:solidFill>
                <a:srgbClr val="000000"/>
              </a:solidFill>
            </a:ln>
          </p:spPr>
          <p:txBody>
            <a:bodyPr wrap="square" lIns="0" tIns="0" rIns="0" bIns="0" rtlCol="0"/>
            <a:lstStyle/>
            <a:p/>
          </p:txBody>
        </p:sp>
        <p:sp>
          <p:nvSpPr>
            <p:cNvPr id="175" name="object 175" descr=""/>
            <p:cNvSpPr/>
            <p:nvPr/>
          </p:nvSpPr>
          <p:spPr>
            <a:xfrm>
              <a:off x="7747766" y="5023793"/>
              <a:ext cx="147320" cy="93345"/>
            </a:xfrm>
            <a:custGeom>
              <a:avLst/>
              <a:gdLst/>
              <a:ahLst/>
              <a:cxnLst/>
              <a:rect l="l" t="t" r="r" b="b"/>
              <a:pathLst>
                <a:path w="147320" h="93345">
                  <a:moveTo>
                    <a:pt x="0" y="0"/>
                  </a:moveTo>
                  <a:lnTo>
                    <a:pt x="46944" y="47255"/>
                  </a:lnTo>
                  <a:lnTo>
                    <a:pt x="0" y="93179"/>
                  </a:lnTo>
                  <a:lnTo>
                    <a:pt x="147143" y="47255"/>
                  </a:lnTo>
                  <a:lnTo>
                    <a:pt x="0" y="0"/>
                  </a:lnTo>
                  <a:close/>
                </a:path>
              </a:pathLst>
            </a:custGeom>
            <a:solidFill>
              <a:srgbClr val="000000"/>
            </a:solidFill>
          </p:spPr>
          <p:txBody>
            <a:bodyPr wrap="square" lIns="0" tIns="0" rIns="0" bIns="0" rtlCol="0"/>
            <a:lstStyle/>
            <a:p/>
          </p:txBody>
        </p:sp>
        <p:sp>
          <p:nvSpPr>
            <p:cNvPr id="176" name="object 176" descr=""/>
            <p:cNvSpPr/>
            <p:nvPr/>
          </p:nvSpPr>
          <p:spPr>
            <a:xfrm>
              <a:off x="9569713" y="4276530"/>
              <a:ext cx="229870" cy="335915"/>
            </a:xfrm>
            <a:custGeom>
              <a:avLst/>
              <a:gdLst/>
              <a:ahLst/>
              <a:cxnLst/>
              <a:rect l="l" t="t" r="r" b="b"/>
              <a:pathLst>
                <a:path w="229870" h="335914">
                  <a:moveTo>
                    <a:pt x="229343" y="0"/>
                  </a:moveTo>
                  <a:lnTo>
                    <a:pt x="0" y="0"/>
                  </a:lnTo>
                  <a:lnTo>
                    <a:pt x="0" y="335371"/>
                  </a:lnTo>
                  <a:lnTo>
                    <a:pt x="229343" y="335371"/>
                  </a:lnTo>
                  <a:lnTo>
                    <a:pt x="229343" y="0"/>
                  </a:lnTo>
                  <a:close/>
                </a:path>
              </a:pathLst>
            </a:custGeom>
            <a:solidFill>
              <a:srgbClr val="FFFFFF"/>
            </a:solidFill>
          </p:spPr>
          <p:txBody>
            <a:bodyPr wrap="square" lIns="0" tIns="0" rIns="0" bIns="0" rtlCol="0"/>
            <a:lstStyle/>
            <a:p/>
          </p:txBody>
        </p:sp>
        <p:sp>
          <p:nvSpPr>
            <p:cNvPr id="177" name="object 177" descr=""/>
            <p:cNvSpPr/>
            <p:nvPr/>
          </p:nvSpPr>
          <p:spPr>
            <a:xfrm>
              <a:off x="9569713" y="4276530"/>
              <a:ext cx="229870" cy="335915"/>
            </a:xfrm>
            <a:custGeom>
              <a:avLst/>
              <a:gdLst/>
              <a:ahLst/>
              <a:cxnLst/>
              <a:rect l="l" t="t" r="r" b="b"/>
              <a:pathLst>
                <a:path w="229870" h="335914">
                  <a:moveTo>
                    <a:pt x="0" y="335371"/>
                  </a:moveTo>
                  <a:lnTo>
                    <a:pt x="229343" y="335371"/>
                  </a:lnTo>
                  <a:lnTo>
                    <a:pt x="229343" y="0"/>
                  </a:lnTo>
                  <a:lnTo>
                    <a:pt x="0" y="0"/>
                  </a:lnTo>
                  <a:lnTo>
                    <a:pt x="0" y="335371"/>
                  </a:lnTo>
                  <a:close/>
                </a:path>
              </a:pathLst>
            </a:custGeom>
            <a:ln w="13258">
              <a:solidFill>
                <a:srgbClr val="000000"/>
              </a:solidFill>
            </a:ln>
          </p:spPr>
          <p:txBody>
            <a:bodyPr wrap="square" lIns="0" tIns="0" rIns="0" bIns="0" rtlCol="0"/>
            <a:lstStyle/>
            <a:p/>
          </p:txBody>
        </p:sp>
      </p:grpSp>
      <p:sp>
        <p:nvSpPr>
          <p:cNvPr id="178" name="object 178" descr=""/>
          <p:cNvSpPr txBox="1"/>
          <p:nvPr/>
        </p:nvSpPr>
        <p:spPr>
          <a:xfrm>
            <a:off x="9586410" y="2517221"/>
            <a:ext cx="211454" cy="346710"/>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cond</a:t>
            </a:r>
            <a:endParaRPr sz="1300">
              <a:latin typeface="Times New Roman"/>
              <a:cs typeface="Times New Roman"/>
            </a:endParaRPr>
          </a:p>
        </p:txBody>
      </p:sp>
      <p:sp>
        <p:nvSpPr>
          <p:cNvPr id="179" name="object 179" descr=""/>
          <p:cNvSpPr txBox="1"/>
          <p:nvPr/>
        </p:nvSpPr>
        <p:spPr>
          <a:xfrm>
            <a:off x="9578617" y="3479673"/>
            <a:ext cx="211454" cy="447040"/>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ALUo</a:t>
            </a:r>
            <a:endParaRPr sz="1300">
              <a:latin typeface="Times New Roman"/>
              <a:cs typeface="Times New Roman"/>
            </a:endParaRPr>
          </a:p>
        </p:txBody>
      </p:sp>
      <p:sp>
        <p:nvSpPr>
          <p:cNvPr id="180" name="object 180" descr=""/>
          <p:cNvSpPr txBox="1"/>
          <p:nvPr/>
        </p:nvSpPr>
        <p:spPr>
          <a:xfrm>
            <a:off x="9612679" y="4327995"/>
            <a:ext cx="137795" cy="223520"/>
          </a:xfrm>
          <a:prstGeom prst="rect">
            <a:avLst/>
          </a:prstGeom>
        </p:spPr>
        <p:txBody>
          <a:bodyPr wrap="square" lIns="0" tIns="12065" rIns="0" bIns="0" rtlCol="0" vert="horz">
            <a:spAutoFit/>
          </a:bodyPr>
          <a:lstStyle/>
          <a:p>
            <a:pPr marL="12700">
              <a:lnSpc>
                <a:spcPct val="100000"/>
              </a:lnSpc>
              <a:spcBef>
                <a:spcPts val="95"/>
              </a:spcBef>
            </a:pPr>
            <a:r>
              <a:rPr dirty="0" sz="1300" spc="-50">
                <a:latin typeface="Times New Roman"/>
                <a:cs typeface="Times New Roman"/>
              </a:rPr>
              <a:t>B</a:t>
            </a:r>
            <a:endParaRPr sz="1300">
              <a:latin typeface="Times New Roman"/>
              <a:cs typeface="Times New Roman"/>
            </a:endParaRPr>
          </a:p>
        </p:txBody>
      </p:sp>
      <p:grpSp>
        <p:nvGrpSpPr>
          <p:cNvPr id="181" name="object 181" descr=""/>
          <p:cNvGrpSpPr/>
          <p:nvPr/>
        </p:nvGrpSpPr>
        <p:grpSpPr>
          <a:xfrm>
            <a:off x="9563046" y="4893312"/>
            <a:ext cx="243204" cy="349250"/>
            <a:chOff x="9563046" y="4893312"/>
            <a:chExt cx="243204" cy="349250"/>
          </a:xfrm>
        </p:grpSpPr>
        <p:sp>
          <p:nvSpPr>
            <p:cNvPr id="182" name="object 182" descr=""/>
            <p:cNvSpPr/>
            <p:nvPr/>
          </p:nvSpPr>
          <p:spPr>
            <a:xfrm>
              <a:off x="9569714" y="4899980"/>
              <a:ext cx="229870" cy="335915"/>
            </a:xfrm>
            <a:custGeom>
              <a:avLst/>
              <a:gdLst/>
              <a:ahLst/>
              <a:cxnLst/>
              <a:rect l="l" t="t" r="r" b="b"/>
              <a:pathLst>
                <a:path w="229870" h="335914">
                  <a:moveTo>
                    <a:pt x="229343" y="0"/>
                  </a:moveTo>
                  <a:lnTo>
                    <a:pt x="0" y="0"/>
                  </a:lnTo>
                  <a:lnTo>
                    <a:pt x="0" y="335371"/>
                  </a:lnTo>
                  <a:lnTo>
                    <a:pt x="229343" y="335371"/>
                  </a:lnTo>
                  <a:lnTo>
                    <a:pt x="229343" y="0"/>
                  </a:lnTo>
                  <a:close/>
                </a:path>
              </a:pathLst>
            </a:custGeom>
            <a:solidFill>
              <a:srgbClr val="FFFFFF"/>
            </a:solidFill>
          </p:spPr>
          <p:txBody>
            <a:bodyPr wrap="square" lIns="0" tIns="0" rIns="0" bIns="0" rtlCol="0"/>
            <a:lstStyle/>
            <a:p/>
          </p:txBody>
        </p:sp>
        <p:sp>
          <p:nvSpPr>
            <p:cNvPr id="183" name="object 183" descr=""/>
            <p:cNvSpPr/>
            <p:nvPr/>
          </p:nvSpPr>
          <p:spPr>
            <a:xfrm>
              <a:off x="9569714" y="4899980"/>
              <a:ext cx="229870" cy="335915"/>
            </a:xfrm>
            <a:custGeom>
              <a:avLst/>
              <a:gdLst/>
              <a:ahLst/>
              <a:cxnLst/>
              <a:rect l="l" t="t" r="r" b="b"/>
              <a:pathLst>
                <a:path w="229870" h="335914">
                  <a:moveTo>
                    <a:pt x="0" y="335371"/>
                  </a:moveTo>
                  <a:lnTo>
                    <a:pt x="229343" y="335371"/>
                  </a:lnTo>
                  <a:lnTo>
                    <a:pt x="229343" y="0"/>
                  </a:lnTo>
                  <a:lnTo>
                    <a:pt x="0" y="0"/>
                  </a:lnTo>
                  <a:lnTo>
                    <a:pt x="0" y="335371"/>
                  </a:lnTo>
                  <a:close/>
                </a:path>
              </a:pathLst>
            </a:custGeom>
            <a:ln w="13258">
              <a:solidFill>
                <a:srgbClr val="000000"/>
              </a:solidFill>
            </a:ln>
          </p:spPr>
          <p:txBody>
            <a:bodyPr wrap="square" lIns="0" tIns="0" rIns="0" bIns="0" rtlCol="0"/>
            <a:lstStyle/>
            <a:p/>
          </p:txBody>
        </p:sp>
      </p:grpSp>
      <p:sp>
        <p:nvSpPr>
          <p:cNvPr id="184" name="object 184" descr=""/>
          <p:cNvSpPr txBox="1"/>
          <p:nvPr/>
        </p:nvSpPr>
        <p:spPr>
          <a:xfrm>
            <a:off x="9596165" y="4950551"/>
            <a:ext cx="193675"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IR</a:t>
            </a:r>
            <a:endParaRPr sz="1300">
              <a:latin typeface="Times New Roman"/>
              <a:cs typeface="Times New Roman"/>
            </a:endParaRPr>
          </a:p>
        </p:txBody>
      </p:sp>
      <p:grpSp>
        <p:nvGrpSpPr>
          <p:cNvPr id="185" name="object 185" descr=""/>
          <p:cNvGrpSpPr/>
          <p:nvPr/>
        </p:nvGrpSpPr>
        <p:grpSpPr>
          <a:xfrm>
            <a:off x="8198858" y="4269862"/>
            <a:ext cx="3166745" cy="847725"/>
            <a:chOff x="8198858" y="4269862"/>
            <a:chExt cx="3166745" cy="847725"/>
          </a:xfrm>
        </p:grpSpPr>
        <p:sp>
          <p:nvSpPr>
            <p:cNvPr id="186" name="object 186" descr=""/>
            <p:cNvSpPr/>
            <p:nvPr/>
          </p:nvSpPr>
          <p:spPr>
            <a:xfrm>
              <a:off x="8205525" y="5070155"/>
              <a:ext cx="1228725" cy="0"/>
            </a:xfrm>
            <a:custGeom>
              <a:avLst/>
              <a:gdLst/>
              <a:ahLst/>
              <a:cxnLst/>
              <a:rect l="l" t="t" r="r" b="b"/>
              <a:pathLst>
                <a:path w="1228725" h="0">
                  <a:moveTo>
                    <a:pt x="0" y="0"/>
                  </a:moveTo>
                  <a:lnTo>
                    <a:pt x="1228548" y="0"/>
                  </a:lnTo>
                </a:path>
              </a:pathLst>
            </a:custGeom>
            <a:ln w="13106">
              <a:solidFill>
                <a:srgbClr val="000000"/>
              </a:solidFill>
            </a:ln>
          </p:spPr>
          <p:txBody>
            <a:bodyPr wrap="square" lIns="0" tIns="0" rIns="0" bIns="0" rtlCol="0"/>
            <a:lstStyle/>
            <a:p/>
          </p:txBody>
        </p:sp>
        <p:sp>
          <p:nvSpPr>
            <p:cNvPr id="187" name="object 187" descr=""/>
            <p:cNvSpPr/>
            <p:nvPr/>
          </p:nvSpPr>
          <p:spPr>
            <a:xfrm>
              <a:off x="9384902" y="5023794"/>
              <a:ext cx="147320" cy="93345"/>
            </a:xfrm>
            <a:custGeom>
              <a:avLst/>
              <a:gdLst/>
              <a:ahLst/>
              <a:cxnLst/>
              <a:rect l="l" t="t" r="r" b="b"/>
              <a:pathLst>
                <a:path w="147320" h="93345">
                  <a:moveTo>
                    <a:pt x="0" y="0"/>
                  </a:moveTo>
                  <a:lnTo>
                    <a:pt x="46944" y="47255"/>
                  </a:lnTo>
                  <a:lnTo>
                    <a:pt x="0" y="93179"/>
                  </a:lnTo>
                  <a:lnTo>
                    <a:pt x="147143" y="47255"/>
                  </a:lnTo>
                  <a:lnTo>
                    <a:pt x="0" y="0"/>
                  </a:lnTo>
                  <a:close/>
                </a:path>
              </a:pathLst>
            </a:custGeom>
            <a:solidFill>
              <a:srgbClr val="000000"/>
            </a:solidFill>
          </p:spPr>
          <p:txBody>
            <a:bodyPr wrap="square" lIns="0" tIns="0" rIns="0" bIns="0" rtlCol="0"/>
            <a:lstStyle/>
            <a:p/>
          </p:txBody>
        </p:sp>
        <p:sp>
          <p:nvSpPr>
            <p:cNvPr id="188" name="object 188" descr=""/>
            <p:cNvSpPr/>
            <p:nvPr/>
          </p:nvSpPr>
          <p:spPr>
            <a:xfrm>
              <a:off x="8283643" y="4446231"/>
              <a:ext cx="1150620" cy="3175"/>
            </a:xfrm>
            <a:custGeom>
              <a:avLst/>
              <a:gdLst/>
              <a:ahLst/>
              <a:cxnLst/>
              <a:rect l="l" t="t" r="r" b="b"/>
              <a:pathLst>
                <a:path w="1150620" h="3175">
                  <a:moveTo>
                    <a:pt x="0" y="3156"/>
                  </a:moveTo>
                  <a:lnTo>
                    <a:pt x="1150430" y="0"/>
                  </a:lnTo>
                </a:path>
              </a:pathLst>
            </a:custGeom>
            <a:ln w="13106">
              <a:solidFill>
                <a:srgbClr val="000000"/>
              </a:solidFill>
            </a:ln>
          </p:spPr>
          <p:txBody>
            <a:bodyPr wrap="square" lIns="0" tIns="0" rIns="0" bIns="0" rtlCol="0"/>
            <a:lstStyle/>
            <a:p/>
          </p:txBody>
        </p:sp>
        <p:sp>
          <p:nvSpPr>
            <p:cNvPr id="189" name="object 189" descr=""/>
            <p:cNvSpPr/>
            <p:nvPr/>
          </p:nvSpPr>
          <p:spPr>
            <a:xfrm>
              <a:off x="9384902" y="4400326"/>
              <a:ext cx="147320" cy="93345"/>
            </a:xfrm>
            <a:custGeom>
              <a:avLst/>
              <a:gdLst/>
              <a:ahLst/>
              <a:cxnLst/>
              <a:rect l="l" t="t" r="r" b="b"/>
              <a:pathLst>
                <a:path w="147320" h="93345">
                  <a:moveTo>
                    <a:pt x="0" y="0"/>
                  </a:moveTo>
                  <a:lnTo>
                    <a:pt x="46944" y="45905"/>
                  </a:lnTo>
                  <a:lnTo>
                    <a:pt x="0" y="93179"/>
                  </a:lnTo>
                  <a:lnTo>
                    <a:pt x="147143" y="45905"/>
                  </a:lnTo>
                  <a:lnTo>
                    <a:pt x="0" y="0"/>
                  </a:lnTo>
                  <a:close/>
                </a:path>
              </a:pathLst>
            </a:custGeom>
            <a:solidFill>
              <a:srgbClr val="000000"/>
            </a:solidFill>
          </p:spPr>
          <p:txBody>
            <a:bodyPr wrap="square" lIns="0" tIns="0" rIns="0" bIns="0" rtlCol="0"/>
            <a:lstStyle/>
            <a:p/>
          </p:txBody>
        </p:sp>
        <p:sp>
          <p:nvSpPr>
            <p:cNvPr id="190" name="object 190" descr=""/>
            <p:cNvSpPr/>
            <p:nvPr/>
          </p:nvSpPr>
          <p:spPr>
            <a:xfrm>
              <a:off x="9842662" y="4446231"/>
              <a:ext cx="156210" cy="0"/>
            </a:xfrm>
            <a:custGeom>
              <a:avLst/>
              <a:gdLst/>
              <a:ahLst/>
              <a:cxnLst/>
              <a:rect l="l" t="t" r="r" b="b"/>
              <a:pathLst>
                <a:path w="156209" h="0">
                  <a:moveTo>
                    <a:pt x="0" y="0"/>
                  </a:moveTo>
                  <a:lnTo>
                    <a:pt x="155864" y="0"/>
                  </a:lnTo>
                </a:path>
              </a:pathLst>
            </a:custGeom>
            <a:ln w="13106">
              <a:solidFill>
                <a:srgbClr val="000000"/>
              </a:solidFill>
            </a:ln>
          </p:spPr>
          <p:txBody>
            <a:bodyPr wrap="square" lIns="0" tIns="0" rIns="0" bIns="0" rtlCol="0"/>
            <a:lstStyle/>
            <a:p/>
          </p:txBody>
        </p:sp>
        <p:sp>
          <p:nvSpPr>
            <p:cNvPr id="191" name="object 191" descr=""/>
            <p:cNvSpPr/>
            <p:nvPr/>
          </p:nvSpPr>
          <p:spPr>
            <a:xfrm>
              <a:off x="11128731" y="4276530"/>
              <a:ext cx="229870" cy="562610"/>
            </a:xfrm>
            <a:custGeom>
              <a:avLst/>
              <a:gdLst/>
              <a:ahLst/>
              <a:cxnLst/>
              <a:rect l="l" t="t" r="r" b="b"/>
              <a:pathLst>
                <a:path w="229870" h="562610">
                  <a:moveTo>
                    <a:pt x="229807" y="0"/>
                  </a:moveTo>
                  <a:lnTo>
                    <a:pt x="0" y="0"/>
                  </a:lnTo>
                  <a:lnTo>
                    <a:pt x="0" y="562236"/>
                  </a:lnTo>
                  <a:lnTo>
                    <a:pt x="229807" y="562236"/>
                  </a:lnTo>
                  <a:lnTo>
                    <a:pt x="229807" y="0"/>
                  </a:lnTo>
                  <a:close/>
                </a:path>
              </a:pathLst>
            </a:custGeom>
            <a:solidFill>
              <a:srgbClr val="FFFFFF"/>
            </a:solidFill>
          </p:spPr>
          <p:txBody>
            <a:bodyPr wrap="square" lIns="0" tIns="0" rIns="0" bIns="0" rtlCol="0"/>
            <a:lstStyle/>
            <a:p/>
          </p:txBody>
        </p:sp>
        <p:sp>
          <p:nvSpPr>
            <p:cNvPr id="192" name="object 192" descr=""/>
            <p:cNvSpPr/>
            <p:nvPr/>
          </p:nvSpPr>
          <p:spPr>
            <a:xfrm>
              <a:off x="11128731" y="4276530"/>
              <a:ext cx="229870" cy="562610"/>
            </a:xfrm>
            <a:custGeom>
              <a:avLst/>
              <a:gdLst/>
              <a:ahLst/>
              <a:cxnLst/>
              <a:rect l="l" t="t" r="r" b="b"/>
              <a:pathLst>
                <a:path w="229870" h="562610">
                  <a:moveTo>
                    <a:pt x="0" y="562236"/>
                  </a:moveTo>
                  <a:lnTo>
                    <a:pt x="229807" y="562236"/>
                  </a:lnTo>
                  <a:lnTo>
                    <a:pt x="229807" y="0"/>
                  </a:lnTo>
                  <a:lnTo>
                    <a:pt x="0" y="0"/>
                  </a:lnTo>
                  <a:lnTo>
                    <a:pt x="0" y="562236"/>
                  </a:lnTo>
                  <a:close/>
                </a:path>
              </a:pathLst>
            </a:custGeom>
            <a:ln w="13297">
              <a:solidFill>
                <a:srgbClr val="000000"/>
              </a:solidFill>
            </a:ln>
          </p:spPr>
          <p:txBody>
            <a:bodyPr wrap="square" lIns="0" tIns="0" rIns="0" bIns="0" rtlCol="0"/>
            <a:lstStyle/>
            <a:p/>
          </p:txBody>
        </p:sp>
      </p:grpSp>
      <p:sp>
        <p:nvSpPr>
          <p:cNvPr id="193" name="object 193" descr=""/>
          <p:cNvSpPr txBox="1"/>
          <p:nvPr/>
        </p:nvSpPr>
        <p:spPr>
          <a:xfrm>
            <a:off x="11127987" y="3671434"/>
            <a:ext cx="211454" cy="392430"/>
          </a:xfrm>
          <a:prstGeom prst="rect">
            <a:avLst/>
          </a:prstGeom>
        </p:spPr>
        <p:txBody>
          <a:bodyPr wrap="square" lIns="0" tIns="0" rIns="0" bIns="0" rtlCol="0" vert="vert">
            <a:spAutoFit/>
          </a:bodyPr>
          <a:lstStyle/>
          <a:p>
            <a:pPr marL="12700">
              <a:lnSpc>
                <a:spcPts val="1535"/>
              </a:lnSpc>
            </a:pPr>
            <a:r>
              <a:rPr dirty="0" sz="1300" spc="-25">
                <a:latin typeface="Times New Roman"/>
                <a:cs typeface="Times New Roman"/>
              </a:rPr>
              <a:t>LMD</a:t>
            </a:r>
            <a:endParaRPr sz="1300">
              <a:latin typeface="Times New Roman"/>
              <a:cs typeface="Times New Roman"/>
            </a:endParaRPr>
          </a:p>
        </p:txBody>
      </p:sp>
      <p:sp>
        <p:nvSpPr>
          <p:cNvPr id="194" name="object 194" descr=""/>
          <p:cNvSpPr txBox="1"/>
          <p:nvPr/>
        </p:nvSpPr>
        <p:spPr>
          <a:xfrm>
            <a:off x="11141347" y="4329550"/>
            <a:ext cx="211454" cy="447040"/>
          </a:xfrm>
          <a:prstGeom prst="rect">
            <a:avLst/>
          </a:prstGeom>
        </p:spPr>
        <p:txBody>
          <a:bodyPr wrap="square" lIns="0" tIns="0" rIns="0" bIns="0" rtlCol="0" vert="vert">
            <a:spAutoFit/>
          </a:bodyPr>
          <a:lstStyle/>
          <a:p>
            <a:pPr marL="12700">
              <a:lnSpc>
                <a:spcPts val="1535"/>
              </a:lnSpc>
            </a:pPr>
            <a:r>
              <a:rPr dirty="0" sz="1300" spc="-20">
                <a:latin typeface="Times New Roman"/>
                <a:cs typeface="Times New Roman"/>
              </a:rPr>
              <a:t>ALUo</a:t>
            </a:r>
            <a:endParaRPr sz="1300">
              <a:latin typeface="Times New Roman"/>
              <a:cs typeface="Times New Roman"/>
            </a:endParaRPr>
          </a:p>
        </p:txBody>
      </p:sp>
      <p:grpSp>
        <p:nvGrpSpPr>
          <p:cNvPr id="195" name="object 195" descr=""/>
          <p:cNvGrpSpPr/>
          <p:nvPr/>
        </p:nvGrpSpPr>
        <p:grpSpPr>
          <a:xfrm>
            <a:off x="11122064" y="4893312"/>
            <a:ext cx="243204" cy="349250"/>
            <a:chOff x="11122064" y="4893312"/>
            <a:chExt cx="243204" cy="349250"/>
          </a:xfrm>
        </p:grpSpPr>
        <p:sp>
          <p:nvSpPr>
            <p:cNvPr id="196" name="object 196" descr=""/>
            <p:cNvSpPr/>
            <p:nvPr/>
          </p:nvSpPr>
          <p:spPr>
            <a:xfrm>
              <a:off x="11128732" y="4899980"/>
              <a:ext cx="229870" cy="335915"/>
            </a:xfrm>
            <a:custGeom>
              <a:avLst/>
              <a:gdLst/>
              <a:ahLst/>
              <a:cxnLst/>
              <a:rect l="l" t="t" r="r" b="b"/>
              <a:pathLst>
                <a:path w="229870" h="335914">
                  <a:moveTo>
                    <a:pt x="229807" y="0"/>
                  </a:moveTo>
                  <a:lnTo>
                    <a:pt x="0" y="0"/>
                  </a:lnTo>
                  <a:lnTo>
                    <a:pt x="0" y="335371"/>
                  </a:lnTo>
                  <a:lnTo>
                    <a:pt x="229807" y="335371"/>
                  </a:lnTo>
                  <a:lnTo>
                    <a:pt x="229807" y="0"/>
                  </a:lnTo>
                  <a:close/>
                </a:path>
              </a:pathLst>
            </a:custGeom>
            <a:solidFill>
              <a:srgbClr val="FFFFFF"/>
            </a:solidFill>
          </p:spPr>
          <p:txBody>
            <a:bodyPr wrap="square" lIns="0" tIns="0" rIns="0" bIns="0" rtlCol="0"/>
            <a:lstStyle/>
            <a:p/>
          </p:txBody>
        </p:sp>
        <p:sp>
          <p:nvSpPr>
            <p:cNvPr id="197" name="object 197" descr=""/>
            <p:cNvSpPr/>
            <p:nvPr/>
          </p:nvSpPr>
          <p:spPr>
            <a:xfrm>
              <a:off x="11128732" y="4899980"/>
              <a:ext cx="229870" cy="335915"/>
            </a:xfrm>
            <a:custGeom>
              <a:avLst/>
              <a:gdLst/>
              <a:ahLst/>
              <a:cxnLst/>
              <a:rect l="l" t="t" r="r" b="b"/>
              <a:pathLst>
                <a:path w="229870" h="335914">
                  <a:moveTo>
                    <a:pt x="0" y="335371"/>
                  </a:moveTo>
                  <a:lnTo>
                    <a:pt x="229807" y="335371"/>
                  </a:lnTo>
                  <a:lnTo>
                    <a:pt x="229807" y="0"/>
                  </a:lnTo>
                  <a:lnTo>
                    <a:pt x="0" y="0"/>
                  </a:lnTo>
                  <a:lnTo>
                    <a:pt x="0" y="335371"/>
                  </a:lnTo>
                  <a:close/>
                </a:path>
              </a:pathLst>
            </a:custGeom>
            <a:ln w="13257">
              <a:solidFill>
                <a:srgbClr val="000000"/>
              </a:solidFill>
            </a:ln>
          </p:spPr>
          <p:txBody>
            <a:bodyPr wrap="square" lIns="0" tIns="0" rIns="0" bIns="0" rtlCol="0"/>
            <a:lstStyle/>
            <a:p/>
          </p:txBody>
        </p:sp>
      </p:grpSp>
      <p:sp>
        <p:nvSpPr>
          <p:cNvPr id="198" name="object 198" descr=""/>
          <p:cNvSpPr txBox="1"/>
          <p:nvPr/>
        </p:nvSpPr>
        <p:spPr>
          <a:xfrm>
            <a:off x="11146463" y="4945150"/>
            <a:ext cx="193675"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Times New Roman"/>
                <a:cs typeface="Times New Roman"/>
              </a:rPr>
              <a:t>IR</a:t>
            </a:r>
            <a:endParaRPr sz="1300">
              <a:latin typeface="Times New Roman"/>
              <a:cs typeface="Times New Roman"/>
            </a:endParaRPr>
          </a:p>
        </p:txBody>
      </p:sp>
      <p:grpSp>
        <p:nvGrpSpPr>
          <p:cNvPr id="199" name="object 199" descr=""/>
          <p:cNvGrpSpPr/>
          <p:nvPr/>
        </p:nvGrpSpPr>
        <p:grpSpPr>
          <a:xfrm>
            <a:off x="4378975" y="1495118"/>
            <a:ext cx="7263765" cy="3921760"/>
            <a:chOff x="4378975" y="1495118"/>
            <a:chExt cx="7263765" cy="3921760"/>
          </a:xfrm>
        </p:grpSpPr>
        <p:sp>
          <p:nvSpPr>
            <p:cNvPr id="200" name="object 200" descr=""/>
            <p:cNvSpPr/>
            <p:nvPr/>
          </p:nvSpPr>
          <p:spPr>
            <a:xfrm>
              <a:off x="9842662" y="5070155"/>
              <a:ext cx="1150620" cy="0"/>
            </a:xfrm>
            <a:custGeom>
              <a:avLst/>
              <a:gdLst/>
              <a:ahLst/>
              <a:cxnLst/>
              <a:rect l="l" t="t" r="r" b="b"/>
              <a:pathLst>
                <a:path w="1150620" h="0">
                  <a:moveTo>
                    <a:pt x="0" y="0"/>
                  </a:moveTo>
                  <a:lnTo>
                    <a:pt x="1150430" y="0"/>
                  </a:lnTo>
                </a:path>
              </a:pathLst>
            </a:custGeom>
            <a:ln w="13106">
              <a:solidFill>
                <a:srgbClr val="000000"/>
              </a:solidFill>
            </a:ln>
          </p:spPr>
          <p:txBody>
            <a:bodyPr wrap="square" lIns="0" tIns="0" rIns="0" bIns="0" rtlCol="0"/>
            <a:lstStyle/>
            <a:p/>
          </p:txBody>
        </p:sp>
        <p:sp>
          <p:nvSpPr>
            <p:cNvPr id="201" name="object 201" descr=""/>
            <p:cNvSpPr/>
            <p:nvPr/>
          </p:nvSpPr>
          <p:spPr>
            <a:xfrm>
              <a:off x="10943921" y="5023794"/>
              <a:ext cx="147320" cy="93345"/>
            </a:xfrm>
            <a:custGeom>
              <a:avLst/>
              <a:gdLst/>
              <a:ahLst/>
              <a:cxnLst/>
              <a:rect l="l" t="t" r="r" b="b"/>
              <a:pathLst>
                <a:path w="147320" h="93345">
                  <a:moveTo>
                    <a:pt x="0" y="0"/>
                  </a:moveTo>
                  <a:lnTo>
                    <a:pt x="46944" y="47255"/>
                  </a:lnTo>
                  <a:lnTo>
                    <a:pt x="0" y="93179"/>
                  </a:lnTo>
                  <a:lnTo>
                    <a:pt x="147143" y="47255"/>
                  </a:lnTo>
                  <a:lnTo>
                    <a:pt x="0" y="0"/>
                  </a:lnTo>
                  <a:close/>
                </a:path>
              </a:pathLst>
            </a:custGeom>
            <a:solidFill>
              <a:srgbClr val="000000"/>
            </a:solidFill>
          </p:spPr>
          <p:txBody>
            <a:bodyPr wrap="square" lIns="0" tIns="0" rIns="0" bIns="0" rtlCol="0"/>
            <a:lstStyle/>
            <a:p/>
          </p:txBody>
        </p:sp>
        <p:sp>
          <p:nvSpPr>
            <p:cNvPr id="202" name="object 202" descr=""/>
            <p:cNvSpPr/>
            <p:nvPr/>
          </p:nvSpPr>
          <p:spPr>
            <a:xfrm>
              <a:off x="10076645" y="4560120"/>
              <a:ext cx="916940" cy="0"/>
            </a:xfrm>
            <a:custGeom>
              <a:avLst/>
              <a:gdLst/>
              <a:ahLst/>
              <a:cxnLst/>
              <a:rect l="l" t="t" r="r" b="b"/>
              <a:pathLst>
                <a:path w="916940" h="0">
                  <a:moveTo>
                    <a:pt x="0" y="0"/>
                  </a:moveTo>
                  <a:lnTo>
                    <a:pt x="916447" y="0"/>
                  </a:lnTo>
                </a:path>
              </a:pathLst>
            </a:custGeom>
            <a:ln w="13106">
              <a:solidFill>
                <a:srgbClr val="000000"/>
              </a:solidFill>
            </a:ln>
          </p:spPr>
          <p:txBody>
            <a:bodyPr wrap="square" lIns="0" tIns="0" rIns="0" bIns="0" rtlCol="0"/>
            <a:lstStyle/>
            <a:p/>
          </p:txBody>
        </p:sp>
        <p:sp>
          <p:nvSpPr>
            <p:cNvPr id="203" name="object 203" descr=""/>
            <p:cNvSpPr/>
            <p:nvPr/>
          </p:nvSpPr>
          <p:spPr>
            <a:xfrm>
              <a:off x="10943921" y="4514214"/>
              <a:ext cx="147320" cy="93345"/>
            </a:xfrm>
            <a:custGeom>
              <a:avLst/>
              <a:gdLst/>
              <a:ahLst/>
              <a:cxnLst/>
              <a:rect l="l" t="t" r="r" b="b"/>
              <a:pathLst>
                <a:path w="147320" h="93345">
                  <a:moveTo>
                    <a:pt x="0" y="0"/>
                  </a:moveTo>
                  <a:lnTo>
                    <a:pt x="46944" y="45905"/>
                  </a:lnTo>
                  <a:lnTo>
                    <a:pt x="0" y="93179"/>
                  </a:lnTo>
                  <a:lnTo>
                    <a:pt x="147143" y="45905"/>
                  </a:lnTo>
                  <a:lnTo>
                    <a:pt x="0" y="0"/>
                  </a:lnTo>
                  <a:close/>
                </a:path>
              </a:pathLst>
            </a:custGeom>
            <a:solidFill>
              <a:srgbClr val="000000"/>
            </a:solidFill>
          </p:spPr>
          <p:txBody>
            <a:bodyPr wrap="square" lIns="0" tIns="0" rIns="0" bIns="0" rtlCol="0"/>
            <a:lstStyle/>
            <a:p/>
          </p:txBody>
        </p:sp>
        <p:sp>
          <p:nvSpPr>
            <p:cNvPr id="204" name="object 204" descr=""/>
            <p:cNvSpPr/>
            <p:nvPr/>
          </p:nvSpPr>
          <p:spPr>
            <a:xfrm>
              <a:off x="5360048" y="2464237"/>
              <a:ext cx="6120130" cy="2096135"/>
            </a:xfrm>
            <a:custGeom>
              <a:avLst/>
              <a:gdLst/>
              <a:ahLst/>
              <a:cxnLst/>
              <a:rect l="l" t="t" r="r" b="b"/>
              <a:pathLst>
                <a:path w="6120130" h="2096135">
                  <a:moveTo>
                    <a:pt x="6041632" y="2095882"/>
                  </a:moveTo>
                  <a:lnTo>
                    <a:pt x="6119936" y="2095882"/>
                  </a:lnTo>
                </a:path>
                <a:path w="6120130" h="2096135">
                  <a:moveTo>
                    <a:pt x="0" y="0"/>
                  </a:moveTo>
                  <a:lnTo>
                    <a:pt x="97897" y="0"/>
                  </a:lnTo>
                </a:path>
              </a:pathLst>
            </a:custGeom>
            <a:ln w="13217">
              <a:solidFill>
                <a:srgbClr val="000000"/>
              </a:solidFill>
            </a:ln>
          </p:spPr>
          <p:txBody>
            <a:bodyPr wrap="square" lIns="0" tIns="0" rIns="0" bIns="0" rtlCol="0"/>
            <a:lstStyle/>
            <a:p/>
          </p:txBody>
        </p:sp>
        <p:sp>
          <p:nvSpPr>
            <p:cNvPr id="205" name="object 205" descr=""/>
            <p:cNvSpPr/>
            <p:nvPr/>
          </p:nvSpPr>
          <p:spPr>
            <a:xfrm>
              <a:off x="5409219" y="2418259"/>
              <a:ext cx="146685" cy="93345"/>
            </a:xfrm>
            <a:custGeom>
              <a:avLst/>
              <a:gdLst/>
              <a:ahLst/>
              <a:cxnLst/>
              <a:rect l="l" t="t" r="r" b="b"/>
              <a:pathLst>
                <a:path w="146685" h="93344">
                  <a:moveTo>
                    <a:pt x="0" y="0"/>
                  </a:moveTo>
                  <a:lnTo>
                    <a:pt x="46425" y="45978"/>
                  </a:lnTo>
                  <a:lnTo>
                    <a:pt x="0" y="93234"/>
                  </a:lnTo>
                  <a:lnTo>
                    <a:pt x="146624" y="45978"/>
                  </a:lnTo>
                  <a:lnTo>
                    <a:pt x="0" y="0"/>
                  </a:lnTo>
                  <a:close/>
                </a:path>
              </a:pathLst>
            </a:custGeom>
            <a:solidFill>
              <a:srgbClr val="000000"/>
            </a:solidFill>
          </p:spPr>
          <p:txBody>
            <a:bodyPr wrap="square" lIns="0" tIns="0" rIns="0" bIns="0" rtlCol="0"/>
            <a:lstStyle/>
            <a:p/>
          </p:txBody>
        </p:sp>
        <p:sp>
          <p:nvSpPr>
            <p:cNvPr id="206" name="object 206" descr=""/>
            <p:cNvSpPr/>
            <p:nvPr/>
          </p:nvSpPr>
          <p:spPr>
            <a:xfrm>
              <a:off x="4385642" y="1501786"/>
              <a:ext cx="7250430" cy="3908425"/>
            </a:xfrm>
            <a:custGeom>
              <a:avLst/>
              <a:gdLst/>
              <a:ahLst/>
              <a:cxnLst/>
              <a:rect l="l" t="t" r="r" b="b"/>
              <a:pathLst>
                <a:path w="7250430" h="3908425">
                  <a:moveTo>
                    <a:pt x="974405" y="962451"/>
                  </a:moveTo>
                  <a:lnTo>
                    <a:pt x="974405" y="0"/>
                  </a:lnTo>
                </a:path>
                <a:path w="7250430" h="3908425">
                  <a:moveTo>
                    <a:pt x="0" y="679828"/>
                  </a:moveTo>
                  <a:lnTo>
                    <a:pt x="1519968" y="679828"/>
                  </a:lnTo>
                </a:path>
                <a:path w="7250430" h="3908425">
                  <a:moveTo>
                    <a:pt x="1519968" y="679828"/>
                  </a:moveTo>
                  <a:lnTo>
                    <a:pt x="1519968" y="1075391"/>
                  </a:lnTo>
                </a:path>
                <a:path w="7250430" h="3908425">
                  <a:moveTo>
                    <a:pt x="1286023" y="792220"/>
                  </a:moveTo>
                  <a:lnTo>
                    <a:pt x="1286023" y="112939"/>
                  </a:lnTo>
                </a:path>
                <a:path w="7250430" h="3908425">
                  <a:moveTo>
                    <a:pt x="1286023" y="112939"/>
                  </a:moveTo>
                  <a:lnTo>
                    <a:pt x="5573917" y="112939"/>
                  </a:lnTo>
                </a:path>
                <a:path w="7250430" h="3908425">
                  <a:moveTo>
                    <a:pt x="5573917" y="112939"/>
                  </a:moveTo>
                  <a:lnTo>
                    <a:pt x="5573918" y="1189243"/>
                  </a:lnTo>
                </a:path>
                <a:path w="7250430" h="3908425">
                  <a:moveTo>
                    <a:pt x="5457019" y="1189243"/>
                  </a:moveTo>
                  <a:lnTo>
                    <a:pt x="5573918" y="1189243"/>
                  </a:lnTo>
                </a:path>
                <a:path w="7250430" h="3908425">
                  <a:moveTo>
                    <a:pt x="2299459" y="2321926"/>
                  </a:moveTo>
                  <a:lnTo>
                    <a:pt x="2299459" y="3908229"/>
                  </a:lnTo>
                </a:path>
                <a:path w="7250430" h="3908425">
                  <a:moveTo>
                    <a:pt x="2299459" y="3908229"/>
                  </a:moveTo>
                  <a:lnTo>
                    <a:pt x="7250020" y="3908229"/>
                  </a:lnTo>
                </a:path>
                <a:path w="7250430" h="3908425">
                  <a:moveTo>
                    <a:pt x="7016038" y="3568369"/>
                  </a:moveTo>
                  <a:lnTo>
                    <a:pt x="7250020" y="3568369"/>
                  </a:lnTo>
                </a:path>
                <a:path w="7250430" h="3908425">
                  <a:moveTo>
                    <a:pt x="7250020" y="3568369"/>
                  </a:moveTo>
                  <a:lnTo>
                    <a:pt x="7250020" y="3908229"/>
                  </a:lnTo>
                </a:path>
              </a:pathLst>
            </a:custGeom>
            <a:ln w="13217">
              <a:solidFill>
                <a:srgbClr val="000000"/>
              </a:solidFill>
            </a:ln>
          </p:spPr>
          <p:txBody>
            <a:bodyPr wrap="square" lIns="0" tIns="0" rIns="0" bIns="0" rtlCol="0"/>
            <a:lstStyle/>
            <a:p/>
          </p:txBody>
        </p:sp>
      </p:grpSp>
      <p:sp>
        <p:nvSpPr>
          <p:cNvPr id="207" name="object 207" descr=""/>
          <p:cNvSpPr txBox="1"/>
          <p:nvPr/>
        </p:nvSpPr>
        <p:spPr>
          <a:xfrm>
            <a:off x="9222832" y="1813834"/>
            <a:ext cx="695325" cy="223520"/>
          </a:xfrm>
          <a:prstGeom prst="rect">
            <a:avLst/>
          </a:prstGeom>
        </p:spPr>
        <p:txBody>
          <a:bodyPr wrap="square" lIns="0" tIns="12065" rIns="0" bIns="0" rtlCol="0" vert="horz">
            <a:spAutoFit/>
          </a:bodyPr>
          <a:lstStyle/>
          <a:p>
            <a:pPr marL="12700">
              <a:lnSpc>
                <a:spcPct val="100000"/>
              </a:lnSpc>
              <a:spcBef>
                <a:spcPts val="95"/>
              </a:spcBef>
            </a:pPr>
            <a:r>
              <a:rPr dirty="0" sz="1300" spc="-10">
                <a:latin typeface="Times New Roman"/>
                <a:cs typeface="Times New Roman"/>
              </a:rPr>
              <a:t>EX/MEM</a:t>
            </a:r>
            <a:endParaRPr sz="1300">
              <a:latin typeface="Times New Roman"/>
              <a:cs typeface="Times New Roman"/>
            </a:endParaRPr>
          </a:p>
        </p:txBody>
      </p:sp>
      <p:sp>
        <p:nvSpPr>
          <p:cNvPr id="208" name="object 208" descr=""/>
          <p:cNvSpPr txBox="1"/>
          <p:nvPr/>
        </p:nvSpPr>
        <p:spPr>
          <a:xfrm>
            <a:off x="7819678" y="1813834"/>
            <a:ext cx="471805" cy="223520"/>
          </a:xfrm>
          <a:prstGeom prst="rect">
            <a:avLst/>
          </a:prstGeom>
        </p:spPr>
        <p:txBody>
          <a:bodyPr wrap="square" lIns="0" tIns="12065" rIns="0" bIns="0" rtlCol="0" vert="horz">
            <a:spAutoFit/>
          </a:bodyPr>
          <a:lstStyle/>
          <a:p>
            <a:pPr marL="12700">
              <a:lnSpc>
                <a:spcPct val="100000"/>
              </a:lnSpc>
              <a:spcBef>
                <a:spcPts val="95"/>
              </a:spcBef>
            </a:pPr>
            <a:r>
              <a:rPr dirty="0" sz="1300" spc="-10">
                <a:latin typeface="Times New Roman"/>
                <a:cs typeface="Times New Roman"/>
              </a:rPr>
              <a:t>ID/EX</a:t>
            </a:r>
            <a:endParaRPr sz="1300">
              <a:latin typeface="Times New Roman"/>
              <a:cs typeface="Times New Roman"/>
            </a:endParaRPr>
          </a:p>
        </p:txBody>
      </p:sp>
      <p:sp>
        <p:nvSpPr>
          <p:cNvPr id="209" name="object 209" descr=""/>
          <p:cNvSpPr txBox="1"/>
          <p:nvPr/>
        </p:nvSpPr>
        <p:spPr>
          <a:xfrm>
            <a:off x="6051021" y="1813834"/>
            <a:ext cx="397510" cy="223520"/>
          </a:xfrm>
          <a:prstGeom prst="rect">
            <a:avLst/>
          </a:prstGeom>
        </p:spPr>
        <p:txBody>
          <a:bodyPr wrap="square" lIns="0" tIns="12065" rIns="0" bIns="0" rtlCol="0" vert="horz">
            <a:spAutoFit/>
          </a:bodyPr>
          <a:lstStyle/>
          <a:p>
            <a:pPr marL="12700">
              <a:lnSpc>
                <a:spcPct val="100000"/>
              </a:lnSpc>
              <a:spcBef>
                <a:spcPts val="95"/>
              </a:spcBef>
            </a:pPr>
            <a:r>
              <a:rPr dirty="0" sz="1300" spc="-20">
                <a:latin typeface="Times New Roman"/>
                <a:cs typeface="Times New Roman"/>
              </a:rPr>
              <a:t>IF/ID</a:t>
            </a:r>
            <a:endParaRPr sz="1300">
              <a:latin typeface="Times New Roman"/>
              <a:cs typeface="Times New Roman"/>
            </a:endParaRPr>
          </a:p>
        </p:txBody>
      </p:sp>
      <p:grpSp>
        <p:nvGrpSpPr>
          <p:cNvPr id="210" name="object 210" descr=""/>
          <p:cNvGrpSpPr/>
          <p:nvPr/>
        </p:nvGrpSpPr>
        <p:grpSpPr>
          <a:xfrm>
            <a:off x="5874628" y="2543189"/>
            <a:ext cx="4224655" cy="1481455"/>
            <a:chOff x="5874628" y="2543189"/>
            <a:chExt cx="4224655" cy="1481455"/>
          </a:xfrm>
        </p:grpSpPr>
        <p:sp>
          <p:nvSpPr>
            <p:cNvPr id="211" name="object 211" descr=""/>
            <p:cNvSpPr/>
            <p:nvPr/>
          </p:nvSpPr>
          <p:spPr>
            <a:xfrm>
              <a:off x="10050853" y="3681032"/>
              <a:ext cx="41910" cy="52069"/>
            </a:xfrm>
            <a:custGeom>
              <a:avLst/>
              <a:gdLst/>
              <a:ahLst/>
              <a:cxnLst/>
              <a:rect l="l" t="t" r="r" b="b"/>
              <a:pathLst>
                <a:path w="41909" h="52070">
                  <a:moveTo>
                    <a:pt x="20225" y="0"/>
                  </a:moveTo>
                  <a:lnTo>
                    <a:pt x="12290" y="1958"/>
                  </a:lnTo>
                  <a:lnTo>
                    <a:pt x="5868" y="7321"/>
                  </a:lnTo>
                  <a:lnTo>
                    <a:pt x="1568" y="15317"/>
                  </a:lnTo>
                  <a:lnTo>
                    <a:pt x="0" y="25178"/>
                  </a:lnTo>
                  <a:lnTo>
                    <a:pt x="1568" y="35393"/>
                  </a:lnTo>
                  <a:lnTo>
                    <a:pt x="5868" y="43812"/>
                  </a:lnTo>
                  <a:lnTo>
                    <a:pt x="12290" y="49528"/>
                  </a:lnTo>
                  <a:lnTo>
                    <a:pt x="20225" y="51634"/>
                  </a:lnTo>
                  <a:lnTo>
                    <a:pt x="28227" y="49528"/>
                  </a:lnTo>
                  <a:lnTo>
                    <a:pt x="34976" y="43812"/>
                  </a:lnTo>
                  <a:lnTo>
                    <a:pt x="39638" y="35393"/>
                  </a:lnTo>
                  <a:lnTo>
                    <a:pt x="41378" y="25178"/>
                  </a:lnTo>
                  <a:lnTo>
                    <a:pt x="39638" y="15317"/>
                  </a:lnTo>
                  <a:lnTo>
                    <a:pt x="34976" y="7321"/>
                  </a:lnTo>
                  <a:lnTo>
                    <a:pt x="28227" y="1958"/>
                  </a:lnTo>
                  <a:lnTo>
                    <a:pt x="20225" y="0"/>
                  </a:lnTo>
                  <a:close/>
                </a:path>
              </a:pathLst>
            </a:custGeom>
            <a:solidFill>
              <a:srgbClr val="000000"/>
            </a:solidFill>
          </p:spPr>
          <p:txBody>
            <a:bodyPr wrap="square" lIns="0" tIns="0" rIns="0" bIns="0" rtlCol="0"/>
            <a:lstStyle/>
            <a:p/>
          </p:txBody>
        </p:sp>
        <p:sp>
          <p:nvSpPr>
            <p:cNvPr id="212" name="object 212" descr=""/>
            <p:cNvSpPr/>
            <p:nvPr/>
          </p:nvSpPr>
          <p:spPr>
            <a:xfrm>
              <a:off x="10050853" y="3681032"/>
              <a:ext cx="41910" cy="52069"/>
            </a:xfrm>
            <a:custGeom>
              <a:avLst/>
              <a:gdLst/>
              <a:ahLst/>
              <a:cxnLst/>
              <a:rect l="l" t="t" r="r" b="b"/>
              <a:pathLst>
                <a:path w="41909" h="52070">
                  <a:moveTo>
                    <a:pt x="0" y="25178"/>
                  </a:moveTo>
                  <a:lnTo>
                    <a:pt x="1568" y="35393"/>
                  </a:lnTo>
                  <a:lnTo>
                    <a:pt x="5868" y="43812"/>
                  </a:lnTo>
                  <a:lnTo>
                    <a:pt x="12290" y="49528"/>
                  </a:lnTo>
                  <a:lnTo>
                    <a:pt x="20225" y="51634"/>
                  </a:lnTo>
                  <a:lnTo>
                    <a:pt x="28227" y="49528"/>
                  </a:lnTo>
                  <a:lnTo>
                    <a:pt x="34976" y="43812"/>
                  </a:lnTo>
                  <a:lnTo>
                    <a:pt x="39638" y="35393"/>
                  </a:lnTo>
                  <a:lnTo>
                    <a:pt x="41378" y="25178"/>
                  </a:lnTo>
                  <a:lnTo>
                    <a:pt x="39638" y="15317"/>
                  </a:lnTo>
                  <a:lnTo>
                    <a:pt x="34976" y="7321"/>
                  </a:lnTo>
                  <a:lnTo>
                    <a:pt x="28227" y="1958"/>
                  </a:lnTo>
                  <a:lnTo>
                    <a:pt x="20225" y="0"/>
                  </a:lnTo>
                  <a:lnTo>
                    <a:pt x="12290" y="1958"/>
                  </a:lnTo>
                  <a:lnTo>
                    <a:pt x="5868" y="7321"/>
                  </a:lnTo>
                  <a:lnTo>
                    <a:pt x="1568" y="15317"/>
                  </a:lnTo>
                  <a:lnTo>
                    <a:pt x="0" y="25178"/>
                  </a:lnTo>
                  <a:close/>
                </a:path>
              </a:pathLst>
            </a:custGeom>
            <a:ln w="13242">
              <a:solidFill>
                <a:srgbClr val="000000"/>
              </a:solidFill>
            </a:ln>
          </p:spPr>
          <p:txBody>
            <a:bodyPr wrap="square" lIns="0" tIns="0" rIns="0" bIns="0" rtlCol="0"/>
            <a:lstStyle/>
            <a:p/>
          </p:txBody>
        </p:sp>
        <p:sp>
          <p:nvSpPr>
            <p:cNvPr id="213" name="object 213" descr=""/>
            <p:cNvSpPr/>
            <p:nvPr/>
          </p:nvSpPr>
          <p:spPr>
            <a:xfrm>
              <a:off x="8261191" y="3456429"/>
              <a:ext cx="42545" cy="51435"/>
            </a:xfrm>
            <a:custGeom>
              <a:avLst/>
              <a:gdLst/>
              <a:ahLst/>
              <a:cxnLst/>
              <a:rect l="l" t="t" r="r" b="b"/>
              <a:pathLst>
                <a:path w="42545" h="51435">
                  <a:moveTo>
                    <a:pt x="21153" y="0"/>
                  </a:moveTo>
                  <a:lnTo>
                    <a:pt x="13151" y="1907"/>
                  </a:lnTo>
                  <a:lnTo>
                    <a:pt x="6401" y="7184"/>
                  </a:lnTo>
                  <a:lnTo>
                    <a:pt x="1739" y="15163"/>
                  </a:lnTo>
                  <a:lnTo>
                    <a:pt x="0" y="25178"/>
                  </a:lnTo>
                  <a:lnTo>
                    <a:pt x="1739" y="35336"/>
                  </a:lnTo>
                  <a:lnTo>
                    <a:pt x="6401" y="43629"/>
                  </a:lnTo>
                  <a:lnTo>
                    <a:pt x="13151" y="49220"/>
                  </a:lnTo>
                  <a:lnTo>
                    <a:pt x="21153" y="51269"/>
                  </a:lnTo>
                  <a:lnTo>
                    <a:pt x="29076" y="49220"/>
                  </a:lnTo>
                  <a:lnTo>
                    <a:pt x="35834" y="43629"/>
                  </a:lnTo>
                  <a:lnTo>
                    <a:pt x="40540" y="35336"/>
                  </a:lnTo>
                  <a:lnTo>
                    <a:pt x="42306" y="25178"/>
                  </a:lnTo>
                  <a:lnTo>
                    <a:pt x="40540" y="15163"/>
                  </a:lnTo>
                  <a:lnTo>
                    <a:pt x="35834" y="7184"/>
                  </a:lnTo>
                  <a:lnTo>
                    <a:pt x="29076" y="1907"/>
                  </a:lnTo>
                  <a:lnTo>
                    <a:pt x="21153" y="0"/>
                  </a:lnTo>
                  <a:close/>
                </a:path>
              </a:pathLst>
            </a:custGeom>
            <a:solidFill>
              <a:srgbClr val="000000"/>
            </a:solidFill>
          </p:spPr>
          <p:txBody>
            <a:bodyPr wrap="square" lIns="0" tIns="0" rIns="0" bIns="0" rtlCol="0"/>
            <a:lstStyle/>
            <a:p/>
          </p:txBody>
        </p:sp>
        <p:sp>
          <p:nvSpPr>
            <p:cNvPr id="214" name="object 214" descr=""/>
            <p:cNvSpPr/>
            <p:nvPr/>
          </p:nvSpPr>
          <p:spPr>
            <a:xfrm>
              <a:off x="8261191" y="3456429"/>
              <a:ext cx="42545" cy="51435"/>
            </a:xfrm>
            <a:custGeom>
              <a:avLst/>
              <a:gdLst/>
              <a:ahLst/>
              <a:cxnLst/>
              <a:rect l="l" t="t" r="r" b="b"/>
              <a:pathLst>
                <a:path w="42545" h="51435">
                  <a:moveTo>
                    <a:pt x="0" y="25178"/>
                  </a:moveTo>
                  <a:lnTo>
                    <a:pt x="1739" y="35336"/>
                  </a:lnTo>
                  <a:lnTo>
                    <a:pt x="6401" y="43629"/>
                  </a:lnTo>
                  <a:lnTo>
                    <a:pt x="13151" y="49220"/>
                  </a:lnTo>
                  <a:lnTo>
                    <a:pt x="21153" y="51269"/>
                  </a:lnTo>
                  <a:lnTo>
                    <a:pt x="29076" y="49220"/>
                  </a:lnTo>
                  <a:lnTo>
                    <a:pt x="35834" y="43629"/>
                  </a:lnTo>
                  <a:lnTo>
                    <a:pt x="40540" y="35336"/>
                  </a:lnTo>
                  <a:lnTo>
                    <a:pt x="42306" y="25178"/>
                  </a:lnTo>
                  <a:lnTo>
                    <a:pt x="40540" y="15163"/>
                  </a:lnTo>
                  <a:lnTo>
                    <a:pt x="35834" y="7184"/>
                  </a:lnTo>
                  <a:lnTo>
                    <a:pt x="29076" y="1907"/>
                  </a:lnTo>
                  <a:lnTo>
                    <a:pt x="21153" y="0"/>
                  </a:lnTo>
                  <a:lnTo>
                    <a:pt x="13151" y="1907"/>
                  </a:lnTo>
                  <a:lnTo>
                    <a:pt x="6401" y="7184"/>
                  </a:lnTo>
                  <a:lnTo>
                    <a:pt x="1739" y="15163"/>
                  </a:lnTo>
                  <a:lnTo>
                    <a:pt x="0" y="25178"/>
                  </a:lnTo>
                  <a:close/>
                </a:path>
              </a:pathLst>
            </a:custGeom>
            <a:ln w="13238">
              <a:solidFill>
                <a:srgbClr val="000000"/>
              </a:solidFill>
            </a:ln>
          </p:spPr>
          <p:txBody>
            <a:bodyPr wrap="square" lIns="0" tIns="0" rIns="0" bIns="0" rtlCol="0"/>
            <a:lstStyle/>
            <a:p/>
          </p:txBody>
        </p:sp>
        <p:sp>
          <p:nvSpPr>
            <p:cNvPr id="215" name="object 215" descr=""/>
            <p:cNvSpPr/>
            <p:nvPr/>
          </p:nvSpPr>
          <p:spPr>
            <a:xfrm>
              <a:off x="8258965" y="3965845"/>
              <a:ext cx="42545" cy="52069"/>
            </a:xfrm>
            <a:custGeom>
              <a:avLst/>
              <a:gdLst/>
              <a:ahLst/>
              <a:cxnLst/>
              <a:rect l="l" t="t" r="r" b="b"/>
              <a:pathLst>
                <a:path w="42545" h="52070">
                  <a:moveTo>
                    <a:pt x="20967" y="0"/>
                  </a:moveTo>
                  <a:lnTo>
                    <a:pt x="13072" y="1985"/>
                  </a:lnTo>
                  <a:lnTo>
                    <a:pt x="6378" y="7403"/>
                  </a:lnTo>
                  <a:lnTo>
                    <a:pt x="1736" y="15440"/>
                  </a:lnTo>
                  <a:lnTo>
                    <a:pt x="0" y="25288"/>
                  </a:lnTo>
                  <a:lnTo>
                    <a:pt x="1736" y="35520"/>
                  </a:lnTo>
                  <a:lnTo>
                    <a:pt x="6378" y="43976"/>
                  </a:lnTo>
                  <a:lnTo>
                    <a:pt x="13072" y="49729"/>
                  </a:lnTo>
                  <a:lnTo>
                    <a:pt x="20967" y="51853"/>
                  </a:lnTo>
                  <a:lnTo>
                    <a:pt x="28969" y="49729"/>
                  </a:lnTo>
                  <a:lnTo>
                    <a:pt x="35719" y="43976"/>
                  </a:lnTo>
                  <a:lnTo>
                    <a:pt x="40381" y="35520"/>
                  </a:lnTo>
                  <a:lnTo>
                    <a:pt x="42120" y="25288"/>
                  </a:lnTo>
                  <a:lnTo>
                    <a:pt x="40381" y="15440"/>
                  </a:lnTo>
                  <a:lnTo>
                    <a:pt x="35719" y="7403"/>
                  </a:lnTo>
                  <a:lnTo>
                    <a:pt x="28969" y="1985"/>
                  </a:lnTo>
                  <a:lnTo>
                    <a:pt x="20967" y="0"/>
                  </a:lnTo>
                  <a:close/>
                </a:path>
              </a:pathLst>
            </a:custGeom>
            <a:solidFill>
              <a:srgbClr val="000000"/>
            </a:solidFill>
          </p:spPr>
          <p:txBody>
            <a:bodyPr wrap="square" lIns="0" tIns="0" rIns="0" bIns="0" rtlCol="0"/>
            <a:lstStyle/>
            <a:p/>
          </p:txBody>
        </p:sp>
        <p:sp>
          <p:nvSpPr>
            <p:cNvPr id="216" name="object 216" descr=""/>
            <p:cNvSpPr/>
            <p:nvPr/>
          </p:nvSpPr>
          <p:spPr>
            <a:xfrm>
              <a:off x="8258965" y="3965845"/>
              <a:ext cx="42545" cy="52069"/>
            </a:xfrm>
            <a:custGeom>
              <a:avLst/>
              <a:gdLst/>
              <a:ahLst/>
              <a:cxnLst/>
              <a:rect l="l" t="t" r="r" b="b"/>
              <a:pathLst>
                <a:path w="42545" h="52070">
                  <a:moveTo>
                    <a:pt x="0" y="25288"/>
                  </a:moveTo>
                  <a:lnTo>
                    <a:pt x="1736" y="35520"/>
                  </a:lnTo>
                  <a:lnTo>
                    <a:pt x="6378" y="43976"/>
                  </a:lnTo>
                  <a:lnTo>
                    <a:pt x="13072" y="49729"/>
                  </a:lnTo>
                  <a:lnTo>
                    <a:pt x="20967" y="51853"/>
                  </a:lnTo>
                  <a:lnTo>
                    <a:pt x="28969" y="49729"/>
                  </a:lnTo>
                  <a:lnTo>
                    <a:pt x="35719" y="43976"/>
                  </a:lnTo>
                  <a:lnTo>
                    <a:pt x="40381" y="35520"/>
                  </a:lnTo>
                  <a:lnTo>
                    <a:pt x="42120" y="25288"/>
                  </a:lnTo>
                  <a:lnTo>
                    <a:pt x="40381" y="15440"/>
                  </a:lnTo>
                  <a:lnTo>
                    <a:pt x="35719" y="7403"/>
                  </a:lnTo>
                  <a:lnTo>
                    <a:pt x="28969" y="1985"/>
                  </a:lnTo>
                  <a:lnTo>
                    <a:pt x="20967" y="0"/>
                  </a:lnTo>
                  <a:lnTo>
                    <a:pt x="13072" y="1985"/>
                  </a:lnTo>
                  <a:lnTo>
                    <a:pt x="6378" y="7403"/>
                  </a:lnTo>
                  <a:lnTo>
                    <a:pt x="1736" y="15440"/>
                  </a:lnTo>
                  <a:lnTo>
                    <a:pt x="0" y="25288"/>
                  </a:lnTo>
                  <a:close/>
                </a:path>
              </a:pathLst>
            </a:custGeom>
            <a:ln w="13240">
              <a:solidFill>
                <a:srgbClr val="000000"/>
              </a:solidFill>
            </a:ln>
          </p:spPr>
          <p:txBody>
            <a:bodyPr wrap="square" lIns="0" tIns="0" rIns="0" bIns="0" rtlCol="0"/>
            <a:lstStyle/>
            <a:p/>
          </p:txBody>
        </p:sp>
        <p:sp>
          <p:nvSpPr>
            <p:cNvPr id="217" name="object 217" descr=""/>
            <p:cNvSpPr/>
            <p:nvPr/>
          </p:nvSpPr>
          <p:spPr>
            <a:xfrm>
              <a:off x="5881248" y="2549809"/>
              <a:ext cx="42545" cy="51435"/>
            </a:xfrm>
            <a:custGeom>
              <a:avLst/>
              <a:gdLst/>
              <a:ahLst/>
              <a:cxnLst/>
              <a:rect l="l" t="t" r="r" b="b"/>
              <a:pathLst>
                <a:path w="42545" h="51435">
                  <a:moveTo>
                    <a:pt x="21153" y="0"/>
                  </a:moveTo>
                  <a:lnTo>
                    <a:pt x="13190" y="1907"/>
                  </a:lnTo>
                  <a:lnTo>
                    <a:pt x="6436" y="7184"/>
                  </a:lnTo>
                  <a:lnTo>
                    <a:pt x="1752" y="15163"/>
                  </a:lnTo>
                  <a:lnTo>
                    <a:pt x="0" y="25178"/>
                  </a:lnTo>
                  <a:lnTo>
                    <a:pt x="1752" y="35336"/>
                  </a:lnTo>
                  <a:lnTo>
                    <a:pt x="6436" y="43629"/>
                  </a:lnTo>
                  <a:lnTo>
                    <a:pt x="13190" y="49220"/>
                  </a:lnTo>
                  <a:lnTo>
                    <a:pt x="21153" y="51269"/>
                  </a:lnTo>
                  <a:lnTo>
                    <a:pt x="29105" y="49220"/>
                  </a:lnTo>
                  <a:lnTo>
                    <a:pt x="35853" y="43629"/>
                  </a:lnTo>
                  <a:lnTo>
                    <a:pt x="40535" y="35336"/>
                  </a:lnTo>
                  <a:lnTo>
                    <a:pt x="42287" y="25178"/>
                  </a:lnTo>
                  <a:lnTo>
                    <a:pt x="40535" y="15163"/>
                  </a:lnTo>
                  <a:lnTo>
                    <a:pt x="35853" y="7184"/>
                  </a:lnTo>
                  <a:lnTo>
                    <a:pt x="29105" y="1907"/>
                  </a:lnTo>
                  <a:lnTo>
                    <a:pt x="21153" y="0"/>
                  </a:lnTo>
                  <a:close/>
                </a:path>
              </a:pathLst>
            </a:custGeom>
            <a:solidFill>
              <a:srgbClr val="000000"/>
            </a:solidFill>
          </p:spPr>
          <p:txBody>
            <a:bodyPr wrap="square" lIns="0" tIns="0" rIns="0" bIns="0" rtlCol="0"/>
            <a:lstStyle/>
            <a:p/>
          </p:txBody>
        </p:sp>
        <p:sp>
          <p:nvSpPr>
            <p:cNvPr id="218" name="object 218" descr=""/>
            <p:cNvSpPr/>
            <p:nvPr/>
          </p:nvSpPr>
          <p:spPr>
            <a:xfrm>
              <a:off x="5881248" y="2549809"/>
              <a:ext cx="42545" cy="51435"/>
            </a:xfrm>
            <a:custGeom>
              <a:avLst/>
              <a:gdLst/>
              <a:ahLst/>
              <a:cxnLst/>
              <a:rect l="l" t="t" r="r" b="b"/>
              <a:pathLst>
                <a:path w="42545" h="51435">
                  <a:moveTo>
                    <a:pt x="0" y="25178"/>
                  </a:moveTo>
                  <a:lnTo>
                    <a:pt x="1752" y="35336"/>
                  </a:lnTo>
                  <a:lnTo>
                    <a:pt x="6436" y="43629"/>
                  </a:lnTo>
                  <a:lnTo>
                    <a:pt x="13190" y="49220"/>
                  </a:lnTo>
                  <a:lnTo>
                    <a:pt x="21153" y="51269"/>
                  </a:lnTo>
                  <a:lnTo>
                    <a:pt x="29105" y="49220"/>
                  </a:lnTo>
                  <a:lnTo>
                    <a:pt x="35853" y="43629"/>
                  </a:lnTo>
                  <a:lnTo>
                    <a:pt x="40535" y="35336"/>
                  </a:lnTo>
                  <a:lnTo>
                    <a:pt x="42287" y="25178"/>
                  </a:lnTo>
                  <a:lnTo>
                    <a:pt x="40535" y="15163"/>
                  </a:lnTo>
                  <a:lnTo>
                    <a:pt x="35853" y="7184"/>
                  </a:lnTo>
                  <a:lnTo>
                    <a:pt x="29105" y="1907"/>
                  </a:lnTo>
                  <a:lnTo>
                    <a:pt x="21153" y="0"/>
                  </a:lnTo>
                  <a:lnTo>
                    <a:pt x="13190" y="1907"/>
                  </a:lnTo>
                  <a:lnTo>
                    <a:pt x="6436" y="7184"/>
                  </a:lnTo>
                  <a:lnTo>
                    <a:pt x="1752" y="15163"/>
                  </a:lnTo>
                  <a:lnTo>
                    <a:pt x="0" y="25178"/>
                  </a:lnTo>
                  <a:close/>
                </a:path>
              </a:pathLst>
            </a:custGeom>
            <a:ln w="13238">
              <a:solidFill>
                <a:srgbClr val="000000"/>
              </a:solidFill>
            </a:ln>
          </p:spPr>
          <p:txBody>
            <a:bodyPr wrap="square" lIns="0" tIns="0" rIns="0" bIns="0" rtlCol="0"/>
            <a:lstStyle/>
            <a:p/>
          </p:txBody>
        </p:sp>
      </p:grpSp>
      <p:sp>
        <p:nvSpPr>
          <p:cNvPr id="219" name="object 219" descr=""/>
          <p:cNvSpPr txBox="1"/>
          <p:nvPr/>
        </p:nvSpPr>
        <p:spPr>
          <a:xfrm>
            <a:off x="5202561" y="3380395"/>
            <a:ext cx="359410" cy="223520"/>
          </a:xfrm>
          <a:prstGeom prst="rect">
            <a:avLst/>
          </a:prstGeom>
        </p:spPr>
        <p:txBody>
          <a:bodyPr wrap="square" lIns="0" tIns="12065" rIns="0" bIns="0" rtlCol="0" vert="horz">
            <a:spAutoFit/>
          </a:bodyPr>
          <a:lstStyle/>
          <a:p>
            <a:pPr marL="12700">
              <a:lnSpc>
                <a:spcPct val="100000"/>
              </a:lnSpc>
              <a:spcBef>
                <a:spcPts val="95"/>
              </a:spcBef>
            </a:pPr>
            <a:r>
              <a:rPr dirty="0" sz="1300" spc="-25">
                <a:latin typeface="宋体"/>
                <a:cs typeface="宋体"/>
              </a:rPr>
              <a:t>指令</a:t>
            </a:r>
            <a:endParaRPr sz="1300">
              <a:latin typeface="宋体"/>
              <a:cs typeface="宋体"/>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42138" y="676402"/>
            <a:ext cx="716280" cy="299720"/>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E14B04"/>
                </a:solidFill>
                <a:latin typeface="宋体"/>
                <a:cs typeface="宋体"/>
              </a:rPr>
              <a:t>流水段</a:t>
            </a:r>
            <a:endParaRPr sz="1800">
              <a:latin typeface="宋体"/>
              <a:cs typeface="宋体"/>
            </a:endParaRPr>
          </a:p>
        </p:txBody>
      </p:sp>
      <p:sp>
        <p:nvSpPr>
          <p:cNvPr id="3" name="object 3"/>
          <p:cNvSpPr txBox="1">
            <a:spLocks noGrp="1"/>
          </p:cNvSpPr>
          <p:nvPr>
            <p:ph type="title"/>
          </p:nvPr>
        </p:nvSpPr>
        <p:spPr>
          <a:xfrm>
            <a:off x="4690998" y="192735"/>
            <a:ext cx="3075940" cy="331470"/>
          </a:xfrm>
          <a:prstGeom prst="rect"/>
        </p:spPr>
        <p:txBody>
          <a:bodyPr wrap="square" lIns="0" tIns="13335" rIns="0" bIns="0" rtlCol="0" vert="horz">
            <a:spAutoFit/>
          </a:bodyPr>
          <a:lstStyle/>
          <a:p>
            <a:pPr marL="12700">
              <a:lnSpc>
                <a:spcPct val="100000"/>
              </a:lnSpc>
              <a:spcBef>
                <a:spcPts val="105"/>
              </a:spcBef>
            </a:pPr>
            <a:r>
              <a:rPr dirty="0" u="none" sz="2000" spc="-20">
                <a:solidFill>
                  <a:srgbClr val="E14B04"/>
                </a:solidFill>
              </a:rPr>
              <a:t>流水线的每个流水段的操作</a:t>
            </a:r>
            <a:endParaRPr sz="2000"/>
          </a:p>
        </p:txBody>
      </p:sp>
      <p:sp>
        <p:nvSpPr>
          <p:cNvPr id="4" name="object 4" descr=""/>
          <p:cNvSpPr txBox="1"/>
          <p:nvPr/>
        </p:nvSpPr>
        <p:spPr>
          <a:xfrm>
            <a:off x="3990847" y="676402"/>
            <a:ext cx="1406525"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E14B04"/>
                </a:solidFill>
                <a:latin typeface="宋体"/>
                <a:cs typeface="宋体"/>
              </a:rPr>
              <a:t>所有指令类型</a:t>
            </a:r>
            <a:endParaRPr sz="1800">
              <a:latin typeface="宋体"/>
              <a:cs typeface="宋体"/>
            </a:endParaRPr>
          </a:p>
        </p:txBody>
      </p:sp>
      <p:sp>
        <p:nvSpPr>
          <p:cNvPr id="5" name="object 5" descr=""/>
          <p:cNvSpPr/>
          <p:nvPr/>
        </p:nvSpPr>
        <p:spPr>
          <a:xfrm>
            <a:off x="3606800" y="3390900"/>
            <a:ext cx="2667000" cy="3162300"/>
          </a:xfrm>
          <a:custGeom>
            <a:avLst/>
            <a:gdLst/>
            <a:ahLst/>
            <a:cxnLst/>
            <a:rect l="l" t="t" r="r" b="b"/>
            <a:pathLst>
              <a:path w="2667000" h="3162300">
                <a:moveTo>
                  <a:pt x="0" y="0"/>
                </a:moveTo>
                <a:lnTo>
                  <a:pt x="0" y="3162300"/>
                </a:lnTo>
              </a:path>
              <a:path w="2667000" h="3162300">
                <a:moveTo>
                  <a:pt x="2667000" y="0"/>
                </a:moveTo>
                <a:lnTo>
                  <a:pt x="2667000" y="3162300"/>
                </a:lnTo>
              </a:path>
            </a:pathLst>
          </a:custGeom>
          <a:ln w="9525">
            <a:solidFill>
              <a:srgbClr val="000000"/>
            </a:solidFill>
          </a:ln>
        </p:spPr>
        <p:txBody>
          <a:bodyPr wrap="square" lIns="0" tIns="0" rIns="0" bIns="0" rtlCol="0"/>
          <a:lstStyle/>
          <a:p/>
        </p:txBody>
      </p:sp>
      <p:sp>
        <p:nvSpPr>
          <p:cNvPr id="6" name="object 6" descr=""/>
          <p:cNvSpPr txBox="1"/>
          <p:nvPr/>
        </p:nvSpPr>
        <p:spPr>
          <a:xfrm>
            <a:off x="1704594" y="3482085"/>
            <a:ext cx="949325" cy="299720"/>
          </a:xfrm>
          <a:prstGeom prst="rect">
            <a:avLst/>
          </a:prstGeom>
        </p:spPr>
        <p:txBody>
          <a:bodyPr wrap="square" lIns="0" tIns="12700" rIns="0" bIns="0" rtlCol="0" vert="horz">
            <a:spAutoFit/>
          </a:bodyPr>
          <a:lstStyle/>
          <a:p>
            <a:pPr marL="12700">
              <a:lnSpc>
                <a:spcPct val="100000"/>
              </a:lnSpc>
              <a:spcBef>
                <a:spcPts val="100"/>
              </a:spcBef>
            </a:pPr>
            <a:r>
              <a:rPr dirty="0" sz="1800" b="1">
                <a:latin typeface="宋体"/>
                <a:cs typeface="宋体"/>
              </a:rPr>
              <a:t>ALU</a:t>
            </a:r>
            <a:r>
              <a:rPr dirty="0" sz="1800" spc="-35" b="1">
                <a:latin typeface="宋体"/>
                <a:cs typeface="宋体"/>
              </a:rPr>
              <a:t> 指令</a:t>
            </a:r>
            <a:endParaRPr sz="1800">
              <a:latin typeface="宋体"/>
              <a:cs typeface="宋体"/>
            </a:endParaRPr>
          </a:p>
        </p:txBody>
      </p:sp>
      <p:sp>
        <p:nvSpPr>
          <p:cNvPr id="7" name="object 7" descr=""/>
          <p:cNvSpPr txBox="1"/>
          <p:nvPr/>
        </p:nvSpPr>
        <p:spPr>
          <a:xfrm>
            <a:off x="4028947" y="3462604"/>
            <a:ext cx="3861435" cy="300355"/>
          </a:xfrm>
          <a:prstGeom prst="rect">
            <a:avLst/>
          </a:prstGeom>
        </p:spPr>
        <p:txBody>
          <a:bodyPr wrap="square" lIns="0" tIns="12700" rIns="0" bIns="0" rtlCol="0" vert="horz">
            <a:spAutoFit/>
          </a:bodyPr>
          <a:lstStyle/>
          <a:p>
            <a:pPr marL="12700">
              <a:lnSpc>
                <a:spcPct val="100000"/>
              </a:lnSpc>
              <a:spcBef>
                <a:spcPts val="100"/>
              </a:spcBef>
              <a:tabLst>
                <a:tab pos="2927350" algn="l"/>
              </a:tabLst>
            </a:pPr>
            <a:r>
              <a:rPr dirty="0" sz="1800" b="1">
                <a:latin typeface="宋体"/>
                <a:cs typeface="宋体"/>
              </a:rPr>
              <a:t>load/store</a:t>
            </a:r>
            <a:r>
              <a:rPr dirty="0" sz="1800" spc="-75" b="1">
                <a:latin typeface="宋体"/>
                <a:cs typeface="宋体"/>
              </a:rPr>
              <a:t> </a:t>
            </a:r>
            <a:r>
              <a:rPr dirty="0" sz="1800" spc="-10" b="1">
                <a:latin typeface="宋体"/>
                <a:cs typeface="宋体"/>
              </a:rPr>
              <a:t>指</a:t>
            </a:r>
            <a:r>
              <a:rPr dirty="0" sz="1800" spc="-50" b="1">
                <a:latin typeface="宋体"/>
                <a:cs typeface="宋体"/>
              </a:rPr>
              <a:t>令</a:t>
            </a:r>
            <a:r>
              <a:rPr dirty="0" sz="1800" b="1">
                <a:latin typeface="宋体"/>
                <a:cs typeface="宋体"/>
              </a:rPr>
              <a:t>	</a:t>
            </a:r>
            <a:r>
              <a:rPr dirty="0" sz="1800" spc="-20" b="1">
                <a:latin typeface="宋体"/>
                <a:cs typeface="宋体"/>
              </a:rPr>
              <a:t>分支指</a:t>
            </a:r>
            <a:r>
              <a:rPr dirty="0" sz="1800" spc="-50" b="1">
                <a:latin typeface="宋体"/>
                <a:cs typeface="宋体"/>
              </a:rPr>
              <a:t>令</a:t>
            </a:r>
            <a:endParaRPr sz="1800">
              <a:latin typeface="宋体"/>
              <a:cs typeface="宋体"/>
            </a:endParaRPr>
          </a:p>
        </p:txBody>
      </p:sp>
      <p:sp>
        <p:nvSpPr>
          <p:cNvPr id="8" name="object 8" descr=""/>
          <p:cNvSpPr txBox="1"/>
          <p:nvPr/>
        </p:nvSpPr>
        <p:spPr>
          <a:xfrm>
            <a:off x="313740" y="1338453"/>
            <a:ext cx="257175" cy="299720"/>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4668F5"/>
                </a:solidFill>
                <a:latin typeface="宋体"/>
                <a:cs typeface="宋体"/>
              </a:rPr>
              <a:t>IF</a:t>
            </a:r>
            <a:endParaRPr sz="1800">
              <a:latin typeface="宋体"/>
              <a:cs typeface="宋体"/>
            </a:endParaRPr>
          </a:p>
        </p:txBody>
      </p:sp>
      <p:sp>
        <p:nvSpPr>
          <p:cNvPr id="9" name="object 9" descr=""/>
          <p:cNvSpPr txBox="1"/>
          <p:nvPr/>
        </p:nvSpPr>
        <p:spPr>
          <a:xfrm>
            <a:off x="313740" y="2481834"/>
            <a:ext cx="257175" cy="299720"/>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4668F5"/>
                </a:solidFill>
                <a:latin typeface="宋体"/>
                <a:cs typeface="宋体"/>
              </a:rPr>
              <a:t>ID</a:t>
            </a:r>
            <a:endParaRPr sz="1800">
              <a:latin typeface="宋体"/>
              <a:cs typeface="宋体"/>
            </a:endParaRPr>
          </a:p>
        </p:txBody>
      </p:sp>
      <p:sp>
        <p:nvSpPr>
          <p:cNvPr id="10" name="object 10" descr=""/>
          <p:cNvSpPr txBox="1"/>
          <p:nvPr/>
        </p:nvSpPr>
        <p:spPr>
          <a:xfrm>
            <a:off x="313740" y="4996941"/>
            <a:ext cx="257175" cy="299720"/>
          </a:xfrm>
          <a:prstGeom prst="rect">
            <a:avLst/>
          </a:prstGeom>
        </p:spPr>
        <p:txBody>
          <a:bodyPr wrap="square" lIns="0" tIns="12700" rIns="0" bIns="0" rtlCol="0" vert="horz">
            <a:spAutoFit/>
          </a:bodyPr>
          <a:lstStyle/>
          <a:p>
            <a:pPr marL="12700">
              <a:lnSpc>
                <a:spcPct val="100000"/>
              </a:lnSpc>
              <a:spcBef>
                <a:spcPts val="100"/>
              </a:spcBef>
            </a:pPr>
            <a:r>
              <a:rPr dirty="0" sz="1800" spc="-25" b="1">
                <a:solidFill>
                  <a:srgbClr val="4668F5"/>
                </a:solidFill>
                <a:latin typeface="宋体"/>
                <a:cs typeface="宋体"/>
              </a:rPr>
              <a:t>EX</a:t>
            </a:r>
            <a:endParaRPr sz="1800">
              <a:latin typeface="宋体"/>
              <a:cs typeface="宋体"/>
            </a:endParaRPr>
          </a:p>
        </p:txBody>
      </p:sp>
      <p:sp>
        <p:nvSpPr>
          <p:cNvPr id="11" name="object 11" descr=""/>
          <p:cNvSpPr txBox="1"/>
          <p:nvPr/>
        </p:nvSpPr>
        <p:spPr>
          <a:xfrm>
            <a:off x="1018743" y="1061465"/>
            <a:ext cx="2251075" cy="330835"/>
          </a:xfrm>
          <a:prstGeom prst="rect">
            <a:avLst/>
          </a:prstGeom>
        </p:spPr>
        <p:txBody>
          <a:bodyPr wrap="square" lIns="0" tIns="13335" rIns="0" bIns="0" rtlCol="0" vert="horz">
            <a:spAutoFit/>
          </a:bodyPr>
          <a:lstStyle/>
          <a:p>
            <a:pPr marL="12700">
              <a:lnSpc>
                <a:spcPct val="100000"/>
              </a:lnSpc>
              <a:spcBef>
                <a:spcPts val="105"/>
              </a:spcBef>
            </a:pPr>
            <a:r>
              <a:rPr dirty="0" sz="1800" b="1">
                <a:solidFill>
                  <a:srgbClr val="40458B"/>
                </a:solidFill>
                <a:latin typeface="宋体"/>
                <a:cs typeface="宋体"/>
              </a:rPr>
              <a:t>IF/ID.IR</a:t>
            </a:r>
            <a:r>
              <a:rPr dirty="0" sz="1800" spc="-35" b="1">
                <a:solidFill>
                  <a:srgbClr val="40458B"/>
                </a:solidFill>
                <a:latin typeface="宋体"/>
                <a:cs typeface="宋体"/>
              </a:rPr>
              <a:t> </a:t>
            </a:r>
            <a:r>
              <a:rPr dirty="0" sz="2000" b="1">
                <a:solidFill>
                  <a:srgbClr val="40458B"/>
                </a:solidFill>
                <a:latin typeface="宋体"/>
                <a:cs typeface="宋体"/>
              </a:rPr>
              <a:t>←</a:t>
            </a:r>
            <a:r>
              <a:rPr dirty="0" sz="2000" spc="-130" b="1">
                <a:solidFill>
                  <a:srgbClr val="40458B"/>
                </a:solidFill>
                <a:latin typeface="宋体"/>
                <a:cs typeface="宋体"/>
              </a:rPr>
              <a:t> </a:t>
            </a:r>
            <a:r>
              <a:rPr dirty="0" sz="1800" spc="-10" b="1">
                <a:solidFill>
                  <a:srgbClr val="40458B"/>
                </a:solidFill>
                <a:latin typeface="宋体"/>
                <a:cs typeface="宋体"/>
              </a:rPr>
              <a:t>Mem[PC]</a:t>
            </a:r>
            <a:endParaRPr sz="1800">
              <a:latin typeface="宋体"/>
              <a:cs typeface="宋体"/>
            </a:endParaRPr>
          </a:p>
        </p:txBody>
      </p:sp>
      <p:sp>
        <p:nvSpPr>
          <p:cNvPr id="12" name="object 12" descr=""/>
          <p:cNvSpPr txBox="1"/>
          <p:nvPr/>
        </p:nvSpPr>
        <p:spPr>
          <a:xfrm>
            <a:off x="4055973" y="1087373"/>
            <a:ext cx="1983105" cy="299720"/>
          </a:xfrm>
          <a:prstGeom prst="rect">
            <a:avLst/>
          </a:prstGeom>
        </p:spPr>
        <p:txBody>
          <a:bodyPr wrap="square" lIns="0" tIns="12700" rIns="0" bIns="0" rtlCol="0" vert="horz">
            <a:spAutoFit/>
          </a:bodyPr>
          <a:lstStyle/>
          <a:p>
            <a:pPr marL="12700">
              <a:lnSpc>
                <a:spcPct val="100000"/>
              </a:lnSpc>
              <a:spcBef>
                <a:spcPts val="100"/>
              </a:spcBef>
            </a:pPr>
            <a:r>
              <a:rPr dirty="0" sz="1800" spc="-15" b="1">
                <a:solidFill>
                  <a:srgbClr val="40458B"/>
                </a:solidFill>
                <a:latin typeface="宋体"/>
                <a:cs typeface="宋体"/>
              </a:rPr>
              <a:t>#从存储器取出指令</a:t>
            </a:r>
            <a:endParaRPr sz="1800">
              <a:latin typeface="宋体"/>
              <a:cs typeface="宋体"/>
            </a:endParaRPr>
          </a:p>
        </p:txBody>
      </p:sp>
      <p:sp>
        <p:nvSpPr>
          <p:cNvPr id="13" name="object 13" descr=""/>
          <p:cNvSpPr txBox="1"/>
          <p:nvPr/>
        </p:nvSpPr>
        <p:spPr>
          <a:xfrm>
            <a:off x="1018743" y="1410970"/>
            <a:ext cx="6158865" cy="574040"/>
          </a:xfrm>
          <a:prstGeom prst="rect">
            <a:avLst/>
          </a:prstGeom>
        </p:spPr>
        <p:txBody>
          <a:bodyPr wrap="square" lIns="0" tIns="12700" rIns="0" bIns="0" rtlCol="0" vert="horz">
            <a:spAutoFit/>
          </a:bodyPr>
          <a:lstStyle/>
          <a:p>
            <a:pPr marL="12700" marR="5080">
              <a:lnSpc>
                <a:spcPct val="100000"/>
              </a:lnSpc>
              <a:spcBef>
                <a:spcPts val="100"/>
              </a:spcBef>
            </a:pPr>
            <a:r>
              <a:rPr dirty="0" sz="1800" b="1">
                <a:solidFill>
                  <a:srgbClr val="40458B"/>
                </a:solidFill>
                <a:latin typeface="宋体"/>
                <a:cs typeface="宋体"/>
              </a:rPr>
              <a:t>IF/ID.NPC,</a:t>
            </a:r>
            <a:r>
              <a:rPr dirty="0" sz="1800" spc="-40" b="1">
                <a:solidFill>
                  <a:srgbClr val="40458B"/>
                </a:solidFill>
                <a:latin typeface="宋体"/>
                <a:cs typeface="宋体"/>
              </a:rPr>
              <a:t> </a:t>
            </a:r>
            <a:r>
              <a:rPr dirty="0" sz="1800" b="1">
                <a:solidFill>
                  <a:srgbClr val="40458B"/>
                </a:solidFill>
                <a:latin typeface="宋体"/>
                <a:cs typeface="宋体"/>
              </a:rPr>
              <a:t>PC</a:t>
            </a:r>
            <a:r>
              <a:rPr dirty="0" sz="1800" spc="-30" b="1">
                <a:solidFill>
                  <a:srgbClr val="40458B"/>
                </a:solidFill>
                <a:latin typeface="宋体"/>
                <a:cs typeface="宋体"/>
              </a:rPr>
              <a:t> </a:t>
            </a:r>
            <a:r>
              <a:rPr dirty="0" sz="1800" b="1">
                <a:solidFill>
                  <a:srgbClr val="40458B"/>
                </a:solidFill>
                <a:latin typeface="宋体"/>
                <a:cs typeface="宋体"/>
              </a:rPr>
              <a:t>←</a:t>
            </a:r>
            <a:r>
              <a:rPr dirty="0" sz="1800" spc="-35" b="1">
                <a:solidFill>
                  <a:srgbClr val="40458B"/>
                </a:solidFill>
                <a:latin typeface="宋体"/>
                <a:cs typeface="宋体"/>
              </a:rPr>
              <a:t> </a:t>
            </a:r>
            <a:r>
              <a:rPr dirty="0" sz="1800" b="1">
                <a:solidFill>
                  <a:srgbClr val="40458B"/>
                </a:solidFill>
                <a:latin typeface="宋体"/>
                <a:cs typeface="宋体"/>
              </a:rPr>
              <a:t>（if（（</a:t>
            </a:r>
            <a:r>
              <a:rPr dirty="0" sz="1800" spc="-40" b="1">
                <a:solidFill>
                  <a:srgbClr val="40458B"/>
                </a:solidFill>
                <a:latin typeface="宋体"/>
                <a:cs typeface="宋体"/>
              </a:rPr>
              <a:t> </a:t>
            </a:r>
            <a:r>
              <a:rPr dirty="0" sz="1800" b="1">
                <a:solidFill>
                  <a:srgbClr val="40458B"/>
                </a:solidFill>
                <a:latin typeface="宋体"/>
                <a:cs typeface="宋体"/>
              </a:rPr>
              <a:t>EX/MEM.IR[op]</a:t>
            </a:r>
            <a:r>
              <a:rPr dirty="0" sz="1800" spc="-30" b="1">
                <a:solidFill>
                  <a:srgbClr val="40458B"/>
                </a:solidFill>
                <a:latin typeface="宋体"/>
                <a:cs typeface="宋体"/>
              </a:rPr>
              <a:t> </a:t>
            </a:r>
            <a:r>
              <a:rPr dirty="0" sz="1800" b="1">
                <a:solidFill>
                  <a:srgbClr val="40458B"/>
                </a:solidFill>
                <a:latin typeface="宋体"/>
                <a:cs typeface="宋体"/>
              </a:rPr>
              <a:t>==</a:t>
            </a:r>
            <a:r>
              <a:rPr dirty="0" sz="1800" spc="-40" b="1">
                <a:solidFill>
                  <a:srgbClr val="40458B"/>
                </a:solidFill>
                <a:latin typeface="宋体"/>
                <a:cs typeface="宋体"/>
              </a:rPr>
              <a:t> </a:t>
            </a:r>
            <a:r>
              <a:rPr dirty="0" sz="1800" b="1">
                <a:solidFill>
                  <a:srgbClr val="40458B"/>
                </a:solidFill>
                <a:latin typeface="宋体"/>
                <a:cs typeface="宋体"/>
              </a:rPr>
              <a:t>branch</a:t>
            </a:r>
            <a:r>
              <a:rPr dirty="0" sz="1800" spc="-35" b="1">
                <a:solidFill>
                  <a:srgbClr val="40458B"/>
                </a:solidFill>
                <a:latin typeface="宋体"/>
                <a:cs typeface="宋体"/>
              </a:rPr>
              <a:t> </a:t>
            </a:r>
            <a:r>
              <a:rPr dirty="0" sz="1800" spc="-25" b="1">
                <a:solidFill>
                  <a:srgbClr val="40458B"/>
                </a:solidFill>
                <a:latin typeface="宋体"/>
                <a:cs typeface="宋体"/>
              </a:rPr>
              <a:t>）&amp; </a:t>
            </a:r>
            <a:r>
              <a:rPr dirty="0" sz="1800" b="1">
                <a:solidFill>
                  <a:srgbClr val="40458B"/>
                </a:solidFill>
                <a:latin typeface="宋体"/>
                <a:cs typeface="宋体"/>
              </a:rPr>
              <a:t>EX/MEM.cond）{EX/MEM.ALUo}</a:t>
            </a:r>
            <a:r>
              <a:rPr dirty="0" sz="1800" spc="-105" b="1">
                <a:solidFill>
                  <a:srgbClr val="40458B"/>
                </a:solidFill>
                <a:latin typeface="宋体"/>
                <a:cs typeface="宋体"/>
              </a:rPr>
              <a:t> </a:t>
            </a:r>
            <a:r>
              <a:rPr dirty="0" sz="1800" b="1">
                <a:solidFill>
                  <a:srgbClr val="40458B"/>
                </a:solidFill>
                <a:latin typeface="宋体"/>
                <a:cs typeface="宋体"/>
              </a:rPr>
              <a:t>else</a:t>
            </a:r>
            <a:r>
              <a:rPr dirty="0" sz="1800" spc="-110" b="1">
                <a:solidFill>
                  <a:srgbClr val="40458B"/>
                </a:solidFill>
                <a:latin typeface="宋体"/>
                <a:cs typeface="宋体"/>
              </a:rPr>
              <a:t> </a:t>
            </a:r>
            <a:r>
              <a:rPr dirty="0" sz="1800" spc="-10" b="1">
                <a:solidFill>
                  <a:srgbClr val="40458B"/>
                </a:solidFill>
                <a:latin typeface="宋体"/>
                <a:cs typeface="宋体"/>
              </a:rPr>
              <a:t>{PC+4}）；</a:t>
            </a:r>
            <a:endParaRPr sz="1800">
              <a:latin typeface="宋体"/>
              <a:cs typeface="宋体"/>
            </a:endParaRPr>
          </a:p>
        </p:txBody>
      </p:sp>
      <p:sp>
        <p:nvSpPr>
          <p:cNvPr id="14" name="object 14" descr=""/>
          <p:cNvSpPr/>
          <p:nvPr/>
        </p:nvSpPr>
        <p:spPr>
          <a:xfrm>
            <a:off x="142875" y="601726"/>
            <a:ext cx="8493125" cy="5951855"/>
          </a:xfrm>
          <a:custGeom>
            <a:avLst/>
            <a:gdLst/>
            <a:ahLst/>
            <a:cxnLst/>
            <a:rect l="l" t="t" r="r" b="b"/>
            <a:pathLst>
              <a:path w="8493125" h="5951855">
                <a:moveTo>
                  <a:pt x="0" y="5951474"/>
                </a:moveTo>
                <a:lnTo>
                  <a:pt x="8470900" y="5951474"/>
                </a:lnTo>
              </a:path>
              <a:path w="8493125" h="5951855">
                <a:moveTo>
                  <a:pt x="0" y="469900"/>
                </a:moveTo>
                <a:lnTo>
                  <a:pt x="8493125" y="469900"/>
                </a:lnTo>
              </a:path>
              <a:path w="8493125" h="5951855">
                <a:moveTo>
                  <a:pt x="0" y="1384300"/>
                </a:moveTo>
                <a:lnTo>
                  <a:pt x="8470900" y="1384300"/>
                </a:lnTo>
              </a:path>
              <a:path w="8493125" h="5951855">
                <a:moveTo>
                  <a:pt x="0" y="2774823"/>
                </a:moveTo>
                <a:lnTo>
                  <a:pt x="8470900" y="2774950"/>
                </a:lnTo>
              </a:path>
              <a:path w="8493125" h="5951855">
                <a:moveTo>
                  <a:pt x="0" y="3284474"/>
                </a:moveTo>
                <a:lnTo>
                  <a:pt x="8470900" y="3284474"/>
                </a:lnTo>
              </a:path>
              <a:path w="8493125" h="5951855">
                <a:moveTo>
                  <a:pt x="0" y="0"/>
                </a:moveTo>
                <a:lnTo>
                  <a:pt x="8493125" y="0"/>
                </a:lnTo>
              </a:path>
            </a:pathLst>
          </a:custGeom>
          <a:ln w="9525">
            <a:solidFill>
              <a:srgbClr val="000000"/>
            </a:solidFill>
          </a:ln>
        </p:spPr>
        <p:txBody>
          <a:bodyPr wrap="square" lIns="0" tIns="0" rIns="0" bIns="0" rtlCol="0"/>
          <a:lstStyle/>
          <a:p/>
        </p:txBody>
      </p:sp>
      <p:sp>
        <p:nvSpPr>
          <p:cNvPr id="15" name="object 15" descr=""/>
          <p:cNvSpPr txBox="1"/>
          <p:nvPr/>
        </p:nvSpPr>
        <p:spPr>
          <a:xfrm>
            <a:off x="1018743" y="2019807"/>
            <a:ext cx="7203440" cy="622300"/>
          </a:xfrm>
          <a:prstGeom prst="rect">
            <a:avLst/>
          </a:prstGeom>
        </p:spPr>
        <p:txBody>
          <a:bodyPr wrap="square" lIns="0" tIns="12065" rIns="0" bIns="0" rtlCol="0" vert="horz">
            <a:spAutoFit/>
          </a:bodyPr>
          <a:lstStyle/>
          <a:p>
            <a:pPr marL="12700" marR="5080">
              <a:lnSpc>
                <a:spcPct val="108800"/>
              </a:lnSpc>
              <a:spcBef>
                <a:spcPts val="95"/>
              </a:spcBef>
            </a:pPr>
            <a:r>
              <a:rPr dirty="0" sz="1800" b="1">
                <a:solidFill>
                  <a:srgbClr val="40458B"/>
                </a:solidFill>
                <a:latin typeface="宋体"/>
                <a:cs typeface="宋体"/>
              </a:rPr>
              <a:t>ID/EX.A</a:t>
            </a:r>
            <a:r>
              <a:rPr dirty="0" sz="1800" spc="-65" b="1">
                <a:solidFill>
                  <a:srgbClr val="40458B"/>
                </a:solidFill>
                <a:latin typeface="宋体"/>
                <a:cs typeface="宋体"/>
              </a:rPr>
              <a:t> </a:t>
            </a:r>
            <a:r>
              <a:rPr dirty="0" sz="1800" b="1">
                <a:solidFill>
                  <a:srgbClr val="40458B"/>
                </a:solidFill>
                <a:latin typeface="宋体"/>
                <a:cs typeface="宋体"/>
              </a:rPr>
              <a:t>←</a:t>
            </a:r>
            <a:r>
              <a:rPr dirty="0" sz="1800" spc="-65" b="1">
                <a:solidFill>
                  <a:srgbClr val="40458B"/>
                </a:solidFill>
                <a:latin typeface="宋体"/>
                <a:cs typeface="宋体"/>
              </a:rPr>
              <a:t> </a:t>
            </a:r>
            <a:r>
              <a:rPr dirty="0" sz="1800" b="1">
                <a:solidFill>
                  <a:srgbClr val="40458B"/>
                </a:solidFill>
                <a:latin typeface="宋体"/>
                <a:cs typeface="宋体"/>
              </a:rPr>
              <a:t>Regs[IF/ID.IR[rs]]；ID/EX.B</a:t>
            </a:r>
            <a:r>
              <a:rPr dirty="0" sz="1800" spc="-50" b="1">
                <a:solidFill>
                  <a:srgbClr val="40458B"/>
                </a:solidFill>
                <a:latin typeface="宋体"/>
                <a:cs typeface="宋体"/>
              </a:rPr>
              <a:t> </a:t>
            </a:r>
            <a:r>
              <a:rPr dirty="0" sz="1800" b="1">
                <a:solidFill>
                  <a:srgbClr val="40458B"/>
                </a:solidFill>
                <a:latin typeface="宋体"/>
                <a:cs typeface="宋体"/>
              </a:rPr>
              <a:t>←</a:t>
            </a:r>
            <a:r>
              <a:rPr dirty="0" sz="1800" spc="-60" b="1">
                <a:solidFill>
                  <a:srgbClr val="40458B"/>
                </a:solidFill>
                <a:latin typeface="宋体"/>
                <a:cs typeface="宋体"/>
              </a:rPr>
              <a:t> </a:t>
            </a:r>
            <a:r>
              <a:rPr dirty="0" sz="1800" spc="-10" b="1">
                <a:solidFill>
                  <a:srgbClr val="40458B"/>
                </a:solidFill>
                <a:latin typeface="宋体"/>
                <a:cs typeface="宋体"/>
              </a:rPr>
              <a:t>Regs[IF/ID.IR[rt]]； </a:t>
            </a:r>
            <a:r>
              <a:rPr dirty="0" sz="1800" b="1">
                <a:solidFill>
                  <a:srgbClr val="40458B"/>
                </a:solidFill>
                <a:latin typeface="宋体"/>
                <a:cs typeface="宋体"/>
              </a:rPr>
              <a:t>ID/EX.NPC</a:t>
            </a:r>
            <a:r>
              <a:rPr dirty="0" sz="1800" spc="-70" b="1">
                <a:solidFill>
                  <a:srgbClr val="40458B"/>
                </a:solidFill>
                <a:latin typeface="宋体"/>
                <a:cs typeface="宋体"/>
              </a:rPr>
              <a:t> </a:t>
            </a:r>
            <a:r>
              <a:rPr dirty="0" sz="1800" b="1">
                <a:solidFill>
                  <a:srgbClr val="40458B"/>
                </a:solidFill>
                <a:latin typeface="宋体"/>
                <a:cs typeface="宋体"/>
              </a:rPr>
              <a:t>←</a:t>
            </a:r>
            <a:r>
              <a:rPr dirty="0" sz="1800" spc="-70" b="1">
                <a:solidFill>
                  <a:srgbClr val="40458B"/>
                </a:solidFill>
                <a:latin typeface="宋体"/>
                <a:cs typeface="宋体"/>
              </a:rPr>
              <a:t> </a:t>
            </a:r>
            <a:r>
              <a:rPr dirty="0" sz="1800" b="1">
                <a:solidFill>
                  <a:srgbClr val="40458B"/>
                </a:solidFill>
                <a:latin typeface="宋体"/>
                <a:cs typeface="宋体"/>
              </a:rPr>
              <a:t>IF/ID.NPC；ID/EX.IR</a:t>
            </a:r>
            <a:r>
              <a:rPr dirty="0" sz="1800" spc="-60" b="1">
                <a:solidFill>
                  <a:srgbClr val="40458B"/>
                </a:solidFill>
                <a:latin typeface="宋体"/>
                <a:cs typeface="宋体"/>
              </a:rPr>
              <a:t> </a:t>
            </a:r>
            <a:r>
              <a:rPr dirty="0" sz="1800" spc="-10" b="1">
                <a:solidFill>
                  <a:srgbClr val="40458B"/>
                </a:solidFill>
                <a:latin typeface="宋体"/>
                <a:cs typeface="宋体"/>
              </a:rPr>
              <a:t>←IF/ID.IR；</a:t>
            </a:r>
            <a:endParaRPr sz="1800">
              <a:latin typeface="宋体"/>
              <a:cs typeface="宋体"/>
            </a:endParaRPr>
          </a:p>
        </p:txBody>
      </p:sp>
      <p:sp>
        <p:nvSpPr>
          <p:cNvPr id="16" name="object 16" descr=""/>
          <p:cNvSpPr txBox="1"/>
          <p:nvPr/>
        </p:nvSpPr>
        <p:spPr>
          <a:xfrm>
            <a:off x="967943" y="2646629"/>
            <a:ext cx="5046980" cy="300355"/>
          </a:xfrm>
          <a:prstGeom prst="rect">
            <a:avLst/>
          </a:prstGeom>
        </p:spPr>
        <p:txBody>
          <a:bodyPr wrap="square" lIns="0" tIns="12700" rIns="0" bIns="0" rtlCol="0" vert="horz">
            <a:spAutoFit/>
          </a:bodyPr>
          <a:lstStyle/>
          <a:p>
            <a:pPr marL="63500">
              <a:lnSpc>
                <a:spcPct val="100000"/>
              </a:lnSpc>
              <a:spcBef>
                <a:spcPts val="100"/>
              </a:spcBef>
            </a:pPr>
            <a:r>
              <a:rPr dirty="0" sz="1800" b="1">
                <a:solidFill>
                  <a:srgbClr val="40458B"/>
                </a:solidFill>
                <a:latin typeface="宋体"/>
                <a:cs typeface="宋体"/>
              </a:rPr>
              <a:t>ID/EX.Imm</a:t>
            </a:r>
            <a:r>
              <a:rPr dirty="0" sz="1800" spc="-35" b="1">
                <a:solidFill>
                  <a:srgbClr val="40458B"/>
                </a:solidFill>
                <a:latin typeface="宋体"/>
                <a:cs typeface="宋体"/>
              </a:rPr>
              <a:t> </a:t>
            </a:r>
            <a:r>
              <a:rPr dirty="0" sz="1800" b="1">
                <a:solidFill>
                  <a:srgbClr val="40458B"/>
                </a:solidFill>
                <a:latin typeface="宋体"/>
                <a:cs typeface="宋体"/>
              </a:rPr>
              <a:t>←</a:t>
            </a:r>
            <a:r>
              <a:rPr dirty="0" sz="1800" spc="-35" b="1">
                <a:solidFill>
                  <a:srgbClr val="40458B"/>
                </a:solidFill>
                <a:latin typeface="宋体"/>
                <a:cs typeface="宋体"/>
              </a:rPr>
              <a:t> </a:t>
            </a:r>
            <a:r>
              <a:rPr dirty="0" sz="1800" spc="-10" b="1">
                <a:solidFill>
                  <a:srgbClr val="40458B"/>
                </a:solidFill>
                <a:latin typeface="宋体"/>
                <a:cs typeface="宋体"/>
              </a:rPr>
              <a:t>（IF/ID.IR</a:t>
            </a:r>
            <a:r>
              <a:rPr dirty="0" baseline="-20833" sz="1800" spc="-15" b="1">
                <a:solidFill>
                  <a:srgbClr val="40458B"/>
                </a:solidFill>
                <a:latin typeface="宋体"/>
                <a:cs typeface="宋体"/>
              </a:rPr>
              <a:t>16</a:t>
            </a:r>
            <a:r>
              <a:rPr dirty="0" sz="1800" spc="-10" b="1">
                <a:solidFill>
                  <a:srgbClr val="40458B"/>
                </a:solidFill>
                <a:latin typeface="宋体"/>
                <a:cs typeface="宋体"/>
              </a:rPr>
              <a:t>)</a:t>
            </a:r>
            <a:r>
              <a:rPr dirty="0" baseline="25462" sz="1800" spc="-15" b="1">
                <a:solidFill>
                  <a:srgbClr val="40458B"/>
                </a:solidFill>
                <a:latin typeface="宋体"/>
                <a:cs typeface="宋体"/>
              </a:rPr>
              <a:t>16</a:t>
            </a:r>
            <a:r>
              <a:rPr dirty="0" sz="1800" spc="-10" b="1">
                <a:solidFill>
                  <a:srgbClr val="40458B"/>
                </a:solidFill>
                <a:latin typeface="宋体"/>
                <a:cs typeface="宋体"/>
              </a:rPr>
              <a:t>##IF/ID.IR</a:t>
            </a:r>
            <a:r>
              <a:rPr dirty="0" baseline="-20833" sz="1800" spc="-15" b="1">
                <a:solidFill>
                  <a:srgbClr val="40458B"/>
                </a:solidFill>
                <a:latin typeface="宋体"/>
                <a:cs typeface="宋体"/>
              </a:rPr>
              <a:t>16..31</a:t>
            </a:r>
            <a:r>
              <a:rPr dirty="0" sz="1800" spc="-10" b="1">
                <a:solidFill>
                  <a:srgbClr val="40458B"/>
                </a:solidFill>
                <a:latin typeface="宋体"/>
                <a:cs typeface="宋体"/>
              </a:rPr>
              <a:t>；</a:t>
            </a:r>
            <a:endParaRPr sz="1800">
              <a:latin typeface="宋体"/>
              <a:cs typeface="宋体"/>
            </a:endParaRPr>
          </a:p>
        </p:txBody>
      </p:sp>
      <p:sp>
        <p:nvSpPr>
          <p:cNvPr id="17" name="object 17" descr=""/>
          <p:cNvSpPr txBox="1"/>
          <p:nvPr/>
        </p:nvSpPr>
        <p:spPr>
          <a:xfrm>
            <a:off x="942543" y="4354144"/>
            <a:ext cx="2459355" cy="1123950"/>
          </a:xfrm>
          <a:prstGeom prst="rect">
            <a:avLst/>
          </a:prstGeom>
        </p:spPr>
        <p:txBody>
          <a:bodyPr wrap="square" lIns="0" tIns="12700" rIns="0" bIns="0" rtlCol="0" vert="horz">
            <a:spAutoFit/>
          </a:bodyPr>
          <a:lstStyle/>
          <a:p>
            <a:pPr marL="12700">
              <a:lnSpc>
                <a:spcPts val="2110"/>
              </a:lnSpc>
              <a:spcBef>
                <a:spcPts val="100"/>
              </a:spcBef>
            </a:pPr>
            <a:r>
              <a:rPr dirty="0" sz="1800" b="1">
                <a:solidFill>
                  <a:srgbClr val="40458B"/>
                </a:solidFill>
                <a:latin typeface="宋体"/>
                <a:cs typeface="宋体"/>
              </a:rPr>
              <a:t>EX/MEM.ALUo</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12700">
              <a:lnSpc>
                <a:spcPts val="2220"/>
              </a:lnSpc>
            </a:pPr>
            <a:r>
              <a:rPr dirty="0" sz="1800" b="1">
                <a:solidFill>
                  <a:srgbClr val="40458B"/>
                </a:solidFill>
                <a:latin typeface="宋体"/>
                <a:cs typeface="宋体"/>
              </a:rPr>
              <a:t>ID/EX.A</a:t>
            </a:r>
            <a:r>
              <a:rPr dirty="0" sz="1800" spc="-105" b="1">
                <a:solidFill>
                  <a:srgbClr val="40458B"/>
                </a:solidFill>
                <a:latin typeface="宋体"/>
                <a:cs typeface="宋体"/>
              </a:rPr>
              <a:t> </a:t>
            </a:r>
            <a:r>
              <a:rPr dirty="0" sz="1900" spc="-25" b="1" i="1">
                <a:solidFill>
                  <a:srgbClr val="40458B"/>
                </a:solidFill>
                <a:latin typeface="宋体"/>
                <a:cs typeface="宋体"/>
              </a:rPr>
              <a:t>funct</a:t>
            </a:r>
            <a:r>
              <a:rPr dirty="0" sz="1900" spc="-140" b="1" i="1">
                <a:solidFill>
                  <a:srgbClr val="40458B"/>
                </a:solidFill>
                <a:latin typeface="宋体"/>
                <a:cs typeface="宋体"/>
              </a:rPr>
              <a:t> </a:t>
            </a:r>
            <a:r>
              <a:rPr dirty="0" sz="1800" spc="-10" b="1">
                <a:solidFill>
                  <a:srgbClr val="40458B"/>
                </a:solidFill>
                <a:latin typeface="宋体"/>
                <a:cs typeface="宋体"/>
              </a:rPr>
              <a:t>ID/EX.B</a:t>
            </a:r>
            <a:endParaRPr sz="1800">
              <a:latin typeface="宋体"/>
              <a:cs typeface="宋体"/>
            </a:endParaRPr>
          </a:p>
          <a:p>
            <a:pPr marL="12700">
              <a:lnSpc>
                <a:spcPts val="2150"/>
              </a:lnSpc>
            </a:pPr>
            <a:r>
              <a:rPr dirty="0" sz="1800" spc="-50" b="1">
                <a:solidFill>
                  <a:srgbClr val="40458B"/>
                </a:solidFill>
                <a:latin typeface="宋体"/>
                <a:cs typeface="宋体"/>
              </a:rPr>
              <a:t>或</a:t>
            </a:r>
            <a:endParaRPr sz="1800">
              <a:latin typeface="宋体"/>
              <a:cs typeface="宋体"/>
            </a:endParaRPr>
          </a:p>
          <a:p>
            <a:pPr marL="12700">
              <a:lnSpc>
                <a:spcPct val="100000"/>
              </a:lnSpc>
            </a:pPr>
            <a:r>
              <a:rPr dirty="0" sz="1800" b="1">
                <a:solidFill>
                  <a:srgbClr val="40458B"/>
                </a:solidFill>
                <a:latin typeface="宋体"/>
                <a:cs typeface="宋体"/>
              </a:rPr>
              <a:t>EX/MEM.ALUo</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p:txBody>
      </p:sp>
      <p:sp>
        <p:nvSpPr>
          <p:cNvPr id="18" name="object 18" descr=""/>
          <p:cNvSpPr txBox="1"/>
          <p:nvPr/>
        </p:nvSpPr>
        <p:spPr>
          <a:xfrm>
            <a:off x="1058367" y="5506430"/>
            <a:ext cx="2571115" cy="31496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宋体"/>
                <a:cs typeface="宋体"/>
              </a:rPr>
              <a:t>ID/EX.A</a:t>
            </a:r>
            <a:r>
              <a:rPr dirty="0" sz="1800" spc="-80" b="1">
                <a:solidFill>
                  <a:srgbClr val="40458B"/>
                </a:solidFill>
                <a:latin typeface="宋体"/>
                <a:cs typeface="宋体"/>
              </a:rPr>
              <a:t> </a:t>
            </a:r>
            <a:r>
              <a:rPr dirty="0" sz="1900" b="1" i="1">
                <a:solidFill>
                  <a:srgbClr val="40458B"/>
                </a:solidFill>
                <a:latin typeface="宋体"/>
                <a:cs typeface="宋体"/>
              </a:rPr>
              <a:t>op</a:t>
            </a:r>
            <a:r>
              <a:rPr dirty="0" sz="1900" spc="-130" b="1" i="1">
                <a:solidFill>
                  <a:srgbClr val="40458B"/>
                </a:solidFill>
                <a:latin typeface="宋体"/>
                <a:cs typeface="宋体"/>
              </a:rPr>
              <a:t> </a:t>
            </a:r>
            <a:r>
              <a:rPr dirty="0" sz="1800" spc="-10" b="1">
                <a:solidFill>
                  <a:srgbClr val="40458B"/>
                </a:solidFill>
                <a:latin typeface="宋体"/>
                <a:cs typeface="宋体"/>
              </a:rPr>
              <a:t>ID/EX.Imm；</a:t>
            </a:r>
            <a:endParaRPr sz="1800">
              <a:latin typeface="宋体"/>
              <a:cs typeface="宋体"/>
            </a:endParaRPr>
          </a:p>
        </p:txBody>
      </p:sp>
      <p:sp>
        <p:nvSpPr>
          <p:cNvPr id="19" name="object 19" descr=""/>
          <p:cNvSpPr txBox="1"/>
          <p:nvPr/>
        </p:nvSpPr>
        <p:spPr>
          <a:xfrm>
            <a:off x="3686047" y="4465701"/>
            <a:ext cx="2571115" cy="848994"/>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宋体"/>
                <a:cs typeface="宋体"/>
              </a:rPr>
              <a:t>EX/MEM.ALUo</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128270">
              <a:lnSpc>
                <a:spcPct val="100000"/>
              </a:lnSpc>
            </a:pPr>
            <a:r>
              <a:rPr dirty="0" sz="1800" b="1">
                <a:solidFill>
                  <a:srgbClr val="40458B"/>
                </a:solidFill>
                <a:latin typeface="宋体"/>
                <a:cs typeface="宋体"/>
              </a:rPr>
              <a:t>ID/EX.A</a:t>
            </a:r>
            <a:r>
              <a:rPr dirty="0" sz="1800" spc="-30" b="1">
                <a:solidFill>
                  <a:srgbClr val="40458B"/>
                </a:solidFill>
                <a:latin typeface="宋体"/>
                <a:cs typeface="宋体"/>
              </a:rPr>
              <a:t> </a:t>
            </a:r>
            <a:r>
              <a:rPr dirty="0" sz="1800" b="1">
                <a:solidFill>
                  <a:srgbClr val="40458B"/>
                </a:solidFill>
                <a:latin typeface="宋体"/>
                <a:cs typeface="宋体"/>
              </a:rPr>
              <a:t>+</a:t>
            </a:r>
            <a:r>
              <a:rPr dirty="0" sz="1800" spc="-25" b="1">
                <a:solidFill>
                  <a:srgbClr val="40458B"/>
                </a:solidFill>
                <a:latin typeface="宋体"/>
                <a:cs typeface="宋体"/>
              </a:rPr>
              <a:t> </a:t>
            </a:r>
            <a:r>
              <a:rPr dirty="0" sz="1800" spc="-10" b="1">
                <a:solidFill>
                  <a:srgbClr val="40458B"/>
                </a:solidFill>
                <a:latin typeface="宋体"/>
                <a:cs typeface="宋体"/>
              </a:rPr>
              <a:t>ID/EX.Imm；</a:t>
            </a:r>
            <a:endParaRPr sz="1800">
              <a:latin typeface="宋体"/>
              <a:cs typeface="宋体"/>
            </a:endParaRPr>
          </a:p>
          <a:p>
            <a:pPr marL="12700">
              <a:lnSpc>
                <a:spcPct val="100000"/>
              </a:lnSpc>
            </a:pPr>
            <a:r>
              <a:rPr dirty="0" sz="1800" spc="-10" b="1">
                <a:solidFill>
                  <a:srgbClr val="40458B"/>
                </a:solidFill>
                <a:latin typeface="宋体"/>
                <a:cs typeface="宋体"/>
              </a:rPr>
              <a:t>EX/MEM.B←ID/EX.B；</a:t>
            </a:r>
            <a:endParaRPr sz="1800">
              <a:latin typeface="宋体"/>
              <a:cs typeface="宋体"/>
            </a:endParaRPr>
          </a:p>
        </p:txBody>
      </p:sp>
      <p:sp>
        <p:nvSpPr>
          <p:cNvPr id="20" name="object 20" descr=""/>
          <p:cNvSpPr txBox="1"/>
          <p:nvPr/>
        </p:nvSpPr>
        <p:spPr>
          <a:xfrm>
            <a:off x="917143" y="4080129"/>
            <a:ext cx="8185150" cy="299720"/>
          </a:xfrm>
          <a:prstGeom prst="rect">
            <a:avLst/>
          </a:prstGeom>
        </p:spPr>
        <p:txBody>
          <a:bodyPr wrap="square" lIns="0" tIns="12700" rIns="0" bIns="0" rtlCol="0" vert="horz">
            <a:spAutoFit/>
          </a:bodyPr>
          <a:lstStyle/>
          <a:p>
            <a:pPr marL="38100">
              <a:lnSpc>
                <a:spcPct val="100000"/>
              </a:lnSpc>
              <a:spcBef>
                <a:spcPts val="100"/>
              </a:spcBef>
            </a:pPr>
            <a:r>
              <a:rPr dirty="0" sz="1800" b="1">
                <a:solidFill>
                  <a:srgbClr val="40458B"/>
                </a:solidFill>
                <a:latin typeface="宋体"/>
                <a:cs typeface="宋体"/>
              </a:rPr>
              <a:t>EX/MEM.IR</a:t>
            </a:r>
            <a:r>
              <a:rPr dirty="0" sz="1800" spc="-70" b="1">
                <a:solidFill>
                  <a:srgbClr val="40458B"/>
                </a:solidFill>
                <a:latin typeface="宋体"/>
                <a:cs typeface="宋体"/>
              </a:rPr>
              <a:t> </a:t>
            </a:r>
            <a:r>
              <a:rPr dirty="0" sz="1800" b="1">
                <a:solidFill>
                  <a:srgbClr val="40458B"/>
                </a:solidFill>
                <a:latin typeface="宋体"/>
                <a:cs typeface="宋体"/>
              </a:rPr>
              <a:t>←</a:t>
            </a:r>
            <a:r>
              <a:rPr dirty="0" sz="1800" spc="-25" b="1">
                <a:solidFill>
                  <a:srgbClr val="40458B"/>
                </a:solidFill>
                <a:latin typeface="宋体"/>
                <a:cs typeface="宋体"/>
              </a:rPr>
              <a:t> </a:t>
            </a:r>
            <a:r>
              <a:rPr dirty="0" sz="1800" spc="-10" b="1">
                <a:solidFill>
                  <a:srgbClr val="40458B"/>
                </a:solidFill>
                <a:latin typeface="宋体"/>
                <a:cs typeface="宋体"/>
              </a:rPr>
              <a:t>ID/EX.IR；</a:t>
            </a:r>
            <a:r>
              <a:rPr dirty="0" sz="1800" spc="-250" b="1">
                <a:solidFill>
                  <a:srgbClr val="40458B"/>
                </a:solidFill>
                <a:latin typeface="宋体"/>
                <a:cs typeface="宋体"/>
              </a:rPr>
              <a:t> </a:t>
            </a:r>
            <a:r>
              <a:rPr dirty="0" baseline="-27777" sz="2700" b="1">
                <a:solidFill>
                  <a:srgbClr val="40458B"/>
                </a:solidFill>
                <a:latin typeface="宋体"/>
                <a:cs typeface="宋体"/>
              </a:rPr>
              <a:t>EX/MEM.IR</a:t>
            </a:r>
            <a:r>
              <a:rPr dirty="0" baseline="-27777" sz="2700" spc="-37" b="1">
                <a:solidFill>
                  <a:srgbClr val="40458B"/>
                </a:solidFill>
                <a:latin typeface="宋体"/>
                <a:cs typeface="宋体"/>
              </a:rPr>
              <a:t> </a:t>
            </a:r>
            <a:r>
              <a:rPr dirty="0" baseline="-27777" sz="2700" b="1">
                <a:solidFill>
                  <a:srgbClr val="40458B"/>
                </a:solidFill>
                <a:latin typeface="宋体"/>
                <a:cs typeface="宋体"/>
              </a:rPr>
              <a:t>←</a:t>
            </a:r>
            <a:r>
              <a:rPr dirty="0" baseline="-27777" sz="2700" spc="-37" b="1">
                <a:solidFill>
                  <a:srgbClr val="40458B"/>
                </a:solidFill>
                <a:latin typeface="宋体"/>
                <a:cs typeface="宋体"/>
              </a:rPr>
              <a:t> </a:t>
            </a:r>
            <a:r>
              <a:rPr dirty="0" baseline="-27777" sz="2700" spc="-15" b="1">
                <a:solidFill>
                  <a:srgbClr val="40458B"/>
                </a:solidFill>
                <a:latin typeface="宋体"/>
                <a:cs typeface="宋体"/>
              </a:rPr>
              <a:t>ID/EX.IR；</a:t>
            </a:r>
            <a:r>
              <a:rPr dirty="0" baseline="-27777" sz="2700" spc="-825" b="1">
                <a:solidFill>
                  <a:srgbClr val="40458B"/>
                </a:solidFill>
                <a:latin typeface="宋体"/>
                <a:cs typeface="宋体"/>
              </a:rPr>
              <a:t> </a:t>
            </a:r>
            <a:r>
              <a:rPr dirty="0" baseline="-6172" sz="2700" b="1">
                <a:solidFill>
                  <a:srgbClr val="40458B"/>
                </a:solidFill>
                <a:latin typeface="宋体"/>
                <a:cs typeface="宋体"/>
              </a:rPr>
              <a:t>EX/MEM.IR</a:t>
            </a:r>
            <a:r>
              <a:rPr dirty="0" baseline="-6172" sz="2700" spc="-37" b="1">
                <a:solidFill>
                  <a:srgbClr val="40458B"/>
                </a:solidFill>
                <a:latin typeface="宋体"/>
                <a:cs typeface="宋体"/>
              </a:rPr>
              <a:t> </a:t>
            </a:r>
            <a:r>
              <a:rPr dirty="0" baseline="-6172" sz="2700" b="1">
                <a:solidFill>
                  <a:srgbClr val="40458B"/>
                </a:solidFill>
                <a:latin typeface="宋体"/>
                <a:cs typeface="宋体"/>
              </a:rPr>
              <a:t>←</a:t>
            </a:r>
            <a:r>
              <a:rPr dirty="0" baseline="-6172" sz="2700" spc="-37" b="1">
                <a:solidFill>
                  <a:srgbClr val="40458B"/>
                </a:solidFill>
                <a:latin typeface="宋体"/>
                <a:cs typeface="宋体"/>
              </a:rPr>
              <a:t> </a:t>
            </a:r>
            <a:r>
              <a:rPr dirty="0" baseline="-6172" sz="2700" spc="-15" b="1">
                <a:solidFill>
                  <a:srgbClr val="40458B"/>
                </a:solidFill>
                <a:latin typeface="宋体"/>
                <a:cs typeface="宋体"/>
              </a:rPr>
              <a:t>ID/EX.IR；</a:t>
            </a:r>
            <a:endParaRPr baseline="-6172" sz="2700">
              <a:latin typeface="宋体"/>
              <a:cs typeface="宋体"/>
            </a:endParaRPr>
          </a:p>
        </p:txBody>
      </p:sp>
      <p:sp>
        <p:nvSpPr>
          <p:cNvPr id="21" name="object 21" descr=""/>
          <p:cNvSpPr txBox="1"/>
          <p:nvPr/>
        </p:nvSpPr>
        <p:spPr>
          <a:xfrm>
            <a:off x="6391402" y="4381627"/>
            <a:ext cx="2223770" cy="1400175"/>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40458B"/>
                </a:solidFill>
                <a:latin typeface="宋体"/>
                <a:cs typeface="宋体"/>
              </a:rPr>
              <a:t>EX/MEM.ALUo</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243840">
              <a:lnSpc>
                <a:spcPct val="100000"/>
              </a:lnSpc>
            </a:pPr>
            <a:r>
              <a:rPr dirty="0" sz="1800" b="1">
                <a:solidFill>
                  <a:srgbClr val="40458B"/>
                </a:solidFill>
                <a:latin typeface="宋体"/>
                <a:cs typeface="宋体"/>
              </a:rPr>
              <a:t>ID/EX.NPC</a:t>
            </a:r>
            <a:r>
              <a:rPr dirty="0" sz="1800" spc="-70"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591820">
              <a:lnSpc>
                <a:spcPct val="100000"/>
              </a:lnSpc>
            </a:pPr>
            <a:r>
              <a:rPr dirty="0" sz="1800" spc="-10" b="1">
                <a:solidFill>
                  <a:srgbClr val="40458B"/>
                </a:solidFill>
                <a:latin typeface="宋体"/>
                <a:cs typeface="宋体"/>
              </a:rPr>
              <a:t>ID/EX.Imm&lt;&lt;2；</a:t>
            </a:r>
            <a:endParaRPr sz="1800">
              <a:latin typeface="宋体"/>
              <a:cs typeface="宋体"/>
            </a:endParaRPr>
          </a:p>
          <a:p>
            <a:pPr marL="12700">
              <a:lnSpc>
                <a:spcPts val="2110"/>
              </a:lnSpc>
            </a:pPr>
            <a:r>
              <a:rPr dirty="0" sz="1800" b="1">
                <a:solidFill>
                  <a:srgbClr val="40458B"/>
                </a:solidFill>
                <a:latin typeface="宋体"/>
                <a:cs typeface="宋体"/>
              </a:rPr>
              <a:t>EX/MEM.cond</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243840">
              <a:lnSpc>
                <a:spcPts val="2230"/>
              </a:lnSpc>
            </a:pPr>
            <a:r>
              <a:rPr dirty="0" sz="1800" b="1">
                <a:solidFill>
                  <a:srgbClr val="40458B"/>
                </a:solidFill>
                <a:latin typeface="宋体"/>
                <a:cs typeface="宋体"/>
              </a:rPr>
              <a:t>（ID/EX.A</a:t>
            </a:r>
            <a:r>
              <a:rPr dirty="0" sz="1800" spc="-60" b="1">
                <a:solidFill>
                  <a:srgbClr val="40458B"/>
                </a:solidFill>
                <a:latin typeface="宋体"/>
                <a:cs typeface="宋体"/>
              </a:rPr>
              <a:t> </a:t>
            </a:r>
            <a:r>
              <a:rPr dirty="0" sz="1900" spc="-10" b="1" i="1">
                <a:solidFill>
                  <a:srgbClr val="40458B"/>
                </a:solidFill>
                <a:latin typeface="宋体"/>
                <a:cs typeface="宋体"/>
              </a:rPr>
              <a:t>==</a:t>
            </a:r>
            <a:r>
              <a:rPr dirty="0" sz="1800" spc="-10" b="1">
                <a:solidFill>
                  <a:srgbClr val="40458B"/>
                </a:solidFill>
                <a:latin typeface="宋体"/>
                <a:cs typeface="宋体"/>
              </a:rPr>
              <a:t>0）；</a:t>
            </a:r>
            <a:endParaRPr sz="1800">
              <a:latin typeface="宋体"/>
              <a:cs typeface="宋体"/>
            </a:endParaRPr>
          </a:p>
        </p:txBody>
      </p:sp>
      <p:grpSp>
        <p:nvGrpSpPr>
          <p:cNvPr id="22" name="object 22" descr=""/>
          <p:cNvGrpSpPr/>
          <p:nvPr/>
        </p:nvGrpSpPr>
        <p:grpSpPr>
          <a:xfrm>
            <a:off x="858837" y="604837"/>
            <a:ext cx="10879455" cy="5953125"/>
            <a:chOff x="858837" y="604837"/>
            <a:chExt cx="10879455" cy="5953125"/>
          </a:xfrm>
        </p:grpSpPr>
        <p:sp>
          <p:nvSpPr>
            <p:cNvPr id="23" name="object 23" descr=""/>
            <p:cNvSpPr/>
            <p:nvPr/>
          </p:nvSpPr>
          <p:spPr>
            <a:xfrm>
              <a:off x="863600" y="609600"/>
              <a:ext cx="0" cy="5943600"/>
            </a:xfrm>
            <a:custGeom>
              <a:avLst/>
              <a:gdLst/>
              <a:ahLst/>
              <a:cxnLst/>
              <a:rect l="l" t="t" r="r" b="b"/>
              <a:pathLst>
                <a:path w="0" h="5943600">
                  <a:moveTo>
                    <a:pt x="0" y="0"/>
                  </a:moveTo>
                  <a:lnTo>
                    <a:pt x="0" y="5943600"/>
                  </a:lnTo>
                </a:path>
              </a:pathLst>
            </a:custGeom>
            <a:ln w="9525">
              <a:solidFill>
                <a:srgbClr val="000000"/>
              </a:solidFill>
            </a:ln>
          </p:spPr>
          <p:txBody>
            <a:bodyPr wrap="square" lIns="0" tIns="0" rIns="0" bIns="0" rtlCol="0"/>
            <a:lstStyle/>
            <a:p/>
          </p:txBody>
        </p:sp>
        <p:sp>
          <p:nvSpPr>
            <p:cNvPr id="24" name="object 24" descr=""/>
            <p:cNvSpPr/>
            <p:nvPr/>
          </p:nvSpPr>
          <p:spPr>
            <a:xfrm>
              <a:off x="8351181" y="2135769"/>
              <a:ext cx="113664" cy="372745"/>
            </a:xfrm>
            <a:custGeom>
              <a:avLst/>
              <a:gdLst/>
              <a:ahLst/>
              <a:cxnLst/>
              <a:rect l="l" t="t" r="r" b="b"/>
              <a:pathLst>
                <a:path w="113665" h="372744">
                  <a:moveTo>
                    <a:pt x="113187" y="0"/>
                  </a:moveTo>
                  <a:lnTo>
                    <a:pt x="0" y="0"/>
                  </a:lnTo>
                  <a:lnTo>
                    <a:pt x="0" y="372429"/>
                  </a:lnTo>
                  <a:lnTo>
                    <a:pt x="113187" y="372429"/>
                  </a:lnTo>
                  <a:lnTo>
                    <a:pt x="113187" y="0"/>
                  </a:lnTo>
                  <a:close/>
                </a:path>
              </a:pathLst>
            </a:custGeom>
            <a:solidFill>
              <a:srgbClr val="92DBFF"/>
            </a:solidFill>
          </p:spPr>
          <p:txBody>
            <a:bodyPr wrap="square" lIns="0" tIns="0" rIns="0" bIns="0" rtlCol="0"/>
            <a:lstStyle/>
            <a:p/>
          </p:txBody>
        </p:sp>
        <p:sp>
          <p:nvSpPr>
            <p:cNvPr id="25" name="object 25" descr=""/>
            <p:cNvSpPr/>
            <p:nvPr/>
          </p:nvSpPr>
          <p:spPr>
            <a:xfrm>
              <a:off x="8351181" y="2135769"/>
              <a:ext cx="113664" cy="372745"/>
            </a:xfrm>
            <a:custGeom>
              <a:avLst/>
              <a:gdLst/>
              <a:ahLst/>
              <a:cxnLst/>
              <a:rect l="l" t="t" r="r" b="b"/>
              <a:pathLst>
                <a:path w="113665" h="372744">
                  <a:moveTo>
                    <a:pt x="0" y="372429"/>
                  </a:moveTo>
                  <a:lnTo>
                    <a:pt x="113187" y="372429"/>
                  </a:lnTo>
                  <a:lnTo>
                    <a:pt x="113187" y="0"/>
                  </a:lnTo>
                  <a:lnTo>
                    <a:pt x="0" y="0"/>
                  </a:lnTo>
                  <a:lnTo>
                    <a:pt x="0" y="372429"/>
                  </a:lnTo>
                  <a:close/>
                </a:path>
              </a:pathLst>
            </a:custGeom>
            <a:ln w="6838">
              <a:solidFill>
                <a:srgbClr val="000000"/>
              </a:solidFill>
            </a:ln>
          </p:spPr>
          <p:txBody>
            <a:bodyPr wrap="square" lIns="0" tIns="0" rIns="0" bIns="0" rtlCol="0"/>
            <a:lstStyle/>
            <a:p/>
          </p:txBody>
        </p:sp>
        <p:sp>
          <p:nvSpPr>
            <p:cNvPr id="26" name="object 26" descr=""/>
            <p:cNvSpPr/>
            <p:nvPr/>
          </p:nvSpPr>
          <p:spPr>
            <a:xfrm>
              <a:off x="8620432" y="2048532"/>
              <a:ext cx="287020" cy="539115"/>
            </a:xfrm>
            <a:custGeom>
              <a:avLst/>
              <a:gdLst/>
              <a:ahLst/>
              <a:cxnLst/>
              <a:rect l="l" t="t" r="r" b="b"/>
              <a:pathLst>
                <a:path w="287020" h="539114">
                  <a:moveTo>
                    <a:pt x="286494" y="0"/>
                  </a:moveTo>
                  <a:lnTo>
                    <a:pt x="0" y="0"/>
                  </a:lnTo>
                  <a:lnTo>
                    <a:pt x="0" y="538568"/>
                  </a:lnTo>
                  <a:lnTo>
                    <a:pt x="286494" y="538568"/>
                  </a:lnTo>
                  <a:lnTo>
                    <a:pt x="286494" y="0"/>
                  </a:lnTo>
                  <a:close/>
                </a:path>
              </a:pathLst>
            </a:custGeom>
            <a:solidFill>
              <a:srgbClr val="CCFFCC"/>
            </a:solidFill>
          </p:spPr>
          <p:txBody>
            <a:bodyPr wrap="square" lIns="0" tIns="0" rIns="0" bIns="0" rtlCol="0"/>
            <a:lstStyle/>
            <a:p/>
          </p:txBody>
        </p:sp>
        <p:sp>
          <p:nvSpPr>
            <p:cNvPr id="27" name="object 27" descr=""/>
            <p:cNvSpPr/>
            <p:nvPr/>
          </p:nvSpPr>
          <p:spPr>
            <a:xfrm>
              <a:off x="8620432" y="2048532"/>
              <a:ext cx="287020" cy="539115"/>
            </a:xfrm>
            <a:custGeom>
              <a:avLst/>
              <a:gdLst/>
              <a:ahLst/>
              <a:cxnLst/>
              <a:rect l="l" t="t" r="r" b="b"/>
              <a:pathLst>
                <a:path w="287020" h="539114">
                  <a:moveTo>
                    <a:pt x="0" y="538568"/>
                  </a:moveTo>
                  <a:lnTo>
                    <a:pt x="286494" y="538568"/>
                  </a:lnTo>
                  <a:lnTo>
                    <a:pt x="286494" y="0"/>
                  </a:lnTo>
                  <a:lnTo>
                    <a:pt x="0" y="0"/>
                  </a:lnTo>
                  <a:lnTo>
                    <a:pt x="0" y="538568"/>
                  </a:lnTo>
                  <a:close/>
                </a:path>
              </a:pathLst>
            </a:custGeom>
            <a:ln w="7257">
              <a:solidFill>
                <a:srgbClr val="000000"/>
              </a:solidFill>
            </a:ln>
          </p:spPr>
          <p:txBody>
            <a:bodyPr wrap="square" lIns="0" tIns="0" rIns="0" bIns="0" rtlCol="0"/>
            <a:lstStyle/>
            <a:p/>
          </p:txBody>
        </p:sp>
        <p:sp>
          <p:nvSpPr>
            <p:cNvPr id="28" name="object 28" descr=""/>
            <p:cNvSpPr/>
            <p:nvPr/>
          </p:nvSpPr>
          <p:spPr>
            <a:xfrm>
              <a:off x="9716914" y="1848842"/>
              <a:ext cx="190500" cy="956944"/>
            </a:xfrm>
            <a:custGeom>
              <a:avLst/>
              <a:gdLst/>
              <a:ahLst/>
              <a:cxnLst/>
              <a:rect l="l" t="t" r="r" b="b"/>
              <a:pathLst>
                <a:path w="190500" h="956944">
                  <a:moveTo>
                    <a:pt x="190312" y="0"/>
                  </a:moveTo>
                  <a:lnTo>
                    <a:pt x="0" y="0"/>
                  </a:lnTo>
                  <a:lnTo>
                    <a:pt x="0" y="956430"/>
                  </a:lnTo>
                  <a:lnTo>
                    <a:pt x="190312" y="956430"/>
                  </a:lnTo>
                  <a:lnTo>
                    <a:pt x="190312" y="0"/>
                  </a:lnTo>
                  <a:close/>
                </a:path>
              </a:pathLst>
            </a:custGeom>
            <a:solidFill>
              <a:srgbClr val="CCFFCC"/>
            </a:solidFill>
          </p:spPr>
          <p:txBody>
            <a:bodyPr wrap="square" lIns="0" tIns="0" rIns="0" bIns="0" rtlCol="0"/>
            <a:lstStyle/>
            <a:p/>
          </p:txBody>
        </p:sp>
        <p:sp>
          <p:nvSpPr>
            <p:cNvPr id="29" name="object 29" descr=""/>
            <p:cNvSpPr/>
            <p:nvPr/>
          </p:nvSpPr>
          <p:spPr>
            <a:xfrm>
              <a:off x="9716914" y="1848842"/>
              <a:ext cx="190500" cy="956944"/>
            </a:xfrm>
            <a:custGeom>
              <a:avLst/>
              <a:gdLst/>
              <a:ahLst/>
              <a:cxnLst/>
              <a:rect l="l" t="t" r="r" b="b"/>
              <a:pathLst>
                <a:path w="190500" h="956944">
                  <a:moveTo>
                    <a:pt x="0" y="956430"/>
                  </a:moveTo>
                  <a:lnTo>
                    <a:pt x="190312" y="956430"/>
                  </a:lnTo>
                  <a:lnTo>
                    <a:pt x="190312" y="0"/>
                  </a:lnTo>
                  <a:lnTo>
                    <a:pt x="0" y="0"/>
                  </a:lnTo>
                  <a:lnTo>
                    <a:pt x="0" y="956430"/>
                  </a:lnTo>
                  <a:close/>
                </a:path>
              </a:pathLst>
            </a:custGeom>
            <a:ln w="6695">
              <a:solidFill>
                <a:srgbClr val="000000"/>
              </a:solidFill>
            </a:ln>
          </p:spPr>
          <p:txBody>
            <a:bodyPr wrap="square" lIns="0" tIns="0" rIns="0" bIns="0" rtlCol="0"/>
            <a:lstStyle/>
            <a:p/>
          </p:txBody>
        </p:sp>
        <p:sp>
          <p:nvSpPr>
            <p:cNvPr id="30" name="object 30" descr=""/>
            <p:cNvSpPr/>
            <p:nvPr/>
          </p:nvSpPr>
          <p:spPr>
            <a:xfrm>
              <a:off x="11583137" y="1181005"/>
              <a:ext cx="151765" cy="2375535"/>
            </a:xfrm>
            <a:custGeom>
              <a:avLst/>
              <a:gdLst/>
              <a:ahLst/>
              <a:cxnLst/>
              <a:rect l="l" t="t" r="r" b="b"/>
              <a:pathLst>
                <a:path w="151765" h="2375535">
                  <a:moveTo>
                    <a:pt x="151530" y="0"/>
                  </a:moveTo>
                  <a:lnTo>
                    <a:pt x="0" y="0"/>
                  </a:lnTo>
                  <a:lnTo>
                    <a:pt x="0" y="2375416"/>
                  </a:lnTo>
                  <a:lnTo>
                    <a:pt x="151530" y="2375416"/>
                  </a:lnTo>
                  <a:lnTo>
                    <a:pt x="151530" y="0"/>
                  </a:lnTo>
                  <a:close/>
                </a:path>
              </a:pathLst>
            </a:custGeom>
            <a:solidFill>
              <a:srgbClr val="92DBFF"/>
            </a:solidFill>
          </p:spPr>
          <p:txBody>
            <a:bodyPr wrap="square" lIns="0" tIns="0" rIns="0" bIns="0" rtlCol="0"/>
            <a:lstStyle/>
            <a:p/>
          </p:txBody>
        </p:sp>
        <p:sp>
          <p:nvSpPr>
            <p:cNvPr id="31" name="object 31" descr=""/>
            <p:cNvSpPr/>
            <p:nvPr/>
          </p:nvSpPr>
          <p:spPr>
            <a:xfrm>
              <a:off x="11583137" y="1181005"/>
              <a:ext cx="151765" cy="2375535"/>
            </a:xfrm>
            <a:custGeom>
              <a:avLst/>
              <a:gdLst/>
              <a:ahLst/>
              <a:cxnLst/>
              <a:rect l="l" t="t" r="r" b="b"/>
              <a:pathLst>
                <a:path w="151765" h="2375535">
                  <a:moveTo>
                    <a:pt x="0" y="2375416"/>
                  </a:moveTo>
                  <a:lnTo>
                    <a:pt x="151530" y="2375416"/>
                  </a:lnTo>
                  <a:lnTo>
                    <a:pt x="151530" y="0"/>
                  </a:lnTo>
                  <a:lnTo>
                    <a:pt x="0" y="0"/>
                  </a:lnTo>
                  <a:lnTo>
                    <a:pt x="0" y="2375416"/>
                  </a:lnTo>
                  <a:close/>
                </a:path>
              </a:pathLst>
            </a:custGeom>
            <a:ln w="6590">
              <a:solidFill>
                <a:srgbClr val="000000"/>
              </a:solidFill>
            </a:ln>
          </p:spPr>
          <p:txBody>
            <a:bodyPr wrap="square" lIns="0" tIns="0" rIns="0" bIns="0" rtlCol="0"/>
            <a:lstStyle/>
            <a:p/>
          </p:txBody>
        </p:sp>
        <p:sp>
          <p:nvSpPr>
            <p:cNvPr id="32" name="object 32" descr=""/>
            <p:cNvSpPr/>
            <p:nvPr/>
          </p:nvSpPr>
          <p:spPr>
            <a:xfrm>
              <a:off x="10813443" y="1181005"/>
              <a:ext cx="151765" cy="2375535"/>
            </a:xfrm>
            <a:custGeom>
              <a:avLst/>
              <a:gdLst/>
              <a:ahLst/>
              <a:cxnLst/>
              <a:rect l="l" t="t" r="r" b="b"/>
              <a:pathLst>
                <a:path w="151765" h="2375535">
                  <a:moveTo>
                    <a:pt x="151750" y="0"/>
                  </a:moveTo>
                  <a:lnTo>
                    <a:pt x="0" y="0"/>
                  </a:lnTo>
                  <a:lnTo>
                    <a:pt x="0" y="2375416"/>
                  </a:lnTo>
                  <a:lnTo>
                    <a:pt x="151750" y="2375416"/>
                  </a:lnTo>
                  <a:lnTo>
                    <a:pt x="151750" y="0"/>
                  </a:lnTo>
                  <a:close/>
                </a:path>
              </a:pathLst>
            </a:custGeom>
            <a:solidFill>
              <a:srgbClr val="92DBFF"/>
            </a:solidFill>
          </p:spPr>
          <p:txBody>
            <a:bodyPr wrap="square" lIns="0" tIns="0" rIns="0" bIns="0" rtlCol="0"/>
            <a:lstStyle/>
            <a:p/>
          </p:txBody>
        </p:sp>
        <p:sp>
          <p:nvSpPr>
            <p:cNvPr id="33" name="object 33" descr=""/>
            <p:cNvSpPr/>
            <p:nvPr/>
          </p:nvSpPr>
          <p:spPr>
            <a:xfrm>
              <a:off x="10813443" y="1181005"/>
              <a:ext cx="151765" cy="2375535"/>
            </a:xfrm>
            <a:custGeom>
              <a:avLst/>
              <a:gdLst/>
              <a:ahLst/>
              <a:cxnLst/>
              <a:rect l="l" t="t" r="r" b="b"/>
              <a:pathLst>
                <a:path w="151765" h="2375535">
                  <a:moveTo>
                    <a:pt x="0" y="2375416"/>
                  </a:moveTo>
                  <a:lnTo>
                    <a:pt x="151750" y="2375416"/>
                  </a:lnTo>
                  <a:lnTo>
                    <a:pt x="151750" y="0"/>
                  </a:lnTo>
                  <a:lnTo>
                    <a:pt x="0" y="0"/>
                  </a:lnTo>
                  <a:lnTo>
                    <a:pt x="0" y="2375416"/>
                  </a:lnTo>
                  <a:close/>
                </a:path>
              </a:pathLst>
            </a:custGeom>
            <a:ln w="6590">
              <a:solidFill>
                <a:srgbClr val="000000"/>
              </a:solidFill>
            </a:ln>
          </p:spPr>
          <p:txBody>
            <a:bodyPr wrap="square" lIns="0" tIns="0" rIns="0" bIns="0" rtlCol="0"/>
            <a:lstStyle/>
            <a:p/>
          </p:txBody>
        </p:sp>
        <p:sp>
          <p:nvSpPr>
            <p:cNvPr id="34" name="object 34" descr=""/>
            <p:cNvSpPr/>
            <p:nvPr/>
          </p:nvSpPr>
          <p:spPr>
            <a:xfrm>
              <a:off x="9116755" y="1223064"/>
              <a:ext cx="151765" cy="2375535"/>
            </a:xfrm>
            <a:custGeom>
              <a:avLst/>
              <a:gdLst/>
              <a:ahLst/>
              <a:cxnLst/>
              <a:rect l="l" t="t" r="r" b="b"/>
              <a:pathLst>
                <a:path w="151765" h="2375535">
                  <a:moveTo>
                    <a:pt x="151750" y="0"/>
                  </a:moveTo>
                  <a:lnTo>
                    <a:pt x="0" y="0"/>
                  </a:lnTo>
                  <a:lnTo>
                    <a:pt x="0" y="2375148"/>
                  </a:lnTo>
                  <a:lnTo>
                    <a:pt x="151750" y="2375148"/>
                  </a:lnTo>
                  <a:lnTo>
                    <a:pt x="151750" y="0"/>
                  </a:lnTo>
                  <a:close/>
                </a:path>
              </a:pathLst>
            </a:custGeom>
            <a:solidFill>
              <a:srgbClr val="92DBFF"/>
            </a:solidFill>
          </p:spPr>
          <p:txBody>
            <a:bodyPr wrap="square" lIns="0" tIns="0" rIns="0" bIns="0" rtlCol="0"/>
            <a:lstStyle/>
            <a:p/>
          </p:txBody>
        </p:sp>
        <p:sp>
          <p:nvSpPr>
            <p:cNvPr id="35" name="object 35" descr=""/>
            <p:cNvSpPr/>
            <p:nvPr/>
          </p:nvSpPr>
          <p:spPr>
            <a:xfrm>
              <a:off x="9116755" y="1223064"/>
              <a:ext cx="151765" cy="2375535"/>
            </a:xfrm>
            <a:custGeom>
              <a:avLst/>
              <a:gdLst/>
              <a:ahLst/>
              <a:cxnLst/>
              <a:rect l="l" t="t" r="r" b="b"/>
              <a:pathLst>
                <a:path w="151765" h="2375535">
                  <a:moveTo>
                    <a:pt x="0" y="2375148"/>
                  </a:moveTo>
                  <a:lnTo>
                    <a:pt x="151750" y="2375148"/>
                  </a:lnTo>
                  <a:lnTo>
                    <a:pt x="151750" y="0"/>
                  </a:lnTo>
                  <a:lnTo>
                    <a:pt x="0" y="0"/>
                  </a:lnTo>
                  <a:lnTo>
                    <a:pt x="0" y="2375148"/>
                  </a:lnTo>
                  <a:close/>
                </a:path>
              </a:pathLst>
            </a:custGeom>
            <a:ln w="6590">
              <a:solidFill>
                <a:srgbClr val="000000"/>
              </a:solidFill>
            </a:ln>
          </p:spPr>
          <p:txBody>
            <a:bodyPr wrap="square" lIns="0" tIns="0" rIns="0" bIns="0" rtlCol="0"/>
            <a:lstStyle/>
            <a:p/>
          </p:txBody>
        </p:sp>
        <p:sp>
          <p:nvSpPr>
            <p:cNvPr id="36" name="object 36" descr=""/>
            <p:cNvSpPr/>
            <p:nvPr/>
          </p:nvSpPr>
          <p:spPr>
            <a:xfrm>
              <a:off x="10005469" y="1223078"/>
              <a:ext cx="151765" cy="2333625"/>
            </a:xfrm>
            <a:custGeom>
              <a:avLst/>
              <a:gdLst/>
              <a:ahLst/>
              <a:cxnLst/>
              <a:rect l="l" t="t" r="r" b="b"/>
              <a:pathLst>
                <a:path w="151765" h="2333625">
                  <a:moveTo>
                    <a:pt x="151750" y="0"/>
                  </a:moveTo>
                  <a:lnTo>
                    <a:pt x="0" y="0"/>
                  </a:lnTo>
                  <a:lnTo>
                    <a:pt x="0" y="2333344"/>
                  </a:lnTo>
                  <a:lnTo>
                    <a:pt x="151750" y="2333344"/>
                  </a:lnTo>
                  <a:lnTo>
                    <a:pt x="151750" y="0"/>
                  </a:lnTo>
                  <a:close/>
                </a:path>
              </a:pathLst>
            </a:custGeom>
            <a:solidFill>
              <a:srgbClr val="92DBFF"/>
            </a:solidFill>
          </p:spPr>
          <p:txBody>
            <a:bodyPr wrap="square" lIns="0" tIns="0" rIns="0" bIns="0" rtlCol="0"/>
            <a:lstStyle/>
            <a:p/>
          </p:txBody>
        </p:sp>
        <p:sp>
          <p:nvSpPr>
            <p:cNvPr id="37" name="object 37" descr=""/>
            <p:cNvSpPr/>
            <p:nvPr/>
          </p:nvSpPr>
          <p:spPr>
            <a:xfrm>
              <a:off x="10005469" y="1223078"/>
              <a:ext cx="151765" cy="2333625"/>
            </a:xfrm>
            <a:custGeom>
              <a:avLst/>
              <a:gdLst/>
              <a:ahLst/>
              <a:cxnLst/>
              <a:rect l="l" t="t" r="r" b="b"/>
              <a:pathLst>
                <a:path w="151765" h="2333625">
                  <a:moveTo>
                    <a:pt x="0" y="2333344"/>
                  </a:moveTo>
                  <a:lnTo>
                    <a:pt x="151750" y="2333344"/>
                  </a:lnTo>
                  <a:lnTo>
                    <a:pt x="151750" y="0"/>
                  </a:lnTo>
                  <a:lnTo>
                    <a:pt x="0" y="0"/>
                  </a:lnTo>
                  <a:lnTo>
                    <a:pt x="0" y="2333344"/>
                  </a:lnTo>
                  <a:close/>
                </a:path>
              </a:pathLst>
            </a:custGeom>
            <a:ln w="6591">
              <a:solidFill>
                <a:srgbClr val="000000"/>
              </a:solidFill>
            </a:ln>
          </p:spPr>
          <p:txBody>
            <a:bodyPr wrap="square" lIns="0" tIns="0" rIns="0" bIns="0" rtlCol="0"/>
            <a:lstStyle/>
            <a:p/>
          </p:txBody>
        </p:sp>
      </p:grpSp>
      <p:sp>
        <p:nvSpPr>
          <p:cNvPr id="38" name="object 38" descr=""/>
          <p:cNvSpPr txBox="1"/>
          <p:nvPr/>
        </p:nvSpPr>
        <p:spPr>
          <a:xfrm>
            <a:off x="11463110" y="990953"/>
            <a:ext cx="378460" cy="171450"/>
          </a:xfrm>
          <a:prstGeom prst="rect">
            <a:avLst/>
          </a:prstGeom>
        </p:spPr>
        <p:txBody>
          <a:bodyPr wrap="square" lIns="0" tIns="13335" rIns="0" bIns="0" rtlCol="0" vert="horz">
            <a:spAutoFit/>
          </a:bodyPr>
          <a:lstStyle/>
          <a:p>
            <a:pPr marL="12700">
              <a:lnSpc>
                <a:spcPct val="100000"/>
              </a:lnSpc>
              <a:spcBef>
                <a:spcPts val="105"/>
              </a:spcBef>
            </a:pPr>
            <a:r>
              <a:rPr dirty="0" sz="950" spc="-215">
                <a:latin typeface="Times New Roman"/>
                <a:cs typeface="Times New Roman"/>
              </a:rPr>
              <a:t>MEM/WB</a:t>
            </a:r>
            <a:endParaRPr sz="950">
              <a:latin typeface="Times New Roman"/>
              <a:cs typeface="Times New Roman"/>
            </a:endParaRPr>
          </a:p>
        </p:txBody>
      </p:sp>
      <p:sp>
        <p:nvSpPr>
          <p:cNvPr id="39" name="object 39" descr=""/>
          <p:cNvSpPr txBox="1"/>
          <p:nvPr/>
        </p:nvSpPr>
        <p:spPr>
          <a:xfrm>
            <a:off x="9756321" y="2274146"/>
            <a:ext cx="108585" cy="293370"/>
          </a:xfrm>
          <a:prstGeom prst="rect">
            <a:avLst/>
          </a:prstGeom>
        </p:spPr>
        <p:txBody>
          <a:bodyPr wrap="square" lIns="0" tIns="36195" rIns="0" bIns="0" rtlCol="0" vert="horz">
            <a:spAutoFit/>
          </a:bodyPr>
          <a:lstStyle/>
          <a:p>
            <a:pPr marL="12700" marR="5080">
              <a:lnSpc>
                <a:spcPts val="960"/>
              </a:lnSpc>
              <a:spcBef>
                <a:spcPts val="285"/>
              </a:spcBef>
            </a:pPr>
            <a:r>
              <a:rPr dirty="0" sz="950" spc="-355">
                <a:latin typeface="宋体"/>
                <a:cs typeface="宋体"/>
              </a:rPr>
              <a:t>存器</a:t>
            </a:r>
            <a:endParaRPr sz="950">
              <a:latin typeface="宋体"/>
              <a:cs typeface="宋体"/>
            </a:endParaRPr>
          </a:p>
        </p:txBody>
      </p:sp>
      <p:sp>
        <p:nvSpPr>
          <p:cNvPr id="40" name="object 40" descr=""/>
          <p:cNvSpPr txBox="1"/>
          <p:nvPr/>
        </p:nvSpPr>
        <p:spPr>
          <a:xfrm>
            <a:off x="9756321" y="2517204"/>
            <a:ext cx="108585" cy="171450"/>
          </a:xfrm>
          <a:prstGeom prst="rect">
            <a:avLst/>
          </a:prstGeom>
        </p:spPr>
        <p:txBody>
          <a:bodyPr wrap="square" lIns="0" tIns="13335" rIns="0" bIns="0" rtlCol="0" vert="horz">
            <a:spAutoFit/>
          </a:bodyPr>
          <a:lstStyle/>
          <a:p>
            <a:pPr marL="12700">
              <a:lnSpc>
                <a:spcPct val="100000"/>
              </a:lnSpc>
              <a:spcBef>
                <a:spcPts val="105"/>
              </a:spcBef>
            </a:pPr>
            <a:r>
              <a:rPr dirty="0" sz="950" spc="-355">
                <a:latin typeface="宋体"/>
                <a:cs typeface="宋体"/>
              </a:rPr>
              <a:t>组</a:t>
            </a:r>
            <a:endParaRPr sz="950">
              <a:latin typeface="宋体"/>
              <a:cs typeface="宋体"/>
            </a:endParaRPr>
          </a:p>
        </p:txBody>
      </p:sp>
      <p:sp>
        <p:nvSpPr>
          <p:cNvPr id="41" name="object 41" descr=""/>
          <p:cNvSpPr txBox="1"/>
          <p:nvPr/>
        </p:nvSpPr>
        <p:spPr>
          <a:xfrm>
            <a:off x="9659342" y="2986763"/>
            <a:ext cx="190500" cy="289560"/>
          </a:xfrm>
          <a:prstGeom prst="rect">
            <a:avLst/>
          </a:prstGeom>
        </p:spPr>
        <p:txBody>
          <a:bodyPr wrap="square" lIns="0" tIns="39370" rIns="0" bIns="0" rtlCol="0" vert="horz">
            <a:spAutoFit/>
          </a:bodyPr>
          <a:lstStyle/>
          <a:p>
            <a:pPr marL="12700" marR="5080" indent="52705">
              <a:lnSpc>
                <a:spcPts val="930"/>
              </a:lnSpc>
              <a:spcBef>
                <a:spcPts val="310"/>
              </a:spcBef>
            </a:pPr>
            <a:r>
              <a:rPr dirty="0" sz="950" spc="-355">
                <a:latin typeface="宋体"/>
                <a:cs typeface="宋体"/>
              </a:rPr>
              <a:t>位</a:t>
            </a:r>
            <a:r>
              <a:rPr dirty="0" sz="950" spc="-335">
                <a:latin typeface="宋体"/>
                <a:cs typeface="宋体"/>
              </a:rPr>
              <a:t>扩展</a:t>
            </a:r>
            <a:endParaRPr sz="950">
              <a:latin typeface="宋体"/>
              <a:cs typeface="宋体"/>
            </a:endParaRPr>
          </a:p>
        </p:txBody>
      </p:sp>
      <p:sp>
        <p:nvSpPr>
          <p:cNvPr id="42" name="object 42" descr=""/>
          <p:cNvSpPr txBox="1"/>
          <p:nvPr/>
        </p:nvSpPr>
        <p:spPr>
          <a:xfrm>
            <a:off x="10588967" y="2218196"/>
            <a:ext cx="117475" cy="275590"/>
          </a:xfrm>
          <a:prstGeom prst="rect">
            <a:avLst/>
          </a:prstGeom>
        </p:spPr>
        <p:txBody>
          <a:bodyPr wrap="square" lIns="0" tIns="3810" rIns="0" bIns="0" rtlCol="0" vert="vert">
            <a:spAutoFit/>
          </a:bodyPr>
          <a:lstStyle/>
          <a:p>
            <a:pPr marL="12700">
              <a:lnSpc>
                <a:spcPct val="100000"/>
              </a:lnSpc>
              <a:spcBef>
                <a:spcPts val="30"/>
              </a:spcBef>
            </a:pPr>
            <a:r>
              <a:rPr dirty="0" sz="650" spc="170">
                <a:latin typeface="Times New Roman"/>
                <a:cs typeface="Times New Roman"/>
              </a:rPr>
              <a:t>ALU</a:t>
            </a:r>
            <a:endParaRPr sz="650">
              <a:latin typeface="Times New Roman"/>
              <a:cs typeface="Times New Roman"/>
            </a:endParaRPr>
          </a:p>
        </p:txBody>
      </p:sp>
      <p:sp>
        <p:nvSpPr>
          <p:cNvPr id="43" name="object 43" descr=""/>
          <p:cNvSpPr txBox="1"/>
          <p:nvPr/>
        </p:nvSpPr>
        <p:spPr>
          <a:xfrm>
            <a:off x="8342337" y="2217104"/>
            <a:ext cx="126364" cy="171450"/>
          </a:xfrm>
          <a:prstGeom prst="rect">
            <a:avLst/>
          </a:prstGeom>
        </p:spPr>
        <p:txBody>
          <a:bodyPr wrap="square" lIns="0" tIns="13335" rIns="0" bIns="0" rtlCol="0" vert="horz">
            <a:spAutoFit/>
          </a:bodyPr>
          <a:lstStyle/>
          <a:p>
            <a:pPr marL="12700">
              <a:lnSpc>
                <a:spcPct val="100000"/>
              </a:lnSpc>
              <a:spcBef>
                <a:spcPts val="105"/>
              </a:spcBef>
            </a:pPr>
            <a:r>
              <a:rPr dirty="0" sz="950" spc="-165">
                <a:latin typeface="Times New Roman"/>
                <a:cs typeface="Times New Roman"/>
              </a:rPr>
              <a:t>PC</a:t>
            </a:r>
            <a:endParaRPr sz="950">
              <a:latin typeface="Times New Roman"/>
              <a:cs typeface="Times New Roman"/>
            </a:endParaRPr>
          </a:p>
        </p:txBody>
      </p:sp>
      <p:sp>
        <p:nvSpPr>
          <p:cNvPr id="44" name="object 44" descr=""/>
          <p:cNvSpPr txBox="1"/>
          <p:nvPr/>
        </p:nvSpPr>
        <p:spPr>
          <a:xfrm>
            <a:off x="10405227" y="1565451"/>
            <a:ext cx="150495" cy="171450"/>
          </a:xfrm>
          <a:prstGeom prst="rect">
            <a:avLst/>
          </a:prstGeom>
        </p:spPr>
        <p:txBody>
          <a:bodyPr wrap="square" lIns="0" tIns="13335" rIns="0" bIns="0" rtlCol="0" vert="horz">
            <a:spAutoFit/>
          </a:bodyPr>
          <a:lstStyle/>
          <a:p>
            <a:pPr marL="12700">
              <a:lnSpc>
                <a:spcPct val="100000"/>
              </a:lnSpc>
              <a:spcBef>
                <a:spcPts val="105"/>
              </a:spcBef>
            </a:pPr>
            <a:r>
              <a:rPr dirty="0" sz="950" spc="-140">
                <a:latin typeface="Times New Roman"/>
                <a:cs typeface="Times New Roman"/>
              </a:rPr>
              <a:t>=0?</a:t>
            </a:r>
            <a:endParaRPr sz="950">
              <a:latin typeface="Times New Roman"/>
              <a:cs typeface="Times New Roman"/>
            </a:endParaRPr>
          </a:p>
        </p:txBody>
      </p:sp>
      <p:sp>
        <p:nvSpPr>
          <p:cNvPr id="45" name="object 45" descr=""/>
          <p:cNvSpPr txBox="1"/>
          <p:nvPr/>
        </p:nvSpPr>
        <p:spPr>
          <a:xfrm>
            <a:off x="8626801" y="1425942"/>
            <a:ext cx="117475" cy="288290"/>
          </a:xfrm>
          <a:prstGeom prst="rect">
            <a:avLst/>
          </a:prstGeom>
        </p:spPr>
        <p:txBody>
          <a:bodyPr wrap="square" lIns="0" tIns="3810" rIns="0" bIns="0" rtlCol="0" vert="vert">
            <a:spAutoFit/>
          </a:bodyPr>
          <a:lstStyle/>
          <a:p>
            <a:pPr marL="12700">
              <a:lnSpc>
                <a:spcPct val="100000"/>
              </a:lnSpc>
              <a:spcBef>
                <a:spcPts val="30"/>
              </a:spcBef>
            </a:pPr>
            <a:r>
              <a:rPr dirty="0" sz="650" spc="180">
                <a:latin typeface="Times New Roman"/>
                <a:cs typeface="Times New Roman"/>
              </a:rPr>
              <a:t>ADD</a:t>
            </a:r>
            <a:endParaRPr sz="650">
              <a:latin typeface="Times New Roman"/>
              <a:cs typeface="Times New Roman"/>
            </a:endParaRPr>
          </a:p>
        </p:txBody>
      </p:sp>
      <p:sp>
        <p:nvSpPr>
          <p:cNvPr id="46" name="object 46" descr=""/>
          <p:cNvSpPr txBox="1"/>
          <p:nvPr/>
        </p:nvSpPr>
        <p:spPr>
          <a:xfrm>
            <a:off x="9493740" y="2894566"/>
            <a:ext cx="501650" cy="171450"/>
          </a:xfrm>
          <a:prstGeom prst="rect">
            <a:avLst/>
          </a:prstGeom>
        </p:spPr>
        <p:txBody>
          <a:bodyPr wrap="square" lIns="0" tIns="13335" rIns="0" bIns="0" rtlCol="0" vert="horz">
            <a:spAutoFit/>
          </a:bodyPr>
          <a:lstStyle/>
          <a:p>
            <a:pPr marL="38100">
              <a:lnSpc>
                <a:spcPct val="100000"/>
              </a:lnSpc>
              <a:spcBef>
                <a:spcPts val="105"/>
              </a:spcBef>
            </a:pPr>
            <a:r>
              <a:rPr dirty="0" sz="800" spc="-35">
                <a:latin typeface="Times New Roman"/>
                <a:cs typeface="Times New Roman"/>
              </a:rPr>
              <a:t>16</a:t>
            </a:r>
            <a:r>
              <a:rPr dirty="0" sz="800" spc="190">
                <a:latin typeface="Times New Roman"/>
                <a:cs typeface="Times New Roman"/>
              </a:rPr>
              <a:t> </a:t>
            </a:r>
            <a:r>
              <a:rPr dirty="0" baseline="11695" sz="1425" spc="-367">
                <a:latin typeface="宋体"/>
                <a:cs typeface="宋体"/>
              </a:rPr>
              <a:t>符号 </a:t>
            </a:r>
            <a:r>
              <a:rPr dirty="0" baseline="3472" sz="1200" spc="-37">
                <a:latin typeface="Times New Roman"/>
                <a:cs typeface="Times New Roman"/>
              </a:rPr>
              <a:t>32</a:t>
            </a:r>
            <a:endParaRPr baseline="3472" sz="1200">
              <a:latin typeface="Times New Roman"/>
              <a:cs typeface="Times New Roman"/>
            </a:endParaRPr>
          </a:p>
        </p:txBody>
      </p:sp>
      <p:sp>
        <p:nvSpPr>
          <p:cNvPr id="47" name="object 47" descr=""/>
          <p:cNvSpPr txBox="1"/>
          <p:nvPr/>
        </p:nvSpPr>
        <p:spPr>
          <a:xfrm>
            <a:off x="8415377" y="1346485"/>
            <a:ext cx="67310" cy="171450"/>
          </a:xfrm>
          <a:prstGeom prst="rect">
            <a:avLst/>
          </a:prstGeom>
        </p:spPr>
        <p:txBody>
          <a:bodyPr wrap="square" lIns="0" tIns="13335" rIns="0" bIns="0" rtlCol="0" vert="horz">
            <a:spAutoFit/>
          </a:bodyPr>
          <a:lstStyle/>
          <a:p>
            <a:pPr marL="12700">
              <a:lnSpc>
                <a:spcPct val="100000"/>
              </a:lnSpc>
              <a:spcBef>
                <a:spcPts val="105"/>
              </a:spcBef>
            </a:pPr>
            <a:r>
              <a:rPr dirty="0" sz="950" spc="-95">
                <a:latin typeface="Times New Roman"/>
                <a:cs typeface="Times New Roman"/>
              </a:rPr>
              <a:t>4</a:t>
            </a:r>
            <a:endParaRPr sz="950">
              <a:latin typeface="Times New Roman"/>
              <a:cs typeface="Times New Roman"/>
            </a:endParaRPr>
          </a:p>
        </p:txBody>
      </p:sp>
      <p:sp>
        <p:nvSpPr>
          <p:cNvPr id="48" name="object 48" descr=""/>
          <p:cNvSpPr/>
          <p:nvPr/>
        </p:nvSpPr>
        <p:spPr>
          <a:xfrm>
            <a:off x="8635405" y="1515511"/>
            <a:ext cx="19685" cy="125095"/>
          </a:xfrm>
          <a:custGeom>
            <a:avLst/>
            <a:gdLst/>
            <a:ahLst/>
            <a:cxnLst/>
            <a:rect l="l" t="t" r="r" b="b"/>
            <a:pathLst>
              <a:path w="19684" h="125094">
                <a:moveTo>
                  <a:pt x="19281" y="0"/>
                </a:moveTo>
                <a:lnTo>
                  <a:pt x="0" y="0"/>
                </a:lnTo>
                <a:lnTo>
                  <a:pt x="0" y="125025"/>
                </a:lnTo>
                <a:lnTo>
                  <a:pt x="19281" y="125025"/>
                </a:lnTo>
                <a:lnTo>
                  <a:pt x="19281" y="0"/>
                </a:lnTo>
                <a:close/>
              </a:path>
            </a:pathLst>
          </a:custGeom>
          <a:solidFill>
            <a:srgbClr val="FFFFFF"/>
          </a:solidFill>
        </p:spPr>
        <p:txBody>
          <a:bodyPr wrap="square" lIns="0" tIns="0" rIns="0" bIns="0" rtlCol="0"/>
          <a:lstStyle/>
          <a:p/>
        </p:txBody>
      </p:sp>
      <p:grpSp>
        <p:nvGrpSpPr>
          <p:cNvPr id="49" name="object 49" descr=""/>
          <p:cNvGrpSpPr/>
          <p:nvPr/>
        </p:nvGrpSpPr>
        <p:grpSpPr>
          <a:xfrm>
            <a:off x="8596930" y="759326"/>
            <a:ext cx="2491105" cy="2463800"/>
            <a:chOff x="8596930" y="759326"/>
            <a:chExt cx="2491105" cy="2463800"/>
          </a:xfrm>
        </p:grpSpPr>
        <p:sp>
          <p:nvSpPr>
            <p:cNvPr id="50" name="object 50" descr=""/>
            <p:cNvSpPr/>
            <p:nvPr/>
          </p:nvSpPr>
          <p:spPr>
            <a:xfrm>
              <a:off x="9136031" y="2099167"/>
              <a:ext cx="113664" cy="414655"/>
            </a:xfrm>
            <a:custGeom>
              <a:avLst/>
              <a:gdLst/>
              <a:ahLst/>
              <a:cxnLst/>
              <a:rect l="l" t="t" r="r" b="b"/>
              <a:pathLst>
                <a:path w="113665" h="414655">
                  <a:moveTo>
                    <a:pt x="113187" y="0"/>
                  </a:moveTo>
                  <a:lnTo>
                    <a:pt x="0" y="0"/>
                  </a:lnTo>
                  <a:lnTo>
                    <a:pt x="0" y="414541"/>
                  </a:lnTo>
                  <a:lnTo>
                    <a:pt x="113187" y="414541"/>
                  </a:lnTo>
                  <a:lnTo>
                    <a:pt x="113187" y="0"/>
                  </a:lnTo>
                  <a:close/>
                </a:path>
              </a:pathLst>
            </a:custGeom>
            <a:solidFill>
              <a:srgbClr val="FFFFFF"/>
            </a:solidFill>
          </p:spPr>
          <p:txBody>
            <a:bodyPr wrap="square" lIns="0" tIns="0" rIns="0" bIns="0" rtlCol="0"/>
            <a:lstStyle/>
            <a:p/>
          </p:txBody>
        </p:sp>
        <p:sp>
          <p:nvSpPr>
            <p:cNvPr id="51" name="object 51" descr=""/>
            <p:cNvSpPr/>
            <p:nvPr/>
          </p:nvSpPr>
          <p:spPr>
            <a:xfrm>
              <a:off x="9136031" y="2099167"/>
              <a:ext cx="113664" cy="414655"/>
            </a:xfrm>
            <a:custGeom>
              <a:avLst/>
              <a:gdLst/>
              <a:ahLst/>
              <a:cxnLst/>
              <a:rect l="l" t="t" r="r" b="b"/>
              <a:pathLst>
                <a:path w="113665" h="414655">
                  <a:moveTo>
                    <a:pt x="0" y="414541"/>
                  </a:moveTo>
                  <a:lnTo>
                    <a:pt x="113187" y="414541"/>
                  </a:lnTo>
                  <a:lnTo>
                    <a:pt x="113187" y="0"/>
                  </a:lnTo>
                  <a:lnTo>
                    <a:pt x="0" y="0"/>
                  </a:lnTo>
                  <a:lnTo>
                    <a:pt x="0" y="414541"/>
                  </a:lnTo>
                  <a:close/>
                </a:path>
              </a:pathLst>
            </a:custGeom>
            <a:ln w="6791">
              <a:solidFill>
                <a:srgbClr val="000000"/>
              </a:solidFill>
            </a:ln>
          </p:spPr>
          <p:txBody>
            <a:bodyPr wrap="square" lIns="0" tIns="0" rIns="0" bIns="0" rtlCol="0"/>
            <a:lstStyle/>
            <a:p/>
          </p:txBody>
        </p:sp>
        <p:sp>
          <p:nvSpPr>
            <p:cNvPr id="52" name="object 52" descr=""/>
            <p:cNvSpPr/>
            <p:nvPr/>
          </p:nvSpPr>
          <p:spPr>
            <a:xfrm>
              <a:off x="10024792" y="2099234"/>
              <a:ext cx="113664" cy="247650"/>
            </a:xfrm>
            <a:custGeom>
              <a:avLst/>
              <a:gdLst/>
              <a:ahLst/>
              <a:cxnLst/>
              <a:rect l="l" t="t" r="r" b="b"/>
              <a:pathLst>
                <a:path w="113665" h="247650">
                  <a:moveTo>
                    <a:pt x="113187" y="0"/>
                  </a:moveTo>
                  <a:lnTo>
                    <a:pt x="0" y="0"/>
                  </a:lnTo>
                  <a:lnTo>
                    <a:pt x="0" y="247394"/>
                  </a:lnTo>
                  <a:lnTo>
                    <a:pt x="113187" y="247394"/>
                  </a:lnTo>
                  <a:lnTo>
                    <a:pt x="113187" y="0"/>
                  </a:lnTo>
                  <a:close/>
                </a:path>
              </a:pathLst>
            </a:custGeom>
            <a:solidFill>
              <a:srgbClr val="FFFFFF"/>
            </a:solidFill>
          </p:spPr>
          <p:txBody>
            <a:bodyPr wrap="square" lIns="0" tIns="0" rIns="0" bIns="0" rtlCol="0"/>
            <a:lstStyle/>
            <a:p/>
          </p:txBody>
        </p:sp>
        <p:sp>
          <p:nvSpPr>
            <p:cNvPr id="53" name="object 53" descr=""/>
            <p:cNvSpPr/>
            <p:nvPr/>
          </p:nvSpPr>
          <p:spPr>
            <a:xfrm>
              <a:off x="10024792" y="2099234"/>
              <a:ext cx="113664" cy="247650"/>
            </a:xfrm>
            <a:custGeom>
              <a:avLst/>
              <a:gdLst/>
              <a:ahLst/>
              <a:cxnLst/>
              <a:rect l="l" t="t" r="r" b="b"/>
              <a:pathLst>
                <a:path w="113665" h="247650">
                  <a:moveTo>
                    <a:pt x="0" y="247394"/>
                  </a:moveTo>
                  <a:lnTo>
                    <a:pt x="113187" y="247394"/>
                  </a:lnTo>
                  <a:lnTo>
                    <a:pt x="113187" y="0"/>
                  </a:lnTo>
                  <a:lnTo>
                    <a:pt x="0" y="0"/>
                  </a:lnTo>
                  <a:lnTo>
                    <a:pt x="0" y="247394"/>
                  </a:lnTo>
                  <a:close/>
                </a:path>
              </a:pathLst>
            </a:custGeom>
            <a:ln w="7110">
              <a:solidFill>
                <a:srgbClr val="000000"/>
              </a:solidFill>
            </a:ln>
          </p:spPr>
          <p:txBody>
            <a:bodyPr wrap="square" lIns="0" tIns="0" rIns="0" bIns="0" rtlCol="0"/>
            <a:lstStyle/>
            <a:p/>
          </p:txBody>
        </p:sp>
        <p:sp>
          <p:nvSpPr>
            <p:cNvPr id="54" name="object 54" descr=""/>
            <p:cNvSpPr/>
            <p:nvPr/>
          </p:nvSpPr>
          <p:spPr>
            <a:xfrm>
              <a:off x="10024792" y="2474970"/>
              <a:ext cx="113664" cy="247650"/>
            </a:xfrm>
            <a:custGeom>
              <a:avLst/>
              <a:gdLst/>
              <a:ahLst/>
              <a:cxnLst/>
              <a:rect l="l" t="t" r="r" b="b"/>
              <a:pathLst>
                <a:path w="113665" h="247650">
                  <a:moveTo>
                    <a:pt x="113187" y="0"/>
                  </a:moveTo>
                  <a:lnTo>
                    <a:pt x="0" y="0"/>
                  </a:lnTo>
                  <a:lnTo>
                    <a:pt x="0" y="247071"/>
                  </a:lnTo>
                  <a:lnTo>
                    <a:pt x="113187" y="247071"/>
                  </a:lnTo>
                  <a:lnTo>
                    <a:pt x="113187" y="0"/>
                  </a:lnTo>
                  <a:close/>
                </a:path>
              </a:pathLst>
            </a:custGeom>
            <a:solidFill>
              <a:srgbClr val="FFFFFF"/>
            </a:solidFill>
          </p:spPr>
          <p:txBody>
            <a:bodyPr wrap="square" lIns="0" tIns="0" rIns="0" bIns="0" rtlCol="0"/>
            <a:lstStyle/>
            <a:p/>
          </p:txBody>
        </p:sp>
        <p:sp>
          <p:nvSpPr>
            <p:cNvPr id="55" name="object 55" descr=""/>
            <p:cNvSpPr/>
            <p:nvPr/>
          </p:nvSpPr>
          <p:spPr>
            <a:xfrm>
              <a:off x="10024792" y="2474970"/>
              <a:ext cx="113664" cy="247650"/>
            </a:xfrm>
            <a:custGeom>
              <a:avLst/>
              <a:gdLst/>
              <a:ahLst/>
              <a:cxnLst/>
              <a:rect l="l" t="t" r="r" b="b"/>
              <a:pathLst>
                <a:path w="113665" h="247650">
                  <a:moveTo>
                    <a:pt x="0" y="247071"/>
                  </a:moveTo>
                  <a:lnTo>
                    <a:pt x="113187" y="247071"/>
                  </a:lnTo>
                  <a:lnTo>
                    <a:pt x="113187" y="0"/>
                  </a:lnTo>
                  <a:lnTo>
                    <a:pt x="0" y="0"/>
                  </a:lnTo>
                  <a:lnTo>
                    <a:pt x="0" y="247071"/>
                  </a:lnTo>
                  <a:close/>
                </a:path>
              </a:pathLst>
            </a:custGeom>
            <a:ln w="7112">
              <a:solidFill>
                <a:srgbClr val="000000"/>
              </a:solidFill>
            </a:ln>
          </p:spPr>
          <p:txBody>
            <a:bodyPr wrap="square" lIns="0" tIns="0" rIns="0" bIns="0" rtlCol="0"/>
            <a:lstStyle/>
            <a:p/>
          </p:txBody>
        </p:sp>
        <p:sp>
          <p:nvSpPr>
            <p:cNvPr id="56" name="object 56" descr=""/>
            <p:cNvSpPr/>
            <p:nvPr/>
          </p:nvSpPr>
          <p:spPr>
            <a:xfrm>
              <a:off x="10024792" y="2929636"/>
              <a:ext cx="113664" cy="289560"/>
            </a:xfrm>
            <a:custGeom>
              <a:avLst/>
              <a:gdLst/>
              <a:ahLst/>
              <a:cxnLst/>
              <a:rect l="l" t="t" r="r" b="b"/>
              <a:pathLst>
                <a:path w="113665" h="289560">
                  <a:moveTo>
                    <a:pt x="113187" y="0"/>
                  </a:moveTo>
                  <a:lnTo>
                    <a:pt x="0" y="0"/>
                  </a:lnTo>
                  <a:lnTo>
                    <a:pt x="0" y="289184"/>
                  </a:lnTo>
                  <a:lnTo>
                    <a:pt x="113187" y="289184"/>
                  </a:lnTo>
                  <a:lnTo>
                    <a:pt x="113187" y="0"/>
                  </a:lnTo>
                  <a:close/>
                </a:path>
              </a:pathLst>
            </a:custGeom>
            <a:solidFill>
              <a:srgbClr val="FFFFFF"/>
            </a:solidFill>
          </p:spPr>
          <p:txBody>
            <a:bodyPr wrap="square" lIns="0" tIns="0" rIns="0" bIns="0" rtlCol="0"/>
            <a:lstStyle/>
            <a:p/>
          </p:txBody>
        </p:sp>
        <p:sp>
          <p:nvSpPr>
            <p:cNvPr id="57" name="object 57" descr=""/>
            <p:cNvSpPr/>
            <p:nvPr/>
          </p:nvSpPr>
          <p:spPr>
            <a:xfrm>
              <a:off x="8601375" y="764406"/>
              <a:ext cx="2481580" cy="2454910"/>
            </a:xfrm>
            <a:custGeom>
              <a:avLst/>
              <a:gdLst/>
              <a:ahLst/>
              <a:cxnLst/>
              <a:rect l="l" t="t" r="r" b="b"/>
              <a:pathLst>
                <a:path w="2481579" h="2454910">
                  <a:moveTo>
                    <a:pt x="1423417" y="2454413"/>
                  </a:moveTo>
                  <a:lnTo>
                    <a:pt x="1536605" y="2454413"/>
                  </a:lnTo>
                  <a:lnTo>
                    <a:pt x="1536604" y="2165229"/>
                  </a:lnTo>
                  <a:lnTo>
                    <a:pt x="1423417" y="2165229"/>
                  </a:lnTo>
                  <a:lnTo>
                    <a:pt x="1423417" y="2454413"/>
                  </a:lnTo>
                  <a:close/>
                </a:path>
                <a:path w="2481579" h="2454910">
                  <a:moveTo>
                    <a:pt x="1769756" y="986889"/>
                  </a:moveTo>
                  <a:lnTo>
                    <a:pt x="1979126" y="986889"/>
                  </a:lnTo>
                  <a:lnTo>
                    <a:pt x="1979126" y="781608"/>
                  </a:lnTo>
                  <a:lnTo>
                    <a:pt x="1769756" y="781608"/>
                  </a:lnTo>
                  <a:lnTo>
                    <a:pt x="1769756" y="986889"/>
                  </a:lnTo>
                  <a:close/>
                </a:path>
                <a:path w="2481579" h="2454910">
                  <a:moveTo>
                    <a:pt x="0" y="541834"/>
                  </a:moveTo>
                  <a:lnTo>
                    <a:pt x="134515" y="666977"/>
                  </a:lnTo>
                </a:path>
                <a:path w="2481579" h="2454910">
                  <a:moveTo>
                    <a:pt x="134515" y="959468"/>
                  </a:moveTo>
                  <a:lnTo>
                    <a:pt x="0" y="1084476"/>
                  </a:lnTo>
                </a:path>
                <a:path w="2481579" h="2454910">
                  <a:moveTo>
                    <a:pt x="134515" y="666977"/>
                  </a:moveTo>
                  <a:lnTo>
                    <a:pt x="134515" y="959468"/>
                  </a:lnTo>
                </a:path>
                <a:path w="2481579" h="2454910">
                  <a:moveTo>
                    <a:pt x="0" y="541834"/>
                  </a:moveTo>
                  <a:lnTo>
                    <a:pt x="0" y="709049"/>
                  </a:lnTo>
                </a:path>
                <a:path w="2481579" h="2454910">
                  <a:moveTo>
                    <a:pt x="0" y="917261"/>
                  </a:moveTo>
                  <a:lnTo>
                    <a:pt x="0" y="1084476"/>
                  </a:lnTo>
                </a:path>
                <a:path w="2481579" h="2454910">
                  <a:moveTo>
                    <a:pt x="0" y="917261"/>
                  </a:moveTo>
                  <a:lnTo>
                    <a:pt x="38342" y="792253"/>
                  </a:lnTo>
                </a:path>
                <a:path w="2481579" h="2454910">
                  <a:moveTo>
                    <a:pt x="0" y="709049"/>
                  </a:moveTo>
                  <a:lnTo>
                    <a:pt x="38342" y="834057"/>
                  </a:lnTo>
                </a:path>
                <a:path w="2481579" h="2454910">
                  <a:moveTo>
                    <a:pt x="2481574" y="0"/>
                  </a:moveTo>
                  <a:lnTo>
                    <a:pt x="153801" y="0"/>
                  </a:lnTo>
                </a:path>
              </a:pathLst>
            </a:custGeom>
            <a:ln w="8116">
              <a:solidFill>
                <a:srgbClr val="000000"/>
              </a:solidFill>
            </a:ln>
          </p:spPr>
          <p:txBody>
            <a:bodyPr wrap="square" lIns="0" tIns="0" rIns="0" bIns="0" rtlCol="0"/>
            <a:lstStyle/>
            <a:p/>
          </p:txBody>
        </p:sp>
      </p:grpSp>
      <p:sp>
        <p:nvSpPr>
          <p:cNvPr id="58" name="object 58" descr=""/>
          <p:cNvSpPr txBox="1"/>
          <p:nvPr/>
        </p:nvSpPr>
        <p:spPr>
          <a:xfrm>
            <a:off x="11198244" y="2224592"/>
            <a:ext cx="287020" cy="539750"/>
          </a:xfrm>
          <a:prstGeom prst="rect">
            <a:avLst/>
          </a:prstGeom>
          <a:solidFill>
            <a:srgbClr val="CCFFCC"/>
          </a:solidFill>
          <a:ln w="7741">
            <a:solidFill>
              <a:srgbClr val="000000"/>
            </a:solidFill>
          </a:ln>
        </p:spPr>
        <p:txBody>
          <a:bodyPr wrap="square" lIns="0" tIns="24765" rIns="0" bIns="0" rtlCol="0" vert="horz">
            <a:spAutoFit/>
          </a:bodyPr>
          <a:lstStyle/>
          <a:p>
            <a:pPr marL="15875" marR="15240" indent="49530">
              <a:lnSpc>
                <a:spcPct val="139500"/>
              </a:lnSpc>
              <a:spcBef>
                <a:spcPts val="195"/>
              </a:spcBef>
            </a:pPr>
            <a:r>
              <a:rPr dirty="0" sz="950" spc="-335">
                <a:latin typeface="宋体"/>
                <a:cs typeface="宋体"/>
              </a:rPr>
              <a:t>数据</a:t>
            </a:r>
            <a:r>
              <a:rPr dirty="0" sz="950" spc="-330">
                <a:latin typeface="宋体"/>
                <a:cs typeface="宋体"/>
              </a:rPr>
              <a:t>存储器</a:t>
            </a:r>
            <a:endParaRPr sz="950">
              <a:latin typeface="宋体"/>
              <a:cs typeface="宋体"/>
            </a:endParaRPr>
          </a:p>
        </p:txBody>
      </p:sp>
      <p:grpSp>
        <p:nvGrpSpPr>
          <p:cNvPr id="59" name="object 59" descr=""/>
          <p:cNvGrpSpPr/>
          <p:nvPr/>
        </p:nvGrpSpPr>
        <p:grpSpPr>
          <a:xfrm>
            <a:off x="10577683" y="1606798"/>
            <a:ext cx="236854" cy="68580"/>
            <a:chOff x="10577683" y="1606798"/>
            <a:chExt cx="236854" cy="68580"/>
          </a:xfrm>
        </p:grpSpPr>
        <p:sp>
          <p:nvSpPr>
            <p:cNvPr id="60" name="object 60" descr=""/>
            <p:cNvSpPr/>
            <p:nvPr/>
          </p:nvSpPr>
          <p:spPr>
            <a:xfrm>
              <a:off x="10582763" y="1640536"/>
              <a:ext cx="183515" cy="0"/>
            </a:xfrm>
            <a:custGeom>
              <a:avLst/>
              <a:gdLst/>
              <a:ahLst/>
              <a:cxnLst/>
              <a:rect l="l" t="t" r="r" b="b"/>
              <a:pathLst>
                <a:path w="183515" h="0">
                  <a:moveTo>
                    <a:pt x="0" y="0"/>
                  </a:moveTo>
                  <a:lnTo>
                    <a:pt x="183059" y="0"/>
                  </a:lnTo>
                </a:path>
              </a:pathLst>
            </a:custGeom>
            <a:ln w="9655">
              <a:solidFill>
                <a:srgbClr val="000000"/>
              </a:solidFill>
            </a:ln>
          </p:spPr>
          <p:txBody>
            <a:bodyPr wrap="square" lIns="0" tIns="0" rIns="0" bIns="0" rtlCol="0"/>
            <a:lstStyle/>
            <a:p/>
          </p:txBody>
        </p:sp>
        <p:sp>
          <p:nvSpPr>
            <p:cNvPr id="61" name="object 61" descr=""/>
            <p:cNvSpPr/>
            <p:nvPr/>
          </p:nvSpPr>
          <p:spPr>
            <a:xfrm>
              <a:off x="10741556" y="1606798"/>
              <a:ext cx="73025" cy="68580"/>
            </a:xfrm>
            <a:custGeom>
              <a:avLst/>
              <a:gdLst/>
              <a:ahLst/>
              <a:cxnLst/>
              <a:rect l="l" t="t" r="r" b="b"/>
              <a:pathLst>
                <a:path w="73025" h="68580">
                  <a:moveTo>
                    <a:pt x="0" y="0"/>
                  </a:moveTo>
                  <a:lnTo>
                    <a:pt x="23168" y="34410"/>
                  </a:lnTo>
                  <a:lnTo>
                    <a:pt x="0" y="68552"/>
                  </a:lnTo>
                  <a:lnTo>
                    <a:pt x="72619" y="34410"/>
                  </a:lnTo>
                  <a:lnTo>
                    <a:pt x="0" y="0"/>
                  </a:lnTo>
                  <a:close/>
                </a:path>
              </a:pathLst>
            </a:custGeom>
            <a:solidFill>
              <a:srgbClr val="000000"/>
            </a:solidFill>
          </p:spPr>
          <p:txBody>
            <a:bodyPr wrap="square" lIns="0" tIns="0" rIns="0" bIns="0" rtlCol="0"/>
            <a:lstStyle/>
            <a:p/>
          </p:txBody>
        </p:sp>
      </p:grpSp>
      <p:sp>
        <p:nvSpPr>
          <p:cNvPr id="62" name="object 62" descr=""/>
          <p:cNvSpPr txBox="1"/>
          <p:nvPr/>
        </p:nvSpPr>
        <p:spPr>
          <a:xfrm>
            <a:off x="10597536" y="1327936"/>
            <a:ext cx="190500" cy="296545"/>
          </a:xfrm>
          <a:prstGeom prst="rect">
            <a:avLst/>
          </a:prstGeom>
        </p:spPr>
        <p:txBody>
          <a:bodyPr wrap="square" lIns="0" tIns="34290" rIns="0" bIns="0" rtlCol="0" vert="horz">
            <a:spAutoFit/>
          </a:bodyPr>
          <a:lstStyle/>
          <a:p>
            <a:pPr marL="12700" marR="5080">
              <a:lnSpc>
                <a:spcPts val="980"/>
              </a:lnSpc>
              <a:spcBef>
                <a:spcPts val="270"/>
              </a:spcBef>
            </a:pPr>
            <a:r>
              <a:rPr dirty="0" sz="950" spc="-335">
                <a:latin typeface="宋体"/>
                <a:cs typeface="宋体"/>
              </a:rPr>
              <a:t>分之结果</a:t>
            </a:r>
            <a:endParaRPr sz="950">
              <a:latin typeface="宋体"/>
              <a:cs typeface="宋体"/>
            </a:endParaRPr>
          </a:p>
        </p:txBody>
      </p:sp>
      <p:sp>
        <p:nvSpPr>
          <p:cNvPr id="63" name="object 63" descr=""/>
          <p:cNvSpPr/>
          <p:nvPr/>
        </p:nvSpPr>
        <p:spPr>
          <a:xfrm>
            <a:off x="10563532" y="2057498"/>
            <a:ext cx="0" cy="193040"/>
          </a:xfrm>
          <a:custGeom>
            <a:avLst/>
            <a:gdLst/>
            <a:ahLst/>
            <a:cxnLst/>
            <a:rect l="l" t="t" r="r" b="b"/>
            <a:pathLst>
              <a:path w="0" h="193039">
                <a:moveTo>
                  <a:pt x="0" y="0"/>
                </a:moveTo>
                <a:lnTo>
                  <a:pt x="0" y="193022"/>
                </a:lnTo>
              </a:path>
            </a:pathLst>
          </a:custGeom>
          <a:ln w="6578">
            <a:solidFill>
              <a:srgbClr val="000000"/>
            </a:solidFill>
          </a:ln>
        </p:spPr>
        <p:txBody>
          <a:bodyPr wrap="square" lIns="0" tIns="0" rIns="0" bIns="0" rtlCol="0"/>
          <a:lstStyle/>
          <a:p/>
        </p:txBody>
      </p:sp>
      <p:sp>
        <p:nvSpPr>
          <p:cNvPr id="64" name="object 64" descr=""/>
          <p:cNvSpPr/>
          <p:nvPr/>
        </p:nvSpPr>
        <p:spPr>
          <a:xfrm>
            <a:off x="10563532" y="2490858"/>
            <a:ext cx="0" cy="192405"/>
          </a:xfrm>
          <a:custGeom>
            <a:avLst/>
            <a:gdLst/>
            <a:ahLst/>
            <a:cxnLst/>
            <a:rect l="l" t="t" r="r" b="b"/>
            <a:pathLst>
              <a:path w="0" h="192405">
                <a:moveTo>
                  <a:pt x="0" y="0"/>
                </a:moveTo>
                <a:lnTo>
                  <a:pt x="0" y="192377"/>
                </a:lnTo>
              </a:path>
            </a:pathLst>
          </a:custGeom>
          <a:ln w="6578">
            <a:solidFill>
              <a:srgbClr val="000000"/>
            </a:solidFill>
          </a:ln>
        </p:spPr>
        <p:txBody>
          <a:bodyPr wrap="square" lIns="0" tIns="0" rIns="0" bIns="0" rtlCol="0"/>
          <a:lstStyle/>
          <a:p/>
        </p:txBody>
      </p:sp>
      <p:sp>
        <p:nvSpPr>
          <p:cNvPr id="65" name="object 65" descr=""/>
          <p:cNvSpPr/>
          <p:nvPr/>
        </p:nvSpPr>
        <p:spPr>
          <a:xfrm>
            <a:off x="10597507" y="2298871"/>
            <a:ext cx="19685" cy="144145"/>
          </a:xfrm>
          <a:custGeom>
            <a:avLst/>
            <a:gdLst/>
            <a:ahLst/>
            <a:cxnLst/>
            <a:rect l="l" t="t" r="r" b="b"/>
            <a:pathLst>
              <a:path w="19684" h="144144">
                <a:moveTo>
                  <a:pt x="19281" y="0"/>
                </a:moveTo>
                <a:lnTo>
                  <a:pt x="0" y="0"/>
                </a:lnTo>
                <a:lnTo>
                  <a:pt x="0" y="143597"/>
                </a:lnTo>
                <a:lnTo>
                  <a:pt x="19281" y="143597"/>
                </a:lnTo>
                <a:lnTo>
                  <a:pt x="19281" y="0"/>
                </a:lnTo>
                <a:close/>
              </a:path>
            </a:pathLst>
          </a:custGeom>
          <a:solidFill>
            <a:srgbClr val="FFFFFF"/>
          </a:solidFill>
        </p:spPr>
        <p:txBody>
          <a:bodyPr wrap="square" lIns="0" tIns="0" rIns="0" bIns="0" rtlCol="0"/>
          <a:lstStyle/>
          <a:p/>
        </p:txBody>
      </p:sp>
      <p:grpSp>
        <p:nvGrpSpPr>
          <p:cNvPr id="66" name="object 66" descr=""/>
          <p:cNvGrpSpPr/>
          <p:nvPr/>
        </p:nvGrpSpPr>
        <p:grpSpPr>
          <a:xfrm>
            <a:off x="8847330" y="1333810"/>
            <a:ext cx="2872105" cy="2018030"/>
            <a:chOff x="8847330" y="1333810"/>
            <a:chExt cx="2872105" cy="2018030"/>
          </a:xfrm>
        </p:grpSpPr>
        <p:sp>
          <p:nvSpPr>
            <p:cNvPr id="67" name="object 67" descr=""/>
            <p:cNvSpPr/>
            <p:nvPr/>
          </p:nvSpPr>
          <p:spPr>
            <a:xfrm>
              <a:off x="10467378" y="2057498"/>
              <a:ext cx="231140" cy="626110"/>
            </a:xfrm>
            <a:custGeom>
              <a:avLst/>
              <a:gdLst/>
              <a:ahLst/>
              <a:cxnLst/>
              <a:rect l="l" t="t" r="r" b="b"/>
              <a:pathLst>
                <a:path w="231140" h="626110">
                  <a:moveTo>
                    <a:pt x="96154" y="0"/>
                  </a:moveTo>
                  <a:lnTo>
                    <a:pt x="230862" y="144498"/>
                  </a:lnTo>
                </a:path>
                <a:path w="231140" h="626110">
                  <a:moveTo>
                    <a:pt x="230862" y="481212"/>
                  </a:moveTo>
                  <a:lnTo>
                    <a:pt x="96154" y="625737"/>
                  </a:lnTo>
                </a:path>
                <a:path w="231140" h="626110">
                  <a:moveTo>
                    <a:pt x="230862" y="144498"/>
                  </a:moveTo>
                  <a:lnTo>
                    <a:pt x="230862" y="481212"/>
                  </a:lnTo>
                </a:path>
                <a:path w="231140" h="626110">
                  <a:moveTo>
                    <a:pt x="96154" y="433360"/>
                  </a:moveTo>
                  <a:lnTo>
                    <a:pt x="134433" y="289130"/>
                  </a:lnTo>
                </a:path>
                <a:path w="231140" h="626110">
                  <a:moveTo>
                    <a:pt x="96154" y="193022"/>
                  </a:moveTo>
                  <a:lnTo>
                    <a:pt x="134433" y="337521"/>
                  </a:lnTo>
                </a:path>
                <a:path w="231140" h="626110">
                  <a:moveTo>
                    <a:pt x="0" y="542506"/>
                  </a:moveTo>
                  <a:lnTo>
                    <a:pt x="48260" y="542506"/>
                  </a:lnTo>
                </a:path>
              </a:pathLst>
            </a:custGeom>
            <a:ln w="8116">
              <a:solidFill>
                <a:srgbClr val="000000"/>
              </a:solidFill>
            </a:ln>
          </p:spPr>
          <p:txBody>
            <a:bodyPr wrap="square" lIns="0" tIns="0" rIns="0" bIns="0" rtlCol="0"/>
            <a:lstStyle/>
            <a:p/>
          </p:txBody>
        </p:sp>
        <p:sp>
          <p:nvSpPr>
            <p:cNvPr id="68" name="object 68" descr=""/>
            <p:cNvSpPr/>
            <p:nvPr/>
          </p:nvSpPr>
          <p:spPr>
            <a:xfrm>
              <a:off x="10491371" y="2566132"/>
              <a:ext cx="72390" cy="69215"/>
            </a:xfrm>
            <a:custGeom>
              <a:avLst/>
              <a:gdLst/>
              <a:ahLst/>
              <a:cxnLst/>
              <a:rect l="l" t="t" r="r" b="b"/>
              <a:pathLst>
                <a:path w="72390" h="69214">
                  <a:moveTo>
                    <a:pt x="0" y="0"/>
                  </a:moveTo>
                  <a:lnTo>
                    <a:pt x="23168" y="34867"/>
                  </a:lnTo>
                  <a:lnTo>
                    <a:pt x="0" y="68687"/>
                  </a:lnTo>
                  <a:lnTo>
                    <a:pt x="72161" y="34867"/>
                  </a:lnTo>
                  <a:lnTo>
                    <a:pt x="0" y="0"/>
                  </a:lnTo>
                  <a:close/>
                </a:path>
              </a:pathLst>
            </a:custGeom>
            <a:solidFill>
              <a:srgbClr val="000000"/>
            </a:solidFill>
          </p:spPr>
          <p:txBody>
            <a:bodyPr wrap="square" lIns="0" tIns="0" rIns="0" bIns="0" rtlCol="0"/>
            <a:lstStyle/>
            <a:p/>
          </p:txBody>
        </p:sp>
        <p:sp>
          <p:nvSpPr>
            <p:cNvPr id="69" name="object 69" descr=""/>
            <p:cNvSpPr/>
            <p:nvPr/>
          </p:nvSpPr>
          <p:spPr>
            <a:xfrm>
              <a:off x="10467378" y="2141374"/>
              <a:ext cx="48260" cy="0"/>
            </a:xfrm>
            <a:custGeom>
              <a:avLst/>
              <a:gdLst/>
              <a:ahLst/>
              <a:cxnLst/>
              <a:rect l="l" t="t" r="r" b="b"/>
              <a:pathLst>
                <a:path w="48259" h="0">
                  <a:moveTo>
                    <a:pt x="0" y="0"/>
                  </a:moveTo>
                  <a:lnTo>
                    <a:pt x="48260" y="0"/>
                  </a:lnTo>
                </a:path>
              </a:pathLst>
            </a:custGeom>
            <a:ln w="9655">
              <a:solidFill>
                <a:srgbClr val="000000"/>
              </a:solidFill>
            </a:ln>
          </p:spPr>
          <p:txBody>
            <a:bodyPr wrap="square" lIns="0" tIns="0" rIns="0" bIns="0" rtlCol="0"/>
            <a:lstStyle/>
            <a:p/>
          </p:txBody>
        </p:sp>
        <p:sp>
          <p:nvSpPr>
            <p:cNvPr id="70" name="object 70" descr=""/>
            <p:cNvSpPr/>
            <p:nvPr/>
          </p:nvSpPr>
          <p:spPr>
            <a:xfrm>
              <a:off x="10491371" y="2107501"/>
              <a:ext cx="72390" cy="69215"/>
            </a:xfrm>
            <a:custGeom>
              <a:avLst/>
              <a:gdLst/>
              <a:ahLst/>
              <a:cxnLst/>
              <a:rect l="l" t="t" r="r" b="b"/>
              <a:pathLst>
                <a:path w="72390" h="69214">
                  <a:moveTo>
                    <a:pt x="0" y="0"/>
                  </a:moveTo>
                  <a:lnTo>
                    <a:pt x="23168" y="34545"/>
                  </a:lnTo>
                  <a:lnTo>
                    <a:pt x="0" y="68687"/>
                  </a:lnTo>
                  <a:lnTo>
                    <a:pt x="72161" y="34545"/>
                  </a:lnTo>
                  <a:lnTo>
                    <a:pt x="0" y="0"/>
                  </a:lnTo>
                  <a:close/>
                </a:path>
              </a:pathLst>
            </a:custGeom>
            <a:solidFill>
              <a:srgbClr val="000000"/>
            </a:solidFill>
          </p:spPr>
          <p:txBody>
            <a:bodyPr wrap="square" lIns="0" tIns="0" rIns="0" bIns="0" rtlCol="0"/>
            <a:lstStyle/>
            <a:p/>
          </p:txBody>
        </p:sp>
        <p:sp>
          <p:nvSpPr>
            <p:cNvPr id="71" name="object 71" descr=""/>
            <p:cNvSpPr/>
            <p:nvPr/>
          </p:nvSpPr>
          <p:spPr>
            <a:xfrm>
              <a:off x="10159500" y="2224578"/>
              <a:ext cx="125730" cy="0"/>
            </a:xfrm>
            <a:custGeom>
              <a:avLst/>
              <a:gdLst/>
              <a:ahLst/>
              <a:cxnLst/>
              <a:rect l="l" t="t" r="r" b="b"/>
              <a:pathLst>
                <a:path w="125729" h="0">
                  <a:moveTo>
                    <a:pt x="0" y="0"/>
                  </a:moveTo>
                  <a:lnTo>
                    <a:pt x="125275" y="0"/>
                  </a:lnTo>
                </a:path>
              </a:pathLst>
            </a:custGeom>
            <a:ln w="9655">
              <a:solidFill>
                <a:srgbClr val="000000"/>
              </a:solidFill>
            </a:ln>
          </p:spPr>
          <p:txBody>
            <a:bodyPr wrap="square" lIns="0" tIns="0" rIns="0" bIns="0" rtlCol="0"/>
            <a:lstStyle/>
            <a:p/>
          </p:txBody>
        </p:sp>
        <p:sp>
          <p:nvSpPr>
            <p:cNvPr id="72" name="object 72" descr=""/>
            <p:cNvSpPr/>
            <p:nvPr/>
          </p:nvSpPr>
          <p:spPr>
            <a:xfrm>
              <a:off x="10260691" y="2190705"/>
              <a:ext cx="72390" cy="69215"/>
            </a:xfrm>
            <a:custGeom>
              <a:avLst/>
              <a:gdLst/>
              <a:ahLst/>
              <a:cxnLst/>
              <a:rect l="l" t="t" r="r" b="b"/>
              <a:pathLst>
                <a:path w="72390" h="69214">
                  <a:moveTo>
                    <a:pt x="0" y="0"/>
                  </a:moveTo>
                  <a:lnTo>
                    <a:pt x="23168" y="33873"/>
                  </a:lnTo>
                  <a:lnTo>
                    <a:pt x="0" y="68687"/>
                  </a:lnTo>
                  <a:lnTo>
                    <a:pt x="71886" y="33873"/>
                  </a:lnTo>
                  <a:lnTo>
                    <a:pt x="0" y="0"/>
                  </a:lnTo>
                  <a:close/>
                </a:path>
              </a:pathLst>
            </a:custGeom>
            <a:solidFill>
              <a:srgbClr val="000000"/>
            </a:solidFill>
          </p:spPr>
          <p:txBody>
            <a:bodyPr wrap="square" lIns="0" tIns="0" rIns="0" bIns="0" rtlCol="0"/>
            <a:lstStyle/>
            <a:p/>
          </p:txBody>
        </p:sp>
        <p:sp>
          <p:nvSpPr>
            <p:cNvPr id="73" name="object 73" descr=""/>
            <p:cNvSpPr/>
            <p:nvPr/>
          </p:nvSpPr>
          <p:spPr>
            <a:xfrm>
              <a:off x="10159500" y="2600005"/>
              <a:ext cx="125730" cy="0"/>
            </a:xfrm>
            <a:custGeom>
              <a:avLst/>
              <a:gdLst/>
              <a:ahLst/>
              <a:cxnLst/>
              <a:rect l="l" t="t" r="r" b="b"/>
              <a:pathLst>
                <a:path w="125729" h="0">
                  <a:moveTo>
                    <a:pt x="0" y="0"/>
                  </a:moveTo>
                  <a:lnTo>
                    <a:pt x="125275" y="0"/>
                  </a:lnTo>
                </a:path>
              </a:pathLst>
            </a:custGeom>
            <a:ln w="9655">
              <a:solidFill>
                <a:srgbClr val="000000"/>
              </a:solidFill>
            </a:ln>
          </p:spPr>
          <p:txBody>
            <a:bodyPr wrap="square" lIns="0" tIns="0" rIns="0" bIns="0" rtlCol="0"/>
            <a:lstStyle/>
            <a:p/>
          </p:txBody>
        </p:sp>
        <p:sp>
          <p:nvSpPr>
            <p:cNvPr id="74" name="object 74" descr=""/>
            <p:cNvSpPr/>
            <p:nvPr/>
          </p:nvSpPr>
          <p:spPr>
            <a:xfrm>
              <a:off x="10260691" y="2566132"/>
              <a:ext cx="72390" cy="69215"/>
            </a:xfrm>
            <a:custGeom>
              <a:avLst/>
              <a:gdLst/>
              <a:ahLst/>
              <a:cxnLst/>
              <a:rect l="l" t="t" r="r" b="b"/>
              <a:pathLst>
                <a:path w="72390" h="69214">
                  <a:moveTo>
                    <a:pt x="0" y="0"/>
                  </a:moveTo>
                  <a:lnTo>
                    <a:pt x="23168" y="34867"/>
                  </a:lnTo>
                  <a:lnTo>
                    <a:pt x="0" y="68687"/>
                  </a:lnTo>
                  <a:lnTo>
                    <a:pt x="71886" y="34867"/>
                  </a:lnTo>
                  <a:lnTo>
                    <a:pt x="0" y="0"/>
                  </a:lnTo>
                  <a:close/>
                </a:path>
              </a:pathLst>
            </a:custGeom>
            <a:solidFill>
              <a:srgbClr val="000000"/>
            </a:solidFill>
          </p:spPr>
          <p:txBody>
            <a:bodyPr wrap="square" lIns="0" tIns="0" rIns="0" bIns="0" rtlCol="0"/>
            <a:lstStyle/>
            <a:p/>
          </p:txBody>
        </p:sp>
        <p:sp>
          <p:nvSpPr>
            <p:cNvPr id="75" name="object 75" descr=""/>
            <p:cNvSpPr/>
            <p:nvPr/>
          </p:nvSpPr>
          <p:spPr>
            <a:xfrm>
              <a:off x="9640082" y="2846405"/>
              <a:ext cx="229235" cy="501650"/>
            </a:xfrm>
            <a:custGeom>
              <a:avLst/>
              <a:gdLst/>
              <a:ahLst/>
              <a:cxnLst/>
              <a:rect l="l" t="t" r="r" b="b"/>
              <a:pathLst>
                <a:path w="229234" h="501650">
                  <a:moveTo>
                    <a:pt x="0" y="250378"/>
                  </a:moveTo>
                  <a:lnTo>
                    <a:pt x="4071" y="317224"/>
                  </a:lnTo>
                  <a:lnTo>
                    <a:pt x="15567" y="377225"/>
                  </a:lnTo>
                  <a:lnTo>
                    <a:pt x="33413" y="428013"/>
                  </a:lnTo>
                  <a:lnTo>
                    <a:pt x="56532" y="467221"/>
                  </a:lnTo>
                  <a:lnTo>
                    <a:pt x="114286" y="501429"/>
                  </a:lnTo>
                  <a:lnTo>
                    <a:pt x="144730" y="492482"/>
                  </a:lnTo>
                  <a:lnTo>
                    <a:pt x="195205" y="428013"/>
                  </a:lnTo>
                  <a:lnTo>
                    <a:pt x="213073" y="377225"/>
                  </a:lnTo>
                  <a:lnTo>
                    <a:pt x="224586" y="317224"/>
                  </a:lnTo>
                  <a:lnTo>
                    <a:pt x="228664" y="250378"/>
                  </a:lnTo>
                  <a:lnTo>
                    <a:pt x="224586" y="183931"/>
                  </a:lnTo>
                  <a:lnTo>
                    <a:pt x="213073" y="124153"/>
                  </a:lnTo>
                  <a:lnTo>
                    <a:pt x="195205" y="73457"/>
                  </a:lnTo>
                  <a:lnTo>
                    <a:pt x="172064" y="34256"/>
                  </a:lnTo>
                  <a:lnTo>
                    <a:pt x="114286" y="0"/>
                  </a:lnTo>
                  <a:lnTo>
                    <a:pt x="83849" y="8966"/>
                  </a:lnTo>
                  <a:lnTo>
                    <a:pt x="33413" y="73457"/>
                  </a:lnTo>
                  <a:lnTo>
                    <a:pt x="15567" y="124153"/>
                  </a:lnTo>
                  <a:lnTo>
                    <a:pt x="4071" y="183931"/>
                  </a:lnTo>
                  <a:lnTo>
                    <a:pt x="0" y="250378"/>
                  </a:lnTo>
                  <a:close/>
                </a:path>
              </a:pathLst>
            </a:custGeom>
            <a:ln w="7108">
              <a:solidFill>
                <a:srgbClr val="000000"/>
              </a:solidFill>
            </a:ln>
          </p:spPr>
          <p:txBody>
            <a:bodyPr wrap="square" lIns="0" tIns="0" rIns="0" bIns="0" rtlCol="0"/>
            <a:lstStyle/>
            <a:p/>
          </p:txBody>
        </p:sp>
        <p:sp>
          <p:nvSpPr>
            <p:cNvPr id="76" name="object 76" descr=""/>
            <p:cNvSpPr/>
            <p:nvPr/>
          </p:nvSpPr>
          <p:spPr>
            <a:xfrm>
              <a:off x="10832765" y="1499264"/>
              <a:ext cx="113664" cy="288290"/>
            </a:xfrm>
            <a:custGeom>
              <a:avLst/>
              <a:gdLst/>
              <a:ahLst/>
              <a:cxnLst/>
              <a:rect l="l" t="t" r="r" b="b"/>
              <a:pathLst>
                <a:path w="113665" h="288289">
                  <a:moveTo>
                    <a:pt x="113187" y="0"/>
                  </a:moveTo>
                  <a:lnTo>
                    <a:pt x="0" y="0"/>
                  </a:lnTo>
                  <a:lnTo>
                    <a:pt x="0" y="288190"/>
                  </a:lnTo>
                  <a:lnTo>
                    <a:pt x="113187" y="288190"/>
                  </a:lnTo>
                  <a:lnTo>
                    <a:pt x="113187" y="0"/>
                  </a:lnTo>
                  <a:close/>
                </a:path>
              </a:pathLst>
            </a:custGeom>
            <a:solidFill>
              <a:srgbClr val="FFFFFF"/>
            </a:solidFill>
          </p:spPr>
          <p:txBody>
            <a:bodyPr wrap="square" lIns="0" tIns="0" rIns="0" bIns="0" rtlCol="0"/>
            <a:lstStyle/>
            <a:p/>
          </p:txBody>
        </p:sp>
        <p:sp>
          <p:nvSpPr>
            <p:cNvPr id="77" name="object 77" descr=""/>
            <p:cNvSpPr/>
            <p:nvPr/>
          </p:nvSpPr>
          <p:spPr>
            <a:xfrm>
              <a:off x="10832765" y="1499264"/>
              <a:ext cx="113664" cy="288290"/>
            </a:xfrm>
            <a:custGeom>
              <a:avLst/>
              <a:gdLst/>
              <a:ahLst/>
              <a:cxnLst/>
              <a:rect l="l" t="t" r="r" b="b"/>
              <a:pathLst>
                <a:path w="113665" h="288289">
                  <a:moveTo>
                    <a:pt x="0" y="288190"/>
                  </a:moveTo>
                  <a:lnTo>
                    <a:pt x="113187" y="288190"/>
                  </a:lnTo>
                  <a:lnTo>
                    <a:pt x="113187" y="0"/>
                  </a:lnTo>
                  <a:lnTo>
                    <a:pt x="0" y="0"/>
                  </a:lnTo>
                  <a:lnTo>
                    <a:pt x="0" y="288190"/>
                  </a:lnTo>
                  <a:close/>
                </a:path>
              </a:pathLst>
            </a:custGeom>
            <a:ln w="6989">
              <a:solidFill>
                <a:srgbClr val="000000"/>
              </a:solidFill>
            </a:ln>
          </p:spPr>
          <p:txBody>
            <a:bodyPr wrap="square" lIns="0" tIns="0" rIns="0" bIns="0" rtlCol="0"/>
            <a:lstStyle/>
            <a:p/>
          </p:txBody>
        </p:sp>
        <p:sp>
          <p:nvSpPr>
            <p:cNvPr id="78" name="object 78" descr=""/>
            <p:cNvSpPr/>
            <p:nvPr/>
          </p:nvSpPr>
          <p:spPr>
            <a:xfrm>
              <a:off x="10832765" y="2182479"/>
              <a:ext cx="113664" cy="414655"/>
            </a:xfrm>
            <a:custGeom>
              <a:avLst/>
              <a:gdLst/>
              <a:ahLst/>
              <a:cxnLst/>
              <a:rect l="l" t="t" r="r" b="b"/>
              <a:pathLst>
                <a:path w="113665" h="414655">
                  <a:moveTo>
                    <a:pt x="113187" y="0"/>
                  </a:moveTo>
                  <a:lnTo>
                    <a:pt x="0" y="0"/>
                  </a:lnTo>
                  <a:lnTo>
                    <a:pt x="0" y="414205"/>
                  </a:lnTo>
                  <a:lnTo>
                    <a:pt x="113187" y="414205"/>
                  </a:lnTo>
                  <a:lnTo>
                    <a:pt x="113187" y="0"/>
                  </a:lnTo>
                  <a:close/>
                </a:path>
              </a:pathLst>
            </a:custGeom>
            <a:solidFill>
              <a:srgbClr val="FFFFFF"/>
            </a:solidFill>
          </p:spPr>
          <p:txBody>
            <a:bodyPr wrap="square" lIns="0" tIns="0" rIns="0" bIns="0" rtlCol="0"/>
            <a:lstStyle/>
            <a:p/>
          </p:txBody>
        </p:sp>
        <p:sp>
          <p:nvSpPr>
            <p:cNvPr id="79" name="object 79" descr=""/>
            <p:cNvSpPr/>
            <p:nvPr/>
          </p:nvSpPr>
          <p:spPr>
            <a:xfrm>
              <a:off x="10698240" y="2182479"/>
              <a:ext cx="248285" cy="414655"/>
            </a:xfrm>
            <a:custGeom>
              <a:avLst/>
              <a:gdLst/>
              <a:ahLst/>
              <a:cxnLst/>
              <a:rect l="l" t="t" r="r" b="b"/>
              <a:pathLst>
                <a:path w="248284" h="414655">
                  <a:moveTo>
                    <a:pt x="134524" y="414205"/>
                  </a:moveTo>
                  <a:lnTo>
                    <a:pt x="247712" y="414205"/>
                  </a:lnTo>
                  <a:lnTo>
                    <a:pt x="247712" y="0"/>
                  </a:lnTo>
                  <a:lnTo>
                    <a:pt x="134524" y="0"/>
                  </a:lnTo>
                  <a:lnTo>
                    <a:pt x="134524" y="414205"/>
                  </a:lnTo>
                  <a:close/>
                </a:path>
                <a:path w="248284" h="414655">
                  <a:moveTo>
                    <a:pt x="0" y="209314"/>
                  </a:moveTo>
                  <a:lnTo>
                    <a:pt x="67582" y="209314"/>
                  </a:lnTo>
                </a:path>
              </a:pathLst>
            </a:custGeom>
            <a:ln w="8116">
              <a:solidFill>
                <a:srgbClr val="000000"/>
              </a:solidFill>
            </a:ln>
          </p:spPr>
          <p:txBody>
            <a:bodyPr wrap="square" lIns="0" tIns="0" rIns="0" bIns="0" rtlCol="0"/>
            <a:lstStyle/>
            <a:p/>
          </p:txBody>
        </p:sp>
        <p:sp>
          <p:nvSpPr>
            <p:cNvPr id="80" name="object 80" descr=""/>
            <p:cNvSpPr/>
            <p:nvPr/>
          </p:nvSpPr>
          <p:spPr>
            <a:xfrm>
              <a:off x="10741556" y="2357920"/>
              <a:ext cx="73025" cy="69215"/>
            </a:xfrm>
            <a:custGeom>
              <a:avLst/>
              <a:gdLst/>
              <a:ahLst/>
              <a:cxnLst/>
              <a:rect l="l" t="t" r="r" b="b"/>
              <a:pathLst>
                <a:path w="73025" h="69214">
                  <a:moveTo>
                    <a:pt x="0" y="0"/>
                  </a:moveTo>
                  <a:lnTo>
                    <a:pt x="23168" y="34410"/>
                  </a:lnTo>
                  <a:lnTo>
                    <a:pt x="0" y="68687"/>
                  </a:lnTo>
                  <a:lnTo>
                    <a:pt x="72619" y="34410"/>
                  </a:lnTo>
                  <a:lnTo>
                    <a:pt x="0" y="0"/>
                  </a:lnTo>
                  <a:close/>
                </a:path>
              </a:pathLst>
            </a:custGeom>
            <a:solidFill>
              <a:srgbClr val="000000"/>
            </a:solidFill>
          </p:spPr>
          <p:txBody>
            <a:bodyPr wrap="square" lIns="0" tIns="0" rIns="0" bIns="0" rtlCol="0"/>
            <a:lstStyle/>
            <a:p/>
          </p:txBody>
        </p:sp>
        <p:sp>
          <p:nvSpPr>
            <p:cNvPr id="81" name="object 81" descr=""/>
            <p:cNvSpPr/>
            <p:nvPr/>
          </p:nvSpPr>
          <p:spPr>
            <a:xfrm>
              <a:off x="11602185" y="2349613"/>
              <a:ext cx="113664" cy="330835"/>
            </a:xfrm>
            <a:custGeom>
              <a:avLst/>
              <a:gdLst/>
              <a:ahLst/>
              <a:cxnLst/>
              <a:rect l="l" t="t" r="r" b="b"/>
              <a:pathLst>
                <a:path w="113665" h="330835">
                  <a:moveTo>
                    <a:pt x="113416" y="0"/>
                  </a:moveTo>
                  <a:lnTo>
                    <a:pt x="0" y="0"/>
                  </a:lnTo>
                  <a:lnTo>
                    <a:pt x="0" y="330302"/>
                  </a:lnTo>
                  <a:lnTo>
                    <a:pt x="113416" y="330302"/>
                  </a:lnTo>
                  <a:lnTo>
                    <a:pt x="113416" y="0"/>
                  </a:lnTo>
                  <a:close/>
                </a:path>
              </a:pathLst>
            </a:custGeom>
            <a:solidFill>
              <a:srgbClr val="FFFFFF"/>
            </a:solidFill>
          </p:spPr>
          <p:txBody>
            <a:bodyPr wrap="square" lIns="0" tIns="0" rIns="0" bIns="0" rtlCol="0"/>
            <a:lstStyle/>
            <a:p/>
          </p:txBody>
        </p:sp>
        <p:sp>
          <p:nvSpPr>
            <p:cNvPr id="82" name="object 82" descr=""/>
            <p:cNvSpPr/>
            <p:nvPr/>
          </p:nvSpPr>
          <p:spPr>
            <a:xfrm>
              <a:off x="8851349" y="1421033"/>
              <a:ext cx="2864485" cy="1259205"/>
            </a:xfrm>
            <a:custGeom>
              <a:avLst/>
              <a:gdLst/>
              <a:ahLst/>
              <a:cxnLst/>
              <a:rect l="l" t="t" r="r" b="b"/>
              <a:pathLst>
                <a:path w="2864484" h="1259205">
                  <a:moveTo>
                    <a:pt x="2750835" y="1258882"/>
                  </a:moveTo>
                  <a:lnTo>
                    <a:pt x="2864251" y="1258882"/>
                  </a:lnTo>
                  <a:lnTo>
                    <a:pt x="2864251" y="928579"/>
                  </a:lnTo>
                  <a:lnTo>
                    <a:pt x="2750835" y="928579"/>
                  </a:lnTo>
                  <a:lnTo>
                    <a:pt x="2750835" y="1258882"/>
                  </a:lnTo>
                  <a:close/>
                </a:path>
                <a:path w="2864484" h="1259205">
                  <a:moveTo>
                    <a:pt x="0" y="0"/>
                  </a:moveTo>
                  <a:lnTo>
                    <a:pt x="0" y="292222"/>
                  </a:lnTo>
                </a:path>
              </a:pathLst>
            </a:custGeom>
            <a:ln w="8116">
              <a:solidFill>
                <a:srgbClr val="000000"/>
              </a:solidFill>
            </a:ln>
          </p:spPr>
          <p:txBody>
            <a:bodyPr wrap="square" lIns="0" tIns="0" rIns="0" bIns="0" rtlCol="0"/>
            <a:lstStyle/>
            <a:p/>
          </p:txBody>
        </p:sp>
        <p:pic>
          <p:nvPicPr>
            <p:cNvPr id="83" name="object 83" descr=""/>
            <p:cNvPicPr/>
            <p:nvPr/>
          </p:nvPicPr>
          <p:blipFill>
            <a:blip r:embed="rId2" cstate="print"/>
            <a:stretch>
              <a:fillRect/>
            </a:stretch>
          </p:blipFill>
          <p:spPr>
            <a:xfrm>
              <a:off x="8847330" y="1590412"/>
              <a:ext cx="136656" cy="206706"/>
            </a:xfrm>
            <a:prstGeom prst="rect">
              <a:avLst/>
            </a:prstGeom>
          </p:spPr>
        </p:pic>
        <p:pic>
          <p:nvPicPr>
            <p:cNvPr id="84" name="object 84" descr=""/>
            <p:cNvPicPr/>
            <p:nvPr/>
          </p:nvPicPr>
          <p:blipFill>
            <a:blip r:embed="rId3" cstate="print"/>
            <a:stretch>
              <a:fillRect/>
            </a:stretch>
          </p:blipFill>
          <p:spPr>
            <a:xfrm>
              <a:off x="8847330" y="1333810"/>
              <a:ext cx="136656" cy="206706"/>
            </a:xfrm>
            <a:prstGeom prst="rect">
              <a:avLst/>
            </a:prstGeom>
          </p:spPr>
        </p:pic>
        <p:sp>
          <p:nvSpPr>
            <p:cNvPr id="85" name="object 85" descr=""/>
            <p:cNvSpPr/>
            <p:nvPr/>
          </p:nvSpPr>
          <p:spPr>
            <a:xfrm>
              <a:off x="8982748" y="1421033"/>
              <a:ext cx="0" cy="292735"/>
            </a:xfrm>
            <a:custGeom>
              <a:avLst/>
              <a:gdLst/>
              <a:ahLst/>
              <a:cxnLst/>
              <a:rect l="l" t="t" r="r" b="b"/>
              <a:pathLst>
                <a:path w="0" h="292735">
                  <a:moveTo>
                    <a:pt x="0" y="0"/>
                  </a:moveTo>
                  <a:lnTo>
                    <a:pt x="0" y="292222"/>
                  </a:lnTo>
                </a:path>
              </a:pathLst>
            </a:custGeom>
            <a:ln w="5560">
              <a:solidFill>
                <a:srgbClr val="000000"/>
              </a:solidFill>
            </a:ln>
          </p:spPr>
          <p:txBody>
            <a:bodyPr wrap="square" lIns="0" tIns="0" rIns="0" bIns="0" rtlCol="0"/>
            <a:lstStyle/>
            <a:p/>
          </p:txBody>
        </p:sp>
        <p:sp>
          <p:nvSpPr>
            <p:cNvPr id="86" name="object 86" descr=""/>
            <p:cNvSpPr/>
            <p:nvPr/>
          </p:nvSpPr>
          <p:spPr>
            <a:xfrm>
              <a:off x="8856340" y="1420993"/>
              <a:ext cx="123825" cy="300990"/>
            </a:xfrm>
            <a:custGeom>
              <a:avLst/>
              <a:gdLst/>
              <a:ahLst/>
              <a:cxnLst/>
              <a:rect l="l" t="t" r="r" b="b"/>
              <a:pathLst>
                <a:path w="123825" h="300989">
                  <a:moveTo>
                    <a:pt x="123627" y="0"/>
                  </a:moveTo>
                  <a:lnTo>
                    <a:pt x="0" y="0"/>
                  </a:lnTo>
                  <a:lnTo>
                    <a:pt x="0" y="300462"/>
                  </a:lnTo>
                  <a:lnTo>
                    <a:pt x="123627" y="300462"/>
                  </a:lnTo>
                  <a:lnTo>
                    <a:pt x="123627" y="0"/>
                  </a:lnTo>
                  <a:close/>
                </a:path>
              </a:pathLst>
            </a:custGeom>
            <a:solidFill>
              <a:srgbClr val="FFFFFF"/>
            </a:solidFill>
          </p:spPr>
          <p:txBody>
            <a:bodyPr wrap="square" lIns="0" tIns="0" rIns="0" bIns="0" rtlCol="0"/>
            <a:lstStyle/>
            <a:p/>
          </p:txBody>
        </p:sp>
      </p:grpSp>
      <p:sp>
        <p:nvSpPr>
          <p:cNvPr id="87" name="object 87" descr=""/>
          <p:cNvSpPr txBox="1"/>
          <p:nvPr/>
        </p:nvSpPr>
        <p:spPr>
          <a:xfrm>
            <a:off x="8866095" y="1339241"/>
            <a:ext cx="88900" cy="256540"/>
          </a:xfrm>
          <a:prstGeom prst="rect">
            <a:avLst/>
          </a:prstGeom>
        </p:spPr>
        <p:txBody>
          <a:bodyPr wrap="square" lIns="0" tIns="26034" rIns="0" bIns="0" rtlCol="0" vert="horz">
            <a:spAutoFit/>
          </a:bodyPr>
          <a:lstStyle/>
          <a:p>
            <a:pPr marL="25400" marR="5080" indent="-13335">
              <a:lnSpc>
                <a:spcPts val="860"/>
              </a:lnSpc>
              <a:spcBef>
                <a:spcPts val="204"/>
              </a:spcBef>
            </a:pPr>
            <a:r>
              <a:rPr dirty="0" sz="800" spc="-254">
                <a:latin typeface="Times New Roman"/>
                <a:cs typeface="Times New Roman"/>
              </a:rPr>
              <a:t>M</a:t>
            </a:r>
            <a:r>
              <a:rPr dirty="0" sz="800" spc="500">
                <a:latin typeface="Times New Roman"/>
                <a:cs typeface="Times New Roman"/>
              </a:rPr>
              <a:t> </a:t>
            </a:r>
            <a:r>
              <a:rPr dirty="0" sz="800" spc="-225">
                <a:latin typeface="Times New Roman"/>
                <a:cs typeface="Times New Roman"/>
              </a:rPr>
              <a:t>U</a:t>
            </a:r>
            <a:endParaRPr sz="800">
              <a:latin typeface="Times New Roman"/>
              <a:cs typeface="Times New Roman"/>
            </a:endParaRPr>
          </a:p>
        </p:txBody>
      </p:sp>
      <p:sp>
        <p:nvSpPr>
          <p:cNvPr id="88" name="object 88" descr=""/>
          <p:cNvSpPr txBox="1"/>
          <p:nvPr/>
        </p:nvSpPr>
        <p:spPr>
          <a:xfrm>
            <a:off x="8873356" y="1545839"/>
            <a:ext cx="75565" cy="241300"/>
          </a:xfrm>
          <a:prstGeom prst="rect">
            <a:avLst/>
          </a:prstGeom>
        </p:spPr>
        <p:txBody>
          <a:bodyPr wrap="square" lIns="0" tIns="40005" rIns="0" bIns="0" rtlCol="0" vert="horz">
            <a:spAutoFit/>
          </a:bodyPr>
          <a:lstStyle/>
          <a:p>
            <a:pPr marL="24130" marR="5080" indent="-12065">
              <a:lnSpc>
                <a:spcPct val="77100"/>
              </a:lnSpc>
              <a:spcBef>
                <a:spcPts val="315"/>
              </a:spcBef>
            </a:pPr>
            <a:r>
              <a:rPr dirty="0" sz="800" spc="-225">
                <a:latin typeface="Times New Roman"/>
                <a:cs typeface="Times New Roman"/>
              </a:rPr>
              <a:t>X</a:t>
            </a:r>
            <a:r>
              <a:rPr dirty="0" sz="800" spc="500">
                <a:latin typeface="Times New Roman"/>
                <a:cs typeface="Times New Roman"/>
              </a:rPr>
              <a:t> </a:t>
            </a:r>
            <a:r>
              <a:rPr dirty="0" sz="800" spc="-135">
                <a:latin typeface="Times New Roman"/>
                <a:cs typeface="Times New Roman"/>
              </a:rPr>
              <a:t>1</a:t>
            </a:r>
            <a:endParaRPr sz="800">
              <a:latin typeface="Times New Roman"/>
              <a:cs typeface="Times New Roman"/>
            </a:endParaRPr>
          </a:p>
        </p:txBody>
      </p:sp>
      <p:grpSp>
        <p:nvGrpSpPr>
          <p:cNvPr id="89" name="object 89" descr=""/>
          <p:cNvGrpSpPr/>
          <p:nvPr/>
        </p:nvGrpSpPr>
        <p:grpSpPr>
          <a:xfrm>
            <a:off x="10335152" y="1917852"/>
            <a:ext cx="138430" cy="964565"/>
            <a:chOff x="10335152" y="1917852"/>
            <a:chExt cx="138430" cy="964565"/>
          </a:xfrm>
        </p:grpSpPr>
        <p:sp>
          <p:nvSpPr>
            <p:cNvPr id="90" name="object 90" descr=""/>
            <p:cNvSpPr/>
            <p:nvPr/>
          </p:nvSpPr>
          <p:spPr>
            <a:xfrm>
              <a:off x="10339172" y="2004672"/>
              <a:ext cx="0" cy="292735"/>
            </a:xfrm>
            <a:custGeom>
              <a:avLst/>
              <a:gdLst/>
              <a:ahLst/>
              <a:cxnLst/>
              <a:rect l="l" t="t" r="r" b="b"/>
              <a:pathLst>
                <a:path w="0" h="292735">
                  <a:moveTo>
                    <a:pt x="0" y="0"/>
                  </a:moveTo>
                  <a:lnTo>
                    <a:pt x="0" y="292491"/>
                  </a:lnTo>
                </a:path>
              </a:pathLst>
            </a:custGeom>
            <a:ln w="6578">
              <a:solidFill>
                <a:srgbClr val="000000"/>
              </a:solidFill>
            </a:ln>
          </p:spPr>
          <p:txBody>
            <a:bodyPr wrap="square" lIns="0" tIns="0" rIns="0" bIns="0" rtlCol="0"/>
            <a:lstStyle/>
            <a:p/>
          </p:txBody>
        </p:sp>
        <p:pic>
          <p:nvPicPr>
            <p:cNvPr id="91" name="object 91" descr=""/>
            <p:cNvPicPr/>
            <p:nvPr/>
          </p:nvPicPr>
          <p:blipFill>
            <a:blip r:embed="rId4" cstate="print"/>
            <a:stretch>
              <a:fillRect/>
            </a:stretch>
          </p:blipFill>
          <p:spPr>
            <a:xfrm>
              <a:off x="10335152" y="1917852"/>
              <a:ext cx="136611" cy="206572"/>
            </a:xfrm>
            <a:prstGeom prst="rect">
              <a:avLst/>
            </a:prstGeom>
          </p:spPr>
        </p:pic>
        <p:pic>
          <p:nvPicPr>
            <p:cNvPr id="92" name="object 92" descr=""/>
            <p:cNvPicPr/>
            <p:nvPr/>
          </p:nvPicPr>
          <p:blipFill>
            <a:blip r:embed="rId5" cstate="print"/>
            <a:stretch>
              <a:fillRect/>
            </a:stretch>
          </p:blipFill>
          <p:spPr>
            <a:xfrm>
              <a:off x="10335153" y="2174454"/>
              <a:ext cx="136610" cy="206706"/>
            </a:xfrm>
            <a:prstGeom prst="rect">
              <a:avLst/>
            </a:prstGeom>
          </p:spPr>
        </p:pic>
        <p:sp>
          <p:nvSpPr>
            <p:cNvPr id="93" name="object 93" descr=""/>
            <p:cNvSpPr/>
            <p:nvPr/>
          </p:nvSpPr>
          <p:spPr>
            <a:xfrm>
              <a:off x="10470034" y="2004672"/>
              <a:ext cx="0" cy="292735"/>
            </a:xfrm>
            <a:custGeom>
              <a:avLst/>
              <a:gdLst/>
              <a:ahLst/>
              <a:cxnLst/>
              <a:rect l="l" t="t" r="r" b="b"/>
              <a:pathLst>
                <a:path w="0" h="292735">
                  <a:moveTo>
                    <a:pt x="0" y="0"/>
                  </a:moveTo>
                  <a:lnTo>
                    <a:pt x="0" y="292491"/>
                  </a:lnTo>
                </a:path>
              </a:pathLst>
            </a:custGeom>
            <a:ln w="6578">
              <a:solidFill>
                <a:srgbClr val="000000"/>
              </a:solidFill>
            </a:ln>
          </p:spPr>
          <p:txBody>
            <a:bodyPr wrap="square" lIns="0" tIns="0" rIns="0" bIns="0" rtlCol="0"/>
            <a:lstStyle/>
            <a:p/>
          </p:txBody>
        </p:sp>
        <p:sp>
          <p:nvSpPr>
            <p:cNvPr id="94" name="object 94" descr=""/>
            <p:cNvSpPr/>
            <p:nvPr/>
          </p:nvSpPr>
          <p:spPr>
            <a:xfrm>
              <a:off x="10343751" y="2004766"/>
              <a:ext cx="122555" cy="300990"/>
            </a:xfrm>
            <a:custGeom>
              <a:avLst/>
              <a:gdLst/>
              <a:ahLst/>
              <a:cxnLst/>
              <a:rect l="l" t="t" r="r" b="b"/>
              <a:pathLst>
                <a:path w="122554" h="300989">
                  <a:moveTo>
                    <a:pt x="122033" y="0"/>
                  </a:moveTo>
                  <a:lnTo>
                    <a:pt x="0" y="0"/>
                  </a:lnTo>
                  <a:lnTo>
                    <a:pt x="0" y="300462"/>
                  </a:lnTo>
                  <a:lnTo>
                    <a:pt x="122033" y="300462"/>
                  </a:lnTo>
                  <a:lnTo>
                    <a:pt x="122033" y="0"/>
                  </a:lnTo>
                  <a:close/>
                </a:path>
              </a:pathLst>
            </a:custGeom>
            <a:solidFill>
              <a:srgbClr val="FFFFFF"/>
            </a:solidFill>
          </p:spPr>
          <p:txBody>
            <a:bodyPr wrap="square" lIns="0" tIns="0" rIns="0" bIns="0" rtlCol="0"/>
            <a:lstStyle/>
            <a:p/>
          </p:txBody>
        </p:sp>
        <p:sp>
          <p:nvSpPr>
            <p:cNvPr id="95" name="object 95" descr=""/>
            <p:cNvSpPr/>
            <p:nvPr/>
          </p:nvSpPr>
          <p:spPr>
            <a:xfrm>
              <a:off x="10339172" y="2505510"/>
              <a:ext cx="0" cy="292735"/>
            </a:xfrm>
            <a:custGeom>
              <a:avLst/>
              <a:gdLst/>
              <a:ahLst/>
              <a:cxnLst/>
              <a:rect l="l" t="t" r="r" b="b"/>
              <a:pathLst>
                <a:path w="0" h="292735">
                  <a:moveTo>
                    <a:pt x="0" y="0"/>
                  </a:moveTo>
                  <a:lnTo>
                    <a:pt x="0" y="292477"/>
                  </a:lnTo>
                </a:path>
              </a:pathLst>
            </a:custGeom>
            <a:ln w="6578">
              <a:solidFill>
                <a:srgbClr val="000000"/>
              </a:solidFill>
            </a:ln>
          </p:spPr>
          <p:txBody>
            <a:bodyPr wrap="square" lIns="0" tIns="0" rIns="0" bIns="0" rtlCol="0"/>
            <a:lstStyle/>
            <a:p/>
          </p:txBody>
        </p:sp>
        <p:pic>
          <p:nvPicPr>
            <p:cNvPr id="96" name="object 96" descr=""/>
            <p:cNvPicPr/>
            <p:nvPr/>
          </p:nvPicPr>
          <p:blipFill>
            <a:blip r:embed="rId6" cstate="print"/>
            <a:stretch>
              <a:fillRect/>
            </a:stretch>
          </p:blipFill>
          <p:spPr>
            <a:xfrm>
              <a:off x="10335154" y="2418288"/>
              <a:ext cx="136608" cy="206959"/>
            </a:xfrm>
            <a:prstGeom prst="rect">
              <a:avLst/>
            </a:prstGeom>
          </p:spPr>
        </p:pic>
        <p:pic>
          <p:nvPicPr>
            <p:cNvPr id="97" name="object 97" descr=""/>
            <p:cNvPicPr/>
            <p:nvPr/>
          </p:nvPicPr>
          <p:blipFill>
            <a:blip r:embed="rId7" cstate="print"/>
            <a:stretch>
              <a:fillRect/>
            </a:stretch>
          </p:blipFill>
          <p:spPr>
            <a:xfrm>
              <a:off x="10335153" y="2675238"/>
              <a:ext cx="136610" cy="206692"/>
            </a:xfrm>
            <a:prstGeom prst="rect">
              <a:avLst/>
            </a:prstGeom>
          </p:spPr>
        </p:pic>
        <p:sp>
          <p:nvSpPr>
            <p:cNvPr id="98" name="object 98" descr=""/>
            <p:cNvSpPr/>
            <p:nvPr/>
          </p:nvSpPr>
          <p:spPr>
            <a:xfrm>
              <a:off x="10470034" y="2505510"/>
              <a:ext cx="0" cy="292735"/>
            </a:xfrm>
            <a:custGeom>
              <a:avLst/>
              <a:gdLst/>
              <a:ahLst/>
              <a:cxnLst/>
              <a:rect l="l" t="t" r="r" b="b"/>
              <a:pathLst>
                <a:path w="0" h="292735">
                  <a:moveTo>
                    <a:pt x="0" y="0"/>
                  </a:moveTo>
                  <a:lnTo>
                    <a:pt x="0" y="292477"/>
                  </a:lnTo>
                </a:path>
              </a:pathLst>
            </a:custGeom>
            <a:ln w="6578">
              <a:solidFill>
                <a:srgbClr val="000000"/>
              </a:solidFill>
            </a:ln>
          </p:spPr>
          <p:txBody>
            <a:bodyPr wrap="square" lIns="0" tIns="0" rIns="0" bIns="0" rtlCol="0"/>
            <a:lstStyle/>
            <a:p/>
          </p:txBody>
        </p:sp>
        <p:sp>
          <p:nvSpPr>
            <p:cNvPr id="99" name="object 99" descr=""/>
            <p:cNvSpPr/>
            <p:nvPr/>
          </p:nvSpPr>
          <p:spPr>
            <a:xfrm>
              <a:off x="10344575" y="2505483"/>
              <a:ext cx="121285" cy="300990"/>
            </a:xfrm>
            <a:custGeom>
              <a:avLst/>
              <a:gdLst/>
              <a:ahLst/>
              <a:cxnLst/>
              <a:rect l="l" t="t" r="r" b="b"/>
              <a:pathLst>
                <a:path w="121284" h="300989">
                  <a:moveTo>
                    <a:pt x="121127" y="0"/>
                  </a:moveTo>
                  <a:lnTo>
                    <a:pt x="0" y="0"/>
                  </a:lnTo>
                  <a:lnTo>
                    <a:pt x="0" y="300462"/>
                  </a:lnTo>
                  <a:lnTo>
                    <a:pt x="121127" y="300462"/>
                  </a:lnTo>
                  <a:lnTo>
                    <a:pt x="121127" y="0"/>
                  </a:lnTo>
                  <a:close/>
                </a:path>
              </a:pathLst>
            </a:custGeom>
            <a:solidFill>
              <a:srgbClr val="FFFFFF"/>
            </a:solidFill>
          </p:spPr>
          <p:txBody>
            <a:bodyPr wrap="square" lIns="0" tIns="0" rIns="0" bIns="0" rtlCol="0"/>
            <a:lstStyle/>
            <a:p/>
          </p:txBody>
        </p:sp>
      </p:grpSp>
      <p:sp>
        <p:nvSpPr>
          <p:cNvPr id="100" name="object 100" descr=""/>
          <p:cNvSpPr txBox="1"/>
          <p:nvPr/>
        </p:nvSpPr>
        <p:spPr>
          <a:xfrm>
            <a:off x="10353944" y="1923282"/>
            <a:ext cx="86995" cy="949325"/>
          </a:xfrm>
          <a:prstGeom prst="rect">
            <a:avLst/>
          </a:prstGeom>
        </p:spPr>
        <p:txBody>
          <a:bodyPr wrap="square" lIns="0" tIns="33655" rIns="0" bIns="0" rtlCol="0" vert="horz">
            <a:spAutoFit/>
          </a:bodyPr>
          <a:lstStyle/>
          <a:p>
            <a:pPr algn="just" marL="19685" marR="5080" indent="-7620">
              <a:lnSpc>
                <a:spcPct val="82100"/>
              </a:lnSpc>
              <a:spcBef>
                <a:spcPts val="265"/>
              </a:spcBef>
            </a:pPr>
            <a:r>
              <a:rPr dirty="0" sz="800" spc="-270">
                <a:latin typeface="Times New Roman"/>
                <a:cs typeface="Times New Roman"/>
              </a:rPr>
              <a:t>M</a:t>
            </a:r>
            <a:r>
              <a:rPr dirty="0" sz="800" spc="500">
                <a:latin typeface="Times New Roman"/>
                <a:cs typeface="Times New Roman"/>
              </a:rPr>
              <a:t> </a:t>
            </a:r>
            <a:r>
              <a:rPr dirty="0" sz="800" spc="-195">
                <a:latin typeface="Times New Roman"/>
                <a:cs typeface="Times New Roman"/>
              </a:rPr>
              <a:t>U</a:t>
            </a:r>
            <a:r>
              <a:rPr dirty="0" sz="800" spc="500">
                <a:latin typeface="Times New Roman"/>
                <a:cs typeface="Times New Roman"/>
              </a:rPr>
              <a:t> </a:t>
            </a:r>
            <a:r>
              <a:rPr dirty="0" sz="800" spc="-195">
                <a:latin typeface="Times New Roman"/>
                <a:cs typeface="Times New Roman"/>
              </a:rPr>
              <a:t>X</a:t>
            </a:r>
            <a:r>
              <a:rPr dirty="0" sz="800" spc="500">
                <a:latin typeface="Times New Roman"/>
                <a:cs typeface="Times New Roman"/>
              </a:rPr>
              <a:t> </a:t>
            </a:r>
            <a:r>
              <a:rPr dirty="0" sz="800" spc="-50">
                <a:latin typeface="Times New Roman"/>
                <a:cs typeface="Times New Roman"/>
              </a:rPr>
              <a:t>2</a:t>
            </a:r>
            <a:endParaRPr sz="800">
              <a:latin typeface="Times New Roman"/>
              <a:cs typeface="Times New Roman"/>
            </a:endParaRPr>
          </a:p>
          <a:p>
            <a:pPr algn="just" marL="19685" marR="5080" indent="-7620">
              <a:lnSpc>
                <a:spcPct val="82300"/>
              </a:lnSpc>
              <a:spcBef>
                <a:spcPts val="790"/>
              </a:spcBef>
            </a:pPr>
            <a:r>
              <a:rPr dirty="0" sz="800" spc="-270">
                <a:latin typeface="Times New Roman"/>
                <a:cs typeface="Times New Roman"/>
              </a:rPr>
              <a:t>M</a:t>
            </a:r>
            <a:r>
              <a:rPr dirty="0" sz="800" spc="500">
                <a:latin typeface="Times New Roman"/>
                <a:cs typeface="Times New Roman"/>
              </a:rPr>
              <a:t> </a:t>
            </a:r>
            <a:r>
              <a:rPr dirty="0" sz="800" spc="-195">
                <a:latin typeface="Times New Roman"/>
                <a:cs typeface="Times New Roman"/>
              </a:rPr>
              <a:t>U</a:t>
            </a:r>
            <a:r>
              <a:rPr dirty="0" sz="800" spc="500">
                <a:latin typeface="Times New Roman"/>
                <a:cs typeface="Times New Roman"/>
              </a:rPr>
              <a:t> </a:t>
            </a:r>
            <a:r>
              <a:rPr dirty="0" sz="800" spc="-195">
                <a:latin typeface="Times New Roman"/>
                <a:cs typeface="Times New Roman"/>
              </a:rPr>
              <a:t>X</a:t>
            </a:r>
            <a:r>
              <a:rPr dirty="0" sz="800" spc="500">
                <a:latin typeface="Times New Roman"/>
                <a:cs typeface="Times New Roman"/>
              </a:rPr>
              <a:t> </a:t>
            </a:r>
            <a:r>
              <a:rPr dirty="0" sz="800" spc="-50">
                <a:latin typeface="Times New Roman"/>
                <a:cs typeface="Times New Roman"/>
              </a:rPr>
              <a:t>3</a:t>
            </a:r>
            <a:endParaRPr sz="800">
              <a:latin typeface="Times New Roman"/>
              <a:cs typeface="Times New Roman"/>
            </a:endParaRPr>
          </a:p>
        </p:txBody>
      </p:sp>
      <p:grpSp>
        <p:nvGrpSpPr>
          <p:cNvPr id="101" name="object 101" descr=""/>
          <p:cNvGrpSpPr/>
          <p:nvPr/>
        </p:nvGrpSpPr>
        <p:grpSpPr>
          <a:xfrm>
            <a:off x="11874267" y="2320700"/>
            <a:ext cx="138430" cy="464820"/>
            <a:chOff x="11874267" y="2320700"/>
            <a:chExt cx="138430" cy="464820"/>
          </a:xfrm>
        </p:grpSpPr>
        <p:sp>
          <p:nvSpPr>
            <p:cNvPr id="102" name="object 102" descr=""/>
            <p:cNvSpPr/>
            <p:nvPr/>
          </p:nvSpPr>
          <p:spPr>
            <a:xfrm>
              <a:off x="11878286" y="2407923"/>
              <a:ext cx="0" cy="292735"/>
            </a:xfrm>
            <a:custGeom>
              <a:avLst/>
              <a:gdLst/>
              <a:ahLst/>
              <a:cxnLst/>
              <a:rect l="l" t="t" r="r" b="b"/>
              <a:pathLst>
                <a:path w="0" h="292735">
                  <a:moveTo>
                    <a:pt x="0" y="0"/>
                  </a:moveTo>
                  <a:lnTo>
                    <a:pt x="0" y="292222"/>
                  </a:lnTo>
                </a:path>
              </a:pathLst>
            </a:custGeom>
            <a:ln w="6578">
              <a:solidFill>
                <a:srgbClr val="000000"/>
              </a:solidFill>
            </a:ln>
          </p:spPr>
          <p:txBody>
            <a:bodyPr wrap="square" lIns="0" tIns="0" rIns="0" bIns="0" rtlCol="0"/>
            <a:lstStyle/>
            <a:p/>
          </p:txBody>
        </p:sp>
        <p:pic>
          <p:nvPicPr>
            <p:cNvPr id="103" name="object 103" descr=""/>
            <p:cNvPicPr/>
            <p:nvPr/>
          </p:nvPicPr>
          <p:blipFill>
            <a:blip r:embed="rId8" cstate="print"/>
            <a:stretch>
              <a:fillRect/>
            </a:stretch>
          </p:blipFill>
          <p:spPr>
            <a:xfrm>
              <a:off x="11874267" y="2320700"/>
              <a:ext cx="136610" cy="206706"/>
            </a:xfrm>
            <a:prstGeom prst="rect">
              <a:avLst/>
            </a:prstGeom>
          </p:spPr>
        </p:pic>
        <p:pic>
          <p:nvPicPr>
            <p:cNvPr id="104" name="object 104" descr=""/>
            <p:cNvPicPr/>
            <p:nvPr/>
          </p:nvPicPr>
          <p:blipFill>
            <a:blip r:embed="rId9" cstate="print"/>
            <a:stretch>
              <a:fillRect/>
            </a:stretch>
          </p:blipFill>
          <p:spPr>
            <a:xfrm>
              <a:off x="11874267" y="2578377"/>
              <a:ext cx="136610" cy="206706"/>
            </a:xfrm>
            <a:prstGeom prst="rect">
              <a:avLst/>
            </a:prstGeom>
          </p:spPr>
        </p:pic>
        <p:sp>
          <p:nvSpPr>
            <p:cNvPr id="105" name="object 105" descr=""/>
            <p:cNvSpPr/>
            <p:nvPr/>
          </p:nvSpPr>
          <p:spPr>
            <a:xfrm>
              <a:off x="12010220" y="2407923"/>
              <a:ext cx="0" cy="292735"/>
            </a:xfrm>
            <a:custGeom>
              <a:avLst/>
              <a:gdLst/>
              <a:ahLst/>
              <a:cxnLst/>
              <a:rect l="l" t="t" r="r" b="b"/>
              <a:pathLst>
                <a:path w="0" h="292735">
                  <a:moveTo>
                    <a:pt x="0" y="0"/>
                  </a:moveTo>
                  <a:lnTo>
                    <a:pt x="0" y="292222"/>
                  </a:lnTo>
                </a:path>
              </a:pathLst>
            </a:custGeom>
            <a:ln w="4433">
              <a:solidFill>
                <a:srgbClr val="000000"/>
              </a:solidFill>
            </a:ln>
          </p:spPr>
          <p:txBody>
            <a:bodyPr wrap="square" lIns="0" tIns="0" rIns="0" bIns="0" rtlCol="0"/>
            <a:lstStyle/>
            <a:p/>
          </p:txBody>
        </p:sp>
        <p:sp>
          <p:nvSpPr>
            <p:cNvPr id="106" name="object 106" descr=""/>
            <p:cNvSpPr/>
            <p:nvPr/>
          </p:nvSpPr>
          <p:spPr>
            <a:xfrm>
              <a:off x="11884147" y="2408649"/>
              <a:ext cx="124460" cy="300355"/>
            </a:xfrm>
            <a:custGeom>
              <a:avLst/>
              <a:gdLst/>
              <a:ahLst/>
              <a:cxnLst/>
              <a:rect l="l" t="t" r="r" b="b"/>
              <a:pathLst>
                <a:path w="124459" h="300355">
                  <a:moveTo>
                    <a:pt x="123856" y="0"/>
                  </a:moveTo>
                  <a:lnTo>
                    <a:pt x="0" y="0"/>
                  </a:lnTo>
                  <a:lnTo>
                    <a:pt x="0" y="299790"/>
                  </a:lnTo>
                  <a:lnTo>
                    <a:pt x="123856" y="299790"/>
                  </a:lnTo>
                  <a:lnTo>
                    <a:pt x="123856" y="0"/>
                  </a:lnTo>
                  <a:close/>
                </a:path>
              </a:pathLst>
            </a:custGeom>
            <a:solidFill>
              <a:srgbClr val="FFFFFF"/>
            </a:solidFill>
          </p:spPr>
          <p:txBody>
            <a:bodyPr wrap="square" lIns="0" tIns="0" rIns="0" bIns="0" rtlCol="0"/>
            <a:lstStyle/>
            <a:p/>
          </p:txBody>
        </p:sp>
      </p:grpSp>
      <p:sp>
        <p:nvSpPr>
          <p:cNvPr id="107" name="object 107" descr=""/>
          <p:cNvSpPr txBox="1"/>
          <p:nvPr/>
        </p:nvSpPr>
        <p:spPr>
          <a:xfrm>
            <a:off x="11892967" y="2326264"/>
            <a:ext cx="86995" cy="448309"/>
          </a:xfrm>
          <a:prstGeom prst="rect">
            <a:avLst/>
          </a:prstGeom>
        </p:spPr>
        <p:txBody>
          <a:bodyPr wrap="square" lIns="0" tIns="33655" rIns="0" bIns="0" rtlCol="0" vert="horz">
            <a:spAutoFit/>
          </a:bodyPr>
          <a:lstStyle/>
          <a:p>
            <a:pPr algn="just" marL="19685" marR="5080" indent="-7620">
              <a:lnSpc>
                <a:spcPct val="82300"/>
              </a:lnSpc>
              <a:spcBef>
                <a:spcPts val="265"/>
              </a:spcBef>
            </a:pPr>
            <a:r>
              <a:rPr dirty="0" sz="800" spc="-270">
                <a:latin typeface="Times New Roman"/>
                <a:cs typeface="Times New Roman"/>
              </a:rPr>
              <a:t>M</a:t>
            </a:r>
            <a:r>
              <a:rPr dirty="0" sz="800" spc="500">
                <a:latin typeface="Times New Roman"/>
                <a:cs typeface="Times New Roman"/>
              </a:rPr>
              <a:t> </a:t>
            </a:r>
            <a:r>
              <a:rPr dirty="0" sz="800" spc="-195">
                <a:latin typeface="Times New Roman"/>
                <a:cs typeface="Times New Roman"/>
              </a:rPr>
              <a:t>U</a:t>
            </a:r>
            <a:r>
              <a:rPr dirty="0" sz="800" spc="500">
                <a:latin typeface="Times New Roman"/>
                <a:cs typeface="Times New Roman"/>
              </a:rPr>
              <a:t> </a:t>
            </a:r>
            <a:r>
              <a:rPr dirty="0" sz="800" spc="-195">
                <a:latin typeface="Times New Roman"/>
                <a:cs typeface="Times New Roman"/>
              </a:rPr>
              <a:t>X</a:t>
            </a:r>
            <a:r>
              <a:rPr dirty="0" sz="800" spc="500">
                <a:latin typeface="Times New Roman"/>
                <a:cs typeface="Times New Roman"/>
              </a:rPr>
              <a:t> </a:t>
            </a:r>
            <a:r>
              <a:rPr dirty="0" sz="800" spc="-50">
                <a:latin typeface="Times New Roman"/>
                <a:cs typeface="Times New Roman"/>
              </a:rPr>
              <a:t>4</a:t>
            </a:r>
            <a:endParaRPr sz="800">
              <a:latin typeface="Times New Roman"/>
              <a:cs typeface="Times New Roman"/>
            </a:endParaRPr>
          </a:p>
        </p:txBody>
      </p:sp>
      <p:grpSp>
        <p:nvGrpSpPr>
          <p:cNvPr id="108" name="object 108" descr=""/>
          <p:cNvGrpSpPr/>
          <p:nvPr/>
        </p:nvGrpSpPr>
        <p:grpSpPr>
          <a:xfrm>
            <a:off x="8269200" y="760914"/>
            <a:ext cx="3838575" cy="2971165"/>
            <a:chOff x="8269200" y="760914"/>
            <a:chExt cx="3838575" cy="2971165"/>
          </a:xfrm>
        </p:grpSpPr>
        <p:sp>
          <p:nvSpPr>
            <p:cNvPr id="109" name="object 109" descr=""/>
            <p:cNvSpPr/>
            <p:nvPr/>
          </p:nvSpPr>
          <p:spPr>
            <a:xfrm>
              <a:off x="9909315" y="2224578"/>
              <a:ext cx="48895" cy="0"/>
            </a:xfrm>
            <a:custGeom>
              <a:avLst/>
              <a:gdLst/>
              <a:ahLst/>
              <a:cxnLst/>
              <a:rect l="l" t="t" r="r" b="b"/>
              <a:pathLst>
                <a:path w="48895" h="0">
                  <a:moveTo>
                    <a:pt x="0" y="0"/>
                  </a:moveTo>
                  <a:lnTo>
                    <a:pt x="48535" y="0"/>
                  </a:lnTo>
                </a:path>
              </a:pathLst>
            </a:custGeom>
            <a:ln w="9655">
              <a:solidFill>
                <a:srgbClr val="000000"/>
              </a:solidFill>
            </a:ln>
          </p:spPr>
          <p:txBody>
            <a:bodyPr wrap="square" lIns="0" tIns="0" rIns="0" bIns="0" rtlCol="0"/>
            <a:lstStyle/>
            <a:p/>
          </p:txBody>
        </p:sp>
        <p:sp>
          <p:nvSpPr>
            <p:cNvPr id="110" name="object 110" descr=""/>
            <p:cNvSpPr/>
            <p:nvPr/>
          </p:nvSpPr>
          <p:spPr>
            <a:xfrm>
              <a:off x="9933583" y="2190705"/>
              <a:ext cx="73025" cy="69215"/>
            </a:xfrm>
            <a:custGeom>
              <a:avLst/>
              <a:gdLst/>
              <a:ahLst/>
              <a:cxnLst/>
              <a:rect l="l" t="t" r="r" b="b"/>
              <a:pathLst>
                <a:path w="73025" h="69214">
                  <a:moveTo>
                    <a:pt x="0" y="0"/>
                  </a:moveTo>
                  <a:lnTo>
                    <a:pt x="23168" y="33873"/>
                  </a:lnTo>
                  <a:lnTo>
                    <a:pt x="0" y="68687"/>
                  </a:lnTo>
                  <a:lnTo>
                    <a:pt x="72619" y="33873"/>
                  </a:lnTo>
                  <a:lnTo>
                    <a:pt x="0" y="0"/>
                  </a:lnTo>
                  <a:close/>
                </a:path>
              </a:pathLst>
            </a:custGeom>
            <a:solidFill>
              <a:srgbClr val="000000"/>
            </a:solidFill>
          </p:spPr>
          <p:txBody>
            <a:bodyPr wrap="square" lIns="0" tIns="0" rIns="0" bIns="0" rtlCol="0"/>
            <a:lstStyle/>
            <a:p/>
          </p:txBody>
        </p:sp>
        <p:sp>
          <p:nvSpPr>
            <p:cNvPr id="111" name="object 111" descr=""/>
            <p:cNvSpPr/>
            <p:nvPr/>
          </p:nvSpPr>
          <p:spPr>
            <a:xfrm>
              <a:off x="9909315" y="2600005"/>
              <a:ext cx="48895" cy="0"/>
            </a:xfrm>
            <a:custGeom>
              <a:avLst/>
              <a:gdLst/>
              <a:ahLst/>
              <a:cxnLst/>
              <a:rect l="l" t="t" r="r" b="b"/>
              <a:pathLst>
                <a:path w="48895" h="0">
                  <a:moveTo>
                    <a:pt x="0" y="0"/>
                  </a:moveTo>
                  <a:lnTo>
                    <a:pt x="48535" y="0"/>
                  </a:lnTo>
                </a:path>
              </a:pathLst>
            </a:custGeom>
            <a:ln w="9655">
              <a:solidFill>
                <a:srgbClr val="000000"/>
              </a:solidFill>
            </a:ln>
          </p:spPr>
          <p:txBody>
            <a:bodyPr wrap="square" lIns="0" tIns="0" rIns="0" bIns="0" rtlCol="0"/>
            <a:lstStyle/>
            <a:p/>
          </p:txBody>
        </p:sp>
        <p:sp>
          <p:nvSpPr>
            <p:cNvPr id="112" name="object 112" descr=""/>
            <p:cNvSpPr/>
            <p:nvPr/>
          </p:nvSpPr>
          <p:spPr>
            <a:xfrm>
              <a:off x="9933583" y="2566132"/>
              <a:ext cx="73025" cy="69215"/>
            </a:xfrm>
            <a:custGeom>
              <a:avLst/>
              <a:gdLst/>
              <a:ahLst/>
              <a:cxnLst/>
              <a:rect l="l" t="t" r="r" b="b"/>
              <a:pathLst>
                <a:path w="73025" h="69214">
                  <a:moveTo>
                    <a:pt x="0" y="0"/>
                  </a:moveTo>
                  <a:lnTo>
                    <a:pt x="23168" y="34867"/>
                  </a:lnTo>
                  <a:lnTo>
                    <a:pt x="0" y="68687"/>
                  </a:lnTo>
                  <a:lnTo>
                    <a:pt x="72619" y="34867"/>
                  </a:lnTo>
                  <a:lnTo>
                    <a:pt x="0" y="0"/>
                  </a:lnTo>
                  <a:close/>
                </a:path>
              </a:pathLst>
            </a:custGeom>
            <a:solidFill>
              <a:srgbClr val="000000"/>
            </a:solidFill>
          </p:spPr>
          <p:txBody>
            <a:bodyPr wrap="square" lIns="0" tIns="0" rIns="0" bIns="0" rtlCol="0"/>
            <a:lstStyle/>
            <a:p/>
          </p:txBody>
        </p:sp>
        <p:pic>
          <p:nvPicPr>
            <p:cNvPr id="113" name="object 113" descr=""/>
            <p:cNvPicPr/>
            <p:nvPr/>
          </p:nvPicPr>
          <p:blipFill>
            <a:blip r:embed="rId10" cstate="print"/>
            <a:stretch>
              <a:fillRect/>
            </a:stretch>
          </p:blipFill>
          <p:spPr>
            <a:xfrm>
              <a:off x="9870945" y="3051225"/>
              <a:ext cx="135257" cy="91117"/>
            </a:xfrm>
            <a:prstGeom prst="rect">
              <a:avLst/>
            </a:prstGeom>
          </p:spPr>
        </p:pic>
        <p:sp>
          <p:nvSpPr>
            <p:cNvPr id="114" name="object 114" descr=""/>
            <p:cNvSpPr/>
            <p:nvPr/>
          </p:nvSpPr>
          <p:spPr>
            <a:xfrm>
              <a:off x="10159500" y="2725362"/>
              <a:ext cx="125730" cy="375920"/>
            </a:xfrm>
            <a:custGeom>
              <a:avLst/>
              <a:gdLst/>
              <a:ahLst/>
              <a:cxnLst/>
              <a:rect l="l" t="t" r="r" b="b"/>
              <a:pathLst>
                <a:path w="125729" h="375919">
                  <a:moveTo>
                    <a:pt x="0" y="375399"/>
                  </a:moveTo>
                  <a:lnTo>
                    <a:pt x="76923" y="375399"/>
                  </a:lnTo>
                </a:path>
                <a:path w="125729" h="375919">
                  <a:moveTo>
                    <a:pt x="76923" y="375399"/>
                  </a:moveTo>
                  <a:lnTo>
                    <a:pt x="76923" y="0"/>
                  </a:lnTo>
                </a:path>
                <a:path w="125729" h="375919">
                  <a:moveTo>
                    <a:pt x="76923" y="0"/>
                  </a:moveTo>
                  <a:lnTo>
                    <a:pt x="125275" y="0"/>
                  </a:lnTo>
                </a:path>
              </a:pathLst>
            </a:custGeom>
            <a:ln w="8116">
              <a:solidFill>
                <a:srgbClr val="000000"/>
              </a:solidFill>
            </a:ln>
          </p:spPr>
          <p:txBody>
            <a:bodyPr wrap="square" lIns="0" tIns="0" rIns="0" bIns="0" rtlCol="0"/>
            <a:lstStyle/>
            <a:p/>
          </p:txBody>
        </p:sp>
        <p:sp>
          <p:nvSpPr>
            <p:cNvPr id="115" name="object 115" descr=""/>
            <p:cNvSpPr/>
            <p:nvPr/>
          </p:nvSpPr>
          <p:spPr>
            <a:xfrm>
              <a:off x="10260691" y="2691193"/>
              <a:ext cx="72390" cy="69215"/>
            </a:xfrm>
            <a:custGeom>
              <a:avLst/>
              <a:gdLst/>
              <a:ahLst/>
              <a:cxnLst/>
              <a:rect l="l" t="t" r="r" b="b"/>
              <a:pathLst>
                <a:path w="72390" h="69214">
                  <a:moveTo>
                    <a:pt x="0" y="0"/>
                  </a:moveTo>
                  <a:lnTo>
                    <a:pt x="23168" y="34168"/>
                  </a:lnTo>
                  <a:lnTo>
                    <a:pt x="0" y="68646"/>
                  </a:lnTo>
                  <a:lnTo>
                    <a:pt x="71886" y="34168"/>
                  </a:lnTo>
                  <a:lnTo>
                    <a:pt x="0" y="0"/>
                  </a:lnTo>
                  <a:close/>
                </a:path>
              </a:pathLst>
            </a:custGeom>
            <a:solidFill>
              <a:srgbClr val="000000"/>
            </a:solidFill>
          </p:spPr>
          <p:txBody>
            <a:bodyPr wrap="square" lIns="0" tIns="0" rIns="0" bIns="0" rtlCol="0"/>
            <a:lstStyle/>
            <a:p/>
          </p:txBody>
        </p:sp>
        <p:sp>
          <p:nvSpPr>
            <p:cNvPr id="116" name="object 116" descr=""/>
            <p:cNvSpPr/>
            <p:nvPr/>
          </p:nvSpPr>
          <p:spPr>
            <a:xfrm>
              <a:off x="9312974" y="1974159"/>
              <a:ext cx="279400" cy="1419225"/>
            </a:xfrm>
            <a:custGeom>
              <a:avLst/>
              <a:gdLst/>
              <a:ahLst/>
              <a:cxnLst/>
              <a:rect l="l" t="t" r="r" b="b"/>
              <a:pathLst>
                <a:path w="279400" h="1419225">
                  <a:moveTo>
                    <a:pt x="0" y="0"/>
                  </a:moveTo>
                  <a:lnTo>
                    <a:pt x="0" y="1419107"/>
                  </a:lnTo>
                </a:path>
                <a:path w="279400" h="1419225">
                  <a:moveTo>
                    <a:pt x="0" y="1126602"/>
                  </a:moveTo>
                  <a:lnTo>
                    <a:pt x="279214" y="1126602"/>
                  </a:lnTo>
                </a:path>
              </a:pathLst>
            </a:custGeom>
            <a:ln w="8116">
              <a:solidFill>
                <a:srgbClr val="000000"/>
              </a:solidFill>
            </a:ln>
          </p:spPr>
          <p:txBody>
            <a:bodyPr wrap="square" lIns="0" tIns="0" rIns="0" bIns="0" rtlCol="0"/>
            <a:lstStyle/>
            <a:p/>
          </p:txBody>
        </p:sp>
        <p:sp>
          <p:nvSpPr>
            <p:cNvPr id="117" name="object 117" descr=""/>
            <p:cNvSpPr/>
            <p:nvPr/>
          </p:nvSpPr>
          <p:spPr>
            <a:xfrm>
              <a:off x="9568196" y="3066943"/>
              <a:ext cx="72390" cy="69215"/>
            </a:xfrm>
            <a:custGeom>
              <a:avLst/>
              <a:gdLst/>
              <a:ahLst/>
              <a:cxnLst/>
              <a:rect l="l" t="t" r="r" b="b"/>
              <a:pathLst>
                <a:path w="72390" h="69214">
                  <a:moveTo>
                    <a:pt x="0" y="0"/>
                  </a:moveTo>
                  <a:lnTo>
                    <a:pt x="22893" y="34814"/>
                  </a:lnTo>
                  <a:lnTo>
                    <a:pt x="0" y="68646"/>
                  </a:lnTo>
                  <a:lnTo>
                    <a:pt x="71886" y="34814"/>
                  </a:lnTo>
                  <a:lnTo>
                    <a:pt x="0" y="0"/>
                  </a:lnTo>
                  <a:close/>
                </a:path>
              </a:pathLst>
            </a:custGeom>
            <a:solidFill>
              <a:srgbClr val="000000"/>
            </a:solidFill>
          </p:spPr>
          <p:txBody>
            <a:bodyPr wrap="square" lIns="0" tIns="0" rIns="0" bIns="0" rtlCol="0"/>
            <a:lstStyle/>
            <a:p/>
          </p:txBody>
        </p:sp>
        <p:sp>
          <p:nvSpPr>
            <p:cNvPr id="118" name="object 118" descr=""/>
            <p:cNvSpPr/>
            <p:nvPr/>
          </p:nvSpPr>
          <p:spPr>
            <a:xfrm>
              <a:off x="9312974" y="1974159"/>
              <a:ext cx="356870" cy="1165225"/>
            </a:xfrm>
            <a:custGeom>
              <a:avLst/>
              <a:gdLst/>
              <a:ahLst/>
              <a:cxnLst/>
              <a:rect l="l" t="t" r="r" b="b"/>
              <a:pathLst>
                <a:path w="356870" h="1165225">
                  <a:moveTo>
                    <a:pt x="230954" y="1080510"/>
                  </a:moveTo>
                  <a:lnTo>
                    <a:pt x="250185" y="1164736"/>
                  </a:lnTo>
                </a:path>
                <a:path w="356870" h="1165225">
                  <a:moveTo>
                    <a:pt x="0" y="0"/>
                  </a:moveTo>
                  <a:lnTo>
                    <a:pt x="356321" y="0"/>
                  </a:lnTo>
                </a:path>
              </a:pathLst>
            </a:custGeom>
            <a:ln w="8116">
              <a:solidFill>
                <a:srgbClr val="000000"/>
              </a:solidFill>
            </a:ln>
          </p:spPr>
          <p:txBody>
            <a:bodyPr wrap="square" lIns="0" tIns="0" rIns="0" bIns="0" rtlCol="0"/>
            <a:lstStyle/>
            <a:p/>
          </p:txBody>
        </p:sp>
        <p:sp>
          <p:nvSpPr>
            <p:cNvPr id="119" name="object 119" descr=""/>
            <p:cNvSpPr/>
            <p:nvPr/>
          </p:nvSpPr>
          <p:spPr>
            <a:xfrm>
              <a:off x="9645027" y="1940421"/>
              <a:ext cx="72390" cy="68580"/>
            </a:xfrm>
            <a:custGeom>
              <a:avLst/>
              <a:gdLst/>
              <a:ahLst/>
              <a:cxnLst/>
              <a:rect l="l" t="t" r="r" b="b"/>
              <a:pathLst>
                <a:path w="72390" h="68580">
                  <a:moveTo>
                    <a:pt x="0" y="0"/>
                  </a:moveTo>
                  <a:lnTo>
                    <a:pt x="23168" y="33738"/>
                  </a:lnTo>
                  <a:lnTo>
                    <a:pt x="0" y="68552"/>
                  </a:lnTo>
                  <a:lnTo>
                    <a:pt x="71886" y="33738"/>
                  </a:lnTo>
                  <a:lnTo>
                    <a:pt x="0" y="0"/>
                  </a:lnTo>
                  <a:close/>
                </a:path>
              </a:pathLst>
            </a:custGeom>
            <a:solidFill>
              <a:srgbClr val="000000"/>
            </a:solidFill>
          </p:spPr>
          <p:txBody>
            <a:bodyPr wrap="square" lIns="0" tIns="0" rIns="0" bIns="0" rtlCol="0"/>
            <a:lstStyle/>
            <a:p/>
          </p:txBody>
        </p:sp>
        <p:sp>
          <p:nvSpPr>
            <p:cNvPr id="120" name="object 120" descr=""/>
            <p:cNvSpPr/>
            <p:nvPr/>
          </p:nvSpPr>
          <p:spPr>
            <a:xfrm>
              <a:off x="9312974" y="2224578"/>
              <a:ext cx="356870" cy="0"/>
            </a:xfrm>
            <a:custGeom>
              <a:avLst/>
              <a:gdLst/>
              <a:ahLst/>
              <a:cxnLst/>
              <a:rect l="l" t="t" r="r" b="b"/>
              <a:pathLst>
                <a:path w="356870" h="0">
                  <a:moveTo>
                    <a:pt x="0" y="0"/>
                  </a:moveTo>
                  <a:lnTo>
                    <a:pt x="356321" y="0"/>
                  </a:lnTo>
                </a:path>
              </a:pathLst>
            </a:custGeom>
            <a:ln w="9655">
              <a:solidFill>
                <a:srgbClr val="000000"/>
              </a:solidFill>
            </a:ln>
          </p:spPr>
          <p:txBody>
            <a:bodyPr wrap="square" lIns="0" tIns="0" rIns="0" bIns="0" rtlCol="0"/>
            <a:lstStyle/>
            <a:p/>
          </p:txBody>
        </p:sp>
        <p:sp>
          <p:nvSpPr>
            <p:cNvPr id="121" name="object 121" descr=""/>
            <p:cNvSpPr/>
            <p:nvPr/>
          </p:nvSpPr>
          <p:spPr>
            <a:xfrm>
              <a:off x="9645027" y="2190705"/>
              <a:ext cx="72390" cy="69215"/>
            </a:xfrm>
            <a:custGeom>
              <a:avLst/>
              <a:gdLst/>
              <a:ahLst/>
              <a:cxnLst/>
              <a:rect l="l" t="t" r="r" b="b"/>
              <a:pathLst>
                <a:path w="72390" h="69214">
                  <a:moveTo>
                    <a:pt x="0" y="0"/>
                  </a:moveTo>
                  <a:lnTo>
                    <a:pt x="23168" y="33873"/>
                  </a:lnTo>
                  <a:lnTo>
                    <a:pt x="0" y="68687"/>
                  </a:lnTo>
                  <a:lnTo>
                    <a:pt x="71886" y="33873"/>
                  </a:lnTo>
                  <a:lnTo>
                    <a:pt x="0" y="0"/>
                  </a:lnTo>
                  <a:close/>
                </a:path>
              </a:pathLst>
            </a:custGeom>
            <a:solidFill>
              <a:srgbClr val="000000"/>
            </a:solidFill>
          </p:spPr>
          <p:txBody>
            <a:bodyPr wrap="square" lIns="0" tIns="0" rIns="0" bIns="0" rtlCol="0"/>
            <a:lstStyle/>
            <a:p/>
          </p:txBody>
        </p:sp>
        <p:sp>
          <p:nvSpPr>
            <p:cNvPr id="122" name="object 122" descr=""/>
            <p:cNvSpPr/>
            <p:nvPr/>
          </p:nvSpPr>
          <p:spPr>
            <a:xfrm>
              <a:off x="9409128" y="2474997"/>
              <a:ext cx="260350" cy="0"/>
            </a:xfrm>
            <a:custGeom>
              <a:avLst/>
              <a:gdLst/>
              <a:ahLst/>
              <a:cxnLst/>
              <a:rect l="l" t="t" r="r" b="b"/>
              <a:pathLst>
                <a:path w="260350" h="0">
                  <a:moveTo>
                    <a:pt x="0" y="0"/>
                  </a:moveTo>
                  <a:lnTo>
                    <a:pt x="260166" y="0"/>
                  </a:lnTo>
                </a:path>
              </a:pathLst>
            </a:custGeom>
            <a:ln w="9655">
              <a:solidFill>
                <a:srgbClr val="000000"/>
              </a:solidFill>
            </a:ln>
          </p:spPr>
          <p:txBody>
            <a:bodyPr wrap="square" lIns="0" tIns="0" rIns="0" bIns="0" rtlCol="0"/>
            <a:lstStyle/>
            <a:p/>
          </p:txBody>
        </p:sp>
        <p:sp>
          <p:nvSpPr>
            <p:cNvPr id="123" name="object 123" descr=""/>
            <p:cNvSpPr/>
            <p:nvPr/>
          </p:nvSpPr>
          <p:spPr>
            <a:xfrm>
              <a:off x="9645027" y="2440855"/>
              <a:ext cx="72390" cy="68580"/>
            </a:xfrm>
            <a:custGeom>
              <a:avLst/>
              <a:gdLst/>
              <a:ahLst/>
              <a:cxnLst/>
              <a:rect l="l" t="t" r="r" b="b"/>
              <a:pathLst>
                <a:path w="72390" h="68580">
                  <a:moveTo>
                    <a:pt x="0" y="0"/>
                  </a:moveTo>
                  <a:lnTo>
                    <a:pt x="23168" y="34141"/>
                  </a:lnTo>
                  <a:lnTo>
                    <a:pt x="0" y="68552"/>
                  </a:lnTo>
                  <a:lnTo>
                    <a:pt x="71886" y="34141"/>
                  </a:lnTo>
                  <a:lnTo>
                    <a:pt x="0" y="0"/>
                  </a:lnTo>
                  <a:close/>
                </a:path>
              </a:pathLst>
            </a:custGeom>
            <a:solidFill>
              <a:srgbClr val="000000"/>
            </a:solidFill>
          </p:spPr>
          <p:txBody>
            <a:bodyPr wrap="square" lIns="0" tIns="0" rIns="0" bIns="0" rtlCol="0"/>
            <a:lstStyle/>
            <a:p/>
          </p:txBody>
        </p:sp>
        <p:sp>
          <p:nvSpPr>
            <p:cNvPr id="124" name="object 124" descr=""/>
            <p:cNvSpPr/>
            <p:nvPr/>
          </p:nvSpPr>
          <p:spPr>
            <a:xfrm>
              <a:off x="8908969" y="2307782"/>
              <a:ext cx="419734" cy="5715"/>
            </a:xfrm>
            <a:custGeom>
              <a:avLst/>
              <a:gdLst/>
              <a:ahLst/>
              <a:cxnLst/>
              <a:rect l="l" t="t" r="r" b="b"/>
              <a:pathLst>
                <a:path w="419734" h="5714">
                  <a:moveTo>
                    <a:pt x="361788" y="5645"/>
                  </a:moveTo>
                  <a:lnTo>
                    <a:pt x="419389" y="0"/>
                  </a:lnTo>
                </a:path>
                <a:path w="419734" h="5714">
                  <a:moveTo>
                    <a:pt x="0" y="0"/>
                  </a:moveTo>
                  <a:lnTo>
                    <a:pt x="164003" y="4032"/>
                  </a:lnTo>
                </a:path>
              </a:pathLst>
            </a:custGeom>
            <a:ln w="8116">
              <a:solidFill>
                <a:srgbClr val="000000"/>
              </a:solidFill>
            </a:ln>
          </p:spPr>
          <p:txBody>
            <a:bodyPr wrap="square" lIns="0" tIns="0" rIns="0" bIns="0" rtlCol="0"/>
            <a:lstStyle/>
            <a:p/>
          </p:txBody>
        </p:sp>
        <p:sp>
          <p:nvSpPr>
            <p:cNvPr id="125" name="object 125" descr=""/>
            <p:cNvSpPr/>
            <p:nvPr/>
          </p:nvSpPr>
          <p:spPr>
            <a:xfrm>
              <a:off x="9048246" y="2277001"/>
              <a:ext cx="73660" cy="69215"/>
            </a:xfrm>
            <a:custGeom>
              <a:avLst/>
              <a:gdLst/>
              <a:ahLst/>
              <a:cxnLst/>
              <a:rect l="l" t="t" r="r" b="b"/>
              <a:pathLst>
                <a:path w="73659" h="69214">
                  <a:moveTo>
                    <a:pt x="906" y="0"/>
                  </a:moveTo>
                  <a:lnTo>
                    <a:pt x="23589" y="34814"/>
                  </a:lnTo>
                  <a:lnTo>
                    <a:pt x="0" y="68687"/>
                  </a:lnTo>
                  <a:lnTo>
                    <a:pt x="73040" y="36427"/>
                  </a:lnTo>
                  <a:lnTo>
                    <a:pt x="906" y="0"/>
                  </a:lnTo>
                  <a:close/>
                </a:path>
              </a:pathLst>
            </a:custGeom>
            <a:solidFill>
              <a:srgbClr val="000000"/>
            </a:solidFill>
          </p:spPr>
          <p:txBody>
            <a:bodyPr wrap="square" lIns="0" tIns="0" rIns="0" bIns="0" rtlCol="0"/>
            <a:lstStyle/>
            <a:p/>
          </p:txBody>
        </p:sp>
        <p:sp>
          <p:nvSpPr>
            <p:cNvPr id="126" name="object 126" descr=""/>
            <p:cNvSpPr/>
            <p:nvPr/>
          </p:nvSpPr>
          <p:spPr>
            <a:xfrm>
              <a:off x="8466640" y="2307782"/>
              <a:ext cx="106680" cy="4445"/>
            </a:xfrm>
            <a:custGeom>
              <a:avLst/>
              <a:gdLst/>
              <a:ahLst/>
              <a:cxnLst/>
              <a:rect l="l" t="t" r="r" b="b"/>
              <a:pathLst>
                <a:path w="106679" h="4444">
                  <a:moveTo>
                    <a:pt x="0" y="0"/>
                  </a:moveTo>
                  <a:lnTo>
                    <a:pt x="106154" y="4032"/>
                  </a:lnTo>
                </a:path>
              </a:pathLst>
            </a:custGeom>
            <a:ln w="9651">
              <a:solidFill>
                <a:srgbClr val="000000"/>
              </a:solidFill>
            </a:ln>
          </p:spPr>
          <p:txBody>
            <a:bodyPr wrap="square" lIns="0" tIns="0" rIns="0" bIns="0" rtlCol="0"/>
            <a:lstStyle/>
            <a:p/>
          </p:txBody>
        </p:sp>
        <p:sp>
          <p:nvSpPr>
            <p:cNvPr id="127" name="object 127" descr=""/>
            <p:cNvSpPr/>
            <p:nvPr/>
          </p:nvSpPr>
          <p:spPr>
            <a:xfrm>
              <a:off x="8548069" y="2277001"/>
              <a:ext cx="73660" cy="69215"/>
            </a:xfrm>
            <a:custGeom>
              <a:avLst/>
              <a:gdLst/>
              <a:ahLst/>
              <a:cxnLst/>
              <a:rect l="l" t="t" r="r" b="b"/>
              <a:pathLst>
                <a:path w="73659" h="69214">
                  <a:moveTo>
                    <a:pt x="906" y="0"/>
                  </a:moveTo>
                  <a:lnTo>
                    <a:pt x="23589" y="34814"/>
                  </a:lnTo>
                  <a:lnTo>
                    <a:pt x="0" y="68687"/>
                  </a:lnTo>
                  <a:lnTo>
                    <a:pt x="73040" y="36427"/>
                  </a:lnTo>
                  <a:lnTo>
                    <a:pt x="906" y="0"/>
                  </a:lnTo>
                  <a:close/>
                </a:path>
              </a:pathLst>
            </a:custGeom>
            <a:solidFill>
              <a:srgbClr val="000000"/>
            </a:solidFill>
          </p:spPr>
          <p:txBody>
            <a:bodyPr wrap="square" lIns="0" tIns="0" rIns="0" bIns="0" rtlCol="0"/>
            <a:lstStyle/>
            <a:p/>
          </p:txBody>
        </p:sp>
        <p:sp>
          <p:nvSpPr>
            <p:cNvPr id="128" name="object 128" descr=""/>
            <p:cNvSpPr/>
            <p:nvPr/>
          </p:nvSpPr>
          <p:spPr>
            <a:xfrm>
              <a:off x="8505202" y="1723875"/>
              <a:ext cx="48895" cy="0"/>
            </a:xfrm>
            <a:custGeom>
              <a:avLst/>
              <a:gdLst/>
              <a:ahLst/>
              <a:cxnLst/>
              <a:rect l="l" t="t" r="r" b="b"/>
              <a:pathLst>
                <a:path w="48895" h="0">
                  <a:moveTo>
                    <a:pt x="0" y="0"/>
                  </a:moveTo>
                  <a:lnTo>
                    <a:pt x="48315" y="0"/>
                  </a:lnTo>
                </a:path>
              </a:pathLst>
            </a:custGeom>
            <a:ln w="9655">
              <a:solidFill>
                <a:srgbClr val="000000"/>
              </a:solidFill>
            </a:ln>
          </p:spPr>
          <p:txBody>
            <a:bodyPr wrap="square" lIns="0" tIns="0" rIns="0" bIns="0" rtlCol="0"/>
            <a:lstStyle/>
            <a:p/>
          </p:txBody>
        </p:sp>
        <p:sp>
          <p:nvSpPr>
            <p:cNvPr id="129" name="object 129" descr=""/>
            <p:cNvSpPr/>
            <p:nvPr/>
          </p:nvSpPr>
          <p:spPr>
            <a:xfrm>
              <a:off x="8529241" y="1690002"/>
              <a:ext cx="72390" cy="69215"/>
            </a:xfrm>
            <a:custGeom>
              <a:avLst/>
              <a:gdLst/>
              <a:ahLst/>
              <a:cxnLst/>
              <a:rect l="l" t="t" r="r" b="b"/>
              <a:pathLst>
                <a:path w="72390" h="69214">
                  <a:moveTo>
                    <a:pt x="0" y="0"/>
                  </a:moveTo>
                  <a:lnTo>
                    <a:pt x="23141" y="33873"/>
                  </a:lnTo>
                  <a:lnTo>
                    <a:pt x="0" y="68687"/>
                  </a:lnTo>
                  <a:lnTo>
                    <a:pt x="72134" y="33873"/>
                  </a:lnTo>
                  <a:lnTo>
                    <a:pt x="0" y="0"/>
                  </a:lnTo>
                  <a:close/>
                </a:path>
              </a:pathLst>
            </a:custGeom>
            <a:solidFill>
              <a:srgbClr val="000000"/>
            </a:solidFill>
          </p:spPr>
          <p:txBody>
            <a:bodyPr wrap="square" lIns="0" tIns="0" rIns="0" bIns="0" rtlCol="0"/>
            <a:lstStyle/>
            <a:p/>
          </p:txBody>
        </p:sp>
        <p:sp>
          <p:nvSpPr>
            <p:cNvPr id="130" name="object 130" descr=""/>
            <p:cNvSpPr/>
            <p:nvPr/>
          </p:nvSpPr>
          <p:spPr>
            <a:xfrm>
              <a:off x="8485916" y="1431383"/>
              <a:ext cx="67945" cy="876935"/>
            </a:xfrm>
            <a:custGeom>
              <a:avLst/>
              <a:gdLst/>
              <a:ahLst/>
              <a:cxnLst/>
              <a:rect l="l" t="t" r="r" b="b"/>
              <a:pathLst>
                <a:path w="67945" h="876935">
                  <a:moveTo>
                    <a:pt x="19286" y="876398"/>
                  </a:moveTo>
                  <a:lnTo>
                    <a:pt x="19285" y="292491"/>
                  </a:lnTo>
                </a:path>
                <a:path w="67945" h="876935">
                  <a:moveTo>
                    <a:pt x="0" y="0"/>
                  </a:moveTo>
                  <a:lnTo>
                    <a:pt x="67601" y="0"/>
                  </a:lnTo>
                </a:path>
              </a:pathLst>
            </a:custGeom>
            <a:ln w="8116">
              <a:solidFill>
                <a:srgbClr val="000000"/>
              </a:solidFill>
            </a:ln>
          </p:spPr>
          <p:txBody>
            <a:bodyPr wrap="square" lIns="0" tIns="0" rIns="0" bIns="0" rtlCol="0"/>
            <a:lstStyle/>
            <a:p/>
          </p:txBody>
        </p:sp>
        <p:sp>
          <p:nvSpPr>
            <p:cNvPr id="131" name="object 131" descr=""/>
            <p:cNvSpPr/>
            <p:nvPr/>
          </p:nvSpPr>
          <p:spPr>
            <a:xfrm>
              <a:off x="8529241" y="1397510"/>
              <a:ext cx="72390" cy="69215"/>
            </a:xfrm>
            <a:custGeom>
              <a:avLst/>
              <a:gdLst/>
              <a:ahLst/>
              <a:cxnLst/>
              <a:rect l="l" t="t" r="r" b="b"/>
              <a:pathLst>
                <a:path w="72390" h="69215">
                  <a:moveTo>
                    <a:pt x="0" y="0"/>
                  </a:moveTo>
                  <a:lnTo>
                    <a:pt x="23141" y="33873"/>
                  </a:lnTo>
                  <a:lnTo>
                    <a:pt x="0" y="68687"/>
                  </a:lnTo>
                  <a:lnTo>
                    <a:pt x="72134" y="33873"/>
                  </a:lnTo>
                  <a:lnTo>
                    <a:pt x="0" y="0"/>
                  </a:lnTo>
                  <a:close/>
                </a:path>
              </a:pathLst>
            </a:custGeom>
            <a:solidFill>
              <a:srgbClr val="000000"/>
            </a:solidFill>
          </p:spPr>
          <p:txBody>
            <a:bodyPr wrap="square" lIns="0" tIns="0" rIns="0" bIns="0" rtlCol="0"/>
            <a:lstStyle/>
            <a:p/>
          </p:txBody>
        </p:sp>
        <p:sp>
          <p:nvSpPr>
            <p:cNvPr id="132" name="object 132" descr=""/>
            <p:cNvSpPr/>
            <p:nvPr/>
          </p:nvSpPr>
          <p:spPr>
            <a:xfrm>
              <a:off x="8274280" y="1265244"/>
              <a:ext cx="29209" cy="1043305"/>
            </a:xfrm>
            <a:custGeom>
              <a:avLst/>
              <a:gdLst/>
              <a:ahLst/>
              <a:cxnLst/>
              <a:rect l="l" t="t" r="r" b="b"/>
              <a:pathLst>
                <a:path w="29209" h="1043305">
                  <a:moveTo>
                    <a:pt x="0" y="0"/>
                  </a:moveTo>
                  <a:lnTo>
                    <a:pt x="0" y="1042538"/>
                  </a:lnTo>
                </a:path>
                <a:path w="29209" h="1043305">
                  <a:moveTo>
                    <a:pt x="0" y="1042538"/>
                  </a:moveTo>
                  <a:lnTo>
                    <a:pt x="29035" y="1043210"/>
                  </a:lnTo>
                </a:path>
              </a:pathLst>
            </a:custGeom>
            <a:ln w="8116">
              <a:solidFill>
                <a:srgbClr val="000000"/>
              </a:solidFill>
            </a:ln>
          </p:spPr>
          <p:txBody>
            <a:bodyPr wrap="square" lIns="0" tIns="0" rIns="0" bIns="0" rtlCol="0"/>
            <a:lstStyle/>
            <a:p/>
          </p:txBody>
        </p:sp>
        <p:sp>
          <p:nvSpPr>
            <p:cNvPr id="133" name="object 133" descr=""/>
            <p:cNvSpPr/>
            <p:nvPr/>
          </p:nvSpPr>
          <p:spPr>
            <a:xfrm>
              <a:off x="8278590" y="2273640"/>
              <a:ext cx="73660" cy="69215"/>
            </a:xfrm>
            <a:custGeom>
              <a:avLst/>
              <a:gdLst/>
              <a:ahLst/>
              <a:cxnLst/>
              <a:rect l="l" t="t" r="r" b="b"/>
              <a:pathLst>
                <a:path w="73659" h="69214">
                  <a:moveTo>
                    <a:pt x="1134" y="0"/>
                  </a:moveTo>
                  <a:lnTo>
                    <a:pt x="23590" y="34814"/>
                  </a:lnTo>
                  <a:lnTo>
                    <a:pt x="0" y="68687"/>
                  </a:lnTo>
                  <a:lnTo>
                    <a:pt x="73039" y="36561"/>
                  </a:lnTo>
                  <a:lnTo>
                    <a:pt x="1134" y="0"/>
                  </a:lnTo>
                  <a:close/>
                </a:path>
              </a:pathLst>
            </a:custGeom>
            <a:solidFill>
              <a:srgbClr val="000000"/>
            </a:solidFill>
          </p:spPr>
          <p:txBody>
            <a:bodyPr wrap="square" lIns="0" tIns="0" rIns="0" bIns="0" rtlCol="0"/>
            <a:lstStyle/>
            <a:p/>
          </p:txBody>
        </p:sp>
        <p:sp>
          <p:nvSpPr>
            <p:cNvPr id="134" name="object 134" descr=""/>
            <p:cNvSpPr/>
            <p:nvPr/>
          </p:nvSpPr>
          <p:spPr>
            <a:xfrm>
              <a:off x="8986094" y="1556660"/>
              <a:ext cx="86995" cy="0"/>
            </a:xfrm>
            <a:custGeom>
              <a:avLst/>
              <a:gdLst/>
              <a:ahLst/>
              <a:cxnLst/>
              <a:rect l="l" t="t" r="r" b="b"/>
              <a:pathLst>
                <a:path w="86995" h="0">
                  <a:moveTo>
                    <a:pt x="0" y="0"/>
                  </a:moveTo>
                  <a:lnTo>
                    <a:pt x="86877" y="0"/>
                  </a:lnTo>
                </a:path>
              </a:pathLst>
            </a:custGeom>
            <a:ln w="9655">
              <a:solidFill>
                <a:srgbClr val="000000"/>
              </a:solidFill>
            </a:ln>
          </p:spPr>
          <p:txBody>
            <a:bodyPr wrap="square" lIns="0" tIns="0" rIns="0" bIns="0" rtlCol="0"/>
            <a:lstStyle/>
            <a:p/>
          </p:txBody>
        </p:sp>
        <p:sp>
          <p:nvSpPr>
            <p:cNvPr id="135" name="object 135" descr=""/>
            <p:cNvSpPr/>
            <p:nvPr/>
          </p:nvSpPr>
          <p:spPr>
            <a:xfrm>
              <a:off x="9048695" y="1522518"/>
              <a:ext cx="73025" cy="69215"/>
            </a:xfrm>
            <a:custGeom>
              <a:avLst/>
              <a:gdLst/>
              <a:ahLst/>
              <a:cxnLst/>
              <a:rect l="l" t="t" r="r" b="b"/>
              <a:pathLst>
                <a:path w="73025" h="69215">
                  <a:moveTo>
                    <a:pt x="0" y="0"/>
                  </a:moveTo>
                  <a:lnTo>
                    <a:pt x="23141" y="34814"/>
                  </a:lnTo>
                  <a:lnTo>
                    <a:pt x="0" y="68687"/>
                  </a:lnTo>
                  <a:lnTo>
                    <a:pt x="72592" y="34814"/>
                  </a:lnTo>
                  <a:lnTo>
                    <a:pt x="0" y="0"/>
                  </a:lnTo>
                  <a:close/>
                </a:path>
              </a:pathLst>
            </a:custGeom>
            <a:solidFill>
              <a:srgbClr val="000000"/>
            </a:solidFill>
          </p:spPr>
          <p:txBody>
            <a:bodyPr wrap="square" lIns="0" tIns="0" rIns="0" bIns="0" rtlCol="0"/>
            <a:lstStyle/>
            <a:p/>
          </p:txBody>
        </p:sp>
        <p:sp>
          <p:nvSpPr>
            <p:cNvPr id="136" name="object 136" descr=""/>
            <p:cNvSpPr/>
            <p:nvPr/>
          </p:nvSpPr>
          <p:spPr>
            <a:xfrm>
              <a:off x="10255655" y="2057498"/>
              <a:ext cx="29209" cy="0"/>
            </a:xfrm>
            <a:custGeom>
              <a:avLst/>
              <a:gdLst/>
              <a:ahLst/>
              <a:cxnLst/>
              <a:rect l="l" t="t" r="r" b="b"/>
              <a:pathLst>
                <a:path w="29209" h="0">
                  <a:moveTo>
                    <a:pt x="0" y="0"/>
                  </a:moveTo>
                  <a:lnTo>
                    <a:pt x="29121" y="0"/>
                  </a:lnTo>
                </a:path>
              </a:pathLst>
            </a:custGeom>
            <a:ln w="9655">
              <a:solidFill>
                <a:srgbClr val="000000"/>
              </a:solidFill>
            </a:ln>
          </p:spPr>
          <p:txBody>
            <a:bodyPr wrap="square" lIns="0" tIns="0" rIns="0" bIns="0" rtlCol="0"/>
            <a:lstStyle/>
            <a:p/>
          </p:txBody>
        </p:sp>
        <p:sp>
          <p:nvSpPr>
            <p:cNvPr id="137" name="object 137" descr=""/>
            <p:cNvSpPr/>
            <p:nvPr/>
          </p:nvSpPr>
          <p:spPr>
            <a:xfrm>
              <a:off x="10260691" y="2023356"/>
              <a:ext cx="72390" cy="68580"/>
            </a:xfrm>
            <a:custGeom>
              <a:avLst/>
              <a:gdLst/>
              <a:ahLst/>
              <a:cxnLst/>
              <a:rect l="l" t="t" r="r" b="b"/>
              <a:pathLst>
                <a:path w="72390" h="68580">
                  <a:moveTo>
                    <a:pt x="0" y="0"/>
                  </a:moveTo>
                  <a:lnTo>
                    <a:pt x="23168" y="34814"/>
                  </a:lnTo>
                  <a:lnTo>
                    <a:pt x="0" y="68552"/>
                  </a:lnTo>
                  <a:lnTo>
                    <a:pt x="71886" y="34814"/>
                  </a:lnTo>
                  <a:lnTo>
                    <a:pt x="0" y="0"/>
                  </a:lnTo>
                  <a:close/>
                </a:path>
              </a:pathLst>
            </a:custGeom>
            <a:solidFill>
              <a:srgbClr val="000000"/>
            </a:solidFill>
          </p:spPr>
          <p:txBody>
            <a:bodyPr wrap="square" lIns="0" tIns="0" rIns="0" bIns="0" rtlCol="0"/>
            <a:lstStyle/>
            <a:p/>
          </p:txBody>
        </p:sp>
        <p:sp>
          <p:nvSpPr>
            <p:cNvPr id="138" name="object 138" descr=""/>
            <p:cNvSpPr/>
            <p:nvPr/>
          </p:nvSpPr>
          <p:spPr>
            <a:xfrm>
              <a:off x="10967473" y="2391793"/>
              <a:ext cx="183515" cy="0"/>
            </a:xfrm>
            <a:custGeom>
              <a:avLst/>
              <a:gdLst/>
              <a:ahLst/>
              <a:cxnLst/>
              <a:rect l="l" t="t" r="r" b="b"/>
              <a:pathLst>
                <a:path w="183515" h="0">
                  <a:moveTo>
                    <a:pt x="0" y="0"/>
                  </a:moveTo>
                  <a:lnTo>
                    <a:pt x="183059" y="0"/>
                  </a:lnTo>
                </a:path>
              </a:pathLst>
            </a:custGeom>
            <a:ln w="9655">
              <a:solidFill>
                <a:srgbClr val="000000"/>
              </a:solidFill>
            </a:ln>
          </p:spPr>
          <p:txBody>
            <a:bodyPr wrap="square" lIns="0" tIns="0" rIns="0" bIns="0" rtlCol="0"/>
            <a:lstStyle/>
            <a:p/>
          </p:txBody>
        </p:sp>
        <p:sp>
          <p:nvSpPr>
            <p:cNvPr id="139" name="object 139" descr=""/>
            <p:cNvSpPr/>
            <p:nvPr/>
          </p:nvSpPr>
          <p:spPr>
            <a:xfrm>
              <a:off x="11126265" y="2357920"/>
              <a:ext cx="73025" cy="69215"/>
            </a:xfrm>
            <a:custGeom>
              <a:avLst/>
              <a:gdLst/>
              <a:ahLst/>
              <a:cxnLst/>
              <a:rect l="l" t="t" r="r" b="b"/>
              <a:pathLst>
                <a:path w="73025" h="69214">
                  <a:moveTo>
                    <a:pt x="0" y="0"/>
                  </a:moveTo>
                  <a:lnTo>
                    <a:pt x="23168" y="34410"/>
                  </a:lnTo>
                  <a:lnTo>
                    <a:pt x="0" y="68687"/>
                  </a:lnTo>
                  <a:lnTo>
                    <a:pt x="72619" y="34410"/>
                  </a:lnTo>
                  <a:lnTo>
                    <a:pt x="0" y="0"/>
                  </a:lnTo>
                  <a:close/>
                </a:path>
              </a:pathLst>
            </a:custGeom>
            <a:solidFill>
              <a:srgbClr val="000000"/>
            </a:solidFill>
          </p:spPr>
          <p:txBody>
            <a:bodyPr wrap="square" lIns="0" tIns="0" rIns="0" bIns="0" rtlCol="0"/>
            <a:lstStyle/>
            <a:p/>
          </p:txBody>
        </p:sp>
        <p:sp>
          <p:nvSpPr>
            <p:cNvPr id="140" name="object 140" descr=""/>
            <p:cNvSpPr/>
            <p:nvPr/>
          </p:nvSpPr>
          <p:spPr>
            <a:xfrm>
              <a:off x="11486982" y="2516801"/>
              <a:ext cx="48260" cy="0"/>
            </a:xfrm>
            <a:custGeom>
              <a:avLst/>
              <a:gdLst/>
              <a:ahLst/>
              <a:cxnLst/>
              <a:rect l="l" t="t" r="r" b="b"/>
              <a:pathLst>
                <a:path w="48259" h="0">
                  <a:moveTo>
                    <a:pt x="0" y="0"/>
                  </a:moveTo>
                  <a:lnTo>
                    <a:pt x="48260" y="0"/>
                  </a:lnTo>
                </a:path>
              </a:pathLst>
            </a:custGeom>
            <a:ln w="9655">
              <a:solidFill>
                <a:srgbClr val="000000"/>
              </a:solidFill>
            </a:ln>
          </p:spPr>
          <p:txBody>
            <a:bodyPr wrap="square" lIns="0" tIns="0" rIns="0" bIns="0" rtlCol="0"/>
            <a:lstStyle/>
            <a:p/>
          </p:txBody>
        </p:sp>
        <p:sp>
          <p:nvSpPr>
            <p:cNvPr id="141" name="object 141" descr=""/>
            <p:cNvSpPr/>
            <p:nvPr/>
          </p:nvSpPr>
          <p:spPr>
            <a:xfrm>
              <a:off x="11510975" y="2482928"/>
              <a:ext cx="73025" cy="69215"/>
            </a:xfrm>
            <a:custGeom>
              <a:avLst/>
              <a:gdLst/>
              <a:ahLst/>
              <a:cxnLst/>
              <a:rect l="l" t="t" r="r" b="b"/>
              <a:pathLst>
                <a:path w="73025" h="69214">
                  <a:moveTo>
                    <a:pt x="0" y="0"/>
                  </a:moveTo>
                  <a:lnTo>
                    <a:pt x="23168" y="33873"/>
                  </a:lnTo>
                  <a:lnTo>
                    <a:pt x="0" y="68687"/>
                  </a:lnTo>
                  <a:lnTo>
                    <a:pt x="72619" y="33873"/>
                  </a:lnTo>
                  <a:lnTo>
                    <a:pt x="0" y="0"/>
                  </a:lnTo>
                  <a:close/>
                </a:path>
              </a:pathLst>
            </a:custGeom>
            <a:solidFill>
              <a:srgbClr val="000000"/>
            </a:solidFill>
          </p:spPr>
          <p:txBody>
            <a:bodyPr wrap="square" lIns="0" tIns="0" rIns="0" bIns="0" rtlCol="0"/>
            <a:lstStyle/>
            <a:p/>
          </p:txBody>
        </p:sp>
        <p:sp>
          <p:nvSpPr>
            <p:cNvPr id="142" name="object 142" descr=""/>
            <p:cNvSpPr/>
            <p:nvPr/>
          </p:nvSpPr>
          <p:spPr>
            <a:xfrm>
              <a:off x="11736892" y="2516801"/>
              <a:ext cx="86995" cy="0"/>
            </a:xfrm>
            <a:custGeom>
              <a:avLst/>
              <a:gdLst/>
              <a:ahLst/>
              <a:cxnLst/>
              <a:rect l="l" t="t" r="r" b="b"/>
              <a:pathLst>
                <a:path w="86995" h="0">
                  <a:moveTo>
                    <a:pt x="0" y="0"/>
                  </a:moveTo>
                  <a:lnTo>
                    <a:pt x="86905" y="0"/>
                  </a:lnTo>
                </a:path>
              </a:pathLst>
            </a:custGeom>
            <a:ln w="9655">
              <a:solidFill>
                <a:srgbClr val="000000"/>
              </a:solidFill>
            </a:ln>
          </p:spPr>
          <p:txBody>
            <a:bodyPr wrap="square" lIns="0" tIns="0" rIns="0" bIns="0" rtlCol="0"/>
            <a:lstStyle/>
            <a:p/>
          </p:txBody>
        </p:sp>
        <p:sp>
          <p:nvSpPr>
            <p:cNvPr id="143" name="object 143" descr=""/>
            <p:cNvSpPr/>
            <p:nvPr/>
          </p:nvSpPr>
          <p:spPr>
            <a:xfrm>
              <a:off x="11799530" y="2482928"/>
              <a:ext cx="72390" cy="69215"/>
            </a:xfrm>
            <a:custGeom>
              <a:avLst/>
              <a:gdLst/>
              <a:ahLst/>
              <a:cxnLst/>
              <a:rect l="l" t="t" r="r" b="b"/>
              <a:pathLst>
                <a:path w="72390" h="69214">
                  <a:moveTo>
                    <a:pt x="0" y="0"/>
                  </a:moveTo>
                  <a:lnTo>
                    <a:pt x="23168" y="33873"/>
                  </a:lnTo>
                  <a:lnTo>
                    <a:pt x="0" y="68687"/>
                  </a:lnTo>
                  <a:lnTo>
                    <a:pt x="72161" y="33873"/>
                  </a:lnTo>
                  <a:lnTo>
                    <a:pt x="0" y="0"/>
                  </a:lnTo>
                  <a:close/>
                </a:path>
              </a:pathLst>
            </a:custGeom>
            <a:solidFill>
              <a:srgbClr val="000000"/>
            </a:solidFill>
          </p:spPr>
          <p:txBody>
            <a:bodyPr wrap="square" lIns="0" tIns="0" rIns="0" bIns="0" rtlCol="0"/>
            <a:lstStyle/>
            <a:p/>
          </p:txBody>
        </p:sp>
        <p:sp>
          <p:nvSpPr>
            <p:cNvPr id="144" name="object 144" descr=""/>
            <p:cNvSpPr/>
            <p:nvPr/>
          </p:nvSpPr>
          <p:spPr>
            <a:xfrm>
              <a:off x="11775537" y="2633166"/>
              <a:ext cx="48260" cy="0"/>
            </a:xfrm>
            <a:custGeom>
              <a:avLst/>
              <a:gdLst/>
              <a:ahLst/>
              <a:cxnLst/>
              <a:rect l="l" t="t" r="r" b="b"/>
              <a:pathLst>
                <a:path w="48259" h="0">
                  <a:moveTo>
                    <a:pt x="0" y="0"/>
                  </a:moveTo>
                  <a:lnTo>
                    <a:pt x="48260" y="0"/>
                  </a:lnTo>
                </a:path>
              </a:pathLst>
            </a:custGeom>
            <a:ln w="9655">
              <a:solidFill>
                <a:srgbClr val="000000"/>
              </a:solidFill>
            </a:ln>
          </p:spPr>
          <p:txBody>
            <a:bodyPr wrap="square" lIns="0" tIns="0" rIns="0" bIns="0" rtlCol="0"/>
            <a:lstStyle/>
            <a:p/>
          </p:txBody>
        </p:sp>
        <p:sp>
          <p:nvSpPr>
            <p:cNvPr id="145" name="object 145" descr=""/>
            <p:cNvSpPr/>
            <p:nvPr/>
          </p:nvSpPr>
          <p:spPr>
            <a:xfrm>
              <a:off x="11799530" y="2599333"/>
              <a:ext cx="72390" cy="69215"/>
            </a:xfrm>
            <a:custGeom>
              <a:avLst/>
              <a:gdLst/>
              <a:ahLst/>
              <a:cxnLst/>
              <a:rect l="l" t="t" r="r" b="b"/>
              <a:pathLst>
                <a:path w="72390" h="69214">
                  <a:moveTo>
                    <a:pt x="0" y="0"/>
                  </a:moveTo>
                  <a:lnTo>
                    <a:pt x="23168" y="33832"/>
                  </a:lnTo>
                  <a:lnTo>
                    <a:pt x="0" y="68646"/>
                  </a:lnTo>
                  <a:lnTo>
                    <a:pt x="72161" y="33832"/>
                  </a:lnTo>
                  <a:lnTo>
                    <a:pt x="0" y="0"/>
                  </a:lnTo>
                  <a:close/>
                </a:path>
              </a:pathLst>
            </a:custGeom>
            <a:solidFill>
              <a:srgbClr val="000000"/>
            </a:solidFill>
          </p:spPr>
          <p:txBody>
            <a:bodyPr wrap="square" lIns="0" tIns="0" rIns="0" bIns="0" rtlCol="0"/>
            <a:lstStyle/>
            <a:p/>
          </p:txBody>
        </p:sp>
        <p:sp>
          <p:nvSpPr>
            <p:cNvPr id="146" name="object 146" descr=""/>
            <p:cNvSpPr/>
            <p:nvPr/>
          </p:nvSpPr>
          <p:spPr>
            <a:xfrm>
              <a:off x="10198053" y="764407"/>
              <a:ext cx="1577975" cy="2253615"/>
            </a:xfrm>
            <a:custGeom>
              <a:avLst/>
              <a:gdLst/>
              <a:ahLst/>
              <a:cxnLst/>
              <a:rect l="l" t="t" r="r" b="b"/>
              <a:pathLst>
                <a:path w="1577975" h="2253615">
                  <a:moveTo>
                    <a:pt x="884896" y="0"/>
                  </a:moveTo>
                  <a:lnTo>
                    <a:pt x="884896" y="2253110"/>
                  </a:lnTo>
                </a:path>
                <a:path w="1577975" h="2253615">
                  <a:moveTo>
                    <a:pt x="1577484" y="1877711"/>
                  </a:moveTo>
                  <a:lnTo>
                    <a:pt x="1577484" y="2253111"/>
                  </a:lnTo>
                </a:path>
                <a:path w="1577975" h="2253615">
                  <a:moveTo>
                    <a:pt x="0" y="1835598"/>
                  </a:moveTo>
                  <a:lnTo>
                    <a:pt x="0" y="2169207"/>
                  </a:lnTo>
                </a:path>
                <a:path w="1577975" h="2253615">
                  <a:moveTo>
                    <a:pt x="846343" y="2169207"/>
                  </a:moveTo>
                  <a:lnTo>
                    <a:pt x="846343" y="1835598"/>
                  </a:lnTo>
                </a:path>
                <a:path w="1577975" h="2253615">
                  <a:moveTo>
                    <a:pt x="846343" y="1835598"/>
                  </a:moveTo>
                  <a:lnTo>
                    <a:pt x="952479" y="1835598"/>
                  </a:lnTo>
                </a:path>
              </a:pathLst>
            </a:custGeom>
            <a:ln w="8116">
              <a:solidFill>
                <a:srgbClr val="000000"/>
              </a:solidFill>
            </a:ln>
          </p:spPr>
          <p:txBody>
            <a:bodyPr wrap="square" lIns="0" tIns="0" rIns="0" bIns="0" rtlCol="0"/>
            <a:lstStyle/>
            <a:p/>
          </p:txBody>
        </p:sp>
        <p:sp>
          <p:nvSpPr>
            <p:cNvPr id="147" name="object 147" descr=""/>
            <p:cNvSpPr/>
            <p:nvPr/>
          </p:nvSpPr>
          <p:spPr>
            <a:xfrm>
              <a:off x="11126265" y="2566132"/>
              <a:ext cx="73025" cy="69215"/>
            </a:xfrm>
            <a:custGeom>
              <a:avLst/>
              <a:gdLst/>
              <a:ahLst/>
              <a:cxnLst/>
              <a:rect l="l" t="t" r="r" b="b"/>
              <a:pathLst>
                <a:path w="73025" h="69214">
                  <a:moveTo>
                    <a:pt x="0" y="0"/>
                  </a:moveTo>
                  <a:lnTo>
                    <a:pt x="23168" y="34867"/>
                  </a:lnTo>
                  <a:lnTo>
                    <a:pt x="0" y="68687"/>
                  </a:lnTo>
                  <a:lnTo>
                    <a:pt x="72619" y="34867"/>
                  </a:lnTo>
                  <a:lnTo>
                    <a:pt x="0" y="0"/>
                  </a:lnTo>
                  <a:close/>
                </a:path>
              </a:pathLst>
            </a:custGeom>
            <a:solidFill>
              <a:srgbClr val="000000"/>
            </a:solidFill>
          </p:spPr>
          <p:txBody>
            <a:bodyPr wrap="square" lIns="0" tIns="0" rIns="0" bIns="0" rtlCol="0"/>
            <a:lstStyle/>
            <a:p/>
          </p:txBody>
        </p:sp>
        <p:sp>
          <p:nvSpPr>
            <p:cNvPr id="148" name="object 148" descr=""/>
            <p:cNvSpPr/>
            <p:nvPr/>
          </p:nvSpPr>
          <p:spPr>
            <a:xfrm>
              <a:off x="9505283" y="2558201"/>
              <a:ext cx="2597150" cy="1169035"/>
            </a:xfrm>
            <a:custGeom>
              <a:avLst/>
              <a:gdLst/>
              <a:ahLst/>
              <a:cxnLst/>
              <a:rect l="l" t="t" r="r" b="b"/>
              <a:pathLst>
                <a:path w="2597150" h="1169035">
                  <a:moveTo>
                    <a:pt x="2500933" y="0"/>
                  </a:moveTo>
                  <a:lnTo>
                    <a:pt x="2597088" y="0"/>
                  </a:lnTo>
                </a:path>
                <a:path w="2597150" h="1169035">
                  <a:moveTo>
                    <a:pt x="2597088" y="0"/>
                  </a:moveTo>
                  <a:lnTo>
                    <a:pt x="2597088" y="1168688"/>
                  </a:lnTo>
                </a:path>
                <a:path w="2597150" h="1169035">
                  <a:moveTo>
                    <a:pt x="0" y="1168688"/>
                  </a:moveTo>
                  <a:lnTo>
                    <a:pt x="2597088" y="1168688"/>
                  </a:lnTo>
                </a:path>
                <a:path w="2597150" h="1169035">
                  <a:moveTo>
                    <a:pt x="0" y="125034"/>
                  </a:moveTo>
                  <a:lnTo>
                    <a:pt x="0" y="1168688"/>
                  </a:lnTo>
                </a:path>
                <a:path w="2597150" h="1169035">
                  <a:moveTo>
                    <a:pt x="0" y="125034"/>
                  </a:moveTo>
                  <a:lnTo>
                    <a:pt x="144781" y="125034"/>
                  </a:lnTo>
                </a:path>
              </a:pathLst>
            </a:custGeom>
            <a:ln w="8116">
              <a:solidFill>
                <a:srgbClr val="000000"/>
              </a:solidFill>
            </a:ln>
          </p:spPr>
          <p:txBody>
            <a:bodyPr wrap="square" lIns="0" tIns="0" rIns="0" bIns="0" rtlCol="0"/>
            <a:lstStyle/>
            <a:p/>
          </p:txBody>
        </p:sp>
        <p:sp>
          <p:nvSpPr>
            <p:cNvPr id="149" name="object 149" descr=""/>
            <p:cNvSpPr/>
            <p:nvPr/>
          </p:nvSpPr>
          <p:spPr>
            <a:xfrm>
              <a:off x="9625797" y="2649417"/>
              <a:ext cx="73025" cy="69215"/>
            </a:xfrm>
            <a:custGeom>
              <a:avLst/>
              <a:gdLst/>
              <a:ahLst/>
              <a:cxnLst/>
              <a:rect l="l" t="t" r="r" b="b"/>
              <a:pathLst>
                <a:path w="73025" h="69214">
                  <a:moveTo>
                    <a:pt x="0" y="0"/>
                  </a:moveTo>
                  <a:lnTo>
                    <a:pt x="23077" y="33819"/>
                  </a:lnTo>
                  <a:lnTo>
                    <a:pt x="0" y="68646"/>
                  </a:lnTo>
                  <a:lnTo>
                    <a:pt x="72528" y="33819"/>
                  </a:lnTo>
                  <a:lnTo>
                    <a:pt x="0" y="0"/>
                  </a:lnTo>
                  <a:close/>
                </a:path>
              </a:pathLst>
            </a:custGeom>
            <a:solidFill>
              <a:srgbClr val="000000"/>
            </a:solidFill>
          </p:spPr>
          <p:txBody>
            <a:bodyPr wrap="square" lIns="0" tIns="0" rIns="0" bIns="0" rtlCol="0"/>
            <a:lstStyle/>
            <a:p/>
          </p:txBody>
        </p:sp>
        <p:sp>
          <p:nvSpPr>
            <p:cNvPr id="150" name="object 150" descr=""/>
            <p:cNvSpPr/>
            <p:nvPr/>
          </p:nvSpPr>
          <p:spPr>
            <a:xfrm>
              <a:off x="10198053" y="1640537"/>
              <a:ext cx="125730" cy="584200"/>
            </a:xfrm>
            <a:custGeom>
              <a:avLst/>
              <a:gdLst/>
              <a:ahLst/>
              <a:cxnLst/>
              <a:rect l="l" t="t" r="r" b="b"/>
              <a:pathLst>
                <a:path w="125729" h="584200">
                  <a:moveTo>
                    <a:pt x="0" y="584041"/>
                  </a:moveTo>
                  <a:lnTo>
                    <a:pt x="0" y="0"/>
                  </a:lnTo>
                </a:path>
                <a:path w="125729" h="584200">
                  <a:moveTo>
                    <a:pt x="0" y="0"/>
                  </a:moveTo>
                  <a:lnTo>
                    <a:pt x="125275" y="0"/>
                  </a:lnTo>
                </a:path>
              </a:pathLst>
            </a:custGeom>
            <a:ln w="8116">
              <a:solidFill>
                <a:srgbClr val="000000"/>
              </a:solidFill>
            </a:ln>
          </p:spPr>
          <p:txBody>
            <a:bodyPr wrap="square" lIns="0" tIns="0" rIns="0" bIns="0" rtlCol="0"/>
            <a:lstStyle/>
            <a:p/>
          </p:txBody>
        </p:sp>
        <p:sp>
          <p:nvSpPr>
            <p:cNvPr id="151" name="object 151" descr=""/>
            <p:cNvSpPr/>
            <p:nvPr/>
          </p:nvSpPr>
          <p:spPr>
            <a:xfrm>
              <a:off x="9300972" y="1606803"/>
              <a:ext cx="1070610" cy="634365"/>
            </a:xfrm>
            <a:custGeom>
              <a:avLst/>
              <a:gdLst/>
              <a:ahLst/>
              <a:cxnLst/>
              <a:rect l="l" t="t" r="r" b="b"/>
              <a:pathLst>
                <a:path w="1070609" h="634364">
                  <a:moveTo>
                    <a:pt x="20789" y="603796"/>
                  </a:moveTo>
                  <a:lnTo>
                    <a:pt x="15836" y="595871"/>
                  </a:lnTo>
                  <a:lnTo>
                    <a:pt x="4940" y="595871"/>
                  </a:lnTo>
                  <a:lnTo>
                    <a:pt x="0" y="603796"/>
                  </a:lnTo>
                  <a:lnTo>
                    <a:pt x="0" y="614426"/>
                  </a:lnTo>
                  <a:lnTo>
                    <a:pt x="0" y="625043"/>
                  </a:lnTo>
                  <a:lnTo>
                    <a:pt x="4940" y="633780"/>
                  </a:lnTo>
                  <a:lnTo>
                    <a:pt x="15836" y="633780"/>
                  </a:lnTo>
                  <a:lnTo>
                    <a:pt x="20789" y="625043"/>
                  </a:lnTo>
                  <a:lnTo>
                    <a:pt x="20789" y="603796"/>
                  </a:lnTo>
                  <a:close/>
                </a:path>
                <a:path w="1070609" h="634364">
                  <a:moveTo>
                    <a:pt x="1070152" y="34417"/>
                  </a:moveTo>
                  <a:lnTo>
                    <a:pt x="998080" y="0"/>
                  </a:lnTo>
                  <a:lnTo>
                    <a:pt x="1021156" y="34417"/>
                  </a:lnTo>
                  <a:lnTo>
                    <a:pt x="998080" y="68554"/>
                  </a:lnTo>
                  <a:lnTo>
                    <a:pt x="1070152" y="34417"/>
                  </a:lnTo>
                  <a:close/>
                </a:path>
              </a:pathLst>
            </a:custGeom>
            <a:solidFill>
              <a:srgbClr val="000000"/>
            </a:solidFill>
          </p:spPr>
          <p:txBody>
            <a:bodyPr wrap="square" lIns="0" tIns="0" rIns="0" bIns="0" rtlCol="0"/>
            <a:lstStyle/>
            <a:p/>
          </p:txBody>
        </p:sp>
        <p:sp>
          <p:nvSpPr>
            <p:cNvPr id="152" name="object 152" descr=""/>
            <p:cNvSpPr/>
            <p:nvPr/>
          </p:nvSpPr>
          <p:spPr>
            <a:xfrm>
              <a:off x="9300977" y="2202668"/>
              <a:ext cx="20955" cy="38100"/>
            </a:xfrm>
            <a:custGeom>
              <a:avLst/>
              <a:gdLst/>
              <a:ahLst/>
              <a:cxnLst/>
              <a:rect l="l" t="t" r="r" b="b"/>
              <a:pathLst>
                <a:path w="20954" h="38100">
                  <a:moveTo>
                    <a:pt x="0" y="18549"/>
                  </a:moveTo>
                  <a:lnTo>
                    <a:pt x="0" y="29168"/>
                  </a:lnTo>
                  <a:lnTo>
                    <a:pt x="4945" y="37905"/>
                  </a:lnTo>
                  <a:lnTo>
                    <a:pt x="10439" y="37905"/>
                  </a:lnTo>
                  <a:lnTo>
                    <a:pt x="15842" y="37905"/>
                  </a:lnTo>
                  <a:lnTo>
                    <a:pt x="20787" y="29168"/>
                  </a:lnTo>
                  <a:lnTo>
                    <a:pt x="20787" y="18549"/>
                  </a:lnTo>
                  <a:lnTo>
                    <a:pt x="20787" y="7930"/>
                  </a:lnTo>
                  <a:lnTo>
                    <a:pt x="15842" y="0"/>
                  </a:lnTo>
                  <a:lnTo>
                    <a:pt x="10439" y="0"/>
                  </a:lnTo>
                  <a:lnTo>
                    <a:pt x="4945" y="0"/>
                  </a:lnTo>
                  <a:lnTo>
                    <a:pt x="0" y="7930"/>
                  </a:lnTo>
                  <a:lnTo>
                    <a:pt x="0" y="18549"/>
                  </a:lnTo>
                  <a:close/>
                </a:path>
              </a:pathLst>
            </a:custGeom>
            <a:ln w="7289">
              <a:solidFill>
                <a:srgbClr val="000000"/>
              </a:solidFill>
            </a:ln>
          </p:spPr>
          <p:txBody>
            <a:bodyPr wrap="square" lIns="0" tIns="0" rIns="0" bIns="0" rtlCol="0"/>
            <a:lstStyle/>
            <a:p/>
          </p:txBody>
        </p:sp>
        <p:sp>
          <p:nvSpPr>
            <p:cNvPr id="153" name="object 153" descr=""/>
            <p:cNvSpPr/>
            <p:nvPr/>
          </p:nvSpPr>
          <p:spPr>
            <a:xfrm>
              <a:off x="9300977" y="2293265"/>
              <a:ext cx="20955" cy="38100"/>
            </a:xfrm>
            <a:custGeom>
              <a:avLst/>
              <a:gdLst/>
              <a:ahLst/>
              <a:cxnLst/>
              <a:rect l="l" t="t" r="r" b="b"/>
              <a:pathLst>
                <a:path w="20954" h="38100">
                  <a:moveTo>
                    <a:pt x="15842" y="0"/>
                  </a:moveTo>
                  <a:lnTo>
                    <a:pt x="4945" y="0"/>
                  </a:lnTo>
                  <a:lnTo>
                    <a:pt x="0" y="7930"/>
                  </a:lnTo>
                  <a:lnTo>
                    <a:pt x="0" y="18549"/>
                  </a:lnTo>
                  <a:lnTo>
                    <a:pt x="0" y="28765"/>
                  </a:lnTo>
                  <a:lnTo>
                    <a:pt x="4945" y="37771"/>
                  </a:lnTo>
                  <a:lnTo>
                    <a:pt x="15842" y="37771"/>
                  </a:lnTo>
                  <a:lnTo>
                    <a:pt x="20787" y="28765"/>
                  </a:lnTo>
                  <a:lnTo>
                    <a:pt x="20787" y="7930"/>
                  </a:lnTo>
                  <a:lnTo>
                    <a:pt x="15842" y="0"/>
                  </a:lnTo>
                  <a:close/>
                </a:path>
              </a:pathLst>
            </a:custGeom>
            <a:solidFill>
              <a:srgbClr val="000000"/>
            </a:solidFill>
          </p:spPr>
          <p:txBody>
            <a:bodyPr wrap="square" lIns="0" tIns="0" rIns="0" bIns="0" rtlCol="0"/>
            <a:lstStyle/>
            <a:p/>
          </p:txBody>
        </p:sp>
        <p:sp>
          <p:nvSpPr>
            <p:cNvPr id="154" name="object 154" descr=""/>
            <p:cNvSpPr/>
            <p:nvPr/>
          </p:nvSpPr>
          <p:spPr>
            <a:xfrm>
              <a:off x="9300977" y="2293265"/>
              <a:ext cx="20955" cy="38100"/>
            </a:xfrm>
            <a:custGeom>
              <a:avLst/>
              <a:gdLst/>
              <a:ahLst/>
              <a:cxnLst/>
              <a:rect l="l" t="t" r="r" b="b"/>
              <a:pathLst>
                <a:path w="20954" h="38100">
                  <a:moveTo>
                    <a:pt x="0" y="18549"/>
                  </a:moveTo>
                  <a:lnTo>
                    <a:pt x="0" y="28765"/>
                  </a:lnTo>
                  <a:lnTo>
                    <a:pt x="4945" y="37771"/>
                  </a:lnTo>
                  <a:lnTo>
                    <a:pt x="10439" y="37771"/>
                  </a:lnTo>
                  <a:lnTo>
                    <a:pt x="15842" y="37771"/>
                  </a:lnTo>
                  <a:lnTo>
                    <a:pt x="20787" y="28765"/>
                  </a:lnTo>
                  <a:lnTo>
                    <a:pt x="20787" y="18549"/>
                  </a:lnTo>
                  <a:lnTo>
                    <a:pt x="20787" y="7930"/>
                  </a:lnTo>
                  <a:lnTo>
                    <a:pt x="15842" y="0"/>
                  </a:lnTo>
                  <a:lnTo>
                    <a:pt x="10439" y="0"/>
                  </a:lnTo>
                  <a:lnTo>
                    <a:pt x="4945" y="0"/>
                  </a:lnTo>
                  <a:lnTo>
                    <a:pt x="0" y="7930"/>
                  </a:lnTo>
                  <a:lnTo>
                    <a:pt x="0" y="18549"/>
                  </a:lnTo>
                  <a:close/>
                </a:path>
              </a:pathLst>
            </a:custGeom>
            <a:ln w="7293">
              <a:solidFill>
                <a:srgbClr val="000000"/>
              </a:solidFill>
            </a:ln>
          </p:spPr>
          <p:txBody>
            <a:bodyPr wrap="square" lIns="0" tIns="0" rIns="0" bIns="0" rtlCol="0"/>
            <a:lstStyle/>
            <a:p/>
          </p:txBody>
        </p:sp>
        <p:sp>
          <p:nvSpPr>
            <p:cNvPr id="155" name="object 155" descr=""/>
            <p:cNvSpPr/>
            <p:nvPr/>
          </p:nvSpPr>
          <p:spPr>
            <a:xfrm>
              <a:off x="9300977" y="3073233"/>
              <a:ext cx="20955" cy="38735"/>
            </a:xfrm>
            <a:custGeom>
              <a:avLst/>
              <a:gdLst/>
              <a:ahLst/>
              <a:cxnLst/>
              <a:rect l="l" t="t" r="r" b="b"/>
              <a:pathLst>
                <a:path w="20954" h="38735">
                  <a:moveTo>
                    <a:pt x="15842" y="0"/>
                  </a:moveTo>
                  <a:lnTo>
                    <a:pt x="4945" y="0"/>
                  </a:lnTo>
                  <a:lnTo>
                    <a:pt x="0" y="8293"/>
                  </a:lnTo>
                  <a:lnTo>
                    <a:pt x="0" y="18576"/>
                  </a:lnTo>
                  <a:lnTo>
                    <a:pt x="0" y="29195"/>
                  </a:lnTo>
                  <a:lnTo>
                    <a:pt x="4945" y="38147"/>
                  </a:lnTo>
                  <a:lnTo>
                    <a:pt x="15842" y="38147"/>
                  </a:lnTo>
                  <a:lnTo>
                    <a:pt x="20787" y="29195"/>
                  </a:lnTo>
                  <a:lnTo>
                    <a:pt x="20787" y="8293"/>
                  </a:lnTo>
                  <a:lnTo>
                    <a:pt x="15842" y="0"/>
                  </a:lnTo>
                  <a:close/>
                </a:path>
              </a:pathLst>
            </a:custGeom>
            <a:solidFill>
              <a:srgbClr val="000000"/>
            </a:solidFill>
          </p:spPr>
          <p:txBody>
            <a:bodyPr wrap="square" lIns="0" tIns="0" rIns="0" bIns="0" rtlCol="0"/>
            <a:lstStyle/>
            <a:p/>
          </p:txBody>
        </p:sp>
        <p:sp>
          <p:nvSpPr>
            <p:cNvPr id="156" name="object 156" descr=""/>
            <p:cNvSpPr/>
            <p:nvPr/>
          </p:nvSpPr>
          <p:spPr>
            <a:xfrm>
              <a:off x="9300977" y="3073233"/>
              <a:ext cx="20955" cy="38735"/>
            </a:xfrm>
            <a:custGeom>
              <a:avLst/>
              <a:gdLst/>
              <a:ahLst/>
              <a:cxnLst/>
              <a:rect l="l" t="t" r="r" b="b"/>
              <a:pathLst>
                <a:path w="20954" h="38735">
                  <a:moveTo>
                    <a:pt x="0" y="18576"/>
                  </a:moveTo>
                  <a:lnTo>
                    <a:pt x="0" y="29195"/>
                  </a:lnTo>
                  <a:lnTo>
                    <a:pt x="4945" y="38147"/>
                  </a:lnTo>
                  <a:lnTo>
                    <a:pt x="10439" y="38147"/>
                  </a:lnTo>
                  <a:lnTo>
                    <a:pt x="15842" y="38147"/>
                  </a:lnTo>
                  <a:lnTo>
                    <a:pt x="20787" y="29195"/>
                  </a:lnTo>
                  <a:lnTo>
                    <a:pt x="20787" y="18576"/>
                  </a:lnTo>
                  <a:lnTo>
                    <a:pt x="20787" y="8293"/>
                  </a:lnTo>
                  <a:lnTo>
                    <a:pt x="15842" y="0"/>
                  </a:lnTo>
                  <a:lnTo>
                    <a:pt x="10439" y="0"/>
                  </a:lnTo>
                  <a:lnTo>
                    <a:pt x="4945" y="0"/>
                  </a:lnTo>
                  <a:lnTo>
                    <a:pt x="0" y="8293"/>
                  </a:lnTo>
                  <a:lnTo>
                    <a:pt x="0" y="18576"/>
                  </a:lnTo>
                  <a:close/>
                </a:path>
              </a:pathLst>
            </a:custGeom>
            <a:ln w="7282">
              <a:solidFill>
                <a:srgbClr val="000000"/>
              </a:solidFill>
            </a:ln>
          </p:spPr>
          <p:txBody>
            <a:bodyPr wrap="square" lIns="0" tIns="0" rIns="0" bIns="0" rtlCol="0"/>
            <a:lstStyle/>
            <a:p/>
          </p:txBody>
        </p:sp>
        <p:sp>
          <p:nvSpPr>
            <p:cNvPr id="157" name="object 157" descr=""/>
            <p:cNvSpPr/>
            <p:nvPr/>
          </p:nvSpPr>
          <p:spPr>
            <a:xfrm>
              <a:off x="8489772" y="2287620"/>
              <a:ext cx="20320" cy="38100"/>
            </a:xfrm>
            <a:custGeom>
              <a:avLst/>
              <a:gdLst/>
              <a:ahLst/>
              <a:cxnLst/>
              <a:rect l="l" t="t" r="r" b="b"/>
              <a:pathLst>
                <a:path w="20320" h="38100">
                  <a:moveTo>
                    <a:pt x="15430" y="0"/>
                  </a:moveTo>
                  <a:lnTo>
                    <a:pt x="4313" y="0"/>
                  </a:lnTo>
                  <a:lnTo>
                    <a:pt x="0" y="7930"/>
                  </a:lnTo>
                  <a:lnTo>
                    <a:pt x="0" y="18549"/>
                  </a:lnTo>
                  <a:lnTo>
                    <a:pt x="0" y="28899"/>
                  </a:lnTo>
                  <a:lnTo>
                    <a:pt x="4313" y="37771"/>
                  </a:lnTo>
                  <a:lnTo>
                    <a:pt x="15430" y="37771"/>
                  </a:lnTo>
                  <a:lnTo>
                    <a:pt x="20192" y="28899"/>
                  </a:lnTo>
                  <a:lnTo>
                    <a:pt x="20192" y="7930"/>
                  </a:lnTo>
                  <a:lnTo>
                    <a:pt x="15430" y="0"/>
                  </a:lnTo>
                  <a:close/>
                </a:path>
              </a:pathLst>
            </a:custGeom>
            <a:solidFill>
              <a:srgbClr val="000000"/>
            </a:solidFill>
          </p:spPr>
          <p:txBody>
            <a:bodyPr wrap="square" lIns="0" tIns="0" rIns="0" bIns="0" rtlCol="0"/>
            <a:lstStyle/>
            <a:p/>
          </p:txBody>
        </p:sp>
        <p:sp>
          <p:nvSpPr>
            <p:cNvPr id="158" name="object 158" descr=""/>
            <p:cNvSpPr/>
            <p:nvPr/>
          </p:nvSpPr>
          <p:spPr>
            <a:xfrm>
              <a:off x="8489772" y="2287620"/>
              <a:ext cx="20320" cy="38100"/>
            </a:xfrm>
            <a:custGeom>
              <a:avLst/>
              <a:gdLst/>
              <a:ahLst/>
              <a:cxnLst/>
              <a:rect l="l" t="t" r="r" b="b"/>
              <a:pathLst>
                <a:path w="20320" h="38100">
                  <a:moveTo>
                    <a:pt x="0" y="18549"/>
                  </a:moveTo>
                  <a:lnTo>
                    <a:pt x="0" y="28899"/>
                  </a:lnTo>
                  <a:lnTo>
                    <a:pt x="4313" y="37771"/>
                  </a:lnTo>
                  <a:lnTo>
                    <a:pt x="9752" y="37771"/>
                  </a:lnTo>
                  <a:lnTo>
                    <a:pt x="15430" y="37771"/>
                  </a:lnTo>
                  <a:lnTo>
                    <a:pt x="20192" y="28899"/>
                  </a:lnTo>
                  <a:lnTo>
                    <a:pt x="20192" y="18549"/>
                  </a:lnTo>
                  <a:lnTo>
                    <a:pt x="20192" y="7930"/>
                  </a:lnTo>
                  <a:lnTo>
                    <a:pt x="15430" y="0"/>
                  </a:lnTo>
                  <a:lnTo>
                    <a:pt x="9752" y="0"/>
                  </a:lnTo>
                  <a:lnTo>
                    <a:pt x="4313" y="0"/>
                  </a:lnTo>
                  <a:lnTo>
                    <a:pt x="0" y="7930"/>
                  </a:lnTo>
                  <a:lnTo>
                    <a:pt x="0" y="18549"/>
                  </a:lnTo>
                  <a:close/>
                </a:path>
              </a:pathLst>
            </a:custGeom>
            <a:ln w="7262">
              <a:solidFill>
                <a:srgbClr val="000000"/>
              </a:solidFill>
            </a:ln>
          </p:spPr>
          <p:txBody>
            <a:bodyPr wrap="square" lIns="0" tIns="0" rIns="0" bIns="0" rtlCol="0"/>
            <a:lstStyle/>
            <a:p/>
          </p:txBody>
        </p:sp>
      </p:grpSp>
      <p:sp>
        <p:nvSpPr>
          <p:cNvPr id="159" name="object 159" descr=""/>
          <p:cNvSpPr txBox="1"/>
          <p:nvPr/>
        </p:nvSpPr>
        <p:spPr>
          <a:xfrm>
            <a:off x="9139211" y="2218718"/>
            <a:ext cx="108585" cy="171450"/>
          </a:xfrm>
          <a:prstGeom prst="rect">
            <a:avLst/>
          </a:prstGeom>
        </p:spPr>
        <p:txBody>
          <a:bodyPr wrap="square" lIns="0" tIns="13335" rIns="0" bIns="0" rtlCol="0" vert="horz">
            <a:spAutoFit/>
          </a:bodyPr>
          <a:lstStyle/>
          <a:p>
            <a:pPr marL="12700">
              <a:lnSpc>
                <a:spcPct val="100000"/>
              </a:lnSpc>
              <a:spcBef>
                <a:spcPts val="105"/>
              </a:spcBef>
            </a:pPr>
            <a:r>
              <a:rPr dirty="0" sz="950" spc="-130">
                <a:latin typeface="Times New Roman"/>
                <a:cs typeface="Times New Roman"/>
              </a:rPr>
              <a:t>IR</a:t>
            </a:r>
            <a:endParaRPr sz="950">
              <a:latin typeface="Times New Roman"/>
              <a:cs typeface="Times New Roman"/>
            </a:endParaRPr>
          </a:p>
        </p:txBody>
      </p:sp>
      <p:grpSp>
        <p:nvGrpSpPr>
          <p:cNvPr id="160" name="object 160" descr=""/>
          <p:cNvGrpSpPr/>
          <p:nvPr/>
        </p:nvGrpSpPr>
        <p:grpSpPr>
          <a:xfrm>
            <a:off x="8730811" y="1522518"/>
            <a:ext cx="121285" cy="69215"/>
            <a:chOff x="8730811" y="1522518"/>
            <a:chExt cx="121285" cy="69215"/>
          </a:xfrm>
        </p:grpSpPr>
        <p:sp>
          <p:nvSpPr>
            <p:cNvPr id="161" name="object 161" descr=""/>
            <p:cNvSpPr/>
            <p:nvPr/>
          </p:nvSpPr>
          <p:spPr>
            <a:xfrm>
              <a:off x="8735891" y="1556660"/>
              <a:ext cx="67945" cy="0"/>
            </a:xfrm>
            <a:custGeom>
              <a:avLst/>
              <a:gdLst/>
              <a:ahLst/>
              <a:cxnLst/>
              <a:rect l="l" t="t" r="r" b="b"/>
              <a:pathLst>
                <a:path w="67945" h="0">
                  <a:moveTo>
                    <a:pt x="0" y="0"/>
                  </a:moveTo>
                  <a:lnTo>
                    <a:pt x="67601" y="0"/>
                  </a:lnTo>
                </a:path>
              </a:pathLst>
            </a:custGeom>
            <a:ln w="9655">
              <a:solidFill>
                <a:srgbClr val="000000"/>
              </a:solidFill>
            </a:ln>
          </p:spPr>
          <p:txBody>
            <a:bodyPr wrap="square" lIns="0" tIns="0" rIns="0" bIns="0" rtlCol="0"/>
            <a:lstStyle/>
            <a:p/>
          </p:txBody>
        </p:sp>
        <p:sp>
          <p:nvSpPr>
            <p:cNvPr id="162" name="object 162" descr=""/>
            <p:cNvSpPr/>
            <p:nvPr/>
          </p:nvSpPr>
          <p:spPr>
            <a:xfrm>
              <a:off x="8779444" y="1522518"/>
              <a:ext cx="72390" cy="69215"/>
            </a:xfrm>
            <a:custGeom>
              <a:avLst/>
              <a:gdLst/>
              <a:ahLst/>
              <a:cxnLst/>
              <a:rect l="l" t="t" r="r" b="b"/>
              <a:pathLst>
                <a:path w="72390" h="69215">
                  <a:moveTo>
                    <a:pt x="0" y="0"/>
                  </a:moveTo>
                  <a:lnTo>
                    <a:pt x="22912" y="34814"/>
                  </a:lnTo>
                  <a:lnTo>
                    <a:pt x="0" y="68687"/>
                  </a:lnTo>
                  <a:lnTo>
                    <a:pt x="72363" y="34814"/>
                  </a:lnTo>
                  <a:lnTo>
                    <a:pt x="0" y="0"/>
                  </a:lnTo>
                  <a:close/>
                </a:path>
              </a:pathLst>
            </a:custGeom>
            <a:solidFill>
              <a:srgbClr val="000000"/>
            </a:solidFill>
          </p:spPr>
          <p:txBody>
            <a:bodyPr wrap="square" lIns="0" tIns="0" rIns="0" bIns="0" rtlCol="0"/>
            <a:lstStyle/>
            <a:p/>
          </p:txBody>
        </p:sp>
      </p:grpSp>
      <p:sp>
        <p:nvSpPr>
          <p:cNvPr id="163" name="object 163" descr=""/>
          <p:cNvSpPr txBox="1"/>
          <p:nvPr/>
        </p:nvSpPr>
        <p:spPr>
          <a:xfrm>
            <a:off x="10039107" y="2133766"/>
            <a:ext cx="85725" cy="171450"/>
          </a:xfrm>
          <a:prstGeom prst="rect">
            <a:avLst/>
          </a:prstGeom>
        </p:spPr>
        <p:txBody>
          <a:bodyPr wrap="square" lIns="0" tIns="13335" rIns="0" bIns="0" rtlCol="0" vert="horz">
            <a:spAutoFit/>
          </a:bodyPr>
          <a:lstStyle/>
          <a:p>
            <a:pPr marL="12700">
              <a:lnSpc>
                <a:spcPct val="100000"/>
              </a:lnSpc>
              <a:spcBef>
                <a:spcPts val="105"/>
              </a:spcBef>
            </a:pPr>
            <a:r>
              <a:rPr dirty="0" sz="950" spc="-170">
                <a:latin typeface="Times New Roman"/>
                <a:cs typeface="Times New Roman"/>
              </a:rPr>
              <a:t>A</a:t>
            </a:r>
            <a:endParaRPr sz="950">
              <a:latin typeface="Times New Roman"/>
              <a:cs typeface="Times New Roman"/>
            </a:endParaRPr>
          </a:p>
        </p:txBody>
      </p:sp>
      <p:sp>
        <p:nvSpPr>
          <p:cNvPr id="164" name="object 164" descr=""/>
          <p:cNvSpPr txBox="1"/>
          <p:nvPr/>
        </p:nvSpPr>
        <p:spPr>
          <a:xfrm>
            <a:off x="10036360" y="2505563"/>
            <a:ext cx="80645" cy="171450"/>
          </a:xfrm>
          <a:prstGeom prst="rect">
            <a:avLst/>
          </a:prstGeom>
        </p:spPr>
        <p:txBody>
          <a:bodyPr wrap="square" lIns="0" tIns="13335" rIns="0" bIns="0" rtlCol="0" vert="horz">
            <a:spAutoFit/>
          </a:bodyPr>
          <a:lstStyle/>
          <a:p>
            <a:pPr marL="12700">
              <a:lnSpc>
                <a:spcPct val="100000"/>
              </a:lnSpc>
              <a:spcBef>
                <a:spcPts val="105"/>
              </a:spcBef>
            </a:pPr>
            <a:r>
              <a:rPr dirty="0" sz="950" spc="-160">
                <a:latin typeface="Times New Roman"/>
                <a:cs typeface="Times New Roman"/>
              </a:rPr>
              <a:t>B</a:t>
            </a:r>
            <a:endParaRPr sz="950">
              <a:latin typeface="Times New Roman"/>
              <a:cs typeface="Times New Roman"/>
            </a:endParaRPr>
          </a:p>
        </p:txBody>
      </p:sp>
      <p:sp>
        <p:nvSpPr>
          <p:cNvPr id="165" name="object 165" descr=""/>
          <p:cNvSpPr txBox="1"/>
          <p:nvPr/>
        </p:nvSpPr>
        <p:spPr>
          <a:xfrm>
            <a:off x="10028432" y="2952422"/>
            <a:ext cx="117475" cy="255904"/>
          </a:xfrm>
          <a:prstGeom prst="rect">
            <a:avLst/>
          </a:prstGeom>
        </p:spPr>
        <p:txBody>
          <a:bodyPr wrap="square" lIns="0" tIns="3810" rIns="0" bIns="0" rtlCol="0" vert="vert">
            <a:spAutoFit/>
          </a:bodyPr>
          <a:lstStyle/>
          <a:p>
            <a:pPr marL="12700">
              <a:lnSpc>
                <a:spcPct val="100000"/>
              </a:lnSpc>
              <a:spcBef>
                <a:spcPts val="30"/>
              </a:spcBef>
            </a:pPr>
            <a:r>
              <a:rPr dirty="0" sz="650" spc="170">
                <a:latin typeface="Times New Roman"/>
                <a:cs typeface="Times New Roman"/>
              </a:rPr>
              <a:t>Imm</a:t>
            </a:r>
            <a:endParaRPr sz="650">
              <a:latin typeface="Times New Roman"/>
              <a:cs typeface="Times New Roman"/>
            </a:endParaRPr>
          </a:p>
        </p:txBody>
      </p:sp>
      <p:sp>
        <p:nvSpPr>
          <p:cNvPr id="166" name="object 166" descr=""/>
          <p:cNvSpPr txBox="1"/>
          <p:nvPr/>
        </p:nvSpPr>
        <p:spPr>
          <a:xfrm>
            <a:off x="9366300" y="1784954"/>
            <a:ext cx="222250" cy="171450"/>
          </a:xfrm>
          <a:prstGeom prst="rect">
            <a:avLst/>
          </a:prstGeom>
        </p:spPr>
        <p:txBody>
          <a:bodyPr wrap="square" lIns="0" tIns="13335" rIns="0" bIns="0" rtlCol="0" vert="horz">
            <a:spAutoFit/>
          </a:bodyPr>
          <a:lstStyle/>
          <a:p>
            <a:pPr marL="12700">
              <a:lnSpc>
                <a:spcPct val="100000"/>
              </a:lnSpc>
              <a:spcBef>
                <a:spcPts val="105"/>
              </a:spcBef>
            </a:pPr>
            <a:r>
              <a:rPr dirty="0" sz="950" spc="-120">
                <a:latin typeface="Times New Roman"/>
                <a:cs typeface="Times New Roman"/>
              </a:rPr>
              <a:t>IR[rs]</a:t>
            </a:r>
            <a:endParaRPr sz="950">
              <a:latin typeface="Times New Roman"/>
              <a:cs typeface="Times New Roman"/>
            </a:endParaRPr>
          </a:p>
        </p:txBody>
      </p:sp>
      <p:sp>
        <p:nvSpPr>
          <p:cNvPr id="167" name="object 167" descr=""/>
          <p:cNvSpPr txBox="1"/>
          <p:nvPr/>
        </p:nvSpPr>
        <p:spPr>
          <a:xfrm>
            <a:off x="9366300" y="1909559"/>
            <a:ext cx="498475" cy="414655"/>
          </a:xfrm>
          <a:prstGeom prst="rect">
            <a:avLst/>
          </a:prstGeom>
        </p:spPr>
        <p:txBody>
          <a:bodyPr wrap="square" lIns="0" tIns="13335" rIns="0" bIns="0" rtlCol="0" vert="horz">
            <a:spAutoFit/>
          </a:bodyPr>
          <a:lstStyle/>
          <a:p>
            <a:pPr algn="r" marR="5080">
              <a:lnSpc>
                <a:spcPts val="1065"/>
              </a:lnSpc>
              <a:spcBef>
                <a:spcPts val="105"/>
              </a:spcBef>
            </a:pPr>
            <a:r>
              <a:rPr dirty="0" sz="950" spc="-355">
                <a:latin typeface="宋体"/>
                <a:cs typeface="宋体"/>
              </a:rPr>
              <a:t>通</a:t>
            </a:r>
            <a:endParaRPr sz="950">
              <a:latin typeface="宋体"/>
              <a:cs typeface="宋体"/>
            </a:endParaRPr>
          </a:p>
          <a:p>
            <a:pPr algn="r" marL="402590" marR="5080" indent="-390525">
              <a:lnSpc>
                <a:spcPts val="919"/>
              </a:lnSpc>
              <a:spcBef>
                <a:spcPts val="140"/>
              </a:spcBef>
              <a:tabLst>
                <a:tab pos="402590" algn="l"/>
              </a:tabLst>
            </a:pPr>
            <a:r>
              <a:rPr dirty="0" sz="950" spc="-10">
                <a:latin typeface="Times New Roman"/>
                <a:cs typeface="Times New Roman"/>
              </a:rPr>
              <a:t>IR[rt]</a:t>
            </a:r>
            <a:r>
              <a:rPr dirty="0" sz="950">
                <a:latin typeface="Times New Roman"/>
                <a:cs typeface="Times New Roman"/>
              </a:rPr>
              <a:t>	</a:t>
            </a:r>
            <a:r>
              <a:rPr dirty="0" baseline="2923" sz="1425" spc="-532">
                <a:latin typeface="宋体"/>
                <a:cs typeface="宋体"/>
              </a:rPr>
              <a:t>用</a:t>
            </a:r>
            <a:r>
              <a:rPr dirty="0" sz="950" spc="-355">
                <a:latin typeface="宋体"/>
                <a:cs typeface="宋体"/>
              </a:rPr>
              <a:t>寄</a:t>
            </a:r>
            <a:endParaRPr sz="950">
              <a:latin typeface="宋体"/>
              <a:cs typeface="宋体"/>
            </a:endParaRPr>
          </a:p>
        </p:txBody>
      </p:sp>
      <p:sp>
        <p:nvSpPr>
          <p:cNvPr id="168" name="object 168" descr=""/>
          <p:cNvSpPr txBox="1"/>
          <p:nvPr/>
        </p:nvSpPr>
        <p:spPr>
          <a:xfrm>
            <a:off x="9346978" y="2299650"/>
            <a:ext cx="337820" cy="147320"/>
          </a:xfrm>
          <a:prstGeom prst="rect">
            <a:avLst/>
          </a:prstGeom>
        </p:spPr>
        <p:txBody>
          <a:bodyPr wrap="square" lIns="0" tIns="12065" rIns="0" bIns="0" rtlCol="0" vert="horz">
            <a:spAutoFit/>
          </a:bodyPr>
          <a:lstStyle/>
          <a:p>
            <a:pPr marL="12700">
              <a:lnSpc>
                <a:spcPct val="100000"/>
              </a:lnSpc>
              <a:spcBef>
                <a:spcPts val="95"/>
              </a:spcBef>
            </a:pPr>
            <a:r>
              <a:rPr dirty="0" sz="800" spc="-130">
                <a:latin typeface="宋体"/>
                <a:cs typeface="宋体"/>
              </a:rPr>
              <a:t>MEM/WB.IR</a:t>
            </a:r>
            <a:endParaRPr sz="800">
              <a:latin typeface="宋体"/>
              <a:cs typeface="宋体"/>
            </a:endParaRPr>
          </a:p>
        </p:txBody>
      </p:sp>
      <p:grpSp>
        <p:nvGrpSpPr>
          <p:cNvPr id="169" name="object 169" descr=""/>
          <p:cNvGrpSpPr/>
          <p:nvPr/>
        </p:nvGrpSpPr>
        <p:grpSpPr>
          <a:xfrm>
            <a:off x="9136077" y="1407223"/>
            <a:ext cx="121285" cy="297180"/>
            <a:chOff x="9136077" y="1407223"/>
            <a:chExt cx="121285" cy="297180"/>
          </a:xfrm>
        </p:grpSpPr>
        <p:sp>
          <p:nvSpPr>
            <p:cNvPr id="170" name="object 170" descr=""/>
            <p:cNvSpPr/>
            <p:nvPr/>
          </p:nvSpPr>
          <p:spPr>
            <a:xfrm>
              <a:off x="9139887" y="1411033"/>
              <a:ext cx="113664" cy="289560"/>
            </a:xfrm>
            <a:custGeom>
              <a:avLst/>
              <a:gdLst/>
              <a:ahLst/>
              <a:cxnLst/>
              <a:rect l="l" t="t" r="r" b="b"/>
              <a:pathLst>
                <a:path w="113665" h="289560">
                  <a:moveTo>
                    <a:pt x="113187" y="0"/>
                  </a:moveTo>
                  <a:lnTo>
                    <a:pt x="0" y="0"/>
                  </a:lnTo>
                  <a:lnTo>
                    <a:pt x="0" y="289184"/>
                  </a:lnTo>
                  <a:lnTo>
                    <a:pt x="113187" y="289184"/>
                  </a:lnTo>
                  <a:lnTo>
                    <a:pt x="113187" y="0"/>
                  </a:lnTo>
                  <a:close/>
                </a:path>
              </a:pathLst>
            </a:custGeom>
            <a:solidFill>
              <a:srgbClr val="FFFFFF"/>
            </a:solidFill>
          </p:spPr>
          <p:txBody>
            <a:bodyPr wrap="square" lIns="0" tIns="0" rIns="0" bIns="0" rtlCol="0"/>
            <a:lstStyle/>
            <a:p/>
          </p:txBody>
        </p:sp>
        <p:sp>
          <p:nvSpPr>
            <p:cNvPr id="171" name="object 171" descr=""/>
            <p:cNvSpPr/>
            <p:nvPr/>
          </p:nvSpPr>
          <p:spPr>
            <a:xfrm>
              <a:off x="9139887" y="1411033"/>
              <a:ext cx="113664" cy="289560"/>
            </a:xfrm>
            <a:custGeom>
              <a:avLst/>
              <a:gdLst/>
              <a:ahLst/>
              <a:cxnLst/>
              <a:rect l="l" t="t" r="r" b="b"/>
              <a:pathLst>
                <a:path w="113665" h="289560">
                  <a:moveTo>
                    <a:pt x="0" y="289184"/>
                  </a:moveTo>
                  <a:lnTo>
                    <a:pt x="113187" y="289184"/>
                  </a:lnTo>
                  <a:lnTo>
                    <a:pt x="113187" y="0"/>
                  </a:lnTo>
                  <a:lnTo>
                    <a:pt x="0" y="0"/>
                  </a:lnTo>
                  <a:lnTo>
                    <a:pt x="0" y="289184"/>
                  </a:lnTo>
                  <a:close/>
                </a:path>
              </a:pathLst>
            </a:custGeom>
            <a:ln w="6987">
              <a:solidFill>
                <a:srgbClr val="000000"/>
              </a:solidFill>
            </a:ln>
          </p:spPr>
          <p:txBody>
            <a:bodyPr wrap="square" lIns="0" tIns="0" rIns="0" bIns="0" rtlCol="0"/>
            <a:lstStyle/>
            <a:p/>
          </p:txBody>
        </p:sp>
      </p:grpSp>
      <p:sp>
        <p:nvSpPr>
          <p:cNvPr id="172" name="object 172" descr=""/>
          <p:cNvSpPr txBox="1"/>
          <p:nvPr/>
        </p:nvSpPr>
        <p:spPr>
          <a:xfrm>
            <a:off x="9142894" y="1425942"/>
            <a:ext cx="117475" cy="261620"/>
          </a:xfrm>
          <a:prstGeom prst="rect">
            <a:avLst/>
          </a:prstGeom>
        </p:spPr>
        <p:txBody>
          <a:bodyPr wrap="square" lIns="0" tIns="3810" rIns="0" bIns="0" rtlCol="0" vert="vert">
            <a:spAutoFit/>
          </a:bodyPr>
          <a:lstStyle/>
          <a:p>
            <a:pPr marL="12700">
              <a:lnSpc>
                <a:spcPct val="100000"/>
              </a:lnSpc>
              <a:spcBef>
                <a:spcPts val="30"/>
              </a:spcBef>
            </a:pPr>
            <a:r>
              <a:rPr dirty="0" sz="650" spc="165">
                <a:latin typeface="Times New Roman"/>
                <a:cs typeface="Times New Roman"/>
              </a:rPr>
              <a:t>NPC</a:t>
            </a:r>
            <a:endParaRPr sz="650">
              <a:latin typeface="Times New Roman"/>
              <a:cs typeface="Times New Roman"/>
            </a:endParaRPr>
          </a:p>
        </p:txBody>
      </p:sp>
      <p:grpSp>
        <p:nvGrpSpPr>
          <p:cNvPr id="173" name="object 173" descr=""/>
          <p:cNvGrpSpPr/>
          <p:nvPr/>
        </p:nvGrpSpPr>
        <p:grpSpPr>
          <a:xfrm>
            <a:off x="10020982" y="1407223"/>
            <a:ext cx="121285" cy="297180"/>
            <a:chOff x="10020982" y="1407223"/>
            <a:chExt cx="121285" cy="297180"/>
          </a:xfrm>
        </p:grpSpPr>
        <p:sp>
          <p:nvSpPr>
            <p:cNvPr id="174" name="object 174" descr=""/>
            <p:cNvSpPr/>
            <p:nvPr/>
          </p:nvSpPr>
          <p:spPr>
            <a:xfrm>
              <a:off x="10024792" y="1411033"/>
              <a:ext cx="113664" cy="289560"/>
            </a:xfrm>
            <a:custGeom>
              <a:avLst/>
              <a:gdLst/>
              <a:ahLst/>
              <a:cxnLst/>
              <a:rect l="l" t="t" r="r" b="b"/>
              <a:pathLst>
                <a:path w="113665" h="289560">
                  <a:moveTo>
                    <a:pt x="113187" y="0"/>
                  </a:moveTo>
                  <a:lnTo>
                    <a:pt x="0" y="0"/>
                  </a:lnTo>
                  <a:lnTo>
                    <a:pt x="0" y="289184"/>
                  </a:lnTo>
                  <a:lnTo>
                    <a:pt x="113187" y="289184"/>
                  </a:lnTo>
                  <a:lnTo>
                    <a:pt x="113187" y="0"/>
                  </a:lnTo>
                  <a:close/>
                </a:path>
              </a:pathLst>
            </a:custGeom>
            <a:solidFill>
              <a:srgbClr val="FFFFFF"/>
            </a:solidFill>
          </p:spPr>
          <p:txBody>
            <a:bodyPr wrap="square" lIns="0" tIns="0" rIns="0" bIns="0" rtlCol="0"/>
            <a:lstStyle/>
            <a:p/>
          </p:txBody>
        </p:sp>
        <p:sp>
          <p:nvSpPr>
            <p:cNvPr id="175" name="object 175" descr=""/>
            <p:cNvSpPr/>
            <p:nvPr/>
          </p:nvSpPr>
          <p:spPr>
            <a:xfrm>
              <a:off x="10024792" y="1411033"/>
              <a:ext cx="113664" cy="289560"/>
            </a:xfrm>
            <a:custGeom>
              <a:avLst/>
              <a:gdLst/>
              <a:ahLst/>
              <a:cxnLst/>
              <a:rect l="l" t="t" r="r" b="b"/>
              <a:pathLst>
                <a:path w="113665" h="289560">
                  <a:moveTo>
                    <a:pt x="0" y="289184"/>
                  </a:moveTo>
                  <a:lnTo>
                    <a:pt x="113187" y="289184"/>
                  </a:lnTo>
                  <a:lnTo>
                    <a:pt x="113187" y="0"/>
                  </a:lnTo>
                  <a:lnTo>
                    <a:pt x="0" y="0"/>
                  </a:lnTo>
                  <a:lnTo>
                    <a:pt x="0" y="289184"/>
                  </a:lnTo>
                  <a:close/>
                </a:path>
              </a:pathLst>
            </a:custGeom>
            <a:ln w="6987">
              <a:solidFill>
                <a:srgbClr val="000000"/>
              </a:solidFill>
            </a:ln>
          </p:spPr>
          <p:txBody>
            <a:bodyPr wrap="square" lIns="0" tIns="0" rIns="0" bIns="0" rtlCol="0"/>
            <a:lstStyle/>
            <a:p/>
          </p:txBody>
        </p:sp>
      </p:grpSp>
      <p:sp>
        <p:nvSpPr>
          <p:cNvPr id="176" name="object 176" descr=""/>
          <p:cNvSpPr txBox="1"/>
          <p:nvPr/>
        </p:nvSpPr>
        <p:spPr>
          <a:xfrm>
            <a:off x="10027699" y="1425942"/>
            <a:ext cx="117475" cy="261620"/>
          </a:xfrm>
          <a:prstGeom prst="rect">
            <a:avLst/>
          </a:prstGeom>
        </p:spPr>
        <p:txBody>
          <a:bodyPr wrap="square" lIns="0" tIns="3810" rIns="0" bIns="0" rtlCol="0" vert="vert">
            <a:spAutoFit/>
          </a:bodyPr>
          <a:lstStyle/>
          <a:p>
            <a:pPr marL="12700">
              <a:lnSpc>
                <a:spcPct val="100000"/>
              </a:lnSpc>
              <a:spcBef>
                <a:spcPts val="30"/>
              </a:spcBef>
            </a:pPr>
            <a:r>
              <a:rPr dirty="0" sz="650" spc="165">
                <a:latin typeface="Times New Roman"/>
                <a:cs typeface="Times New Roman"/>
              </a:rPr>
              <a:t>NPC</a:t>
            </a:r>
            <a:endParaRPr sz="650">
              <a:latin typeface="Times New Roman"/>
              <a:cs typeface="Times New Roman"/>
            </a:endParaRPr>
          </a:p>
        </p:txBody>
      </p:sp>
      <p:grpSp>
        <p:nvGrpSpPr>
          <p:cNvPr id="177" name="object 177" descr=""/>
          <p:cNvGrpSpPr/>
          <p:nvPr/>
        </p:nvGrpSpPr>
        <p:grpSpPr>
          <a:xfrm>
            <a:off x="10020982" y="3264086"/>
            <a:ext cx="121285" cy="255270"/>
            <a:chOff x="10020982" y="3264086"/>
            <a:chExt cx="121285" cy="255270"/>
          </a:xfrm>
        </p:grpSpPr>
        <p:sp>
          <p:nvSpPr>
            <p:cNvPr id="178" name="object 178" descr=""/>
            <p:cNvSpPr/>
            <p:nvPr/>
          </p:nvSpPr>
          <p:spPr>
            <a:xfrm>
              <a:off x="10024792" y="3267896"/>
              <a:ext cx="113664" cy="247650"/>
            </a:xfrm>
            <a:custGeom>
              <a:avLst/>
              <a:gdLst/>
              <a:ahLst/>
              <a:cxnLst/>
              <a:rect l="l" t="t" r="r" b="b"/>
              <a:pathLst>
                <a:path w="113665" h="247650">
                  <a:moveTo>
                    <a:pt x="113187" y="0"/>
                  </a:moveTo>
                  <a:lnTo>
                    <a:pt x="0" y="0"/>
                  </a:lnTo>
                  <a:lnTo>
                    <a:pt x="0" y="247071"/>
                  </a:lnTo>
                  <a:lnTo>
                    <a:pt x="113187" y="247071"/>
                  </a:lnTo>
                  <a:lnTo>
                    <a:pt x="113187" y="0"/>
                  </a:lnTo>
                  <a:close/>
                </a:path>
              </a:pathLst>
            </a:custGeom>
            <a:solidFill>
              <a:srgbClr val="FFFFFF"/>
            </a:solidFill>
          </p:spPr>
          <p:txBody>
            <a:bodyPr wrap="square" lIns="0" tIns="0" rIns="0" bIns="0" rtlCol="0"/>
            <a:lstStyle/>
            <a:p/>
          </p:txBody>
        </p:sp>
        <p:sp>
          <p:nvSpPr>
            <p:cNvPr id="179" name="object 179" descr=""/>
            <p:cNvSpPr/>
            <p:nvPr/>
          </p:nvSpPr>
          <p:spPr>
            <a:xfrm>
              <a:off x="10024792" y="3267896"/>
              <a:ext cx="113664" cy="247650"/>
            </a:xfrm>
            <a:custGeom>
              <a:avLst/>
              <a:gdLst/>
              <a:ahLst/>
              <a:cxnLst/>
              <a:rect l="l" t="t" r="r" b="b"/>
              <a:pathLst>
                <a:path w="113665" h="247650">
                  <a:moveTo>
                    <a:pt x="0" y="247071"/>
                  </a:moveTo>
                  <a:lnTo>
                    <a:pt x="113187" y="247071"/>
                  </a:lnTo>
                  <a:lnTo>
                    <a:pt x="113187" y="0"/>
                  </a:lnTo>
                  <a:lnTo>
                    <a:pt x="0" y="0"/>
                  </a:lnTo>
                  <a:lnTo>
                    <a:pt x="0" y="247071"/>
                  </a:lnTo>
                  <a:close/>
                </a:path>
              </a:pathLst>
            </a:custGeom>
            <a:ln w="7112">
              <a:solidFill>
                <a:srgbClr val="000000"/>
              </a:solidFill>
            </a:ln>
          </p:spPr>
          <p:txBody>
            <a:bodyPr wrap="square" lIns="0" tIns="0" rIns="0" bIns="0" rtlCol="0"/>
            <a:lstStyle/>
            <a:p/>
          </p:txBody>
        </p:sp>
      </p:grpSp>
      <p:sp>
        <p:nvSpPr>
          <p:cNvPr id="180" name="object 180" descr=""/>
          <p:cNvSpPr txBox="1"/>
          <p:nvPr/>
        </p:nvSpPr>
        <p:spPr>
          <a:xfrm>
            <a:off x="10027477" y="3303476"/>
            <a:ext cx="108585" cy="171450"/>
          </a:xfrm>
          <a:prstGeom prst="rect">
            <a:avLst/>
          </a:prstGeom>
        </p:spPr>
        <p:txBody>
          <a:bodyPr wrap="square" lIns="0" tIns="13335" rIns="0" bIns="0" rtlCol="0" vert="horz">
            <a:spAutoFit/>
          </a:bodyPr>
          <a:lstStyle/>
          <a:p>
            <a:pPr marL="12700">
              <a:lnSpc>
                <a:spcPct val="100000"/>
              </a:lnSpc>
              <a:spcBef>
                <a:spcPts val="105"/>
              </a:spcBef>
            </a:pPr>
            <a:r>
              <a:rPr dirty="0" sz="950" spc="-130">
                <a:latin typeface="Times New Roman"/>
                <a:cs typeface="Times New Roman"/>
              </a:rPr>
              <a:t>IR</a:t>
            </a:r>
            <a:endParaRPr sz="950">
              <a:latin typeface="Times New Roman"/>
              <a:cs typeface="Times New Roman"/>
            </a:endParaRPr>
          </a:p>
        </p:txBody>
      </p:sp>
      <p:grpSp>
        <p:nvGrpSpPr>
          <p:cNvPr id="181" name="object 181" descr=""/>
          <p:cNvGrpSpPr/>
          <p:nvPr/>
        </p:nvGrpSpPr>
        <p:grpSpPr>
          <a:xfrm>
            <a:off x="9269524" y="1522518"/>
            <a:ext cx="991235" cy="1905635"/>
            <a:chOff x="9269524" y="1522518"/>
            <a:chExt cx="991235" cy="1905635"/>
          </a:xfrm>
        </p:grpSpPr>
        <p:sp>
          <p:nvSpPr>
            <p:cNvPr id="182" name="object 182" descr=""/>
            <p:cNvSpPr/>
            <p:nvPr/>
          </p:nvSpPr>
          <p:spPr>
            <a:xfrm>
              <a:off x="9274604" y="1556660"/>
              <a:ext cx="683260" cy="0"/>
            </a:xfrm>
            <a:custGeom>
              <a:avLst/>
              <a:gdLst/>
              <a:ahLst/>
              <a:cxnLst/>
              <a:rect l="l" t="t" r="r" b="b"/>
              <a:pathLst>
                <a:path w="683259" h="0">
                  <a:moveTo>
                    <a:pt x="0" y="0"/>
                  </a:moveTo>
                  <a:lnTo>
                    <a:pt x="683246" y="0"/>
                  </a:lnTo>
                </a:path>
              </a:pathLst>
            </a:custGeom>
            <a:ln w="9655">
              <a:solidFill>
                <a:srgbClr val="000000"/>
              </a:solidFill>
            </a:ln>
          </p:spPr>
          <p:txBody>
            <a:bodyPr wrap="square" lIns="0" tIns="0" rIns="0" bIns="0" rtlCol="0"/>
            <a:lstStyle/>
            <a:p/>
          </p:txBody>
        </p:sp>
        <p:sp>
          <p:nvSpPr>
            <p:cNvPr id="183" name="object 183" descr=""/>
            <p:cNvSpPr/>
            <p:nvPr/>
          </p:nvSpPr>
          <p:spPr>
            <a:xfrm>
              <a:off x="9933583" y="1522518"/>
              <a:ext cx="73025" cy="69215"/>
            </a:xfrm>
            <a:custGeom>
              <a:avLst/>
              <a:gdLst/>
              <a:ahLst/>
              <a:cxnLst/>
              <a:rect l="l" t="t" r="r" b="b"/>
              <a:pathLst>
                <a:path w="73025" h="69215">
                  <a:moveTo>
                    <a:pt x="0" y="0"/>
                  </a:moveTo>
                  <a:lnTo>
                    <a:pt x="23168" y="34814"/>
                  </a:lnTo>
                  <a:lnTo>
                    <a:pt x="0" y="68687"/>
                  </a:lnTo>
                  <a:lnTo>
                    <a:pt x="72619" y="34814"/>
                  </a:lnTo>
                  <a:lnTo>
                    <a:pt x="0" y="0"/>
                  </a:lnTo>
                  <a:close/>
                </a:path>
              </a:pathLst>
            </a:custGeom>
            <a:solidFill>
              <a:srgbClr val="000000"/>
            </a:solidFill>
          </p:spPr>
          <p:txBody>
            <a:bodyPr wrap="square" lIns="0" tIns="0" rIns="0" bIns="0" rtlCol="0"/>
            <a:lstStyle/>
            <a:p/>
          </p:txBody>
        </p:sp>
        <p:sp>
          <p:nvSpPr>
            <p:cNvPr id="184" name="object 184" descr=""/>
            <p:cNvSpPr/>
            <p:nvPr/>
          </p:nvSpPr>
          <p:spPr>
            <a:xfrm>
              <a:off x="9312974" y="1556660"/>
              <a:ext cx="942975" cy="1837055"/>
            </a:xfrm>
            <a:custGeom>
              <a:avLst/>
              <a:gdLst/>
              <a:ahLst/>
              <a:cxnLst/>
              <a:rect l="l" t="t" r="r" b="b"/>
              <a:pathLst>
                <a:path w="942975" h="1837054">
                  <a:moveTo>
                    <a:pt x="942680" y="500837"/>
                  </a:moveTo>
                  <a:lnTo>
                    <a:pt x="942680" y="0"/>
                  </a:lnTo>
                </a:path>
                <a:path w="942975" h="1837054">
                  <a:moveTo>
                    <a:pt x="942680" y="0"/>
                  </a:moveTo>
                  <a:lnTo>
                    <a:pt x="846525" y="0"/>
                  </a:lnTo>
                </a:path>
                <a:path w="942975" h="1837054">
                  <a:moveTo>
                    <a:pt x="0" y="1836606"/>
                  </a:moveTo>
                  <a:lnTo>
                    <a:pt x="644876" y="1836606"/>
                  </a:lnTo>
                </a:path>
              </a:pathLst>
            </a:custGeom>
            <a:ln w="8116">
              <a:solidFill>
                <a:srgbClr val="000000"/>
              </a:solidFill>
            </a:ln>
          </p:spPr>
          <p:txBody>
            <a:bodyPr wrap="square" lIns="0" tIns="0" rIns="0" bIns="0" rtlCol="0"/>
            <a:lstStyle/>
            <a:p/>
          </p:txBody>
        </p:sp>
        <p:sp>
          <p:nvSpPr>
            <p:cNvPr id="185" name="object 185" descr=""/>
            <p:cNvSpPr/>
            <p:nvPr/>
          </p:nvSpPr>
          <p:spPr>
            <a:xfrm>
              <a:off x="9933583" y="3359111"/>
              <a:ext cx="73025" cy="69215"/>
            </a:xfrm>
            <a:custGeom>
              <a:avLst/>
              <a:gdLst/>
              <a:ahLst/>
              <a:cxnLst/>
              <a:rect l="l" t="t" r="r" b="b"/>
              <a:pathLst>
                <a:path w="73025" h="69214">
                  <a:moveTo>
                    <a:pt x="0" y="0"/>
                  </a:moveTo>
                  <a:lnTo>
                    <a:pt x="23168" y="34814"/>
                  </a:lnTo>
                  <a:lnTo>
                    <a:pt x="0" y="68646"/>
                  </a:lnTo>
                  <a:lnTo>
                    <a:pt x="72619" y="34814"/>
                  </a:lnTo>
                  <a:lnTo>
                    <a:pt x="0" y="0"/>
                  </a:lnTo>
                  <a:close/>
                </a:path>
              </a:pathLst>
            </a:custGeom>
            <a:solidFill>
              <a:srgbClr val="000000"/>
            </a:solidFill>
          </p:spPr>
          <p:txBody>
            <a:bodyPr wrap="square" lIns="0" tIns="0" rIns="0" bIns="0" rtlCol="0"/>
            <a:lstStyle/>
            <a:p/>
          </p:txBody>
        </p:sp>
      </p:grpSp>
      <p:sp>
        <p:nvSpPr>
          <p:cNvPr id="186" name="object 186" descr=""/>
          <p:cNvSpPr txBox="1"/>
          <p:nvPr/>
        </p:nvSpPr>
        <p:spPr>
          <a:xfrm>
            <a:off x="10834573" y="1509146"/>
            <a:ext cx="117475" cy="262255"/>
          </a:xfrm>
          <a:prstGeom prst="rect">
            <a:avLst/>
          </a:prstGeom>
        </p:spPr>
        <p:txBody>
          <a:bodyPr wrap="square" lIns="0" tIns="3810" rIns="0" bIns="0" rtlCol="0" vert="vert">
            <a:spAutoFit/>
          </a:bodyPr>
          <a:lstStyle/>
          <a:p>
            <a:pPr marL="12700">
              <a:lnSpc>
                <a:spcPct val="100000"/>
              </a:lnSpc>
              <a:spcBef>
                <a:spcPts val="30"/>
              </a:spcBef>
            </a:pPr>
            <a:r>
              <a:rPr dirty="0" sz="650" spc="125">
                <a:latin typeface="Times New Roman"/>
                <a:cs typeface="Times New Roman"/>
              </a:rPr>
              <a:t>cond</a:t>
            </a:r>
            <a:endParaRPr sz="650">
              <a:latin typeface="Times New Roman"/>
              <a:cs typeface="Times New Roman"/>
            </a:endParaRPr>
          </a:p>
        </p:txBody>
      </p:sp>
      <p:sp>
        <p:nvSpPr>
          <p:cNvPr id="187" name="object 187" descr=""/>
          <p:cNvSpPr txBox="1"/>
          <p:nvPr/>
        </p:nvSpPr>
        <p:spPr>
          <a:xfrm>
            <a:off x="10830728" y="2218196"/>
            <a:ext cx="117475" cy="336550"/>
          </a:xfrm>
          <a:prstGeom prst="rect">
            <a:avLst/>
          </a:prstGeom>
        </p:spPr>
        <p:txBody>
          <a:bodyPr wrap="square" lIns="0" tIns="3810" rIns="0" bIns="0" rtlCol="0" vert="vert">
            <a:spAutoFit/>
          </a:bodyPr>
          <a:lstStyle/>
          <a:p>
            <a:pPr marL="12700">
              <a:lnSpc>
                <a:spcPct val="100000"/>
              </a:lnSpc>
              <a:spcBef>
                <a:spcPts val="30"/>
              </a:spcBef>
            </a:pPr>
            <a:r>
              <a:rPr dirty="0" sz="650" spc="165">
                <a:latin typeface="Times New Roman"/>
                <a:cs typeface="Times New Roman"/>
              </a:rPr>
              <a:t>ALUo</a:t>
            </a:r>
            <a:endParaRPr sz="650">
              <a:latin typeface="Times New Roman"/>
              <a:cs typeface="Times New Roman"/>
            </a:endParaRPr>
          </a:p>
        </p:txBody>
      </p:sp>
      <p:grpSp>
        <p:nvGrpSpPr>
          <p:cNvPr id="188" name="object 188" descr=""/>
          <p:cNvGrpSpPr/>
          <p:nvPr/>
        </p:nvGrpSpPr>
        <p:grpSpPr>
          <a:xfrm>
            <a:off x="10828956" y="2804783"/>
            <a:ext cx="121285" cy="255270"/>
            <a:chOff x="10828956" y="2804783"/>
            <a:chExt cx="121285" cy="255270"/>
          </a:xfrm>
        </p:grpSpPr>
        <p:sp>
          <p:nvSpPr>
            <p:cNvPr id="189" name="object 189" descr=""/>
            <p:cNvSpPr/>
            <p:nvPr/>
          </p:nvSpPr>
          <p:spPr>
            <a:xfrm>
              <a:off x="10832766" y="2808593"/>
              <a:ext cx="113664" cy="247650"/>
            </a:xfrm>
            <a:custGeom>
              <a:avLst/>
              <a:gdLst/>
              <a:ahLst/>
              <a:cxnLst/>
              <a:rect l="l" t="t" r="r" b="b"/>
              <a:pathLst>
                <a:path w="113665" h="247650">
                  <a:moveTo>
                    <a:pt x="113187" y="0"/>
                  </a:moveTo>
                  <a:lnTo>
                    <a:pt x="0" y="0"/>
                  </a:lnTo>
                  <a:lnTo>
                    <a:pt x="0" y="247071"/>
                  </a:lnTo>
                  <a:lnTo>
                    <a:pt x="113187" y="247071"/>
                  </a:lnTo>
                  <a:lnTo>
                    <a:pt x="113187" y="0"/>
                  </a:lnTo>
                  <a:close/>
                </a:path>
              </a:pathLst>
            </a:custGeom>
            <a:solidFill>
              <a:srgbClr val="FFFFFF"/>
            </a:solidFill>
          </p:spPr>
          <p:txBody>
            <a:bodyPr wrap="square" lIns="0" tIns="0" rIns="0" bIns="0" rtlCol="0"/>
            <a:lstStyle/>
            <a:p/>
          </p:txBody>
        </p:sp>
        <p:sp>
          <p:nvSpPr>
            <p:cNvPr id="190" name="object 190" descr=""/>
            <p:cNvSpPr/>
            <p:nvPr/>
          </p:nvSpPr>
          <p:spPr>
            <a:xfrm>
              <a:off x="10832766" y="2808593"/>
              <a:ext cx="113664" cy="247650"/>
            </a:xfrm>
            <a:custGeom>
              <a:avLst/>
              <a:gdLst/>
              <a:ahLst/>
              <a:cxnLst/>
              <a:rect l="l" t="t" r="r" b="b"/>
              <a:pathLst>
                <a:path w="113665" h="247650">
                  <a:moveTo>
                    <a:pt x="0" y="247071"/>
                  </a:moveTo>
                  <a:lnTo>
                    <a:pt x="113187" y="247071"/>
                  </a:lnTo>
                  <a:lnTo>
                    <a:pt x="113187" y="0"/>
                  </a:lnTo>
                  <a:lnTo>
                    <a:pt x="0" y="0"/>
                  </a:lnTo>
                  <a:lnTo>
                    <a:pt x="0" y="247071"/>
                  </a:lnTo>
                  <a:close/>
                </a:path>
              </a:pathLst>
            </a:custGeom>
            <a:ln w="7112">
              <a:solidFill>
                <a:srgbClr val="000000"/>
              </a:solidFill>
            </a:ln>
          </p:spPr>
          <p:txBody>
            <a:bodyPr wrap="square" lIns="0" tIns="0" rIns="0" bIns="0" rtlCol="0"/>
            <a:lstStyle/>
            <a:p/>
          </p:txBody>
        </p:sp>
      </p:grpSp>
      <p:sp>
        <p:nvSpPr>
          <p:cNvPr id="191" name="object 191" descr=""/>
          <p:cNvSpPr txBox="1"/>
          <p:nvPr/>
        </p:nvSpPr>
        <p:spPr>
          <a:xfrm>
            <a:off x="10847538" y="2843165"/>
            <a:ext cx="80645" cy="171450"/>
          </a:xfrm>
          <a:prstGeom prst="rect">
            <a:avLst/>
          </a:prstGeom>
        </p:spPr>
        <p:txBody>
          <a:bodyPr wrap="square" lIns="0" tIns="13335" rIns="0" bIns="0" rtlCol="0" vert="horz">
            <a:spAutoFit/>
          </a:bodyPr>
          <a:lstStyle/>
          <a:p>
            <a:pPr marL="12700">
              <a:lnSpc>
                <a:spcPct val="100000"/>
              </a:lnSpc>
              <a:spcBef>
                <a:spcPts val="105"/>
              </a:spcBef>
            </a:pPr>
            <a:r>
              <a:rPr dirty="0" sz="950" spc="-160">
                <a:latin typeface="Times New Roman"/>
                <a:cs typeface="Times New Roman"/>
              </a:rPr>
              <a:t>B</a:t>
            </a:r>
            <a:endParaRPr sz="950">
              <a:latin typeface="Times New Roman"/>
              <a:cs typeface="Times New Roman"/>
            </a:endParaRPr>
          </a:p>
        </p:txBody>
      </p:sp>
      <p:grpSp>
        <p:nvGrpSpPr>
          <p:cNvPr id="192" name="object 192" descr=""/>
          <p:cNvGrpSpPr/>
          <p:nvPr/>
        </p:nvGrpSpPr>
        <p:grpSpPr>
          <a:xfrm>
            <a:off x="10828956" y="3264086"/>
            <a:ext cx="121285" cy="255270"/>
            <a:chOff x="10828956" y="3264086"/>
            <a:chExt cx="121285" cy="255270"/>
          </a:xfrm>
        </p:grpSpPr>
        <p:sp>
          <p:nvSpPr>
            <p:cNvPr id="193" name="object 193" descr=""/>
            <p:cNvSpPr/>
            <p:nvPr/>
          </p:nvSpPr>
          <p:spPr>
            <a:xfrm>
              <a:off x="10832766" y="3267896"/>
              <a:ext cx="113664" cy="247650"/>
            </a:xfrm>
            <a:custGeom>
              <a:avLst/>
              <a:gdLst/>
              <a:ahLst/>
              <a:cxnLst/>
              <a:rect l="l" t="t" r="r" b="b"/>
              <a:pathLst>
                <a:path w="113665" h="247650">
                  <a:moveTo>
                    <a:pt x="113187" y="0"/>
                  </a:moveTo>
                  <a:lnTo>
                    <a:pt x="0" y="0"/>
                  </a:lnTo>
                  <a:lnTo>
                    <a:pt x="0" y="247071"/>
                  </a:lnTo>
                  <a:lnTo>
                    <a:pt x="113187" y="247071"/>
                  </a:lnTo>
                  <a:lnTo>
                    <a:pt x="113187" y="0"/>
                  </a:lnTo>
                  <a:close/>
                </a:path>
              </a:pathLst>
            </a:custGeom>
            <a:solidFill>
              <a:srgbClr val="FFFFFF"/>
            </a:solidFill>
          </p:spPr>
          <p:txBody>
            <a:bodyPr wrap="square" lIns="0" tIns="0" rIns="0" bIns="0" rtlCol="0"/>
            <a:lstStyle/>
            <a:p/>
          </p:txBody>
        </p:sp>
        <p:sp>
          <p:nvSpPr>
            <p:cNvPr id="194" name="object 194" descr=""/>
            <p:cNvSpPr/>
            <p:nvPr/>
          </p:nvSpPr>
          <p:spPr>
            <a:xfrm>
              <a:off x="10832766" y="3267896"/>
              <a:ext cx="113664" cy="247650"/>
            </a:xfrm>
            <a:custGeom>
              <a:avLst/>
              <a:gdLst/>
              <a:ahLst/>
              <a:cxnLst/>
              <a:rect l="l" t="t" r="r" b="b"/>
              <a:pathLst>
                <a:path w="113665" h="247650">
                  <a:moveTo>
                    <a:pt x="0" y="247071"/>
                  </a:moveTo>
                  <a:lnTo>
                    <a:pt x="113187" y="247071"/>
                  </a:lnTo>
                  <a:lnTo>
                    <a:pt x="113187" y="0"/>
                  </a:lnTo>
                  <a:lnTo>
                    <a:pt x="0" y="0"/>
                  </a:lnTo>
                  <a:lnTo>
                    <a:pt x="0" y="247071"/>
                  </a:lnTo>
                  <a:close/>
                </a:path>
              </a:pathLst>
            </a:custGeom>
            <a:ln w="7112">
              <a:solidFill>
                <a:srgbClr val="000000"/>
              </a:solidFill>
            </a:ln>
          </p:spPr>
          <p:txBody>
            <a:bodyPr wrap="square" lIns="0" tIns="0" rIns="0" bIns="0" rtlCol="0"/>
            <a:lstStyle/>
            <a:p/>
          </p:txBody>
        </p:sp>
      </p:grpSp>
      <p:sp>
        <p:nvSpPr>
          <p:cNvPr id="195" name="object 195" descr=""/>
          <p:cNvSpPr txBox="1"/>
          <p:nvPr/>
        </p:nvSpPr>
        <p:spPr>
          <a:xfrm>
            <a:off x="10839387" y="3301809"/>
            <a:ext cx="108585" cy="171450"/>
          </a:xfrm>
          <a:prstGeom prst="rect">
            <a:avLst/>
          </a:prstGeom>
        </p:spPr>
        <p:txBody>
          <a:bodyPr wrap="square" lIns="0" tIns="13335" rIns="0" bIns="0" rtlCol="0" vert="horz">
            <a:spAutoFit/>
          </a:bodyPr>
          <a:lstStyle/>
          <a:p>
            <a:pPr marL="12700">
              <a:lnSpc>
                <a:spcPct val="100000"/>
              </a:lnSpc>
              <a:spcBef>
                <a:spcPts val="105"/>
              </a:spcBef>
            </a:pPr>
            <a:r>
              <a:rPr dirty="0" sz="950" spc="-130">
                <a:latin typeface="Times New Roman"/>
                <a:cs typeface="Times New Roman"/>
              </a:rPr>
              <a:t>IR</a:t>
            </a:r>
            <a:endParaRPr sz="950">
              <a:latin typeface="Times New Roman"/>
              <a:cs typeface="Times New Roman"/>
            </a:endParaRPr>
          </a:p>
        </p:txBody>
      </p:sp>
      <p:grpSp>
        <p:nvGrpSpPr>
          <p:cNvPr id="196" name="object 196" descr=""/>
          <p:cNvGrpSpPr/>
          <p:nvPr/>
        </p:nvGrpSpPr>
        <p:grpSpPr>
          <a:xfrm>
            <a:off x="10154421" y="2804783"/>
            <a:ext cx="1565275" cy="623570"/>
            <a:chOff x="10154421" y="2804783"/>
            <a:chExt cx="1565275" cy="623570"/>
          </a:xfrm>
        </p:grpSpPr>
        <p:sp>
          <p:nvSpPr>
            <p:cNvPr id="197" name="object 197" descr=""/>
            <p:cNvSpPr/>
            <p:nvPr/>
          </p:nvSpPr>
          <p:spPr>
            <a:xfrm>
              <a:off x="10159501" y="3393267"/>
              <a:ext cx="606425" cy="0"/>
            </a:xfrm>
            <a:custGeom>
              <a:avLst/>
              <a:gdLst/>
              <a:ahLst/>
              <a:cxnLst/>
              <a:rect l="l" t="t" r="r" b="b"/>
              <a:pathLst>
                <a:path w="606425" h="0">
                  <a:moveTo>
                    <a:pt x="0" y="0"/>
                  </a:moveTo>
                  <a:lnTo>
                    <a:pt x="606323" y="0"/>
                  </a:lnTo>
                </a:path>
              </a:pathLst>
            </a:custGeom>
            <a:ln w="9655">
              <a:solidFill>
                <a:srgbClr val="000000"/>
              </a:solidFill>
            </a:ln>
          </p:spPr>
          <p:txBody>
            <a:bodyPr wrap="square" lIns="0" tIns="0" rIns="0" bIns="0" rtlCol="0"/>
            <a:lstStyle/>
            <a:p/>
          </p:txBody>
        </p:sp>
        <p:sp>
          <p:nvSpPr>
            <p:cNvPr id="198" name="object 198" descr=""/>
            <p:cNvSpPr/>
            <p:nvPr/>
          </p:nvSpPr>
          <p:spPr>
            <a:xfrm>
              <a:off x="10741556" y="3359111"/>
              <a:ext cx="73025" cy="69215"/>
            </a:xfrm>
            <a:custGeom>
              <a:avLst/>
              <a:gdLst/>
              <a:ahLst/>
              <a:cxnLst/>
              <a:rect l="l" t="t" r="r" b="b"/>
              <a:pathLst>
                <a:path w="73025" h="69214">
                  <a:moveTo>
                    <a:pt x="0" y="0"/>
                  </a:moveTo>
                  <a:lnTo>
                    <a:pt x="23168" y="34814"/>
                  </a:lnTo>
                  <a:lnTo>
                    <a:pt x="0" y="68646"/>
                  </a:lnTo>
                  <a:lnTo>
                    <a:pt x="72619" y="34814"/>
                  </a:lnTo>
                  <a:lnTo>
                    <a:pt x="0" y="0"/>
                  </a:lnTo>
                  <a:close/>
                </a:path>
              </a:pathLst>
            </a:custGeom>
            <a:solidFill>
              <a:srgbClr val="000000"/>
            </a:solidFill>
          </p:spPr>
          <p:txBody>
            <a:bodyPr wrap="square" lIns="0" tIns="0" rIns="0" bIns="0" rtlCol="0"/>
            <a:lstStyle/>
            <a:p/>
          </p:txBody>
        </p:sp>
        <p:sp>
          <p:nvSpPr>
            <p:cNvPr id="199" name="object 199" descr=""/>
            <p:cNvSpPr/>
            <p:nvPr/>
          </p:nvSpPr>
          <p:spPr>
            <a:xfrm>
              <a:off x="10198054" y="2933615"/>
              <a:ext cx="568325" cy="2540"/>
            </a:xfrm>
            <a:custGeom>
              <a:avLst/>
              <a:gdLst/>
              <a:ahLst/>
              <a:cxnLst/>
              <a:rect l="l" t="t" r="r" b="b"/>
              <a:pathLst>
                <a:path w="568325" h="2539">
                  <a:moveTo>
                    <a:pt x="0" y="2325"/>
                  </a:moveTo>
                  <a:lnTo>
                    <a:pt x="567769" y="0"/>
                  </a:lnTo>
                </a:path>
              </a:pathLst>
            </a:custGeom>
            <a:ln w="9655">
              <a:solidFill>
                <a:srgbClr val="000000"/>
              </a:solidFill>
            </a:ln>
          </p:spPr>
          <p:txBody>
            <a:bodyPr wrap="square" lIns="0" tIns="0" rIns="0" bIns="0" rtlCol="0"/>
            <a:lstStyle/>
            <a:p/>
          </p:txBody>
        </p:sp>
        <p:sp>
          <p:nvSpPr>
            <p:cNvPr id="200" name="object 200" descr=""/>
            <p:cNvSpPr/>
            <p:nvPr/>
          </p:nvSpPr>
          <p:spPr>
            <a:xfrm>
              <a:off x="10741556" y="2899795"/>
              <a:ext cx="73025" cy="69215"/>
            </a:xfrm>
            <a:custGeom>
              <a:avLst/>
              <a:gdLst/>
              <a:ahLst/>
              <a:cxnLst/>
              <a:rect l="l" t="t" r="r" b="b"/>
              <a:pathLst>
                <a:path w="73025" h="69214">
                  <a:moveTo>
                    <a:pt x="0" y="0"/>
                  </a:moveTo>
                  <a:lnTo>
                    <a:pt x="23168" y="33819"/>
                  </a:lnTo>
                  <a:lnTo>
                    <a:pt x="0" y="68646"/>
                  </a:lnTo>
                  <a:lnTo>
                    <a:pt x="72619" y="33819"/>
                  </a:lnTo>
                  <a:lnTo>
                    <a:pt x="0" y="0"/>
                  </a:lnTo>
                  <a:close/>
                </a:path>
              </a:pathLst>
            </a:custGeom>
            <a:solidFill>
              <a:srgbClr val="000000"/>
            </a:solidFill>
          </p:spPr>
          <p:txBody>
            <a:bodyPr wrap="square" lIns="0" tIns="0" rIns="0" bIns="0" rtlCol="0"/>
            <a:lstStyle/>
            <a:p/>
          </p:txBody>
        </p:sp>
        <p:sp>
          <p:nvSpPr>
            <p:cNvPr id="201" name="object 201" descr=""/>
            <p:cNvSpPr/>
            <p:nvPr/>
          </p:nvSpPr>
          <p:spPr>
            <a:xfrm>
              <a:off x="10967474" y="2933615"/>
              <a:ext cx="77470" cy="0"/>
            </a:xfrm>
            <a:custGeom>
              <a:avLst/>
              <a:gdLst/>
              <a:ahLst/>
              <a:cxnLst/>
              <a:rect l="l" t="t" r="r" b="b"/>
              <a:pathLst>
                <a:path w="77470" h="0">
                  <a:moveTo>
                    <a:pt x="0" y="0"/>
                  </a:moveTo>
                  <a:lnTo>
                    <a:pt x="76923" y="0"/>
                  </a:lnTo>
                </a:path>
              </a:pathLst>
            </a:custGeom>
            <a:ln w="9655">
              <a:solidFill>
                <a:srgbClr val="000000"/>
              </a:solidFill>
            </a:ln>
          </p:spPr>
          <p:txBody>
            <a:bodyPr wrap="square" lIns="0" tIns="0" rIns="0" bIns="0" rtlCol="0"/>
            <a:lstStyle/>
            <a:p/>
          </p:txBody>
        </p:sp>
        <p:sp>
          <p:nvSpPr>
            <p:cNvPr id="202" name="object 202" descr=""/>
            <p:cNvSpPr/>
            <p:nvPr/>
          </p:nvSpPr>
          <p:spPr>
            <a:xfrm>
              <a:off x="11602185" y="2808593"/>
              <a:ext cx="113664" cy="414655"/>
            </a:xfrm>
            <a:custGeom>
              <a:avLst/>
              <a:gdLst/>
              <a:ahLst/>
              <a:cxnLst/>
              <a:rect l="l" t="t" r="r" b="b"/>
              <a:pathLst>
                <a:path w="113665" h="414655">
                  <a:moveTo>
                    <a:pt x="113416" y="0"/>
                  </a:moveTo>
                  <a:lnTo>
                    <a:pt x="0" y="0"/>
                  </a:lnTo>
                  <a:lnTo>
                    <a:pt x="0" y="414205"/>
                  </a:lnTo>
                  <a:lnTo>
                    <a:pt x="113416" y="414205"/>
                  </a:lnTo>
                  <a:lnTo>
                    <a:pt x="113416" y="0"/>
                  </a:lnTo>
                  <a:close/>
                </a:path>
              </a:pathLst>
            </a:custGeom>
            <a:solidFill>
              <a:srgbClr val="FFFFFF"/>
            </a:solidFill>
          </p:spPr>
          <p:txBody>
            <a:bodyPr wrap="square" lIns="0" tIns="0" rIns="0" bIns="0" rtlCol="0"/>
            <a:lstStyle/>
            <a:p/>
          </p:txBody>
        </p:sp>
        <p:sp>
          <p:nvSpPr>
            <p:cNvPr id="203" name="object 203" descr=""/>
            <p:cNvSpPr/>
            <p:nvPr/>
          </p:nvSpPr>
          <p:spPr>
            <a:xfrm>
              <a:off x="11602185" y="2808593"/>
              <a:ext cx="113664" cy="414655"/>
            </a:xfrm>
            <a:custGeom>
              <a:avLst/>
              <a:gdLst/>
              <a:ahLst/>
              <a:cxnLst/>
              <a:rect l="l" t="t" r="r" b="b"/>
              <a:pathLst>
                <a:path w="113665" h="414655">
                  <a:moveTo>
                    <a:pt x="0" y="414205"/>
                  </a:moveTo>
                  <a:lnTo>
                    <a:pt x="113416" y="414205"/>
                  </a:lnTo>
                  <a:lnTo>
                    <a:pt x="113416" y="0"/>
                  </a:lnTo>
                  <a:lnTo>
                    <a:pt x="0" y="0"/>
                  </a:lnTo>
                  <a:lnTo>
                    <a:pt x="0" y="414205"/>
                  </a:lnTo>
                  <a:close/>
                </a:path>
              </a:pathLst>
            </a:custGeom>
            <a:ln w="6792">
              <a:solidFill>
                <a:srgbClr val="000000"/>
              </a:solidFill>
            </a:ln>
          </p:spPr>
          <p:txBody>
            <a:bodyPr wrap="square" lIns="0" tIns="0" rIns="0" bIns="0" rtlCol="0"/>
            <a:lstStyle/>
            <a:p/>
          </p:txBody>
        </p:sp>
      </p:grpSp>
      <p:sp>
        <p:nvSpPr>
          <p:cNvPr id="204" name="object 204" descr=""/>
          <p:cNvSpPr txBox="1"/>
          <p:nvPr/>
        </p:nvSpPr>
        <p:spPr>
          <a:xfrm>
            <a:off x="11595385" y="2359468"/>
            <a:ext cx="117475" cy="295910"/>
          </a:xfrm>
          <a:prstGeom prst="rect">
            <a:avLst/>
          </a:prstGeom>
        </p:spPr>
        <p:txBody>
          <a:bodyPr wrap="square" lIns="0" tIns="3810" rIns="0" bIns="0" rtlCol="0" vert="vert">
            <a:spAutoFit/>
          </a:bodyPr>
          <a:lstStyle/>
          <a:p>
            <a:pPr marL="12700">
              <a:lnSpc>
                <a:spcPct val="100000"/>
              </a:lnSpc>
              <a:spcBef>
                <a:spcPts val="30"/>
              </a:spcBef>
            </a:pPr>
            <a:r>
              <a:rPr dirty="0" sz="650" spc="190">
                <a:latin typeface="Times New Roman"/>
                <a:cs typeface="Times New Roman"/>
              </a:rPr>
              <a:t>LMD</a:t>
            </a:r>
            <a:endParaRPr sz="650">
              <a:latin typeface="Times New Roman"/>
              <a:cs typeface="Times New Roman"/>
            </a:endParaRPr>
          </a:p>
        </p:txBody>
      </p:sp>
      <p:sp>
        <p:nvSpPr>
          <p:cNvPr id="205" name="object 205" descr=""/>
          <p:cNvSpPr txBox="1"/>
          <p:nvPr/>
        </p:nvSpPr>
        <p:spPr>
          <a:xfrm>
            <a:off x="11601979" y="2844310"/>
            <a:ext cx="117475" cy="336550"/>
          </a:xfrm>
          <a:prstGeom prst="rect">
            <a:avLst/>
          </a:prstGeom>
        </p:spPr>
        <p:txBody>
          <a:bodyPr wrap="square" lIns="0" tIns="3810" rIns="0" bIns="0" rtlCol="0" vert="vert">
            <a:spAutoFit/>
          </a:bodyPr>
          <a:lstStyle/>
          <a:p>
            <a:pPr marL="12700">
              <a:lnSpc>
                <a:spcPct val="100000"/>
              </a:lnSpc>
              <a:spcBef>
                <a:spcPts val="30"/>
              </a:spcBef>
            </a:pPr>
            <a:r>
              <a:rPr dirty="0" sz="650" spc="165">
                <a:latin typeface="Times New Roman"/>
                <a:cs typeface="Times New Roman"/>
              </a:rPr>
              <a:t>ALUo</a:t>
            </a:r>
            <a:endParaRPr sz="650">
              <a:latin typeface="Times New Roman"/>
              <a:cs typeface="Times New Roman"/>
            </a:endParaRPr>
          </a:p>
        </p:txBody>
      </p:sp>
      <p:sp>
        <p:nvSpPr>
          <p:cNvPr id="206" name="object 206" descr=""/>
          <p:cNvSpPr txBox="1"/>
          <p:nvPr/>
        </p:nvSpPr>
        <p:spPr>
          <a:xfrm>
            <a:off x="11583137" y="3245348"/>
            <a:ext cx="151765" cy="290830"/>
          </a:xfrm>
          <a:prstGeom prst="rect">
            <a:avLst/>
          </a:prstGeom>
          <a:solidFill>
            <a:srgbClr val="FFFFFF"/>
          </a:solidFill>
          <a:ln w="6605">
            <a:solidFill>
              <a:srgbClr val="000000"/>
            </a:solidFill>
          </a:ln>
        </p:spPr>
        <p:txBody>
          <a:bodyPr wrap="square" lIns="0" tIns="66040" rIns="0" bIns="0" rtlCol="0" vert="horz">
            <a:spAutoFit/>
          </a:bodyPr>
          <a:lstStyle/>
          <a:p>
            <a:pPr marL="33655">
              <a:lnSpc>
                <a:spcPct val="100000"/>
              </a:lnSpc>
              <a:spcBef>
                <a:spcPts val="520"/>
              </a:spcBef>
            </a:pPr>
            <a:r>
              <a:rPr dirty="0" sz="950" spc="-45">
                <a:latin typeface="Times New Roman"/>
                <a:cs typeface="Times New Roman"/>
              </a:rPr>
              <a:t>IR</a:t>
            </a:r>
            <a:endParaRPr sz="950">
              <a:latin typeface="Times New Roman"/>
              <a:cs typeface="Times New Roman"/>
            </a:endParaRPr>
          </a:p>
        </p:txBody>
      </p:sp>
      <p:grpSp>
        <p:nvGrpSpPr>
          <p:cNvPr id="207" name="object 207" descr=""/>
          <p:cNvGrpSpPr/>
          <p:nvPr/>
        </p:nvGrpSpPr>
        <p:grpSpPr>
          <a:xfrm>
            <a:off x="8269200" y="760914"/>
            <a:ext cx="3588385" cy="2887980"/>
            <a:chOff x="8269200" y="760914"/>
            <a:chExt cx="3588385" cy="2887980"/>
          </a:xfrm>
        </p:grpSpPr>
        <p:sp>
          <p:nvSpPr>
            <p:cNvPr id="208" name="object 208" descr=""/>
            <p:cNvSpPr/>
            <p:nvPr/>
          </p:nvSpPr>
          <p:spPr>
            <a:xfrm>
              <a:off x="10967473" y="3393267"/>
              <a:ext cx="568325" cy="0"/>
            </a:xfrm>
            <a:custGeom>
              <a:avLst/>
              <a:gdLst/>
              <a:ahLst/>
              <a:cxnLst/>
              <a:rect l="l" t="t" r="r" b="b"/>
              <a:pathLst>
                <a:path w="568325" h="0">
                  <a:moveTo>
                    <a:pt x="0" y="0"/>
                  </a:moveTo>
                  <a:lnTo>
                    <a:pt x="567769" y="0"/>
                  </a:lnTo>
                </a:path>
              </a:pathLst>
            </a:custGeom>
            <a:ln w="9655">
              <a:solidFill>
                <a:srgbClr val="000000"/>
              </a:solidFill>
            </a:ln>
          </p:spPr>
          <p:txBody>
            <a:bodyPr wrap="square" lIns="0" tIns="0" rIns="0" bIns="0" rtlCol="0"/>
            <a:lstStyle/>
            <a:p/>
          </p:txBody>
        </p:sp>
        <p:sp>
          <p:nvSpPr>
            <p:cNvPr id="209" name="object 209" descr=""/>
            <p:cNvSpPr/>
            <p:nvPr/>
          </p:nvSpPr>
          <p:spPr>
            <a:xfrm>
              <a:off x="11510976" y="3359112"/>
              <a:ext cx="73025" cy="69215"/>
            </a:xfrm>
            <a:custGeom>
              <a:avLst/>
              <a:gdLst/>
              <a:ahLst/>
              <a:cxnLst/>
              <a:rect l="l" t="t" r="r" b="b"/>
              <a:pathLst>
                <a:path w="73025" h="69214">
                  <a:moveTo>
                    <a:pt x="0" y="0"/>
                  </a:moveTo>
                  <a:lnTo>
                    <a:pt x="23168" y="34814"/>
                  </a:lnTo>
                  <a:lnTo>
                    <a:pt x="0" y="68646"/>
                  </a:lnTo>
                  <a:lnTo>
                    <a:pt x="72619" y="34814"/>
                  </a:lnTo>
                  <a:lnTo>
                    <a:pt x="0" y="0"/>
                  </a:lnTo>
                  <a:close/>
                </a:path>
              </a:pathLst>
            </a:custGeom>
            <a:solidFill>
              <a:srgbClr val="000000"/>
            </a:solidFill>
          </p:spPr>
          <p:txBody>
            <a:bodyPr wrap="square" lIns="0" tIns="0" rIns="0" bIns="0" rtlCol="0"/>
            <a:lstStyle/>
            <a:p/>
          </p:txBody>
        </p:sp>
        <p:sp>
          <p:nvSpPr>
            <p:cNvPr id="210" name="object 210" descr=""/>
            <p:cNvSpPr/>
            <p:nvPr/>
          </p:nvSpPr>
          <p:spPr>
            <a:xfrm>
              <a:off x="11082950" y="3017518"/>
              <a:ext cx="452755" cy="0"/>
            </a:xfrm>
            <a:custGeom>
              <a:avLst/>
              <a:gdLst/>
              <a:ahLst/>
              <a:cxnLst/>
              <a:rect l="l" t="t" r="r" b="b"/>
              <a:pathLst>
                <a:path w="452754" h="0">
                  <a:moveTo>
                    <a:pt x="0" y="0"/>
                  </a:moveTo>
                  <a:lnTo>
                    <a:pt x="452292" y="0"/>
                  </a:lnTo>
                </a:path>
              </a:pathLst>
            </a:custGeom>
            <a:ln w="9655">
              <a:solidFill>
                <a:srgbClr val="000000"/>
              </a:solidFill>
            </a:ln>
          </p:spPr>
          <p:txBody>
            <a:bodyPr wrap="square" lIns="0" tIns="0" rIns="0" bIns="0" rtlCol="0"/>
            <a:lstStyle/>
            <a:p/>
          </p:txBody>
        </p:sp>
        <p:sp>
          <p:nvSpPr>
            <p:cNvPr id="211" name="object 211" descr=""/>
            <p:cNvSpPr/>
            <p:nvPr/>
          </p:nvSpPr>
          <p:spPr>
            <a:xfrm>
              <a:off x="11510975" y="2983698"/>
              <a:ext cx="73025" cy="69215"/>
            </a:xfrm>
            <a:custGeom>
              <a:avLst/>
              <a:gdLst/>
              <a:ahLst/>
              <a:cxnLst/>
              <a:rect l="l" t="t" r="r" b="b"/>
              <a:pathLst>
                <a:path w="73025" h="69214">
                  <a:moveTo>
                    <a:pt x="0" y="0"/>
                  </a:moveTo>
                  <a:lnTo>
                    <a:pt x="23168" y="33819"/>
                  </a:lnTo>
                  <a:lnTo>
                    <a:pt x="0" y="68646"/>
                  </a:lnTo>
                  <a:lnTo>
                    <a:pt x="72619" y="33819"/>
                  </a:lnTo>
                  <a:lnTo>
                    <a:pt x="0" y="0"/>
                  </a:lnTo>
                  <a:close/>
                </a:path>
              </a:pathLst>
            </a:custGeom>
            <a:solidFill>
              <a:srgbClr val="000000"/>
            </a:solidFill>
          </p:spPr>
          <p:txBody>
            <a:bodyPr wrap="square" lIns="0" tIns="0" rIns="0" bIns="0" rtlCol="0"/>
            <a:lstStyle/>
            <a:p/>
          </p:txBody>
        </p:sp>
        <p:sp>
          <p:nvSpPr>
            <p:cNvPr id="212" name="object 212" descr=""/>
            <p:cNvSpPr/>
            <p:nvPr/>
          </p:nvSpPr>
          <p:spPr>
            <a:xfrm>
              <a:off x="8755177" y="1473456"/>
              <a:ext cx="3020695" cy="1544320"/>
            </a:xfrm>
            <a:custGeom>
              <a:avLst/>
              <a:gdLst/>
              <a:ahLst/>
              <a:cxnLst/>
              <a:rect l="l" t="t" r="r" b="b"/>
              <a:pathLst>
                <a:path w="3020695" h="1544320">
                  <a:moveTo>
                    <a:pt x="2981716" y="1544061"/>
                  </a:moveTo>
                  <a:lnTo>
                    <a:pt x="3020361" y="1544061"/>
                  </a:lnTo>
                </a:path>
                <a:path w="3020695" h="1544320">
                  <a:moveTo>
                    <a:pt x="0" y="0"/>
                  </a:moveTo>
                  <a:lnTo>
                    <a:pt x="48315" y="0"/>
                  </a:lnTo>
                </a:path>
              </a:pathLst>
            </a:custGeom>
            <a:ln w="8116">
              <a:solidFill>
                <a:srgbClr val="000000"/>
              </a:solidFill>
            </a:ln>
          </p:spPr>
          <p:txBody>
            <a:bodyPr wrap="square" lIns="0" tIns="0" rIns="0" bIns="0" rtlCol="0"/>
            <a:lstStyle/>
            <a:p/>
          </p:txBody>
        </p:sp>
        <p:sp>
          <p:nvSpPr>
            <p:cNvPr id="213" name="object 213" descr=""/>
            <p:cNvSpPr/>
            <p:nvPr/>
          </p:nvSpPr>
          <p:spPr>
            <a:xfrm>
              <a:off x="8779444" y="1439583"/>
              <a:ext cx="72390" cy="69215"/>
            </a:xfrm>
            <a:custGeom>
              <a:avLst/>
              <a:gdLst/>
              <a:ahLst/>
              <a:cxnLst/>
              <a:rect l="l" t="t" r="r" b="b"/>
              <a:pathLst>
                <a:path w="72390" h="69215">
                  <a:moveTo>
                    <a:pt x="0" y="0"/>
                  </a:moveTo>
                  <a:lnTo>
                    <a:pt x="22912" y="33873"/>
                  </a:lnTo>
                  <a:lnTo>
                    <a:pt x="0" y="68687"/>
                  </a:lnTo>
                  <a:lnTo>
                    <a:pt x="72363" y="33873"/>
                  </a:lnTo>
                  <a:lnTo>
                    <a:pt x="0" y="0"/>
                  </a:lnTo>
                  <a:close/>
                </a:path>
              </a:pathLst>
            </a:custGeom>
            <a:solidFill>
              <a:srgbClr val="000000"/>
            </a:solidFill>
          </p:spPr>
          <p:txBody>
            <a:bodyPr wrap="square" lIns="0" tIns="0" rIns="0" bIns="0" rtlCol="0"/>
            <a:lstStyle/>
            <a:p/>
          </p:txBody>
        </p:sp>
        <p:sp>
          <p:nvSpPr>
            <p:cNvPr id="214" name="object 214" descr=""/>
            <p:cNvSpPr/>
            <p:nvPr/>
          </p:nvSpPr>
          <p:spPr>
            <a:xfrm>
              <a:off x="8274280" y="764406"/>
              <a:ext cx="3578225" cy="2879725"/>
            </a:xfrm>
            <a:custGeom>
              <a:avLst/>
              <a:gdLst/>
              <a:ahLst/>
              <a:cxnLst/>
              <a:rect l="l" t="t" r="r" b="b"/>
              <a:pathLst>
                <a:path w="3578225" h="2879725">
                  <a:moveTo>
                    <a:pt x="480896" y="709049"/>
                  </a:moveTo>
                  <a:lnTo>
                    <a:pt x="480896" y="0"/>
                  </a:lnTo>
                </a:path>
                <a:path w="3578225" h="2879725">
                  <a:moveTo>
                    <a:pt x="0" y="500837"/>
                  </a:moveTo>
                  <a:lnTo>
                    <a:pt x="750147" y="500837"/>
                  </a:lnTo>
                </a:path>
                <a:path w="3578225" h="2879725">
                  <a:moveTo>
                    <a:pt x="750147" y="500837"/>
                  </a:moveTo>
                  <a:lnTo>
                    <a:pt x="750147" y="792253"/>
                  </a:lnTo>
                </a:path>
                <a:path w="3578225" h="2879725">
                  <a:moveTo>
                    <a:pt x="634688" y="583638"/>
                  </a:moveTo>
                  <a:lnTo>
                    <a:pt x="634688" y="83204"/>
                  </a:lnTo>
                </a:path>
                <a:path w="3578225" h="2879725">
                  <a:moveTo>
                    <a:pt x="634688" y="83204"/>
                  </a:moveTo>
                  <a:lnTo>
                    <a:pt x="2750885" y="83204"/>
                  </a:lnTo>
                </a:path>
                <a:path w="3578225" h="2879725">
                  <a:moveTo>
                    <a:pt x="2750885" y="83204"/>
                  </a:moveTo>
                  <a:lnTo>
                    <a:pt x="2750885" y="876130"/>
                  </a:lnTo>
                </a:path>
                <a:path w="3578225" h="2879725">
                  <a:moveTo>
                    <a:pt x="2693192" y="876130"/>
                  </a:moveTo>
                  <a:lnTo>
                    <a:pt x="2750885" y="876130"/>
                  </a:lnTo>
                </a:path>
                <a:path w="3578225" h="2879725">
                  <a:moveTo>
                    <a:pt x="1134848" y="1710590"/>
                  </a:moveTo>
                  <a:lnTo>
                    <a:pt x="1134848" y="2879238"/>
                  </a:lnTo>
                </a:path>
                <a:path w="3578225" h="2879725">
                  <a:moveTo>
                    <a:pt x="1134848" y="2879238"/>
                  </a:moveTo>
                  <a:lnTo>
                    <a:pt x="3578089" y="2879239"/>
                  </a:lnTo>
                </a:path>
                <a:path w="3578225" h="2879725">
                  <a:moveTo>
                    <a:pt x="3462612" y="2628860"/>
                  </a:moveTo>
                  <a:lnTo>
                    <a:pt x="3578089" y="2628860"/>
                  </a:lnTo>
                </a:path>
                <a:path w="3578225" h="2879725">
                  <a:moveTo>
                    <a:pt x="3578089" y="2628860"/>
                  </a:moveTo>
                  <a:lnTo>
                    <a:pt x="3578089" y="2879239"/>
                  </a:lnTo>
                </a:path>
              </a:pathLst>
            </a:custGeom>
            <a:ln w="8116">
              <a:solidFill>
                <a:srgbClr val="000000"/>
              </a:solidFill>
            </a:ln>
          </p:spPr>
          <p:txBody>
            <a:bodyPr wrap="square" lIns="0" tIns="0" rIns="0" bIns="0" rtlCol="0"/>
            <a:lstStyle/>
            <a:p/>
          </p:txBody>
        </p:sp>
      </p:grpSp>
      <p:sp>
        <p:nvSpPr>
          <p:cNvPr id="215" name="object 215" descr=""/>
          <p:cNvSpPr txBox="1"/>
          <p:nvPr/>
        </p:nvSpPr>
        <p:spPr>
          <a:xfrm>
            <a:off x="10655137" y="990953"/>
            <a:ext cx="356235" cy="171450"/>
          </a:xfrm>
          <a:prstGeom prst="rect">
            <a:avLst/>
          </a:prstGeom>
        </p:spPr>
        <p:txBody>
          <a:bodyPr wrap="square" lIns="0" tIns="13335" rIns="0" bIns="0" rtlCol="0" vert="horz">
            <a:spAutoFit/>
          </a:bodyPr>
          <a:lstStyle/>
          <a:p>
            <a:pPr marL="12700">
              <a:lnSpc>
                <a:spcPct val="100000"/>
              </a:lnSpc>
              <a:spcBef>
                <a:spcPts val="105"/>
              </a:spcBef>
            </a:pPr>
            <a:r>
              <a:rPr dirty="0" sz="950" spc="-200">
                <a:latin typeface="Times New Roman"/>
                <a:cs typeface="Times New Roman"/>
              </a:rPr>
              <a:t>EX/MEM</a:t>
            </a:r>
            <a:endParaRPr sz="950">
              <a:latin typeface="Times New Roman"/>
              <a:cs typeface="Times New Roman"/>
            </a:endParaRPr>
          </a:p>
        </p:txBody>
      </p:sp>
      <p:sp>
        <p:nvSpPr>
          <p:cNvPr id="216" name="object 216" descr=""/>
          <p:cNvSpPr txBox="1"/>
          <p:nvPr/>
        </p:nvSpPr>
        <p:spPr>
          <a:xfrm>
            <a:off x="9962641" y="990952"/>
            <a:ext cx="245745" cy="171450"/>
          </a:xfrm>
          <a:prstGeom prst="rect">
            <a:avLst/>
          </a:prstGeom>
        </p:spPr>
        <p:txBody>
          <a:bodyPr wrap="square" lIns="0" tIns="13335" rIns="0" bIns="0" rtlCol="0" vert="horz">
            <a:spAutoFit/>
          </a:bodyPr>
          <a:lstStyle/>
          <a:p>
            <a:pPr marL="12700">
              <a:lnSpc>
                <a:spcPct val="100000"/>
              </a:lnSpc>
              <a:spcBef>
                <a:spcPts val="105"/>
              </a:spcBef>
            </a:pPr>
            <a:r>
              <a:rPr dirty="0" sz="950" spc="-155">
                <a:latin typeface="Times New Roman"/>
                <a:cs typeface="Times New Roman"/>
              </a:rPr>
              <a:t>ID/EX</a:t>
            </a:r>
            <a:endParaRPr sz="950">
              <a:latin typeface="Times New Roman"/>
              <a:cs typeface="Times New Roman"/>
            </a:endParaRPr>
          </a:p>
        </p:txBody>
      </p:sp>
      <p:sp>
        <p:nvSpPr>
          <p:cNvPr id="217" name="object 217" descr=""/>
          <p:cNvSpPr txBox="1"/>
          <p:nvPr/>
        </p:nvSpPr>
        <p:spPr>
          <a:xfrm>
            <a:off x="9089759" y="990952"/>
            <a:ext cx="208915" cy="171450"/>
          </a:xfrm>
          <a:prstGeom prst="rect">
            <a:avLst/>
          </a:prstGeom>
        </p:spPr>
        <p:txBody>
          <a:bodyPr wrap="square" lIns="0" tIns="13335" rIns="0" bIns="0" rtlCol="0" vert="horz">
            <a:spAutoFit/>
          </a:bodyPr>
          <a:lstStyle/>
          <a:p>
            <a:pPr marL="12700">
              <a:lnSpc>
                <a:spcPct val="100000"/>
              </a:lnSpc>
              <a:spcBef>
                <a:spcPts val="105"/>
              </a:spcBef>
            </a:pPr>
            <a:r>
              <a:rPr dirty="0" sz="950" spc="-130">
                <a:latin typeface="Times New Roman"/>
                <a:cs typeface="Times New Roman"/>
              </a:rPr>
              <a:t>IF/ID</a:t>
            </a:r>
            <a:endParaRPr sz="950">
              <a:latin typeface="Times New Roman"/>
              <a:cs typeface="Times New Roman"/>
            </a:endParaRPr>
          </a:p>
        </p:txBody>
      </p:sp>
      <p:grpSp>
        <p:nvGrpSpPr>
          <p:cNvPr id="218" name="object 218" descr=""/>
          <p:cNvGrpSpPr/>
          <p:nvPr/>
        </p:nvGrpSpPr>
        <p:grpSpPr>
          <a:xfrm>
            <a:off x="9008504" y="1532598"/>
            <a:ext cx="2086610" cy="1089660"/>
            <a:chOff x="9008504" y="1532598"/>
            <a:chExt cx="2086610" cy="1089660"/>
          </a:xfrm>
        </p:grpSpPr>
        <p:sp>
          <p:nvSpPr>
            <p:cNvPr id="219" name="object 219" descr=""/>
            <p:cNvSpPr/>
            <p:nvPr/>
          </p:nvSpPr>
          <p:spPr>
            <a:xfrm>
              <a:off x="11070221" y="2369883"/>
              <a:ext cx="20955" cy="38100"/>
            </a:xfrm>
            <a:custGeom>
              <a:avLst/>
              <a:gdLst/>
              <a:ahLst/>
              <a:cxnLst/>
              <a:rect l="l" t="t" r="r" b="b"/>
              <a:pathLst>
                <a:path w="20954" h="38100">
                  <a:moveTo>
                    <a:pt x="15476" y="0"/>
                  </a:moveTo>
                  <a:lnTo>
                    <a:pt x="4395" y="0"/>
                  </a:lnTo>
                  <a:lnTo>
                    <a:pt x="0" y="8199"/>
                  </a:lnTo>
                  <a:lnTo>
                    <a:pt x="0" y="18549"/>
                  </a:lnTo>
                  <a:lnTo>
                    <a:pt x="0" y="29168"/>
                  </a:lnTo>
                  <a:lnTo>
                    <a:pt x="4395" y="38040"/>
                  </a:lnTo>
                  <a:lnTo>
                    <a:pt x="15476" y="38040"/>
                  </a:lnTo>
                  <a:lnTo>
                    <a:pt x="20421" y="29168"/>
                  </a:lnTo>
                  <a:lnTo>
                    <a:pt x="20421" y="8199"/>
                  </a:lnTo>
                  <a:lnTo>
                    <a:pt x="15476" y="0"/>
                  </a:lnTo>
                  <a:close/>
                </a:path>
              </a:pathLst>
            </a:custGeom>
            <a:solidFill>
              <a:srgbClr val="000000"/>
            </a:solidFill>
          </p:spPr>
          <p:txBody>
            <a:bodyPr wrap="square" lIns="0" tIns="0" rIns="0" bIns="0" rtlCol="0"/>
            <a:lstStyle/>
            <a:p/>
          </p:txBody>
        </p:sp>
        <p:sp>
          <p:nvSpPr>
            <p:cNvPr id="220" name="object 220" descr=""/>
            <p:cNvSpPr/>
            <p:nvPr/>
          </p:nvSpPr>
          <p:spPr>
            <a:xfrm>
              <a:off x="11070221" y="2369883"/>
              <a:ext cx="20955" cy="38100"/>
            </a:xfrm>
            <a:custGeom>
              <a:avLst/>
              <a:gdLst/>
              <a:ahLst/>
              <a:cxnLst/>
              <a:rect l="l" t="t" r="r" b="b"/>
              <a:pathLst>
                <a:path w="20954" h="38100">
                  <a:moveTo>
                    <a:pt x="0" y="18549"/>
                  </a:moveTo>
                  <a:lnTo>
                    <a:pt x="0" y="29168"/>
                  </a:lnTo>
                  <a:lnTo>
                    <a:pt x="4395" y="38040"/>
                  </a:lnTo>
                  <a:lnTo>
                    <a:pt x="9981" y="38040"/>
                  </a:lnTo>
                  <a:lnTo>
                    <a:pt x="15476" y="38040"/>
                  </a:lnTo>
                  <a:lnTo>
                    <a:pt x="20421" y="29168"/>
                  </a:lnTo>
                  <a:lnTo>
                    <a:pt x="20421" y="18549"/>
                  </a:lnTo>
                  <a:lnTo>
                    <a:pt x="20421" y="8199"/>
                  </a:lnTo>
                  <a:lnTo>
                    <a:pt x="15476" y="0"/>
                  </a:lnTo>
                  <a:lnTo>
                    <a:pt x="9981" y="0"/>
                  </a:lnTo>
                  <a:lnTo>
                    <a:pt x="4395" y="0"/>
                  </a:lnTo>
                  <a:lnTo>
                    <a:pt x="0" y="8199"/>
                  </a:lnTo>
                  <a:lnTo>
                    <a:pt x="0" y="18549"/>
                  </a:lnTo>
                  <a:close/>
                </a:path>
              </a:pathLst>
            </a:custGeom>
            <a:ln w="7266">
              <a:solidFill>
                <a:srgbClr val="000000"/>
              </a:solidFill>
            </a:ln>
          </p:spPr>
          <p:txBody>
            <a:bodyPr wrap="square" lIns="0" tIns="0" rIns="0" bIns="0" rtlCol="0"/>
            <a:lstStyle/>
            <a:p/>
          </p:txBody>
        </p:sp>
        <p:sp>
          <p:nvSpPr>
            <p:cNvPr id="221" name="object 221" descr=""/>
            <p:cNvSpPr/>
            <p:nvPr/>
          </p:nvSpPr>
          <p:spPr>
            <a:xfrm>
              <a:off x="10186973" y="2204416"/>
              <a:ext cx="20955" cy="38100"/>
            </a:xfrm>
            <a:custGeom>
              <a:avLst/>
              <a:gdLst/>
              <a:ahLst/>
              <a:cxnLst/>
              <a:rect l="l" t="t" r="r" b="b"/>
              <a:pathLst>
                <a:path w="20954" h="38100">
                  <a:moveTo>
                    <a:pt x="15842" y="0"/>
                  </a:moveTo>
                  <a:lnTo>
                    <a:pt x="4945" y="0"/>
                  </a:lnTo>
                  <a:lnTo>
                    <a:pt x="0" y="7930"/>
                  </a:lnTo>
                  <a:lnTo>
                    <a:pt x="0" y="18549"/>
                  </a:lnTo>
                  <a:lnTo>
                    <a:pt x="0" y="29168"/>
                  </a:lnTo>
                  <a:lnTo>
                    <a:pt x="4945" y="37771"/>
                  </a:lnTo>
                  <a:lnTo>
                    <a:pt x="15842" y="37771"/>
                  </a:lnTo>
                  <a:lnTo>
                    <a:pt x="20879" y="29168"/>
                  </a:lnTo>
                  <a:lnTo>
                    <a:pt x="20879" y="7930"/>
                  </a:lnTo>
                  <a:lnTo>
                    <a:pt x="15842" y="0"/>
                  </a:lnTo>
                  <a:close/>
                </a:path>
              </a:pathLst>
            </a:custGeom>
            <a:solidFill>
              <a:srgbClr val="000000"/>
            </a:solidFill>
          </p:spPr>
          <p:txBody>
            <a:bodyPr wrap="square" lIns="0" tIns="0" rIns="0" bIns="0" rtlCol="0"/>
            <a:lstStyle/>
            <a:p/>
          </p:txBody>
        </p:sp>
        <p:sp>
          <p:nvSpPr>
            <p:cNvPr id="222" name="object 222" descr=""/>
            <p:cNvSpPr/>
            <p:nvPr/>
          </p:nvSpPr>
          <p:spPr>
            <a:xfrm>
              <a:off x="10186973" y="2204416"/>
              <a:ext cx="20955" cy="38100"/>
            </a:xfrm>
            <a:custGeom>
              <a:avLst/>
              <a:gdLst/>
              <a:ahLst/>
              <a:cxnLst/>
              <a:rect l="l" t="t" r="r" b="b"/>
              <a:pathLst>
                <a:path w="20954" h="38100">
                  <a:moveTo>
                    <a:pt x="0" y="18549"/>
                  </a:moveTo>
                  <a:lnTo>
                    <a:pt x="0" y="29168"/>
                  </a:lnTo>
                  <a:lnTo>
                    <a:pt x="4945" y="37771"/>
                  </a:lnTo>
                  <a:lnTo>
                    <a:pt x="10439" y="37771"/>
                  </a:lnTo>
                  <a:lnTo>
                    <a:pt x="15842" y="37771"/>
                  </a:lnTo>
                  <a:lnTo>
                    <a:pt x="20879" y="29168"/>
                  </a:lnTo>
                  <a:lnTo>
                    <a:pt x="20879" y="18549"/>
                  </a:lnTo>
                  <a:lnTo>
                    <a:pt x="20879" y="7930"/>
                  </a:lnTo>
                  <a:lnTo>
                    <a:pt x="15842" y="0"/>
                  </a:lnTo>
                  <a:lnTo>
                    <a:pt x="10439" y="0"/>
                  </a:lnTo>
                  <a:lnTo>
                    <a:pt x="4945" y="0"/>
                  </a:lnTo>
                  <a:lnTo>
                    <a:pt x="0" y="7930"/>
                  </a:lnTo>
                  <a:lnTo>
                    <a:pt x="0" y="18549"/>
                  </a:lnTo>
                  <a:close/>
                </a:path>
              </a:pathLst>
            </a:custGeom>
            <a:ln w="7298">
              <a:solidFill>
                <a:srgbClr val="000000"/>
              </a:solidFill>
            </a:ln>
          </p:spPr>
          <p:txBody>
            <a:bodyPr wrap="square" lIns="0" tIns="0" rIns="0" bIns="0" rtlCol="0"/>
            <a:lstStyle/>
            <a:p/>
          </p:txBody>
        </p:sp>
        <p:sp>
          <p:nvSpPr>
            <p:cNvPr id="223" name="object 223" descr=""/>
            <p:cNvSpPr/>
            <p:nvPr/>
          </p:nvSpPr>
          <p:spPr>
            <a:xfrm>
              <a:off x="10185874" y="2579708"/>
              <a:ext cx="20955" cy="38735"/>
            </a:xfrm>
            <a:custGeom>
              <a:avLst/>
              <a:gdLst/>
              <a:ahLst/>
              <a:cxnLst/>
              <a:rect l="l" t="t" r="r" b="b"/>
              <a:pathLst>
                <a:path w="20954" h="38735">
                  <a:moveTo>
                    <a:pt x="15842" y="0"/>
                  </a:moveTo>
                  <a:lnTo>
                    <a:pt x="4945" y="0"/>
                  </a:lnTo>
                  <a:lnTo>
                    <a:pt x="0" y="8333"/>
                  </a:lnTo>
                  <a:lnTo>
                    <a:pt x="0" y="18630"/>
                  </a:lnTo>
                  <a:lnTo>
                    <a:pt x="0" y="29249"/>
                  </a:lnTo>
                  <a:lnTo>
                    <a:pt x="4945" y="38201"/>
                  </a:lnTo>
                  <a:lnTo>
                    <a:pt x="15842" y="38201"/>
                  </a:lnTo>
                  <a:lnTo>
                    <a:pt x="20787" y="29249"/>
                  </a:lnTo>
                  <a:lnTo>
                    <a:pt x="20787" y="8333"/>
                  </a:lnTo>
                  <a:lnTo>
                    <a:pt x="15842" y="0"/>
                  </a:lnTo>
                  <a:close/>
                </a:path>
              </a:pathLst>
            </a:custGeom>
            <a:solidFill>
              <a:srgbClr val="000000"/>
            </a:solidFill>
          </p:spPr>
          <p:txBody>
            <a:bodyPr wrap="square" lIns="0" tIns="0" rIns="0" bIns="0" rtlCol="0"/>
            <a:lstStyle/>
            <a:p/>
          </p:txBody>
        </p:sp>
        <p:sp>
          <p:nvSpPr>
            <p:cNvPr id="224" name="object 224" descr=""/>
            <p:cNvSpPr/>
            <p:nvPr/>
          </p:nvSpPr>
          <p:spPr>
            <a:xfrm>
              <a:off x="10185874" y="2579708"/>
              <a:ext cx="20955" cy="38735"/>
            </a:xfrm>
            <a:custGeom>
              <a:avLst/>
              <a:gdLst/>
              <a:ahLst/>
              <a:cxnLst/>
              <a:rect l="l" t="t" r="r" b="b"/>
              <a:pathLst>
                <a:path w="20954" h="38735">
                  <a:moveTo>
                    <a:pt x="0" y="18630"/>
                  </a:moveTo>
                  <a:lnTo>
                    <a:pt x="0" y="29249"/>
                  </a:lnTo>
                  <a:lnTo>
                    <a:pt x="4945" y="38201"/>
                  </a:lnTo>
                  <a:lnTo>
                    <a:pt x="10348" y="38201"/>
                  </a:lnTo>
                  <a:lnTo>
                    <a:pt x="15842" y="38201"/>
                  </a:lnTo>
                  <a:lnTo>
                    <a:pt x="20787" y="29249"/>
                  </a:lnTo>
                  <a:lnTo>
                    <a:pt x="20787" y="18630"/>
                  </a:lnTo>
                  <a:lnTo>
                    <a:pt x="20787" y="8333"/>
                  </a:lnTo>
                  <a:lnTo>
                    <a:pt x="15842" y="0"/>
                  </a:lnTo>
                  <a:lnTo>
                    <a:pt x="10348" y="0"/>
                  </a:lnTo>
                  <a:lnTo>
                    <a:pt x="4945" y="0"/>
                  </a:lnTo>
                  <a:lnTo>
                    <a:pt x="0" y="8333"/>
                  </a:lnTo>
                  <a:lnTo>
                    <a:pt x="0" y="18630"/>
                  </a:lnTo>
                  <a:close/>
                </a:path>
              </a:pathLst>
            </a:custGeom>
            <a:ln w="7281">
              <a:solidFill>
                <a:srgbClr val="000000"/>
              </a:solidFill>
            </a:ln>
          </p:spPr>
          <p:txBody>
            <a:bodyPr wrap="square" lIns="0" tIns="0" rIns="0" bIns="0" rtlCol="0"/>
            <a:lstStyle/>
            <a:p/>
          </p:txBody>
        </p:sp>
        <p:sp>
          <p:nvSpPr>
            <p:cNvPr id="225" name="object 225" descr=""/>
            <p:cNvSpPr/>
            <p:nvPr/>
          </p:nvSpPr>
          <p:spPr>
            <a:xfrm>
              <a:off x="9012404" y="1536498"/>
              <a:ext cx="20955" cy="38100"/>
            </a:xfrm>
            <a:custGeom>
              <a:avLst/>
              <a:gdLst/>
              <a:ahLst/>
              <a:cxnLst/>
              <a:rect l="l" t="t" r="r" b="b"/>
              <a:pathLst>
                <a:path w="20954" h="38100">
                  <a:moveTo>
                    <a:pt x="15879" y="0"/>
                  </a:moveTo>
                  <a:lnTo>
                    <a:pt x="4990" y="0"/>
                  </a:lnTo>
                  <a:lnTo>
                    <a:pt x="0" y="7930"/>
                  </a:lnTo>
                  <a:lnTo>
                    <a:pt x="0" y="18549"/>
                  </a:lnTo>
                  <a:lnTo>
                    <a:pt x="0" y="29168"/>
                  </a:lnTo>
                  <a:lnTo>
                    <a:pt x="4990" y="37771"/>
                  </a:lnTo>
                  <a:lnTo>
                    <a:pt x="15879" y="37771"/>
                  </a:lnTo>
                  <a:lnTo>
                    <a:pt x="20870" y="29168"/>
                  </a:lnTo>
                  <a:lnTo>
                    <a:pt x="20870" y="7930"/>
                  </a:lnTo>
                  <a:lnTo>
                    <a:pt x="15879" y="0"/>
                  </a:lnTo>
                  <a:close/>
                </a:path>
              </a:pathLst>
            </a:custGeom>
            <a:solidFill>
              <a:srgbClr val="000000"/>
            </a:solidFill>
          </p:spPr>
          <p:txBody>
            <a:bodyPr wrap="square" lIns="0" tIns="0" rIns="0" bIns="0" rtlCol="0"/>
            <a:lstStyle/>
            <a:p/>
          </p:txBody>
        </p:sp>
        <p:sp>
          <p:nvSpPr>
            <p:cNvPr id="226" name="object 226" descr=""/>
            <p:cNvSpPr/>
            <p:nvPr/>
          </p:nvSpPr>
          <p:spPr>
            <a:xfrm>
              <a:off x="9012404" y="1536498"/>
              <a:ext cx="20955" cy="38100"/>
            </a:xfrm>
            <a:custGeom>
              <a:avLst/>
              <a:gdLst/>
              <a:ahLst/>
              <a:cxnLst/>
              <a:rect l="l" t="t" r="r" b="b"/>
              <a:pathLst>
                <a:path w="20954" h="38100">
                  <a:moveTo>
                    <a:pt x="0" y="18549"/>
                  </a:moveTo>
                  <a:lnTo>
                    <a:pt x="0" y="29168"/>
                  </a:lnTo>
                  <a:lnTo>
                    <a:pt x="4990" y="37771"/>
                  </a:lnTo>
                  <a:lnTo>
                    <a:pt x="10439" y="37771"/>
                  </a:lnTo>
                  <a:lnTo>
                    <a:pt x="15879" y="37771"/>
                  </a:lnTo>
                  <a:lnTo>
                    <a:pt x="20870" y="29168"/>
                  </a:lnTo>
                  <a:lnTo>
                    <a:pt x="20870" y="18549"/>
                  </a:lnTo>
                  <a:lnTo>
                    <a:pt x="20870" y="7930"/>
                  </a:lnTo>
                  <a:lnTo>
                    <a:pt x="15879" y="0"/>
                  </a:lnTo>
                  <a:lnTo>
                    <a:pt x="10439" y="0"/>
                  </a:lnTo>
                  <a:lnTo>
                    <a:pt x="4990" y="0"/>
                  </a:lnTo>
                  <a:lnTo>
                    <a:pt x="0" y="7930"/>
                  </a:lnTo>
                  <a:lnTo>
                    <a:pt x="0" y="18549"/>
                  </a:lnTo>
                  <a:close/>
                </a:path>
              </a:pathLst>
            </a:custGeom>
            <a:ln w="7298">
              <a:solidFill>
                <a:srgbClr val="000000"/>
              </a:solidFill>
            </a:ln>
          </p:spPr>
          <p:txBody>
            <a:bodyPr wrap="square" lIns="0" tIns="0" rIns="0" bIns="0" rtlCol="0"/>
            <a:lstStyle/>
            <a:p/>
          </p:txBody>
        </p:sp>
      </p:grpSp>
      <p:sp>
        <p:nvSpPr>
          <p:cNvPr id="227" name="object 227" descr=""/>
          <p:cNvSpPr txBox="1"/>
          <p:nvPr/>
        </p:nvSpPr>
        <p:spPr>
          <a:xfrm>
            <a:off x="8623841" y="2115478"/>
            <a:ext cx="273050" cy="376555"/>
          </a:xfrm>
          <a:prstGeom prst="rect">
            <a:avLst/>
          </a:prstGeom>
        </p:spPr>
        <p:txBody>
          <a:bodyPr wrap="square" lIns="0" tIns="12065" rIns="0" bIns="0" rtlCol="0" vert="horz">
            <a:spAutoFit/>
          </a:bodyPr>
          <a:lstStyle/>
          <a:p>
            <a:pPr marL="12700" marR="5080" indent="46990">
              <a:lnSpc>
                <a:spcPct val="121200"/>
              </a:lnSpc>
              <a:spcBef>
                <a:spcPts val="95"/>
              </a:spcBef>
            </a:pPr>
            <a:r>
              <a:rPr dirty="0" sz="950" spc="-335">
                <a:latin typeface="宋体"/>
                <a:cs typeface="宋体"/>
              </a:rPr>
              <a:t>指令</a:t>
            </a:r>
            <a:r>
              <a:rPr dirty="0" sz="950" spc="-330">
                <a:latin typeface="宋体"/>
                <a:cs typeface="宋体"/>
              </a:rPr>
              <a:t>存储器</a:t>
            </a:r>
            <a:endParaRPr sz="950">
              <a:latin typeface="宋体"/>
              <a:cs typeface="宋体"/>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847850" y="743013"/>
          <a:ext cx="8628380" cy="5347334"/>
        </p:xfrm>
        <a:graphic>
          <a:graphicData uri="http://schemas.openxmlformats.org/drawingml/2006/table">
            <a:tbl>
              <a:tblPr firstRow="1" bandRow="1">
                <a:tableStyleId>{2D5ABB26-0587-4C30-8999-92F81FD0307C}</a:tableStyleId>
              </a:tblPr>
              <a:tblGrid>
                <a:gridCol w="781050"/>
                <a:gridCol w="2741930"/>
                <a:gridCol w="2971800"/>
                <a:gridCol w="2057400"/>
              </a:tblGrid>
              <a:tr h="381000">
                <a:tc>
                  <a:txBody>
                    <a:bodyPr/>
                    <a:lstStyle/>
                    <a:p>
                      <a:pPr marL="53340">
                        <a:lnSpc>
                          <a:spcPct val="100000"/>
                        </a:lnSpc>
                        <a:spcBef>
                          <a:spcPts val="285"/>
                        </a:spcBef>
                      </a:pPr>
                      <a:r>
                        <a:rPr dirty="0" sz="1800" spc="-25" b="1">
                          <a:solidFill>
                            <a:srgbClr val="E14B04"/>
                          </a:solidFill>
                          <a:latin typeface="宋体"/>
                          <a:cs typeface="宋体"/>
                        </a:rPr>
                        <a:t>流水段</a:t>
                      </a:r>
                      <a:endParaRPr sz="1800">
                        <a:latin typeface="宋体"/>
                        <a:cs typeface="宋体"/>
                      </a:endParaRPr>
                    </a:p>
                  </a:txBody>
                  <a:tcPr marL="0" marR="0" marB="0" marT="36195">
                    <a:lnR w="9525">
                      <a:solidFill>
                        <a:srgbClr val="000000"/>
                      </a:solidFill>
                      <a:prstDash val="solid"/>
                    </a:lnR>
                    <a:lnT w="9525">
                      <a:solidFill>
                        <a:srgbClr val="000000"/>
                      </a:solidFill>
                      <a:prstDash val="solid"/>
                    </a:lnT>
                    <a:lnB w="9525">
                      <a:solidFill>
                        <a:srgbClr val="000000"/>
                      </a:solidFill>
                      <a:prstDash val="solid"/>
                    </a:lnB>
                  </a:tcPr>
                </a:tc>
                <a:tc gridSpan="3">
                  <a:txBody>
                    <a:bodyPr/>
                    <a:lstStyle/>
                    <a:p>
                      <a:pPr algn="ctr" marR="141605">
                        <a:lnSpc>
                          <a:spcPct val="100000"/>
                        </a:lnSpc>
                        <a:spcBef>
                          <a:spcPts val="285"/>
                        </a:spcBef>
                      </a:pPr>
                      <a:r>
                        <a:rPr dirty="0" sz="1800" spc="-20" b="1">
                          <a:solidFill>
                            <a:srgbClr val="E14B04"/>
                          </a:solidFill>
                          <a:latin typeface="宋体"/>
                          <a:cs typeface="宋体"/>
                        </a:rPr>
                        <a:t>任何指令类型</a:t>
                      </a:r>
                      <a:endParaRPr sz="1800">
                        <a:latin typeface="宋体"/>
                        <a:cs typeface="宋体"/>
                      </a:endParaRPr>
                    </a:p>
                  </a:txBody>
                  <a:tcPr marL="0" marR="0" marB="0" marT="36195">
                    <a:lnL w="9525">
                      <a:solidFill>
                        <a:srgbClr val="000000"/>
                      </a:solidFill>
                      <a:prstDash val="solid"/>
                    </a:lnL>
                    <a:lnT w="9525">
                      <a:solidFill>
                        <a:srgbClr val="000000"/>
                      </a:solidFill>
                      <a:prstDash val="solid"/>
                    </a:lnT>
                    <a:lnB w="9525">
                      <a:solidFill>
                        <a:srgbClr val="000000"/>
                      </a:solidFill>
                      <a:prstDash val="solid"/>
                    </a:lnB>
                  </a:tcPr>
                </a:tc>
                <a:tc hMerge="1">
                  <a:txBody>
                    <a:bodyPr/>
                    <a:lstStyle/>
                    <a:p>
                      <a:pPr/>
                    </a:p>
                  </a:txBody>
                  <a:tcPr marL="0" marR="0" marB="0" marT="0"/>
                </a:tc>
                <a:tc hMerge="1">
                  <a:txBody>
                    <a:bodyPr/>
                    <a:lstStyle/>
                    <a:p>
                      <a:pPr/>
                    </a:p>
                  </a:txBody>
                  <a:tcPr marL="0" marR="0" marB="0" marT="0"/>
                </a:tc>
              </a:tr>
              <a:tr h="381000">
                <a:tc>
                  <a:txBody>
                    <a:bodyPr/>
                    <a:lstStyle/>
                    <a:p>
                      <a:pPr>
                        <a:lnSpc>
                          <a:spcPct val="100000"/>
                        </a:lnSpc>
                      </a:pPr>
                      <a:endParaRPr sz="1800">
                        <a:latin typeface="Times New Roman"/>
                        <a:cs typeface="Times New Roman"/>
                      </a:endParaRPr>
                    </a:p>
                  </a:txBody>
                  <a:tcPr marL="0" marR="0" marB="0" marT="0">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15340" marR="30480">
                        <a:lnSpc>
                          <a:spcPct val="100000"/>
                        </a:lnSpc>
                        <a:spcBef>
                          <a:spcPts val="325"/>
                        </a:spcBef>
                      </a:pPr>
                      <a:r>
                        <a:rPr dirty="0" sz="1800" b="1">
                          <a:latin typeface="宋体"/>
                          <a:cs typeface="宋体"/>
                        </a:rPr>
                        <a:t>ALU</a:t>
                      </a:r>
                      <a:r>
                        <a:rPr dirty="0" sz="1800" spc="-30" b="1">
                          <a:latin typeface="宋体"/>
                          <a:cs typeface="宋体"/>
                        </a:rPr>
                        <a:t> 指令</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587375">
                        <a:lnSpc>
                          <a:spcPct val="100000"/>
                        </a:lnSpc>
                        <a:spcBef>
                          <a:spcPts val="325"/>
                        </a:spcBef>
                      </a:pPr>
                      <a:r>
                        <a:rPr dirty="0" sz="1800" b="1">
                          <a:latin typeface="宋体"/>
                          <a:cs typeface="宋体"/>
                        </a:rPr>
                        <a:t>load/store</a:t>
                      </a:r>
                      <a:r>
                        <a:rPr dirty="0" sz="1800" spc="-50" b="1">
                          <a:latin typeface="宋体"/>
                          <a:cs typeface="宋体"/>
                        </a:rPr>
                        <a:t> 指令</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73075">
                        <a:lnSpc>
                          <a:spcPct val="100000"/>
                        </a:lnSpc>
                        <a:spcBef>
                          <a:spcPts val="325"/>
                        </a:spcBef>
                      </a:pPr>
                      <a:r>
                        <a:rPr dirty="0" sz="1800" spc="-25" b="1">
                          <a:latin typeface="宋体"/>
                          <a:cs typeface="宋体"/>
                        </a:rPr>
                        <a:t>分支指令</a:t>
                      </a:r>
                      <a:endParaRPr sz="1800">
                        <a:latin typeface="宋体"/>
                        <a:cs typeface="宋体"/>
                      </a:endParaRPr>
                    </a:p>
                  </a:txBody>
                  <a:tcPr marL="0" marR="0" marB="0" marT="41275">
                    <a:lnL w="9525">
                      <a:solidFill>
                        <a:srgbClr val="000000"/>
                      </a:solidFill>
                      <a:prstDash val="solid"/>
                    </a:lnL>
                    <a:lnT w="9525">
                      <a:solidFill>
                        <a:srgbClr val="000000"/>
                      </a:solidFill>
                      <a:prstDash val="solid"/>
                    </a:lnT>
                    <a:lnB w="9525">
                      <a:solidFill>
                        <a:srgbClr val="000000"/>
                      </a:solidFill>
                      <a:prstDash val="solid"/>
                    </a:lnB>
                  </a:tcPr>
                </a:tc>
              </a:tr>
              <a:tr h="2199640">
                <a:tc>
                  <a:txBody>
                    <a:bodyPr/>
                    <a:lstStyle/>
                    <a:p>
                      <a:pPr>
                        <a:lnSpc>
                          <a:spcPct val="100000"/>
                        </a:lnSpc>
                      </a:pPr>
                      <a:endParaRPr sz="1800">
                        <a:latin typeface="Times New Roman"/>
                        <a:cs typeface="Times New Roman"/>
                      </a:endParaRPr>
                    </a:p>
                    <a:p>
                      <a:pPr>
                        <a:lnSpc>
                          <a:spcPct val="100000"/>
                        </a:lnSpc>
                        <a:spcBef>
                          <a:spcPts val="459"/>
                        </a:spcBef>
                      </a:pPr>
                      <a:endParaRPr sz="1800">
                        <a:latin typeface="Times New Roman"/>
                        <a:cs typeface="Times New Roman"/>
                      </a:endParaRPr>
                    </a:p>
                    <a:p>
                      <a:pPr marL="224790">
                        <a:lnSpc>
                          <a:spcPct val="100000"/>
                        </a:lnSpc>
                      </a:pPr>
                      <a:r>
                        <a:rPr dirty="0" sz="1800" spc="-25" b="1">
                          <a:solidFill>
                            <a:srgbClr val="4668F5"/>
                          </a:solidFill>
                          <a:latin typeface="宋体"/>
                          <a:cs typeface="宋体"/>
                        </a:rPr>
                        <a:t>MEM</a:t>
                      </a:r>
                      <a:endParaRPr sz="1800">
                        <a:latin typeface="宋体"/>
                        <a:cs typeface="宋体"/>
                      </a:endParaRPr>
                    </a:p>
                  </a:txBody>
                  <a:tcPr marL="0" marR="0" marB="0" marT="0">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2390">
                        <a:lnSpc>
                          <a:spcPct val="100000"/>
                        </a:lnSpc>
                        <a:spcBef>
                          <a:spcPts val="1360"/>
                        </a:spcBef>
                      </a:pPr>
                      <a:r>
                        <a:rPr dirty="0" sz="1800" b="1">
                          <a:solidFill>
                            <a:srgbClr val="40458B"/>
                          </a:solidFill>
                          <a:latin typeface="宋体"/>
                          <a:cs typeface="宋体"/>
                        </a:rPr>
                        <a:t>MEM/WB.IR</a:t>
                      </a:r>
                      <a:r>
                        <a:rPr dirty="0" sz="1800" spc="-70" b="1">
                          <a:solidFill>
                            <a:srgbClr val="40458B"/>
                          </a:solidFill>
                          <a:latin typeface="宋体"/>
                          <a:cs typeface="宋体"/>
                        </a:rPr>
                        <a:t> </a:t>
                      </a:r>
                      <a:r>
                        <a:rPr dirty="0" sz="1800" spc="-10" b="1">
                          <a:solidFill>
                            <a:srgbClr val="40458B"/>
                          </a:solidFill>
                          <a:latin typeface="宋体"/>
                          <a:cs typeface="宋体"/>
                        </a:rPr>
                        <a:t>←EX/MEM.IR；</a:t>
                      </a:r>
                      <a:endParaRPr sz="1800">
                        <a:latin typeface="宋体"/>
                        <a:cs typeface="宋体"/>
                      </a:endParaRPr>
                    </a:p>
                    <a:p>
                      <a:pPr marL="72390" marR="30480">
                        <a:lnSpc>
                          <a:spcPct val="100000"/>
                        </a:lnSpc>
                      </a:pPr>
                      <a:r>
                        <a:rPr dirty="0" sz="1800" b="1">
                          <a:solidFill>
                            <a:srgbClr val="40458B"/>
                          </a:solidFill>
                          <a:latin typeface="宋体"/>
                          <a:cs typeface="宋体"/>
                        </a:rPr>
                        <a:t>MEM/WB.ALUo</a:t>
                      </a:r>
                      <a:r>
                        <a:rPr dirty="0" sz="1800" spc="-8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04165" marR="30480">
                        <a:lnSpc>
                          <a:spcPct val="100000"/>
                        </a:lnSpc>
                        <a:spcBef>
                          <a:spcPts val="530"/>
                        </a:spcBef>
                      </a:pPr>
                      <a:r>
                        <a:rPr dirty="0" sz="1800" spc="-10" b="1">
                          <a:solidFill>
                            <a:srgbClr val="40458B"/>
                          </a:solidFill>
                          <a:latin typeface="宋体"/>
                          <a:cs typeface="宋体"/>
                        </a:rPr>
                        <a:t>EX/MEM.ALUo；</a:t>
                      </a:r>
                      <a:endParaRPr sz="1800">
                        <a:latin typeface="宋体"/>
                        <a:cs typeface="宋体"/>
                      </a:endParaRPr>
                    </a:p>
                  </a:txBody>
                  <a:tcPr marL="0" marR="0" marB="0" marT="17272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11125" marR="78105">
                        <a:lnSpc>
                          <a:spcPct val="100000"/>
                        </a:lnSpc>
                        <a:spcBef>
                          <a:spcPts val="985"/>
                        </a:spcBef>
                      </a:pPr>
                      <a:r>
                        <a:rPr dirty="0" sz="1800" b="1">
                          <a:solidFill>
                            <a:srgbClr val="40458B"/>
                          </a:solidFill>
                          <a:latin typeface="宋体"/>
                          <a:cs typeface="宋体"/>
                        </a:rPr>
                        <a:t>MEM/WB.IR</a:t>
                      </a:r>
                      <a:r>
                        <a:rPr dirty="0" sz="1800" spc="-35" b="1">
                          <a:solidFill>
                            <a:srgbClr val="40458B"/>
                          </a:solidFill>
                          <a:latin typeface="宋体"/>
                          <a:cs typeface="宋体"/>
                        </a:rPr>
                        <a:t> </a:t>
                      </a:r>
                      <a:r>
                        <a:rPr dirty="0" sz="1800" b="1">
                          <a:solidFill>
                            <a:srgbClr val="40458B"/>
                          </a:solidFill>
                          <a:latin typeface="宋体"/>
                          <a:cs typeface="宋体"/>
                        </a:rPr>
                        <a:t>←</a:t>
                      </a:r>
                      <a:r>
                        <a:rPr dirty="0" sz="1800" spc="-35" b="1">
                          <a:solidFill>
                            <a:srgbClr val="40458B"/>
                          </a:solidFill>
                          <a:latin typeface="宋体"/>
                          <a:cs typeface="宋体"/>
                        </a:rPr>
                        <a:t> </a:t>
                      </a:r>
                      <a:r>
                        <a:rPr dirty="0" sz="1800" spc="-10" b="1">
                          <a:solidFill>
                            <a:srgbClr val="40458B"/>
                          </a:solidFill>
                          <a:latin typeface="宋体"/>
                          <a:cs typeface="宋体"/>
                        </a:rPr>
                        <a:t>EX/MEM.IR； </a:t>
                      </a:r>
                      <a:r>
                        <a:rPr dirty="0" sz="1800" b="1">
                          <a:solidFill>
                            <a:srgbClr val="40458B"/>
                          </a:solidFill>
                          <a:latin typeface="宋体"/>
                          <a:cs typeface="宋体"/>
                        </a:rPr>
                        <a:t>MEM/WB.LMD</a:t>
                      </a:r>
                      <a:r>
                        <a:rPr dirty="0" sz="1800" spc="-75"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42900">
                        <a:lnSpc>
                          <a:spcPct val="100000"/>
                        </a:lnSpc>
                      </a:pPr>
                      <a:r>
                        <a:rPr dirty="0" sz="1800" spc="-10" b="1">
                          <a:solidFill>
                            <a:srgbClr val="40458B"/>
                          </a:solidFill>
                          <a:latin typeface="宋体"/>
                          <a:cs typeface="宋体"/>
                        </a:rPr>
                        <a:t>Mem[EX/MEM.ALUo]；</a:t>
                      </a:r>
                      <a:endParaRPr sz="1800">
                        <a:latin typeface="宋体"/>
                        <a:cs typeface="宋体"/>
                      </a:endParaRPr>
                    </a:p>
                    <a:p>
                      <a:pPr marL="111125">
                        <a:lnSpc>
                          <a:spcPct val="100000"/>
                        </a:lnSpc>
                      </a:pPr>
                      <a:r>
                        <a:rPr dirty="0" sz="1800" spc="-50" b="1">
                          <a:solidFill>
                            <a:srgbClr val="C00000"/>
                          </a:solidFill>
                          <a:latin typeface="宋体"/>
                          <a:cs typeface="宋体"/>
                        </a:rPr>
                        <a:t>或</a:t>
                      </a:r>
                      <a:endParaRPr sz="1800">
                        <a:latin typeface="宋体"/>
                        <a:cs typeface="宋体"/>
                      </a:endParaRPr>
                    </a:p>
                    <a:p>
                      <a:pPr marL="111125">
                        <a:lnSpc>
                          <a:spcPct val="100000"/>
                        </a:lnSpc>
                      </a:pPr>
                      <a:r>
                        <a:rPr dirty="0" sz="1800" b="1">
                          <a:solidFill>
                            <a:srgbClr val="40458B"/>
                          </a:solidFill>
                          <a:latin typeface="宋体"/>
                          <a:cs typeface="宋体"/>
                        </a:rPr>
                        <a:t>Mem[EX/MEM.ALUo]</a:t>
                      </a:r>
                      <a:r>
                        <a:rPr dirty="0" sz="1800" spc="-114"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42900">
                        <a:lnSpc>
                          <a:spcPct val="100000"/>
                        </a:lnSpc>
                      </a:pPr>
                      <a:r>
                        <a:rPr dirty="0" sz="1800" spc="-10" b="1">
                          <a:solidFill>
                            <a:srgbClr val="40458B"/>
                          </a:solidFill>
                          <a:latin typeface="宋体"/>
                          <a:cs typeface="宋体"/>
                        </a:rPr>
                        <a:t>EX/MEM.B；</a:t>
                      </a:r>
                      <a:endParaRPr sz="1800">
                        <a:latin typeface="宋体"/>
                        <a:cs typeface="宋体"/>
                      </a:endParaRPr>
                    </a:p>
                  </a:txBody>
                  <a:tcPr marL="0" marR="0" marB="0" marT="12509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B="0" marT="0">
                    <a:lnL w="9525">
                      <a:solidFill>
                        <a:srgbClr val="000000"/>
                      </a:solidFill>
                      <a:prstDash val="solid"/>
                    </a:lnL>
                    <a:lnT w="9525">
                      <a:solidFill>
                        <a:srgbClr val="000000"/>
                      </a:solidFill>
                      <a:prstDash val="solid"/>
                    </a:lnT>
                    <a:lnB w="9525">
                      <a:solidFill>
                        <a:srgbClr val="000000"/>
                      </a:solidFill>
                      <a:prstDash val="solid"/>
                    </a:lnB>
                  </a:tcPr>
                </a:tc>
              </a:tr>
              <a:tr h="2385695">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60"/>
                        </a:spcBef>
                      </a:pPr>
                      <a:endParaRPr sz="1800">
                        <a:latin typeface="Times New Roman"/>
                        <a:cs typeface="Times New Roman"/>
                      </a:endParaRPr>
                    </a:p>
                    <a:p>
                      <a:pPr marL="186690">
                        <a:lnSpc>
                          <a:spcPct val="100000"/>
                        </a:lnSpc>
                      </a:pPr>
                      <a:r>
                        <a:rPr dirty="0" sz="1800" spc="-25" b="1">
                          <a:solidFill>
                            <a:srgbClr val="4668F5"/>
                          </a:solidFill>
                          <a:latin typeface="宋体"/>
                          <a:cs typeface="宋体"/>
                        </a:rPr>
                        <a:t>WB</a:t>
                      </a:r>
                      <a:endParaRPr sz="1800">
                        <a:latin typeface="宋体"/>
                        <a:cs typeface="宋体"/>
                      </a:endParaRPr>
                    </a:p>
                  </a:txBody>
                  <a:tcPr marL="0" marR="0" marB="0" marT="0">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29539" marR="30480">
                        <a:lnSpc>
                          <a:spcPct val="100000"/>
                        </a:lnSpc>
                        <a:spcBef>
                          <a:spcPts val="1990"/>
                        </a:spcBef>
                      </a:pPr>
                      <a:r>
                        <a:rPr dirty="0" sz="1800" b="1">
                          <a:solidFill>
                            <a:srgbClr val="40458B"/>
                          </a:solidFill>
                          <a:latin typeface="宋体"/>
                          <a:cs typeface="宋体"/>
                        </a:rPr>
                        <a:t>Regs[MEM/WB.IR[rd]]</a:t>
                      </a:r>
                      <a:r>
                        <a:rPr dirty="0" sz="1800" spc="-140"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61315" marR="30480">
                        <a:lnSpc>
                          <a:spcPct val="100000"/>
                        </a:lnSpc>
                      </a:pPr>
                      <a:r>
                        <a:rPr dirty="0" sz="1800" spc="-10" b="1">
                          <a:solidFill>
                            <a:srgbClr val="40458B"/>
                          </a:solidFill>
                          <a:latin typeface="宋体"/>
                          <a:cs typeface="宋体"/>
                        </a:rPr>
                        <a:t>MEM/WB.ALUo；</a:t>
                      </a:r>
                      <a:endParaRPr sz="1800">
                        <a:latin typeface="宋体"/>
                        <a:cs typeface="宋体"/>
                      </a:endParaRPr>
                    </a:p>
                    <a:p>
                      <a:pPr marL="129539" marR="30480">
                        <a:lnSpc>
                          <a:spcPct val="100000"/>
                        </a:lnSpc>
                      </a:pPr>
                      <a:r>
                        <a:rPr dirty="0" sz="1800" spc="-50" b="1">
                          <a:solidFill>
                            <a:srgbClr val="40458B"/>
                          </a:solidFill>
                          <a:latin typeface="宋体"/>
                          <a:cs typeface="宋体"/>
                        </a:rPr>
                        <a:t>或</a:t>
                      </a:r>
                      <a:endParaRPr sz="1800">
                        <a:latin typeface="宋体"/>
                        <a:cs typeface="宋体"/>
                      </a:endParaRPr>
                    </a:p>
                    <a:p>
                      <a:pPr marL="129539" marR="30480">
                        <a:lnSpc>
                          <a:spcPct val="100000"/>
                        </a:lnSpc>
                      </a:pPr>
                      <a:r>
                        <a:rPr dirty="0" sz="1800" b="1">
                          <a:solidFill>
                            <a:srgbClr val="40458B"/>
                          </a:solidFill>
                          <a:latin typeface="宋体"/>
                          <a:cs typeface="宋体"/>
                        </a:rPr>
                        <a:t>Regs[MEM/WB.IR[rt]]</a:t>
                      </a:r>
                      <a:r>
                        <a:rPr dirty="0" sz="1800" spc="-140"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61315" marR="30480">
                        <a:lnSpc>
                          <a:spcPct val="100000"/>
                        </a:lnSpc>
                      </a:pPr>
                      <a:r>
                        <a:rPr dirty="0" sz="1800" spc="-10" b="1">
                          <a:solidFill>
                            <a:srgbClr val="40458B"/>
                          </a:solidFill>
                          <a:latin typeface="宋体"/>
                          <a:cs typeface="宋体"/>
                        </a:rPr>
                        <a:t>MEM/WB.ALUo；</a:t>
                      </a:r>
                      <a:endParaRPr sz="1800">
                        <a:latin typeface="宋体"/>
                        <a:cs typeface="宋体"/>
                      </a:endParaRPr>
                    </a:p>
                  </a:txBody>
                  <a:tcPr marL="0" marR="0" marB="0" marT="25273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35"/>
                        </a:spcBef>
                      </a:pPr>
                      <a:endParaRPr sz="1800">
                        <a:latin typeface="Times New Roman"/>
                        <a:cs typeface="Times New Roman"/>
                      </a:endParaRPr>
                    </a:p>
                    <a:p>
                      <a:pPr marL="136525">
                        <a:lnSpc>
                          <a:spcPct val="100000"/>
                        </a:lnSpc>
                      </a:pPr>
                      <a:r>
                        <a:rPr dirty="0" sz="1800" b="1">
                          <a:solidFill>
                            <a:srgbClr val="40458B"/>
                          </a:solidFill>
                          <a:latin typeface="宋体"/>
                          <a:cs typeface="宋体"/>
                        </a:rPr>
                        <a:t>Regs[MEM/WB.IR[rt]]</a:t>
                      </a:r>
                      <a:r>
                        <a:rPr dirty="0" sz="1800" spc="-140" b="1">
                          <a:solidFill>
                            <a:srgbClr val="40458B"/>
                          </a:solidFill>
                          <a:latin typeface="宋体"/>
                          <a:cs typeface="宋体"/>
                        </a:rPr>
                        <a:t> </a:t>
                      </a:r>
                      <a:r>
                        <a:rPr dirty="0" sz="1800" spc="-50" b="1">
                          <a:solidFill>
                            <a:srgbClr val="40458B"/>
                          </a:solidFill>
                          <a:latin typeface="宋体"/>
                          <a:cs typeface="宋体"/>
                        </a:rPr>
                        <a:t>←</a:t>
                      </a:r>
                      <a:endParaRPr sz="1800">
                        <a:latin typeface="宋体"/>
                        <a:cs typeface="宋体"/>
                      </a:endParaRPr>
                    </a:p>
                    <a:p>
                      <a:pPr marL="367665">
                        <a:lnSpc>
                          <a:spcPct val="100000"/>
                        </a:lnSpc>
                      </a:pPr>
                      <a:r>
                        <a:rPr dirty="0" sz="1800" spc="-10" b="1">
                          <a:solidFill>
                            <a:srgbClr val="40458B"/>
                          </a:solidFill>
                          <a:latin typeface="宋体"/>
                          <a:cs typeface="宋体"/>
                        </a:rPr>
                        <a:t>MEM/WB.LMD；</a:t>
                      </a:r>
                      <a:endParaRPr sz="1800">
                        <a:latin typeface="宋体"/>
                        <a:cs typeface="宋体"/>
                      </a:endParaRPr>
                    </a:p>
                  </a:txBody>
                  <a:tcPr marL="0" marR="0" marB="0" marT="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B="0" marT="0">
                    <a:lnL w="9525">
                      <a:solidFill>
                        <a:srgbClr val="000000"/>
                      </a:solidFill>
                      <a:prstDash val="solid"/>
                    </a:lnL>
                    <a:lnT w="9525">
                      <a:solidFill>
                        <a:srgbClr val="000000"/>
                      </a:solidFill>
                      <a:prstDash val="solid"/>
                    </a:lnT>
                    <a:lnB w="9525">
                      <a:solidFill>
                        <a:srgbClr val="000000"/>
                      </a:solidFill>
                      <a:prstDash val="solid"/>
                    </a:lnB>
                  </a:tcPr>
                </a:tc>
              </a:tr>
            </a:tbl>
          </a:graphicData>
        </a:graphic>
      </p:graphicFrame>
      <p:sp>
        <p:nvSpPr>
          <p:cNvPr id="3" name="object 3"/>
          <p:cNvSpPr txBox="1">
            <a:spLocks noGrp="1"/>
          </p:cNvSpPr>
          <p:nvPr>
            <p:ph type="title"/>
          </p:nvPr>
        </p:nvSpPr>
        <p:spPr>
          <a:xfrm>
            <a:off x="4254500" y="207390"/>
            <a:ext cx="3075305" cy="330835"/>
          </a:xfrm>
          <a:prstGeom prst="rect"/>
        </p:spPr>
        <p:txBody>
          <a:bodyPr wrap="square" lIns="0" tIns="12700" rIns="0" bIns="0" rtlCol="0" vert="horz">
            <a:spAutoFit/>
          </a:bodyPr>
          <a:lstStyle/>
          <a:p>
            <a:pPr marL="12700">
              <a:lnSpc>
                <a:spcPct val="100000"/>
              </a:lnSpc>
              <a:spcBef>
                <a:spcPts val="100"/>
              </a:spcBef>
            </a:pPr>
            <a:r>
              <a:rPr dirty="0" u="none" sz="2000" spc="-20">
                <a:solidFill>
                  <a:srgbClr val="E14B04"/>
                </a:solidFill>
              </a:rPr>
              <a:t>流水线的每个流水段的操作</a:t>
            </a:r>
            <a:endParaRPr sz="200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207/154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0" name="object 10" descr=""/>
          <p:cNvSpPr txBox="1"/>
          <p:nvPr/>
        </p:nvSpPr>
        <p:spPr>
          <a:xfrm>
            <a:off x="78739" y="1074165"/>
            <a:ext cx="2008505" cy="330835"/>
          </a:xfrm>
          <a:prstGeom prst="rect">
            <a:avLst/>
          </a:prstGeom>
        </p:spPr>
        <p:txBody>
          <a:bodyPr wrap="square" lIns="0" tIns="13335" rIns="0" bIns="0" rtlCol="0" vert="horz">
            <a:spAutoFit/>
          </a:bodyPr>
          <a:lstStyle/>
          <a:p>
            <a:pPr marL="12700">
              <a:lnSpc>
                <a:spcPct val="100000"/>
              </a:lnSpc>
              <a:spcBef>
                <a:spcPts val="105"/>
              </a:spcBef>
              <a:tabLst>
                <a:tab pos="469265" algn="l"/>
              </a:tabLst>
            </a:pPr>
            <a:r>
              <a:rPr dirty="0" sz="2000" spc="-25">
                <a:solidFill>
                  <a:srgbClr val="40458B"/>
                </a:solidFill>
                <a:latin typeface="Tahoma"/>
                <a:cs typeface="Tahoma"/>
              </a:rPr>
              <a:t>3.</a:t>
            </a:r>
            <a:r>
              <a:rPr dirty="0" sz="2000">
                <a:solidFill>
                  <a:srgbClr val="40458B"/>
                </a:solidFill>
                <a:latin typeface="Tahoma"/>
                <a:cs typeface="Tahoma"/>
              </a:rPr>
              <a:t>	</a:t>
            </a:r>
            <a:r>
              <a:rPr dirty="0" sz="2000" spc="-15">
                <a:solidFill>
                  <a:srgbClr val="FF0000"/>
                </a:solidFill>
                <a:latin typeface="黑体"/>
                <a:cs typeface="黑体"/>
              </a:rPr>
              <a:t>流水线的控制</a:t>
            </a:r>
            <a:endParaRPr sz="2000">
              <a:latin typeface="黑体"/>
              <a:cs typeface="黑体"/>
            </a:endParaRPr>
          </a:p>
        </p:txBody>
      </p:sp>
      <p:sp>
        <p:nvSpPr>
          <p:cNvPr id="11" name="object 11" descr=""/>
          <p:cNvSpPr txBox="1"/>
          <p:nvPr/>
        </p:nvSpPr>
        <p:spPr>
          <a:xfrm>
            <a:off x="708151" y="1592021"/>
            <a:ext cx="4295140" cy="331470"/>
          </a:xfrm>
          <a:prstGeom prst="rect">
            <a:avLst/>
          </a:prstGeom>
        </p:spPr>
        <p:txBody>
          <a:bodyPr wrap="square" lIns="0" tIns="13335" rIns="0" bIns="0" rtlCol="0" vert="horz">
            <a:spAutoFit/>
          </a:bodyPr>
          <a:lstStyle/>
          <a:p>
            <a:pPr marL="469900" indent="-457200">
              <a:lnSpc>
                <a:spcPct val="100000"/>
              </a:lnSpc>
              <a:spcBef>
                <a:spcPts val="105"/>
              </a:spcBef>
              <a:buSzPct val="90000"/>
              <a:buFont typeface="Wingdings"/>
              <a:buChar char=""/>
              <a:tabLst>
                <a:tab pos="469900" algn="l"/>
              </a:tabLst>
            </a:pPr>
            <a:r>
              <a:rPr dirty="0" sz="2000" spc="-15">
                <a:solidFill>
                  <a:srgbClr val="40458B"/>
                </a:solidFill>
                <a:latin typeface="黑体"/>
                <a:cs typeface="黑体"/>
              </a:rPr>
              <a:t>主要是如何控制四个</a:t>
            </a:r>
            <a:r>
              <a:rPr dirty="0" u="sng" sz="2000" spc="-15">
                <a:solidFill>
                  <a:srgbClr val="4668F5"/>
                </a:solidFill>
                <a:uFill>
                  <a:solidFill>
                    <a:srgbClr val="4668F5"/>
                  </a:solidFill>
                </a:uFill>
                <a:latin typeface="黑体"/>
                <a:cs typeface="黑体"/>
                <a:hlinkClick r:id="rId2" action="ppaction://hlinksldjump"/>
              </a:rPr>
              <a:t>多路选择器</a:t>
            </a:r>
            <a:r>
              <a:rPr dirty="0" u="none" sz="2000" spc="-50">
                <a:solidFill>
                  <a:srgbClr val="40458B"/>
                </a:solidFill>
                <a:latin typeface="黑体"/>
                <a:cs typeface="黑体"/>
              </a:rPr>
              <a:t>。</a:t>
            </a:r>
            <a:endParaRPr sz="2000">
              <a:latin typeface="黑体"/>
              <a:cs typeface="黑体"/>
            </a:endParaRPr>
          </a:p>
        </p:txBody>
      </p:sp>
      <p:sp>
        <p:nvSpPr>
          <p:cNvPr id="12" name="object 12" descr=""/>
          <p:cNvSpPr txBox="1"/>
          <p:nvPr/>
        </p:nvSpPr>
        <p:spPr>
          <a:xfrm>
            <a:off x="1302766" y="2110867"/>
            <a:ext cx="3940175" cy="1367790"/>
          </a:xfrm>
          <a:prstGeom prst="rect">
            <a:avLst/>
          </a:prstGeom>
        </p:spPr>
        <p:txBody>
          <a:bodyPr wrap="square" lIns="0" tIns="13335" rIns="0" bIns="0" rtlCol="0" vert="horz">
            <a:spAutoFit/>
          </a:bodyPr>
          <a:lstStyle/>
          <a:p>
            <a:pPr marL="300355" indent="-287655">
              <a:lnSpc>
                <a:spcPct val="100000"/>
              </a:lnSpc>
              <a:spcBef>
                <a:spcPts val="105"/>
              </a:spcBef>
              <a:buClr>
                <a:srgbClr val="4668F5"/>
              </a:buClr>
              <a:buSzPct val="60000"/>
              <a:buFont typeface="Wingdings"/>
              <a:buChar char=""/>
              <a:tabLst>
                <a:tab pos="300355" algn="l"/>
              </a:tabLst>
            </a:pPr>
            <a:r>
              <a:rPr dirty="0" sz="2000" spc="-20" b="1">
                <a:solidFill>
                  <a:srgbClr val="D50092"/>
                </a:solidFill>
                <a:latin typeface="Times New Roman"/>
                <a:cs typeface="Times New Roman"/>
              </a:rPr>
              <a:t>MUX2</a:t>
            </a:r>
            <a:endParaRPr sz="2000">
              <a:latin typeface="Times New Roman"/>
              <a:cs typeface="Times New Roman"/>
            </a:endParaRPr>
          </a:p>
          <a:p>
            <a:pPr marL="12700">
              <a:lnSpc>
                <a:spcPct val="100000"/>
              </a:lnSpc>
              <a:spcBef>
                <a:spcPts val="1675"/>
              </a:spcBef>
            </a:pPr>
            <a:r>
              <a:rPr dirty="0" sz="2000" b="1">
                <a:solidFill>
                  <a:srgbClr val="00AFEF"/>
                </a:solidFill>
                <a:latin typeface="Times New Roman"/>
                <a:cs typeface="Times New Roman"/>
              </a:rPr>
              <a:t>if</a:t>
            </a:r>
            <a:r>
              <a:rPr dirty="0" sz="2000" spc="70" b="1">
                <a:solidFill>
                  <a:srgbClr val="00AFEF"/>
                </a:solidFill>
                <a:latin typeface="Times New Roman"/>
                <a:cs typeface="Times New Roman"/>
              </a:rPr>
              <a:t> </a:t>
            </a:r>
            <a:r>
              <a:rPr dirty="0" sz="2000" spc="-10" b="1">
                <a:solidFill>
                  <a:srgbClr val="00AFEF"/>
                </a:solidFill>
                <a:latin typeface="黑体"/>
                <a:cs typeface="黑体"/>
              </a:rPr>
              <a:t>（</a:t>
            </a:r>
            <a:r>
              <a:rPr dirty="0" sz="2000" spc="-10" b="1">
                <a:solidFill>
                  <a:srgbClr val="00AFEF"/>
                </a:solidFill>
                <a:latin typeface="Times New Roman"/>
                <a:cs typeface="Times New Roman"/>
              </a:rPr>
              <a:t>ID/EX.IR[op]==“</a:t>
            </a:r>
            <a:r>
              <a:rPr dirty="0" sz="2000" spc="-20" b="1">
                <a:solidFill>
                  <a:srgbClr val="00AFEF"/>
                </a:solidFill>
                <a:latin typeface="黑体"/>
                <a:cs typeface="黑体"/>
              </a:rPr>
              <a:t>分支指令”</a:t>
            </a:r>
            <a:r>
              <a:rPr dirty="0" sz="2000" spc="-25" b="1">
                <a:solidFill>
                  <a:srgbClr val="00AFEF"/>
                </a:solidFill>
                <a:latin typeface="黑体"/>
                <a:cs typeface="黑体"/>
              </a:rPr>
              <a:t>）</a:t>
            </a:r>
            <a:endParaRPr sz="2000">
              <a:latin typeface="黑体"/>
              <a:cs typeface="黑体"/>
            </a:endParaRPr>
          </a:p>
          <a:p>
            <a:pPr marL="12700">
              <a:lnSpc>
                <a:spcPct val="100000"/>
              </a:lnSpc>
              <a:spcBef>
                <a:spcPts val="1685"/>
              </a:spcBef>
            </a:pPr>
            <a:r>
              <a:rPr dirty="0" sz="2000" b="1">
                <a:solidFill>
                  <a:srgbClr val="00AFEF"/>
                </a:solidFill>
                <a:latin typeface="Times New Roman"/>
                <a:cs typeface="Times New Roman"/>
              </a:rPr>
              <a:t>{</a:t>
            </a:r>
            <a:r>
              <a:rPr dirty="0" sz="2000" spc="40" b="1">
                <a:solidFill>
                  <a:srgbClr val="00AFEF"/>
                </a:solidFill>
                <a:latin typeface="Times New Roman"/>
                <a:cs typeface="Times New Roman"/>
              </a:rPr>
              <a:t> </a:t>
            </a:r>
            <a:r>
              <a:rPr dirty="0" sz="2000" spc="-10" b="1">
                <a:solidFill>
                  <a:srgbClr val="00AFEF"/>
                </a:solidFill>
                <a:latin typeface="Times New Roman"/>
                <a:cs typeface="Times New Roman"/>
              </a:rPr>
              <a:t>MUX2_output</a:t>
            </a:r>
            <a:r>
              <a:rPr dirty="0" sz="2000" spc="-10" b="1">
                <a:solidFill>
                  <a:srgbClr val="00AFEF"/>
                </a:solidFill>
                <a:latin typeface="黑体"/>
                <a:cs typeface="黑体"/>
              </a:rPr>
              <a:t>＝</a:t>
            </a:r>
            <a:r>
              <a:rPr dirty="0" sz="2000" spc="-10" b="1">
                <a:solidFill>
                  <a:srgbClr val="00AFEF"/>
                </a:solidFill>
                <a:latin typeface="Times New Roman"/>
                <a:cs typeface="Times New Roman"/>
              </a:rPr>
              <a:t>ID/EX.NPC</a:t>
            </a:r>
            <a:r>
              <a:rPr dirty="0" sz="2000" spc="10" b="1">
                <a:solidFill>
                  <a:srgbClr val="00AFEF"/>
                </a:solidFill>
                <a:latin typeface="Times New Roman"/>
                <a:cs typeface="Times New Roman"/>
              </a:rPr>
              <a:t> </a:t>
            </a:r>
            <a:r>
              <a:rPr dirty="0" sz="2000" spc="-25" b="1">
                <a:solidFill>
                  <a:srgbClr val="00AFEF"/>
                </a:solidFill>
                <a:latin typeface="Times New Roman"/>
                <a:cs typeface="Times New Roman"/>
              </a:rPr>
              <a:t>}</a:t>
            </a:r>
            <a:r>
              <a:rPr dirty="0" sz="2000" spc="-25" b="1">
                <a:solidFill>
                  <a:srgbClr val="00AFEF"/>
                </a:solidFill>
                <a:latin typeface="黑体"/>
                <a:cs typeface="黑体"/>
              </a:rPr>
              <a:t>；</a:t>
            </a:r>
            <a:endParaRPr sz="2000">
              <a:latin typeface="黑体"/>
              <a:cs typeface="黑体"/>
            </a:endParaRPr>
          </a:p>
        </p:txBody>
      </p:sp>
      <p:sp>
        <p:nvSpPr>
          <p:cNvPr id="13" name="object 13" descr=""/>
          <p:cNvSpPr txBox="1"/>
          <p:nvPr/>
        </p:nvSpPr>
        <p:spPr>
          <a:xfrm>
            <a:off x="1302766" y="3665601"/>
            <a:ext cx="7605395" cy="2404110"/>
          </a:xfrm>
          <a:prstGeom prst="rect">
            <a:avLst/>
          </a:prstGeom>
        </p:spPr>
        <p:txBody>
          <a:bodyPr wrap="square" lIns="0" tIns="12700" rIns="0" bIns="0" rtlCol="0" vert="horz">
            <a:spAutoFit/>
          </a:bodyPr>
          <a:lstStyle/>
          <a:p>
            <a:pPr marL="12700">
              <a:lnSpc>
                <a:spcPct val="100000"/>
              </a:lnSpc>
              <a:spcBef>
                <a:spcPts val="100"/>
              </a:spcBef>
            </a:pPr>
            <a:r>
              <a:rPr dirty="0" sz="2000" b="1">
                <a:solidFill>
                  <a:srgbClr val="00AFEF"/>
                </a:solidFill>
                <a:latin typeface="Times New Roman"/>
                <a:cs typeface="Times New Roman"/>
              </a:rPr>
              <a:t>else</a:t>
            </a:r>
            <a:r>
              <a:rPr dirty="0" sz="2000" spc="100" b="1">
                <a:solidFill>
                  <a:srgbClr val="00AFEF"/>
                </a:solidFill>
                <a:latin typeface="Times New Roman"/>
                <a:cs typeface="Times New Roman"/>
              </a:rPr>
              <a:t> </a:t>
            </a:r>
            <a:r>
              <a:rPr dirty="0" sz="2000" spc="-10" b="1">
                <a:solidFill>
                  <a:srgbClr val="00AFEF"/>
                </a:solidFill>
                <a:latin typeface="Times New Roman"/>
                <a:cs typeface="Times New Roman"/>
              </a:rPr>
              <a:t>MUX2_output</a:t>
            </a:r>
            <a:r>
              <a:rPr dirty="0" sz="2000" spc="-10" b="1">
                <a:solidFill>
                  <a:srgbClr val="00AFEF"/>
                </a:solidFill>
                <a:latin typeface="黑体"/>
                <a:cs typeface="黑体"/>
              </a:rPr>
              <a:t>＝</a:t>
            </a:r>
            <a:r>
              <a:rPr dirty="0" sz="2000" spc="-10" b="1">
                <a:solidFill>
                  <a:srgbClr val="00AFEF"/>
                </a:solidFill>
                <a:latin typeface="Times New Roman"/>
                <a:cs typeface="Times New Roman"/>
              </a:rPr>
              <a:t>ID/EX.A</a:t>
            </a:r>
            <a:r>
              <a:rPr dirty="0" sz="2000" spc="-215" b="1">
                <a:solidFill>
                  <a:srgbClr val="00AFEF"/>
                </a:solidFill>
                <a:latin typeface="黑体"/>
                <a:cs typeface="黑体"/>
              </a:rPr>
              <a:t>； </a:t>
            </a:r>
            <a:r>
              <a:rPr dirty="0" sz="2000" spc="-10" b="1">
                <a:solidFill>
                  <a:srgbClr val="40458B"/>
                </a:solidFill>
                <a:latin typeface="Times New Roman"/>
                <a:cs typeface="Times New Roman"/>
              </a:rPr>
              <a:t>//MUX2_output</a:t>
            </a:r>
            <a:r>
              <a:rPr dirty="0" sz="2000" spc="-15" b="1">
                <a:solidFill>
                  <a:srgbClr val="40458B"/>
                </a:solidFill>
                <a:latin typeface="黑体"/>
                <a:cs typeface="黑体"/>
              </a:rPr>
              <a:t>表示</a:t>
            </a:r>
            <a:r>
              <a:rPr dirty="0" sz="2000" spc="-10" b="1">
                <a:solidFill>
                  <a:srgbClr val="40458B"/>
                </a:solidFill>
                <a:latin typeface="Times New Roman"/>
                <a:cs typeface="Times New Roman"/>
              </a:rPr>
              <a:t>MUX2</a:t>
            </a:r>
            <a:r>
              <a:rPr dirty="0" sz="2000" spc="-25" b="1">
                <a:solidFill>
                  <a:srgbClr val="40458B"/>
                </a:solidFill>
                <a:latin typeface="黑体"/>
                <a:cs typeface="黑体"/>
              </a:rPr>
              <a:t>的输出</a:t>
            </a:r>
            <a:endParaRPr sz="2000">
              <a:latin typeface="黑体"/>
              <a:cs typeface="黑体"/>
            </a:endParaRPr>
          </a:p>
          <a:p>
            <a:pPr marL="300355" indent="-287655">
              <a:lnSpc>
                <a:spcPct val="100000"/>
              </a:lnSpc>
              <a:spcBef>
                <a:spcPts val="1685"/>
              </a:spcBef>
              <a:buClr>
                <a:srgbClr val="4668F5"/>
              </a:buClr>
              <a:buSzPct val="60000"/>
              <a:buFont typeface="Wingdings"/>
              <a:buChar char=""/>
              <a:tabLst>
                <a:tab pos="300355" algn="l"/>
              </a:tabLst>
            </a:pPr>
            <a:r>
              <a:rPr dirty="0" sz="2000" spc="-20" b="1">
                <a:solidFill>
                  <a:srgbClr val="D50092"/>
                </a:solidFill>
                <a:latin typeface="Times New Roman"/>
                <a:cs typeface="Times New Roman"/>
              </a:rPr>
              <a:t>MUX3</a:t>
            </a:r>
            <a:endParaRPr sz="2000">
              <a:latin typeface="Times New Roman"/>
              <a:cs typeface="Times New Roman"/>
            </a:endParaRPr>
          </a:p>
          <a:p>
            <a:pPr marL="12700">
              <a:lnSpc>
                <a:spcPct val="100000"/>
              </a:lnSpc>
              <a:spcBef>
                <a:spcPts val="1680"/>
              </a:spcBef>
            </a:pPr>
            <a:r>
              <a:rPr dirty="0" sz="2000" b="1">
                <a:solidFill>
                  <a:srgbClr val="00AFEF"/>
                </a:solidFill>
                <a:latin typeface="Times New Roman"/>
                <a:cs typeface="Times New Roman"/>
              </a:rPr>
              <a:t>if</a:t>
            </a:r>
            <a:r>
              <a:rPr dirty="0" sz="2000" spc="105" b="1">
                <a:solidFill>
                  <a:srgbClr val="00AFEF"/>
                </a:solidFill>
                <a:latin typeface="Times New Roman"/>
                <a:cs typeface="Times New Roman"/>
              </a:rPr>
              <a:t> </a:t>
            </a:r>
            <a:r>
              <a:rPr dirty="0" sz="2000" spc="-10" b="1">
                <a:solidFill>
                  <a:srgbClr val="00AFEF"/>
                </a:solidFill>
                <a:latin typeface="黑体"/>
                <a:cs typeface="黑体"/>
              </a:rPr>
              <a:t>（</a:t>
            </a:r>
            <a:r>
              <a:rPr dirty="0" sz="2000" spc="-10" b="1">
                <a:solidFill>
                  <a:srgbClr val="00AFEF"/>
                </a:solidFill>
                <a:latin typeface="Times New Roman"/>
                <a:cs typeface="Times New Roman"/>
              </a:rPr>
              <a:t>ID/EX.IR[op]==“</a:t>
            </a:r>
            <a:r>
              <a:rPr dirty="0" sz="2000" spc="-20" b="1">
                <a:solidFill>
                  <a:srgbClr val="00AFEF"/>
                </a:solidFill>
                <a:latin typeface="黑体"/>
                <a:cs typeface="黑体"/>
              </a:rPr>
              <a:t>寄存器－寄存器型</a:t>
            </a:r>
            <a:r>
              <a:rPr dirty="0" sz="2000" spc="-25" b="1">
                <a:solidFill>
                  <a:srgbClr val="00AFEF"/>
                </a:solidFill>
                <a:latin typeface="Times New Roman"/>
                <a:cs typeface="Times New Roman"/>
              </a:rPr>
              <a:t>ALU</a:t>
            </a:r>
            <a:r>
              <a:rPr dirty="0" sz="2000" spc="-10" b="1">
                <a:solidFill>
                  <a:srgbClr val="00AFEF"/>
                </a:solidFill>
                <a:latin typeface="黑体"/>
                <a:cs typeface="黑体"/>
              </a:rPr>
              <a:t>指令</a:t>
            </a:r>
            <a:r>
              <a:rPr dirty="0" sz="2000" spc="-25" b="1">
                <a:solidFill>
                  <a:srgbClr val="00AFEF"/>
                </a:solidFill>
                <a:latin typeface="黑体"/>
                <a:cs typeface="黑体"/>
              </a:rPr>
              <a:t>”）</a:t>
            </a:r>
            <a:endParaRPr sz="2000">
              <a:latin typeface="黑体"/>
              <a:cs typeface="黑体"/>
            </a:endParaRPr>
          </a:p>
          <a:p>
            <a:pPr marL="12700">
              <a:lnSpc>
                <a:spcPct val="100000"/>
              </a:lnSpc>
              <a:spcBef>
                <a:spcPts val="1680"/>
              </a:spcBef>
            </a:pPr>
            <a:r>
              <a:rPr dirty="0" sz="2000" b="1">
                <a:solidFill>
                  <a:srgbClr val="00AFEF"/>
                </a:solidFill>
                <a:latin typeface="Times New Roman"/>
                <a:cs typeface="Times New Roman"/>
              </a:rPr>
              <a:t>{</a:t>
            </a:r>
            <a:r>
              <a:rPr dirty="0" sz="2000" spc="-40" b="1">
                <a:solidFill>
                  <a:srgbClr val="00AFEF"/>
                </a:solidFill>
                <a:latin typeface="Times New Roman"/>
                <a:cs typeface="Times New Roman"/>
              </a:rPr>
              <a:t> </a:t>
            </a:r>
            <a:r>
              <a:rPr dirty="0" sz="2000" b="1">
                <a:solidFill>
                  <a:srgbClr val="00AFEF"/>
                </a:solidFill>
                <a:latin typeface="Times New Roman"/>
                <a:cs typeface="Times New Roman"/>
              </a:rPr>
              <a:t>MUX3_output</a:t>
            </a:r>
            <a:r>
              <a:rPr dirty="0" sz="2000" b="1">
                <a:solidFill>
                  <a:srgbClr val="00AFEF"/>
                </a:solidFill>
                <a:latin typeface="黑体"/>
                <a:cs typeface="黑体"/>
              </a:rPr>
              <a:t>＝</a:t>
            </a:r>
            <a:r>
              <a:rPr dirty="0" sz="2000" b="1">
                <a:solidFill>
                  <a:srgbClr val="00AFEF"/>
                </a:solidFill>
                <a:latin typeface="Times New Roman"/>
                <a:cs typeface="Times New Roman"/>
              </a:rPr>
              <a:t>ID/EX.B</a:t>
            </a:r>
            <a:r>
              <a:rPr dirty="0" sz="2000" spc="-60" b="1">
                <a:solidFill>
                  <a:srgbClr val="00AFEF"/>
                </a:solidFill>
                <a:latin typeface="Times New Roman"/>
                <a:cs typeface="Times New Roman"/>
              </a:rPr>
              <a:t> </a:t>
            </a:r>
            <a:r>
              <a:rPr dirty="0" sz="2000" spc="-25" b="1">
                <a:solidFill>
                  <a:srgbClr val="00AFEF"/>
                </a:solidFill>
                <a:latin typeface="Times New Roman"/>
                <a:cs typeface="Times New Roman"/>
              </a:rPr>
              <a:t>}</a:t>
            </a:r>
            <a:r>
              <a:rPr dirty="0" sz="2000" spc="-25" b="1">
                <a:solidFill>
                  <a:srgbClr val="00AFEF"/>
                </a:solidFill>
                <a:latin typeface="黑体"/>
                <a:cs typeface="黑体"/>
              </a:rPr>
              <a:t>；</a:t>
            </a:r>
            <a:endParaRPr sz="2000">
              <a:latin typeface="黑体"/>
              <a:cs typeface="黑体"/>
            </a:endParaRPr>
          </a:p>
          <a:p>
            <a:pPr marL="12700">
              <a:lnSpc>
                <a:spcPct val="100000"/>
              </a:lnSpc>
              <a:spcBef>
                <a:spcPts val="1680"/>
              </a:spcBef>
            </a:pPr>
            <a:r>
              <a:rPr dirty="0" sz="2000" b="1">
                <a:solidFill>
                  <a:srgbClr val="00AFEF"/>
                </a:solidFill>
                <a:latin typeface="Times New Roman"/>
                <a:cs typeface="Times New Roman"/>
              </a:rPr>
              <a:t>else</a:t>
            </a:r>
            <a:r>
              <a:rPr dirty="0" sz="2000" spc="145" b="1">
                <a:solidFill>
                  <a:srgbClr val="00AFEF"/>
                </a:solidFill>
                <a:latin typeface="Times New Roman"/>
                <a:cs typeface="Times New Roman"/>
              </a:rPr>
              <a:t> </a:t>
            </a:r>
            <a:r>
              <a:rPr dirty="0" sz="2000" spc="-10" b="1">
                <a:solidFill>
                  <a:srgbClr val="00AFEF"/>
                </a:solidFill>
                <a:latin typeface="Times New Roman"/>
                <a:cs typeface="Times New Roman"/>
              </a:rPr>
              <a:t>MUX3_output</a:t>
            </a:r>
            <a:r>
              <a:rPr dirty="0" sz="2000" spc="-10" b="1">
                <a:solidFill>
                  <a:srgbClr val="00AFEF"/>
                </a:solidFill>
                <a:latin typeface="黑体"/>
                <a:cs typeface="黑体"/>
              </a:rPr>
              <a:t>＝</a:t>
            </a:r>
            <a:r>
              <a:rPr dirty="0" sz="2000" spc="-10" b="1">
                <a:solidFill>
                  <a:srgbClr val="00AFEF"/>
                </a:solidFill>
                <a:latin typeface="Times New Roman"/>
                <a:cs typeface="Times New Roman"/>
              </a:rPr>
              <a:t>ID/EX.Imm</a:t>
            </a:r>
            <a:r>
              <a:rPr dirty="0" sz="2000" spc="-10" b="1">
                <a:solidFill>
                  <a:srgbClr val="00AFEF"/>
                </a:solidFill>
                <a:latin typeface="黑体"/>
                <a:cs typeface="黑体"/>
              </a:rPr>
              <a:t>；</a:t>
            </a:r>
            <a:r>
              <a:rPr dirty="0" sz="2000" spc="-10" b="1">
                <a:solidFill>
                  <a:srgbClr val="40458B"/>
                </a:solidFill>
                <a:latin typeface="Times New Roman"/>
                <a:cs typeface="Times New Roman"/>
              </a:rPr>
              <a:t>//MUX3_output</a:t>
            </a:r>
            <a:r>
              <a:rPr dirty="0" sz="2000" spc="-20" b="1">
                <a:solidFill>
                  <a:srgbClr val="40458B"/>
                </a:solidFill>
                <a:latin typeface="黑体"/>
                <a:cs typeface="黑体"/>
              </a:rPr>
              <a:t>表示</a:t>
            </a:r>
            <a:r>
              <a:rPr dirty="0" sz="2000" spc="-10" b="1">
                <a:solidFill>
                  <a:srgbClr val="40458B"/>
                </a:solidFill>
                <a:latin typeface="Times New Roman"/>
                <a:cs typeface="Times New Roman"/>
              </a:rPr>
              <a:t>MUX3</a:t>
            </a:r>
            <a:r>
              <a:rPr dirty="0" sz="2000" spc="-30" b="1">
                <a:solidFill>
                  <a:srgbClr val="40458B"/>
                </a:solidFill>
                <a:latin typeface="黑体"/>
                <a:cs typeface="黑体"/>
              </a:rPr>
              <a:t>的输出</a:t>
            </a:r>
            <a:endParaRPr sz="2000">
              <a:latin typeface="黑体"/>
              <a:cs typeface="黑体"/>
            </a:endParaRPr>
          </a:p>
        </p:txBody>
      </p:sp>
      <p:grpSp>
        <p:nvGrpSpPr>
          <p:cNvPr id="14" name="object 14" descr=""/>
          <p:cNvGrpSpPr/>
          <p:nvPr/>
        </p:nvGrpSpPr>
        <p:grpSpPr>
          <a:xfrm>
            <a:off x="7234918" y="1017366"/>
            <a:ext cx="4177029" cy="2589530"/>
            <a:chOff x="7234918" y="1017366"/>
            <a:chExt cx="4177029" cy="2589530"/>
          </a:xfrm>
        </p:grpSpPr>
        <p:sp>
          <p:nvSpPr>
            <p:cNvPr id="15" name="object 15" descr=""/>
            <p:cNvSpPr/>
            <p:nvPr/>
          </p:nvSpPr>
          <p:spPr>
            <a:xfrm>
              <a:off x="8195406" y="1735153"/>
              <a:ext cx="302895" cy="1020444"/>
            </a:xfrm>
            <a:custGeom>
              <a:avLst/>
              <a:gdLst/>
              <a:ahLst/>
              <a:cxnLst/>
              <a:rect l="l" t="t" r="r" b="b"/>
              <a:pathLst>
                <a:path w="302895" h="1020444">
                  <a:moveTo>
                    <a:pt x="302862" y="0"/>
                  </a:moveTo>
                  <a:lnTo>
                    <a:pt x="0" y="0"/>
                  </a:lnTo>
                  <a:lnTo>
                    <a:pt x="0" y="1020234"/>
                  </a:lnTo>
                  <a:lnTo>
                    <a:pt x="302862" y="1020234"/>
                  </a:lnTo>
                  <a:lnTo>
                    <a:pt x="302862" y="0"/>
                  </a:lnTo>
                  <a:close/>
                </a:path>
              </a:pathLst>
            </a:custGeom>
            <a:solidFill>
              <a:srgbClr val="CCFFCC"/>
            </a:solidFill>
          </p:spPr>
          <p:txBody>
            <a:bodyPr wrap="square" lIns="0" tIns="0" rIns="0" bIns="0" rtlCol="0"/>
            <a:lstStyle/>
            <a:p/>
          </p:txBody>
        </p:sp>
        <p:sp>
          <p:nvSpPr>
            <p:cNvPr id="16" name="object 16" descr=""/>
            <p:cNvSpPr/>
            <p:nvPr/>
          </p:nvSpPr>
          <p:spPr>
            <a:xfrm>
              <a:off x="8195406" y="1735153"/>
              <a:ext cx="302895" cy="1020444"/>
            </a:xfrm>
            <a:custGeom>
              <a:avLst/>
              <a:gdLst/>
              <a:ahLst/>
              <a:cxnLst/>
              <a:rect l="l" t="t" r="r" b="b"/>
              <a:pathLst>
                <a:path w="302895" h="1020444">
                  <a:moveTo>
                    <a:pt x="0" y="1020234"/>
                  </a:moveTo>
                  <a:lnTo>
                    <a:pt x="302862" y="1020234"/>
                  </a:lnTo>
                  <a:lnTo>
                    <a:pt x="302862" y="0"/>
                  </a:lnTo>
                  <a:lnTo>
                    <a:pt x="0" y="0"/>
                  </a:lnTo>
                  <a:lnTo>
                    <a:pt x="0" y="1020234"/>
                  </a:lnTo>
                  <a:close/>
                </a:path>
              </a:pathLst>
            </a:custGeom>
            <a:ln w="10454">
              <a:solidFill>
                <a:srgbClr val="000000"/>
              </a:solidFill>
            </a:ln>
          </p:spPr>
          <p:txBody>
            <a:bodyPr wrap="square" lIns="0" tIns="0" rIns="0" bIns="0" rtlCol="0"/>
            <a:lstStyle/>
            <a:p/>
          </p:txBody>
        </p:sp>
        <p:sp>
          <p:nvSpPr>
            <p:cNvPr id="17" name="object 17" descr=""/>
            <p:cNvSpPr/>
            <p:nvPr/>
          </p:nvSpPr>
          <p:spPr>
            <a:xfrm>
              <a:off x="11165299" y="1022764"/>
              <a:ext cx="241300" cy="2534285"/>
            </a:xfrm>
            <a:custGeom>
              <a:avLst/>
              <a:gdLst/>
              <a:ahLst/>
              <a:cxnLst/>
              <a:rect l="l" t="t" r="r" b="b"/>
              <a:pathLst>
                <a:path w="241300" h="2534285">
                  <a:moveTo>
                    <a:pt x="241144" y="0"/>
                  </a:moveTo>
                  <a:lnTo>
                    <a:pt x="0" y="0"/>
                  </a:lnTo>
                  <a:lnTo>
                    <a:pt x="0" y="2533881"/>
                  </a:lnTo>
                  <a:lnTo>
                    <a:pt x="241144" y="2533881"/>
                  </a:lnTo>
                  <a:lnTo>
                    <a:pt x="241144" y="0"/>
                  </a:lnTo>
                  <a:close/>
                </a:path>
              </a:pathLst>
            </a:custGeom>
            <a:solidFill>
              <a:srgbClr val="92DBFF"/>
            </a:solidFill>
          </p:spPr>
          <p:txBody>
            <a:bodyPr wrap="square" lIns="0" tIns="0" rIns="0" bIns="0" rtlCol="0"/>
            <a:lstStyle/>
            <a:p/>
          </p:txBody>
        </p:sp>
        <p:sp>
          <p:nvSpPr>
            <p:cNvPr id="18" name="object 18" descr=""/>
            <p:cNvSpPr/>
            <p:nvPr/>
          </p:nvSpPr>
          <p:spPr>
            <a:xfrm>
              <a:off x="11165299" y="1022764"/>
              <a:ext cx="241300" cy="2534285"/>
            </a:xfrm>
            <a:custGeom>
              <a:avLst/>
              <a:gdLst/>
              <a:ahLst/>
              <a:cxnLst/>
              <a:rect l="l" t="t" r="r" b="b"/>
              <a:pathLst>
                <a:path w="241300" h="2534285">
                  <a:moveTo>
                    <a:pt x="0" y="2533881"/>
                  </a:moveTo>
                  <a:lnTo>
                    <a:pt x="241144" y="2533881"/>
                  </a:lnTo>
                  <a:lnTo>
                    <a:pt x="241144" y="0"/>
                  </a:lnTo>
                  <a:lnTo>
                    <a:pt x="0" y="0"/>
                  </a:lnTo>
                  <a:lnTo>
                    <a:pt x="0" y="2533881"/>
                  </a:lnTo>
                  <a:close/>
                </a:path>
              </a:pathLst>
            </a:custGeom>
            <a:ln w="10467">
              <a:solidFill>
                <a:srgbClr val="000000"/>
              </a:solidFill>
            </a:ln>
          </p:spPr>
          <p:txBody>
            <a:bodyPr wrap="square" lIns="0" tIns="0" rIns="0" bIns="0" rtlCol="0"/>
            <a:lstStyle/>
            <a:p/>
          </p:txBody>
        </p:sp>
        <p:sp>
          <p:nvSpPr>
            <p:cNvPr id="19" name="object 19" descr=""/>
            <p:cNvSpPr/>
            <p:nvPr/>
          </p:nvSpPr>
          <p:spPr>
            <a:xfrm>
              <a:off x="9940413" y="1022764"/>
              <a:ext cx="241935" cy="2534285"/>
            </a:xfrm>
            <a:custGeom>
              <a:avLst/>
              <a:gdLst/>
              <a:ahLst/>
              <a:cxnLst/>
              <a:rect l="l" t="t" r="r" b="b"/>
              <a:pathLst>
                <a:path w="241934" h="2534285">
                  <a:moveTo>
                    <a:pt x="241494" y="0"/>
                  </a:moveTo>
                  <a:lnTo>
                    <a:pt x="0" y="0"/>
                  </a:lnTo>
                  <a:lnTo>
                    <a:pt x="0" y="2533881"/>
                  </a:lnTo>
                  <a:lnTo>
                    <a:pt x="241494" y="2533881"/>
                  </a:lnTo>
                  <a:lnTo>
                    <a:pt x="241494" y="0"/>
                  </a:lnTo>
                  <a:close/>
                </a:path>
              </a:pathLst>
            </a:custGeom>
            <a:solidFill>
              <a:srgbClr val="92DBFF"/>
            </a:solidFill>
          </p:spPr>
          <p:txBody>
            <a:bodyPr wrap="square" lIns="0" tIns="0" rIns="0" bIns="0" rtlCol="0"/>
            <a:lstStyle/>
            <a:p/>
          </p:txBody>
        </p:sp>
        <p:sp>
          <p:nvSpPr>
            <p:cNvPr id="20" name="object 20" descr=""/>
            <p:cNvSpPr/>
            <p:nvPr/>
          </p:nvSpPr>
          <p:spPr>
            <a:xfrm>
              <a:off x="9940413" y="1022764"/>
              <a:ext cx="241935" cy="2534285"/>
            </a:xfrm>
            <a:custGeom>
              <a:avLst/>
              <a:gdLst/>
              <a:ahLst/>
              <a:cxnLst/>
              <a:rect l="l" t="t" r="r" b="b"/>
              <a:pathLst>
                <a:path w="241934" h="2534285">
                  <a:moveTo>
                    <a:pt x="0" y="2533881"/>
                  </a:moveTo>
                  <a:lnTo>
                    <a:pt x="241494" y="2533881"/>
                  </a:lnTo>
                  <a:lnTo>
                    <a:pt x="241494" y="0"/>
                  </a:lnTo>
                  <a:lnTo>
                    <a:pt x="0" y="0"/>
                  </a:lnTo>
                  <a:lnTo>
                    <a:pt x="0" y="2533881"/>
                  </a:lnTo>
                  <a:close/>
                </a:path>
              </a:pathLst>
            </a:custGeom>
            <a:ln w="10467">
              <a:solidFill>
                <a:srgbClr val="000000"/>
              </a:solidFill>
            </a:ln>
          </p:spPr>
          <p:txBody>
            <a:bodyPr wrap="square" lIns="0" tIns="0" rIns="0" bIns="0" rtlCol="0"/>
            <a:lstStyle/>
            <a:p/>
          </p:txBody>
        </p:sp>
        <p:sp>
          <p:nvSpPr>
            <p:cNvPr id="21" name="object 21" descr=""/>
            <p:cNvSpPr/>
            <p:nvPr/>
          </p:nvSpPr>
          <p:spPr>
            <a:xfrm>
              <a:off x="7240315" y="1067628"/>
              <a:ext cx="241935" cy="2533650"/>
            </a:xfrm>
            <a:custGeom>
              <a:avLst/>
              <a:gdLst/>
              <a:ahLst/>
              <a:cxnLst/>
              <a:rect l="l" t="t" r="r" b="b"/>
              <a:pathLst>
                <a:path w="241934" h="2533650">
                  <a:moveTo>
                    <a:pt x="241494" y="0"/>
                  </a:moveTo>
                  <a:lnTo>
                    <a:pt x="0" y="0"/>
                  </a:lnTo>
                  <a:lnTo>
                    <a:pt x="0" y="2533595"/>
                  </a:lnTo>
                  <a:lnTo>
                    <a:pt x="241494" y="2533595"/>
                  </a:lnTo>
                  <a:lnTo>
                    <a:pt x="241494" y="0"/>
                  </a:lnTo>
                  <a:close/>
                </a:path>
              </a:pathLst>
            </a:custGeom>
            <a:solidFill>
              <a:srgbClr val="92DBFF"/>
            </a:solidFill>
          </p:spPr>
          <p:txBody>
            <a:bodyPr wrap="square" lIns="0" tIns="0" rIns="0" bIns="0" rtlCol="0"/>
            <a:lstStyle/>
            <a:p/>
          </p:txBody>
        </p:sp>
        <p:sp>
          <p:nvSpPr>
            <p:cNvPr id="22" name="object 22" descr=""/>
            <p:cNvSpPr/>
            <p:nvPr/>
          </p:nvSpPr>
          <p:spPr>
            <a:xfrm>
              <a:off x="7240315" y="1067628"/>
              <a:ext cx="241935" cy="2533650"/>
            </a:xfrm>
            <a:custGeom>
              <a:avLst/>
              <a:gdLst/>
              <a:ahLst/>
              <a:cxnLst/>
              <a:rect l="l" t="t" r="r" b="b"/>
              <a:pathLst>
                <a:path w="241934" h="2533650">
                  <a:moveTo>
                    <a:pt x="0" y="2533595"/>
                  </a:moveTo>
                  <a:lnTo>
                    <a:pt x="241494" y="2533595"/>
                  </a:lnTo>
                  <a:lnTo>
                    <a:pt x="241494" y="0"/>
                  </a:lnTo>
                  <a:lnTo>
                    <a:pt x="0" y="0"/>
                  </a:lnTo>
                  <a:lnTo>
                    <a:pt x="0" y="2533595"/>
                  </a:lnTo>
                  <a:close/>
                </a:path>
              </a:pathLst>
            </a:custGeom>
            <a:ln w="10467">
              <a:solidFill>
                <a:srgbClr val="000000"/>
              </a:solidFill>
            </a:ln>
          </p:spPr>
          <p:txBody>
            <a:bodyPr wrap="square" lIns="0" tIns="0" rIns="0" bIns="0" rtlCol="0"/>
            <a:lstStyle/>
            <a:p/>
          </p:txBody>
        </p:sp>
        <p:sp>
          <p:nvSpPr>
            <p:cNvPr id="23" name="object 23" descr=""/>
            <p:cNvSpPr/>
            <p:nvPr/>
          </p:nvSpPr>
          <p:spPr>
            <a:xfrm>
              <a:off x="8654610" y="1067643"/>
              <a:ext cx="241935" cy="2489200"/>
            </a:xfrm>
            <a:custGeom>
              <a:avLst/>
              <a:gdLst/>
              <a:ahLst/>
              <a:cxnLst/>
              <a:rect l="l" t="t" r="r" b="b"/>
              <a:pathLst>
                <a:path w="241934" h="2489200">
                  <a:moveTo>
                    <a:pt x="241494" y="0"/>
                  </a:moveTo>
                  <a:lnTo>
                    <a:pt x="0" y="0"/>
                  </a:lnTo>
                  <a:lnTo>
                    <a:pt x="0" y="2489002"/>
                  </a:lnTo>
                  <a:lnTo>
                    <a:pt x="241494" y="2489002"/>
                  </a:lnTo>
                  <a:lnTo>
                    <a:pt x="241494" y="0"/>
                  </a:lnTo>
                  <a:close/>
                </a:path>
              </a:pathLst>
            </a:custGeom>
            <a:solidFill>
              <a:srgbClr val="92DBFF"/>
            </a:solidFill>
          </p:spPr>
          <p:txBody>
            <a:bodyPr wrap="square" lIns="0" tIns="0" rIns="0" bIns="0" rtlCol="0"/>
            <a:lstStyle/>
            <a:p/>
          </p:txBody>
        </p:sp>
        <p:sp>
          <p:nvSpPr>
            <p:cNvPr id="24" name="object 24" descr=""/>
            <p:cNvSpPr/>
            <p:nvPr/>
          </p:nvSpPr>
          <p:spPr>
            <a:xfrm>
              <a:off x="8654610" y="1067643"/>
              <a:ext cx="241935" cy="2489200"/>
            </a:xfrm>
            <a:custGeom>
              <a:avLst/>
              <a:gdLst/>
              <a:ahLst/>
              <a:cxnLst/>
              <a:rect l="l" t="t" r="r" b="b"/>
              <a:pathLst>
                <a:path w="241934" h="2489200">
                  <a:moveTo>
                    <a:pt x="0" y="2489002"/>
                  </a:moveTo>
                  <a:lnTo>
                    <a:pt x="241494" y="2489002"/>
                  </a:lnTo>
                  <a:lnTo>
                    <a:pt x="241494" y="0"/>
                  </a:lnTo>
                  <a:lnTo>
                    <a:pt x="0" y="0"/>
                  </a:lnTo>
                  <a:lnTo>
                    <a:pt x="0" y="2489002"/>
                  </a:lnTo>
                  <a:close/>
                </a:path>
              </a:pathLst>
            </a:custGeom>
            <a:ln w="10467">
              <a:solidFill>
                <a:srgbClr val="000000"/>
              </a:solidFill>
            </a:ln>
          </p:spPr>
          <p:txBody>
            <a:bodyPr wrap="square" lIns="0" tIns="0" rIns="0" bIns="0" rtlCol="0"/>
            <a:lstStyle/>
            <a:p/>
          </p:txBody>
        </p:sp>
      </p:grpSp>
      <p:sp>
        <p:nvSpPr>
          <p:cNvPr id="25" name="object 25" descr=""/>
          <p:cNvSpPr txBox="1"/>
          <p:nvPr/>
        </p:nvSpPr>
        <p:spPr>
          <a:xfrm>
            <a:off x="10981800" y="820880"/>
            <a:ext cx="58674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MEM/WB</a:t>
            </a:r>
            <a:endParaRPr sz="1000">
              <a:latin typeface="Times New Roman"/>
              <a:cs typeface="Times New Roman"/>
            </a:endParaRPr>
          </a:p>
        </p:txBody>
      </p:sp>
      <p:sp>
        <p:nvSpPr>
          <p:cNvPr id="26" name="object 26" descr=""/>
          <p:cNvSpPr txBox="1"/>
          <p:nvPr/>
        </p:nvSpPr>
        <p:spPr>
          <a:xfrm>
            <a:off x="8265628" y="1800766"/>
            <a:ext cx="157480" cy="440690"/>
          </a:xfrm>
          <a:prstGeom prst="rect">
            <a:avLst/>
          </a:prstGeom>
        </p:spPr>
        <p:txBody>
          <a:bodyPr wrap="square" lIns="0" tIns="38735" rIns="0" bIns="0" rtlCol="0" vert="horz">
            <a:spAutoFit/>
          </a:bodyPr>
          <a:lstStyle/>
          <a:p>
            <a:pPr algn="just" marL="12700" marR="5080">
              <a:lnSpc>
                <a:spcPts val="1019"/>
              </a:lnSpc>
              <a:spcBef>
                <a:spcPts val="305"/>
              </a:spcBef>
            </a:pPr>
            <a:r>
              <a:rPr dirty="0" sz="1000" spc="-50">
                <a:latin typeface="宋体"/>
                <a:cs typeface="宋体"/>
              </a:rPr>
              <a:t>通用寄</a:t>
            </a:r>
            <a:endParaRPr sz="1000">
              <a:latin typeface="宋体"/>
              <a:cs typeface="宋体"/>
            </a:endParaRPr>
          </a:p>
        </p:txBody>
      </p:sp>
      <p:sp>
        <p:nvSpPr>
          <p:cNvPr id="27" name="object 27" descr=""/>
          <p:cNvSpPr txBox="1"/>
          <p:nvPr/>
        </p:nvSpPr>
        <p:spPr>
          <a:xfrm>
            <a:off x="8265628" y="2189675"/>
            <a:ext cx="157480" cy="311150"/>
          </a:xfrm>
          <a:prstGeom prst="rect">
            <a:avLst/>
          </a:prstGeom>
        </p:spPr>
        <p:txBody>
          <a:bodyPr wrap="square" lIns="0" tIns="38735" rIns="0" bIns="0" rtlCol="0" vert="horz">
            <a:spAutoFit/>
          </a:bodyPr>
          <a:lstStyle/>
          <a:p>
            <a:pPr marL="12700" marR="5080">
              <a:lnSpc>
                <a:spcPts val="1019"/>
              </a:lnSpc>
              <a:spcBef>
                <a:spcPts val="305"/>
              </a:spcBef>
            </a:pPr>
            <a:r>
              <a:rPr dirty="0" sz="1000" spc="-50">
                <a:latin typeface="宋体"/>
                <a:cs typeface="宋体"/>
              </a:rPr>
              <a:t>存器</a:t>
            </a:r>
            <a:endParaRPr sz="1000">
              <a:latin typeface="宋体"/>
              <a:cs typeface="宋体"/>
            </a:endParaRPr>
          </a:p>
        </p:txBody>
      </p:sp>
      <p:sp>
        <p:nvSpPr>
          <p:cNvPr id="28" name="object 28" descr=""/>
          <p:cNvSpPr txBox="1"/>
          <p:nvPr/>
        </p:nvSpPr>
        <p:spPr>
          <a:xfrm>
            <a:off x="8265628" y="2448948"/>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宋体"/>
                <a:cs typeface="宋体"/>
              </a:rPr>
              <a:t>组</a:t>
            </a:r>
            <a:endParaRPr sz="1000">
              <a:latin typeface="宋体"/>
              <a:cs typeface="宋体"/>
            </a:endParaRPr>
          </a:p>
        </p:txBody>
      </p:sp>
      <p:sp>
        <p:nvSpPr>
          <p:cNvPr id="29" name="object 29" descr=""/>
          <p:cNvSpPr txBox="1"/>
          <p:nvPr/>
        </p:nvSpPr>
        <p:spPr>
          <a:xfrm>
            <a:off x="9590695" y="2129993"/>
            <a:ext cx="171450" cy="29210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ALU</a:t>
            </a:r>
            <a:endParaRPr sz="1000">
              <a:latin typeface="Times New Roman"/>
              <a:cs typeface="Times New Roman"/>
            </a:endParaRPr>
          </a:p>
        </p:txBody>
      </p:sp>
      <p:sp>
        <p:nvSpPr>
          <p:cNvPr id="30" name="object 30" descr=""/>
          <p:cNvSpPr txBox="1"/>
          <p:nvPr/>
        </p:nvSpPr>
        <p:spPr>
          <a:xfrm>
            <a:off x="6021987" y="2041220"/>
            <a:ext cx="180340" cy="397510"/>
          </a:xfrm>
          <a:prstGeom prst="rect">
            <a:avLst/>
          </a:prstGeom>
          <a:solidFill>
            <a:srgbClr val="92DBFF"/>
          </a:solidFill>
          <a:ln w="10440">
            <a:solidFill>
              <a:srgbClr val="000000"/>
            </a:solidFill>
          </a:ln>
        </p:spPr>
        <p:txBody>
          <a:bodyPr wrap="square" lIns="0" tIns="102870" rIns="0" bIns="0" rtlCol="0" vert="horz">
            <a:spAutoFit/>
          </a:bodyPr>
          <a:lstStyle/>
          <a:p>
            <a:pPr marL="5715">
              <a:lnSpc>
                <a:spcPct val="100000"/>
              </a:lnSpc>
              <a:spcBef>
                <a:spcPts val="810"/>
              </a:spcBef>
            </a:pPr>
            <a:r>
              <a:rPr dirty="0" sz="1000" spc="-25">
                <a:latin typeface="Times New Roman"/>
                <a:cs typeface="Times New Roman"/>
              </a:rPr>
              <a:t>PC</a:t>
            </a:r>
            <a:endParaRPr sz="1000">
              <a:latin typeface="Times New Roman"/>
              <a:cs typeface="Times New Roman"/>
            </a:endParaRPr>
          </a:p>
        </p:txBody>
      </p:sp>
      <p:sp>
        <p:nvSpPr>
          <p:cNvPr id="31" name="object 31" descr=""/>
          <p:cNvSpPr txBox="1"/>
          <p:nvPr/>
        </p:nvSpPr>
        <p:spPr>
          <a:xfrm>
            <a:off x="9236522" y="1412123"/>
            <a:ext cx="333375" cy="219075"/>
          </a:xfrm>
          <a:prstGeom prst="rect">
            <a:avLst/>
          </a:prstGeom>
          <a:ln w="10351">
            <a:solidFill>
              <a:srgbClr val="000000"/>
            </a:solidFill>
          </a:ln>
        </p:spPr>
        <p:txBody>
          <a:bodyPr wrap="square" lIns="0" tIns="36830" rIns="0" bIns="0" rtlCol="0" vert="horz">
            <a:spAutoFit/>
          </a:bodyPr>
          <a:lstStyle/>
          <a:p>
            <a:pPr marL="74295">
              <a:lnSpc>
                <a:spcPct val="100000"/>
              </a:lnSpc>
              <a:spcBef>
                <a:spcPts val="290"/>
              </a:spcBef>
            </a:pPr>
            <a:r>
              <a:rPr dirty="0" sz="1000" spc="-25">
                <a:latin typeface="Times New Roman"/>
                <a:cs typeface="Times New Roman"/>
              </a:rPr>
              <a:t>=0?</a:t>
            </a:r>
            <a:endParaRPr sz="1000">
              <a:latin typeface="Times New Roman"/>
              <a:cs typeface="Times New Roman"/>
            </a:endParaRPr>
          </a:p>
        </p:txBody>
      </p:sp>
      <p:sp>
        <p:nvSpPr>
          <p:cNvPr id="32" name="object 32" descr=""/>
          <p:cNvSpPr txBox="1"/>
          <p:nvPr/>
        </p:nvSpPr>
        <p:spPr>
          <a:xfrm>
            <a:off x="6468117" y="1284888"/>
            <a:ext cx="171450" cy="30607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ADD</a:t>
            </a:r>
            <a:endParaRPr sz="1000">
              <a:latin typeface="Times New Roman"/>
              <a:cs typeface="Times New Roman"/>
            </a:endParaRPr>
          </a:p>
        </p:txBody>
      </p:sp>
      <p:sp>
        <p:nvSpPr>
          <p:cNvPr id="33" name="object 33" descr=""/>
          <p:cNvSpPr txBox="1"/>
          <p:nvPr/>
        </p:nvSpPr>
        <p:spPr>
          <a:xfrm>
            <a:off x="7888179" y="2873149"/>
            <a:ext cx="135890" cy="155575"/>
          </a:xfrm>
          <a:prstGeom prst="rect">
            <a:avLst/>
          </a:prstGeom>
        </p:spPr>
        <p:txBody>
          <a:bodyPr wrap="square" lIns="0" tIns="12700" rIns="0" bIns="0" rtlCol="0" vert="horz">
            <a:spAutoFit/>
          </a:bodyPr>
          <a:lstStyle/>
          <a:p>
            <a:pPr marL="12700">
              <a:lnSpc>
                <a:spcPct val="100000"/>
              </a:lnSpc>
              <a:spcBef>
                <a:spcPts val="100"/>
              </a:spcBef>
            </a:pPr>
            <a:r>
              <a:rPr dirty="0" sz="850" spc="-25">
                <a:latin typeface="Times New Roman"/>
                <a:cs typeface="Times New Roman"/>
              </a:rPr>
              <a:t>16</a:t>
            </a:r>
            <a:endParaRPr sz="850">
              <a:latin typeface="Times New Roman"/>
              <a:cs typeface="Times New Roman"/>
            </a:endParaRPr>
          </a:p>
        </p:txBody>
      </p:sp>
      <p:sp>
        <p:nvSpPr>
          <p:cNvPr id="34" name="object 34" descr=""/>
          <p:cNvSpPr txBox="1"/>
          <p:nvPr/>
        </p:nvSpPr>
        <p:spPr>
          <a:xfrm>
            <a:off x="8085897" y="2825660"/>
            <a:ext cx="529590" cy="431165"/>
          </a:xfrm>
          <a:prstGeom prst="rect">
            <a:avLst/>
          </a:prstGeom>
        </p:spPr>
        <p:txBody>
          <a:bodyPr wrap="square" lIns="0" tIns="15240" rIns="0" bIns="0" rtlCol="0" vert="horz">
            <a:spAutoFit/>
          </a:bodyPr>
          <a:lstStyle/>
          <a:p>
            <a:pPr marL="43815">
              <a:lnSpc>
                <a:spcPts val="1090"/>
              </a:lnSpc>
              <a:spcBef>
                <a:spcPts val="120"/>
              </a:spcBef>
            </a:pPr>
            <a:r>
              <a:rPr dirty="0" sz="1000" spc="40">
                <a:latin typeface="宋体"/>
                <a:cs typeface="宋体"/>
              </a:rPr>
              <a:t>符号 </a:t>
            </a:r>
            <a:r>
              <a:rPr dirty="0" baseline="-9803" sz="1275" spc="-37">
                <a:latin typeface="Times New Roman"/>
                <a:cs typeface="Times New Roman"/>
              </a:rPr>
              <a:t>32</a:t>
            </a:r>
            <a:endParaRPr baseline="-9803" sz="1275">
              <a:latin typeface="Times New Roman"/>
              <a:cs typeface="Times New Roman"/>
            </a:endParaRPr>
          </a:p>
          <a:p>
            <a:pPr marL="38100" marR="221615" indent="84455">
              <a:lnSpc>
                <a:spcPts val="990"/>
              </a:lnSpc>
              <a:spcBef>
                <a:spcPts val="95"/>
              </a:spcBef>
            </a:pPr>
            <a:r>
              <a:rPr dirty="0" sz="1000" spc="-50">
                <a:latin typeface="宋体"/>
                <a:cs typeface="宋体"/>
              </a:rPr>
              <a:t>位</a:t>
            </a:r>
            <a:r>
              <a:rPr dirty="0" sz="1000" spc="-25">
                <a:latin typeface="宋体"/>
                <a:cs typeface="宋体"/>
              </a:rPr>
              <a:t>扩展</a:t>
            </a:r>
            <a:endParaRPr sz="1000">
              <a:latin typeface="宋体"/>
              <a:cs typeface="宋体"/>
            </a:endParaRPr>
          </a:p>
        </p:txBody>
      </p:sp>
      <p:sp>
        <p:nvSpPr>
          <p:cNvPr id="35" name="object 35" descr=""/>
          <p:cNvSpPr txBox="1"/>
          <p:nvPr/>
        </p:nvSpPr>
        <p:spPr>
          <a:xfrm>
            <a:off x="6131659" y="1200130"/>
            <a:ext cx="9144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4</a:t>
            </a:r>
            <a:endParaRPr sz="1000">
              <a:latin typeface="Times New Roman"/>
              <a:cs typeface="Times New Roman"/>
            </a:endParaRPr>
          </a:p>
        </p:txBody>
      </p:sp>
      <p:sp>
        <p:nvSpPr>
          <p:cNvPr id="36" name="object 36" descr=""/>
          <p:cNvSpPr/>
          <p:nvPr/>
        </p:nvSpPr>
        <p:spPr>
          <a:xfrm>
            <a:off x="6474299" y="1379584"/>
            <a:ext cx="31115" cy="133985"/>
          </a:xfrm>
          <a:custGeom>
            <a:avLst/>
            <a:gdLst/>
            <a:ahLst/>
            <a:cxnLst/>
            <a:rect l="l" t="t" r="r" b="b"/>
            <a:pathLst>
              <a:path w="31115" h="133984">
                <a:moveTo>
                  <a:pt x="30684" y="0"/>
                </a:moveTo>
                <a:lnTo>
                  <a:pt x="0" y="0"/>
                </a:lnTo>
                <a:lnTo>
                  <a:pt x="0" y="133365"/>
                </a:lnTo>
                <a:lnTo>
                  <a:pt x="30684" y="133365"/>
                </a:lnTo>
                <a:lnTo>
                  <a:pt x="30684" y="0"/>
                </a:lnTo>
                <a:close/>
              </a:path>
            </a:pathLst>
          </a:custGeom>
          <a:solidFill>
            <a:srgbClr val="FFFFFF"/>
          </a:solidFill>
        </p:spPr>
        <p:txBody>
          <a:bodyPr wrap="square" lIns="0" tIns="0" rIns="0" bIns="0" rtlCol="0"/>
          <a:lstStyle/>
          <a:p/>
        </p:txBody>
      </p:sp>
      <p:grpSp>
        <p:nvGrpSpPr>
          <p:cNvPr id="37" name="object 37" descr=""/>
          <p:cNvGrpSpPr/>
          <p:nvPr/>
        </p:nvGrpSpPr>
        <p:grpSpPr>
          <a:xfrm>
            <a:off x="6414747" y="572976"/>
            <a:ext cx="3960495" cy="2629535"/>
            <a:chOff x="6414747" y="572976"/>
            <a:chExt cx="3960495" cy="2629535"/>
          </a:xfrm>
        </p:grpSpPr>
        <p:sp>
          <p:nvSpPr>
            <p:cNvPr id="38" name="object 38" descr=""/>
            <p:cNvSpPr/>
            <p:nvPr/>
          </p:nvSpPr>
          <p:spPr>
            <a:xfrm>
              <a:off x="7270992" y="2002176"/>
              <a:ext cx="180340" cy="442595"/>
            </a:xfrm>
            <a:custGeom>
              <a:avLst/>
              <a:gdLst/>
              <a:ahLst/>
              <a:cxnLst/>
              <a:rect l="l" t="t" r="r" b="b"/>
              <a:pathLst>
                <a:path w="180340" h="442594">
                  <a:moveTo>
                    <a:pt x="180126" y="0"/>
                  </a:moveTo>
                  <a:lnTo>
                    <a:pt x="0" y="0"/>
                  </a:lnTo>
                  <a:lnTo>
                    <a:pt x="0" y="442196"/>
                  </a:lnTo>
                  <a:lnTo>
                    <a:pt x="180126" y="442196"/>
                  </a:lnTo>
                  <a:lnTo>
                    <a:pt x="180126" y="0"/>
                  </a:lnTo>
                  <a:close/>
                </a:path>
              </a:pathLst>
            </a:custGeom>
            <a:solidFill>
              <a:srgbClr val="FFFFFF"/>
            </a:solidFill>
          </p:spPr>
          <p:txBody>
            <a:bodyPr wrap="square" lIns="0" tIns="0" rIns="0" bIns="0" rtlCol="0"/>
            <a:lstStyle/>
            <a:p/>
          </p:txBody>
        </p:sp>
        <p:sp>
          <p:nvSpPr>
            <p:cNvPr id="39" name="object 39" descr=""/>
            <p:cNvSpPr/>
            <p:nvPr/>
          </p:nvSpPr>
          <p:spPr>
            <a:xfrm>
              <a:off x="7270992" y="2002176"/>
              <a:ext cx="180340" cy="442595"/>
            </a:xfrm>
            <a:custGeom>
              <a:avLst/>
              <a:gdLst/>
              <a:ahLst/>
              <a:cxnLst/>
              <a:rect l="l" t="t" r="r" b="b"/>
              <a:pathLst>
                <a:path w="180340" h="442594">
                  <a:moveTo>
                    <a:pt x="0" y="442196"/>
                  </a:moveTo>
                  <a:lnTo>
                    <a:pt x="180126" y="442196"/>
                  </a:lnTo>
                  <a:lnTo>
                    <a:pt x="180126" y="0"/>
                  </a:lnTo>
                  <a:lnTo>
                    <a:pt x="0" y="0"/>
                  </a:lnTo>
                  <a:lnTo>
                    <a:pt x="0" y="442196"/>
                  </a:lnTo>
                  <a:close/>
                </a:path>
              </a:pathLst>
            </a:custGeom>
            <a:ln w="10444">
              <a:solidFill>
                <a:srgbClr val="000000"/>
              </a:solidFill>
            </a:ln>
          </p:spPr>
          <p:txBody>
            <a:bodyPr wrap="square" lIns="0" tIns="0" rIns="0" bIns="0" rtlCol="0"/>
            <a:lstStyle/>
            <a:p/>
          </p:txBody>
        </p:sp>
        <p:sp>
          <p:nvSpPr>
            <p:cNvPr id="40" name="object 40" descr=""/>
            <p:cNvSpPr/>
            <p:nvPr/>
          </p:nvSpPr>
          <p:spPr>
            <a:xfrm>
              <a:off x="8685360" y="2002248"/>
              <a:ext cx="180340" cy="264160"/>
            </a:xfrm>
            <a:custGeom>
              <a:avLst/>
              <a:gdLst/>
              <a:ahLst/>
              <a:cxnLst/>
              <a:rect l="l" t="t" r="r" b="b"/>
              <a:pathLst>
                <a:path w="180340" h="264160">
                  <a:moveTo>
                    <a:pt x="180126" y="0"/>
                  </a:moveTo>
                  <a:lnTo>
                    <a:pt x="0" y="0"/>
                  </a:lnTo>
                  <a:lnTo>
                    <a:pt x="0" y="263898"/>
                  </a:lnTo>
                  <a:lnTo>
                    <a:pt x="180126" y="263898"/>
                  </a:lnTo>
                  <a:lnTo>
                    <a:pt x="180126" y="0"/>
                  </a:lnTo>
                  <a:close/>
                </a:path>
              </a:pathLst>
            </a:custGeom>
            <a:solidFill>
              <a:srgbClr val="FFFFFF"/>
            </a:solidFill>
          </p:spPr>
          <p:txBody>
            <a:bodyPr wrap="square" lIns="0" tIns="0" rIns="0" bIns="0" rtlCol="0"/>
            <a:lstStyle/>
            <a:p/>
          </p:txBody>
        </p:sp>
        <p:sp>
          <p:nvSpPr>
            <p:cNvPr id="41" name="object 41" descr=""/>
            <p:cNvSpPr/>
            <p:nvPr/>
          </p:nvSpPr>
          <p:spPr>
            <a:xfrm>
              <a:off x="8685360" y="2002248"/>
              <a:ext cx="180340" cy="264160"/>
            </a:xfrm>
            <a:custGeom>
              <a:avLst/>
              <a:gdLst/>
              <a:ahLst/>
              <a:cxnLst/>
              <a:rect l="l" t="t" r="r" b="b"/>
              <a:pathLst>
                <a:path w="180340" h="264160">
                  <a:moveTo>
                    <a:pt x="0" y="263898"/>
                  </a:moveTo>
                  <a:lnTo>
                    <a:pt x="180126" y="263898"/>
                  </a:lnTo>
                  <a:lnTo>
                    <a:pt x="180126" y="0"/>
                  </a:lnTo>
                  <a:lnTo>
                    <a:pt x="0" y="0"/>
                  </a:lnTo>
                  <a:lnTo>
                    <a:pt x="0" y="263898"/>
                  </a:lnTo>
                  <a:close/>
                </a:path>
              </a:pathLst>
            </a:custGeom>
            <a:ln w="10414">
              <a:solidFill>
                <a:srgbClr val="000000"/>
              </a:solidFill>
            </a:ln>
          </p:spPr>
          <p:txBody>
            <a:bodyPr wrap="square" lIns="0" tIns="0" rIns="0" bIns="0" rtlCol="0"/>
            <a:lstStyle/>
            <a:p/>
          </p:txBody>
        </p:sp>
        <p:sp>
          <p:nvSpPr>
            <p:cNvPr id="42" name="object 42" descr=""/>
            <p:cNvSpPr/>
            <p:nvPr/>
          </p:nvSpPr>
          <p:spPr>
            <a:xfrm>
              <a:off x="8685360" y="2403049"/>
              <a:ext cx="180340" cy="264160"/>
            </a:xfrm>
            <a:custGeom>
              <a:avLst/>
              <a:gdLst/>
              <a:ahLst/>
              <a:cxnLst/>
              <a:rect l="l" t="t" r="r" b="b"/>
              <a:pathLst>
                <a:path w="180340" h="264160">
                  <a:moveTo>
                    <a:pt x="180126" y="0"/>
                  </a:moveTo>
                  <a:lnTo>
                    <a:pt x="0" y="0"/>
                  </a:lnTo>
                  <a:lnTo>
                    <a:pt x="0" y="263554"/>
                  </a:lnTo>
                  <a:lnTo>
                    <a:pt x="180126" y="263554"/>
                  </a:lnTo>
                  <a:lnTo>
                    <a:pt x="180126" y="0"/>
                  </a:lnTo>
                  <a:close/>
                </a:path>
              </a:pathLst>
            </a:custGeom>
            <a:solidFill>
              <a:srgbClr val="FFFFFF"/>
            </a:solidFill>
          </p:spPr>
          <p:txBody>
            <a:bodyPr wrap="square" lIns="0" tIns="0" rIns="0" bIns="0" rtlCol="0"/>
            <a:lstStyle/>
            <a:p/>
          </p:txBody>
        </p:sp>
        <p:sp>
          <p:nvSpPr>
            <p:cNvPr id="43" name="object 43" descr=""/>
            <p:cNvSpPr/>
            <p:nvPr/>
          </p:nvSpPr>
          <p:spPr>
            <a:xfrm>
              <a:off x="8685360" y="2403049"/>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sp>
          <p:nvSpPr>
            <p:cNvPr id="44" name="object 44" descr=""/>
            <p:cNvSpPr/>
            <p:nvPr/>
          </p:nvSpPr>
          <p:spPr>
            <a:xfrm>
              <a:off x="8685360" y="2888046"/>
              <a:ext cx="180340" cy="308610"/>
            </a:xfrm>
            <a:custGeom>
              <a:avLst/>
              <a:gdLst/>
              <a:ahLst/>
              <a:cxnLst/>
              <a:rect l="l" t="t" r="r" b="b"/>
              <a:pathLst>
                <a:path w="180340" h="308610">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45" name="object 45" descr=""/>
            <p:cNvSpPr/>
            <p:nvPr/>
          </p:nvSpPr>
          <p:spPr>
            <a:xfrm>
              <a:off x="6420144" y="578373"/>
              <a:ext cx="3949700" cy="2618740"/>
            </a:xfrm>
            <a:custGeom>
              <a:avLst/>
              <a:gdLst/>
              <a:ahLst/>
              <a:cxnLst/>
              <a:rect l="l" t="t" r="r" b="b"/>
              <a:pathLst>
                <a:path w="3949700" h="2618740">
                  <a:moveTo>
                    <a:pt x="2265215" y="2618148"/>
                  </a:moveTo>
                  <a:lnTo>
                    <a:pt x="2445341" y="2618148"/>
                  </a:lnTo>
                  <a:lnTo>
                    <a:pt x="2445341" y="2309672"/>
                  </a:lnTo>
                  <a:lnTo>
                    <a:pt x="2265215" y="2309672"/>
                  </a:lnTo>
                  <a:lnTo>
                    <a:pt x="2265215" y="2618148"/>
                  </a:lnTo>
                  <a:close/>
                </a:path>
                <a:path w="3949700" h="2618740">
                  <a:moveTo>
                    <a:pt x="0" y="577980"/>
                  </a:moveTo>
                  <a:lnTo>
                    <a:pt x="214067" y="711471"/>
                  </a:lnTo>
                </a:path>
                <a:path w="3949700" h="2618740">
                  <a:moveTo>
                    <a:pt x="214067" y="1023474"/>
                  </a:moveTo>
                  <a:lnTo>
                    <a:pt x="0" y="1156822"/>
                  </a:lnTo>
                </a:path>
                <a:path w="3949700" h="2618740">
                  <a:moveTo>
                    <a:pt x="214067" y="711471"/>
                  </a:moveTo>
                  <a:lnTo>
                    <a:pt x="214067" y="1023474"/>
                  </a:lnTo>
                </a:path>
                <a:path w="3949700" h="2618740">
                  <a:moveTo>
                    <a:pt x="0" y="577980"/>
                  </a:moveTo>
                  <a:lnTo>
                    <a:pt x="0" y="756350"/>
                  </a:lnTo>
                </a:path>
                <a:path w="3949700" h="2618740">
                  <a:moveTo>
                    <a:pt x="0" y="978452"/>
                  </a:moveTo>
                  <a:lnTo>
                    <a:pt x="0" y="1156822"/>
                  </a:lnTo>
                </a:path>
                <a:path w="3949700" h="2618740">
                  <a:moveTo>
                    <a:pt x="0" y="978452"/>
                  </a:moveTo>
                  <a:lnTo>
                    <a:pt x="61018" y="845105"/>
                  </a:lnTo>
                </a:path>
                <a:path w="3949700" h="2618740">
                  <a:moveTo>
                    <a:pt x="0" y="756350"/>
                  </a:moveTo>
                  <a:lnTo>
                    <a:pt x="61018" y="889697"/>
                  </a:lnTo>
                </a:path>
                <a:path w="3949700" h="2618740">
                  <a:moveTo>
                    <a:pt x="3949160" y="0"/>
                  </a:moveTo>
                  <a:lnTo>
                    <a:pt x="244758" y="0"/>
                  </a:lnTo>
                </a:path>
              </a:pathLst>
            </a:custGeom>
            <a:ln w="10384">
              <a:solidFill>
                <a:srgbClr val="000000"/>
              </a:solidFill>
            </a:ln>
          </p:spPr>
          <p:txBody>
            <a:bodyPr wrap="square" lIns="0" tIns="0" rIns="0" bIns="0" rtlCol="0"/>
            <a:lstStyle/>
            <a:p/>
          </p:txBody>
        </p:sp>
      </p:grpSp>
      <p:sp>
        <p:nvSpPr>
          <p:cNvPr id="46" name="object 46" descr=""/>
          <p:cNvSpPr txBox="1"/>
          <p:nvPr/>
        </p:nvSpPr>
        <p:spPr>
          <a:xfrm>
            <a:off x="10552783" y="2135968"/>
            <a:ext cx="455930" cy="575945"/>
          </a:xfrm>
          <a:prstGeom prst="rect">
            <a:avLst/>
          </a:prstGeom>
          <a:solidFill>
            <a:srgbClr val="CCFFCC"/>
          </a:solidFill>
          <a:ln w="10404">
            <a:solidFill>
              <a:srgbClr val="000000"/>
            </a:solidFill>
          </a:ln>
        </p:spPr>
        <p:txBody>
          <a:bodyPr wrap="square" lIns="0" tIns="26034" rIns="0" bIns="0" rtlCol="0" vert="horz">
            <a:spAutoFit/>
          </a:bodyPr>
          <a:lstStyle/>
          <a:p>
            <a:pPr marL="25400" marR="29209" indent="79375">
              <a:lnSpc>
                <a:spcPct val="141300"/>
              </a:lnSpc>
              <a:spcBef>
                <a:spcPts val="204"/>
              </a:spcBef>
            </a:pPr>
            <a:r>
              <a:rPr dirty="0" sz="1000" spc="-25">
                <a:latin typeface="宋体"/>
                <a:cs typeface="宋体"/>
              </a:rPr>
              <a:t>数据</a:t>
            </a:r>
            <a:r>
              <a:rPr dirty="0" sz="1000" spc="-20">
                <a:latin typeface="宋体"/>
                <a:cs typeface="宋体"/>
              </a:rPr>
              <a:t>存储器</a:t>
            </a:r>
            <a:endParaRPr sz="1000">
              <a:latin typeface="宋体"/>
              <a:cs typeface="宋体"/>
            </a:endParaRPr>
          </a:p>
        </p:txBody>
      </p:sp>
      <p:grpSp>
        <p:nvGrpSpPr>
          <p:cNvPr id="47" name="object 47" descr=""/>
          <p:cNvGrpSpPr/>
          <p:nvPr/>
        </p:nvGrpSpPr>
        <p:grpSpPr>
          <a:xfrm>
            <a:off x="9567914" y="1476961"/>
            <a:ext cx="374015" cy="73660"/>
            <a:chOff x="9567914" y="1476961"/>
            <a:chExt cx="374015" cy="73660"/>
          </a:xfrm>
        </p:grpSpPr>
        <p:sp>
          <p:nvSpPr>
            <p:cNvPr id="48" name="object 48" descr=""/>
            <p:cNvSpPr/>
            <p:nvPr/>
          </p:nvSpPr>
          <p:spPr>
            <a:xfrm>
              <a:off x="9573311" y="1512950"/>
              <a:ext cx="291465" cy="0"/>
            </a:xfrm>
            <a:custGeom>
              <a:avLst/>
              <a:gdLst/>
              <a:ahLst/>
              <a:cxnLst/>
              <a:rect l="l" t="t" r="r" b="b"/>
              <a:pathLst>
                <a:path w="291465" h="0">
                  <a:moveTo>
                    <a:pt x="0" y="0"/>
                  </a:moveTo>
                  <a:lnTo>
                    <a:pt x="291320" y="0"/>
                  </a:lnTo>
                </a:path>
              </a:pathLst>
            </a:custGeom>
            <a:ln w="10299">
              <a:solidFill>
                <a:srgbClr val="000000"/>
              </a:solidFill>
            </a:ln>
          </p:spPr>
          <p:txBody>
            <a:bodyPr wrap="square" lIns="0" tIns="0" rIns="0" bIns="0" rtlCol="0"/>
            <a:lstStyle/>
            <a:p/>
          </p:txBody>
        </p:sp>
        <p:sp>
          <p:nvSpPr>
            <p:cNvPr id="49" name="object 49" descr=""/>
            <p:cNvSpPr/>
            <p:nvPr/>
          </p:nvSpPr>
          <p:spPr>
            <a:xfrm>
              <a:off x="9826012" y="1476961"/>
              <a:ext cx="115570" cy="73660"/>
            </a:xfrm>
            <a:custGeom>
              <a:avLst/>
              <a:gdLst/>
              <a:ahLst/>
              <a:cxnLst/>
              <a:rect l="l" t="t" r="r" b="b"/>
              <a:pathLst>
                <a:path w="115570" h="73659">
                  <a:moveTo>
                    <a:pt x="0" y="0"/>
                  </a:moveTo>
                  <a:lnTo>
                    <a:pt x="36870" y="36706"/>
                  </a:lnTo>
                  <a:lnTo>
                    <a:pt x="0" y="73125"/>
                  </a:lnTo>
                  <a:lnTo>
                    <a:pt x="115566" y="36706"/>
                  </a:lnTo>
                  <a:lnTo>
                    <a:pt x="0" y="0"/>
                  </a:lnTo>
                  <a:close/>
                </a:path>
              </a:pathLst>
            </a:custGeom>
            <a:solidFill>
              <a:srgbClr val="000000"/>
            </a:solidFill>
          </p:spPr>
          <p:txBody>
            <a:bodyPr wrap="square" lIns="0" tIns="0" rIns="0" bIns="0" rtlCol="0"/>
            <a:lstStyle/>
            <a:p/>
          </p:txBody>
        </p:sp>
      </p:grpSp>
      <p:sp>
        <p:nvSpPr>
          <p:cNvPr id="50" name="object 50" descr=""/>
          <p:cNvSpPr txBox="1"/>
          <p:nvPr/>
        </p:nvSpPr>
        <p:spPr>
          <a:xfrm>
            <a:off x="9604331" y="1180344"/>
            <a:ext cx="287655" cy="314325"/>
          </a:xfrm>
          <a:prstGeom prst="rect">
            <a:avLst/>
          </a:prstGeom>
        </p:spPr>
        <p:txBody>
          <a:bodyPr wrap="square" lIns="0" tIns="35560" rIns="0" bIns="0" rtlCol="0" vert="horz">
            <a:spAutoFit/>
          </a:bodyPr>
          <a:lstStyle/>
          <a:p>
            <a:pPr marL="12700" marR="5080">
              <a:lnSpc>
                <a:spcPts val="1050"/>
              </a:lnSpc>
              <a:spcBef>
                <a:spcPts val="280"/>
              </a:spcBef>
            </a:pPr>
            <a:r>
              <a:rPr dirty="0" sz="1000" spc="-25">
                <a:latin typeface="宋体"/>
                <a:cs typeface="宋体"/>
              </a:rPr>
              <a:t>分之结果</a:t>
            </a:r>
            <a:endParaRPr sz="1000">
              <a:latin typeface="宋体"/>
              <a:cs typeface="宋体"/>
            </a:endParaRPr>
          </a:p>
        </p:txBody>
      </p:sp>
      <p:sp>
        <p:nvSpPr>
          <p:cNvPr id="51" name="object 51" descr=""/>
          <p:cNvSpPr/>
          <p:nvPr/>
        </p:nvSpPr>
        <p:spPr>
          <a:xfrm>
            <a:off x="9542707" y="1957727"/>
            <a:ext cx="0" cy="206375"/>
          </a:xfrm>
          <a:custGeom>
            <a:avLst/>
            <a:gdLst/>
            <a:ahLst/>
            <a:cxnLst/>
            <a:rect l="l" t="t" r="r" b="b"/>
            <a:pathLst>
              <a:path w="0" h="206375">
                <a:moveTo>
                  <a:pt x="0" y="0"/>
                </a:moveTo>
                <a:lnTo>
                  <a:pt x="0" y="205899"/>
                </a:lnTo>
              </a:path>
            </a:pathLst>
          </a:custGeom>
          <a:ln w="10468">
            <a:solidFill>
              <a:srgbClr val="000000"/>
            </a:solidFill>
          </a:ln>
        </p:spPr>
        <p:txBody>
          <a:bodyPr wrap="square" lIns="0" tIns="0" rIns="0" bIns="0" rtlCol="0"/>
          <a:lstStyle/>
          <a:p/>
        </p:txBody>
      </p:sp>
      <p:sp>
        <p:nvSpPr>
          <p:cNvPr id="52" name="object 52" descr=""/>
          <p:cNvSpPr/>
          <p:nvPr/>
        </p:nvSpPr>
        <p:spPr>
          <a:xfrm>
            <a:off x="9542707" y="2419998"/>
            <a:ext cx="0" cy="205740"/>
          </a:xfrm>
          <a:custGeom>
            <a:avLst/>
            <a:gdLst/>
            <a:ahLst/>
            <a:cxnLst/>
            <a:rect l="l" t="t" r="r" b="b"/>
            <a:pathLst>
              <a:path w="0" h="205739">
                <a:moveTo>
                  <a:pt x="0" y="0"/>
                </a:moveTo>
                <a:lnTo>
                  <a:pt x="0" y="205211"/>
                </a:lnTo>
              </a:path>
            </a:pathLst>
          </a:custGeom>
          <a:ln w="10468">
            <a:solidFill>
              <a:srgbClr val="000000"/>
            </a:solidFill>
          </a:ln>
        </p:spPr>
        <p:txBody>
          <a:bodyPr wrap="square" lIns="0" tIns="0" rIns="0" bIns="0" rtlCol="0"/>
          <a:lstStyle/>
          <a:p/>
        </p:txBody>
      </p:sp>
      <p:sp>
        <p:nvSpPr>
          <p:cNvPr id="53" name="object 53" descr=""/>
          <p:cNvSpPr/>
          <p:nvPr/>
        </p:nvSpPr>
        <p:spPr>
          <a:xfrm>
            <a:off x="9596774" y="2215202"/>
            <a:ext cx="31115" cy="153670"/>
          </a:xfrm>
          <a:custGeom>
            <a:avLst/>
            <a:gdLst/>
            <a:ahLst/>
            <a:cxnLst/>
            <a:rect l="l" t="t" r="r" b="b"/>
            <a:pathLst>
              <a:path w="31115" h="153669">
                <a:moveTo>
                  <a:pt x="30684" y="0"/>
                </a:moveTo>
                <a:lnTo>
                  <a:pt x="0" y="0"/>
                </a:lnTo>
                <a:lnTo>
                  <a:pt x="0" y="153177"/>
                </a:lnTo>
                <a:lnTo>
                  <a:pt x="30684" y="153177"/>
                </a:lnTo>
                <a:lnTo>
                  <a:pt x="30684" y="0"/>
                </a:lnTo>
                <a:close/>
              </a:path>
            </a:pathLst>
          </a:custGeom>
          <a:solidFill>
            <a:srgbClr val="FFFFFF"/>
          </a:solidFill>
        </p:spPr>
        <p:txBody>
          <a:bodyPr wrap="square" lIns="0" tIns="0" rIns="0" bIns="0" rtlCol="0"/>
          <a:lstStyle/>
          <a:p/>
        </p:txBody>
      </p:sp>
      <p:sp>
        <p:nvSpPr>
          <p:cNvPr id="54" name="object 54" descr=""/>
          <p:cNvSpPr/>
          <p:nvPr/>
        </p:nvSpPr>
        <p:spPr>
          <a:xfrm>
            <a:off x="6817952" y="1278804"/>
            <a:ext cx="0" cy="311785"/>
          </a:xfrm>
          <a:custGeom>
            <a:avLst/>
            <a:gdLst/>
            <a:ahLst/>
            <a:cxnLst/>
            <a:rect l="l" t="t" r="r" b="b"/>
            <a:pathLst>
              <a:path w="0" h="311784">
                <a:moveTo>
                  <a:pt x="0" y="0"/>
                </a:moveTo>
                <a:lnTo>
                  <a:pt x="0" y="311716"/>
                </a:lnTo>
              </a:path>
            </a:pathLst>
          </a:custGeom>
          <a:ln w="10468">
            <a:solidFill>
              <a:srgbClr val="000000"/>
            </a:solidFill>
          </a:ln>
        </p:spPr>
        <p:txBody>
          <a:bodyPr wrap="square" lIns="0" tIns="0" rIns="0" bIns="0" rtlCol="0"/>
          <a:lstStyle/>
          <a:p/>
        </p:txBody>
      </p:sp>
      <p:grpSp>
        <p:nvGrpSpPr>
          <p:cNvPr id="55" name="object 55" descr=""/>
          <p:cNvGrpSpPr/>
          <p:nvPr/>
        </p:nvGrpSpPr>
        <p:grpSpPr>
          <a:xfrm>
            <a:off x="6812757" y="1184855"/>
            <a:ext cx="4568825" cy="2155190"/>
            <a:chOff x="6812757" y="1184855"/>
            <a:chExt cx="4568825" cy="2155190"/>
          </a:xfrm>
        </p:grpSpPr>
        <p:sp>
          <p:nvSpPr>
            <p:cNvPr id="56" name="object 56" descr=""/>
            <p:cNvSpPr/>
            <p:nvPr/>
          </p:nvSpPr>
          <p:spPr>
            <a:xfrm>
              <a:off x="9389688" y="1957728"/>
              <a:ext cx="367665" cy="668020"/>
            </a:xfrm>
            <a:custGeom>
              <a:avLst/>
              <a:gdLst/>
              <a:ahLst/>
              <a:cxnLst/>
              <a:rect l="l" t="t" r="r" b="b"/>
              <a:pathLst>
                <a:path w="367665" h="668019">
                  <a:moveTo>
                    <a:pt x="153019" y="0"/>
                  </a:moveTo>
                  <a:lnTo>
                    <a:pt x="367392" y="154137"/>
                  </a:lnTo>
                </a:path>
                <a:path w="367665" h="668019">
                  <a:moveTo>
                    <a:pt x="367392" y="513314"/>
                  </a:moveTo>
                  <a:lnTo>
                    <a:pt x="153019" y="667481"/>
                  </a:lnTo>
                </a:path>
                <a:path w="367665" h="668019">
                  <a:moveTo>
                    <a:pt x="367392" y="154137"/>
                  </a:moveTo>
                  <a:lnTo>
                    <a:pt x="367392" y="513314"/>
                  </a:lnTo>
                </a:path>
                <a:path w="367665" h="668019">
                  <a:moveTo>
                    <a:pt x="153019" y="462269"/>
                  </a:moveTo>
                  <a:lnTo>
                    <a:pt x="213936" y="308418"/>
                  </a:lnTo>
                </a:path>
                <a:path w="367665" h="668019">
                  <a:moveTo>
                    <a:pt x="153019" y="205899"/>
                  </a:moveTo>
                  <a:lnTo>
                    <a:pt x="213936" y="360037"/>
                  </a:lnTo>
                </a:path>
                <a:path w="367665" h="668019">
                  <a:moveTo>
                    <a:pt x="0" y="578697"/>
                  </a:moveTo>
                  <a:lnTo>
                    <a:pt x="76801" y="578697"/>
                  </a:lnTo>
                </a:path>
              </a:pathLst>
            </a:custGeom>
            <a:ln w="10384">
              <a:solidFill>
                <a:srgbClr val="000000"/>
              </a:solidFill>
            </a:ln>
          </p:spPr>
          <p:txBody>
            <a:bodyPr wrap="square" lIns="0" tIns="0" rIns="0" bIns="0" rtlCol="0"/>
            <a:lstStyle/>
            <a:p/>
          </p:txBody>
        </p:sp>
        <p:sp>
          <p:nvSpPr>
            <p:cNvPr id="57" name="object 57" descr=""/>
            <p:cNvSpPr/>
            <p:nvPr/>
          </p:nvSpPr>
          <p:spPr>
            <a:xfrm>
              <a:off x="9427870" y="2500293"/>
              <a:ext cx="114935" cy="73660"/>
            </a:xfrm>
            <a:custGeom>
              <a:avLst/>
              <a:gdLst/>
              <a:ahLst/>
              <a:cxnLst/>
              <a:rect l="l" t="t" r="r" b="b"/>
              <a:pathLst>
                <a:path w="114934" h="73660">
                  <a:moveTo>
                    <a:pt x="0" y="0"/>
                  </a:moveTo>
                  <a:lnTo>
                    <a:pt x="36870" y="37193"/>
                  </a:lnTo>
                  <a:lnTo>
                    <a:pt x="0" y="73269"/>
                  </a:lnTo>
                  <a:lnTo>
                    <a:pt x="114837" y="37193"/>
                  </a:lnTo>
                  <a:lnTo>
                    <a:pt x="0" y="0"/>
                  </a:lnTo>
                  <a:close/>
                </a:path>
              </a:pathLst>
            </a:custGeom>
            <a:solidFill>
              <a:srgbClr val="000000"/>
            </a:solidFill>
          </p:spPr>
          <p:txBody>
            <a:bodyPr wrap="square" lIns="0" tIns="0" rIns="0" bIns="0" rtlCol="0"/>
            <a:lstStyle/>
            <a:p/>
          </p:txBody>
        </p:sp>
        <p:sp>
          <p:nvSpPr>
            <p:cNvPr id="58" name="object 58" descr=""/>
            <p:cNvSpPr/>
            <p:nvPr/>
          </p:nvSpPr>
          <p:spPr>
            <a:xfrm>
              <a:off x="9389688" y="2047199"/>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59" name="object 59" descr=""/>
            <p:cNvSpPr/>
            <p:nvPr/>
          </p:nvSpPr>
          <p:spPr>
            <a:xfrm>
              <a:off x="9427870" y="2011066"/>
              <a:ext cx="114935" cy="73660"/>
            </a:xfrm>
            <a:custGeom>
              <a:avLst/>
              <a:gdLst/>
              <a:ahLst/>
              <a:cxnLst/>
              <a:rect l="l" t="t" r="r" b="b"/>
              <a:pathLst>
                <a:path w="114934" h="73660">
                  <a:moveTo>
                    <a:pt x="0" y="0"/>
                  </a:moveTo>
                  <a:lnTo>
                    <a:pt x="36870" y="36849"/>
                  </a:lnTo>
                  <a:lnTo>
                    <a:pt x="0" y="73269"/>
                  </a:lnTo>
                  <a:lnTo>
                    <a:pt x="114837" y="36849"/>
                  </a:lnTo>
                  <a:lnTo>
                    <a:pt x="0" y="0"/>
                  </a:lnTo>
                  <a:close/>
                </a:path>
              </a:pathLst>
            </a:custGeom>
            <a:solidFill>
              <a:srgbClr val="000000"/>
            </a:solidFill>
          </p:spPr>
          <p:txBody>
            <a:bodyPr wrap="square" lIns="0" tIns="0" rIns="0" bIns="0" rtlCol="0"/>
            <a:lstStyle/>
            <a:p/>
          </p:txBody>
        </p:sp>
        <p:sp>
          <p:nvSpPr>
            <p:cNvPr id="60" name="object 60" descr=""/>
            <p:cNvSpPr/>
            <p:nvPr/>
          </p:nvSpPr>
          <p:spPr>
            <a:xfrm>
              <a:off x="8899733" y="2135954"/>
              <a:ext cx="199390" cy="0"/>
            </a:xfrm>
            <a:custGeom>
              <a:avLst/>
              <a:gdLst/>
              <a:ahLst/>
              <a:cxnLst/>
              <a:rect l="l" t="t" r="r" b="b"/>
              <a:pathLst>
                <a:path w="199390" h="0">
                  <a:moveTo>
                    <a:pt x="0" y="0"/>
                  </a:moveTo>
                  <a:lnTo>
                    <a:pt x="199362" y="0"/>
                  </a:lnTo>
                </a:path>
              </a:pathLst>
            </a:custGeom>
            <a:ln w="10299">
              <a:solidFill>
                <a:srgbClr val="000000"/>
              </a:solidFill>
            </a:ln>
          </p:spPr>
          <p:txBody>
            <a:bodyPr wrap="square" lIns="0" tIns="0" rIns="0" bIns="0" rtlCol="0"/>
            <a:lstStyle/>
            <a:p/>
          </p:txBody>
        </p:sp>
        <p:sp>
          <p:nvSpPr>
            <p:cNvPr id="61" name="object 61" descr=""/>
            <p:cNvSpPr/>
            <p:nvPr/>
          </p:nvSpPr>
          <p:spPr>
            <a:xfrm>
              <a:off x="9060768" y="2099821"/>
              <a:ext cx="114935" cy="73660"/>
            </a:xfrm>
            <a:custGeom>
              <a:avLst/>
              <a:gdLst/>
              <a:ahLst/>
              <a:cxnLst/>
              <a:rect l="l" t="t" r="r" b="b"/>
              <a:pathLst>
                <a:path w="114934" h="73660">
                  <a:moveTo>
                    <a:pt x="0" y="0"/>
                  </a:moveTo>
                  <a:lnTo>
                    <a:pt x="36870" y="36132"/>
                  </a:lnTo>
                  <a:lnTo>
                    <a:pt x="0" y="73269"/>
                  </a:lnTo>
                  <a:lnTo>
                    <a:pt x="114400" y="36132"/>
                  </a:lnTo>
                  <a:lnTo>
                    <a:pt x="0" y="0"/>
                  </a:lnTo>
                  <a:close/>
                </a:path>
              </a:pathLst>
            </a:custGeom>
            <a:solidFill>
              <a:srgbClr val="000000"/>
            </a:solidFill>
          </p:spPr>
          <p:txBody>
            <a:bodyPr wrap="square" lIns="0" tIns="0" rIns="0" bIns="0" rtlCol="0"/>
            <a:lstStyle/>
            <a:p/>
          </p:txBody>
        </p:sp>
        <p:sp>
          <p:nvSpPr>
            <p:cNvPr id="62" name="object 62" descr=""/>
            <p:cNvSpPr/>
            <p:nvPr/>
          </p:nvSpPr>
          <p:spPr>
            <a:xfrm>
              <a:off x="8899733" y="2536425"/>
              <a:ext cx="199390" cy="0"/>
            </a:xfrm>
            <a:custGeom>
              <a:avLst/>
              <a:gdLst/>
              <a:ahLst/>
              <a:cxnLst/>
              <a:rect l="l" t="t" r="r" b="b"/>
              <a:pathLst>
                <a:path w="199390" h="0">
                  <a:moveTo>
                    <a:pt x="0" y="0"/>
                  </a:moveTo>
                  <a:lnTo>
                    <a:pt x="199362" y="0"/>
                  </a:lnTo>
                </a:path>
              </a:pathLst>
            </a:custGeom>
            <a:ln w="10299">
              <a:solidFill>
                <a:srgbClr val="000000"/>
              </a:solidFill>
            </a:ln>
          </p:spPr>
          <p:txBody>
            <a:bodyPr wrap="square" lIns="0" tIns="0" rIns="0" bIns="0" rtlCol="0"/>
            <a:lstStyle/>
            <a:p/>
          </p:txBody>
        </p:sp>
        <p:sp>
          <p:nvSpPr>
            <p:cNvPr id="63" name="object 63" descr=""/>
            <p:cNvSpPr/>
            <p:nvPr/>
          </p:nvSpPr>
          <p:spPr>
            <a:xfrm>
              <a:off x="9060768" y="2500293"/>
              <a:ext cx="114935" cy="73660"/>
            </a:xfrm>
            <a:custGeom>
              <a:avLst/>
              <a:gdLst/>
              <a:ahLst/>
              <a:cxnLst/>
              <a:rect l="l" t="t" r="r" b="b"/>
              <a:pathLst>
                <a:path w="114934" h="73660">
                  <a:moveTo>
                    <a:pt x="0" y="0"/>
                  </a:moveTo>
                  <a:lnTo>
                    <a:pt x="36870" y="37193"/>
                  </a:lnTo>
                  <a:lnTo>
                    <a:pt x="0" y="73269"/>
                  </a:lnTo>
                  <a:lnTo>
                    <a:pt x="114400" y="37193"/>
                  </a:lnTo>
                  <a:lnTo>
                    <a:pt x="0" y="0"/>
                  </a:lnTo>
                  <a:close/>
                </a:path>
              </a:pathLst>
            </a:custGeom>
            <a:solidFill>
              <a:srgbClr val="000000"/>
            </a:solidFill>
          </p:spPr>
          <p:txBody>
            <a:bodyPr wrap="square" lIns="0" tIns="0" rIns="0" bIns="0" rtlCol="0"/>
            <a:lstStyle/>
            <a:p/>
          </p:txBody>
        </p:sp>
        <p:sp>
          <p:nvSpPr>
            <p:cNvPr id="64" name="object 64" descr=""/>
            <p:cNvSpPr/>
            <p:nvPr/>
          </p:nvSpPr>
          <p:spPr>
            <a:xfrm>
              <a:off x="8073136" y="2799262"/>
              <a:ext cx="364490" cy="535305"/>
            </a:xfrm>
            <a:custGeom>
              <a:avLst/>
              <a:gdLst/>
              <a:ahLst/>
              <a:cxnLst/>
              <a:rect l="l" t="t" r="r" b="b"/>
              <a:pathLst>
                <a:path w="364490" h="535304">
                  <a:moveTo>
                    <a:pt x="0" y="267081"/>
                  </a:moveTo>
                  <a:lnTo>
                    <a:pt x="3684" y="321146"/>
                  </a:lnTo>
                  <a:lnTo>
                    <a:pt x="14256" y="371459"/>
                  </a:lnTo>
                  <a:lnTo>
                    <a:pt x="30994" y="416954"/>
                  </a:lnTo>
                  <a:lnTo>
                    <a:pt x="53174" y="456566"/>
                  </a:lnTo>
                  <a:lnTo>
                    <a:pt x="80074" y="489230"/>
                  </a:lnTo>
                  <a:lnTo>
                    <a:pt x="110973" y="513881"/>
                  </a:lnTo>
                  <a:lnTo>
                    <a:pt x="181874" y="534879"/>
                  </a:lnTo>
                  <a:lnTo>
                    <a:pt x="218608" y="529452"/>
                  </a:lnTo>
                  <a:lnTo>
                    <a:pt x="283720" y="489230"/>
                  </a:lnTo>
                  <a:lnTo>
                    <a:pt x="310648" y="456566"/>
                  </a:lnTo>
                  <a:lnTo>
                    <a:pt x="332855" y="416954"/>
                  </a:lnTo>
                  <a:lnTo>
                    <a:pt x="349615" y="371459"/>
                  </a:lnTo>
                  <a:lnTo>
                    <a:pt x="360204" y="321146"/>
                  </a:lnTo>
                  <a:lnTo>
                    <a:pt x="363895" y="267081"/>
                  </a:lnTo>
                  <a:lnTo>
                    <a:pt x="360204" y="213355"/>
                  </a:lnTo>
                  <a:lnTo>
                    <a:pt x="349615" y="163268"/>
                  </a:lnTo>
                  <a:lnTo>
                    <a:pt x="332855" y="117907"/>
                  </a:lnTo>
                  <a:lnTo>
                    <a:pt x="310648" y="78357"/>
                  </a:lnTo>
                  <a:lnTo>
                    <a:pt x="283720" y="45705"/>
                  </a:lnTo>
                  <a:lnTo>
                    <a:pt x="252798" y="21037"/>
                  </a:lnTo>
                  <a:lnTo>
                    <a:pt x="181874" y="0"/>
                  </a:lnTo>
                  <a:lnTo>
                    <a:pt x="145147" y="5440"/>
                  </a:lnTo>
                  <a:lnTo>
                    <a:pt x="80074" y="45705"/>
                  </a:lnTo>
                  <a:lnTo>
                    <a:pt x="53174" y="78357"/>
                  </a:lnTo>
                  <a:lnTo>
                    <a:pt x="30994" y="117907"/>
                  </a:lnTo>
                  <a:lnTo>
                    <a:pt x="14256" y="163268"/>
                  </a:lnTo>
                  <a:lnTo>
                    <a:pt x="3684" y="213355"/>
                  </a:lnTo>
                  <a:lnTo>
                    <a:pt x="0" y="267081"/>
                  </a:lnTo>
                  <a:close/>
                </a:path>
              </a:pathLst>
            </a:custGeom>
            <a:ln w="10415">
              <a:solidFill>
                <a:srgbClr val="000000"/>
              </a:solidFill>
            </a:ln>
          </p:spPr>
          <p:txBody>
            <a:bodyPr wrap="square" lIns="0" tIns="0" rIns="0" bIns="0" rtlCol="0"/>
            <a:lstStyle/>
            <a:p/>
          </p:txBody>
        </p:sp>
        <p:sp>
          <p:nvSpPr>
            <p:cNvPr id="65" name="object 65" descr=""/>
            <p:cNvSpPr/>
            <p:nvPr/>
          </p:nvSpPr>
          <p:spPr>
            <a:xfrm>
              <a:off x="9971162" y="1362254"/>
              <a:ext cx="180340" cy="307975"/>
            </a:xfrm>
            <a:custGeom>
              <a:avLst/>
              <a:gdLst/>
              <a:ahLst/>
              <a:cxnLst/>
              <a:rect l="l" t="t" r="r" b="b"/>
              <a:pathLst>
                <a:path w="180340" h="307975">
                  <a:moveTo>
                    <a:pt x="180126" y="0"/>
                  </a:moveTo>
                  <a:lnTo>
                    <a:pt x="0" y="0"/>
                  </a:lnTo>
                  <a:lnTo>
                    <a:pt x="0" y="307415"/>
                  </a:lnTo>
                  <a:lnTo>
                    <a:pt x="180126" y="307415"/>
                  </a:lnTo>
                  <a:lnTo>
                    <a:pt x="180126" y="0"/>
                  </a:lnTo>
                  <a:close/>
                </a:path>
              </a:pathLst>
            </a:custGeom>
            <a:solidFill>
              <a:srgbClr val="FFFFFF"/>
            </a:solidFill>
          </p:spPr>
          <p:txBody>
            <a:bodyPr wrap="square" lIns="0" tIns="0" rIns="0" bIns="0" rtlCol="0"/>
            <a:lstStyle/>
            <a:p/>
          </p:txBody>
        </p:sp>
        <p:sp>
          <p:nvSpPr>
            <p:cNvPr id="66" name="object 66" descr=""/>
            <p:cNvSpPr/>
            <p:nvPr/>
          </p:nvSpPr>
          <p:spPr>
            <a:xfrm>
              <a:off x="9971162" y="1362254"/>
              <a:ext cx="180340" cy="307975"/>
            </a:xfrm>
            <a:custGeom>
              <a:avLst/>
              <a:gdLst/>
              <a:ahLst/>
              <a:cxnLst/>
              <a:rect l="l" t="t" r="r" b="b"/>
              <a:pathLst>
                <a:path w="180340" h="307975">
                  <a:moveTo>
                    <a:pt x="0" y="307415"/>
                  </a:moveTo>
                  <a:lnTo>
                    <a:pt x="180126" y="307415"/>
                  </a:lnTo>
                  <a:lnTo>
                    <a:pt x="180126" y="0"/>
                  </a:lnTo>
                  <a:lnTo>
                    <a:pt x="0" y="0"/>
                  </a:lnTo>
                  <a:lnTo>
                    <a:pt x="0" y="307415"/>
                  </a:lnTo>
                  <a:close/>
                </a:path>
              </a:pathLst>
            </a:custGeom>
            <a:ln w="10425">
              <a:solidFill>
                <a:srgbClr val="000000"/>
              </a:solidFill>
            </a:ln>
          </p:spPr>
          <p:txBody>
            <a:bodyPr wrap="square" lIns="0" tIns="0" rIns="0" bIns="0" rtlCol="0"/>
            <a:lstStyle/>
            <a:p/>
          </p:txBody>
        </p:sp>
        <p:sp>
          <p:nvSpPr>
            <p:cNvPr id="67" name="object 67" descr=""/>
            <p:cNvSpPr/>
            <p:nvPr/>
          </p:nvSpPr>
          <p:spPr>
            <a:xfrm>
              <a:off x="9971162" y="2091046"/>
              <a:ext cx="180340" cy="441959"/>
            </a:xfrm>
            <a:custGeom>
              <a:avLst/>
              <a:gdLst/>
              <a:ahLst/>
              <a:cxnLst/>
              <a:rect l="l" t="t" r="r" b="b"/>
              <a:pathLst>
                <a:path w="180340" h="441960">
                  <a:moveTo>
                    <a:pt x="180126" y="0"/>
                  </a:moveTo>
                  <a:lnTo>
                    <a:pt x="0" y="0"/>
                  </a:lnTo>
                  <a:lnTo>
                    <a:pt x="0" y="441837"/>
                  </a:lnTo>
                  <a:lnTo>
                    <a:pt x="180126" y="441837"/>
                  </a:lnTo>
                  <a:lnTo>
                    <a:pt x="180126" y="0"/>
                  </a:lnTo>
                  <a:close/>
                </a:path>
              </a:pathLst>
            </a:custGeom>
            <a:solidFill>
              <a:srgbClr val="FFFFFF"/>
            </a:solidFill>
          </p:spPr>
          <p:txBody>
            <a:bodyPr wrap="square" lIns="0" tIns="0" rIns="0" bIns="0" rtlCol="0"/>
            <a:lstStyle/>
            <a:p/>
          </p:txBody>
        </p:sp>
        <p:sp>
          <p:nvSpPr>
            <p:cNvPr id="68" name="object 68" descr=""/>
            <p:cNvSpPr/>
            <p:nvPr/>
          </p:nvSpPr>
          <p:spPr>
            <a:xfrm>
              <a:off x="9757080" y="2091046"/>
              <a:ext cx="394335" cy="441959"/>
            </a:xfrm>
            <a:custGeom>
              <a:avLst/>
              <a:gdLst/>
              <a:ahLst/>
              <a:cxnLst/>
              <a:rect l="l" t="t" r="r" b="b"/>
              <a:pathLst>
                <a:path w="394334" h="441960">
                  <a:moveTo>
                    <a:pt x="214081" y="441837"/>
                  </a:moveTo>
                  <a:lnTo>
                    <a:pt x="394207" y="441837"/>
                  </a:lnTo>
                  <a:lnTo>
                    <a:pt x="394207" y="0"/>
                  </a:lnTo>
                  <a:lnTo>
                    <a:pt x="214081" y="0"/>
                  </a:lnTo>
                  <a:lnTo>
                    <a:pt x="214081" y="441837"/>
                  </a:lnTo>
                  <a:close/>
                </a:path>
                <a:path w="394334" h="441960">
                  <a:moveTo>
                    <a:pt x="0" y="223277"/>
                  </a:moveTo>
                  <a:lnTo>
                    <a:pt x="107550" y="223277"/>
                  </a:lnTo>
                </a:path>
              </a:pathLst>
            </a:custGeom>
            <a:ln w="10384">
              <a:solidFill>
                <a:srgbClr val="000000"/>
              </a:solidFill>
            </a:ln>
          </p:spPr>
          <p:txBody>
            <a:bodyPr wrap="square" lIns="0" tIns="0" rIns="0" bIns="0" rtlCol="0"/>
            <a:lstStyle/>
            <a:p/>
          </p:txBody>
        </p:sp>
        <p:sp>
          <p:nvSpPr>
            <p:cNvPr id="69" name="object 69" descr=""/>
            <p:cNvSpPr/>
            <p:nvPr/>
          </p:nvSpPr>
          <p:spPr>
            <a:xfrm>
              <a:off x="9826012" y="2278191"/>
              <a:ext cx="115570" cy="73660"/>
            </a:xfrm>
            <a:custGeom>
              <a:avLst/>
              <a:gdLst/>
              <a:ahLst/>
              <a:cxnLst/>
              <a:rect l="l" t="t" r="r" b="b"/>
              <a:pathLst>
                <a:path w="115570" h="73660">
                  <a:moveTo>
                    <a:pt x="0" y="0"/>
                  </a:moveTo>
                  <a:lnTo>
                    <a:pt x="36870" y="36706"/>
                  </a:lnTo>
                  <a:lnTo>
                    <a:pt x="0" y="73269"/>
                  </a:lnTo>
                  <a:lnTo>
                    <a:pt x="115566" y="36706"/>
                  </a:lnTo>
                  <a:lnTo>
                    <a:pt x="0" y="0"/>
                  </a:lnTo>
                  <a:close/>
                </a:path>
              </a:pathLst>
            </a:custGeom>
            <a:solidFill>
              <a:srgbClr val="000000"/>
            </a:solidFill>
          </p:spPr>
          <p:txBody>
            <a:bodyPr wrap="square" lIns="0" tIns="0" rIns="0" bIns="0" rtlCol="0"/>
            <a:lstStyle/>
            <a:p/>
          </p:txBody>
        </p:sp>
        <p:sp>
          <p:nvSpPr>
            <p:cNvPr id="70" name="object 70" descr=""/>
            <p:cNvSpPr/>
            <p:nvPr/>
          </p:nvSpPr>
          <p:spPr>
            <a:xfrm>
              <a:off x="11195611" y="2269330"/>
              <a:ext cx="180975" cy="352425"/>
            </a:xfrm>
            <a:custGeom>
              <a:avLst/>
              <a:gdLst/>
              <a:ahLst/>
              <a:cxnLst/>
              <a:rect l="l" t="t" r="r" b="b"/>
              <a:pathLst>
                <a:path w="180975" h="352425">
                  <a:moveTo>
                    <a:pt x="180490" y="0"/>
                  </a:moveTo>
                  <a:lnTo>
                    <a:pt x="0" y="0"/>
                  </a:lnTo>
                  <a:lnTo>
                    <a:pt x="0" y="352337"/>
                  </a:lnTo>
                  <a:lnTo>
                    <a:pt x="180490" y="352337"/>
                  </a:lnTo>
                  <a:lnTo>
                    <a:pt x="180490" y="0"/>
                  </a:lnTo>
                  <a:close/>
                </a:path>
              </a:pathLst>
            </a:custGeom>
            <a:solidFill>
              <a:srgbClr val="FFFFFF"/>
            </a:solidFill>
          </p:spPr>
          <p:txBody>
            <a:bodyPr wrap="square" lIns="0" tIns="0" rIns="0" bIns="0" rtlCol="0"/>
            <a:lstStyle/>
            <a:p/>
          </p:txBody>
        </p:sp>
        <p:sp>
          <p:nvSpPr>
            <p:cNvPr id="71" name="object 71" descr=""/>
            <p:cNvSpPr/>
            <p:nvPr/>
          </p:nvSpPr>
          <p:spPr>
            <a:xfrm>
              <a:off x="11195611" y="2269330"/>
              <a:ext cx="180975" cy="352425"/>
            </a:xfrm>
            <a:custGeom>
              <a:avLst/>
              <a:gdLst/>
              <a:ahLst/>
              <a:cxnLst/>
              <a:rect l="l" t="t" r="r" b="b"/>
              <a:pathLst>
                <a:path w="180975" h="352425">
                  <a:moveTo>
                    <a:pt x="0" y="352337"/>
                  </a:moveTo>
                  <a:lnTo>
                    <a:pt x="180490" y="352337"/>
                  </a:lnTo>
                  <a:lnTo>
                    <a:pt x="180490" y="0"/>
                  </a:lnTo>
                  <a:lnTo>
                    <a:pt x="0" y="0"/>
                  </a:lnTo>
                  <a:lnTo>
                    <a:pt x="0" y="352337"/>
                  </a:lnTo>
                  <a:close/>
                </a:path>
              </a:pathLst>
            </a:custGeom>
            <a:ln w="10433">
              <a:solidFill>
                <a:srgbClr val="000000"/>
              </a:solidFill>
            </a:ln>
          </p:spPr>
          <p:txBody>
            <a:bodyPr wrap="square" lIns="0" tIns="0" rIns="0" bIns="0" rtlCol="0"/>
            <a:lstStyle/>
            <a:p/>
          </p:txBody>
        </p:sp>
        <p:pic>
          <p:nvPicPr>
            <p:cNvPr id="72" name="object 72" descr=""/>
            <p:cNvPicPr/>
            <p:nvPr/>
          </p:nvPicPr>
          <p:blipFill>
            <a:blip r:embed="rId3" cstate="print"/>
            <a:stretch>
              <a:fillRect/>
            </a:stretch>
          </p:blipFill>
          <p:spPr>
            <a:xfrm>
              <a:off x="6812757" y="1184855"/>
              <a:ext cx="215070" cy="222310"/>
            </a:xfrm>
            <a:prstGeom prst="rect">
              <a:avLst/>
            </a:prstGeom>
          </p:spPr>
        </p:pic>
        <p:pic>
          <p:nvPicPr>
            <p:cNvPr id="73" name="object 73" descr=""/>
            <p:cNvPicPr/>
            <p:nvPr/>
          </p:nvPicPr>
          <p:blipFill>
            <a:blip r:embed="rId4" cstate="print"/>
            <a:stretch>
              <a:fillRect/>
            </a:stretch>
          </p:blipFill>
          <p:spPr>
            <a:xfrm>
              <a:off x="6812757" y="1458575"/>
              <a:ext cx="215070" cy="222310"/>
            </a:xfrm>
            <a:prstGeom prst="rect">
              <a:avLst/>
            </a:prstGeom>
          </p:spPr>
        </p:pic>
        <p:sp>
          <p:nvSpPr>
            <p:cNvPr id="74" name="object 74" descr=""/>
            <p:cNvSpPr/>
            <p:nvPr/>
          </p:nvSpPr>
          <p:spPr>
            <a:xfrm>
              <a:off x="7027058" y="1278804"/>
              <a:ext cx="0" cy="311785"/>
            </a:xfrm>
            <a:custGeom>
              <a:avLst/>
              <a:gdLst/>
              <a:ahLst/>
              <a:cxnLst/>
              <a:rect l="l" t="t" r="r" b="b"/>
              <a:pathLst>
                <a:path w="0" h="311784">
                  <a:moveTo>
                    <a:pt x="0" y="0"/>
                  </a:moveTo>
                  <a:lnTo>
                    <a:pt x="0" y="311716"/>
                  </a:lnTo>
                </a:path>
              </a:pathLst>
            </a:custGeom>
            <a:ln w="8848">
              <a:solidFill>
                <a:srgbClr val="000000"/>
              </a:solidFill>
            </a:ln>
          </p:spPr>
          <p:txBody>
            <a:bodyPr wrap="square" lIns="0" tIns="0" rIns="0" bIns="0" rtlCol="0"/>
            <a:lstStyle/>
            <a:p/>
          </p:txBody>
        </p:sp>
        <p:sp>
          <p:nvSpPr>
            <p:cNvPr id="75" name="object 75" descr=""/>
            <p:cNvSpPr/>
            <p:nvPr/>
          </p:nvSpPr>
          <p:spPr>
            <a:xfrm>
              <a:off x="6825894" y="1278761"/>
              <a:ext cx="196850" cy="320675"/>
            </a:xfrm>
            <a:custGeom>
              <a:avLst/>
              <a:gdLst/>
              <a:ahLst/>
              <a:cxnLst/>
              <a:rect l="l" t="t" r="r" b="b"/>
              <a:pathLst>
                <a:path w="196850" h="320675">
                  <a:moveTo>
                    <a:pt x="196739" y="0"/>
                  </a:moveTo>
                  <a:lnTo>
                    <a:pt x="0" y="0"/>
                  </a:lnTo>
                  <a:lnTo>
                    <a:pt x="0" y="320506"/>
                  </a:lnTo>
                  <a:lnTo>
                    <a:pt x="196739" y="320506"/>
                  </a:lnTo>
                  <a:lnTo>
                    <a:pt x="196739" y="0"/>
                  </a:lnTo>
                  <a:close/>
                </a:path>
              </a:pathLst>
            </a:custGeom>
            <a:solidFill>
              <a:srgbClr val="FFFFFF"/>
            </a:solidFill>
          </p:spPr>
          <p:txBody>
            <a:bodyPr wrap="square" lIns="0" tIns="0" rIns="0" bIns="0" rtlCol="0"/>
            <a:lstStyle/>
            <a:p/>
          </p:txBody>
        </p:sp>
      </p:grpSp>
      <p:sp>
        <p:nvSpPr>
          <p:cNvPr id="76" name="object 76" descr=""/>
          <p:cNvSpPr txBox="1"/>
          <p:nvPr/>
        </p:nvSpPr>
        <p:spPr>
          <a:xfrm>
            <a:off x="6848928" y="1192402"/>
            <a:ext cx="125730" cy="271780"/>
          </a:xfrm>
          <a:prstGeom prst="rect">
            <a:avLst/>
          </a:prstGeom>
        </p:spPr>
        <p:txBody>
          <a:bodyPr wrap="square" lIns="0" tIns="27305" rIns="0" bIns="0" rtlCol="0" vert="horz">
            <a:spAutoFit/>
          </a:bodyPr>
          <a:lstStyle/>
          <a:p>
            <a:pPr marL="33020" marR="5080" indent="-20955">
              <a:lnSpc>
                <a:spcPts val="919"/>
              </a:lnSpc>
              <a:spcBef>
                <a:spcPts val="21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77" name="object 77" descr=""/>
          <p:cNvSpPr txBox="1"/>
          <p:nvPr/>
        </p:nvSpPr>
        <p:spPr>
          <a:xfrm>
            <a:off x="6860485" y="1412783"/>
            <a:ext cx="104775" cy="255270"/>
          </a:xfrm>
          <a:prstGeom prst="rect">
            <a:avLst/>
          </a:prstGeom>
        </p:spPr>
        <p:txBody>
          <a:bodyPr wrap="square" lIns="0" tIns="41910" rIns="0" bIns="0" rtlCol="0" vert="horz">
            <a:spAutoFit/>
          </a:bodyPr>
          <a:lstStyle/>
          <a:p>
            <a:pPr marL="30480" marR="5080" indent="-18415">
              <a:lnSpc>
                <a:spcPct val="77400"/>
              </a:lnSpc>
              <a:spcBef>
                <a:spcPts val="330"/>
              </a:spcBef>
            </a:pP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1</a:t>
            </a:r>
            <a:endParaRPr sz="850">
              <a:latin typeface="Times New Roman"/>
              <a:cs typeface="Times New Roman"/>
            </a:endParaRPr>
          </a:p>
        </p:txBody>
      </p:sp>
      <p:sp>
        <p:nvSpPr>
          <p:cNvPr id="78" name="object 78" descr=""/>
          <p:cNvSpPr/>
          <p:nvPr/>
        </p:nvSpPr>
        <p:spPr>
          <a:xfrm>
            <a:off x="9185661" y="2435626"/>
            <a:ext cx="0" cy="312420"/>
          </a:xfrm>
          <a:custGeom>
            <a:avLst/>
            <a:gdLst/>
            <a:ahLst/>
            <a:cxnLst/>
            <a:rect l="l" t="t" r="r" b="b"/>
            <a:pathLst>
              <a:path w="0" h="312419">
                <a:moveTo>
                  <a:pt x="0" y="0"/>
                </a:moveTo>
                <a:lnTo>
                  <a:pt x="0" y="311989"/>
                </a:lnTo>
              </a:path>
            </a:pathLst>
          </a:custGeom>
          <a:ln w="10468">
            <a:solidFill>
              <a:srgbClr val="000000"/>
            </a:solidFill>
          </a:ln>
        </p:spPr>
        <p:txBody>
          <a:bodyPr wrap="square" lIns="0" tIns="0" rIns="0" bIns="0" rtlCol="0"/>
          <a:lstStyle/>
          <a:p/>
        </p:txBody>
      </p:sp>
      <p:grpSp>
        <p:nvGrpSpPr>
          <p:cNvPr id="79" name="object 79" descr=""/>
          <p:cNvGrpSpPr/>
          <p:nvPr/>
        </p:nvGrpSpPr>
        <p:grpSpPr>
          <a:xfrm>
            <a:off x="9180264" y="1807859"/>
            <a:ext cx="219075" cy="1030605"/>
            <a:chOff x="9180264" y="1807859"/>
            <a:chExt cx="219075" cy="1030605"/>
          </a:xfrm>
        </p:grpSpPr>
        <p:sp>
          <p:nvSpPr>
            <p:cNvPr id="80" name="object 80" descr=""/>
            <p:cNvSpPr/>
            <p:nvPr/>
          </p:nvSpPr>
          <p:spPr>
            <a:xfrm>
              <a:off x="9185661" y="1901378"/>
              <a:ext cx="0" cy="312420"/>
            </a:xfrm>
            <a:custGeom>
              <a:avLst/>
              <a:gdLst/>
              <a:ahLst/>
              <a:cxnLst/>
              <a:rect l="l" t="t" r="r" b="b"/>
              <a:pathLst>
                <a:path w="0" h="312419">
                  <a:moveTo>
                    <a:pt x="0" y="0"/>
                  </a:moveTo>
                  <a:lnTo>
                    <a:pt x="0" y="312003"/>
                  </a:lnTo>
                </a:path>
              </a:pathLst>
            </a:custGeom>
            <a:ln w="10468">
              <a:solidFill>
                <a:srgbClr val="000000"/>
              </a:solidFill>
            </a:ln>
          </p:spPr>
          <p:txBody>
            <a:bodyPr wrap="square" lIns="0" tIns="0" rIns="0" bIns="0" rtlCol="0"/>
            <a:lstStyle/>
            <a:p/>
          </p:txBody>
        </p:sp>
        <p:pic>
          <p:nvPicPr>
            <p:cNvPr id="81" name="object 81" descr=""/>
            <p:cNvPicPr/>
            <p:nvPr/>
          </p:nvPicPr>
          <p:blipFill>
            <a:blip r:embed="rId5" cstate="print"/>
            <a:stretch>
              <a:fillRect/>
            </a:stretch>
          </p:blipFill>
          <p:spPr>
            <a:xfrm>
              <a:off x="9180467" y="1807859"/>
              <a:ext cx="214997" cy="222166"/>
            </a:xfrm>
            <a:prstGeom prst="rect">
              <a:avLst/>
            </a:prstGeom>
          </p:spPr>
        </p:pic>
        <p:pic>
          <p:nvPicPr>
            <p:cNvPr id="82" name="object 82" descr=""/>
            <p:cNvPicPr/>
            <p:nvPr/>
          </p:nvPicPr>
          <p:blipFill>
            <a:blip r:embed="rId6" cstate="print"/>
            <a:stretch>
              <a:fillRect/>
            </a:stretch>
          </p:blipFill>
          <p:spPr>
            <a:xfrm>
              <a:off x="9180467" y="2081579"/>
              <a:ext cx="214997" cy="222310"/>
            </a:xfrm>
            <a:prstGeom prst="rect">
              <a:avLst/>
            </a:prstGeom>
          </p:spPr>
        </p:pic>
        <p:sp>
          <p:nvSpPr>
            <p:cNvPr id="83" name="object 83" descr=""/>
            <p:cNvSpPr/>
            <p:nvPr/>
          </p:nvSpPr>
          <p:spPr>
            <a:xfrm>
              <a:off x="9393914" y="1901378"/>
              <a:ext cx="0" cy="312420"/>
            </a:xfrm>
            <a:custGeom>
              <a:avLst/>
              <a:gdLst/>
              <a:ahLst/>
              <a:cxnLst/>
              <a:rect l="l" t="t" r="r" b="b"/>
              <a:pathLst>
                <a:path w="0" h="312419">
                  <a:moveTo>
                    <a:pt x="0" y="0"/>
                  </a:moveTo>
                  <a:lnTo>
                    <a:pt x="0" y="312003"/>
                  </a:lnTo>
                </a:path>
              </a:pathLst>
            </a:custGeom>
            <a:ln w="10468">
              <a:solidFill>
                <a:srgbClr val="000000"/>
              </a:solidFill>
            </a:ln>
          </p:spPr>
          <p:txBody>
            <a:bodyPr wrap="square" lIns="0" tIns="0" rIns="0" bIns="0" rtlCol="0"/>
            <a:lstStyle/>
            <a:p/>
          </p:txBody>
        </p:sp>
        <p:sp>
          <p:nvSpPr>
            <p:cNvPr id="84" name="object 84" descr=""/>
            <p:cNvSpPr/>
            <p:nvPr/>
          </p:nvSpPr>
          <p:spPr>
            <a:xfrm>
              <a:off x="9192948" y="1901478"/>
              <a:ext cx="194310" cy="320675"/>
            </a:xfrm>
            <a:custGeom>
              <a:avLst/>
              <a:gdLst/>
              <a:ahLst/>
              <a:cxnLst/>
              <a:rect l="l" t="t" r="r" b="b"/>
              <a:pathLst>
                <a:path w="194309" h="320675">
                  <a:moveTo>
                    <a:pt x="194203" y="0"/>
                  </a:moveTo>
                  <a:lnTo>
                    <a:pt x="0" y="0"/>
                  </a:lnTo>
                  <a:lnTo>
                    <a:pt x="0" y="320506"/>
                  </a:lnTo>
                  <a:lnTo>
                    <a:pt x="194203" y="320506"/>
                  </a:lnTo>
                  <a:lnTo>
                    <a:pt x="194203" y="0"/>
                  </a:lnTo>
                  <a:close/>
                </a:path>
              </a:pathLst>
            </a:custGeom>
            <a:solidFill>
              <a:srgbClr val="FFFFFF"/>
            </a:solidFill>
          </p:spPr>
          <p:txBody>
            <a:bodyPr wrap="square" lIns="0" tIns="0" rIns="0" bIns="0" rtlCol="0"/>
            <a:lstStyle/>
            <a:p/>
          </p:txBody>
        </p:sp>
        <p:pic>
          <p:nvPicPr>
            <p:cNvPr id="85" name="object 85" descr=""/>
            <p:cNvPicPr/>
            <p:nvPr/>
          </p:nvPicPr>
          <p:blipFill>
            <a:blip r:embed="rId7" cstate="print"/>
            <a:stretch>
              <a:fillRect/>
            </a:stretch>
          </p:blipFill>
          <p:spPr>
            <a:xfrm>
              <a:off x="9180467" y="2341677"/>
              <a:ext cx="214997" cy="222582"/>
            </a:xfrm>
            <a:prstGeom prst="rect">
              <a:avLst/>
            </a:prstGeom>
          </p:spPr>
        </p:pic>
        <p:pic>
          <p:nvPicPr>
            <p:cNvPr id="86" name="object 86" descr=""/>
            <p:cNvPicPr/>
            <p:nvPr/>
          </p:nvPicPr>
          <p:blipFill>
            <a:blip r:embed="rId8" cstate="print"/>
            <a:stretch>
              <a:fillRect/>
            </a:stretch>
          </p:blipFill>
          <p:spPr>
            <a:xfrm>
              <a:off x="9180467" y="2615770"/>
              <a:ext cx="214997" cy="222295"/>
            </a:xfrm>
            <a:prstGeom prst="rect">
              <a:avLst/>
            </a:prstGeom>
          </p:spPr>
        </p:pic>
        <p:sp>
          <p:nvSpPr>
            <p:cNvPr id="87" name="object 87" descr=""/>
            <p:cNvSpPr/>
            <p:nvPr/>
          </p:nvSpPr>
          <p:spPr>
            <a:xfrm>
              <a:off x="9393914" y="2435626"/>
              <a:ext cx="0" cy="312420"/>
            </a:xfrm>
            <a:custGeom>
              <a:avLst/>
              <a:gdLst/>
              <a:ahLst/>
              <a:cxnLst/>
              <a:rect l="l" t="t" r="r" b="b"/>
              <a:pathLst>
                <a:path w="0" h="312419">
                  <a:moveTo>
                    <a:pt x="0" y="0"/>
                  </a:moveTo>
                  <a:lnTo>
                    <a:pt x="0" y="311989"/>
                  </a:lnTo>
                </a:path>
              </a:pathLst>
            </a:custGeom>
            <a:ln w="10468">
              <a:solidFill>
                <a:srgbClr val="000000"/>
              </a:solidFill>
            </a:ln>
          </p:spPr>
          <p:txBody>
            <a:bodyPr wrap="square" lIns="0" tIns="0" rIns="0" bIns="0" rtlCol="0"/>
            <a:lstStyle/>
            <a:p/>
          </p:txBody>
        </p:sp>
        <p:sp>
          <p:nvSpPr>
            <p:cNvPr id="88" name="object 88" descr=""/>
            <p:cNvSpPr/>
            <p:nvPr/>
          </p:nvSpPr>
          <p:spPr>
            <a:xfrm>
              <a:off x="9194260" y="2435598"/>
              <a:ext cx="193040" cy="320675"/>
            </a:xfrm>
            <a:custGeom>
              <a:avLst/>
              <a:gdLst/>
              <a:ahLst/>
              <a:cxnLst/>
              <a:rect l="l" t="t" r="r" b="b"/>
              <a:pathLst>
                <a:path w="193040" h="320675">
                  <a:moveTo>
                    <a:pt x="192761" y="0"/>
                  </a:moveTo>
                  <a:lnTo>
                    <a:pt x="0" y="0"/>
                  </a:lnTo>
                  <a:lnTo>
                    <a:pt x="0" y="320506"/>
                  </a:lnTo>
                  <a:lnTo>
                    <a:pt x="192761" y="320506"/>
                  </a:lnTo>
                  <a:lnTo>
                    <a:pt x="192761" y="0"/>
                  </a:lnTo>
                  <a:close/>
                </a:path>
              </a:pathLst>
            </a:custGeom>
            <a:solidFill>
              <a:srgbClr val="FFFFFF"/>
            </a:solidFill>
          </p:spPr>
          <p:txBody>
            <a:bodyPr wrap="square" lIns="0" tIns="0" rIns="0" bIns="0" rtlCol="0"/>
            <a:lstStyle/>
            <a:p/>
          </p:txBody>
        </p:sp>
      </p:grpSp>
      <p:sp>
        <p:nvSpPr>
          <p:cNvPr id="89" name="object 89" descr=""/>
          <p:cNvSpPr txBox="1"/>
          <p:nvPr/>
        </p:nvSpPr>
        <p:spPr>
          <a:xfrm>
            <a:off x="9216681" y="1815406"/>
            <a:ext cx="123189" cy="805180"/>
          </a:xfrm>
          <a:prstGeom prst="rect">
            <a:avLst/>
          </a:prstGeom>
        </p:spPr>
        <p:txBody>
          <a:bodyPr wrap="square" lIns="0" tIns="34925" rIns="0" bIns="0" rtlCol="0" vert="horz">
            <a:spAutoFit/>
          </a:bodyPr>
          <a:lstStyle/>
          <a:p>
            <a:pPr algn="just" marL="24130" marR="5080" indent="-12065">
              <a:lnSpc>
                <a:spcPct val="825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2</a:t>
            </a:r>
            <a:endParaRPr sz="850">
              <a:latin typeface="Times New Roman"/>
              <a:cs typeface="Times New Roman"/>
            </a:endParaRPr>
          </a:p>
          <a:p>
            <a:pPr marL="24130" marR="5080" indent="-12065">
              <a:lnSpc>
                <a:spcPts val="910"/>
              </a:lnSpc>
              <a:spcBef>
                <a:spcPts val="790"/>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90" name="object 90" descr=""/>
          <p:cNvSpPr txBox="1"/>
          <p:nvPr/>
        </p:nvSpPr>
        <p:spPr>
          <a:xfrm>
            <a:off x="9228194" y="2571054"/>
            <a:ext cx="104775" cy="155575"/>
          </a:xfrm>
          <a:prstGeom prst="rect">
            <a:avLst/>
          </a:prstGeom>
        </p:spPr>
        <p:txBody>
          <a:bodyPr wrap="square" lIns="0" tIns="12700" rIns="0" bIns="0" rtlCol="0" vert="horz">
            <a:spAutoFit/>
          </a:bodyPr>
          <a:lstStyle/>
          <a:p>
            <a:pPr marL="12700">
              <a:lnSpc>
                <a:spcPct val="100000"/>
              </a:lnSpc>
              <a:spcBef>
                <a:spcPts val="100"/>
              </a:spcBef>
            </a:pPr>
            <a:r>
              <a:rPr dirty="0" sz="850" spc="-50">
                <a:latin typeface="Times New Roman"/>
                <a:cs typeface="Times New Roman"/>
              </a:rPr>
              <a:t>X</a:t>
            </a:r>
            <a:endParaRPr sz="850">
              <a:latin typeface="Times New Roman"/>
              <a:cs typeface="Times New Roman"/>
            </a:endParaRPr>
          </a:p>
        </p:txBody>
      </p:sp>
      <p:sp>
        <p:nvSpPr>
          <p:cNvPr id="91" name="object 91" descr=""/>
          <p:cNvSpPr txBox="1"/>
          <p:nvPr/>
        </p:nvSpPr>
        <p:spPr>
          <a:xfrm>
            <a:off x="9245537" y="2670806"/>
            <a:ext cx="80645" cy="155575"/>
          </a:xfrm>
          <a:prstGeom prst="rect">
            <a:avLst/>
          </a:prstGeom>
        </p:spPr>
        <p:txBody>
          <a:bodyPr wrap="square" lIns="0" tIns="12700" rIns="0" bIns="0" rtlCol="0" vert="horz">
            <a:spAutoFit/>
          </a:bodyPr>
          <a:lstStyle/>
          <a:p>
            <a:pPr marL="12700">
              <a:lnSpc>
                <a:spcPct val="100000"/>
              </a:lnSpc>
              <a:spcBef>
                <a:spcPts val="100"/>
              </a:spcBef>
            </a:pPr>
            <a:r>
              <a:rPr dirty="0" sz="850" spc="-50">
                <a:latin typeface="Times New Roman"/>
                <a:cs typeface="Times New Roman"/>
              </a:rPr>
              <a:t>3</a:t>
            </a:r>
            <a:endParaRPr sz="850">
              <a:latin typeface="Times New Roman"/>
              <a:cs typeface="Times New Roman"/>
            </a:endParaRPr>
          </a:p>
        </p:txBody>
      </p:sp>
      <p:grpSp>
        <p:nvGrpSpPr>
          <p:cNvPr id="92" name="object 92" descr=""/>
          <p:cNvGrpSpPr/>
          <p:nvPr/>
        </p:nvGrpSpPr>
        <p:grpSpPr>
          <a:xfrm>
            <a:off x="11629599" y="2237581"/>
            <a:ext cx="219710" cy="497205"/>
            <a:chOff x="11629599" y="2237581"/>
            <a:chExt cx="219710" cy="497205"/>
          </a:xfrm>
        </p:grpSpPr>
        <p:sp>
          <p:nvSpPr>
            <p:cNvPr id="93" name="object 93" descr=""/>
            <p:cNvSpPr/>
            <p:nvPr/>
          </p:nvSpPr>
          <p:spPr>
            <a:xfrm>
              <a:off x="11634996" y="2331530"/>
              <a:ext cx="0" cy="311785"/>
            </a:xfrm>
            <a:custGeom>
              <a:avLst/>
              <a:gdLst/>
              <a:ahLst/>
              <a:cxnLst/>
              <a:rect l="l" t="t" r="r" b="b"/>
              <a:pathLst>
                <a:path w="0" h="311785">
                  <a:moveTo>
                    <a:pt x="0" y="0"/>
                  </a:moveTo>
                  <a:lnTo>
                    <a:pt x="0" y="311716"/>
                  </a:lnTo>
                </a:path>
              </a:pathLst>
            </a:custGeom>
            <a:ln w="10468">
              <a:solidFill>
                <a:srgbClr val="000000"/>
              </a:solidFill>
            </a:ln>
          </p:spPr>
          <p:txBody>
            <a:bodyPr wrap="square" lIns="0" tIns="0" rIns="0" bIns="0" rtlCol="0"/>
            <a:lstStyle/>
            <a:p/>
          </p:txBody>
        </p:sp>
        <p:pic>
          <p:nvPicPr>
            <p:cNvPr id="94" name="object 94" descr=""/>
            <p:cNvPicPr/>
            <p:nvPr/>
          </p:nvPicPr>
          <p:blipFill>
            <a:blip r:embed="rId9" cstate="print"/>
            <a:stretch>
              <a:fillRect/>
            </a:stretch>
          </p:blipFill>
          <p:spPr>
            <a:xfrm>
              <a:off x="11629802" y="2237581"/>
              <a:ext cx="214997" cy="222310"/>
            </a:xfrm>
            <a:prstGeom prst="rect">
              <a:avLst/>
            </a:prstGeom>
          </p:spPr>
        </p:pic>
        <p:pic>
          <p:nvPicPr>
            <p:cNvPr id="95" name="object 95" descr=""/>
            <p:cNvPicPr/>
            <p:nvPr/>
          </p:nvPicPr>
          <p:blipFill>
            <a:blip r:embed="rId10" cstate="print"/>
            <a:stretch>
              <a:fillRect/>
            </a:stretch>
          </p:blipFill>
          <p:spPr>
            <a:xfrm>
              <a:off x="11629802" y="2512448"/>
              <a:ext cx="214997" cy="222310"/>
            </a:xfrm>
            <a:prstGeom prst="rect">
              <a:avLst/>
            </a:prstGeom>
          </p:spPr>
        </p:pic>
        <p:sp>
          <p:nvSpPr>
            <p:cNvPr id="96" name="object 96" descr=""/>
            <p:cNvSpPr/>
            <p:nvPr/>
          </p:nvSpPr>
          <p:spPr>
            <a:xfrm>
              <a:off x="11844955" y="2331530"/>
              <a:ext cx="0" cy="311785"/>
            </a:xfrm>
            <a:custGeom>
              <a:avLst/>
              <a:gdLst/>
              <a:ahLst/>
              <a:cxnLst/>
              <a:rect l="l" t="t" r="r" b="b"/>
              <a:pathLst>
                <a:path w="0" h="311785">
                  <a:moveTo>
                    <a:pt x="0" y="0"/>
                  </a:moveTo>
                  <a:lnTo>
                    <a:pt x="0" y="311716"/>
                  </a:lnTo>
                </a:path>
              </a:pathLst>
            </a:custGeom>
            <a:ln w="7055">
              <a:solidFill>
                <a:srgbClr val="000000"/>
              </a:solidFill>
            </a:ln>
          </p:spPr>
          <p:txBody>
            <a:bodyPr wrap="square" lIns="0" tIns="0" rIns="0" bIns="0" rtlCol="0"/>
            <a:lstStyle/>
            <a:p/>
          </p:txBody>
        </p:sp>
        <p:sp>
          <p:nvSpPr>
            <p:cNvPr id="97" name="object 97" descr=""/>
            <p:cNvSpPr/>
            <p:nvPr/>
          </p:nvSpPr>
          <p:spPr>
            <a:xfrm>
              <a:off x="11644323" y="2332304"/>
              <a:ext cx="197485" cy="320040"/>
            </a:xfrm>
            <a:custGeom>
              <a:avLst/>
              <a:gdLst/>
              <a:ahLst/>
              <a:cxnLst/>
              <a:rect l="l" t="t" r="r" b="b"/>
              <a:pathLst>
                <a:path w="197484" h="320039">
                  <a:moveTo>
                    <a:pt x="197103" y="0"/>
                  </a:moveTo>
                  <a:lnTo>
                    <a:pt x="0" y="0"/>
                  </a:lnTo>
                  <a:lnTo>
                    <a:pt x="0" y="319789"/>
                  </a:lnTo>
                  <a:lnTo>
                    <a:pt x="197103" y="319789"/>
                  </a:lnTo>
                  <a:lnTo>
                    <a:pt x="197103" y="0"/>
                  </a:lnTo>
                  <a:close/>
                </a:path>
              </a:pathLst>
            </a:custGeom>
            <a:solidFill>
              <a:srgbClr val="FFFFFF"/>
            </a:solidFill>
          </p:spPr>
          <p:txBody>
            <a:bodyPr wrap="square" lIns="0" tIns="0" rIns="0" bIns="0" rtlCol="0"/>
            <a:lstStyle/>
            <a:p/>
          </p:txBody>
        </p:sp>
      </p:grpSp>
      <p:sp>
        <p:nvSpPr>
          <p:cNvPr id="98" name="object 98" descr=""/>
          <p:cNvSpPr txBox="1"/>
          <p:nvPr/>
        </p:nvSpPr>
        <p:spPr>
          <a:xfrm>
            <a:off x="11665870" y="2245271"/>
            <a:ext cx="123189" cy="476250"/>
          </a:xfrm>
          <a:prstGeom prst="rect">
            <a:avLst/>
          </a:prstGeom>
        </p:spPr>
        <p:txBody>
          <a:bodyPr wrap="square" lIns="0" tIns="34925" rIns="0" bIns="0" rtlCol="0" vert="horz">
            <a:spAutoFit/>
          </a:bodyPr>
          <a:lstStyle/>
          <a:p>
            <a:pPr algn="just" marL="23495" marR="5080" indent="-11430">
              <a:lnSpc>
                <a:spcPct val="826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4</a:t>
            </a:r>
            <a:endParaRPr sz="850">
              <a:latin typeface="Times New Roman"/>
              <a:cs typeface="Times New Roman"/>
            </a:endParaRPr>
          </a:p>
        </p:txBody>
      </p:sp>
      <p:grpSp>
        <p:nvGrpSpPr>
          <p:cNvPr id="99" name="object 99" descr=""/>
          <p:cNvGrpSpPr/>
          <p:nvPr/>
        </p:nvGrpSpPr>
        <p:grpSpPr>
          <a:xfrm>
            <a:off x="5894210" y="572976"/>
            <a:ext cx="6102985" cy="3171190"/>
            <a:chOff x="5894210" y="572976"/>
            <a:chExt cx="6102985" cy="3171190"/>
          </a:xfrm>
        </p:grpSpPr>
        <p:sp>
          <p:nvSpPr>
            <p:cNvPr id="100" name="object 100" descr=""/>
            <p:cNvSpPr/>
            <p:nvPr/>
          </p:nvSpPr>
          <p:spPr>
            <a:xfrm>
              <a:off x="8501591" y="2135954"/>
              <a:ext cx="77470" cy="0"/>
            </a:xfrm>
            <a:custGeom>
              <a:avLst/>
              <a:gdLst/>
              <a:ahLst/>
              <a:cxnLst/>
              <a:rect l="l" t="t" r="r" b="b"/>
              <a:pathLst>
                <a:path w="77470" h="0">
                  <a:moveTo>
                    <a:pt x="0" y="0"/>
                  </a:moveTo>
                  <a:lnTo>
                    <a:pt x="77238" y="0"/>
                  </a:lnTo>
                </a:path>
              </a:pathLst>
            </a:custGeom>
            <a:ln w="10299">
              <a:solidFill>
                <a:srgbClr val="000000"/>
              </a:solidFill>
            </a:ln>
          </p:spPr>
          <p:txBody>
            <a:bodyPr wrap="square" lIns="0" tIns="0" rIns="0" bIns="0" rtlCol="0"/>
            <a:lstStyle/>
            <a:p/>
          </p:txBody>
        </p:sp>
        <p:sp>
          <p:nvSpPr>
            <p:cNvPr id="101" name="object 101" descr=""/>
            <p:cNvSpPr/>
            <p:nvPr/>
          </p:nvSpPr>
          <p:spPr>
            <a:xfrm>
              <a:off x="8540210" y="2099821"/>
              <a:ext cx="115570" cy="73660"/>
            </a:xfrm>
            <a:custGeom>
              <a:avLst/>
              <a:gdLst/>
              <a:ahLst/>
              <a:cxnLst/>
              <a:rect l="l" t="t" r="r" b="b"/>
              <a:pathLst>
                <a:path w="115570" h="73660">
                  <a:moveTo>
                    <a:pt x="0" y="0"/>
                  </a:moveTo>
                  <a:lnTo>
                    <a:pt x="36870" y="36132"/>
                  </a:lnTo>
                  <a:lnTo>
                    <a:pt x="0" y="73269"/>
                  </a:lnTo>
                  <a:lnTo>
                    <a:pt x="115566" y="36132"/>
                  </a:lnTo>
                  <a:lnTo>
                    <a:pt x="0" y="0"/>
                  </a:lnTo>
                  <a:close/>
                </a:path>
              </a:pathLst>
            </a:custGeom>
            <a:solidFill>
              <a:srgbClr val="000000"/>
            </a:solidFill>
          </p:spPr>
          <p:txBody>
            <a:bodyPr wrap="square" lIns="0" tIns="0" rIns="0" bIns="0" rtlCol="0"/>
            <a:lstStyle/>
            <a:p/>
          </p:txBody>
        </p:sp>
        <p:sp>
          <p:nvSpPr>
            <p:cNvPr id="102" name="object 102" descr=""/>
            <p:cNvSpPr/>
            <p:nvPr/>
          </p:nvSpPr>
          <p:spPr>
            <a:xfrm>
              <a:off x="8501591" y="2536425"/>
              <a:ext cx="77470" cy="0"/>
            </a:xfrm>
            <a:custGeom>
              <a:avLst/>
              <a:gdLst/>
              <a:ahLst/>
              <a:cxnLst/>
              <a:rect l="l" t="t" r="r" b="b"/>
              <a:pathLst>
                <a:path w="77470" h="0">
                  <a:moveTo>
                    <a:pt x="0" y="0"/>
                  </a:moveTo>
                  <a:lnTo>
                    <a:pt x="77238" y="0"/>
                  </a:lnTo>
                </a:path>
              </a:pathLst>
            </a:custGeom>
            <a:ln w="10299">
              <a:solidFill>
                <a:srgbClr val="000000"/>
              </a:solidFill>
            </a:ln>
          </p:spPr>
          <p:txBody>
            <a:bodyPr wrap="square" lIns="0" tIns="0" rIns="0" bIns="0" rtlCol="0"/>
            <a:lstStyle/>
            <a:p/>
          </p:txBody>
        </p:sp>
        <p:sp>
          <p:nvSpPr>
            <p:cNvPr id="103" name="object 103" descr=""/>
            <p:cNvSpPr/>
            <p:nvPr/>
          </p:nvSpPr>
          <p:spPr>
            <a:xfrm>
              <a:off x="8540210" y="2500293"/>
              <a:ext cx="115570" cy="73660"/>
            </a:xfrm>
            <a:custGeom>
              <a:avLst/>
              <a:gdLst/>
              <a:ahLst/>
              <a:cxnLst/>
              <a:rect l="l" t="t" r="r" b="b"/>
              <a:pathLst>
                <a:path w="115570" h="73660">
                  <a:moveTo>
                    <a:pt x="0" y="0"/>
                  </a:moveTo>
                  <a:lnTo>
                    <a:pt x="36870" y="37193"/>
                  </a:lnTo>
                  <a:lnTo>
                    <a:pt x="0" y="73269"/>
                  </a:lnTo>
                  <a:lnTo>
                    <a:pt x="115566" y="37193"/>
                  </a:lnTo>
                  <a:lnTo>
                    <a:pt x="0" y="0"/>
                  </a:lnTo>
                  <a:close/>
                </a:path>
              </a:pathLst>
            </a:custGeom>
            <a:solidFill>
              <a:srgbClr val="000000"/>
            </a:solidFill>
          </p:spPr>
          <p:txBody>
            <a:bodyPr wrap="square" lIns="0" tIns="0" rIns="0" bIns="0" rtlCol="0"/>
            <a:lstStyle/>
            <a:p/>
          </p:txBody>
        </p:sp>
        <p:pic>
          <p:nvPicPr>
            <p:cNvPr id="104" name="object 104" descr=""/>
            <p:cNvPicPr/>
            <p:nvPr/>
          </p:nvPicPr>
          <p:blipFill>
            <a:blip r:embed="rId11" cstate="print"/>
            <a:stretch>
              <a:fillRect/>
            </a:stretch>
          </p:blipFill>
          <p:spPr>
            <a:xfrm>
              <a:off x="8440528" y="3016196"/>
              <a:ext cx="215247" cy="100295"/>
            </a:xfrm>
            <a:prstGeom prst="rect">
              <a:avLst/>
            </a:prstGeom>
          </p:spPr>
        </p:pic>
        <p:sp>
          <p:nvSpPr>
            <p:cNvPr id="105" name="object 105" descr=""/>
            <p:cNvSpPr/>
            <p:nvPr/>
          </p:nvSpPr>
          <p:spPr>
            <a:xfrm>
              <a:off x="8899733" y="2670145"/>
              <a:ext cx="199390" cy="400685"/>
            </a:xfrm>
            <a:custGeom>
              <a:avLst/>
              <a:gdLst/>
              <a:ahLst/>
              <a:cxnLst/>
              <a:rect l="l" t="t" r="r" b="b"/>
              <a:pathLst>
                <a:path w="199390" h="400685">
                  <a:moveTo>
                    <a:pt x="0" y="400442"/>
                  </a:moveTo>
                  <a:lnTo>
                    <a:pt x="122415" y="400442"/>
                  </a:lnTo>
                </a:path>
                <a:path w="199390" h="400685">
                  <a:moveTo>
                    <a:pt x="122415" y="400442"/>
                  </a:moveTo>
                  <a:lnTo>
                    <a:pt x="122415" y="0"/>
                  </a:lnTo>
                </a:path>
                <a:path w="199390" h="400685">
                  <a:moveTo>
                    <a:pt x="122415" y="0"/>
                  </a:moveTo>
                  <a:lnTo>
                    <a:pt x="199362" y="0"/>
                  </a:lnTo>
                </a:path>
              </a:pathLst>
            </a:custGeom>
            <a:ln w="10384">
              <a:solidFill>
                <a:srgbClr val="000000"/>
              </a:solidFill>
            </a:ln>
          </p:spPr>
          <p:txBody>
            <a:bodyPr wrap="square" lIns="0" tIns="0" rIns="0" bIns="0" rtlCol="0"/>
            <a:lstStyle/>
            <a:p/>
          </p:txBody>
        </p:sp>
        <p:sp>
          <p:nvSpPr>
            <p:cNvPr id="106" name="object 106" descr=""/>
            <p:cNvSpPr/>
            <p:nvPr/>
          </p:nvSpPr>
          <p:spPr>
            <a:xfrm>
              <a:off x="9060768" y="2633697"/>
              <a:ext cx="114935" cy="73660"/>
            </a:xfrm>
            <a:custGeom>
              <a:avLst/>
              <a:gdLst/>
              <a:ahLst/>
              <a:cxnLst/>
              <a:rect l="l" t="t" r="r" b="b"/>
              <a:pathLst>
                <a:path w="114934" h="73660">
                  <a:moveTo>
                    <a:pt x="0" y="0"/>
                  </a:moveTo>
                  <a:lnTo>
                    <a:pt x="36870" y="36448"/>
                  </a:lnTo>
                  <a:lnTo>
                    <a:pt x="0" y="73226"/>
                  </a:lnTo>
                  <a:lnTo>
                    <a:pt x="114400" y="36448"/>
                  </a:lnTo>
                  <a:lnTo>
                    <a:pt x="0" y="0"/>
                  </a:lnTo>
                  <a:close/>
                </a:path>
              </a:pathLst>
            </a:custGeom>
            <a:solidFill>
              <a:srgbClr val="000000"/>
            </a:solidFill>
          </p:spPr>
          <p:txBody>
            <a:bodyPr wrap="square" lIns="0" tIns="0" rIns="0" bIns="0" rtlCol="0"/>
            <a:lstStyle/>
            <a:p/>
          </p:txBody>
        </p:sp>
        <p:sp>
          <p:nvSpPr>
            <p:cNvPr id="107" name="object 107" descr=""/>
            <p:cNvSpPr/>
            <p:nvPr/>
          </p:nvSpPr>
          <p:spPr>
            <a:xfrm>
              <a:off x="7552577" y="1868829"/>
              <a:ext cx="444500" cy="1513840"/>
            </a:xfrm>
            <a:custGeom>
              <a:avLst/>
              <a:gdLst/>
              <a:ahLst/>
              <a:cxnLst/>
              <a:rect l="l" t="t" r="r" b="b"/>
              <a:pathLst>
                <a:path w="444500" h="1513839">
                  <a:moveTo>
                    <a:pt x="0" y="0"/>
                  </a:moveTo>
                  <a:lnTo>
                    <a:pt x="0" y="1513776"/>
                  </a:lnTo>
                </a:path>
                <a:path w="444500" h="1513839">
                  <a:moveTo>
                    <a:pt x="0" y="1201758"/>
                  </a:moveTo>
                  <a:lnTo>
                    <a:pt x="444339" y="1201758"/>
                  </a:lnTo>
                </a:path>
              </a:pathLst>
            </a:custGeom>
            <a:ln w="10384">
              <a:solidFill>
                <a:srgbClr val="000000"/>
              </a:solidFill>
            </a:ln>
          </p:spPr>
          <p:txBody>
            <a:bodyPr wrap="square" lIns="0" tIns="0" rIns="0" bIns="0" rtlCol="0"/>
            <a:lstStyle/>
            <a:p/>
          </p:txBody>
        </p:sp>
        <p:sp>
          <p:nvSpPr>
            <p:cNvPr id="108" name="object 108" descr=""/>
            <p:cNvSpPr/>
            <p:nvPr/>
          </p:nvSpPr>
          <p:spPr>
            <a:xfrm>
              <a:off x="7958735" y="3034513"/>
              <a:ext cx="114935" cy="73660"/>
            </a:xfrm>
            <a:custGeom>
              <a:avLst/>
              <a:gdLst/>
              <a:ahLst/>
              <a:cxnLst/>
              <a:rect l="l" t="t" r="r" b="b"/>
              <a:pathLst>
                <a:path w="114934" h="73660">
                  <a:moveTo>
                    <a:pt x="0" y="0"/>
                  </a:moveTo>
                  <a:lnTo>
                    <a:pt x="36433" y="37136"/>
                  </a:lnTo>
                  <a:lnTo>
                    <a:pt x="0" y="73226"/>
                  </a:lnTo>
                  <a:lnTo>
                    <a:pt x="114400" y="37136"/>
                  </a:lnTo>
                  <a:lnTo>
                    <a:pt x="0" y="0"/>
                  </a:lnTo>
                  <a:close/>
                </a:path>
              </a:pathLst>
            </a:custGeom>
            <a:solidFill>
              <a:srgbClr val="000000"/>
            </a:solidFill>
          </p:spPr>
          <p:txBody>
            <a:bodyPr wrap="square" lIns="0" tIns="0" rIns="0" bIns="0" rtlCol="0"/>
            <a:lstStyle/>
            <a:p/>
          </p:txBody>
        </p:sp>
        <p:sp>
          <p:nvSpPr>
            <p:cNvPr id="109" name="object 109" descr=""/>
            <p:cNvSpPr/>
            <p:nvPr/>
          </p:nvSpPr>
          <p:spPr>
            <a:xfrm>
              <a:off x="7552577" y="1868829"/>
              <a:ext cx="567055" cy="1242695"/>
            </a:xfrm>
            <a:custGeom>
              <a:avLst/>
              <a:gdLst/>
              <a:ahLst/>
              <a:cxnLst/>
              <a:rect l="l" t="t" r="r" b="b"/>
              <a:pathLst>
                <a:path w="567054" h="1242695">
                  <a:moveTo>
                    <a:pt x="367538" y="1152592"/>
                  </a:moveTo>
                  <a:lnTo>
                    <a:pt x="398142" y="1242436"/>
                  </a:lnTo>
                </a:path>
                <a:path w="567054" h="1242695">
                  <a:moveTo>
                    <a:pt x="0" y="0"/>
                  </a:moveTo>
                  <a:lnTo>
                    <a:pt x="567047" y="0"/>
                  </a:lnTo>
                </a:path>
              </a:pathLst>
            </a:custGeom>
            <a:ln w="10384">
              <a:solidFill>
                <a:srgbClr val="000000"/>
              </a:solidFill>
            </a:ln>
          </p:spPr>
          <p:txBody>
            <a:bodyPr wrap="square" lIns="0" tIns="0" rIns="0" bIns="0" rtlCol="0"/>
            <a:lstStyle/>
            <a:p/>
          </p:txBody>
        </p:sp>
        <p:sp>
          <p:nvSpPr>
            <p:cNvPr id="110" name="object 110" descr=""/>
            <p:cNvSpPr/>
            <p:nvPr/>
          </p:nvSpPr>
          <p:spPr>
            <a:xfrm>
              <a:off x="8081005" y="1832840"/>
              <a:ext cx="114935" cy="73660"/>
            </a:xfrm>
            <a:custGeom>
              <a:avLst/>
              <a:gdLst/>
              <a:ahLst/>
              <a:cxnLst/>
              <a:rect l="l" t="t" r="r" b="b"/>
              <a:pathLst>
                <a:path w="114934" h="73660">
                  <a:moveTo>
                    <a:pt x="0" y="0"/>
                  </a:moveTo>
                  <a:lnTo>
                    <a:pt x="36870" y="35989"/>
                  </a:lnTo>
                  <a:lnTo>
                    <a:pt x="0" y="73125"/>
                  </a:lnTo>
                  <a:lnTo>
                    <a:pt x="114400" y="35989"/>
                  </a:lnTo>
                  <a:lnTo>
                    <a:pt x="0" y="0"/>
                  </a:lnTo>
                  <a:close/>
                </a:path>
              </a:pathLst>
            </a:custGeom>
            <a:solidFill>
              <a:srgbClr val="000000"/>
            </a:solidFill>
          </p:spPr>
          <p:txBody>
            <a:bodyPr wrap="square" lIns="0" tIns="0" rIns="0" bIns="0" rtlCol="0"/>
            <a:lstStyle/>
            <a:p/>
          </p:txBody>
        </p:sp>
        <p:sp>
          <p:nvSpPr>
            <p:cNvPr id="111" name="object 111" descr=""/>
            <p:cNvSpPr/>
            <p:nvPr/>
          </p:nvSpPr>
          <p:spPr>
            <a:xfrm>
              <a:off x="7552577" y="2135954"/>
              <a:ext cx="567055" cy="0"/>
            </a:xfrm>
            <a:custGeom>
              <a:avLst/>
              <a:gdLst/>
              <a:ahLst/>
              <a:cxnLst/>
              <a:rect l="l" t="t" r="r" b="b"/>
              <a:pathLst>
                <a:path w="567054" h="0">
                  <a:moveTo>
                    <a:pt x="0" y="0"/>
                  </a:moveTo>
                  <a:lnTo>
                    <a:pt x="567047" y="0"/>
                  </a:lnTo>
                </a:path>
              </a:pathLst>
            </a:custGeom>
            <a:ln w="10299">
              <a:solidFill>
                <a:srgbClr val="000000"/>
              </a:solidFill>
            </a:ln>
          </p:spPr>
          <p:txBody>
            <a:bodyPr wrap="square" lIns="0" tIns="0" rIns="0" bIns="0" rtlCol="0"/>
            <a:lstStyle/>
            <a:p/>
          </p:txBody>
        </p:sp>
        <p:sp>
          <p:nvSpPr>
            <p:cNvPr id="112" name="object 112" descr=""/>
            <p:cNvSpPr/>
            <p:nvPr/>
          </p:nvSpPr>
          <p:spPr>
            <a:xfrm>
              <a:off x="8081005" y="2099821"/>
              <a:ext cx="114935" cy="73660"/>
            </a:xfrm>
            <a:custGeom>
              <a:avLst/>
              <a:gdLst/>
              <a:ahLst/>
              <a:cxnLst/>
              <a:rect l="l" t="t" r="r" b="b"/>
              <a:pathLst>
                <a:path w="114934" h="73660">
                  <a:moveTo>
                    <a:pt x="0" y="0"/>
                  </a:moveTo>
                  <a:lnTo>
                    <a:pt x="36870" y="36132"/>
                  </a:lnTo>
                  <a:lnTo>
                    <a:pt x="0" y="73269"/>
                  </a:lnTo>
                  <a:lnTo>
                    <a:pt x="114400" y="36132"/>
                  </a:lnTo>
                  <a:lnTo>
                    <a:pt x="0" y="0"/>
                  </a:lnTo>
                  <a:close/>
                </a:path>
              </a:pathLst>
            </a:custGeom>
            <a:solidFill>
              <a:srgbClr val="000000"/>
            </a:solidFill>
          </p:spPr>
          <p:txBody>
            <a:bodyPr wrap="square" lIns="0" tIns="0" rIns="0" bIns="0" rtlCol="0"/>
            <a:lstStyle/>
            <a:p/>
          </p:txBody>
        </p:sp>
        <p:sp>
          <p:nvSpPr>
            <p:cNvPr id="113" name="object 113" descr=""/>
            <p:cNvSpPr/>
            <p:nvPr/>
          </p:nvSpPr>
          <p:spPr>
            <a:xfrm>
              <a:off x="7705597" y="2403078"/>
              <a:ext cx="414655" cy="0"/>
            </a:xfrm>
            <a:custGeom>
              <a:avLst/>
              <a:gdLst/>
              <a:ahLst/>
              <a:cxnLst/>
              <a:rect l="l" t="t" r="r" b="b"/>
              <a:pathLst>
                <a:path w="414654" h="0">
                  <a:moveTo>
                    <a:pt x="0" y="0"/>
                  </a:moveTo>
                  <a:lnTo>
                    <a:pt x="414027" y="0"/>
                  </a:lnTo>
                </a:path>
              </a:pathLst>
            </a:custGeom>
            <a:ln w="10299">
              <a:solidFill>
                <a:srgbClr val="000000"/>
              </a:solidFill>
            </a:ln>
          </p:spPr>
          <p:txBody>
            <a:bodyPr wrap="square" lIns="0" tIns="0" rIns="0" bIns="0" rtlCol="0"/>
            <a:lstStyle/>
            <a:p/>
          </p:txBody>
        </p:sp>
        <p:sp>
          <p:nvSpPr>
            <p:cNvPr id="114" name="object 114" descr=""/>
            <p:cNvSpPr/>
            <p:nvPr/>
          </p:nvSpPr>
          <p:spPr>
            <a:xfrm>
              <a:off x="8081005" y="2366659"/>
              <a:ext cx="114935" cy="73660"/>
            </a:xfrm>
            <a:custGeom>
              <a:avLst/>
              <a:gdLst/>
              <a:ahLst/>
              <a:cxnLst/>
              <a:rect l="l" t="t" r="r" b="b"/>
              <a:pathLst>
                <a:path w="114934" h="73660">
                  <a:moveTo>
                    <a:pt x="0" y="0"/>
                  </a:moveTo>
                  <a:lnTo>
                    <a:pt x="36870" y="36419"/>
                  </a:lnTo>
                  <a:lnTo>
                    <a:pt x="0" y="73125"/>
                  </a:lnTo>
                  <a:lnTo>
                    <a:pt x="114400" y="36419"/>
                  </a:lnTo>
                  <a:lnTo>
                    <a:pt x="0" y="0"/>
                  </a:lnTo>
                  <a:close/>
                </a:path>
              </a:pathLst>
            </a:custGeom>
            <a:solidFill>
              <a:srgbClr val="000000"/>
            </a:solidFill>
          </p:spPr>
          <p:txBody>
            <a:bodyPr wrap="square" lIns="0" tIns="0" rIns="0" bIns="0" rtlCol="0"/>
            <a:lstStyle/>
            <a:p/>
          </p:txBody>
        </p:sp>
        <p:sp>
          <p:nvSpPr>
            <p:cNvPr id="115" name="object 115" descr=""/>
            <p:cNvSpPr/>
            <p:nvPr/>
          </p:nvSpPr>
          <p:spPr>
            <a:xfrm>
              <a:off x="6909647" y="2224708"/>
              <a:ext cx="668020" cy="6350"/>
            </a:xfrm>
            <a:custGeom>
              <a:avLst/>
              <a:gdLst/>
              <a:ahLst/>
              <a:cxnLst/>
              <a:rect l="l" t="t" r="r" b="b"/>
              <a:pathLst>
                <a:path w="668020" h="6350">
                  <a:moveTo>
                    <a:pt x="575747" y="6022"/>
                  </a:moveTo>
                  <a:lnTo>
                    <a:pt x="667413" y="0"/>
                  </a:lnTo>
                </a:path>
                <a:path w="668020" h="6350">
                  <a:moveTo>
                    <a:pt x="0" y="0"/>
                  </a:moveTo>
                  <a:lnTo>
                    <a:pt x="260993" y="4301"/>
                  </a:lnTo>
                </a:path>
              </a:pathLst>
            </a:custGeom>
            <a:ln w="10384">
              <a:solidFill>
                <a:srgbClr val="000000"/>
              </a:solidFill>
            </a:ln>
          </p:spPr>
          <p:txBody>
            <a:bodyPr wrap="square" lIns="0" tIns="0" rIns="0" bIns="0" rtlCol="0"/>
            <a:lstStyle/>
            <a:p/>
          </p:txBody>
        </p:sp>
        <p:sp>
          <p:nvSpPr>
            <p:cNvPr id="116" name="object 116" descr=""/>
            <p:cNvSpPr/>
            <p:nvPr/>
          </p:nvSpPr>
          <p:spPr>
            <a:xfrm>
              <a:off x="7131292" y="2191874"/>
              <a:ext cx="116839" cy="73660"/>
            </a:xfrm>
            <a:custGeom>
              <a:avLst/>
              <a:gdLst/>
              <a:ahLst/>
              <a:cxnLst/>
              <a:rect l="l" t="t" r="r" b="b"/>
              <a:pathLst>
                <a:path w="116840" h="73660">
                  <a:moveTo>
                    <a:pt x="1442" y="0"/>
                  </a:moveTo>
                  <a:lnTo>
                    <a:pt x="37540" y="37136"/>
                  </a:lnTo>
                  <a:lnTo>
                    <a:pt x="0" y="73269"/>
                  </a:lnTo>
                  <a:lnTo>
                    <a:pt x="116236" y="38857"/>
                  </a:lnTo>
                  <a:lnTo>
                    <a:pt x="1442" y="0"/>
                  </a:lnTo>
                  <a:close/>
                </a:path>
              </a:pathLst>
            </a:custGeom>
            <a:solidFill>
              <a:srgbClr val="000000"/>
            </a:solidFill>
          </p:spPr>
          <p:txBody>
            <a:bodyPr wrap="square" lIns="0" tIns="0" rIns="0" bIns="0" rtlCol="0"/>
            <a:lstStyle/>
            <a:p/>
          </p:txBody>
        </p:sp>
        <p:sp>
          <p:nvSpPr>
            <p:cNvPr id="117" name="object 117" descr=""/>
            <p:cNvSpPr/>
            <p:nvPr/>
          </p:nvSpPr>
          <p:spPr>
            <a:xfrm>
              <a:off x="6205727" y="2224708"/>
              <a:ext cx="169545" cy="4445"/>
            </a:xfrm>
            <a:custGeom>
              <a:avLst/>
              <a:gdLst/>
              <a:ahLst/>
              <a:cxnLst/>
              <a:rect l="l" t="t" r="r" b="b"/>
              <a:pathLst>
                <a:path w="169545" h="4444">
                  <a:moveTo>
                    <a:pt x="0" y="0"/>
                  </a:moveTo>
                  <a:lnTo>
                    <a:pt x="168933" y="4301"/>
                  </a:lnTo>
                </a:path>
              </a:pathLst>
            </a:custGeom>
            <a:ln w="10299">
              <a:solidFill>
                <a:srgbClr val="000000"/>
              </a:solidFill>
            </a:ln>
          </p:spPr>
          <p:txBody>
            <a:bodyPr wrap="square" lIns="0" tIns="0" rIns="0" bIns="0" rtlCol="0"/>
            <a:lstStyle/>
            <a:p/>
          </p:txBody>
        </p:sp>
        <p:sp>
          <p:nvSpPr>
            <p:cNvPr id="118" name="object 118" descr=""/>
            <p:cNvSpPr/>
            <p:nvPr/>
          </p:nvSpPr>
          <p:spPr>
            <a:xfrm>
              <a:off x="6335313" y="2191873"/>
              <a:ext cx="116839" cy="73660"/>
            </a:xfrm>
            <a:custGeom>
              <a:avLst/>
              <a:gdLst/>
              <a:ahLst/>
              <a:cxnLst/>
              <a:rect l="l" t="t" r="r" b="b"/>
              <a:pathLst>
                <a:path w="116839" h="73660">
                  <a:moveTo>
                    <a:pt x="1442" y="0"/>
                  </a:moveTo>
                  <a:lnTo>
                    <a:pt x="37540" y="37136"/>
                  </a:lnTo>
                  <a:lnTo>
                    <a:pt x="0" y="73269"/>
                  </a:lnTo>
                  <a:lnTo>
                    <a:pt x="116236" y="38857"/>
                  </a:lnTo>
                  <a:lnTo>
                    <a:pt x="1442" y="0"/>
                  </a:lnTo>
                  <a:close/>
                </a:path>
              </a:pathLst>
            </a:custGeom>
            <a:solidFill>
              <a:srgbClr val="000000"/>
            </a:solidFill>
          </p:spPr>
          <p:txBody>
            <a:bodyPr wrap="square" lIns="0" tIns="0" rIns="0" bIns="0" rtlCol="0"/>
            <a:lstStyle/>
            <a:p/>
          </p:txBody>
        </p:sp>
        <p:sp>
          <p:nvSpPr>
            <p:cNvPr id="119" name="object 119" descr=""/>
            <p:cNvSpPr/>
            <p:nvPr/>
          </p:nvSpPr>
          <p:spPr>
            <a:xfrm>
              <a:off x="6267095" y="1601848"/>
              <a:ext cx="77470" cy="0"/>
            </a:xfrm>
            <a:custGeom>
              <a:avLst/>
              <a:gdLst/>
              <a:ahLst/>
              <a:cxnLst/>
              <a:rect l="l" t="t" r="r" b="b"/>
              <a:pathLst>
                <a:path w="77470" h="0">
                  <a:moveTo>
                    <a:pt x="0" y="0"/>
                  </a:moveTo>
                  <a:lnTo>
                    <a:pt x="76888" y="0"/>
                  </a:lnTo>
                </a:path>
              </a:pathLst>
            </a:custGeom>
            <a:ln w="10299">
              <a:solidFill>
                <a:srgbClr val="000000"/>
              </a:solidFill>
            </a:ln>
          </p:spPr>
          <p:txBody>
            <a:bodyPr wrap="square" lIns="0" tIns="0" rIns="0" bIns="0" rtlCol="0"/>
            <a:lstStyle/>
            <a:p/>
          </p:txBody>
        </p:sp>
        <p:sp>
          <p:nvSpPr>
            <p:cNvPr id="120" name="object 120" descr=""/>
            <p:cNvSpPr/>
            <p:nvPr/>
          </p:nvSpPr>
          <p:spPr>
            <a:xfrm>
              <a:off x="6305350" y="1565716"/>
              <a:ext cx="114935" cy="73660"/>
            </a:xfrm>
            <a:custGeom>
              <a:avLst/>
              <a:gdLst/>
              <a:ahLst/>
              <a:cxnLst/>
              <a:rect l="l" t="t" r="r" b="b"/>
              <a:pathLst>
                <a:path w="114935" h="73660">
                  <a:moveTo>
                    <a:pt x="0" y="0"/>
                  </a:moveTo>
                  <a:lnTo>
                    <a:pt x="36826" y="36132"/>
                  </a:lnTo>
                  <a:lnTo>
                    <a:pt x="0" y="73269"/>
                  </a:lnTo>
                  <a:lnTo>
                    <a:pt x="114793" y="36132"/>
                  </a:lnTo>
                  <a:lnTo>
                    <a:pt x="0" y="0"/>
                  </a:lnTo>
                  <a:close/>
                </a:path>
              </a:pathLst>
            </a:custGeom>
            <a:solidFill>
              <a:srgbClr val="000000"/>
            </a:solidFill>
          </p:spPr>
          <p:txBody>
            <a:bodyPr wrap="square" lIns="0" tIns="0" rIns="0" bIns="0" rtlCol="0"/>
            <a:lstStyle/>
            <a:p/>
          </p:txBody>
        </p:sp>
        <p:sp>
          <p:nvSpPr>
            <p:cNvPr id="121" name="object 121" descr=""/>
            <p:cNvSpPr/>
            <p:nvPr/>
          </p:nvSpPr>
          <p:spPr>
            <a:xfrm>
              <a:off x="6236404" y="1289845"/>
              <a:ext cx="107950" cy="935355"/>
            </a:xfrm>
            <a:custGeom>
              <a:avLst/>
              <a:gdLst/>
              <a:ahLst/>
              <a:cxnLst/>
              <a:rect l="l" t="t" r="r" b="b"/>
              <a:pathLst>
                <a:path w="107950" h="935355">
                  <a:moveTo>
                    <a:pt x="30691" y="934863"/>
                  </a:moveTo>
                  <a:lnTo>
                    <a:pt x="30691" y="312003"/>
                  </a:lnTo>
                </a:path>
                <a:path w="107950" h="935355">
                  <a:moveTo>
                    <a:pt x="0" y="0"/>
                  </a:moveTo>
                  <a:lnTo>
                    <a:pt x="107580" y="0"/>
                  </a:lnTo>
                </a:path>
              </a:pathLst>
            </a:custGeom>
            <a:ln w="10384">
              <a:solidFill>
                <a:srgbClr val="000000"/>
              </a:solidFill>
            </a:ln>
          </p:spPr>
          <p:txBody>
            <a:bodyPr wrap="square" lIns="0" tIns="0" rIns="0" bIns="0" rtlCol="0"/>
            <a:lstStyle/>
            <a:p/>
          </p:txBody>
        </p:sp>
        <p:sp>
          <p:nvSpPr>
            <p:cNvPr id="122" name="object 122" descr=""/>
            <p:cNvSpPr/>
            <p:nvPr/>
          </p:nvSpPr>
          <p:spPr>
            <a:xfrm>
              <a:off x="6305350" y="1253712"/>
              <a:ext cx="114935" cy="73660"/>
            </a:xfrm>
            <a:custGeom>
              <a:avLst/>
              <a:gdLst/>
              <a:ahLst/>
              <a:cxnLst/>
              <a:rect l="l" t="t" r="r" b="b"/>
              <a:pathLst>
                <a:path w="114935" h="73659">
                  <a:moveTo>
                    <a:pt x="0" y="0"/>
                  </a:moveTo>
                  <a:lnTo>
                    <a:pt x="36826" y="36132"/>
                  </a:lnTo>
                  <a:lnTo>
                    <a:pt x="0" y="73269"/>
                  </a:lnTo>
                  <a:lnTo>
                    <a:pt x="114793" y="36132"/>
                  </a:lnTo>
                  <a:lnTo>
                    <a:pt x="0" y="0"/>
                  </a:lnTo>
                  <a:close/>
                </a:path>
              </a:pathLst>
            </a:custGeom>
            <a:solidFill>
              <a:srgbClr val="000000"/>
            </a:solidFill>
          </p:spPr>
          <p:txBody>
            <a:bodyPr wrap="square" lIns="0" tIns="0" rIns="0" bIns="0" rtlCol="0"/>
            <a:lstStyle/>
            <a:p/>
          </p:txBody>
        </p:sp>
        <p:sp>
          <p:nvSpPr>
            <p:cNvPr id="123" name="object 123" descr=""/>
            <p:cNvSpPr/>
            <p:nvPr/>
          </p:nvSpPr>
          <p:spPr>
            <a:xfrm>
              <a:off x="5899608" y="1112622"/>
              <a:ext cx="46355" cy="1113155"/>
            </a:xfrm>
            <a:custGeom>
              <a:avLst/>
              <a:gdLst/>
              <a:ahLst/>
              <a:cxnLst/>
              <a:rect l="l" t="t" r="r" b="b"/>
              <a:pathLst>
                <a:path w="46354" h="1113155">
                  <a:moveTo>
                    <a:pt x="0" y="0"/>
                  </a:moveTo>
                  <a:lnTo>
                    <a:pt x="0" y="1112086"/>
                  </a:lnTo>
                </a:path>
                <a:path w="46354" h="1113155">
                  <a:moveTo>
                    <a:pt x="0" y="1112086"/>
                  </a:moveTo>
                  <a:lnTo>
                    <a:pt x="46206" y="1112803"/>
                  </a:lnTo>
                </a:path>
              </a:pathLst>
            </a:custGeom>
            <a:ln w="10384">
              <a:solidFill>
                <a:srgbClr val="000000"/>
              </a:solidFill>
            </a:ln>
          </p:spPr>
          <p:txBody>
            <a:bodyPr wrap="square" lIns="0" tIns="0" rIns="0" bIns="0" rtlCol="0"/>
            <a:lstStyle/>
            <a:p/>
          </p:txBody>
        </p:sp>
        <p:sp>
          <p:nvSpPr>
            <p:cNvPr id="124" name="object 124" descr=""/>
            <p:cNvSpPr/>
            <p:nvPr/>
          </p:nvSpPr>
          <p:spPr>
            <a:xfrm>
              <a:off x="5906466" y="2188289"/>
              <a:ext cx="116839" cy="73660"/>
            </a:xfrm>
            <a:custGeom>
              <a:avLst/>
              <a:gdLst/>
              <a:ahLst/>
              <a:cxnLst/>
              <a:rect l="l" t="t" r="r" b="b"/>
              <a:pathLst>
                <a:path w="116839" h="73660">
                  <a:moveTo>
                    <a:pt x="1805" y="0"/>
                  </a:moveTo>
                  <a:lnTo>
                    <a:pt x="37542" y="37136"/>
                  </a:lnTo>
                  <a:lnTo>
                    <a:pt x="0" y="73269"/>
                  </a:lnTo>
                  <a:lnTo>
                    <a:pt x="116235" y="39000"/>
                  </a:lnTo>
                  <a:lnTo>
                    <a:pt x="1805" y="0"/>
                  </a:lnTo>
                  <a:close/>
                </a:path>
              </a:pathLst>
            </a:custGeom>
            <a:solidFill>
              <a:srgbClr val="000000"/>
            </a:solidFill>
          </p:spPr>
          <p:txBody>
            <a:bodyPr wrap="square" lIns="0" tIns="0" rIns="0" bIns="0" rtlCol="0"/>
            <a:lstStyle/>
            <a:p/>
          </p:txBody>
        </p:sp>
        <p:sp>
          <p:nvSpPr>
            <p:cNvPr id="125" name="object 125" descr=""/>
            <p:cNvSpPr/>
            <p:nvPr/>
          </p:nvSpPr>
          <p:spPr>
            <a:xfrm>
              <a:off x="7032383" y="1423479"/>
              <a:ext cx="138430" cy="0"/>
            </a:xfrm>
            <a:custGeom>
              <a:avLst/>
              <a:gdLst/>
              <a:ahLst/>
              <a:cxnLst/>
              <a:rect l="l" t="t" r="r" b="b"/>
              <a:pathLst>
                <a:path w="138429" h="0">
                  <a:moveTo>
                    <a:pt x="0" y="0"/>
                  </a:moveTo>
                  <a:lnTo>
                    <a:pt x="138256" y="0"/>
                  </a:lnTo>
                </a:path>
              </a:pathLst>
            </a:custGeom>
            <a:ln w="10299">
              <a:solidFill>
                <a:srgbClr val="000000"/>
              </a:solidFill>
            </a:ln>
          </p:spPr>
          <p:txBody>
            <a:bodyPr wrap="square" lIns="0" tIns="0" rIns="0" bIns="0" rtlCol="0"/>
            <a:lstStyle/>
            <a:p/>
          </p:txBody>
        </p:sp>
        <p:sp>
          <p:nvSpPr>
            <p:cNvPr id="126" name="object 126" descr=""/>
            <p:cNvSpPr/>
            <p:nvPr/>
          </p:nvSpPr>
          <p:spPr>
            <a:xfrm>
              <a:off x="7132006" y="1387059"/>
              <a:ext cx="115570" cy="73660"/>
            </a:xfrm>
            <a:custGeom>
              <a:avLst/>
              <a:gdLst/>
              <a:ahLst/>
              <a:cxnLst/>
              <a:rect l="l" t="t" r="r" b="b"/>
              <a:pathLst>
                <a:path w="115570" h="73659">
                  <a:moveTo>
                    <a:pt x="0" y="0"/>
                  </a:moveTo>
                  <a:lnTo>
                    <a:pt x="36826" y="37136"/>
                  </a:lnTo>
                  <a:lnTo>
                    <a:pt x="0" y="73269"/>
                  </a:lnTo>
                  <a:lnTo>
                    <a:pt x="115522" y="37136"/>
                  </a:lnTo>
                  <a:lnTo>
                    <a:pt x="0" y="0"/>
                  </a:lnTo>
                  <a:close/>
                </a:path>
              </a:pathLst>
            </a:custGeom>
            <a:solidFill>
              <a:srgbClr val="000000"/>
            </a:solidFill>
          </p:spPr>
          <p:txBody>
            <a:bodyPr wrap="square" lIns="0" tIns="0" rIns="0" bIns="0" rtlCol="0"/>
            <a:lstStyle/>
            <a:p/>
          </p:txBody>
        </p:sp>
        <p:sp>
          <p:nvSpPr>
            <p:cNvPr id="127" name="object 127" descr=""/>
            <p:cNvSpPr/>
            <p:nvPr/>
          </p:nvSpPr>
          <p:spPr>
            <a:xfrm>
              <a:off x="9052753" y="1957728"/>
              <a:ext cx="46355" cy="0"/>
            </a:xfrm>
            <a:custGeom>
              <a:avLst/>
              <a:gdLst/>
              <a:ahLst/>
              <a:cxnLst/>
              <a:rect l="l" t="t" r="r" b="b"/>
              <a:pathLst>
                <a:path w="46354" h="0">
                  <a:moveTo>
                    <a:pt x="0" y="0"/>
                  </a:moveTo>
                  <a:lnTo>
                    <a:pt x="46343" y="0"/>
                  </a:lnTo>
                </a:path>
              </a:pathLst>
            </a:custGeom>
            <a:ln w="10299">
              <a:solidFill>
                <a:srgbClr val="000000"/>
              </a:solidFill>
            </a:ln>
          </p:spPr>
          <p:txBody>
            <a:bodyPr wrap="square" lIns="0" tIns="0" rIns="0" bIns="0" rtlCol="0"/>
            <a:lstStyle/>
            <a:p/>
          </p:txBody>
        </p:sp>
        <p:sp>
          <p:nvSpPr>
            <p:cNvPr id="128" name="object 128" descr=""/>
            <p:cNvSpPr/>
            <p:nvPr/>
          </p:nvSpPr>
          <p:spPr>
            <a:xfrm>
              <a:off x="9060768" y="1921308"/>
              <a:ext cx="114935" cy="73660"/>
            </a:xfrm>
            <a:custGeom>
              <a:avLst/>
              <a:gdLst/>
              <a:ahLst/>
              <a:cxnLst/>
              <a:rect l="l" t="t" r="r" b="b"/>
              <a:pathLst>
                <a:path w="114934" h="73660">
                  <a:moveTo>
                    <a:pt x="0" y="0"/>
                  </a:moveTo>
                  <a:lnTo>
                    <a:pt x="36870" y="37136"/>
                  </a:lnTo>
                  <a:lnTo>
                    <a:pt x="0" y="73125"/>
                  </a:lnTo>
                  <a:lnTo>
                    <a:pt x="114400" y="37136"/>
                  </a:lnTo>
                  <a:lnTo>
                    <a:pt x="0" y="0"/>
                  </a:lnTo>
                  <a:close/>
                </a:path>
              </a:pathLst>
            </a:custGeom>
            <a:solidFill>
              <a:srgbClr val="000000"/>
            </a:solidFill>
          </p:spPr>
          <p:txBody>
            <a:bodyPr wrap="square" lIns="0" tIns="0" rIns="0" bIns="0" rtlCol="0"/>
            <a:lstStyle/>
            <a:p/>
          </p:txBody>
        </p:sp>
        <p:sp>
          <p:nvSpPr>
            <p:cNvPr id="129" name="object 129" descr=""/>
            <p:cNvSpPr/>
            <p:nvPr/>
          </p:nvSpPr>
          <p:spPr>
            <a:xfrm>
              <a:off x="10185536" y="2314323"/>
              <a:ext cx="291465" cy="0"/>
            </a:xfrm>
            <a:custGeom>
              <a:avLst/>
              <a:gdLst/>
              <a:ahLst/>
              <a:cxnLst/>
              <a:rect l="l" t="t" r="r" b="b"/>
              <a:pathLst>
                <a:path w="291465" h="0">
                  <a:moveTo>
                    <a:pt x="0" y="0"/>
                  </a:moveTo>
                  <a:lnTo>
                    <a:pt x="291320" y="0"/>
                  </a:lnTo>
                </a:path>
              </a:pathLst>
            </a:custGeom>
            <a:ln w="10299">
              <a:solidFill>
                <a:srgbClr val="000000"/>
              </a:solidFill>
            </a:ln>
          </p:spPr>
          <p:txBody>
            <a:bodyPr wrap="square" lIns="0" tIns="0" rIns="0" bIns="0" rtlCol="0"/>
            <a:lstStyle/>
            <a:p/>
          </p:txBody>
        </p:sp>
        <p:sp>
          <p:nvSpPr>
            <p:cNvPr id="130" name="object 130" descr=""/>
            <p:cNvSpPr/>
            <p:nvPr/>
          </p:nvSpPr>
          <p:spPr>
            <a:xfrm>
              <a:off x="10438237" y="2278191"/>
              <a:ext cx="115570" cy="73660"/>
            </a:xfrm>
            <a:custGeom>
              <a:avLst/>
              <a:gdLst/>
              <a:ahLst/>
              <a:cxnLst/>
              <a:rect l="l" t="t" r="r" b="b"/>
              <a:pathLst>
                <a:path w="115570" h="73660">
                  <a:moveTo>
                    <a:pt x="0" y="0"/>
                  </a:moveTo>
                  <a:lnTo>
                    <a:pt x="36870" y="36706"/>
                  </a:lnTo>
                  <a:lnTo>
                    <a:pt x="0" y="73269"/>
                  </a:lnTo>
                  <a:lnTo>
                    <a:pt x="115566" y="36706"/>
                  </a:lnTo>
                  <a:lnTo>
                    <a:pt x="0" y="0"/>
                  </a:lnTo>
                  <a:close/>
                </a:path>
              </a:pathLst>
            </a:custGeom>
            <a:solidFill>
              <a:srgbClr val="000000"/>
            </a:solidFill>
          </p:spPr>
          <p:txBody>
            <a:bodyPr wrap="square" lIns="0" tIns="0" rIns="0" bIns="0" rtlCol="0"/>
            <a:lstStyle/>
            <a:p/>
          </p:txBody>
        </p:sp>
        <p:sp>
          <p:nvSpPr>
            <p:cNvPr id="131" name="object 131" descr=""/>
            <p:cNvSpPr/>
            <p:nvPr/>
          </p:nvSpPr>
          <p:spPr>
            <a:xfrm>
              <a:off x="11012279" y="2447671"/>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132" name="object 132" descr=""/>
            <p:cNvSpPr/>
            <p:nvPr/>
          </p:nvSpPr>
          <p:spPr>
            <a:xfrm>
              <a:off x="11050461" y="2411538"/>
              <a:ext cx="115570" cy="73660"/>
            </a:xfrm>
            <a:custGeom>
              <a:avLst/>
              <a:gdLst/>
              <a:ahLst/>
              <a:cxnLst/>
              <a:rect l="l" t="t" r="r" b="b"/>
              <a:pathLst>
                <a:path w="115570" h="73660">
                  <a:moveTo>
                    <a:pt x="0" y="0"/>
                  </a:moveTo>
                  <a:lnTo>
                    <a:pt x="36870" y="36132"/>
                  </a:lnTo>
                  <a:lnTo>
                    <a:pt x="0" y="73269"/>
                  </a:lnTo>
                  <a:lnTo>
                    <a:pt x="115566" y="36132"/>
                  </a:lnTo>
                  <a:lnTo>
                    <a:pt x="0" y="0"/>
                  </a:lnTo>
                  <a:close/>
                </a:path>
              </a:pathLst>
            </a:custGeom>
            <a:solidFill>
              <a:srgbClr val="000000"/>
            </a:solidFill>
          </p:spPr>
          <p:txBody>
            <a:bodyPr wrap="square" lIns="0" tIns="0" rIns="0" bIns="0" rtlCol="0"/>
            <a:lstStyle/>
            <a:p/>
          </p:txBody>
        </p:sp>
        <p:sp>
          <p:nvSpPr>
            <p:cNvPr id="133" name="object 133" descr=""/>
            <p:cNvSpPr/>
            <p:nvPr/>
          </p:nvSpPr>
          <p:spPr>
            <a:xfrm>
              <a:off x="11409984" y="2447671"/>
              <a:ext cx="138430" cy="0"/>
            </a:xfrm>
            <a:custGeom>
              <a:avLst/>
              <a:gdLst/>
              <a:ahLst/>
              <a:cxnLst/>
              <a:rect l="l" t="t" r="r" b="b"/>
              <a:pathLst>
                <a:path w="138429" h="0">
                  <a:moveTo>
                    <a:pt x="0" y="0"/>
                  </a:moveTo>
                  <a:lnTo>
                    <a:pt x="138300" y="0"/>
                  </a:lnTo>
                </a:path>
              </a:pathLst>
            </a:custGeom>
            <a:ln w="10299">
              <a:solidFill>
                <a:srgbClr val="000000"/>
              </a:solidFill>
            </a:ln>
          </p:spPr>
          <p:txBody>
            <a:bodyPr wrap="square" lIns="0" tIns="0" rIns="0" bIns="0" rtlCol="0"/>
            <a:lstStyle/>
            <a:p/>
          </p:txBody>
        </p:sp>
        <p:sp>
          <p:nvSpPr>
            <p:cNvPr id="134" name="object 134" descr=""/>
            <p:cNvSpPr/>
            <p:nvPr/>
          </p:nvSpPr>
          <p:spPr>
            <a:xfrm>
              <a:off x="11509666" y="2411538"/>
              <a:ext cx="114935" cy="73660"/>
            </a:xfrm>
            <a:custGeom>
              <a:avLst/>
              <a:gdLst/>
              <a:ahLst/>
              <a:cxnLst/>
              <a:rect l="l" t="t" r="r" b="b"/>
              <a:pathLst>
                <a:path w="114934" h="73660">
                  <a:moveTo>
                    <a:pt x="0" y="0"/>
                  </a:moveTo>
                  <a:lnTo>
                    <a:pt x="36870" y="36132"/>
                  </a:lnTo>
                  <a:lnTo>
                    <a:pt x="0" y="73269"/>
                  </a:lnTo>
                  <a:lnTo>
                    <a:pt x="114837" y="36132"/>
                  </a:lnTo>
                  <a:lnTo>
                    <a:pt x="0" y="0"/>
                  </a:lnTo>
                  <a:close/>
                </a:path>
              </a:pathLst>
            </a:custGeom>
            <a:solidFill>
              <a:srgbClr val="000000"/>
            </a:solidFill>
          </p:spPr>
          <p:txBody>
            <a:bodyPr wrap="square" lIns="0" tIns="0" rIns="0" bIns="0" rtlCol="0"/>
            <a:lstStyle/>
            <a:p/>
          </p:txBody>
        </p:sp>
        <p:sp>
          <p:nvSpPr>
            <p:cNvPr id="135" name="object 135" descr=""/>
            <p:cNvSpPr/>
            <p:nvPr/>
          </p:nvSpPr>
          <p:spPr>
            <a:xfrm>
              <a:off x="11471484" y="2571798"/>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136" name="object 136" descr=""/>
            <p:cNvSpPr/>
            <p:nvPr/>
          </p:nvSpPr>
          <p:spPr>
            <a:xfrm>
              <a:off x="11509666" y="2535709"/>
              <a:ext cx="114935" cy="73660"/>
            </a:xfrm>
            <a:custGeom>
              <a:avLst/>
              <a:gdLst/>
              <a:ahLst/>
              <a:cxnLst/>
              <a:rect l="l" t="t" r="r" b="b"/>
              <a:pathLst>
                <a:path w="114934" h="73660">
                  <a:moveTo>
                    <a:pt x="0" y="0"/>
                  </a:moveTo>
                  <a:lnTo>
                    <a:pt x="36870" y="36089"/>
                  </a:lnTo>
                  <a:lnTo>
                    <a:pt x="0" y="73226"/>
                  </a:lnTo>
                  <a:lnTo>
                    <a:pt x="114837" y="36089"/>
                  </a:lnTo>
                  <a:lnTo>
                    <a:pt x="0" y="0"/>
                  </a:lnTo>
                  <a:close/>
                </a:path>
              </a:pathLst>
            </a:custGeom>
            <a:solidFill>
              <a:srgbClr val="000000"/>
            </a:solidFill>
          </p:spPr>
          <p:txBody>
            <a:bodyPr wrap="square" lIns="0" tIns="0" rIns="0" bIns="0" rtlCol="0"/>
            <a:lstStyle/>
            <a:p/>
          </p:txBody>
        </p:sp>
        <p:sp>
          <p:nvSpPr>
            <p:cNvPr id="137" name="object 137" descr=""/>
            <p:cNvSpPr/>
            <p:nvPr/>
          </p:nvSpPr>
          <p:spPr>
            <a:xfrm>
              <a:off x="8961087" y="578374"/>
              <a:ext cx="2510790" cy="2403475"/>
            </a:xfrm>
            <a:custGeom>
              <a:avLst/>
              <a:gdLst/>
              <a:ahLst/>
              <a:cxnLst/>
              <a:rect l="l" t="t" r="r" b="b"/>
              <a:pathLst>
                <a:path w="2510790" h="2403475">
                  <a:moveTo>
                    <a:pt x="1408218" y="0"/>
                  </a:moveTo>
                  <a:lnTo>
                    <a:pt x="1408218" y="2403416"/>
                  </a:lnTo>
                </a:path>
                <a:path w="2510790" h="2403475">
                  <a:moveTo>
                    <a:pt x="2510396" y="2002974"/>
                  </a:moveTo>
                  <a:lnTo>
                    <a:pt x="2510396" y="2403416"/>
                  </a:lnTo>
                </a:path>
                <a:path w="2510790" h="2403475">
                  <a:moveTo>
                    <a:pt x="0" y="1958051"/>
                  </a:moveTo>
                  <a:lnTo>
                    <a:pt x="0" y="2313916"/>
                  </a:lnTo>
                </a:path>
                <a:path w="2510790" h="2403475">
                  <a:moveTo>
                    <a:pt x="1346864" y="2313916"/>
                  </a:moveTo>
                  <a:lnTo>
                    <a:pt x="1346864" y="1958051"/>
                  </a:lnTo>
                </a:path>
                <a:path w="2510790" h="2403475">
                  <a:moveTo>
                    <a:pt x="1346864" y="1958051"/>
                  </a:moveTo>
                  <a:lnTo>
                    <a:pt x="1515769" y="1958051"/>
                  </a:lnTo>
                </a:path>
              </a:pathLst>
            </a:custGeom>
            <a:ln w="10384">
              <a:solidFill>
                <a:srgbClr val="000000"/>
              </a:solidFill>
            </a:ln>
          </p:spPr>
          <p:txBody>
            <a:bodyPr wrap="square" lIns="0" tIns="0" rIns="0" bIns="0" rtlCol="0"/>
            <a:lstStyle/>
            <a:p/>
          </p:txBody>
        </p:sp>
        <p:sp>
          <p:nvSpPr>
            <p:cNvPr id="138" name="object 138" descr=""/>
            <p:cNvSpPr/>
            <p:nvPr/>
          </p:nvSpPr>
          <p:spPr>
            <a:xfrm>
              <a:off x="10438237" y="2500293"/>
              <a:ext cx="115570" cy="73660"/>
            </a:xfrm>
            <a:custGeom>
              <a:avLst/>
              <a:gdLst/>
              <a:ahLst/>
              <a:cxnLst/>
              <a:rect l="l" t="t" r="r" b="b"/>
              <a:pathLst>
                <a:path w="115570" h="73660">
                  <a:moveTo>
                    <a:pt x="0" y="0"/>
                  </a:moveTo>
                  <a:lnTo>
                    <a:pt x="36870" y="37193"/>
                  </a:lnTo>
                  <a:lnTo>
                    <a:pt x="0" y="73269"/>
                  </a:lnTo>
                  <a:lnTo>
                    <a:pt x="115566" y="37193"/>
                  </a:lnTo>
                  <a:lnTo>
                    <a:pt x="0" y="0"/>
                  </a:lnTo>
                  <a:close/>
                </a:path>
              </a:pathLst>
            </a:custGeom>
            <a:solidFill>
              <a:srgbClr val="000000"/>
            </a:solidFill>
          </p:spPr>
          <p:txBody>
            <a:bodyPr wrap="square" lIns="0" tIns="0" rIns="0" bIns="0" rtlCol="0"/>
            <a:lstStyle/>
            <a:p/>
          </p:txBody>
        </p:sp>
        <p:sp>
          <p:nvSpPr>
            <p:cNvPr id="139" name="object 139" descr=""/>
            <p:cNvSpPr/>
            <p:nvPr/>
          </p:nvSpPr>
          <p:spPr>
            <a:xfrm>
              <a:off x="7858617" y="2491833"/>
              <a:ext cx="4133215" cy="1247140"/>
            </a:xfrm>
            <a:custGeom>
              <a:avLst/>
              <a:gdLst/>
              <a:ahLst/>
              <a:cxnLst/>
              <a:rect l="l" t="t" r="r" b="b"/>
              <a:pathLst>
                <a:path w="4133215" h="1247139">
                  <a:moveTo>
                    <a:pt x="3979968" y="0"/>
                  </a:moveTo>
                  <a:lnTo>
                    <a:pt x="4132988" y="0"/>
                  </a:lnTo>
                </a:path>
                <a:path w="4133215" h="1247139">
                  <a:moveTo>
                    <a:pt x="4132988" y="0"/>
                  </a:moveTo>
                  <a:lnTo>
                    <a:pt x="4132988" y="1246652"/>
                  </a:lnTo>
                </a:path>
                <a:path w="4133215" h="1247139">
                  <a:moveTo>
                    <a:pt x="0" y="1246651"/>
                  </a:moveTo>
                  <a:lnTo>
                    <a:pt x="4132988" y="1246652"/>
                  </a:lnTo>
                </a:path>
                <a:path w="4133215" h="1247139">
                  <a:moveTo>
                    <a:pt x="0" y="133375"/>
                  </a:moveTo>
                  <a:lnTo>
                    <a:pt x="0" y="1246651"/>
                  </a:lnTo>
                </a:path>
                <a:path w="4133215" h="1247139">
                  <a:moveTo>
                    <a:pt x="0" y="133375"/>
                  </a:moveTo>
                  <a:lnTo>
                    <a:pt x="230403" y="133375"/>
                  </a:lnTo>
                </a:path>
              </a:pathLst>
            </a:custGeom>
            <a:ln w="10384">
              <a:solidFill>
                <a:srgbClr val="000000"/>
              </a:solidFill>
            </a:ln>
          </p:spPr>
          <p:txBody>
            <a:bodyPr wrap="square" lIns="0" tIns="0" rIns="0" bIns="0" rtlCol="0"/>
            <a:lstStyle/>
            <a:p/>
          </p:txBody>
        </p:sp>
        <p:sp>
          <p:nvSpPr>
            <p:cNvPr id="140" name="object 140" descr=""/>
            <p:cNvSpPr/>
            <p:nvPr/>
          </p:nvSpPr>
          <p:spPr>
            <a:xfrm>
              <a:off x="8050401" y="2589133"/>
              <a:ext cx="115570" cy="73660"/>
            </a:xfrm>
            <a:custGeom>
              <a:avLst/>
              <a:gdLst/>
              <a:ahLst/>
              <a:cxnLst/>
              <a:rect l="l" t="t" r="r" b="b"/>
              <a:pathLst>
                <a:path w="115570" h="73660">
                  <a:moveTo>
                    <a:pt x="0" y="0"/>
                  </a:moveTo>
                  <a:lnTo>
                    <a:pt x="36724" y="36075"/>
                  </a:lnTo>
                  <a:lnTo>
                    <a:pt x="0" y="73226"/>
                  </a:lnTo>
                  <a:lnTo>
                    <a:pt x="115420" y="36075"/>
                  </a:lnTo>
                  <a:lnTo>
                    <a:pt x="0" y="0"/>
                  </a:lnTo>
                  <a:close/>
                </a:path>
              </a:pathLst>
            </a:custGeom>
            <a:solidFill>
              <a:srgbClr val="000000"/>
            </a:solidFill>
          </p:spPr>
          <p:txBody>
            <a:bodyPr wrap="square" lIns="0" tIns="0" rIns="0" bIns="0" rtlCol="0"/>
            <a:lstStyle/>
            <a:p/>
          </p:txBody>
        </p:sp>
        <p:sp>
          <p:nvSpPr>
            <p:cNvPr id="141" name="object 141" descr=""/>
            <p:cNvSpPr/>
            <p:nvPr/>
          </p:nvSpPr>
          <p:spPr>
            <a:xfrm>
              <a:off x="8961087" y="1512950"/>
              <a:ext cx="199390" cy="623570"/>
            </a:xfrm>
            <a:custGeom>
              <a:avLst/>
              <a:gdLst/>
              <a:ahLst/>
              <a:cxnLst/>
              <a:rect l="l" t="t" r="r" b="b"/>
              <a:pathLst>
                <a:path w="199390" h="623569">
                  <a:moveTo>
                    <a:pt x="0" y="623003"/>
                  </a:moveTo>
                  <a:lnTo>
                    <a:pt x="0" y="0"/>
                  </a:lnTo>
                </a:path>
                <a:path w="199390" h="623569">
                  <a:moveTo>
                    <a:pt x="0" y="0"/>
                  </a:moveTo>
                  <a:lnTo>
                    <a:pt x="199362" y="0"/>
                  </a:lnTo>
                </a:path>
              </a:pathLst>
            </a:custGeom>
            <a:ln w="10384">
              <a:solidFill>
                <a:srgbClr val="000000"/>
              </a:solidFill>
            </a:ln>
          </p:spPr>
          <p:txBody>
            <a:bodyPr wrap="square" lIns="0" tIns="0" rIns="0" bIns="0" rtlCol="0"/>
            <a:lstStyle/>
            <a:p/>
          </p:txBody>
        </p:sp>
        <p:sp>
          <p:nvSpPr>
            <p:cNvPr id="142" name="object 142" descr=""/>
            <p:cNvSpPr/>
            <p:nvPr/>
          </p:nvSpPr>
          <p:spPr>
            <a:xfrm>
              <a:off x="7533475" y="1476971"/>
              <a:ext cx="1703070" cy="676275"/>
            </a:xfrm>
            <a:custGeom>
              <a:avLst/>
              <a:gdLst/>
              <a:ahLst/>
              <a:cxnLst/>
              <a:rect l="l" t="t" r="r" b="b"/>
              <a:pathLst>
                <a:path w="1703070" h="676275">
                  <a:moveTo>
                    <a:pt x="33083" y="655408"/>
                  </a:moveTo>
                  <a:lnTo>
                    <a:pt x="31724" y="647534"/>
                  </a:lnTo>
                  <a:lnTo>
                    <a:pt x="28079" y="641261"/>
                  </a:lnTo>
                  <a:lnTo>
                    <a:pt x="22821" y="637120"/>
                  </a:lnTo>
                  <a:lnTo>
                    <a:pt x="16624" y="635622"/>
                  </a:lnTo>
                  <a:lnTo>
                    <a:pt x="10337" y="637120"/>
                  </a:lnTo>
                  <a:lnTo>
                    <a:pt x="5029" y="641261"/>
                  </a:lnTo>
                  <a:lnTo>
                    <a:pt x="1371" y="647534"/>
                  </a:lnTo>
                  <a:lnTo>
                    <a:pt x="0" y="655408"/>
                  </a:lnTo>
                  <a:lnTo>
                    <a:pt x="1371" y="663409"/>
                  </a:lnTo>
                  <a:lnTo>
                    <a:pt x="5029" y="669975"/>
                  </a:lnTo>
                  <a:lnTo>
                    <a:pt x="10337" y="674420"/>
                  </a:lnTo>
                  <a:lnTo>
                    <a:pt x="16624" y="676046"/>
                  </a:lnTo>
                  <a:lnTo>
                    <a:pt x="22821" y="674420"/>
                  </a:lnTo>
                  <a:lnTo>
                    <a:pt x="28079" y="669975"/>
                  </a:lnTo>
                  <a:lnTo>
                    <a:pt x="31724" y="663409"/>
                  </a:lnTo>
                  <a:lnTo>
                    <a:pt x="33083" y="655408"/>
                  </a:lnTo>
                  <a:close/>
                </a:path>
                <a:path w="1703070" h="676275">
                  <a:moveTo>
                    <a:pt x="1703044" y="36703"/>
                  </a:moveTo>
                  <a:lnTo>
                    <a:pt x="1588350" y="0"/>
                  </a:lnTo>
                  <a:lnTo>
                    <a:pt x="1625079" y="36703"/>
                  </a:lnTo>
                  <a:lnTo>
                    <a:pt x="1588350" y="73126"/>
                  </a:lnTo>
                  <a:lnTo>
                    <a:pt x="1703044" y="36703"/>
                  </a:lnTo>
                  <a:close/>
                </a:path>
              </a:pathLst>
            </a:custGeom>
            <a:solidFill>
              <a:srgbClr val="000000"/>
            </a:solidFill>
          </p:spPr>
          <p:txBody>
            <a:bodyPr wrap="square" lIns="0" tIns="0" rIns="0" bIns="0" rtlCol="0"/>
            <a:lstStyle/>
            <a:p/>
          </p:txBody>
        </p:sp>
        <p:sp>
          <p:nvSpPr>
            <p:cNvPr id="143" name="object 143" descr=""/>
            <p:cNvSpPr/>
            <p:nvPr/>
          </p:nvSpPr>
          <p:spPr>
            <a:xfrm>
              <a:off x="7533486" y="2112582"/>
              <a:ext cx="33655" cy="40640"/>
            </a:xfrm>
            <a:custGeom>
              <a:avLst/>
              <a:gdLst/>
              <a:ahLst/>
              <a:cxnLst/>
              <a:rect l="l" t="t" r="r" b="b"/>
              <a:pathLst>
                <a:path w="33654" h="40639">
                  <a:moveTo>
                    <a:pt x="0" y="19786"/>
                  </a:moveTo>
                  <a:lnTo>
                    <a:pt x="1366" y="27791"/>
                  </a:lnTo>
                  <a:lnTo>
                    <a:pt x="5027" y="34358"/>
                  </a:lnTo>
                  <a:lnTo>
                    <a:pt x="10328" y="38801"/>
                  </a:lnTo>
                  <a:lnTo>
                    <a:pt x="16613" y="40434"/>
                  </a:lnTo>
                  <a:lnTo>
                    <a:pt x="22814" y="38801"/>
                  </a:lnTo>
                  <a:lnTo>
                    <a:pt x="28071" y="34358"/>
                  </a:lnTo>
                  <a:lnTo>
                    <a:pt x="31717" y="27791"/>
                  </a:lnTo>
                  <a:lnTo>
                    <a:pt x="33081" y="19786"/>
                  </a:lnTo>
                  <a:lnTo>
                    <a:pt x="31717" y="11916"/>
                  </a:lnTo>
                  <a:lnTo>
                    <a:pt x="28071" y="5645"/>
                  </a:lnTo>
                  <a:lnTo>
                    <a:pt x="22814"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144" name="object 144" descr=""/>
            <p:cNvSpPr/>
            <p:nvPr/>
          </p:nvSpPr>
          <p:spPr>
            <a:xfrm>
              <a:off x="7533486" y="2209223"/>
              <a:ext cx="33655" cy="40640"/>
            </a:xfrm>
            <a:custGeom>
              <a:avLst/>
              <a:gdLst/>
              <a:ahLst/>
              <a:cxnLst/>
              <a:rect l="l" t="t" r="r" b="b"/>
              <a:pathLst>
                <a:path w="33654" h="40639">
                  <a:moveTo>
                    <a:pt x="16613" y="0"/>
                  </a:moveTo>
                  <a:lnTo>
                    <a:pt x="10328" y="1498"/>
                  </a:lnTo>
                  <a:lnTo>
                    <a:pt x="5027" y="5645"/>
                  </a:lnTo>
                  <a:lnTo>
                    <a:pt x="1366" y="11916"/>
                  </a:lnTo>
                  <a:lnTo>
                    <a:pt x="0" y="19786"/>
                  </a:lnTo>
                  <a:lnTo>
                    <a:pt x="1366" y="27587"/>
                  </a:lnTo>
                  <a:lnTo>
                    <a:pt x="5027" y="34125"/>
                  </a:lnTo>
                  <a:lnTo>
                    <a:pt x="10328" y="38619"/>
                  </a:lnTo>
                  <a:lnTo>
                    <a:pt x="16613" y="40290"/>
                  </a:lnTo>
                  <a:lnTo>
                    <a:pt x="22814" y="38619"/>
                  </a:lnTo>
                  <a:lnTo>
                    <a:pt x="28071" y="34125"/>
                  </a:lnTo>
                  <a:lnTo>
                    <a:pt x="31717" y="27587"/>
                  </a:lnTo>
                  <a:lnTo>
                    <a:pt x="33081" y="19786"/>
                  </a:lnTo>
                  <a:lnTo>
                    <a:pt x="31717" y="11916"/>
                  </a:lnTo>
                  <a:lnTo>
                    <a:pt x="28071" y="5645"/>
                  </a:lnTo>
                  <a:lnTo>
                    <a:pt x="22814" y="1498"/>
                  </a:lnTo>
                  <a:lnTo>
                    <a:pt x="16613" y="0"/>
                  </a:lnTo>
                  <a:close/>
                </a:path>
              </a:pathLst>
            </a:custGeom>
            <a:solidFill>
              <a:srgbClr val="000000"/>
            </a:solidFill>
          </p:spPr>
          <p:txBody>
            <a:bodyPr wrap="square" lIns="0" tIns="0" rIns="0" bIns="0" rtlCol="0"/>
            <a:lstStyle/>
            <a:p/>
          </p:txBody>
        </p:sp>
        <p:sp>
          <p:nvSpPr>
            <p:cNvPr id="145" name="object 145" descr=""/>
            <p:cNvSpPr/>
            <p:nvPr/>
          </p:nvSpPr>
          <p:spPr>
            <a:xfrm>
              <a:off x="7533486" y="2209223"/>
              <a:ext cx="33655" cy="40640"/>
            </a:xfrm>
            <a:custGeom>
              <a:avLst/>
              <a:gdLst/>
              <a:ahLst/>
              <a:cxnLst/>
              <a:rect l="l" t="t" r="r" b="b"/>
              <a:pathLst>
                <a:path w="33654" h="40639">
                  <a:moveTo>
                    <a:pt x="0" y="19786"/>
                  </a:moveTo>
                  <a:lnTo>
                    <a:pt x="1366" y="27587"/>
                  </a:lnTo>
                  <a:lnTo>
                    <a:pt x="5027" y="34125"/>
                  </a:lnTo>
                  <a:lnTo>
                    <a:pt x="10328" y="38619"/>
                  </a:lnTo>
                  <a:lnTo>
                    <a:pt x="16613" y="40290"/>
                  </a:lnTo>
                  <a:lnTo>
                    <a:pt x="22814" y="38619"/>
                  </a:lnTo>
                  <a:lnTo>
                    <a:pt x="28071" y="34125"/>
                  </a:lnTo>
                  <a:lnTo>
                    <a:pt x="31717" y="27587"/>
                  </a:lnTo>
                  <a:lnTo>
                    <a:pt x="33081" y="19786"/>
                  </a:lnTo>
                  <a:lnTo>
                    <a:pt x="31717" y="11916"/>
                  </a:lnTo>
                  <a:lnTo>
                    <a:pt x="28071" y="5645"/>
                  </a:lnTo>
                  <a:lnTo>
                    <a:pt x="22814"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146" name="object 146" descr=""/>
            <p:cNvSpPr/>
            <p:nvPr/>
          </p:nvSpPr>
          <p:spPr>
            <a:xfrm>
              <a:off x="7533486" y="3041223"/>
              <a:ext cx="33655" cy="41275"/>
            </a:xfrm>
            <a:custGeom>
              <a:avLst/>
              <a:gdLst/>
              <a:ahLst/>
              <a:cxnLst/>
              <a:rect l="l" t="t" r="r" b="b"/>
              <a:pathLst>
                <a:path w="33654" h="41275">
                  <a:moveTo>
                    <a:pt x="16613" y="0"/>
                  </a:moveTo>
                  <a:lnTo>
                    <a:pt x="10328" y="1553"/>
                  </a:lnTo>
                  <a:lnTo>
                    <a:pt x="5027" y="5794"/>
                  </a:lnTo>
                  <a:lnTo>
                    <a:pt x="1366" y="12091"/>
                  </a:lnTo>
                  <a:lnTo>
                    <a:pt x="0" y="19815"/>
                  </a:lnTo>
                  <a:lnTo>
                    <a:pt x="1366" y="27856"/>
                  </a:lnTo>
                  <a:lnTo>
                    <a:pt x="5027" y="34501"/>
                  </a:lnTo>
                  <a:lnTo>
                    <a:pt x="10328" y="39023"/>
                  </a:lnTo>
                  <a:lnTo>
                    <a:pt x="16613" y="40692"/>
                  </a:lnTo>
                  <a:lnTo>
                    <a:pt x="22814" y="39023"/>
                  </a:lnTo>
                  <a:lnTo>
                    <a:pt x="28071" y="34501"/>
                  </a:lnTo>
                  <a:lnTo>
                    <a:pt x="31717" y="27856"/>
                  </a:lnTo>
                  <a:lnTo>
                    <a:pt x="33081" y="19815"/>
                  </a:lnTo>
                  <a:lnTo>
                    <a:pt x="31717" y="12091"/>
                  </a:lnTo>
                  <a:lnTo>
                    <a:pt x="28071" y="5794"/>
                  </a:lnTo>
                  <a:lnTo>
                    <a:pt x="22814" y="1553"/>
                  </a:lnTo>
                  <a:lnTo>
                    <a:pt x="16613" y="0"/>
                  </a:lnTo>
                  <a:close/>
                </a:path>
              </a:pathLst>
            </a:custGeom>
            <a:solidFill>
              <a:srgbClr val="000000"/>
            </a:solidFill>
          </p:spPr>
          <p:txBody>
            <a:bodyPr wrap="square" lIns="0" tIns="0" rIns="0" bIns="0" rtlCol="0"/>
            <a:lstStyle/>
            <a:p/>
          </p:txBody>
        </p:sp>
        <p:sp>
          <p:nvSpPr>
            <p:cNvPr id="147" name="object 147" descr=""/>
            <p:cNvSpPr/>
            <p:nvPr/>
          </p:nvSpPr>
          <p:spPr>
            <a:xfrm>
              <a:off x="7533486" y="3041223"/>
              <a:ext cx="33655" cy="41275"/>
            </a:xfrm>
            <a:custGeom>
              <a:avLst/>
              <a:gdLst/>
              <a:ahLst/>
              <a:cxnLst/>
              <a:rect l="l" t="t" r="r" b="b"/>
              <a:pathLst>
                <a:path w="33654" h="41275">
                  <a:moveTo>
                    <a:pt x="0" y="19815"/>
                  </a:moveTo>
                  <a:lnTo>
                    <a:pt x="1366" y="27856"/>
                  </a:lnTo>
                  <a:lnTo>
                    <a:pt x="5027" y="34501"/>
                  </a:lnTo>
                  <a:lnTo>
                    <a:pt x="10328" y="39023"/>
                  </a:lnTo>
                  <a:lnTo>
                    <a:pt x="16613" y="40692"/>
                  </a:lnTo>
                  <a:lnTo>
                    <a:pt x="22814" y="39023"/>
                  </a:lnTo>
                  <a:lnTo>
                    <a:pt x="28071" y="34501"/>
                  </a:lnTo>
                  <a:lnTo>
                    <a:pt x="31717" y="27856"/>
                  </a:lnTo>
                  <a:lnTo>
                    <a:pt x="33081" y="19815"/>
                  </a:lnTo>
                  <a:lnTo>
                    <a:pt x="31717" y="12091"/>
                  </a:lnTo>
                  <a:lnTo>
                    <a:pt x="28071" y="5794"/>
                  </a:lnTo>
                  <a:lnTo>
                    <a:pt x="22814" y="1553"/>
                  </a:lnTo>
                  <a:lnTo>
                    <a:pt x="16613" y="0"/>
                  </a:lnTo>
                  <a:lnTo>
                    <a:pt x="10328" y="1553"/>
                  </a:lnTo>
                  <a:lnTo>
                    <a:pt x="5027" y="5794"/>
                  </a:lnTo>
                  <a:lnTo>
                    <a:pt x="1366" y="12091"/>
                  </a:lnTo>
                  <a:lnTo>
                    <a:pt x="0" y="19815"/>
                  </a:lnTo>
                  <a:close/>
                </a:path>
              </a:pathLst>
            </a:custGeom>
            <a:ln w="10401">
              <a:solidFill>
                <a:srgbClr val="000000"/>
              </a:solidFill>
            </a:ln>
          </p:spPr>
          <p:txBody>
            <a:bodyPr wrap="square" lIns="0" tIns="0" rIns="0" bIns="0" rtlCol="0"/>
            <a:lstStyle/>
            <a:p/>
          </p:txBody>
        </p:sp>
        <p:sp>
          <p:nvSpPr>
            <p:cNvPr id="148" name="object 148" descr=""/>
            <p:cNvSpPr/>
            <p:nvPr/>
          </p:nvSpPr>
          <p:spPr>
            <a:xfrm>
              <a:off x="6242539" y="2203201"/>
              <a:ext cx="32384" cy="40640"/>
            </a:xfrm>
            <a:custGeom>
              <a:avLst/>
              <a:gdLst/>
              <a:ahLst/>
              <a:cxnLst/>
              <a:rect l="l" t="t" r="r" b="b"/>
              <a:pathLst>
                <a:path w="32385" h="40639">
                  <a:moveTo>
                    <a:pt x="15520" y="0"/>
                  </a:moveTo>
                  <a:lnTo>
                    <a:pt x="6864" y="0"/>
                  </a:lnTo>
                  <a:lnTo>
                    <a:pt x="0" y="8459"/>
                  </a:lnTo>
                  <a:lnTo>
                    <a:pt x="0" y="19786"/>
                  </a:lnTo>
                  <a:lnTo>
                    <a:pt x="1207" y="27648"/>
                  </a:lnTo>
                  <a:lnTo>
                    <a:pt x="4514" y="34179"/>
                  </a:lnTo>
                  <a:lnTo>
                    <a:pt x="9443" y="38639"/>
                  </a:lnTo>
                  <a:lnTo>
                    <a:pt x="15520" y="40290"/>
                  </a:lnTo>
                  <a:lnTo>
                    <a:pt x="21928" y="38639"/>
                  </a:lnTo>
                  <a:lnTo>
                    <a:pt x="27215" y="34179"/>
                  </a:lnTo>
                  <a:lnTo>
                    <a:pt x="30808" y="27648"/>
                  </a:lnTo>
                  <a:lnTo>
                    <a:pt x="32134" y="19786"/>
                  </a:lnTo>
                  <a:lnTo>
                    <a:pt x="30808" y="11916"/>
                  </a:lnTo>
                  <a:lnTo>
                    <a:pt x="27215" y="5645"/>
                  </a:lnTo>
                  <a:lnTo>
                    <a:pt x="21928" y="1498"/>
                  </a:lnTo>
                  <a:lnTo>
                    <a:pt x="15520" y="0"/>
                  </a:lnTo>
                  <a:close/>
                </a:path>
              </a:pathLst>
            </a:custGeom>
            <a:solidFill>
              <a:srgbClr val="000000"/>
            </a:solidFill>
          </p:spPr>
          <p:txBody>
            <a:bodyPr wrap="square" lIns="0" tIns="0" rIns="0" bIns="0" rtlCol="0"/>
            <a:lstStyle/>
            <a:p/>
          </p:txBody>
        </p:sp>
        <p:sp>
          <p:nvSpPr>
            <p:cNvPr id="149" name="object 149" descr=""/>
            <p:cNvSpPr/>
            <p:nvPr/>
          </p:nvSpPr>
          <p:spPr>
            <a:xfrm>
              <a:off x="6242539" y="2203201"/>
              <a:ext cx="32384" cy="40640"/>
            </a:xfrm>
            <a:custGeom>
              <a:avLst/>
              <a:gdLst/>
              <a:ahLst/>
              <a:cxnLst/>
              <a:rect l="l" t="t" r="r" b="b"/>
              <a:pathLst>
                <a:path w="32385" h="40639">
                  <a:moveTo>
                    <a:pt x="0" y="19786"/>
                  </a:moveTo>
                  <a:lnTo>
                    <a:pt x="1207" y="27648"/>
                  </a:lnTo>
                  <a:lnTo>
                    <a:pt x="4514" y="34179"/>
                  </a:lnTo>
                  <a:lnTo>
                    <a:pt x="9443" y="38639"/>
                  </a:lnTo>
                  <a:lnTo>
                    <a:pt x="15520" y="40290"/>
                  </a:lnTo>
                  <a:lnTo>
                    <a:pt x="21928" y="38639"/>
                  </a:lnTo>
                  <a:lnTo>
                    <a:pt x="27215" y="34179"/>
                  </a:lnTo>
                  <a:lnTo>
                    <a:pt x="30808" y="27648"/>
                  </a:lnTo>
                  <a:lnTo>
                    <a:pt x="32134" y="19786"/>
                  </a:lnTo>
                  <a:lnTo>
                    <a:pt x="30808" y="11916"/>
                  </a:lnTo>
                  <a:lnTo>
                    <a:pt x="27215" y="5645"/>
                  </a:lnTo>
                  <a:lnTo>
                    <a:pt x="21928" y="1498"/>
                  </a:lnTo>
                  <a:lnTo>
                    <a:pt x="15520" y="0"/>
                  </a:lnTo>
                  <a:lnTo>
                    <a:pt x="6864" y="0"/>
                  </a:lnTo>
                  <a:lnTo>
                    <a:pt x="0" y="8459"/>
                  </a:lnTo>
                  <a:lnTo>
                    <a:pt x="0" y="19786"/>
                  </a:lnTo>
                  <a:close/>
                </a:path>
              </a:pathLst>
            </a:custGeom>
            <a:ln w="10402">
              <a:solidFill>
                <a:srgbClr val="000000"/>
              </a:solidFill>
            </a:ln>
          </p:spPr>
          <p:txBody>
            <a:bodyPr wrap="square" lIns="0" tIns="0" rIns="0" bIns="0" rtlCol="0"/>
            <a:lstStyle/>
            <a:p/>
          </p:txBody>
        </p:sp>
      </p:grpSp>
      <p:sp>
        <p:nvSpPr>
          <p:cNvPr id="150" name="object 150" descr=""/>
          <p:cNvSpPr txBox="1"/>
          <p:nvPr/>
        </p:nvSpPr>
        <p:spPr>
          <a:xfrm>
            <a:off x="7283562" y="2130549"/>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51" name="object 151" descr=""/>
          <p:cNvGrpSpPr/>
          <p:nvPr/>
        </p:nvGrpSpPr>
        <p:grpSpPr>
          <a:xfrm>
            <a:off x="6628813" y="1387059"/>
            <a:ext cx="189865" cy="73660"/>
            <a:chOff x="6628813" y="1387059"/>
            <a:chExt cx="189865" cy="73660"/>
          </a:xfrm>
        </p:grpSpPr>
        <p:sp>
          <p:nvSpPr>
            <p:cNvPr id="152" name="object 152" descr=""/>
            <p:cNvSpPr/>
            <p:nvPr/>
          </p:nvSpPr>
          <p:spPr>
            <a:xfrm>
              <a:off x="6634211" y="1423479"/>
              <a:ext cx="107950" cy="0"/>
            </a:xfrm>
            <a:custGeom>
              <a:avLst/>
              <a:gdLst/>
              <a:ahLst/>
              <a:cxnLst/>
              <a:rect l="l" t="t" r="r" b="b"/>
              <a:pathLst>
                <a:path w="107950" h="0">
                  <a:moveTo>
                    <a:pt x="0" y="0"/>
                  </a:moveTo>
                  <a:lnTo>
                    <a:pt x="107580" y="0"/>
                  </a:lnTo>
                </a:path>
              </a:pathLst>
            </a:custGeom>
            <a:ln w="10299">
              <a:solidFill>
                <a:srgbClr val="000000"/>
              </a:solidFill>
            </a:ln>
          </p:spPr>
          <p:txBody>
            <a:bodyPr wrap="square" lIns="0" tIns="0" rIns="0" bIns="0" rtlCol="0"/>
            <a:lstStyle/>
            <a:p/>
          </p:txBody>
        </p:sp>
        <p:sp>
          <p:nvSpPr>
            <p:cNvPr id="153" name="object 153" descr=""/>
            <p:cNvSpPr/>
            <p:nvPr/>
          </p:nvSpPr>
          <p:spPr>
            <a:xfrm>
              <a:off x="6703522" y="1387059"/>
              <a:ext cx="115570" cy="73660"/>
            </a:xfrm>
            <a:custGeom>
              <a:avLst/>
              <a:gdLst/>
              <a:ahLst/>
              <a:cxnLst/>
              <a:rect l="l" t="t" r="r" b="b"/>
              <a:pathLst>
                <a:path w="115570" h="73659">
                  <a:moveTo>
                    <a:pt x="0" y="0"/>
                  </a:moveTo>
                  <a:lnTo>
                    <a:pt x="36462" y="37136"/>
                  </a:lnTo>
                  <a:lnTo>
                    <a:pt x="0" y="73269"/>
                  </a:lnTo>
                  <a:lnTo>
                    <a:pt x="115158" y="37136"/>
                  </a:lnTo>
                  <a:lnTo>
                    <a:pt x="0" y="0"/>
                  </a:lnTo>
                  <a:close/>
                </a:path>
              </a:pathLst>
            </a:custGeom>
            <a:solidFill>
              <a:srgbClr val="000000"/>
            </a:solidFill>
          </p:spPr>
          <p:txBody>
            <a:bodyPr wrap="square" lIns="0" tIns="0" rIns="0" bIns="0" rtlCol="0"/>
            <a:lstStyle/>
            <a:p/>
          </p:txBody>
        </p:sp>
      </p:grpSp>
      <p:sp>
        <p:nvSpPr>
          <p:cNvPr id="154" name="object 154" descr=""/>
          <p:cNvSpPr txBox="1"/>
          <p:nvPr/>
        </p:nvSpPr>
        <p:spPr>
          <a:xfrm>
            <a:off x="8715651" y="2039931"/>
            <a:ext cx="12065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A</a:t>
            </a:r>
            <a:endParaRPr sz="1000">
              <a:latin typeface="Times New Roman"/>
              <a:cs typeface="Times New Roman"/>
            </a:endParaRPr>
          </a:p>
        </p:txBody>
      </p:sp>
      <p:sp>
        <p:nvSpPr>
          <p:cNvPr id="155" name="object 155" descr=""/>
          <p:cNvSpPr txBox="1"/>
          <p:nvPr/>
        </p:nvSpPr>
        <p:spPr>
          <a:xfrm>
            <a:off x="8711279" y="2436531"/>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sp>
        <p:nvSpPr>
          <p:cNvPr id="156" name="object 156" descr=""/>
          <p:cNvSpPr txBox="1"/>
          <p:nvPr/>
        </p:nvSpPr>
        <p:spPr>
          <a:xfrm>
            <a:off x="8698663" y="2913199"/>
            <a:ext cx="171450" cy="27114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Imm</a:t>
            </a:r>
            <a:endParaRPr sz="1000">
              <a:latin typeface="Times New Roman"/>
              <a:cs typeface="Times New Roman"/>
            </a:endParaRPr>
          </a:p>
        </p:txBody>
      </p:sp>
      <p:sp>
        <p:nvSpPr>
          <p:cNvPr id="157" name="object 157" descr=""/>
          <p:cNvSpPr txBox="1"/>
          <p:nvPr/>
        </p:nvSpPr>
        <p:spPr>
          <a:xfrm>
            <a:off x="7644951" y="1667849"/>
            <a:ext cx="33909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IR[rs]</a:t>
            </a:r>
            <a:endParaRPr sz="1000">
              <a:latin typeface="Times New Roman"/>
              <a:cs typeface="Times New Roman"/>
            </a:endParaRPr>
          </a:p>
        </p:txBody>
      </p:sp>
      <p:sp>
        <p:nvSpPr>
          <p:cNvPr id="158" name="object 158" descr=""/>
          <p:cNvSpPr txBox="1"/>
          <p:nvPr/>
        </p:nvSpPr>
        <p:spPr>
          <a:xfrm>
            <a:off x="7644951" y="1934974"/>
            <a:ext cx="3251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IR[rt]</a:t>
            </a:r>
            <a:endParaRPr sz="1000">
              <a:latin typeface="Times New Roman"/>
              <a:cs typeface="Times New Roman"/>
            </a:endParaRPr>
          </a:p>
        </p:txBody>
      </p:sp>
      <p:sp>
        <p:nvSpPr>
          <p:cNvPr id="159" name="object 159" descr=""/>
          <p:cNvSpPr txBox="1"/>
          <p:nvPr/>
        </p:nvSpPr>
        <p:spPr>
          <a:xfrm>
            <a:off x="7614201" y="2216881"/>
            <a:ext cx="522605" cy="155575"/>
          </a:xfrm>
          <a:prstGeom prst="rect">
            <a:avLst/>
          </a:prstGeom>
        </p:spPr>
        <p:txBody>
          <a:bodyPr wrap="square" lIns="0" tIns="12700" rIns="0" bIns="0" rtlCol="0" vert="horz">
            <a:spAutoFit/>
          </a:bodyPr>
          <a:lstStyle/>
          <a:p>
            <a:pPr marL="12700">
              <a:lnSpc>
                <a:spcPct val="100000"/>
              </a:lnSpc>
              <a:spcBef>
                <a:spcPts val="100"/>
              </a:spcBef>
            </a:pPr>
            <a:r>
              <a:rPr dirty="0" sz="850" spc="-10">
                <a:latin typeface="宋体"/>
                <a:cs typeface="宋体"/>
              </a:rPr>
              <a:t>MEM/WB.IR</a:t>
            </a:r>
            <a:endParaRPr sz="850">
              <a:latin typeface="宋体"/>
              <a:cs typeface="宋体"/>
            </a:endParaRPr>
          </a:p>
        </p:txBody>
      </p:sp>
      <p:grpSp>
        <p:nvGrpSpPr>
          <p:cNvPr id="160" name="object 160" descr=""/>
          <p:cNvGrpSpPr/>
          <p:nvPr/>
        </p:nvGrpSpPr>
        <p:grpSpPr>
          <a:xfrm>
            <a:off x="7271729" y="1262739"/>
            <a:ext cx="191135" cy="319405"/>
            <a:chOff x="7271729" y="1262739"/>
            <a:chExt cx="191135" cy="319405"/>
          </a:xfrm>
        </p:grpSpPr>
        <p:sp>
          <p:nvSpPr>
            <p:cNvPr id="161" name="object 161" descr=""/>
            <p:cNvSpPr/>
            <p:nvPr/>
          </p:nvSpPr>
          <p:spPr>
            <a:xfrm>
              <a:off x="7277127" y="1268136"/>
              <a:ext cx="180340" cy="308610"/>
            </a:xfrm>
            <a:custGeom>
              <a:avLst/>
              <a:gdLst/>
              <a:ahLst/>
              <a:cxnLst/>
              <a:rect l="l" t="t" r="r" b="b"/>
              <a:pathLst>
                <a:path w="180340" h="308609">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162" name="object 162" descr=""/>
            <p:cNvSpPr/>
            <p:nvPr/>
          </p:nvSpPr>
          <p:spPr>
            <a:xfrm>
              <a:off x="7277127" y="1268136"/>
              <a:ext cx="180340" cy="308610"/>
            </a:xfrm>
            <a:custGeom>
              <a:avLst/>
              <a:gdLst/>
              <a:ahLst/>
              <a:cxnLst/>
              <a:rect l="l" t="t" r="r" b="b"/>
              <a:pathLst>
                <a:path w="180340" h="308609">
                  <a:moveTo>
                    <a:pt x="0" y="308476"/>
                  </a:moveTo>
                  <a:lnTo>
                    <a:pt x="180126" y="308476"/>
                  </a:lnTo>
                  <a:lnTo>
                    <a:pt x="180126" y="0"/>
                  </a:lnTo>
                  <a:lnTo>
                    <a:pt x="0" y="0"/>
                  </a:lnTo>
                  <a:lnTo>
                    <a:pt x="0" y="308476"/>
                  </a:lnTo>
                  <a:close/>
                </a:path>
              </a:pathLst>
            </a:custGeom>
            <a:ln w="10425">
              <a:solidFill>
                <a:srgbClr val="000000"/>
              </a:solidFill>
            </a:ln>
          </p:spPr>
          <p:txBody>
            <a:bodyPr wrap="square" lIns="0" tIns="0" rIns="0" bIns="0" rtlCol="0"/>
            <a:lstStyle/>
            <a:p/>
          </p:txBody>
        </p:sp>
      </p:grpSp>
      <p:sp>
        <p:nvSpPr>
          <p:cNvPr id="163" name="object 163" descr=""/>
          <p:cNvSpPr txBox="1"/>
          <p:nvPr/>
        </p:nvSpPr>
        <p:spPr>
          <a:xfrm>
            <a:off x="7289425" y="1284888"/>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4" name="object 164" descr=""/>
          <p:cNvGrpSpPr/>
          <p:nvPr/>
        </p:nvGrpSpPr>
        <p:grpSpPr>
          <a:xfrm>
            <a:off x="8679963" y="1262739"/>
            <a:ext cx="191135" cy="319405"/>
            <a:chOff x="8679963" y="1262739"/>
            <a:chExt cx="191135" cy="319405"/>
          </a:xfrm>
        </p:grpSpPr>
        <p:sp>
          <p:nvSpPr>
            <p:cNvPr id="165" name="object 165" descr=""/>
            <p:cNvSpPr/>
            <p:nvPr/>
          </p:nvSpPr>
          <p:spPr>
            <a:xfrm>
              <a:off x="8685360" y="1268136"/>
              <a:ext cx="180340" cy="308610"/>
            </a:xfrm>
            <a:custGeom>
              <a:avLst/>
              <a:gdLst/>
              <a:ahLst/>
              <a:cxnLst/>
              <a:rect l="l" t="t" r="r" b="b"/>
              <a:pathLst>
                <a:path w="180340" h="308609">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166" name="object 166" descr=""/>
            <p:cNvSpPr/>
            <p:nvPr/>
          </p:nvSpPr>
          <p:spPr>
            <a:xfrm>
              <a:off x="8685360" y="1268136"/>
              <a:ext cx="180340" cy="308610"/>
            </a:xfrm>
            <a:custGeom>
              <a:avLst/>
              <a:gdLst/>
              <a:ahLst/>
              <a:cxnLst/>
              <a:rect l="l" t="t" r="r" b="b"/>
              <a:pathLst>
                <a:path w="180340" h="308609">
                  <a:moveTo>
                    <a:pt x="0" y="308476"/>
                  </a:moveTo>
                  <a:lnTo>
                    <a:pt x="180126" y="308476"/>
                  </a:lnTo>
                  <a:lnTo>
                    <a:pt x="180126" y="0"/>
                  </a:lnTo>
                  <a:lnTo>
                    <a:pt x="0" y="0"/>
                  </a:lnTo>
                  <a:lnTo>
                    <a:pt x="0" y="308476"/>
                  </a:lnTo>
                  <a:close/>
                </a:path>
              </a:pathLst>
            </a:custGeom>
            <a:ln w="10425">
              <a:solidFill>
                <a:srgbClr val="000000"/>
              </a:solidFill>
            </a:ln>
          </p:spPr>
          <p:txBody>
            <a:bodyPr wrap="square" lIns="0" tIns="0" rIns="0" bIns="0" rtlCol="0"/>
            <a:lstStyle/>
            <a:p/>
          </p:txBody>
        </p:sp>
      </p:grpSp>
      <p:sp>
        <p:nvSpPr>
          <p:cNvPr id="167" name="object 167" descr=""/>
          <p:cNvSpPr txBox="1"/>
          <p:nvPr/>
        </p:nvSpPr>
        <p:spPr>
          <a:xfrm>
            <a:off x="8697497" y="1284888"/>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8" name="object 168" descr=""/>
          <p:cNvGrpSpPr/>
          <p:nvPr/>
        </p:nvGrpSpPr>
        <p:grpSpPr>
          <a:xfrm>
            <a:off x="8679963" y="3243474"/>
            <a:ext cx="191135" cy="274955"/>
            <a:chOff x="8679963" y="3243474"/>
            <a:chExt cx="191135" cy="274955"/>
          </a:xfrm>
        </p:grpSpPr>
        <p:sp>
          <p:nvSpPr>
            <p:cNvPr id="169" name="object 169" descr=""/>
            <p:cNvSpPr/>
            <p:nvPr/>
          </p:nvSpPr>
          <p:spPr>
            <a:xfrm>
              <a:off x="8685360" y="3248872"/>
              <a:ext cx="180340" cy="264160"/>
            </a:xfrm>
            <a:custGeom>
              <a:avLst/>
              <a:gdLst/>
              <a:ahLst/>
              <a:cxnLst/>
              <a:rect l="l" t="t" r="r" b="b"/>
              <a:pathLst>
                <a:path w="180340" h="264160">
                  <a:moveTo>
                    <a:pt x="180126" y="0"/>
                  </a:moveTo>
                  <a:lnTo>
                    <a:pt x="0" y="0"/>
                  </a:lnTo>
                  <a:lnTo>
                    <a:pt x="0" y="263554"/>
                  </a:lnTo>
                  <a:lnTo>
                    <a:pt x="180126" y="263554"/>
                  </a:lnTo>
                  <a:lnTo>
                    <a:pt x="180126" y="0"/>
                  </a:lnTo>
                  <a:close/>
                </a:path>
              </a:pathLst>
            </a:custGeom>
            <a:solidFill>
              <a:srgbClr val="FFFFFF"/>
            </a:solidFill>
          </p:spPr>
          <p:txBody>
            <a:bodyPr wrap="square" lIns="0" tIns="0" rIns="0" bIns="0" rtlCol="0"/>
            <a:lstStyle/>
            <a:p/>
          </p:txBody>
        </p:sp>
        <p:sp>
          <p:nvSpPr>
            <p:cNvPr id="170" name="object 170" descr=""/>
            <p:cNvSpPr/>
            <p:nvPr/>
          </p:nvSpPr>
          <p:spPr>
            <a:xfrm>
              <a:off x="8685360" y="3248872"/>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grpSp>
      <p:sp>
        <p:nvSpPr>
          <p:cNvPr id="171" name="object 171" descr=""/>
          <p:cNvSpPr txBox="1"/>
          <p:nvPr/>
        </p:nvSpPr>
        <p:spPr>
          <a:xfrm>
            <a:off x="8697143" y="3287672"/>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72" name="object 172" descr=""/>
          <p:cNvGrpSpPr/>
          <p:nvPr/>
        </p:nvGrpSpPr>
        <p:grpSpPr>
          <a:xfrm>
            <a:off x="7486118" y="1387059"/>
            <a:ext cx="1572260" cy="2032635"/>
            <a:chOff x="7486118" y="1387059"/>
            <a:chExt cx="1572260" cy="2032635"/>
          </a:xfrm>
        </p:grpSpPr>
        <p:sp>
          <p:nvSpPr>
            <p:cNvPr id="173" name="object 173" descr=""/>
            <p:cNvSpPr/>
            <p:nvPr/>
          </p:nvSpPr>
          <p:spPr>
            <a:xfrm>
              <a:off x="7491515" y="1423479"/>
              <a:ext cx="1087755" cy="0"/>
            </a:xfrm>
            <a:custGeom>
              <a:avLst/>
              <a:gdLst/>
              <a:ahLst/>
              <a:cxnLst/>
              <a:rect l="l" t="t" r="r" b="b"/>
              <a:pathLst>
                <a:path w="1087754" h="0">
                  <a:moveTo>
                    <a:pt x="0" y="0"/>
                  </a:moveTo>
                  <a:lnTo>
                    <a:pt x="1087314" y="0"/>
                  </a:lnTo>
                </a:path>
              </a:pathLst>
            </a:custGeom>
            <a:ln w="10299">
              <a:solidFill>
                <a:srgbClr val="000000"/>
              </a:solidFill>
            </a:ln>
          </p:spPr>
          <p:txBody>
            <a:bodyPr wrap="square" lIns="0" tIns="0" rIns="0" bIns="0" rtlCol="0"/>
            <a:lstStyle/>
            <a:p/>
          </p:txBody>
        </p:sp>
        <p:sp>
          <p:nvSpPr>
            <p:cNvPr id="174" name="object 174" descr=""/>
            <p:cNvSpPr/>
            <p:nvPr/>
          </p:nvSpPr>
          <p:spPr>
            <a:xfrm>
              <a:off x="8540210" y="1387059"/>
              <a:ext cx="115570" cy="73660"/>
            </a:xfrm>
            <a:custGeom>
              <a:avLst/>
              <a:gdLst/>
              <a:ahLst/>
              <a:cxnLst/>
              <a:rect l="l" t="t" r="r" b="b"/>
              <a:pathLst>
                <a:path w="115570" h="73659">
                  <a:moveTo>
                    <a:pt x="0" y="0"/>
                  </a:moveTo>
                  <a:lnTo>
                    <a:pt x="36870" y="37136"/>
                  </a:lnTo>
                  <a:lnTo>
                    <a:pt x="0" y="73269"/>
                  </a:lnTo>
                  <a:lnTo>
                    <a:pt x="115566" y="37136"/>
                  </a:lnTo>
                  <a:lnTo>
                    <a:pt x="0" y="0"/>
                  </a:lnTo>
                  <a:close/>
                </a:path>
              </a:pathLst>
            </a:custGeom>
            <a:solidFill>
              <a:srgbClr val="000000"/>
            </a:solidFill>
          </p:spPr>
          <p:txBody>
            <a:bodyPr wrap="square" lIns="0" tIns="0" rIns="0" bIns="0" rtlCol="0"/>
            <a:lstStyle/>
            <a:p/>
          </p:txBody>
        </p:sp>
        <p:sp>
          <p:nvSpPr>
            <p:cNvPr id="175" name="object 175" descr=""/>
            <p:cNvSpPr/>
            <p:nvPr/>
          </p:nvSpPr>
          <p:spPr>
            <a:xfrm>
              <a:off x="7552577" y="1423479"/>
              <a:ext cx="1500505" cy="1959610"/>
            </a:xfrm>
            <a:custGeom>
              <a:avLst/>
              <a:gdLst/>
              <a:ahLst/>
              <a:cxnLst/>
              <a:rect l="l" t="t" r="r" b="b"/>
              <a:pathLst>
                <a:path w="1500504" h="1959610">
                  <a:moveTo>
                    <a:pt x="1500175" y="534248"/>
                  </a:moveTo>
                  <a:lnTo>
                    <a:pt x="1500175" y="0"/>
                  </a:lnTo>
                </a:path>
                <a:path w="1500504" h="1959610">
                  <a:moveTo>
                    <a:pt x="1500175" y="0"/>
                  </a:moveTo>
                  <a:lnTo>
                    <a:pt x="1347156" y="0"/>
                  </a:lnTo>
                </a:path>
                <a:path w="1500504" h="1959610">
                  <a:moveTo>
                    <a:pt x="0" y="1959127"/>
                  </a:moveTo>
                  <a:lnTo>
                    <a:pt x="1026251" y="1959127"/>
                  </a:lnTo>
                </a:path>
              </a:pathLst>
            </a:custGeom>
            <a:ln w="10384">
              <a:solidFill>
                <a:srgbClr val="000000"/>
              </a:solidFill>
            </a:ln>
          </p:spPr>
          <p:txBody>
            <a:bodyPr wrap="square" lIns="0" tIns="0" rIns="0" bIns="0" rtlCol="0"/>
            <a:lstStyle/>
            <a:p/>
          </p:txBody>
        </p:sp>
        <p:sp>
          <p:nvSpPr>
            <p:cNvPr id="176" name="object 176" descr=""/>
            <p:cNvSpPr/>
            <p:nvPr/>
          </p:nvSpPr>
          <p:spPr>
            <a:xfrm>
              <a:off x="8540210"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grpSp>
      <p:sp>
        <p:nvSpPr>
          <p:cNvPr id="177" name="object 177" descr=""/>
          <p:cNvSpPr txBox="1"/>
          <p:nvPr/>
        </p:nvSpPr>
        <p:spPr>
          <a:xfrm>
            <a:off x="9981551" y="1373642"/>
            <a:ext cx="171450" cy="27813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cond</a:t>
            </a:r>
            <a:endParaRPr sz="1000">
              <a:latin typeface="Times New Roman"/>
              <a:cs typeface="Times New Roman"/>
            </a:endParaRPr>
          </a:p>
        </p:txBody>
      </p:sp>
      <p:sp>
        <p:nvSpPr>
          <p:cNvPr id="178" name="object 178" descr=""/>
          <p:cNvSpPr txBox="1"/>
          <p:nvPr/>
        </p:nvSpPr>
        <p:spPr>
          <a:xfrm>
            <a:off x="9975430" y="2129993"/>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sp>
        <p:nvSpPr>
          <p:cNvPr id="179" name="object 179" descr=""/>
          <p:cNvSpPr txBox="1"/>
          <p:nvPr/>
        </p:nvSpPr>
        <p:spPr>
          <a:xfrm>
            <a:off x="9940413" y="2758929"/>
            <a:ext cx="241935" cy="243204"/>
          </a:xfrm>
          <a:prstGeom prst="rect">
            <a:avLst/>
          </a:prstGeom>
          <a:solidFill>
            <a:srgbClr val="FFFFFF"/>
          </a:solidFill>
          <a:ln w="10384">
            <a:solidFill>
              <a:srgbClr val="000000"/>
            </a:solidFill>
          </a:ln>
        </p:spPr>
        <p:txBody>
          <a:bodyPr wrap="square" lIns="0" tIns="52705" rIns="0" bIns="0" rtlCol="0" vert="horz">
            <a:spAutoFit/>
          </a:bodyPr>
          <a:lstStyle/>
          <a:p>
            <a:pPr marL="74295">
              <a:lnSpc>
                <a:spcPct val="100000"/>
              </a:lnSpc>
              <a:spcBef>
                <a:spcPts val="415"/>
              </a:spcBef>
            </a:pPr>
            <a:r>
              <a:rPr dirty="0" sz="1000" spc="-50">
                <a:latin typeface="Times New Roman"/>
                <a:cs typeface="Times New Roman"/>
              </a:rPr>
              <a:t>B</a:t>
            </a:r>
            <a:endParaRPr sz="1000">
              <a:latin typeface="Times New Roman"/>
              <a:cs typeface="Times New Roman"/>
            </a:endParaRPr>
          </a:p>
        </p:txBody>
      </p:sp>
      <p:sp>
        <p:nvSpPr>
          <p:cNvPr id="180" name="object 180" descr=""/>
          <p:cNvSpPr/>
          <p:nvPr/>
        </p:nvSpPr>
        <p:spPr>
          <a:xfrm>
            <a:off x="9971162" y="3248872"/>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sp>
        <p:nvSpPr>
          <p:cNvPr id="181" name="object 181" descr=""/>
          <p:cNvSpPr txBox="1"/>
          <p:nvPr/>
        </p:nvSpPr>
        <p:spPr>
          <a:xfrm>
            <a:off x="9971162" y="3248872"/>
            <a:ext cx="180340" cy="264160"/>
          </a:xfrm>
          <a:prstGeom prst="rect">
            <a:avLst/>
          </a:prstGeom>
          <a:solidFill>
            <a:srgbClr val="FFFFFF"/>
          </a:solidFill>
        </p:spPr>
        <p:txBody>
          <a:bodyPr wrap="square" lIns="0" tIns="52069" rIns="0" bIns="0" rtlCol="0" vert="horz">
            <a:spAutoFit/>
          </a:bodyPr>
          <a:lstStyle/>
          <a:p>
            <a:pPr marL="30480">
              <a:lnSpc>
                <a:spcPct val="100000"/>
              </a:lnSpc>
              <a:spcBef>
                <a:spcPts val="409"/>
              </a:spcBef>
            </a:pPr>
            <a:r>
              <a:rPr dirty="0" sz="1000" spc="-25">
                <a:latin typeface="Times New Roman"/>
                <a:cs typeface="Times New Roman"/>
              </a:rPr>
              <a:t>IR</a:t>
            </a:r>
            <a:endParaRPr sz="1000">
              <a:latin typeface="Times New Roman"/>
              <a:cs typeface="Times New Roman"/>
            </a:endParaRPr>
          </a:p>
        </p:txBody>
      </p:sp>
      <p:grpSp>
        <p:nvGrpSpPr>
          <p:cNvPr id="182" name="object 182" descr=""/>
          <p:cNvGrpSpPr/>
          <p:nvPr/>
        </p:nvGrpSpPr>
        <p:grpSpPr>
          <a:xfrm>
            <a:off x="8894336" y="2753531"/>
            <a:ext cx="2487295" cy="666115"/>
            <a:chOff x="8894336" y="2753531"/>
            <a:chExt cx="2487295" cy="666115"/>
          </a:xfrm>
        </p:grpSpPr>
        <p:sp>
          <p:nvSpPr>
            <p:cNvPr id="183" name="object 183" descr=""/>
            <p:cNvSpPr/>
            <p:nvPr/>
          </p:nvSpPr>
          <p:spPr>
            <a:xfrm>
              <a:off x="8899733" y="3382606"/>
              <a:ext cx="965200" cy="0"/>
            </a:xfrm>
            <a:custGeom>
              <a:avLst/>
              <a:gdLst/>
              <a:ahLst/>
              <a:cxnLst/>
              <a:rect l="l" t="t" r="r" b="b"/>
              <a:pathLst>
                <a:path w="965200" h="0">
                  <a:moveTo>
                    <a:pt x="0" y="0"/>
                  </a:moveTo>
                  <a:lnTo>
                    <a:pt x="964898" y="0"/>
                  </a:lnTo>
                </a:path>
              </a:pathLst>
            </a:custGeom>
            <a:ln w="10299">
              <a:solidFill>
                <a:srgbClr val="000000"/>
              </a:solidFill>
            </a:ln>
          </p:spPr>
          <p:txBody>
            <a:bodyPr wrap="square" lIns="0" tIns="0" rIns="0" bIns="0" rtlCol="0"/>
            <a:lstStyle/>
            <a:p/>
          </p:txBody>
        </p:sp>
        <p:sp>
          <p:nvSpPr>
            <p:cNvPr id="184" name="object 184" descr=""/>
            <p:cNvSpPr/>
            <p:nvPr/>
          </p:nvSpPr>
          <p:spPr>
            <a:xfrm>
              <a:off x="9826012"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sp>
          <p:nvSpPr>
            <p:cNvPr id="185" name="object 185" descr=""/>
            <p:cNvSpPr/>
            <p:nvPr/>
          </p:nvSpPr>
          <p:spPr>
            <a:xfrm>
              <a:off x="8961087" y="2892290"/>
              <a:ext cx="903605" cy="2540"/>
            </a:xfrm>
            <a:custGeom>
              <a:avLst/>
              <a:gdLst/>
              <a:ahLst/>
              <a:cxnLst/>
              <a:rect l="l" t="t" r="r" b="b"/>
              <a:pathLst>
                <a:path w="903604" h="2539">
                  <a:moveTo>
                    <a:pt x="0" y="2480"/>
                  </a:moveTo>
                  <a:lnTo>
                    <a:pt x="903544" y="0"/>
                  </a:lnTo>
                </a:path>
              </a:pathLst>
            </a:custGeom>
            <a:ln w="10299">
              <a:solidFill>
                <a:srgbClr val="000000"/>
              </a:solidFill>
            </a:ln>
          </p:spPr>
          <p:txBody>
            <a:bodyPr wrap="square" lIns="0" tIns="0" rIns="0" bIns="0" rtlCol="0"/>
            <a:lstStyle/>
            <a:p/>
          </p:txBody>
        </p:sp>
        <p:sp>
          <p:nvSpPr>
            <p:cNvPr id="186" name="object 186" descr=""/>
            <p:cNvSpPr/>
            <p:nvPr/>
          </p:nvSpPr>
          <p:spPr>
            <a:xfrm>
              <a:off x="9826012" y="2856215"/>
              <a:ext cx="115570" cy="73660"/>
            </a:xfrm>
            <a:custGeom>
              <a:avLst/>
              <a:gdLst/>
              <a:ahLst/>
              <a:cxnLst/>
              <a:rect l="l" t="t" r="r" b="b"/>
              <a:pathLst>
                <a:path w="115570" h="73660">
                  <a:moveTo>
                    <a:pt x="0" y="0"/>
                  </a:moveTo>
                  <a:lnTo>
                    <a:pt x="36870" y="36075"/>
                  </a:lnTo>
                  <a:lnTo>
                    <a:pt x="0" y="73226"/>
                  </a:lnTo>
                  <a:lnTo>
                    <a:pt x="115566" y="36075"/>
                  </a:lnTo>
                  <a:lnTo>
                    <a:pt x="0" y="0"/>
                  </a:lnTo>
                  <a:close/>
                </a:path>
              </a:pathLst>
            </a:custGeom>
            <a:solidFill>
              <a:srgbClr val="000000"/>
            </a:solidFill>
          </p:spPr>
          <p:txBody>
            <a:bodyPr wrap="square" lIns="0" tIns="0" rIns="0" bIns="0" rtlCol="0"/>
            <a:lstStyle/>
            <a:p/>
          </p:txBody>
        </p:sp>
        <p:sp>
          <p:nvSpPr>
            <p:cNvPr id="187" name="object 187" descr=""/>
            <p:cNvSpPr/>
            <p:nvPr/>
          </p:nvSpPr>
          <p:spPr>
            <a:xfrm>
              <a:off x="10185536" y="2892290"/>
              <a:ext cx="122555" cy="0"/>
            </a:xfrm>
            <a:custGeom>
              <a:avLst/>
              <a:gdLst/>
              <a:ahLst/>
              <a:cxnLst/>
              <a:rect l="l" t="t" r="r" b="b"/>
              <a:pathLst>
                <a:path w="122554" h="0">
                  <a:moveTo>
                    <a:pt x="0" y="0"/>
                  </a:moveTo>
                  <a:lnTo>
                    <a:pt x="122415" y="0"/>
                  </a:lnTo>
                </a:path>
              </a:pathLst>
            </a:custGeom>
            <a:ln w="10299">
              <a:solidFill>
                <a:srgbClr val="000000"/>
              </a:solidFill>
            </a:ln>
          </p:spPr>
          <p:txBody>
            <a:bodyPr wrap="square" lIns="0" tIns="0" rIns="0" bIns="0" rtlCol="0"/>
            <a:lstStyle/>
            <a:p/>
          </p:txBody>
        </p:sp>
        <p:sp>
          <p:nvSpPr>
            <p:cNvPr id="188" name="object 188" descr=""/>
            <p:cNvSpPr/>
            <p:nvPr/>
          </p:nvSpPr>
          <p:spPr>
            <a:xfrm>
              <a:off x="11195611" y="2758929"/>
              <a:ext cx="180975" cy="441959"/>
            </a:xfrm>
            <a:custGeom>
              <a:avLst/>
              <a:gdLst/>
              <a:ahLst/>
              <a:cxnLst/>
              <a:rect l="l" t="t" r="r" b="b"/>
              <a:pathLst>
                <a:path w="180975" h="441960">
                  <a:moveTo>
                    <a:pt x="180490" y="0"/>
                  </a:moveTo>
                  <a:lnTo>
                    <a:pt x="0" y="0"/>
                  </a:lnTo>
                  <a:lnTo>
                    <a:pt x="0" y="441837"/>
                  </a:lnTo>
                  <a:lnTo>
                    <a:pt x="180490" y="441837"/>
                  </a:lnTo>
                  <a:lnTo>
                    <a:pt x="180490" y="0"/>
                  </a:lnTo>
                  <a:close/>
                </a:path>
              </a:pathLst>
            </a:custGeom>
            <a:solidFill>
              <a:srgbClr val="FFFFFF"/>
            </a:solidFill>
          </p:spPr>
          <p:txBody>
            <a:bodyPr wrap="square" lIns="0" tIns="0" rIns="0" bIns="0" rtlCol="0"/>
            <a:lstStyle/>
            <a:p/>
          </p:txBody>
        </p:sp>
        <p:sp>
          <p:nvSpPr>
            <p:cNvPr id="189" name="object 189" descr=""/>
            <p:cNvSpPr/>
            <p:nvPr/>
          </p:nvSpPr>
          <p:spPr>
            <a:xfrm>
              <a:off x="11195611" y="2758929"/>
              <a:ext cx="180975" cy="441959"/>
            </a:xfrm>
            <a:custGeom>
              <a:avLst/>
              <a:gdLst/>
              <a:ahLst/>
              <a:cxnLst/>
              <a:rect l="l" t="t" r="r" b="b"/>
              <a:pathLst>
                <a:path w="180975" h="441960">
                  <a:moveTo>
                    <a:pt x="0" y="441837"/>
                  </a:moveTo>
                  <a:lnTo>
                    <a:pt x="180490" y="441837"/>
                  </a:lnTo>
                  <a:lnTo>
                    <a:pt x="180490" y="0"/>
                  </a:lnTo>
                  <a:lnTo>
                    <a:pt x="0" y="0"/>
                  </a:lnTo>
                  <a:lnTo>
                    <a:pt x="0" y="441837"/>
                  </a:lnTo>
                  <a:close/>
                </a:path>
              </a:pathLst>
            </a:custGeom>
            <a:ln w="10444">
              <a:solidFill>
                <a:srgbClr val="000000"/>
              </a:solidFill>
            </a:ln>
          </p:spPr>
          <p:txBody>
            <a:bodyPr wrap="square" lIns="0" tIns="0" rIns="0" bIns="0" rtlCol="0"/>
            <a:lstStyle/>
            <a:p/>
          </p:txBody>
        </p:sp>
      </p:grpSp>
      <p:sp>
        <p:nvSpPr>
          <p:cNvPr id="190" name="object 190" descr=""/>
          <p:cNvSpPr txBox="1"/>
          <p:nvPr/>
        </p:nvSpPr>
        <p:spPr>
          <a:xfrm>
            <a:off x="11192301" y="2280690"/>
            <a:ext cx="171450" cy="31369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LMD</a:t>
            </a:r>
            <a:endParaRPr sz="1000">
              <a:latin typeface="Times New Roman"/>
              <a:cs typeface="Times New Roman"/>
            </a:endParaRPr>
          </a:p>
        </p:txBody>
      </p:sp>
      <p:sp>
        <p:nvSpPr>
          <p:cNvPr id="191" name="object 191" descr=""/>
          <p:cNvSpPr txBox="1"/>
          <p:nvPr/>
        </p:nvSpPr>
        <p:spPr>
          <a:xfrm>
            <a:off x="11202794" y="2797876"/>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192" name="object 192" descr=""/>
          <p:cNvGrpSpPr/>
          <p:nvPr/>
        </p:nvGrpSpPr>
        <p:grpSpPr>
          <a:xfrm>
            <a:off x="11190213" y="3243474"/>
            <a:ext cx="191770" cy="274955"/>
            <a:chOff x="11190213" y="3243474"/>
            <a:chExt cx="191770" cy="274955"/>
          </a:xfrm>
        </p:grpSpPr>
        <p:sp>
          <p:nvSpPr>
            <p:cNvPr id="193" name="object 193" descr=""/>
            <p:cNvSpPr/>
            <p:nvPr/>
          </p:nvSpPr>
          <p:spPr>
            <a:xfrm>
              <a:off x="11195611" y="3248872"/>
              <a:ext cx="180975" cy="264160"/>
            </a:xfrm>
            <a:custGeom>
              <a:avLst/>
              <a:gdLst/>
              <a:ahLst/>
              <a:cxnLst/>
              <a:rect l="l" t="t" r="r" b="b"/>
              <a:pathLst>
                <a:path w="180975" h="264160">
                  <a:moveTo>
                    <a:pt x="180490" y="0"/>
                  </a:moveTo>
                  <a:lnTo>
                    <a:pt x="0" y="0"/>
                  </a:lnTo>
                  <a:lnTo>
                    <a:pt x="0" y="263554"/>
                  </a:lnTo>
                  <a:lnTo>
                    <a:pt x="180490" y="263554"/>
                  </a:lnTo>
                  <a:lnTo>
                    <a:pt x="180490" y="0"/>
                  </a:lnTo>
                  <a:close/>
                </a:path>
              </a:pathLst>
            </a:custGeom>
            <a:solidFill>
              <a:srgbClr val="FFFFFF"/>
            </a:solidFill>
          </p:spPr>
          <p:txBody>
            <a:bodyPr wrap="square" lIns="0" tIns="0" rIns="0" bIns="0" rtlCol="0"/>
            <a:lstStyle/>
            <a:p/>
          </p:txBody>
        </p:sp>
        <p:sp>
          <p:nvSpPr>
            <p:cNvPr id="194" name="object 194" descr=""/>
            <p:cNvSpPr/>
            <p:nvPr/>
          </p:nvSpPr>
          <p:spPr>
            <a:xfrm>
              <a:off x="11195611" y="3248872"/>
              <a:ext cx="180975" cy="264160"/>
            </a:xfrm>
            <a:custGeom>
              <a:avLst/>
              <a:gdLst/>
              <a:ahLst/>
              <a:cxnLst/>
              <a:rect l="l" t="t" r="r" b="b"/>
              <a:pathLst>
                <a:path w="180975" h="264160">
                  <a:moveTo>
                    <a:pt x="0" y="263554"/>
                  </a:moveTo>
                  <a:lnTo>
                    <a:pt x="180490" y="263554"/>
                  </a:lnTo>
                  <a:lnTo>
                    <a:pt x="180490" y="0"/>
                  </a:lnTo>
                  <a:lnTo>
                    <a:pt x="0" y="0"/>
                  </a:lnTo>
                  <a:lnTo>
                    <a:pt x="0" y="263554"/>
                  </a:lnTo>
                  <a:close/>
                </a:path>
              </a:pathLst>
            </a:custGeom>
            <a:ln w="10414">
              <a:solidFill>
                <a:srgbClr val="000000"/>
              </a:solidFill>
            </a:ln>
          </p:spPr>
          <p:txBody>
            <a:bodyPr wrap="square" lIns="0" tIns="0" rIns="0" bIns="0" rtlCol="0"/>
            <a:lstStyle/>
            <a:p/>
          </p:txBody>
        </p:sp>
      </p:grpSp>
      <p:sp>
        <p:nvSpPr>
          <p:cNvPr id="195" name="object 195" descr=""/>
          <p:cNvSpPr txBox="1"/>
          <p:nvPr/>
        </p:nvSpPr>
        <p:spPr>
          <a:xfrm>
            <a:off x="11206812" y="3281650"/>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96" name="object 196" descr=""/>
          <p:cNvGrpSpPr/>
          <p:nvPr/>
        </p:nvGrpSpPr>
        <p:grpSpPr>
          <a:xfrm>
            <a:off x="5894210" y="572976"/>
            <a:ext cx="5705475" cy="3082290"/>
            <a:chOff x="5894210" y="572976"/>
            <a:chExt cx="5705475" cy="3082290"/>
          </a:xfrm>
        </p:grpSpPr>
        <p:sp>
          <p:nvSpPr>
            <p:cNvPr id="197" name="object 197" descr=""/>
            <p:cNvSpPr/>
            <p:nvPr/>
          </p:nvSpPr>
          <p:spPr>
            <a:xfrm>
              <a:off x="10185536" y="3382606"/>
              <a:ext cx="903605" cy="0"/>
            </a:xfrm>
            <a:custGeom>
              <a:avLst/>
              <a:gdLst/>
              <a:ahLst/>
              <a:cxnLst/>
              <a:rect l="l" t="t" r="r" b="b"/>
              <a:pathLst>
                <a:path w="903604" h="0">
                  <a:moveTo>
                    <a:pt x="0" y="0"/>
                  </a:moveTo>
                  <a:lnTo>
                    <a:pt x="903544" y="0"/>
                  </a:lnTo>
                </a:path>
              </a:pathLst>
            </a:custGeom>
            <a:ln w="10299">
              <a:solidFill>
                <a:srgbClr val="000000"/>
              </a:solidFill>
            </a:ln>
          </p:spPr>
          <p:txBody>
            <a:bodyPr wrap="square" lIns="0" tIns="0" rIns="0" bIns="0" rtlCol="0"/>
            <a:lstStyle/>
            <a:p/>
          </p:txBody>
        </p:sp>
        <p:sp>
          <p:nvSpPr>
            <p:cNvPr id="198" name="object 198" descr=""/>
            <p:cNvSpPr/>
            <p:nvPr/>
          </p:nvSpPr>
          <p:spPr>
            <a:xfrm>
              <a:off x="11050461"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sp>
          <p:nvSpPr>
            <p:cNvPr id="199" name="object 199" descr=""/>
            <p:cNvSpPr/>
            <p:nvPr/>
          </p:nvSpPr>
          <p:spPr>
            <a:xfrm>
              <a:off x="10369305" y="2981790"/>
              <a:ext cx="720090" cy="0"/>
            </a:xfrm>
            <a:custGeom>
              <a:avLst/>
              <a:gdLst/>
              <a:ahLst/>
              <a:cxnLst/>
              <a:rect l="l" t="t" r="r" b="b"/>
              <a:pathLst>
                <a:path w="720090" h="0">
                  <a:moveTo>
                    <a:pt x="0" y="0"/>
                  </a:moveTo>
                  <a:lnTo>
                    <a:pt x="719775" y="0"/>
                  </a:lnTo>
                </a:path>
              </a:pathLst>
            </a:custGeom>
            <a:ln w="10299">
              <a:solidFill>
                <a:srgbClr val="000000"/>
              </a:solidFill>
            </a:ln>
          </p:spPr>
          <p:txBody>
            <a:bodyPr wrap="square" lIns="0" tIns="0" rIns="0" bIns="0" rtlCol="0"/>
            <a:lstStyle/>
            <a:p/>
          </p:txBody>
        </p:sp>
        <p:sp>
          <p:nvSpPr>
            <p:cNvPr id="200" name="object 200" descr=""/>
            <p:cNvSpPr/>
            <p:nvPr/>
          </p:nvSpPr>
          <p:spPr>
            <a:xfrm>
              <a:off x="11050461" y="2945715"/>
              <a:ext cx="115570" cy="73660"/>
            </a:xfrm>
            <a:custGeom>
              <a:avLst/>
              <a:gdLst/>
              <a:ahLst/>
              <a:cxnLst/>
              <a:rect l="l" t="t" r="r" b="b"/>
              <a:pathLst>
                <a:path w="115570" h="73660">
                  <a:moveTo>
                    <a:pt x="0" y="0"/>
                  </a:moveTo>
                  <a:lnTo>
                    <a:pt x="36870" y="36075"/>
                  </a:lnTo>
                  <a:lnTo>
                    <a:pt x="0" y="73226"/>
                  </a:lnTo>
                  <a:lnTo>
                    <a:pt x="115566" y="36075"/>
                  </a:lnTo>
                  <a:lnTo>
                    <a:pt x="0" y="0"/>
                  </a:lnTo>
                  <a:close/>
                </a:path>
              </a:pathLst>
            </a:custGeom>
            <a:solidFill>
              <a:srgbClr val="000000"/>
            </a:solidFill>
          </p:spPr>
          <p:txBody>
            <a:bodyPr wrap="square" lIns="0" tIns="0" rIns="0" bIns="0" rtlCol="0"/>
            <a:lstStyle/>
            <a:p/>
          </p:txBody>
        </p:sp>
        <p:sp>
          <p:nvSpPr>
            <p:cNvPr id="201" name="object 201" descr=""/>
            <p:cNvSpPr/>
            <p:nvPr/>
          </p:nvSpPr>
          <p:spPr>
            <a:xfrm>
              <a:off x="6664903" y="1334724"/>
              <a:ext cx="4806950" cy="1647189"/>
            </a:xfrm>
            <a:custGeom>
              <a:avLst/>
              <a:gdLst/>
              <a:ahLst/>
              <a:cxnLst/>
              <a:rect l="l" t="t" r="r" b="b"/>
              <a:pathLst>
                <a:path w="4806950" h="1647189">
                  <a:moveTo>
                    <a:pt x="4745081" y="1647066"/>
                  </a:moveTo>
                  <a:lnTo>
                    <a:pt x="4806581" y="1647066"/>
                  </a:lnTo>
                </a:path>
                <a:path w="4806950" h="1647189">
                  <a:moveTo>
                    <a:pt x="0" y="0"/>
                  </a:moveTo>
                  <a:lnTo>
                    <a:pt x="76888" y="0"/>
                  </a:lnTo>
                </a:path>
              </a:pathLst>
            </a:custGeom>
            <a:ln w="10384">
              <a:solidFill>
                <a:srgbClr val="000000"/>
              </a:solidFill>
            </a:ln>
          </p:spPr>
          <p:txBody>
            <a:bodyPr wrap="square" lIns="0" tIns="0" rIns="0" bIns="0" rtlCol="0"/>
            <a:lstStyle/>
            <a:p/>
          </p:txBody>
        </p:sp>
        <p:sp>
          <p:nvSpPr>
            <p:cNvPr id="202" name="object 202" descr=""/>
            <p:cNvSpPr/>
            <p:nvPr/>
          </p:nvSpPr>
          <p:spPr>
            <a:xfrm>
              <a:off x="6703522" y="1298591"/>
              <a:ext cx="115570" cy="73660"/>
            </a:xfrm>
            <a:custGeom>
              <a:avLst/>
              <a:gdLst/>
              <a:ahLst/>
              <a:cxnLst/>
              <a:rect l="l" t="t" r="r" b="b"/>
              <a:pathLst>
                <a:path w="115570" h="73659">
                  <a:moveTo>
                    <a:pt x="0" y="0"/>
                  </a:moveTo>
                  <a:lnTo>
                    <a:pt x="36462" y="36132"/>
                  </a:lnTo>
                  <a:lnTo>
                    <a:pt x="0" y="73269"/>
                  </a:lnTo>
                  <a:lnTo>
                    <a:pt x="115158" y="36132"/>
                  </a:lnTo>
                  <a:lnTo>
                    <a:pt x="0" y="0"/>
                  </a:lnTo>
                  <a:close/>
                </a:path>
              </a:pathLst>
            </a:custGeom>
            <a:solidFill>
              <a:srgbClr val="000000"/>
            </a:solidFill>
          </p:spPr>
          <p:txBody>
            <a:bodyPr wrap="square" lIns="0" tIns="0" rIns="0" bIns="0" rtlCol="0"/>
            <a:lstStyle/>
            <a:p/>
          </p:txBody>
        </p:sp>
        <p:sp>
          <p:nvSpPr>
            <p:cNvPr id="203" name="object 203" descr=""/>
            <p:cNvSpPr/>
            <p:nvPr/>
          </p:nvSpPr>
          <p:spPr>
            <a:xfrm>
              <a:off x="5899608" y="578373"/>
              <a:ext cx="5694680" cy="3071495"/>
            </a:xfrm>
            <a:custGeom>
              <a:avLst/>
              <a:gdLst/>
              <a:ahLst/>
              <a:cxnLst/>
              <a:rect l="l" t="t" r="r" b="b"/>
              <a:pathLst>
                <a:path w="5694680" h="3071495">
                  <a:moveTo>
                    <a:pt x="765295" y="756350"/>
                  </a:moveTo>
                  <a:lnTo>
                    <a:pt x="765295" y="0"/>
                  </a:lnTo>
                </a:path>
                <a:path w="5694680" h="3071495">
                  <a:moveTo>
                    <a:pt x="0" y="534248"/>
                  </a:moveTo>
                  <a:lnTo>
                    <a:pt x="1193779" y="534248"/>
                  </a:lnTo>
                </a:path>
                <a:path w="5694680" h="3071495">
                  <a:moveTo>
                    <a:pt x="1193779" y="534248"/>
                  </a:moveTo>
                  <a:lnTo>
                    <a:pt x="1193779" y="845105"/>
                  </a:lnTo>
                </a:path>
                <a:path w="5694680" h="3071495">
                  <a:moveTo>
                    <a:pt x="1010039" y="622573"/>
                  </a:moveTo>
                  <a:lnTo>
                    <a:pt x="1010039" y="88754"/>
                  </a:lnTo>
                </a:path>
                <a:path w="5694680" h="3071495">
                  <a:moveTo>
                    <a:pt x="1010039" y="88754"/>
                  </a:moveTo>
                  <a:lnTo>
                    <a:pt x="4377739" y="88754"/>
                  </a:lnTo>
                </a:path>
                <a:path w="5694680" h="3071495">
                  <a:moveTo>
                    <a:pt x="4377739" y="88754"/>
                  </a:moveTo>
                  <a:lnTo>
                    <a:pt x="4377739" y="934577"/>
                  </a:lnTo>
                </a:path>
                <a:path w="5694680" h="3071495">
                  <a:moveTo>
                    <a:pt x="4285927" y="934577"/>
                  </a:moveTo>
                  <a:lnTo>
                    <a:pt x="4377739" y="934577"/>
                  </a:lnTo>
                </a:path>
                <a:path w="5694680" h="3071495">
                  <a:moveTo>
                    <a:pt x="1805989" y="1824704"/>
                  </a:moveTo>
                  <a:lnTo>
                    <a:pt x="1805989" y="3071313"/>
                  </a:lnTo>
                </a:path>
                <a:path w="5694680" h="3071495">
                  <a:moveTo>
                    <a:pt x="1805989" y="3071313"/>
                  </a:moveTo>
                  <a:lnTo>
                    <a:pt x="5694146" y="3071314"/>
                  </a:lnTo>
                </a:path>
                <a:path w="5694680" h="3071495">
                  <a:moveTo>
                    <a:pt x="5510376" y="2804232"/>
                  </a:moveTo>
                  <a:lnTo>
                    <a:pt x="5694146" y="2804232"/>
                  </a:lnTo>
                </a:path>
                <a:path w="5694680" h="3071495">
                  <a:moveTo>
                    <a:pt x="5694146" y="2804232"/>
                  </a:moveTo>
                  <a:lnTo>
                    <a:pt x="5694146" y="3071314"/>
                  </a:lnTo>
                </a:path>
              </a:pathLst>
            </a:custGeom>
            <a:ln w="10384">
              <a:solidFill>
                <a:srgbClr val="000000"/>
              </a:solidFill>
            </a:ln>
          </p:spPr>
          <p:txBody>
            <a:bodyPr wrap="square" lIns="0" tIns="0" rIns="0" bIns="0" rtlCol="0"/>
            <a:lstStyle/>
            <a:p/>
          </p:txBody>
        </p:sp>
      </p:grpSp>
      <p:sp>
        <p:nvSpPr>
          <p:cNvPr id="204" name="object 204" descr=""/>
          <p:cNvSpPr txBox="1"/>
          <p:nvPr/>
        </p:nvSpPr>
        <p:spPr>
          <a:xfrm>
            <a:off x="9695997" y="820880"/>
            <a:ext cx="55118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EX/MEM</a:t>
            </a:r>
            <a:endParaRPr sz="1000">
              <a:latin typeface="Times New Roman"/>
              <a:cs typeface="Times New Roman"/>
            </a:endParaRPr>
          </a:p>
        </p:txBody>
      </p:sp>
      <p:sp>
        <p:nvSpPr>
          <p:cNvPr id="205" name="object 205" descr=""/>
          <p:cNvSpPr txBox="1"/>
          <p:nvPr/>
        </p:nvSpPr>
        <p:spPr>
          <a:xfrm>
            <a:off x="8593964" y="820880"/>
            <a:ext cx="3759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ID/EX</a:t>
            </a:r>
            <a:endParaRPr sz="1000">
              <a:latin typeface="Times New Roman"/>
              <a:cs typeface="Times New Roman"/>
            </a:endParaRPr>
          </a:p>
        </p:txBody>
      </p:sp>
      <p:sp>
        <p:nvSpPr>
          <p:cNvPr id="206" name="object 206" descr=""/>
          <p:cNvSpPr txBox="1"/>
          <p:nvPr/>
        </p:nvSpPr>
        <p:spPr>
          <a:xfrm>
            <a:off x="7204866" y="820880"/>
            <a:ext cx="31750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IF/ID</a:t>
            </a:r>
            <a:endParaRPr sz="1000">
              <a:latin typeface="Times New Roman"/>
              <a:cs typeface="Times New Roman"/>
            </a:endParaRPr>
          </a:p>
        </p:txBody>
      </p:sp>
      <p:grpSp>
        <p:nvGrpSpPr>
          <p:cNvPr id="207" name="object 207" descr=""/>
          <p:cNvGrpSpPr/>
          <p:nvPr/>
        </p:nvGrpSpPr>
        <p:grpSpPr>
          <a:xfrm>
            <a:off x="7069051" y="1396770"/>
            <a:ext cx="3317875" cy="1163955"/>
            <a:chOff x="7069051" y="1396770"/>
            <a:chExt cx="3317875" cy="1163955"/>
          </a:xfrm>
        </p:grpSpPr>
        <p:sp>
          <p:nvSpPr>
            <p:cNvPr id="208" name="object 208" descr=""/>
            <p:cNvSpPr/>
            <p:nvPr/>
          </p:nvSpPr>
          <p:spPr>
            <a:xfrm>
              <a:off x="10349048" y="2290952"/>
              <a:ext cx="33020" cy="40640"/>
            </a:xfrm>
            <a:custGeom>
              <a:avLst/>
              <a:gdLst/>
              <a:ahLst/>
              <a:cxnLst/>
              <a:rect l="l" t="t" r="r" b="b"/>
              <a:pathLst>
                <a:path w="33020" h="40639">
                  <a:moveTo>
                    <a:pt x="15884" y="0"/>
                  </a:moveTo>
                  <a:lnTo>
                    <a:pt x="6995" y="0"/>
                  </a:lnTo>
                  <a:lnTo>
                    <a:pt x="0" y="8746"/>
                  </a:lnTo>
                  <a:lnTo>
                    <a:pt x="0" y="19786"/>
                  </a:lnTo>
                  <a:lnTo>
                    <a:pt x="1231" y="27814"/>
                  </a:lnTo>
                  <a:lnTo>
                    <a:pt x="4608" y="34430"/>
                  </a:lnTo>
                  <a:lnTo>
                    <a:pt x="9652" y="38922"/>
                  </a:lnTo>
                  <a:lnTo>
                    <a:pt x="15884" y="40577"/>
                  </a:lnTo>
                  <a:lnTo>
                    <a:pt x="22169" y="38922"/>
                  </a:lnTo>
                  <a:lnTo>
                    <a:pt x="27470" y="34430"/>
                  </a:lnTo>
                  <a:lnTo>
                    <a:pt x="31132" y="27814"/>
                  </a:lnTo>
                  <a:lnTo>
                    <a:pt x="32498" y="19786"/>
                  </a:lnTo>
                  <a:lnTo>
                    <a:pt x="31132" y="12037"/>
                  </a:lnTo>
                  <a:lnTo>
                    <a:pt x="27470" y="5753"/>
                  </a:lnTo>
                  <a:lnTo>
                    <a:pt x="22169" y="1539"/>
                  </a:lnTo>
                  <a:lnTo>
                    <a:pt x="15884" y="0"/>
                  </a:lnTo>
                  <a:close/>
                </a:path>
              </a:pathLst>
            </a:custGeom>
            <a:solidFill>
              <a:srgbClr val="000000"/>
            </a:solidFill>
          </p:spPr>
          <p:txBody>
            <a:bodyPr wrap="square" lIns="0" tIns="0" rIns="0" bIns="0" rtlCol="0"/>
            <a:lstStyle/>
            <a:p/>
          </p:txBody>
        </p:sp>
        <p:sp>
          <p:nvSpPr>
            <p:cNvPr id="209" name="object 209" descr=""/>
            <p:cNvSpPr/>
            <p:nvPr/>
          </p:nvSpPr>
          <p:spPr>
            <a:xfrm>
              <a:off x="10349048" y="2290952"/>
              <a:ext cx="33020" cy="40640"/>
            </a:xfrm>
            <a:custGeom>
              <a:avLst/>
              <a:gdLst/>
              <a:ahLst/>
              <a:cxnLst/>
              <a:rect l="l" t="t" r="r" b="b"/>
              <a:pathLst>
                <a:path w="33020" h="40639">
                  <a:moveTo>
                    <a:pt x="0" y="19786"/>
                  </a:moveTo>
                  <a:lnTo>
                    <a:pt x="1231" y="27814"/>
                  </a:lnTo>
                  <a:lnTo>
                    <a:pt x="4608" y="34430"/>
                  </a:lnTo>
                  <a:lnTo>
                    <a:pt x="9652" y="38922"/>
                  </a:lnTo>
                  <a:lnTo>
                    <a:pt x="15884" y="40577"/>
                  </a:lnTo>
                  <a:lnTo>
                    <a:pt x="22169" y="38922"/>
                  </a:lnTo>
                  <a:lnTo>
                    <a:pt x="27470" y="34430"/>
                  </a:lnTo>
                  <a:lnTo>
                    <a:pt x="31132" y="27814"/>
                  </a:lnTo>
                  <a:lnTo>
                    <a:pt x="32498" y="19786"/>
                  </a:lnTo>
                  <a:lnTo>
                    <a:pt x="31132" y="12037"/>
                  </a:lnTo>
                  <a:lnTo>
                    <a:pt x="27470" y="5753"/>
                  </a:lnTo>
                  <a:lnTo>
                    <a:pt x="22169" y="1539"/>
                  </a:lnTo>
                  <a:lnTo>
                    <a:pt x="15884" y="0"/>
                  </a:lnTo>
                  <a:lnTo>
                    <a:pt x="6995" y="0"/>
                  </a:lnTo>
                  <a:lnTo>
                    <a:pt x="0" y="8746"/>
                  </a:lnTo>
                  <a:lnTo>
                    <a:pt x="0" y="19786"/>
                  </a:lnTo>
                  <a:close/>
                </a:path>
              </a:pathLst>
            </a:custGeom>
            <a:ln w="10402">
              <a:solidFill>
                <a:srgbClr val="000000"/>
              </a:solidFill>
            </a:ln>
          </p:spPr>
          <p:txBody>
            <a:bodyPr wrap="square" lIns="0" tIns="0" rIns="0" bIns="0" rtlCol="0"/>
            <a:lstStyle/>
            <a:p/>
          </p:txBody>
        </p:sp>
        <p:sp>
          <p:nvSpPr>
            <p:cNvPr id="210" name="object 210" descr=""/>
            <p:cNvSpPr/>
            <p:nvPr/>
          </p:nvSpPr>
          <p:spPr>
            <a:xfrm>
              <a:off x="8943453" y="2114446"/>
              <a:ext cx="33655" cy="40640"/>
            </a:xfrm>
            <a:custGeom>
              <a:avLst/>
              <a:gdLst/>
              <a:ahLst/>
              <a:cxnLst/>
              <a:rect l="l" t="t" r="r" b="b"/>
              <a:pathLst>
                <a:path w="33654" h="40639">
                  <a:moveTo>
                    <a:pt x="16613" y="0"/>
                  </a:moveTo>
                  <a:lnTo>
                    <a:pt x="10328" y="1498"/>
                  </a:lnTo>
                  <a:lnTo>
                    <a:pt x="5027" y="5645"/>
                  </a:lnTo>
                  <a:lnTo>
                    <a:pt x="1366" y="11916"/>
                  </a:lnTo>
                  <a:lnTo>
                    <a:pt x="0" y="19786"/>
                  </a:lnTo>
                  <a:lnTo>
                    <a:pt x="1366" y="27769"/>
                  </a:lnTo>
                  <a:lnTo>
                    <a:pt x="5027" y="34286"/>
                  </a:lnTo>
                  <a:lnTo>
                    <a:pt x="10328" y="38680"/>
                  </a:lnTo>
                  <a:lnTo>
                    <a:pt x="16613" y="40290"/>
                  </a:lnTo>
                  <a:lnTo>
                    <a:pt x="22836" y="38680"/>
                  </a:lnTo>
                  <a:lnTo>
                    <a:pt x="28144" y="34286"/>
                  </a:lnTo>
                  <a:lnTo>
                    <a:pt x="31840" y="27769"/>
                  </a:lnTo>
                  <a:lnTo>
                    <a:pt x="33227" y="19786"/>
                  </a:lnTo>
                  <a:lnTo>
                    <a:pt x="31840" y="11916"/>
                  </a:lnTo>
                  <a:lnTo>
                    <a:pt x="28144" y="5645"/>
                  </a:lnTo>
                  <a:lnTo>
                    <a:pt x="22836" y="1498"/>
                  </a:lnTo>
                  <a:lnTo>
                    <a:pt x="16613" y="0"/>
                  </a:lnTo>
                  <a:close/>
                </a:path>
              </a:pathLst>
            </a:custGeom>
            <a:solidFill>
              <a:srgbClr val="000000"/>
            </a:solidFill>
          </p:spPr>
          <p:txBody>
            <a:bodyPr wrap="square" lIns="0" tIns="0" rIns="0" bIns="0" rtlCol="0"/>
            <a:lstStyle/>
            <a:p/>
          </p:txBody>
        </p:sp>
        <p:sp>
          <p:nvSpPr>
            <p:cNvPr id="211" name="object 211" descr=""/>
            <p:cNvSpPr/>
            <p:nvPr/>
          </p:nvSpPr>
          <p:spPr>
            <a:xfrm>
              <a:off x="8943453" y="2114446"/>
              <a:ext cx="33655" cy="40640"/>
            </a:xfrm>
            <a:custGeom>
              <a:avLst/>
              <a:gdLst/>
              <a:ahLst/>
              <a:cxnLst/>
              <a:rect l="l" t="t" r="r" b="b"/>
              <a:pathLst>
                <a:path w="33654" h="40639">
                  <a:moveTo>
                    <a:pt x="0" y="19786"/>
                  </a:moveTo>
                  <a:lnTo>
                    <a:pt x="1366" y="27769"/>
                  </a:lnTo>
                  <a:lnTo>
                    <a:pt x="5027" y="34286"/>
                  </a:lnTo>
                  <a:lnTo>
                    <a:pt x="10328" y="38680"/>
                  </a:lnTo>
                  <a:lnTo>
                    <a:pt x="16613" y="40290"/>
                  </a:lnTo>
                  <a:lnTo>
                    <a:pt x="22836" y="38680"/>
                  </a:lnTo>
                  <a:lnTo>
                    <a:pt x="28144" y="34286"/>
                  </a:lnTo>
                  <a:lnTo>
                    <a:pt x="31840" y="27769"/>
                  </a:lnTo>
                  <a:lnTo>
                    <a:pt x="33227" y="19786"/>
                  </a:lnTo>
                  <a:lnTo>
                    <a:pt x="31840" y="11916"/>
                  </a:lnTo>
                  <a:lnTo>
                    <a:pt x="28144" y="5645"/>
                  </a:lnTo>
                  <a:lnTo>
                    <a:pt x="22836"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212" name="object 212" descr=""/>
            <p:cNvSpPr/>
            <p:nvPr/>
          </p:nvSpPr>
          <p:spPr>
            <a:xfrm>
              <a:off x="8941704" y="2514774"/>
              <a:ext cx="33655" cy="41275"/>
            </a:xfrm>
            <a:custGeom>
              <a:avLst/>
              <a:gdLst/>
              <a:ahLst/>
              <a:cxnLst/>
              <a:rect l="l" t="t" r="r" b="b"/>
              <a:pathLst>
                <a:path w="33654" h="41275">
                  <a:moveTo>
                    <a:pt x="16467" y="0"/>
                  </a:moveTo>
                  <a:lnTo>
                    <a:pt x="10267" y="1560"/>
                  </a:lnTo>
                  <a:lnTo>
                    <a:pt x="5009" y="5817"/>
                  </a:lnTo>
                  <a:lnTo>
                    <a:pt x="1363" y="12134"/>
                  </a:lnTo>
                  <a:lnTo>
                    <a:pt x="0" y="19873"/>
                  </a:lnTo>
                  <a:lnTo>
                    <a:pt x="1363" y="27913"/>
                  </a:lnTo>
                  <a:lnTo>
                    <a:pt x="5009" y="34559"/>
                  </a:lnTo>
                  <a:lnTo>
                    <a:pt x="10267" y="39080"/>
                  </a:lnTo>
                  <a:lnTo>
                    <a:pt x="16467" y="40749"/>
                  </a:lnTo>
                  <a:lnTo>
                    <a:pt x="22752" y="39080"/>
                  </a:lnTo>
                  <a:lnTo>
                    <a:pt x="28053" y="34559"/>
                  </a:lnTo>
                  <a:lnTo>
                    <a:pt x="31715" y="27913"/>
                  </a:lnTo>
                  <a:lnTo>
                    <a:pt x="33081" y="19873"/>
                  </a:lnTo>
                  <a:lnTo>
                    <a:pt x="31715" y="12134"/>
                  </a:lnTo>
                  <a:lnTo>
                    <a:pt x="28053" y="5817"/>
                  </a:lnTo>
                  <a:lnTo>
                    <a:pt x="22752" y="1560"/>
                  </a:lnTo>
                  <a:lnTo>
                    <a:pt x="16467" y="0"/>
                  </a:lnTo>
                  <a:close/>
                </a:path>
              </a:pathLst>
            </a:custGeom>
            <a:solidFill>
              <a:srgbClr val="000000"/>
            </a:solidFill>
          </p:spPr>
          <p:txBody>
            <a:bodyPr wrap="square" lIns="0" tIns="0" rIns="0" bIns="0" rtlCol="0"/>
            <a:lstStyle/>
            <a:p/>
          </p:txBody>
        </p:sp>
        <p:sp>
          <p:nvSpPr>
            <p:cNvPr id="213" name="object 213" descr=""/>
            <p:cNvSpPr/>
            <p:nvPr/>
          </p:nvSpPr>
          <p:spPr>
            <a:xfrm>
              <a:off x="8941704" y="2514774"/>
              <a:ext cx="33655" cy="41275"/>
            </a:xfrm>
            <a:custGeom>
              <a:avLst/>
              <a:gdLst/>
              <a:ahLst/>
              <a:cxnLst/>
              <a:rect l="l" t="t" r="r" b="b"/>
              <a:pathLst>
                <a:path w="33654" h="41275">
                  <a:moveTo>
                    <a:pt x="0" y="19873"/>
                  </a:moveTo>
                  <a:lnTo>
                    <a:pt x="1363" y="27913"/>
                  </a:lnTo>
                  <a:lnTo>
                    <a:pt x="5009" y="34559"/>
                  </a:lnTo>
                  <a:lnTo>
                    <a:pt x="10267" y="39080"/>
                  </a:lnTo>
                  <a:lnTo>
                    <a:pt x="16467" y="40749"/>
                  </a:lnTo>
                  <a:lnTo>
                    <a:pt x="22752" y="39080"/>
                  </a:lnTo>
                  <a:lnTo>
                    <a:pt x="28053" y="34559"/>
                  </a:lnTo>
                  <a:lnTo>
                    <a:pt x="31715" y="27913"/>
                  </a:lnTo>
                  <a:lnTo>
                    <a:pt x="33081" y="19873"/>
                  </a:lnTo>
                  <a:lnTo>
                    <a:pt x="31715" y="12134"/>
                  </a:lnTo>
                  <a:lnTo>
                    <a:pt x="28053" y="5817"/>
                  </a:lnTo>
                  <a:lnTo>
                    <a:pt x="22752" y="1560"/>
                  </a:lnTo>
                  <a:lnTo>
                    <a:pt x="16467" y="0"/>
                  </a:lnTo>
                  <a:lnTo>
                    <a:pt x="10267" y="1560"/>
                  </a:lnTo>
                  <a:lnTo>
                    <a:pt x="5009" y="5817"/>
                  </a:lnTo>
                  <a:lnTo>
                    <a:pt x="1363" y="12134"/>
                  </a:lnTo>
                  <a:lnTo>
                    <a:pt x="0" y="19873"/>
                  </a:lnTo>
                  <a:close/>
                </a:path>
              </a:pathLst>
            </a:custGeom>
            <a:ln w="10401">
              <a:solidFill>
                <a:srgbClr val="000000"/>
              </a:solidFill>
            </a:ln>
          </p:spPr>
          <p:txBody>
            <a:bodyPr wrap="square" lIns="0" tIns="0" rIns="0" bIns="0" rtlCol="0"/>
            <a:lstStyle/>
            <a:p/>
          </p:txBody>
        </p:sp>
        <p:sp>
          <p:nvSpPr>
            <p:cNvPr id="214" name="object 214" descr=""/>
            <p:cNvSpPr/>
            <p:nvPr/>
          </p:nvSpPr>
          <p:spPr>
            <a:xfrm>
              <a:off x="7074252" y="1401971"/>
              <a:ext cx="33655" cy="40640"/>
            </a:xfrm>
            <a:custGeom>
              <a:avLst/>
              <a:gdLst/>
              <a:ahLst/>
              <a:cxnLst/>
              <a:rect l="l" t="t" r="r" b="b"/>
              <a:pathLst>
                <a:path w="33654" h="40640">
                  <a:moveTo>
                    <a:pt x="16613" y="0"/>
                  </a:moveTo>
                  <a:lnTo>
                    <a:pt x="10359" y="1498"/>
                  </a:lnTo>
                  <a:lnTo>
                    <a:pt x="5055" y="5645"/>
                  </a:lnTo>
                  <a:lnTo>
                    <a:pt x="1376" y="11916"/>
                  </a:lnTo>
                  <a:lnTo>
                    <a:pt x="0" y="19786"/>
                  </a:lnTo>
                  <a:lnTo>
                    <a:pt x="1376" y="27769"/>
                  </a:lnTo>
                  <a:lnTo>
                    <a:pt x="5055" y="34286"/>
                  </a:lnTo>
                  <a:lnTo>
                    <a:pt x="10359" y="38680"/>
                  </a:lnTo>
                  <a:lnTo>
                    <a:pt x="16613" y="40290"/>
                  </a:lnTo>
                  <a:lnTo>
                    <a:pt x="22859" y="38680"/>
                  </a:lnTo>
                  <a:lnTo>
                    <a:pt x="28159" y="34286"/>
                  </a:lnTo>
                  <a:lnTo>
                    <a:pt x="31836" y="27769"/>
                  </a:lnTo>
                  <a:lnTo>
                    <a:pt x="33212" y="19786"/>
                  </a:lnTo>
                  <a:lnTo>
                    <a:pt x="31836" y="11916"/>
                  </a:lnTo>
                  <a:lnTo>
                    <a:pt x="28159" y="5645"/>
                  </a:lnTo>
                  <a:lnTo>
                    <a:pt x="22859" y="1498"/>
                  </a:lnTo>
                  <a:lnTo>
                    <a:pt x="16613" y="0"/>
                  </a:lnTo>
                  <a:close/>
                </a:path>
              </a:pathLst>
            </a:custGeom>
            <a:solidFill>
              <a:srgbClr val="000000"/>
            </a:solidFill>
          </p:spPr>
          <p:txBody>
            <a:bodyPr wrap="square" lIns="0" tIns="0" rIns="0" bIns="0" rtlCol="0"/>
            <a:lstStyle/>
            <a:p/>
          </p:txBody>
        </p:sp>
        <p:sp>
          <p:nvSpPr>
            <p:cNvPr id="215" name="object 215" descr=""/>
            <p:cNvSpPr/>
            <p:nvPr/>
          </p:nvSpPr>
          <p:spPr>
            <a:xfrm>
              <a:off x="7074252" y="1401971"/>
              <a:ext cx="33655" cy="40640"/>
            </a:xfrm>
            <a:custGeom>
              <a:avLst/>
              <a:gdLst/>
              <a:ahLst/>
              <a:cxnLst/>
              <a:rect l="l" t="t" r="r" b="b"/>
              <a:pathLst>
                <a:path w="33654" h="40640">
                  <a:moveTo>
                    <a:pt x="0" y="19786"/>
                  </a:moveTo>
                  <a:lnTo>
                    <a:pt x="1376" y="27769"/>
                  </a:lnTo>
                  <a:lnTo>
                    <a:pt x="5055" y="34286"/>
                  </a:lnTo>
                  <a:lnTo>
                    <a:pt x="10359" y="38680"/>
                  </a:lnTo>
                  <a:lnTo>
                    <a:pt x="16613" y="40290"/>
                  </a:lnTo>
                  <a:lnTo>
                    <a:pt x="22859" y="38680"/>
                  </a:lnTo>
                  <a:lnTo>
                    <a:pt x="28159" y="34286"/>
                  </a:lnTo>
                  <a:lnTo>
                    <a:pt x="31836" y="27769"/>
                  </a:lnTo>
                  <a:lnTo>
                    <a:pt x="33212" y="19786"/>
                  </a:lnTo>
                  <a:lnTo>
                    <a:pt x="31836" y="11916"/>
                  </a:lnTo>
                  <a:lnTo>
                    <a:pt x="28159" y="5645"/>
                  </a:lnTo>
                  <a:lnTo>
                    <a:pt x="22859" y="1498"/>
                  </a:lnTo>
                  <a:lnTo>
                    <a:pt x="16613" y="0"/>
                  </a:lnTo>
                  <a:lnTo>
                    <a:pt x="10359" y="1498"/>
                  </a:lnTo>
                  <a:lnTo>
                    <a:pt x="5055" y="5645"/>
                  </a:lnTo>
                  <a:lnTo>
                    <a:pt x="1376" y="11916"/>
                  </a:lnTo>
                  <a:lnTo>
                    <a:pt x="0" y="19786"/>
                  </a:lnTo>
                  <a:close/>
                </a:path>
              </a:pathLst>
            </a:custGeom>
            <a:ln w="10400">
              <a:solidFill>
                <a:srgbClr val="000000"/>
              </a:solidFill>
            </a:ln>
          </p:spPr>
          <p:txBody>
            <a:bodyPr wrap="square" lIns="0" tIns="0" rIns="0" bIns="0" rtlCol="0"/>
            <a:lstStyle/>
            <a:p/>
          </p:txBody>
        </p:sp>
      </p:grpSp>
      <p:sp>
        <p:nvSpPr>
          <p:cNvPr id="216" name="object 216" descr=""/>
          <p:cNvSpPr txBox="1"/>
          <p:nvPr/>
        </p:nvSpPr>
        <p:spPr>
          <a:xfrm>
            <a:off x="6450471" y="1948164"/>
            <a:ext cx="455930" cy="574675"/>
          </a:xfrm>
          <a:prstGeom prst="rect">
            <a:avLst/>
          </a:prstGeom>
          <a:solidFill>
            <a:srgbClr val="CCFFCC"/>
          </a:solidFill>
          <a:ln w="10404">
            <a:solidFill>
              <a:srgbClr val="000000"/>
            </a:solidFill>
          </a:ln>
        </p:spPr>
        <p:txBody>
          <a:bodyPr wrap="square" lIns="0" tIns="84455" rIns="0" bIns="0" rtlCol="0" vert="horz">
            <a:spAutoFit/>
          </a:bodyPr>
          <a:lstStyle/>
          <a:p>
            <a:pPr marL="25400" marR="29209" indent="74930">
              <a:lnSpc>
                <a:spcPct val="122800"/>
              </a:lnSpc>
              <a:spcBef>
                <a:spcPts val="665"/>
              </a:spcBef>
            </a:pPr>
            <a:r>
              <a:rPr dirty="0" sz="1000" spc="-25">
                <a:latin typeface="宋体"/>
                <a:cs typeface="宋体"/>
              </a:rPr>
              <a:t>指令</a:t>
            </a:r>
            <a:r>
              <a:rPr dirty="0" sz="1000" spc="-20">
                <a:latin typeface="宋体"/>
                <a:cs typeface="宋体"/>
              </a:rPr>
              <a:t>存储器</a:t>
            </a:r>
            <a:endParaRPr sz="1000">
              <a:latin typeface="宋体"/>
              <a:cs typeface="宋体"/>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208/154</a:t>
            </a:r>
            <a:endParaRPr sz="1600">
              <a:latin typeface="宋体"/>
              <a:cs typeface="宋体"/>
            </a:endParaRPr>
          </a:p>
        </p:txBody>
      </p:sp>
      <p:sp>
        <p:nvSpPr>
          <p:cNvPr id="3" name="object 3" descr=""/>
          <p:cNvSpPr/>
          <p:nvPr/>
        </p:nvSpPr>
        <p:spPr>
          <a:xfrm>
            <a:off x="1176337" y="692150"/>
            <a:ext cx="6147435" cy="0"/>
          </a:xfrm>
          <a:custGeom>
            <a:avLst/>
            <a:gdLst/>
            <a:ahLst/>
            <a:cxnLst/>
            <a:rect l="l" t="t" r="r" b="b"/>
            <a:pathLst>
              <a:path w="6147434" h="0">
                <a:moveTo>
                  <a:pt x="0" y="0"/>
                </a:moveTo>
                <a:lnTo>
                  <a:pt x="6146894" y="0"/>
                </a:lnTo>
              </a:path>
            </a:pathLst>
          </a:custGeom>
          <a:ln w="38100">
            <a:solidFill>
              <a:srgbClr val="2C44A3"/>
            </a:solidFill>
          </a:ln>
        </p:spPr>
        <p:txBody>
          <a:bodyPr wrap="square" lIns="0" tIns="0" rIns="0" bIns="0" rtlCol="0"/>
          <a:lstStyle/>
          <a:p/>
        </p:txBody>
      </p:sp>
      <p:sp>
        <p:nvSpPr>
          <p:cNvPr id="4" name="object 4" descr=""/>
          <p:cNvSpPr/>
          <p:nvPr/>
        </p:nvSpPr>
        <p:spPr>
          <a:xfrm>
            <a:off x="7564790" y="692150"/>
            <a:ext cx="1173480" cy="0"/>
          </a:xfrm>
          <a:custGeom>
            <a:avLst/>
            <a:gdLst/>
            <a:ahLst/>
            <a:cxnLst/>
            <a:rect l="l" t="t" r="r" b="b"/>
            <a:pathLst>
              <a:path w="1173479" h="0">
                <a:moveTo>
                  <a:pt x="0" y="0"/>
                </a:moveTo>
                <a:lnTo>
                  <a:pt x="1173114" y="0"/>
                </a:lnTo>
              </a:path>
            </a:pathLst>
          </a:custGeom>
          <a:ln w="38100">
            <a:solidFill>
              <a:srgbClr val="2C44A3"/>
            </a:solidFill>
          </a:ln>
        </p:spPr>
        <p:txBody>
          <a:bodyPr wrap="square" lIns="0" tIns="0" rIns="0" bIns="0" rtlCol="0"/>
          <a:lstStyle/>
          <a:p/>
        </p:txBody>
      </p:sp>
      <p:sp>
        <p:nvSpPr>
          <p:cNvPr id="5" name="object 5" descr=""/>
          <p:cNvSpPr/>
          <p:nvPr/>
        </p:nvSpPr>
        <p:spPr>
          <a:xfrm>
            <a:off x="8979462" y="692150"/>
            <a:ext cx="1045210" cy="0"/>
          </a:xfrm>
          <a:custGeom>
            <a:avLst/>
            <a:gdLst/>
            <a:ahLst/>
            <a:cxnLst/>
            <a:rect l="l" t="t" r="r" b="b"/>
            <a:pathLst>
              <a:path w="1045209" h="0">
                <a:moveTo>
                  <a:pt x="0" y="0"/>
                </a:moveTo>
                <a:lnTo>
                  <a:pt x="1044587" y="0"/>
                </a:lnTo>
              </a:path>
            </a:pathLst>
          </a:custGeom>
          <a:ln w="38100">
            <a:solidFill>
              <a:srgbClr val="2C44A3"/>
            </a:solidFill>
          </a:ln>
        </p:spPr>
        <p:txBody>
          <a:bodyPr wrap="square" lIns="0" tIns="0" rIns="0" bIns="0" rtlCol="0"/>
          <a:lstStyle/>
          <a:p/>
        </p:txBody>
      </p:sp>
      <p:sp>
        <p:nvSpPr>
          <p:cNvPr id="6" name="object 6" descr=""/>
          <p:cNvSpPr/>
          <p:nvPr/>
        </p:nvSpPr>
        <p:spPr>
          <a:xfrm>
            <a:off x="10265609" y="692150"/>
            <a:ext cx="984250" cy="0"/>
          </a:xfrm>
          <a:custGeom>
            <a:avLst/>
            <a:gdLst/>
            <a:ahLst/>
            <a:cxnLst/>
            <a:rect l="l" t="t" r="r" b="b"/>
            <a:pathLst>
              <a:path w="984250" h="0">
                <a:moveTo>
                  <a:pt x="0" y="0"/>
                </a:moveTo>
                <a:lnTo>
                  <a:pt x="983654" y="0"/>
                </a:lnTo>
              </a:path>
            </a:pathLst>
          </a:custGeom>
          <a:ln w="38100">
            <a:solidFill>
              <a:srgbClr val="2C44A3"/>
            </a:solidFill>
          </a:ln>
        </p:spPr>
        <p:txBody>
          <a:bodyPr wrap="square" lIns="0" tIns="0" rIns="0" bIns="0" rtlCol="0"/>
          <a:lstStyle/>
          <a:p/>
        </p:txBody>
      </p:sp>
      <p:sp>
        <p:nvSpPr>
          <p:cNvPr id="7" name="object 7" descr=""/>
          <p:cNvSpPr/>
          <p:nvPr/>
        </p:nvSpPr>
        <p:spPr>
          <a:xfrm>
            <a:off x="11490472" y="692150"/>
            <a:ext cx="701675" cy="0"/>
          </a:xfrm>
          <a:custGeom>
            <a:avLst/>
            <a:gdLst/>
            <a:ahLst/>
            <a:cxnLst/>
            <a:rect l="l" t="t" r="r" b="b"/>
            <a:pathLst>
              <a:path w="701675" h="0">
                <a:moveTo>
                  <a:pt x="0" y="0"/>
                </a:moveTo>
                <a:lnTo>
                  <a:pt x="701527" y="0"/>
                </a:lnTo>
              </a:path>
            </a:pathLst>
          </a:custGeom>
          <a:ln w="38100">
            <a:solidFill>
              <a:srgbClr val="2C44A3"/>
            </a:solidFill>
          </a:ln>
        </p:spPr>
        <p:txBody>
          <a:bodyPr wrap="square" lIns="0" tIns="0" rIns="0" bIns="0" rtlCol="0"/>
          <a:lstStyle/>
          <a:p/>
        </p:txBody>
      </p:sp>
      <p:grpSp>
        <p:nvGrpSpPr>
          <p:cNvPr id="8" name="object 8" descr=""/>
          <p:cNvGrpSpPr/>
          <p:nvPr/>
        </p:nvGrpSpPr>
        <p:grpSpPr>
          <a:xfrm>
            <a:off x="192087" y="331850"/>
            <a:ext cx="1078230" cy="274955"/>
            <a:chOff x="192087" y="331850"/>
            <a:chExt cx="1078230" cy="274955"/>
          </a:xfrm>
        </p:grpSpPr>
        <p:sp>
          <p:nvSpPr>
            <p:cNvPr id="9" name="object 9"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10" name="object 10"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11" name="object 11"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12" name="object 12"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3" name="object 13"/>
          <p:cNvSpPr txBox="1">
            <a:spLocks noGrp="1"/>
          </p:cNvSpPr>
          <p:nvPr>
            <p:ph type="title"/>
          </p:nvPr>
        </p:nvSpPr>
        <p:spPr>
          <a:xfrm>
            <a:off x="1866138" y="205866"/>
            <a:ext cx="3279140" cy="513715"/>
          </a:xfrm>
          <a:prstGeom prst="rect"/>
        </p:spPr>
        <p:txBody>
          <a:bodyPr wrap="square" lIns="0" tIns="12700" rIns="0" bIns="0" rtlCol="0" vert="horz">
            <a:spAutoFit/>
          </a:bodyPr>
          <a:lstStyle/>
          <a:p>
            <a:pPr marL="12700">
              <a:lnSpc>
                <a:spcPct val="100000"/>
              </a:lnSpc>
              <a:spcBef>
                <a:spcPts val="100"/>
              </a:spcBef>
            </a:pPr>
            <a:r>
              <a:rPr dirty="0" u="none"/>
              <a:t>3.5</a:t>
            </a:r>
            <a:r>
              <a:rPr dirty="0" u="none" spc="-15"/>
              <a:t> 流水线的实现</a:t>
            </a:r>
          </a:p>
        </p:txBody>
      </p:sp>
      <p:sp>
        <p:nvSpPr>
          <p:cNvPr id="14" name="object 14" descr=""/>
          <p:cNvSpPr txBox="1"/>
          <p:nvPr/>
        </p:nvSpPr>
        <p:spPr>
          <a:xfrm>
            <a:off x="270763" y="708406"/>
            <a:ext cx="5325110" cy="1692275"/>
          </a:xfrm>
          <a:prstGeom prst="rect">
            <a:avLst/>
          </a:prstGeom>
        </p:spPr>
        <p:txBody>
          <a:bodyPr wrap="square" lIns="0" tIns="13335" rIns="0" bIns="0" rtlCol="0" vert="horz">
            <a:spAutoFit/>
          </a:bodyPr>
          <a:lstStyle/>
          <a:p>
            <a:pPr marL="468630" indent="-455930">
              <a:lnSpc>
                <a:spcPct val="100000"/>
              </a:lnSpc>
              <a:spcBef>
                <a:spcPts val="105"/>
              </a:spcBef>
              <a:buClr>
                <a:srgbClr val="40458B"/>
              </a:buClr>
              <a:buFont typeface="Tahoma"/>
              <a:buAutoNum type="arabicPeriod" startAt="3"/>
              <a:tabLst>
                <a:tab pos="468630" algn="l"/>
              </a:tabLst>
            </a:pPr>
            <a:r>
              <a:rPr dirty="0" sz="3200" spc="-15">
                <a:solidFill>
                  <a:srgbClr val="FF0000"/>
                </a:solidFill>
                <a:latin typeface="黑体"/>
                <a:cs typeface="黑体"/>
              </a:rPr>
              <a:t>流水线的控制</a:t>
            </a:r>
            <a:endParaRPr sz="3200">
              <a:latin typeface="黑体"/>
              <a:cs typeface="黑体"/>
            </a:endParaRPr>
          </a:p>
          <a:p>
            <a:pPr lvl="1" marL="739775" indent="-457834">
              <a:lnSpc>
                <a:spcPct val="100000"/>
              </a:lnSpc>
              <a:spcBef>
                <a:spcPts val="2215"/>
              </a:spcBef>
              <a:buSzPct val="89583"/>
              <a:buFont typeface="Wingdings"/>
              <a:buChar char=""/>
              <a:tabLst>
                <a:tab pos="739775" algn="l"/>
              </a:tabLst>
            </a:pPr>
            <a:r>
              <a:rPr dirty="0" sz="2400" spc="-15">
                <a:solidFill>
                  <a:srgbClr val="40458B"/>
                </a:solidFill>
                <a:latin typeface="黑体"/>
                <a:cs typeface="黑体"/>
              </a:rPr>
              <a:t>主要是如何控制四个多路选择器。</a:t>
            </a:r>
            <a:endParaRPr sz="2400">
              <a:latin typeface="黑体"/>
              <a:cs typeface="黑体"/>
            </a:endParaRPr>
          </a:p>
          <a:p>
            <a:pPr lvl="2" marL="805180" indent="-288290">
              <a:lnSpc>
                <a:spcPct val="100000"/>
              </a:lnSpc>
              <a:spcBef>
                <a:spcPts val="1780"/>
              </a:spcBef>
              <a:buClr>
                <a:srgbClr val="4668F5"/>
              </a:buClr>
              <a:buSzPct val="60000"/>
              <a:buFont typeface="Wingdings"/>
              <a:buChar char=""/>
              <a:tabLst>
                <a:tab pos="805180" algn="l"/>
              </a:tabLst>
            </a:pPr>
            <a:r>
              <a:rPr dirty="0" sz="2000" spc="-20" b="1">
                <a:solidFill>
                  <a:srgbClr val="D50092"/>
                </a:solidFill>
                <a:latin typeface="Times New Roman"/>
                <a:cs typeface="Times New Roman"/>
              </a:rPr>
              <a:t>MUX1</a:t>
            </a:r>
            <a:endParaRPr sz="2000">
              <a:latin typeface="Times New Roman"/>
              <a:cs typeface="Times New Roman"/>
            </a:endParaRPr>
          </a:p>
        </p:txBody>
      </p:sp>
      <p:sp>
        <p:nvSpPr>
          <p:cNvPr id="15" name="object 15" descr=""/>
          <p:cNvSpPr txBox="1"/>
          <p:nvPr/>
        </p:nvSpPr>
        <p:spPr>
          <a:xfrm>
            <a:off x="902004" y="2587879"/>
            <a:ext cx="638619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00AFEF"/>
                </a:solidFill>
                <a:latin typeface="Times New Roman"/>
                <a:cs typeface="Times New Roman"/>
              </a:rPr>
              <a:t>if</a:t>
            </a:r>
            <a:r>
              <a:rPr dirty="0" sz="2000" spc="30" b="1">
                <a:solidFill>
                  <a:srgbClr val="00AFEF"/>
                </a:solidFill>
                <a:latin typeface="Times New Roman"/>
                <a:cs typeface="Times New Roman"/>
              </a:rPr>
              <a:t> </a:t>
            </a:r>
            <a:r>
              <a:rPr dirty="0" sz="2000" spc="-10" b="1">
                <a:solidFill>
                  <a:srgbClr val="00AFEF"/>
                </a:solidFill>
                <a:latin typeface="黑体"/>
                <a:cs typeface="黑体"/>
              </a:rPr>
              <a:t>（（</a:t>
            </a:r>
            <a:r>
              <a:rPr dirty="0" sz="2000" spc="-10" b="1">
                <a:solidFill>
                  <a:srgbClr val="00AFEF"/>
                </a:solidFill>
                <a:latin typeface="Times New Roman"/>
                <a:cs typeface="Times New Roman"/>
              </a:rPr>
              <a:t>ID/EX.IR[op]==“</a:t>
            </a:r>
            <a:r>
              <a:rPr dirty="0" sz="2000" spc="-15" b="1">
                <a:solidFill>
                  <a:srgbClr val="00AFEF"/>
                </a:solidFill>
                <a:latin typeface="黑体"/>
                <a:cs typeface="黑体"/>
              </a:rPr>
              <a:t>分支指令”</a:t>
            </a:r>
            <a:r>
              <a:rPr dirty="0" sz="2000" b="1">
                <a:solidFill>
                  <a:srgbClr val="00AFEF"/>
                </a:solidFill>
                <a:latin typeface="黑体"/>
                <a:cs typeface="黑体"/>
              </a:rPr>
              <a:t>）</a:t>
            </a:r>
            <a:r>
              <a:rPr dirty="0" sz="2000" b="1">
                <a:solidFill>
                  <a:srgbClr val="00AFEF"/>
                </a:solidFill>
                <a:latin typeface="Times New Roman"/>
                <a:cs typeface="Times New Roman"/>
              </a:rPr>
              <a:t>&amp;</a:t>
            </a:r>
            <a:r>
              <a:rPr dirty="0" sz="2000" spc="-10" b="1">
                <a:solidFill>
                  <a:srgbClr val="00AFEF"/>
                </a:solidFill>
                <a:latin typeface="Times New Roman"/>
                <a:cs typeface="Times New Roman"/>
              </a:rPr>
              <a:t> EX/MEM.cond</a:t>
            </a:r>
            <a:r>
              <a:rPr dirty="0" sz="2000" spc="-10" b="1">
                <a:solidFill>
                  <a:srgbClr val="00AFEF"/>
                </a:solidFill>
                <a:latin typeface="黑体"/>
                <a:cs typeface="黑体"/>
              </a:rPr>
              <a:t>）</a:t>
            </a:r>
            <a:endParaRPr sz="2000">
              <a:latin typeface="黑体"/>
              <a:cs typeface="黑体"/>
            </a:endParaRPr>
          </a:p>
        </p:txBody>
      </p:sp>
      <p:sp>
        <p:nvSpPr>
          <p:cNvPr id="16" name="object 16" descr=""/>
          <p:cNvSpPr txBox="1"/>
          <p:nvPr/>
        </p:nvSpPr>
        <p:spPr>
          <a:xfrm>
            <a:off x="1494789" y="3106293"/>
            <a:ext cx="424624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00AFEF"/>
                </a:solidFill>
                <a:latin typeface="Times New Roman"/>
                <a:cs typeface="Times New Roman"/>
              </a:rPr>
              <a:t>{</a:t>
            </a:r>
            <a:r>
              <a:rPr dirty="0" sz="2000" spc="40" b="1">
                <a:solidFill>
                  <a:srgbClr val="00AFEF"/>
                </a:solidFill>
                <a:latin typeface="Times New Roman"/>
                <a:cs typeface="Times New Roman"/>
              </a:rPr>
              <a:t> </a:t>
            </a:r>
            <a:r>
              <a:rPr dirty="0" sz="2000" spc="-10" b="1">
                <a:solidFill>
                  <a:srgbClr val="00AFEF"/>
                </a:solidFill>
                <a:latin typeface="Times New Roman"/>
                <a:cs typeface="Times New Roman"/>
              </a:rPr>
              <a:t>MUX1_output</a:t>
            </a:r>
            <a:r>
              <a:rPr dirty="0" sz="2000" spc="-10" b="1">
                <a:solidFill>
                  <a:srgbClr val="00AFEF"/>
                </a:solidFill>
                <a:latin typeface="黑体"/>
                <a:cs typeface="黑体"/>
              </a:rPr>
              <a:t>＝</a:t>
            </a:r>
            <a:r>
              <a:rPr dirty="0" sz="2000" spc="-10" b="1">
                <a:solidFill>
                  <a:srgbClr val="00AFEF"/>
                </a:solidFill>
                <a:latin typeface="Times New Roman"/>
                <a:cs typeface="Times New Roman"/>
              </a:rPr>
              <a:t>EX/MEM.ALUo</a:t>
            </a:r>
            <a:r>
              <a:rPr dirty="0" sz="2000" spc="20" b="1">
                <a:solidFill>
                  <a:srgbClr val="00AFEF"/>
                </a:solidFill>
                <a:latin typeface="Times New Roman"/>
                <a:cs typeface="Times New Roman"/>
              </a:rPr>
              <a:t> </a:t>
            </a:r>
            <a:r>
              <a:rPr dirty="0" sz="2000" spc="-25" b="1">
                <a:solidFill>
                  <a:srgbClr val="00AFEF"/>
                </a:solidFill>
                <a:latin typeface="Times New Roman"/>
                <a:cs typeface="Times New Roman"/>
              </a:rPr>
              <a:t>}</a:t>
            </a:r>
            <a:r>
              <a:rPr dirty="0" sz="2000" spc="-25" b="1">
                <a:solidFill>
                  <a:srgbClr val="00AFEF"/>
                </a:solidFill>
                <a:latin typeface="黑体"/>
                <a:cs typeface="黑体"/>
              </a:rPr>
              <a:t>；</a:t>
            </a:r>
            <a:endParaRPr sz="2000">
              <a:latin typeface="黑体"/>
              <a:cs typeface="黑体"/>
            </a:endParaRPr>
          </a:p>
        </p:txBody>
      </p:sp>
      <p:sp>
        <p:nvSpPr>
          <p:cNvPr id="17" name="object 17" descr=""/>
          <p:cNvSpPr txBox="1"/>
          <p:nvPr/>
        </p:nvSpPr>
        <p:spPr>
          <a:xfrm>
            <a:off x="1494789" y="3624452"/>
            <a:ext cx="4244340" cy="1885950"/>
          </a:xfrm>
          <a:prstGeom prst="rect">
            <a:avLst/>
          </a:prstGeom>
        </p:spPr>
        <p:txBody>
          <a:bodyPr wrap="square" lIns="0" tIns="12700" rIns="0" bIns="0" rtlCol="0" vert="horz">
            <a:spAutoFit/>
          </a:bodyPr>
          <a:lstStyle/>
          <a:p>
            <a:pPr marL="12700">
              <a:lnSpc>
                <a:spcPct val="100000"/>
              </a:lnSpc>
              <a:spcBef>
                <a:spcPts val="100"/>
              </a:spcBef>
            </a:pPr>
            <a:r>
              <a:rPr dirty="0" sz="2000" b="1">
                <a:solidFill>
                  <a:srgbClr val="00AFEF"/>
                </a:solidFill>
                <a:latin typeface="Times New Roman"/>
                <a:cs typeface="Times New Roman"/>
              </a:rPr>
              <a:t>else</a:t>
            </a:r>
            <a:r>
              <a:rPr dirty="0" sz="2000" spc="-20" b="1">
                <a:solidFill>
                  <a:srgbClr val="00AFEF"/>
                </a:solidFill>
                <a:latin typeface="Times New Roman"/>
                <a:cs typeface="Times New Roman"/>
              </a:rPr>
              <a:t> </a:t>
            </a:r>
            <a:r>
              <a:rPr dirty="0" sz="2000" spc="-10" b="1">
                <a:solidFill>
                  <a:srgbClr val="00AFEF"/>
                </a:solidFill>
                <a:latin typeface="Times New Roman"/>
                <a:cs typeface="Times New Roman"/>
              </a:rPr>
              <a:t>MUX1_output</a:t>
            </a:r>
            <a:r>
              <a:rPr dirty="0" sz="2000" spc="-10" b="1">
                <a:solidFill>
                  <a:srgbClr val="00AFEF"/>
                </a:solidFill>
                <a:latin typeface="黑体"/>
                <a:cs typeface="黑体"/>
              </a:rPr>
              <a:t>＝</a:t>
            </a:r>
            <a:r>
              <a:rPr dirty="0" sz="2000" spc="-10" b="1">
                <a:solidFill>
                  <a:srgbClr val="00AFEF"/>
                </a:solidFill>
                <a:latin typeface="Times New Roman"/>
                <a:cs typeface="Times New Roman"/>
              </a:rPr>
              <a:t>PC+4</a:t>
            </a:r>
            <a:r>
              <a:rPr dirty="0" sz="2000" spc="-10" b="1">
                <a:solidFill>
                  <a:srgbClr val="00AFEF"/>
                </a:solidFill>
                <a:latin typeface="黑体"/>
                <a:cs typeface="黑体"/>
              </a:rPr>
              <a:t>；</a:t>
            </a:r>
            <a:endParaRPr sz="2000">
              <a:latin typeface="黑体"/>
              <a:cs typeface="黑体"/>
            </a:endParaRPr>
          </a:p>
          <a:p>
            <a:pPr marL="300355" indent="-287655">
              <a:lnSpc>
                <a:spcPct val="100000"/>
              </a:lnSpc>
              <a:spcBef>
                <a:spcPts val="1685"/>
              </a:spcBef>
              <a:buClr>
                <a:srgbClr val="4668F5"/>
              </a:buClr>
              <a:buSzPct val="60000"/>
              <a:buFont typeface="Wingdings"/>
              <a:buChar char=""/>
              <a:tabLst>
                <a:tab pos="300355" algn="l"/>
              </a:tabLst>
            </a:pPr>
            <a:r>
              <a:rPr dirty="0" sz="2000" spc="-20" b="1">
                <a:solidFill>
                  <a:srgbClr val="D50092"/>
                </a:solidFill>
                <a:latin typeface="Times New Roman"/>
                <a:cs typeface="Times New Roman"/>
              </a:rPr>
              <a:t>MUX4</a:t>
            </a:r>
            <a:endParaRPr sz="2000">
              <a:latin typeface="Times New Roman"/>
              <a:cs typeface="Times New Roman"/>
            </a:endParaRPr>
          </a:p>
          <a:p>
            <a:pPr marL="12700">
              <a:lnSpc>
                <a:spcPct val="100000"/>
              </a:lnSpc>
              <a:spcBef>
                <a:spcPts val="1680"/>
              </a:spcBef>
            </a:pPr>
            <a:r>
              <a:rPr dirty="0" sz="2000" b="1">
                <a:solidFill>
                  <a:srgbClr val="00AFEF"/>
                </a:solidFill>
                <a:latin typeface="Times New Roman"/>
                <a:cs typeface="Times New Roman"/>
              </a:rPr>
              <a:t>if</a:t>
            </a:r>
            <a:r>
              <a:rPr dirty="0" sz="2000" spc="-10" b="1">
                <a:solidFill>
                  <a:srgbClr val="00AFEF"/>
                </a:solidFill>
                <a:latin typeface="Times New Roman"/>
                <a:cs typeface="Times New Roman"/>
              </a:rPr>
              <a:t> </a:t>
            </a:r>
            <a:r>
              <a:rPr dirty="0" sz="2000" spc="-10" b="1">
                <a:solidFill>
                  <a:srgbClr val="00AFEF"/>
                </a:solidFill>
                <a:latin typeface="黑体"/>
                <a:cs typeface="黑体"/>
              </a:rPr>
              <a:t>（</a:t>
            </a:r>
            <a:r>
              <a:rPr dirty="0" sz="2000" spc="-10" b="1">
                <a:solidFill>
                  <a:srgbClr val="00AFEF"/>
                </a:solidFill>
                <a:latin typeface="Times New Roman"/>
                <a:cs typeface="Times New Roman"/>
              </a:rPr>
              <a:t>ID/EX.IR[op]==“load”</a:t>
            </a:r>
            <a:r>
              <a:rPr dirty="0" sz="2000" spc="-10" b="1">
                <a:solidFill>
                  <a:srgbClr val="00AFEF"/>
                </a:solidFill>
                <a:latin typeface="黑体"/>
                <a:cs typeface="黑体"/>
              </a:rPr>
              <a:t>）</a:t>
            </a:r>
            <a:endParaRPr sz="2000">
              <a:latin typeface="黑体"/>
              <a:cs typeface="黑体"/>
            </a:endParaRPr>
          </a:p>
          <a:p>
            <a:pPr marL="12700">
              <a:lnSpc>
                <a:spcPct val="100000"/>
              </a:lnSpc>
              <a:spcBef>
                <a:spcPts val="1680"/>
              </a:spcBef>
            </a:pPr>
            <a:r>
              <a:rPr dirty="0" sz="2000" b="1">
                <a:solidFill>
                  <a:srgbClr val="00AFEF"/>
                </a:solidFill>
                <a:latin typeface="Times New Roman"/>
                <a:cs typeface="Times New Roman"/>
              </a:rPr>
              <a:t>{</a:t>
            </a:r>
            <a:r>
              <a:rPr dirty="0" sz="2000" spc="-45" b="1">
                <a:solidFill>
                  <a:srgbClr val="00AFEF"/>
                </a:solidFill>
                <a:latin typeface="Times New Roman"/>
                <a:cs typeface="Times New Roman"/>
              </a:rPr>
              <a:t> </a:t>
            </a:r>
            <a:r>
              <a:rPr dirty="0" sz="2000" b="1">
                <a:solidFill>
                  <a:srgbClr val="00AFEF"/>
                </a:solidFill>
                <a:latin typeface="Times New Roman"/>
                <a:cs typeface="Times New Roman"/>
              </a:rPr>
              <a:t>MUX4_output</a:t>
            </a:r>
            <a:r>
              <a:rPr dirty="0" sz="2000" b="1">
                <a:solidFill>
                  <a:srgbClr val="00AFEF"/>
                </a:solidFill>
                <a:latin typeface="黑体"/>
                <a:cs typeface="黑体"/>
              </a:rPr>
              <a:t>＝</a:t>
            </a:r>
            <a:r>
              <a:rPr dirty="0" sz="2000" b="1">
                <a:solidFill>
                  <a:srgbClr val="00AFEF"/>
                </a:solidFill>
                <a:latin typeface="Times New Roman"/>
                <a:cs typeface="Times New Roman"/>
              </a:rPr>
              <a:t>MEM/WB.LMD</a:t>
            </a:r>
            <a:r>
              <a:rPr dirty="0" sz="2000" spc="-65" b="1">
                <a:solidFill>
                  <a:srgbClr val="00AFEF"/>
                </a:solidFill>
                <a:latin typeface="Times New Roman"/>
                <a:cs typeface="Times New Roman"/>
              </a:rPr>
              <a:t> </a:t>
            </a:r>
            <a:r>
              <a:rPr dirty="0" sz="2000" spc="-25" b="1">
                <a:solidFill>
                  <a:srgbClr val="00AFEF"/>
                </a:solidFill>
                <a:latin typeface="Times New Roman"/>
                <a:cs typeface="Times New Roman"/>
              </a:rPr>
              <a:t>}</a:t>
            </a:r>
            <a:r>
              <a:rPr dirty="0" sz="2000" spc="-25" b="1">
                <a:solidFill>
                  <a:srgbClr val="00AFEF"/>
                </a:solidFill>
                <a:latin typeface="黑体"/>
                <a:cs typeface="黑体"/>
              </a:rPr>
              <a:t>；</a:t>
            </a:r>
            <a:endParaRPr sz="2000">
              <a:latin typeface="黑体"/>
              <a:cs typeface="黑体"/>
            </a:endParaRPr>
          </a:p>
        </p:txBody>
      </p:sp>
      <p:sp>
        <p:nvSpPr>
          <p:cNvPr id="18" name="object 18" descr=""/>
          <p:cNvSpPr txBox="1"/>
          <p:nvPr/>
        </p:nvSpPr>
        <p:spPr>
          <a:xfrm>
            <a:off x="5863209" y="3624452"/>
            <a:ext cx="3764279"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Times New Roman"/>
                <a:cs typeface="Times New Roman"/>
              </a:rPr>
              <a:t>//MUX1_output</a:t>
            </a:r>
            <a:r>
              <a:rPr dirty="0" sz="2000" spc="-20" b="1">
                <a:solidFill>
                  <a:srgbClr val="40458B"/>
                </a:solidFill>
                <a:latin typeface="黑体"/>
                <a:cs typeface="黑体"/>
              </a:rPr>
              <a:t>表示</a:t>
            </a:r>
            <a:r>
              <a:rPr dirty="0" sz="2000" spc="-20" b="1">
                <a:solidFill>
                  <a:srgbClr val="40458B"/>
                </a:solidFill>
                <a:latin typeface="Times New Roman"/>
                <a:cs typeface="Times New Roman"/>
              </a:rPr>
              <a:t>MUX1</a:t>
            </a:r>
            <a:r>
              <a:rPr dirty="0" sz="2000" spc="-25" b="1">
                <a:solidFill>
                  <a:srgbClr val="40458B"/>
                </a:solidFill>
                <a:latin typeface="黑体"/>
                <a:cs typeface="黑体"/>
              </a:rPr>
              <a:t>的输出</a:t>
            </a:r>
            <a:endParaRPr sz="2000">
              <a:latin typeface="黑体"/>
              <a:cs typeface="黑体"/>
            </a:endParaRPr>
          </a:p>
        </p:txBody>
      </p:sp>
      <p:sp>
        <p:nvSpPr>
          <p:cNvPr id="19" name="object 19" descr=""/>
          <p:cNvSpPr txBox="1"/>
          <p:nvPr/>
        </p:nvSpPr>
        <p:spPr>
          <a:xfrm>
            <a:off x="1494789" y="5697118"/>
            <a:ext cx="4196715" cy="331470"/>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00AFEF"/>
                </a:solidFill>
                <a:latin typeface="Times New Roman"/>
                <a:cs typeface="Times New Roman"/>
              </a:rPr>
              <a:t>else</a:t>
            </a:r>
            <a:r>
              <a:rPr dirty="0" sz="2000" spc="-25" b="1">
                <a:solidFill>
                  <a:srgbClr val="00AFEF"/>
                </a:solidFill>
                <a:latin typeface="Times New Roman"/>
                <a:cs typeface="Times New Roman"/>
              </a:rPr>
              <a:t> </a:t>
            </a:r>
            <a:r>
              <a:rPr dirty="0" sz="2000" spc="-10" b="1">
                <a:solidFill>
                  <a:srgbClr val="00AFEF"/>
                </a:solidFill>
                <a:latin typeface="Times New Roman"/>
                <a:cs typeface="Times New Roman"/>
              </a:rPr>
              <a:t>MUX4_output</a:t>
            </a:r>
            <a:r>
              <a:rPr dirty="0" sz="2000" spc="-10" b="1">
                <a:solidFill>
                  <a:srgbClr val="00AFEF"/>
                </a:solidFill>
                <a:latin typeface="黑体"/>
                <a:cs typeface="黑体"/>
              </a:rPr>
              <a:t>＝</a:t>
            </a:r>
            <a:r>
              <a:rPr dirty="0" sz="2000" spc="-10" b="1">
                <a:solidFill>
                  <a:srgbClr val="00AFEF"/>
                </a:solidFill>
                <a:latin typeface="Times New Roman"/>
                <a:cs typeface="Times New Roman"/>
              </a:rPr>
              <a:t>MEM/WB.ALUo</a:t>
            </a:r>
            <a:endParaRPr sz="2000">
              <a:latin typeface="Times New Roman"/>
              <a:cs typeface="Times New Roman"/>
            </a:endParaRPr>
          </a:p>
        </p:txBody>
      </p:sp>
      <p:sp>
        <p:nvSpPr>
          <p:cNvPr id="20" name="object 20" descr=""/>
          <p:cNvSpPr txBox="1"/>
          <p:nvPr/>
        </p:nvSpPr>
        <p:spPr>
          <a:xfrm>
            <a:off x="7375017" y="5697118"/>
            <a:ext cx="3766820" cy="331470"/>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Times New Roman"/>
                <a:cs typeface="Times New Roman"/>
              </a:rPr>
              <a:t>//MUX4_output</a:t>
            </a:r>
            <a:r>
              <a:rPr dirty="0" sz="2000" spc="-15" b="1">
                <a:solidFill>
                  <a:srgbClr val="40458B"/>
                </a:solidFill>
                <a:latin typeface="黑体"/>
                <a:cs typeface="黑体"/>
              </a:rPr>
              <a:t>表示</a:t>
            </a:r>
            <a:r>
              <a:rPr dirty="0" sz="2000" spc="-20" b="1">
                <a:solidFill>
                  <a:srgbClr val="40458B"/>
                </a:solidFill>
                <a:latin typeface="Times New Roman"/>
                <a:cs typeface="Times New Roman"/>
              </a:rPr>
              <a:t>MUX4</a:t>
            </a:r>
            <a:r>
              <a:rPr dirty="0" sz="2000" spc="-25" b="1">
                <a:solidFill>
                  <a:srgbClr val="40458B"/>
                </a:solidFill>
                <a:latin typeface="黑体"/>
                <a:cs typeface="黑体"/>
              </a:rPr>
              <a:t>的输出</a:t>
            </a:r>
            <a:endParaRPr sz="2000">
              <a:latin typeface="黑体"/>
              <a:cs typeface="黑体"/>
            </a:endParaRPr>
          </a:p>
        </p:txBody>
      </p:sp>
      <p:grpSp>
        <p:nvGrpSpPr>
          <p:cNvPr id="21" name="object 21" descr=""/>
          <p:cNvGrpSpPr/>
          <p:nvPr/>
        </p:nvGrpSpPr>
        <p:grpSpPr>
          <a:xfrm>
            <a:off x="7317833" y="618840"/>
            <a:ext cx="4178300" cy="2589530"/>
            <a:chOff x="7317833" y="618840"/>
            <a:chExt cx="4178300" cy="2589530"/>
          </a:xfrm>
        </p:grpSpPr>
        <p:sp>
          <p:nvSpPr>
            <p:cNvPr id="22" name="object 22" descr=""/>
            <p:cNvSpPr/>
            <p:nvPr/>
          </p:nvSpPr>
          <p:spPr>
            <a:xfrm>
              <a:off x="8278576" y="1336626"/>
              <a:ext cx="303530" cy="1020444"/>
            </a:xfrm>
            <a:custGeom>
              <a:avLst/>
              <a:gdLst/>
              <a:ahLst/>
              <a:cxnLst/>
              <a:rect l="l" t="t" r="r" b="b"/>
              <a:pathLst>
                <a:path w="303529" h="1020444">
                  <a:moveTo>
                    <a:pt x="302943" y="0"/>
                  </a:moveTo>
                  <a:lnTo>
                    <a:pt x="0" y="0"/>
                  </a:lnTo>
                  <a:lnTo>
                    <a:pt x="0" y="1020234"/>
                  </a:lnTo>
                  <a:lnTo>
                    <a:pt x="302943" y="1020234"/>
                  </a:lnTo>
                  <a:lnTo>
                    <a:pt x="302943" y="0"/>
                  </a:lnTo>
                  <a:close/>
                </a:path>
              </a:pathLst>
            </a:custGeom>
            <a:solidFill>
              <a:srgbClr val="CCFFCC"/>
            </a:solidFill>
          </p:spPr>
          <p:txBody>
            <a:bodyPr wrap="square" lIns="0" tIns="0" rIns="0" bIns="0" rtlCol="0"/>
            <a:lstStyle/>
            <a:p/>
          </p:txBody>
        </p:sp>
        <p:sp>
          <p:nvSpPr>
            <p:cNvPr id="23" name="object 23" descr=""/>
            <p:cNvSpPr/>
            <p:nvPr/>
          </p:nvSpPr>
          <p:spPr>
            <a:xfrm>
              <a:off x="8278576" y="1336626"/>
              <a:ext cx="303530" cy="1020444"/>
            </a:xfrm>
            <a:custGeom>
              <a:avLst/>
              <a:gdLst/>
              <a:ahLst/>
              <a:cxnLst/>
              <a:rect l="l" t="t" r="r" b="b"/>
              <a:pathLst>
                <a:path w="303529" h="1020444">
                  <a:moveTo>
                    <a:pt x="0" y="1020234"/>
                  </a:moveTo>
                  <a:lnTo>
                    <a:pt x="302943" y="1020234"/>
                  </a:lnTo>
                  <a:lnTo>
                    <a:pt x="302943" y="0"/>
                  </a:lnTo>
                  <a:lnTo>
                    <a:pt x="0" y="0"/>
                  </a:lnTo>
                  <a:lnTo>
                    <a:pt x="0" y="1020234"/>
                  </a:lnTo>
                  <a:close/>
                </a:path>
              </a:pathLst>
            </a:custGeom>
            <a:ln w="10457">
              <a:solidFill>
                <a:srgbClr val="000000"/>
              </a:solidFill>
            </a:ln>
          </p:spPr>
          <p:txBody>
            <a:bodyPr wrap="square" lIns="0" tIns="0" rIns="0" bIns="0" rtlCol="0"/>
            <a:lstStyle/>
            <a:p/>
          </p:txBody>
        </p:sp>
        <p:sp>
          <p:nvSpPr>
            <p:cNvPr id="24" name="object 24" descr=""/>
            <p:cNvSpPr/>
            <p:nvPr/>
          </p:nvSpPr>
          <p:spPr>
            <a:xfrm>
              <a:off x="11249262" y="624238"/>
              <a:ext cx="241300" cy="2534285"/>
            </a:xfrm>
            <a:custGeom>
              <a:avLst/>
              <a:gdLst/>
              <a:ahLst/>
              <a:cxnLst/>
              <a:rect l="l" t="t" r="r" b="b"/>
              <a:pathLst>
                <a:path w="241300" h="2534285">
                  <a:moveTo>
                    <a:pt x="241208" y="0"/>
                  </a:moveTo>
                  <a:lnTo>
                    <a:pt x="0" y="0"/>
                  </a:lnTo>
                  <a:lnTo>
                    <a:pt x="0" y="2533881"/>
                  </a:lnTo>
                  <a:lnTo>
                    <a:pt x="241208" y="2533881"/>
                  </a:lnTo>
                  <a:lnTo>
                    <a:pt x="241208" y="0"/>
                  </a:lnTo>
                  <a:close/>
                </a:path>
              </a:pathLst>
            </a:custGeom>
            <a:solidFill>
              <a:srgbClr val="92DBFF"/>
            </a:solidFill>
          </p:spPr>
          <p:txBody>
            <a:bodyPr wrap="square" lIns="0" tIns="0" rIns="0" bIns="0" rtlCol="0"/>
            <a:lstStyle/>
            <a:p/>
          </p:txBody>
        </p:sp>
        <p:sp>
          <p:nvSpPr>
            <p:cNvPr id="25" name="object 25" descr=""/>
            <p:cNvSpPr/>
            <p:nvPr/>
          </p:nvSpPr>
          <p:spPr>
            <a:xfrm>
              <a:off x="11249262" y="624238"/>
              <a:ext cx="241300" cy="2534285"/>
            </a:xfrm>
            <a:custGeom>
              <a:avLst/>
              <a:gdLst/>
              <a:ahLst/>
              <a:cxnLst/>
              <a:rect l="l" t="t" r="r" b="b"/>
              <a:pathLst>
                <a:path w="241300" h="2534285">
                  <a:moveTo>
                    <a:pt x="0" y="2533881"/>
                  </a:moveTo>
                  <a:lnTo>
                    <a:pt x="241208" y="2533881"/>
                  </a:lnTo>
                  <a:lnTo>
                    <a:pt x="241208" y="0"/>
                  </a:lnTo>
                  <a:lnTo>
                    <a:pt x="0" y="0"/>
                  </a:lnTo>
                  <a:lnTo>
                    <a:pt x="0" y="2533881"/>
                  </a:lnTo>
                  <a:close/>
                </a:path>
              </a:pathLst>
            </a:custGeom>
            <a:ln w="10469">
              <a:solidFill>
                <a:srgbClr val="000000"/>
              </a:solidFill>
            </a:ln>
          </p:spPr>
          <p:txBody>
            <a:bodyPr wrap="square" lIns="0" tIns="0" rIns="0" bIns="0" rtlCol="0"/>
            <a:lstStyle/>
            <a:p/>
          </p:txBody>
        </p:sp>
        <p:sp>
          <p:nvSpPr>
            <p:cNvPr id="26" name="object 26" descr=""/>
            <p:cNvSpPr/>
            <p:nvPr/>
          </p:nvSpPr>
          <p:spPr>
            <a:xfrm>
              <a:off x="10024049" y="624238"/>
              <a:ext cx="241935" cy="2534285"/>
            </a:xfrm>
            <a:custGeom>
              <a:avLst/>
              <a:gdLst/>
              <a:ahLst/>
              <a:cxnLst/>
              <a:rect l="l" t="t" r="r" b="b"/>
              <a:pathLst>
                <a:path w="241934" h="2534285">
                  <a:moveTo>
                    <a:pt x="241558" y="0"/>
                  </a:moveTo>
                  <a:lnTo>
                    <a:pt x="0" y="0"/>
                  </a:lnTo>
                  <a:lnTo>
                    <a:pt x="0" y="2533881"/>
                  </a:lnTo>
                  <a:lnTo>
                    <a:pt x="241558" y="2533881"/>
                  </a:lnTo>
                  <a:lnTo>
                    <a:pt x="241558" y="0"/>
                  </a:lnTo>
                  <a:close/>
                </a:path>
              </a:pathLst>
            </a:custGeom>
            <a:solidFill>
              <a:srgbClr val="92DBFF"/>
            </a:solidFill>
          </p:spPr>
          <p:txBody>
            <a:bodyPr wrap="square" lIns="0" tIns="0" rIns="0" bIns="0" rtlCol="0"/>
            <a:lstStyle/>
            <a:p/>
          </p:txBody>
        </p:sp>
        <p:sp>
          <p:nvSpPr>
            <p:cNvPr id="27" name="object 27" descr=""/>
            <p:cNvSpPr/>
            <p:nvPr/>
          </p:nvSpPr>
          <p:spPr>
            <a:xfrm>
              <a:off x="10024049" y="624238"/>
              <a:ext cx="241935" cy="2534285"/>
            </a:xfrm>
            <a:custGeom>
              <a:avLst/>
              <a:gdLst/>
              <a:ahLst/>
              <a:cxnLst/>
              <a:rect l="l" t="t" r="r" b="b"/>
              <a:pathLst>
                <a:path w="241934" h="2534285">
                  <a:moveTo>
                    <a:pt x="0" y="2533881"/>
                  </a:moveTo>
                  <a:lnTo>
                    <a:pt x="241558" y="2533881"/>
                  </a:lnTo>
                  <a:lnTo>
                    <a:pt x="241558" y="0"/>
                  </a:lnTo>
                  <a:lnTo>
                    <a:pt x="0" y="0"/>
                  </a:lnTo>
                  <a:lnTo>
                    <a:pt x="0" y="2533881"/>
                  </a:lnTo>
                  <a:close/>
                </a:path>
              </a:pathLst>
            </a:custGeom>
            <a:ln w="10469">
              <a:solidFill>
                <a:srgbClr val="000000"/>
              </a:solidFill>
            </a:ln>
          </p:spPr>
          <p:txBody>
            <a:bodyPr wrap="square" lIns="0" tIns="0" rIns="0" bIns="0" rtlCol="0"/>
            <a:lstStyle/>
            <a:p/>
          </p:txBody>
        </p:sp>
        <p:sp>
          <p:nvSpPr>
            <p:cNvPr id="28" name="object 28" descr=""/>
            <p:cNvSpPr/>
            <p:nvPr/>
          </p:nvSpPr>
          <p:spPr>
            <a:xfrm>
              <a:off x="7323231" y="669102"/>
              <a:ext cx="241935" cy="2533650"/>
            </a:xfrm>
            <a:custGeom>
              <a:avLst/>
              <a:gdLst/>
              <a:ahLst/>
              <a:cxnLst/>
              <a:rect l="l" t="t" r="r" b="b"/>
              <a:pathLst>
                <a:path w="241934" h="2533650">
                  <a:moveTo>
                    <a:pt x="241558" y="0"/>
                  </a:moveTo>
                  <a:lnTo>
                    <a:pt x="0" y="0"/>
                  </a:lnTo>
                  <a:lnTo>
                    <a:pt x="0" y="2533595"/>
                  </a:lnTo>
                  <a:lnTo>
                    <a:pt x="241558" y="2533595"/>
                  </a:lnTo>
                  <a:lnTo>
                    <a:pt x="241558" y="0"/>
                  </a:lnTo>
                  <a:close/>
                </a:path>
              </a:pathLst>
            </a:custGeom>
            <a:solidFill>
              <a:srgbClr val="92DBFF"/>
            </a:solidFill>
          </p:spPr>
          <p:txBody>
            <a:bodyPr wrap="square" lIns="0" tIns="0" rIns="0" bIns="0" rtlCol="0"/>
            <a:lstStyle/>
            <a:p/>
          </p:txBody>
        </p:sp>
        <p:sp>
          <p:nvSpPr>
            <p:cNvPr id="29" name="object 29" descr=""/>
            <p:cNvSpPr/>
            <p:nvPr/>
          </p:nvSpPr>
          <p:spPr>
            <a:xfrm>
              <a:off x="7323231" y="669102"/>
              <a:ext cx="241935" cy="2533650"/>
            </a:xfrm>
            <a:custGeom>
              <a:avLst/>
              <a:gdLst/>
              <a:ahLst/>
              <a:cxnLst/>
              <a:rect l="l" t="t" r="r" b="b"/>
              <a:pathLst>
                <a:path w="241934" h="2533650">
                  <a:moveTo>
                    <a:pt x="0" y="2533595"/>
                  </a:moveTo>
                  <a:lnTo>
                    <a:pt x="241558" y="2533595"/>
                  </a:lnTo>
                  <a:lnTo>
                    <a:pt x="241558" y="0"/>
                  </a:lnTo>
                  <a:lnTo>
                    <a:pt x="0" y="0"/>
                  </a:lnTo>
                  <a:lnTo>
                    <a:pt x="0" y="2533595"/>
                  </a:lnTo>
                  <a:close/>
                </a:path>
              </a:pathLst>
            </a:custGeom>
            <a:ln w="10469">
              <a:solidFill>
                <a:srgbClr val="000000"/>
              </a:solidFill>
            </a:ln>
          </p:spPr>
          <p:txBody>
            <a:bodyPr wrap="square" lIns="0" tIns="0" rIns="0" bIns="0" rtlCol="0"/>
            <a:lstStyle/>
            <a:p/>
          </p:txBody>
        </p:sp>
        <p:sp>
          <p:nvSpPr>
            <p:cNvPr id="30" name="object 30" descr=""/>
            <p:cNvSpPr/>
            <p:nvPr/>
          </p:nvSpPr>
          <p:spPr>
            <a:xfrm>
              <a:off x="8737904" y="669117"/>
              <a:ext cx="241935" cy="2489200"/>
            </a:xfrm>
            <a:custGeom>
              <a:avLst/>
              <a:gdLst/>
              <a:ahLst/>
              <a:cxnLst/>
              <a:rect l="l" t="t" r="r" b="b"/>
              <a:pathLst>
                <a:path w="241934" h="2489200">
                  <a:moveTo>
                    <a:pt x="241558" y="0"/>
                  </a:moveTo>
                  <a:lnTo>
                    <a:pt x="0" y="0"/>
                  </a:lnTo>
                  <a:lnTo>
                    <a:pt x="0" y="2489002"/>
                  </a:lnTo>
                  <a:lnTo>
                    <a:pt x="241558" y="2489002"/>
                  </a:lnTo>
                  <a:lnTo>
                    <a:pt x="241558" y="0"/>
                  </a:lnTo>
                  <a:close/>
                </a:path>
              </a:pathLst>
            </a:custGeom>
            <a:solidFill>
              <a:srgbClr val="92DBFF"/>
            </a:solidFill>
          </p:spPr>
          <p:txBody>
            <a:bodyPr wrap="square" lIns="0" tIns="0" rIns="0" bIns="0" rtlCol="0"/>
            <a:lstStyle/>
            <a:p/>
          </p:txBody>
        </p:sp>
        <p:sp>
          <p:nvSpPr>
            <p:cNvPr id="31" name="object 31" descr=""/>
            <p:cNvSpPr/>
            <p:nvPr/>
          </p:nvSpPr>
          <p:spPr>
            <a:xfrm>
              <a:off x="8737904" y="669117"/>
              <a:ext cx="241935" cy="2489200"/>
            </a:xfrm>
            <a:custGeom>
              <a:avLst/>
              <a:gdLst/>
              <a:ahLst/>
              <a:cxnLst/>
              <a:rect l="l" t="t" r="r" b="b"/>
              <a:pathLst>
                <a:path w="241934" h="2489200">
                  <a:moveTo>
                    <a:pt x="0" y="2489002"/>
                  </a:moveTo>
                  <a:lnTo>
                    <a:pt x="241558" y="2489002"/>
                  </a:lnTo>
                  <a:lnTo>
                    <a:pt x="241558" y="0"/>
                  </a:lnTo>
                  <a:lnTo>
                    <a:pt x="0" y="0"/>
                  </a:lnTo>
                  <a:lnTo>
                    <a:pt x="0" y="2489002"/>
                  </a:lnTo>
                  <a:close/>
                </a:path>
              </a:pathLst>
            </a:custGeom>
            <a:ln w="10469">
              <a:solidFill>
                <a:srgbClr val="000000"/>
              </a:solidFill>
            </a:ln>
          </p:spPr>
          <p:txBody>
            <a:bodyPr wrap="square" lIns="0" tIns="0" rIns="0" bIns="0" rtlCol="0"/>
            <a:lstStyle/>
            <a:p/>
          </p:txBody>
        </p:sp>
      </p:grpSp>
      <p:sp>
        <p:nvSpPr>
          <p:cNvPr id="32" name="object 32" descr=""/>
          <p:cNvSpPr txBox="1"/>
          <p:nvPr/>
        </p:nvSpPr>
        <p:spPr>
          <a:xfrm>
            <a:off x="11065718" y="422354"/>
            <a:ext cx="58674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MEM/WB</a:t>
            </a:r>
            <a:endParaRPr sz="1000">
              <a:latin typeface="Times New Roman"/>
              <a:cs typeface="Times New Roman"/>
            </a:endParaRPr>
          </a:p>
        </p:txBody>
      </p:sp>
      <p:sp>
        <p:nvSpPr>
          <p:cNvPr id="33" name="object 33" descr=""/>
          <p:cNvSpPr txBox="1"/>
          <p:nvPr/>
        </p:nvSpPr>
        <p:spPr>
          <a:xfrm>
            <a:off x="8348821" y="1402240"/>
            <a:ext cx="157480" cy="440690"/>
          </a:xfrm>
          <a:prstGeom prst="rect">
            <a:avLst/>
          </a:prstGeom>
        </p:spPr>
        <p:txBody>
          <a:bodyPr wrap="square" lIns="0" tIns="38735" rIns="0" bIns="0" rtlCol="0" vert="horz">
            <a:spAutoFit/>
          </a:bodyPr>
          <a:lstStyle/>
          <a:p>
            <a:pPr algn="just" marL="12700" marR="5080">
              <a:lnSpc>
                <a:spcPts val="1019"/>
              </a:lnSpc>
              <a:spcBef>
                <a:spcPts val="305"/>
              </a:spcBef>
            </a:pPr>
            <a:r>
              <a:rPr dirty="0" sz="1000" spc="-50">
                <a:latin typeface="宋体"/>
                <a:cs typeface="宋体"/>
              </a:rPr>
              <a:t>通用寄</a:t>
            </a:r>
            <a:endParaRPr sz="1000">
              <a:latin typeface="宋体"/>
              <a:cs typeface="宋体"/>
            </a:endParaRPr>
          </a:p>
        </p:txBody>
      </p:sp>
      <p:sp>
        <p:nvSpPr>
          <p:cNvPr id="34" name="object 34" descr=""/>
          <p:cNvSpPr txBox="1"/>
          <p:nvPr/>
        </p:nvSpPr>
        <p:spPr>
          <a:xfrm>
            <a:off x="8348821" y="2050422"/>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宋体"/>
                <a:cs typeface="宋体"/>
              </a:rPr>
              <a:t>组</a:t>
            </a:r>
            <a:endParaRPr sz="1000">
              <a:latin typeface="宋体"/>
              <a:cs typeface="宋体"/>
            </a:endParaRPr>
          </a:p>
        </p:txBody>
      </p:sp>
      <p:sp>
        <p:nvSpPr>
          <p:cNvPr id="35" name="object 35" descr=""/>
          <p:cNvSpPr txBox="1"/>
          <p:nvPr/>
        </p:nvSpPr>
        <p:spPr>
          <a:xfrm>
            <a:off x="9674242" y="1731467"/>
            <a:ext cx="171450" cy="29210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ALU</a:t>
            </a:r>
            <a:endParaRPr sz="1000">
              <a:latin typeface="Times New Roman"/>
              <a:cs typeface="Times New Roman"/>
            </a:endParaRPr>
          </a:p>
        </p:txBody>
      </p:sp>
      <p:sp>
        <p:nvSpPr>
          <p:cNvPr id="36" name="object 36" descr=""/>
          <p:cNvSpPr txBox="1"/>
          <p:nvPr/>
        </p:nvSpPr>
        <p:spPr>
          <a:xfrm>
            <a:off x="6104578" y="1642694"/>
            <a:ext cx="180340" cy="397510"/>
          </a:xfrm>
          <a:prstGeom prst="rect">
            <a:avLst/>
          </a:prstGeom>
          <a:solidFill>
            <a:srgbClr val="92DBFF"/>
          </a:solidFill>
          <a:ln w="10442">
            <a:solidFill>
              <a:srgbClr val="000000"/>
            </a:solidFill>
          </a:ln>
        </p:spPr>
        <p:txBody>
          <a:bodyPr wrap="square" lIns="0" tIns="102870" rIns="0" bIns="0" rtlCol="0" vert="horz">
            <a:spAutoFit/>
          </a:bodyPr>
          <a:lstStyle/>
          <a:p>
            <a:pPr marL="5715">
              <a:lnSpc>
                <a:spcPct val="100000"/>
              </a:lnSpc>
              <a:spcBef>
                <a:spcPts val="810"/>
              </a:spcBef>
            </a:pPr>
            <a:r>
              <a:rPr dirty="0" sz="1000" spc="-25">
                <a:latin typeface="Times New Roman"/>
                <a:cs typeface="Times New Roman"/>
              </a:rPr>
              <a:t>PC</a:t>
            </a:r>
            <a:endParaRPr sz="1000">
              <a:latin typeface="Times New Roman"/>
              <a:cs typeface="Times New Roman"/>
            </a:endParaRPr>
          </a:p>
        </p:txBody>
      </p:sp>
      <p:sp>
        <p:nvSpPr>
          <p:cNvPr id="37" name="object 37" descr=""/>
          <p:cNvSpPr txBox="1"/>
          <p:nvPr/>
        </p:nvSpPr>
        <p:spPr>
          <a:xfrm>
            <a:off x="9319971" y="1013597"/>
            <a:ext cx="333375" cy="219075"/>
          </a:xfrm>
          <a:prstGeom prst="rect">
            <a:avLst/>
          </a:prstGeom>
          <a:ln w="10352">
            <a:solidFill>
              <a:srgbClr val="000000"/>
            </a:solidFill>
          </a:ln>
        </p:spPr>
        <p:txBody>
          <a:bodyPr wrap="square" lIns="0" tIns="36830" rIns="0" bIns="0" rtlCol="0" vert="horz">
            <a:spAutoFit/>
          </a:bodyPr>
          <a:lstStyle/>
          <a:p>
            <a:pPr marL="74295">
              <a:lnSpc>
                <a:spcPct val="100000"/>
              </a:lnSpc>
              <a:spcBef>
                <a:spcPts val="290"/>
              </a:spcBef>
            </a:pPr>
            <a:r>
              <a:rPr dirty="0" sz="1000" spc="-25">
                <a:latin typeface="Times New Roman"/>
                <a:cs typeface="Times New Roman"/>
              </a:rPr>
              <a:t>=0?</a:t>
            </a:r>
            <a:endParaRPr sz="1000">
              <a:latin typeface="Times New Roman"/>
              <a:cs typeface="Times New Roman"/>
            </a:endParaRPr>
          </a:p>
        </p:txBody>
      </p:sp>
      <p:sp>
        <p:nvSpPr>
          <p:cNvPr id="38" name="object 38" descr=""/>
          <p:cNvSpPr txBox="1"/>
          <p:nvPr/>
        </p:nvSpPr>
        <p:spPr>
          <a:xfrm>
            <a:off x="6550831" y="886362"/>
            <a:ext cx="171450" cy="30607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ADD</a:t>
            </a:r>
            <a:endParaRPr sz="1000">
              <a:latin typeface="Times New Roman"/>
              <a:cs typeface="Times New Roman"/>
            </a:endParaRPr>
          </a:p>
        </p:txBody>
      </p:sp>
      <p:sp>
        <p:nvSpPr>
          <p:cNvPr id="39" name="object 39" descr=""/>
          <p:cNvSpPr txBox="1"/>
          <p:nvPr/>
        </p:nvSpPr>
        <p:spPr>
          <a:xfrm>
            <a:off x="7971272" y="2474623"/>
            <a:ext cx="135890" cy="155575"/>
          </a:xfrm>
          <a:prstGeom prst="rect">
            <a:avLst/>
          </a:prstGeom>
        </p:spPr>
        <p:txBody>
          <a:bodyPr wrap="square" lIns="0" tIns="12700" rIns="0" bIns="0" rtlCol="0" vert="horz">
            <a:spAutoFit/>
          </a:bodyPr>
          <a:lstStyle/>
          <a:p>
            <a:pPr marL="12700">
              <a:lnSpc>
                <a:spcPct val="100000"/>
              </a:lnSpc>
              <a:spcBef>
                <a:spcPts val="100"/>
              </a:spcBef>
            </a:pPr>
            <a:r>
              <a:rPr dirty="0" sz="850" spc="-25">
                <a:latin typeface="Times New Roman"/>
                <a:cs typeface="Times New Roman"/>
              </a:rPr>
              <a:t>16</a:t>
            </a:r>
            <a:endParaRPr sz="850">
              <a:latin typeface="Times New Roman"/>
              <a:cs typeface="Times New Roman"/>
            </a:endParaRPr>
          </a:p>
        </p:txBody>
      </p:sp>
      <p:sp>
        <p:nvSpPr>
          <p:cNvPr id="40" name="object 40" descr=""/>
          <p:cNvSpPr txBox="1"/>
          <p:nvPr/>
        </p:nvSpPr>
        <p:spPr>
          <a:xfrm>
            <a:off x="8169048" y="2427135"/>
            <a:ext cx="530225" cy="431165"/>
          </a:xfrm>
          <a:prstGeom prst="rect">
            <a:avLst/>
          </a:prstGeom>
        </p:spPr>
        <p:txBody>
          <a:bodyPr wrap="square" lIns="0" tIns="15240" rIns="0" bIns="0" rtlCol="0" vert="horz">
            <a:spAutoFit/>
          </a:bodyPr>
          <a:lstStyle/>
          <a:p>
            <a:pPr marL="43815">
              <a:lnSpc>
                <a:spcPts val="1090"/>
              </a:lnSpc>
              <a:spcBef>
                <a:spcPts val="120"/>
              </a:spcBef>
            </a:pPr>
            <a:r>
              <a:rPr dirty="0" sz="1000" spc="40">
                <a:latin typeface="宋体"/>
                <a:cs typeface="宋体"/>
              </a:rPr>
              <a:t>符号 </a:t>
            </a:r>
            <a:r>
              <a:rPr dirty="0" baseline="-9803" sz="1275" spc="-37">
                <a:latin typeface="Times New Roman"/>
                <a:cs typeface="Times New Roman"/>
              </a:rPr>
              <a:t>32</a:t>
            </a:r>
            <a:endParaRPr baseline="-9803" sz="1275">
              <a:latin typeface="Times New Roman"/>
              <a:cs typeface="Times New Roman"/>
            </a:endParaRPr>
          </a:p>
          <a:p>
            <a:pPr marL="38100" marR="221615" indent="84455">
              <a:lnSpc>
                <a:spcPts val="990"/>
              </a:lnSpc>
              <a:spcBef>
                <a:spcPts val="95"/>
              </a:spcBef>
            </a:pPr>
            <a:r>
              <a:rPr dirty="0" sz="1000" spc="-50">
                <a:latin typeface="宋体"/>
                <a:cs typeface="宋体"/>
              </a:rPr>
              <a:t>位</a:t>
            </a:r>
            <a:r>
              <a:rPr dirty="0" sz="1000" spc="-25">
                <a:latin typeface="宋体"/>
                <a:cs typeface="宋体"/>
              </a:rPr>
              <a:t>扩展</a:t>
            </a:r>
            <a:endParaRPr sz="1000">
              <a:latin typeface="宋体"/>
              <a:cs typeface="宋体"/>
            </a:endParaRPr>
          </a:p>
        </p:txBody>
      </p:sp>
      <p:sp>
        <p:nvSpPr>
          <p:cNvPr id="41" name="object 41" descr=""/>
          <p:cNvSpPr txBox="1"/>
          <p:nvPr/>
        </p:nvSpPr>
        <p:spPr>
          <a:xfrm>
            <a:off x="6214283" y="801604"/>
            <a:ext cx="9144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4</a:t>
            </a:r>
            <a:endParaRPr sz="1000">
              <a:latin typeface="Times New Roman"/>
              <a:cs typeface="Times New Roman"/>
            </a:endParaRPr>
          </a:p>
        </p:txBody>
      </p:sp>
      <p:sp>
        <p:nvSpPr>
          <p:cNvPr id="42" name="object 42" descr=""/>
          <p:cNvSpPr/>
          <p:nvPr/>
        </p:nvSpPr>
        <p:spPr>
          <a:xfrm>
            <a:off x="6557010" y="981059"/>
            <a:ext cx="31115" cy="133985"/>
          </a:xfrm>
          <a:custGeom>
            <a:avLst/>
            <a:gdLst/>
            <a:ahLst/>
            <a:cxnLst/>
            <a:rect l="l" t="t" r="r" b="b"/>
            <a:pathLst>
              <a:path w="31115" h="133984">
                <a:moveTo>
                  <a:pt x="30692" y="0"/>
                </a:moveTo>
                <a:lnTo>
                  <a:pt x="0" y="0"/>
                </a:lnTo>
                <a:lnTo>
                  <a:pt x="0" y="133365"/>
                </a:lnTo>
                <a:lnTo>
                  <a:pt x="30692" y="133365"/>
                </a:lnTo>
                <a:lnTo>
                  <a:pt x="30692" y="0"/>
                </a:lnTo>
                <a:close/>
              </a:path>
            </a:pathLst>
          </a:custGeom>
          <a:solidFill>
            <a:srgbClr val="FFFFFF"/>
          </a:solidFill>
        </p:spPr>
        <p:txBody>
          <a:bodyPr wrap="square" lIns="0" tIns="0" rIns="0" bIns="0" rtlCol="0"/>
          <a:lstStyle/>
          <a:p/>
        </p:txBody>
      </p:sp>
      <p:grpSp>
        <p:nvGrpSpPr>
          <p:cNvPr id="43" name="object 43" descr=""/>
          <p:cNvGrpSpPr/>
          <p:nvPr/>
        </p:nvGrpSpPr>
        <p:grpSpPr>
          <a:xfrm>
            <a:off x="6497444" y="174450"/>
            <a:ext cx="3961129" cy="2629535"/>
            <a:chOff x="6497444" y="174450"/>
            <a:chExt cx="3961129" cy="2629535"/>
          </a:xfrm>
        </p:grpSpPr>
        <p:sp>
          <p:nvSpPr>
            <p:cNvPr id="44" name="object 44" descr=""/>
            <p:cNvSpPr/>
            <p:nvPr/>
          </p:nvSpPr>
          <p:spPr>
            <a:xfrm>
              <a:off x="7353916" y="1603650"/>
              <a:ext cx="180340" cy="442595"/>
            </a:xfrm>
            <a:custGeom>
              <a:avLst/>
              <a:gdLst/>
              <a:ahLst/>
              <a:cxnLst/>
              <a:rect l="l" t="t" r="r" b="b"/>
              <a:pathLst>
                <a:path w="180340" h="442594">
                  <a:moveTo>
                    <a:pt x="180174" y="0"/>
                  </a:moveTo>
                  <a:lnTo>
                    <a:pt x="0" y="0"/>
                  </a:lnTo>
                  <a:lnTo>
                    <a:pt x="0" y="442196"/>
                  </a:lnTo>
                  <a:lnTo>
                    <a:pt x="180174" y="442196"/>
                  </a:lnTo>
                  <a:lnTo>
                    <a:pt x="180174" y="0"/>
                  </a:lnTo>
                  <a:close/>
                </a:path>
              </a:pathLst>
            </a:custGeom>
            <a:solidFill>
              <a:srgbClr val="FFFFFF"/>
            </a:solidFill>
          </p:spPr>
          <p:txBody>
            <a:bodyPr wrap="square" lIns="0" tIns="0" rIns="0" bIns="0" rtlCol="0"/>
            <a:lstStyle/>
            <a:p/>
          </p:txBody>
        </p:sp>
        <p:sp>
          <p:nvSpPr>
            <p:cNvPr id="45" name="object 45" descr=""/>
            <p:cNvSpPr/>
            <p:nvPr/>
          </p:nvSpPr>
          <p:spPr>
            <a:xfrm>
              <a:off x="7353916" y="1603650"/>
              <a:ext cx="180340" cy="442595"/>
            </a:xfrm>
            <a:custGeom>
              <a:avLst/>
              <a:gdLst/>
              <a:ahLst/>
              <a:cxnLst/>
              <a:rect l="l" t="t" r="r" b="b"/>
              <a:pathLst>
                <a:path w="180340" h="442594">
                  <a:moveTo>
                    <a:pt x="0" y="442196"/>
                  </a:moveTo>
                  <a:lnTo>
                    <a:pt x="180174" y="442196"/>
                  </a:lnTo>
                  <a:lnTo>
                    <a:pt x="180174" y="0"/>
                  </a:lnTo>
                  <a:lnTo>
                    <a:pt x="0" y="0"/>
                  </a:lnTo>
                  <a:lnTo>
                    <a:pt x="0" y="442196"/>
                  </a:lnTo>
                  <a:close/>
                </a:path>
              </a:pathLst>
            </a:custGeom>
            <a:ln w="10446">
              <a:solidFill>
                <a:srgbClr val="000000"/>
              </a:solidFill>
            </a:ln>
          </p:spPr>
          <p:txBody>
            <a:bodyPr wrap="square" lIns="0" tIns="0" rIns="0" bIns="0" rtlCol="0"/>
            <a:lstStyle/>
            <a:p/>
          </p:txBody>
        </p:sp>
        <p:sp>
          <p:nvSpPr>
            <p:cNvPr id="46" name="object 46" descr=""/>
            <p:cNvSpPr/>
            <p:nvPr/>
          </p:nvSpPr>
          <p:spPr>
            <a:xfrm>
              <a:off x="8768662" y="1603722"/>
              <a:ext cx="180340" cy="264160"/>
            </a:xfrm>
            <a:custGeom>
              <a:avLst/>
              <a:gdLst/>
              <a:ahLst/>
              <a:cxnLst/>
              <a:rect l="l" t="t" r="r" b="b"/>
              <a:pathLst>
                <a:path w="180340" h="264160">
                  <a:moveTo>
                    <a:pt x="180174" y="0"/>
                  </a:moveTo>
                  <a:lnTo>
                    <a:pt x="0" y="0"/>
                  </a:lnTo>
                  <a:lnTo>
                    <a:pt x="0" y="263898"/>
                  </a:lnTo>
                  <a:lnTo>
                    <a:pt x="180174" y="263898"/>
                  </a:lnTo>
                  <a:lnTo>
                    <a:pt x="180174" y="0"/>
                  </a:lnTo>
                  <a:close/>
                </a:path>
              </a:pathLst>
            </a:custGeom>
            <a:solidFill>
              <a:srgbClr val="FFFFFF"/>
            </a:solidFill>
          </p:spPr>
          <p:txBody>
            <a:bodyPr wrap="square" lIns="0" tIns="0" rIns="0" bIns="0" rtlCol="0"/>
            <a:lstStyle/>
            <a:p/>
          </p:txBody>
        </p:sp>
        <p:sp>
          <p:nvSpPr>
            <p:cNvPr id="47" name="object 47" descr=""/>
            <p:cNvSpPr/>
            <p:nvPr/>
          </p:nvSpPr>
          <p:spPr>
            <a:xfrm>
              <a:off x="8768662" y="1603722"/>
              <a:ext cx="180340" cy="264160"/>
            </a:xfrm>
            <a:custGeom>
              <a:avLst/>
              <a:gdLst/>
              <a:ahLst/>
              <a:cxnLst/>
              <a:rect l="l" t="t" r="r" b="b"/>
              <a:pathLst>
                <a:path w="180340" h="264160">
                  <a:moveTo>
                    <a:pt x="0" y="263898"/>
                  </a:moveTo>
                  <a:lnTo>
                    <a:pt x="180174" y="263898"/>
                  </a:lnTo>
                  <a:lnTo>
                    <a:pt x="180174" y="0"/>
                  </a:lnTo>
                  <a:lnTo>
                    <a:pt x="0" y="0"/>
                  </a:lnTo>
                  <a:lnTo>
                    <a:pt x="0" y="263898"/>
                  </a:lnTo>
                  <a:close/>
                </a:path>
              </a:pathLst>
            </a:custGeom>
            <a:ln w="10416">
              <a:solidFill>
                <a:srgbClr val="000000"/>
              </a:solidFill>
            </a:ln>
          </p:spPr>
          <p:txBody>
            <a:bodyPr wrap="square" lIns="0" tIns="0" rIns="0" bIns="0" rtlCol="0"/>
            <a:lstStyle/>
            <a:p/>
          </p:txBody>
        </p:sp>
        <p:sp>
          <p:nvSpPr>
            <p:cNvPr id="48" name="object 48" descr=""/>
            <p:cNvSpPr/>
            <p:nvPr/>
          </p:nvSpPr>
          <p:spPr>
            <a:xfrm>
              <a:off x="8768662" y="2004523"/>
              <a:ext cx="180340" cy="264160"/>
            </a:xfrm>
            <a:custGeom>
              <a:avLst/>
              <a:gdLst/>
              <a:ahLst/>
              <a:cxnLst/>
              <a:rect l="l" t="t" r="r" b="b"/>
              <a:pathLst>
                <a:path w="180340" h="264160">
                  <a:moveTo>
                    <a:pt x="180174" y="0"/>
                  </a:moveTo>
                  <a:lnTo>
                    <a:pt x="0" y="0"/>
                  </a:lnTo>
                  <a:lnTo>
                    <a:pt x="0" y="263554"/>
                  </a:lnTo>
                  <a:lnTo>
                    <a:pt x="180174" y="263554"/>
                  </a:lnTo>
                  <a:lnTo>
                    <a:pt x="180174" y="0"/>
                  </a:lnTo>
                  <a:close/>
                </a:path>
              </a:pathLst>
            </a:custGeom>
            <a:solidFill>
              <a:srgbClr val="FFFFFF"/>
            </a:solidFill>
          </p:spPr>
          <p:txBody>
            <a:bodyPr wrap="square" lIns="0" tIns="0" rIns="0" bIns="0" rtlCol="0"/>
            <a:lstStyle/>
            <a:p/>
          </p:txBody>
        </p:sp>
        <p:sp>
          <p:nvSpPr>
            <p:cNvPr id="49" name="object 49" descr=""/>
            <p:cNvSpPr/>
            <p:nvPr/>
          </p:nvSpPr>
          <p:spPr>
            <a:xfrm>
              <a:off x="8768662" y="2004523"/>
              <a:ext cx="180340" cy="264160"/>
            </a:xfrm>
            <a:custGeom>
              <a:avLst/>
              <a:gdLst/>
              <a:ahLst/>
              <a:cxnLst/>
              <a:rect l="l" t="t" r="r" b="b"/>
              <a:pathLst>
                <a:path w="180340" h="264160">
                  <a:moveTo>
                    <a:pt x="0" y="263554"/>
                  </a:moveTo>
                  <a:lnTo>
                    <a:pt x="180174" y="263554"/>
                  </a:lnTo>
                  <a:lnTo>
                    <a:pt x="180174" y="0"/>
                  </a:lnTo>
                  <a:lnTo>
                    <a:pt x="0" y="0"/>
                  </a:lnTo>
                  <a:lnTo>
                    <a:pt x="0" y="263554"/>
                  </a:lnTo>
                  <a:close/>
                </a:path>
              </a:pathLst>
            </a:custGeom>
            <a:ln w="10416">
              <a:solidFill>
                <a:srgbClr val="000000"/>
              </a:solidFill>
            </a:ln>
          </p:spPr>
          <p:txBody>
            <a:bodyPr wrap="square" lIns="0" tIns="0" rIns="0" bIns="0" rtlCol="0"/>
            <a:lstStyle/>
            <a:p/>
          </p:txBody>
        </p:sp>
        <p:sp>
          <p:nvSpPr>
            <p:cNvPr id="50" name="object 50" descr=""/>
            <p:cNvSpPr/>
            <p:nvPr/>
          </p:nvSpPr>
          <p:spPr>
            <a:xfrm>
              <a:off x="8768662" y="2489520"/>
              <a:ext cx="180340" cy="308610"/>
            </a:xfrm>
            <a:custGeom>
              <a:avLst/>
              <a:gdLst/>
              <a:ahLst/>
              <a:cxnLst/>
              <a:rect l="l" t="t" r="r" b="b"/>
              <a:pathLst>
                <a:path w="180340" h="308610">
                  <a:moveTo>
                    <a:pt x="180174" y="0"/>
                  </a:moveTo>
                  <a:lnTo>
                    <a:pt x="0" y="0"/>
                  </a:lnTo>
                  <a:lnTo>
                    <a:pt x="0" y="308476"/>
                  </a:lnTo>
                  <a:lnTo>
                    <a:pt x="180174" y="308476"/>
                  </a:lnTo>
                  <a:lnTo>
                    <a:pt x="180174" y="0"/>
                  </a:lnTo>
                  <a:close/>
                </a:path>
              </a:pathLst>
            </a:custGeom>
            <a:solidFill>
              <a:srgbClr val="FFFFFF"/>
            </a:solidFill>
          </p:spPr>
          <p:txBody>
            <a:bodyPr wrap="square" lIns="0" tIns="0" rIns="0" bIns="0" rtlCol="0"/>
            <a:lstStyle/>
            <a:p/>
          </p:txBody>
        </p:sp>
        <p:sp>
          <p:nvSpPr>
            <p:cNvPr id="51" name="object 51" descr=""/>
            <p:cNvSpPr/>
            <p:nvPr/>
          </p:nvSpPr>
          <p:spPr>
            <a:xfrm>
              <a:off x="6502841" y="179847"/>
              <a:ext cx="3950335" cy="2618740"/>
            </a:xfrm>
            <a:custGeom>
              <a:avLst/>
              <a:gdLst/>
              <a:ahLst/>
              <a:cxnLst/>
              <a:rect l="l" t="t" r="r" b="b"/>
              <a:pathLst>
                <a:path w="3950334" h="2618740">
                  <a:moveTo>
                    <a:pt x="2265820" y="2618148"/>
                  </a:moveTo>
                  <a:lnTo>
                    <a:pt x="2445994" y="2618148"/>
                  </a:lnTo>
                  <a:lnTo>
                    <a:pt x="2445994" y="2309672"/>
                  </a:lnTo>
                  <a:lnTo>
                    <a:pt x="2265820" y="2309672"/>
                  </a:lnTo>
                  <a:lnTo>
                    <a:pt x="2265820" y="2618148"/>
                  </a:lnTo>
                  <a:close/>
                </a:path>
                <a:path w="3950334" h="2618740">
                  <a:moveTo>
                    <a:pt x="0" y="577980"/>
                  </a:moveTo>
                  <a:lnTo>
                    <a:pt x="214124" y="711471"/>
                  </a:lnTo>
                </a:path>
                <a:path w="3950334" h="2618740">
                  <a:moveTo>
                    <a:pt x="214124" y="1023474"/>
                  </a:moveTo>
                  <a:lnTo>
                    <a:pt x="0" y="1156822"/>
                  </a:lnTo>
                </a:path>
                <a:path w="3950334" h="2618740">
                  <a:moveTo>
                    <a:pt x="214124" y="711471"/>
                  </a:moveTo>
                  <a:lnTo>
                    <a:pt x="214124" y="1023474"/>
                  </a:lnTo>
                </a:path>
                <a:path w="3950334" h="2618740">
                  <a:moveTo>
                    <a:pt x="0" y="577980"/>
                  </a:moveTo>
                  <a:lnTo>
                    <a:pt x="0" y="756350"/>
                  </a:lnTo>
                </a:path>
                <a:path w="3950334" h="2618740">
                  <a:moveTo>
                    <a:pt x="0" y="978452"/>
                  </a:moveTo>
                  <a:lnTo>
                    <a:pt x="0" y="1156822"/>
                  </a:lnTo>
                </a:path>
                <a:path w="3950334" h="2618740">
                  <a:moveTo>
                    <a:pt x="0" y="978452"/>
                  </a:moveTo>
                  <a:lnTo>
                    <a:pt x="61034" y="845105"/>
                  </a:lnTo>
                </a:path>
                <a:path w="3950334" h="2618740">
                  <a:moveTo>
                    <a:pt x="0" y="756350"/>
                  </a:moveTo>
                  <a:lnTo>
                    <a:pt x="61034" y="889697"/>
                  </a:lnTo>
                </a:path>
                <a:path w="3950334" h="2618740">
                  <a:moveTo>
                    <a:pt x="3950215" y="0"/>
                  </a:moveTo>
                  <a:lnTo>
                    <a:pt x="244823" y="0"/>
                  </a:lnTo>
                </a:path>
              </a:pathLst>
            </a:custGeom>
            <a:ln w="10385">
              <a:solidFill>
                <a:srgbClr val="000000"/>
              </a:solidFill>
            </a:ln>
          </p:spPr>
          <p:txBody>
            <a:bodyPr wrap="square" lIns="0" tIns="0" rIns="0" bIns="0" rtlCol="0"/>
            <a:lstStyle/>
            <a:p/>
          </p:txBody>
        </p:sp>
      </p:grpSp>
      <p:sp>
        <p:nvSpPr>
          <p:cNvPr id="52" name="object 52" descr=""/>
          <p:cNvSpPr txBox="1"/>
          <p:nvPr/>
        </p:nvSpPr>
        <p:spPr>
          <a:xfrm>
            <a:off x="10636584" y="1737442"/>
            <a:ext cx="456565" cy="575945"/>
          </a:xfrm>
          <a:prstGeom prst="rect">
            <a:avLst/>
          </a:prstGeom>
          <a:solidFill>
            <a:srgbClr val="CCFFCC"/>
          </a:solidFill>
          <a:ln w="10406">
            <a:solidFill>
              <a:srgbClr val="000000"/>
            </a:solidFill>
          </a:ln>
        </p:spPr>
        <p:txBody>
          <a:bodyPr wrap="square" lIns="0" tIns="26034" rIns="0" bIns="0" rtlCol="0" vert="horz">
            <a:spAutoFit/>
          </a:bodyPr>
          <a:lstStyle/>
          <a:p>
            <a:pPr marL="25400" marR="29209" indent="79375">
              <a:lnSpc>
                <a:spcPct val="141300"/>
              </a:lnSpc>
              <a:spcBef>
                <a:spcPts val="204"/>
              </a:spcBef>
            </a:pPr>
            <a:r>
              <a:rPr dirty="0" sz="1000" spc="-25">
                <a:latin typeface="宋体"/>
                <a:cs typeface="宋体"/>
              </a:rPr>
              <a:t>数据</a:t>
            </a:r>
            <a:r>
              <a:rPr dirty="0" sz="1000" spc="-20">
                <a:latin typeface="宋体"/>
                <a:cs typeface="宋体"/>
              </a:rPr>
              <a:t>存储器</a:t>
            </a:r>
            <a:endParaRPr sz="1000">
              <a:latin typeface="宋体"/>
              <a:cs typeface="宋体"/>
            </a:endParaRPr>
          </a:p>
        </p:txBody>
      </p:sp>
      <p:grpSp>
        <p:nvGrpSpPr>
          <p:cNvPr id="53" name="object 53" descr=""/>
          <p:cNvGrpSpPr/>
          <p:nvPr/>
        </p:nvGrpSpPr>
        <p:grpSpPr>
          <a:xfrm>
            <a:off x="9651453" y="1078435"/>
            <a:ext cx="374015" cy="73660"/>
            <a:chOff x="9651453" y="1078435"/>
            <a:chExt cx="374015" cy="73660"/>
          </a:xfrm>
        </p:grpSpPr>
        <p:sp>
          <p:nvSpPr>
            <p:cNvPr id="54" name="object 54" descr=""/>
            <p:cNvSpPr/>
            <p:nvPr/>
          </p:nvSpPr>
          <p:spPr>
            <a:xfrm>
              <a:off x="9656851" y="1114424"/>
              <a:ext cx="291465" cy="0"/>
            </a:xfrm>
            <a:custGeom>
              <a:avLst/>
              <a:gdLst/>
              <a:ahLst/>
              <a:cxnLst/>
              <a:rect l="l" t="t" r="r" b="b"/>
              <a:pathLst>
                <a:path w="291465" h="0">
                  <a:moveTo>
                    <a:pt x="0" y="0"/>
                  </a:moveTo>
                  <a:lnTo>
                    <a:pt x="291398" y="0"/>
                  </a:lnTo>
                </a:path>
              </a:pathLst>
            </a:custGeom>
            <a:ln w="10299">
              <a:solidFill>
                <a:srgbClr val="000000"/>
              </a:solidFill>
            </a:ln>
          </p:spPr>
          <p:txBody>
            <a:bodyPr wrap="square" lIns="0" tIns="0" rIns="0" bIns="0" rtlCol="0"/>
            <a:lstStyle/>
            <a:p/>
          </p:txBody>
        </p:sp>
        <p:sp>
          <p:nvSpPr>
            <p:cNvPr id="55" name="object 55" descr=""/>
            <p:cNvSpPr/>
            <p:nvPr/>
          </p:nvSpPr>
          <p:spPr>
            <a:xfrm>
              <a:off x="9909619" y="1078435"/>
              <a:ext cx="116205" cy="73660"/>
            </a:xfrm>
            <a:custGeom>
              <a:avLst/>
              <a:gdLst/>
              <a:ahLst/>
              <a:cxnLst/>
              <a:rect l="l" t="t" r="r" b="b"/>
              <a:pathLst>
                <a:path w="116204" h="73659">
                  <a:moveTo>
                    <a:pt x="0" y="0"/>
                  </a:moveTo>
                  <a:lnTo>
                    <a:pt x="36880" y="36706"/>
                  </a:lnTo>
                  <a:lnTo>
                    <a:pt x="0" y="73125"/>
                  </a:lnTo>
                  <a:lnTo>
                    <a:pt x="115597" y="36706"/>
                  </a:lnTo>
                  <a:lnTo>
                    <a:pt x="0" y="0"/>
                  </a:lnTo>
                  <a:close/>
                </a:path>
              </a:pathLst>
            </a:custGeom>
            <a:solidFill>
              <a:srgbClr val="000000"/>
            </a:solidFill>
          </p:spPr>
          <p:txBody>
            <a:bodyPr wrap="square" lIns="0" tIns="0" rIns="0" bIns="0" rtlCol="0"/>
            <a:lstStyle/>
            <a:p/>
          </p:txBody>
        </p:sp>
      </p:grpSp>
      <p:sp>
        <p:nvSpPr>
          <p:cNvPr id="56" name="object 56" descr=""/>
          <p:cNvSpPr txBox="1"/>
          <p:nvPr/>
        </p:nvSpPr>
        <p:spPr>
          <a:xfrm>
            <a:off x="9687882" y="781818"/>
            <a:ext cx="287655" cy="314325"/>
          </a:xfrm>
          <a:prstGeom prst="rect">
            <a:avLst/>
          </a:prstGeom>
        </p:spPr>
        <p:txBody>
          <a:bodyPr wrap="square" lIns="0" tIns="35560" rIns="0" bIns="0" rtlCol="0" vert="horz">
            <a:spAutoFit/>
          </a:bodyPr>
          <a:lstStyle/>
          <a:p>
            <a:pPr marL="12700" marR="5080">
              <a:lnSpc>
                <a:spcPts val="1050"/>
              </a:lnSpc>
              <a:spcBef>
                <a:spcPts val="280"/>
              </a:spcBef>
            </a:pPr>
            <a:r>
              <a:rPr dirty="0" sz="1000" spc="-25">
                <a:latin typeface="宋体"/>
                <a:cs typeface="宋体"/>
              </a:rPr>
              <a:t>分之结果</a:t>
            </a:r>
            <a:endParaRPr sz="1000">
              <a:latin typeface="宋体"/>
              <a:cs typeface="宋体"/>
            </a:endParaRPr>
          </a:p>
        </p:txBody>
      </p:sp>
      <p:sp>
        <p:nvSpPr>
          <p:cNvPr id="57" name="object 57" descr=""/>
          <p:cNvSpPr/>
          <p:nvPr/>
        </p:nvSpPr>
        <p:spPr>
          <a:xfrm>
            <a:off x="9626238" y="1559202"/>
            <a:ext cx="0" cy="206375"/>
          </a:xfrm>
          <a:custGeom>
            <a:avLst/>
            <a:gdLst/>
            <a:ahLst/>
            <a:cxnLst/>
            <a:rect l="l" t="t" r="r" b="b"/>
            <a:pathLst>
              <a:path w="0" h="206375">
                <a:moveTo>
                  <a:pt x="0" y="0"/>
                </a:moveTo>
                <a:lnTo>
                  <a:pt x="0" y="205899"/>
                </a:lnTo>
              </a:path>
            </a:pathLst>
          </a:custGeom>
          <a:ln w="10471">
            <a:solidFill>
              <a:srgbClr val="000000"/>
            </a:solidFill>
          </a:ln>
        </p:spPr>
        <p:txBody>
          <a:bodyPr wrap="square" lIns="0" tIns="0" rIns="0" bIns="0" rtlCol="0"/>
          <a:lstStyle/>
          <a:p/>
        </p:txBody>
      </p:sp>
      <p:sp>
        <p:nvSpPr>
          <p:cNvPr id="58" name="object 58" descr=""/>
          <p:cNvSpPr/>
          <p:nvPr/>
        </p:nvSpPr>
        <p:spPr>
          <a:xfrm>
            <a:off x="9626238" y="2021471"/>
            <a:ext cx="0" cy="205740"/>
          </a:xfrm>
          <a:custGeom>
            <a:avLst/>
            <a:gdLst/>
            <a:ahLst/>
            <a:cxnLst/>
            <a:rect l="l" t="t" r="r" b="b"/>
            <a:pathLst>
              <a:path w="0" h="205739">
                <a:moveTo>
                  <a:pt x="0" y="0"/>
                </a:moveTo>
                <a:lnTo>
                  <a:pt x="0" y="205211"/>
                </a:lnTo>
              </a:path>
            </a:pathLst>
          </a:custGeom>
          <a:ln w="10471">
            <a:solidFill>
              <a:srgbClr val="000000"/>
            </a:solidFill>
          </a:ln>
        </p:spPr>
        <p:txBody>
          <a:bodyPr wrap="square" lIns="0" tIns="0" rIns="0" bIns="0" rtlCol="0"/>
          <a:lstStyle/>
          <a:p/>
        </p:txBody>
      </p:sp>
      <p:sp>
        <p:nvSpPr>
          <p:cNvPr id="59" name="object 59" descr=""/>
          <p:cNvSpPr/>
          <p:nvPr/>
        </p:nvSpPr>
        <p:spPr>
          <a:xfrm>
            <a:off x="9680319" y="1816676"/>
            <a:ext cx="31115" cy="153670"/>
          </a:xfrm>
          <a:custGeom>
            <a:avLst/>
            <a:gdLst/>
            <a:ahLst/>
            <a:cxnLst/>
            <a:rect l="l" t="t" r="r" b="b"/>
            <a:pathLst>
              <a:path w="31115" h="153669">
                <a:moveTo>
                  <a:pt x="30692" y="0"/>
                </a:moveTo>
                <a:lnTo>
                  <a:pt x="0" y="0"/>
                </a:lnTo>
                <a:lnTo>
                  <a:pt x="0" y="153177"/>
                </a:lnTo>
                <a:lnTo>
                  <a:pt x="30692" y="153177"/>
                </a:lnTo>
                <a:lnTo>
                  <a:pt x="30692" y="0"/>
                </a:lnTo>
                <a:close/>
              </a:path>
            </a:pathLst>
          </a:custGeom>
          <a:solidFill>
            <a:srgbClr val="FFFFFF"/>
          </a:solidFill>
        </p:spPr>
        <p:txBody>
          <a:bodyPr wrap="square" lIns="0" tIns="0" rIns="0" bIns="0" rtlCol="0"/>
          <a:lstStyle/>
          <a:p/>
        </p:txBody>
      </p:sp>
      <p:sp>
        <p:nvSpPr>
          <p:cNvPr id="60" name="object 60" descr=""/>
          <p:cNvSpPr/>
          <p:nvPr/>
        </p:nvSpPr>
        <p:spPr>
          <a:xfrm>
            <a:off x="6900755" y="880278"/>
            <a:ext cx="0" cy="311785"/>
          </a:xfrm>
          <a:custGeom>
            <a:avLst/>
            <a:gdLst/>
            <a:ahLst/>
            <a:cxnLst/>
            <a:rect l="l" t="t" r="r" b="b"/>
            <a:pathLst>
              <a:path w="0" h="311784">
                <a:moveTo>
                  <a:pt x="0" y="0"/>
                </a:moveTo>
                <a:lnTo>
                  <a:pt x="0" y="311716"/>
                </a:lnTo>
              </a:path>
            </a:pathLst>
          </a:custGeom>
          <a:ln w="10471">
            <a:solidFill>
              <a:srgbClr val="000000"/>
            </a:solidFill>
          </a:ln>
        </p:spPr>
        <p:txBody>
          <a:bodyPr wrap="square" lIns="0" tIns="0" rIns="0" bIns="0" rtlCol="0"/>
          <a:lstStyle/>
          <a:p/>
        </p:txBody>
      </p:sp>
      <p:grpSp>
        <p:nvGrpSpPr>
          <p:cNvPr id="61" name="object 61" descr=""/>
          <p:cNvGrpSpPr/>
          <p:nvPr/>
        </p:nvGrpSpPr>
        <p:grpSpPr>
          <a:xfrm>
            <a:off x="6895560" y="786329"/>
            <a:ext cx="4570095" cy="2155190"/>
            <a:chOff x="6895560" y="786329"/>
            <a:chExt cx="4570095" cy="2155190"/>
          </a:xfrm>
        </p:grpSpPr>
        <p:sp>
          <p:nvSpPr>
            <p:cNvPr id="62" name="object 62" descr=""/>
            <p:cNvSpPr/>
            <p:nvPr/>
          </p:nvSpPr>
          <p:spPr>
            <a:xfrm>
              <a:off x="9473178" y="1559202"/>
              <a:ext cx="367665" cy="668020"/>
            </a:xfrm>
            <a:custGeom>
              <a:avLst/>
              <a:gdLst/>
              <a:ahLst/>
              <a:cxnLst/>
              <a:rect l="l" t="t" r="r" b="b"/>
              <a:pathLst>
                <a:path w="367665" h="668019">
                  <a:moveTo>
                    <a:pt x="153060" y="0"/>
                  </a:moveTo>
                  <a:lnTo>
                    <a:pt x="367491" y="154137"/>
                  </a:lnTo>
                </a:path>
                <a:path w="367665" h="668019">
                  <a:moveTo>
                    <a:pt x="367491" y="513314"/>
                  </a:moveTo>
                  <a:lnTo>
                    <a:pt x="153060" y="667481"/>
                  </a:lnTo>
                </a:path>
                <a:path w="367665" h="668019">
                  <a:moveTo>
                    <a:pt x="367491" y="154137"/>
                  </a:moveTo>
                  <a:lnTo>
                    <a:pt x="367491" y="513314"/>
                  </a:lnTo>
                </a:path>
                <a:path w="367665" h="668019">
                  <a:moveTo>
                    <a:pt x="153060" y="462269"/>
                  </a:moveTo>
                  <a:lnTo>
                    <a:pt x="213993" y="308418"/>
                  </a:lnTo>
                </a:path>
                <a:path w="367665" h="668019">
                  <a:moveTo>
                    <a:pt x="153060" y="205899"/>
                  </a:moveTo>
                  <a:lnTo>
                    <a:pt x="213993" y="360037"/>
                  </a:lnTo>
                </a:path>
                <a:path w="367665" h="668019">
                  <a:moveTo>
                    <a:pt x="0" y="578697"/>
                  </a:moveTo>
                  <a:lnTo>
                    <a:pt x="76821" y="578697"/>
                  </a:lnTo>
                </a:path>
              </a:pathLst>
            </a:custGeom>
            <a:ln w="10385">
              <a:solidFill>
                <a:srgbClr val="000000"/>
              </a:solidFill>
            </a:ln>
          </p:spPr>
          <p:txBody>
            <a:bodyPr wrap="square" lIns="0" tIns="0" rIns="0" bIns="0" rtlCol="0"/>
            <a:lstStyle/>
            <a:p/>
          </p:txBody>
        </p:sp>
        <p:sp>
          <p:nvSpPr>
            <p:cNvPr id="63" name="object 63" descr=""/>
            <p:cNvSpPr/>
            <p:nvPr/>
          </p:nvSpPr>
          <p:spPr>
            <a:xfrm>
              <a:off x="9511370" y="2101767"/>
              <a:ext cx="114935" cy="73660"/>
            </a:xfrm>
            <a:custGeom>
              <a:avLst/>
              <a:gdLst/>
              <a:ahLst/>
              <a:cxnLst/>
              <a:rect l="l" t="t" r="r" b="b"/>
              <a:pathLst>
                <a:path w="114934" h="73660">
                  <a:moveTo>
                    <a:pt x="0" y="0"/>
                  </a:moveTo>
                  <a:lnTo>
                    <a:pt x="36880" y="37193"/>
                  </a:lnTo>
                  <a:lnTo>
                    <a:pt x="0" y="73269"/>
                  </a:lnTo>
                  <a:lnTo>
                    <a:pt x="114868" y="37193"/>
                  </a:lnTo>
                  <a:lnTo>
                    <a:pt x="0" y="0"/>
                  </a:lnTo>
                  <a:close/>
                </a:path>
              </a:pathLst>
            </a:custGeom>
            <a:solidFill>
              <a:srgbClr val="000000"/>
            </a:solidFill>
          </p:spPr>
          <p:txBody>
            <a:bodyPr wrap="square" lIns="0" tIns="0" rIns="0" bIns="0" rtlCol="0"/>
            <a:lstStyle/>
            <a:p/>
          </p:txBody>
        </p:sp>
        <p:sp>
          <p:nvSpPr>
            <p:cNvPr id="64" name="object 64" descr=""/>
            <p:cNvSpPr/>
            <p:nvPr/>
          </p:nvSpPr>
          <p:spPr>
            <a:xfrm>
              <a:off x="9473178" y="1648673"/>
              <a:ext cx="76835" cy="0"/>
            </a:xfrm>
            <a:custGeom>
              <a:avLst/>
              <a:gdLst/>
              <a:ahLst/>
              <a:cxnLst/>
              <a:rect l="l" t="t" r="r" b="b"/>
              <a:pathLst>
                <a:path w="76834" h="0">
                  <a:moveTo>
                    <a:pt x="0" y="0"/>
                  </a:moveTo>
                  <a:lnTo>
                    <a:pt x="76821" y="0"/>
                  </a:lnTo>
                </a:path>
              </a:pathLst>
            </a:custGeom>
            <a:ln w="10299">
              <a:solidFill>
                <a:srgbClr val="000000"/>
              </a:solidFill>
            </a:ln>
          </p:spPr>
          <p:txBody>
            <a:bodyPr wrap="square" lIns="0" tIns="0" rIns="0" bIns="0" rtlCol="0"/>
            <a:lstStyle/>
            <a:p/>
          </p:txBody>
        </p:sp>
        <p:sp>
          <p:nvSpPr>
            <p:cNvPr id="65" name="object 65" descr=""/>
            <p:cNvSpPr/>
            <p:nvPr/>
          </p:nvSpPr>
          <p:spPr>
            <a:xfrm>
              <a:off x="9511370" y="1612540"/>
              <a:ext cx="114935" cy="73660"/>
            </a:xfrm>
            <a:custGeom>
              <a:avLst/>
              <a:gdLst/>
              <a:ahLst/>
              <a:cxnLst/>
              <a:rect l="l" t="t" r="r" b="b"/>
              <a:pathLst>
                <a:path w="114934" h="73660">
                  <a:moveTo>
                    <a:pt x="0" y="0"/>
                  </a:moveTo>
                  <a:lnTo>
                    <a:pt x="36880" y="36849"/>
                  </a:lnTo>
                  <a:lnTo>
                    <a:pt x="0" y="73269"/>
                  </a:lnTo>
                  <a:lnTo>
                    <a:pt x="114868" y="36849"/>
                  </a:lnTo>
                  <a:lnTo>
                    <a:pt x="0" y="0"/>
                  </a:lnTo>
                  <a:close/>
                </a:path>
              </a:pathLst>
            </a:custGeom>
            <a:solidFill>
              <a:srgbClr val="000000"/>
            </a:solidFill>
          </p:spPr>
          <p:txBody>
            <a:bodyPr wrap="square" lIns="0" tIns="0" rIns="0" bIns="0" rtlCol="0"/>
            <a:lstStyle/>
            <a:p/>
          </p:txBody>
        </p:sp>
        <p:sp>
          <p:nvSpPr>
            <p:cNvPr id="66" name="object 66" descr=""/>
            <p:cNvSpPr/>
            <p:nvPr/>
          </p:nvSpPr>
          <p:spPr>
            <a:xfrm>
              <a:off x="8983092" y="1737428"/>
              <a:ext cx="200025" cy="0"/>
            </a:xfrm>
            <a:custGeom>
              <a:avLst/>
              <a:gdLst/>
              <a:ahLst/>
              <a:cxnLst/>
              <a:rect l="l" t="t" r="r" b="b"/>
              <a:pathLst>
                <a:path w="200025" h="0">
                  <a:moveTo>
                    <a:pt x="0" y="0"/>
                  </a:moveTo>
                  <a:lnTo>
                    <a:pt x="199415" y="0"/>
                  </a:lnTo>
                </a:path>
              </a:pathLst>
            </a:custGeom>
            <a:ln w="10299">
              <a:solidFill>
                <a:srgbClr val="000000"/>
              </a:solidFill>
            </a:ln>
          </p:spPr>
          <p:txBody>
            <a:bodyPr wrap="square" lIns="0" tIns="0" rIns="0" bIns="0" rtlCol="0"/>
            <a:lstStyle/>
            <a:p/>
          </p:txBody>
        </p:sp>
        <p:sp>
          <p:nvSpPr>
            <p:cNvPr id="67" name="object 67" descr=""/>
            <p:cNvSpPr/>
            <p:nvPr/>
          </p:nvSpPr>
          <p:spPr>
            <a:xfrm>
              <a:off x="9144170" y="1701295"/>
              <a:ext cx="114935" cy="73660"/>
            </a:xfrm>
            <a:custGeom>
              <a:avLst/>
              <a:gdLst/>
              <a:ahLst/>
              <a:cxnLst/>
              <a:rect l="l" t="t" r="r" b="b"/>
              <a:pathLst>
                <a:path w="114934" h="73660">
                  <a:moveTo>
                    <a:pt x="0" y="0"/>
                  </a:moveTo>
                  <a:lnTo>
                    <a:pt x="36880" y="36132"/>
                  </a:lnTo>
                  <a:lnTo>
                    <a:pt x="0" y="73269"/>
                  </a:lnTo>
                  <a:lnTo>
                    <a:pt x="114430" y="36132"/>
                  </a:lnTo>
                  <a:lnTo>
                    <a:pt x="0" y="0"/>
                  </a:lnTo>
                  <a:close/>
                </a:path>
              </a:pathLst>
            </a:custGeom>
            <a:solidFill>
              <a:srgbClr val="000000"/>
            </a:solidFill>
          </p:spPr>
          <p:txBody>
            <a:bodyPr wrap="square" lIns="0" tIns="0" rIns="0" bIns="0" rtlCol="0"/>
            <a:lstStyle/>
            <a:p/>
          </p:txBody>
        </p:sp>
        <p:sp>
          <p:nvSpPr>
            <p:cNvPr id="68" name="object 68" descr=""/>
            <p:cNvSpPr/>
            <p:nvPr/>
          </p:nvSpPr>
          <p:spPr>
            <a:xfrm>
              <a:off x="8983092" y="2137899"/>
              <a:ext cx="200025" cy="0"/>
            </a:xfrm>
            <a:custGeom>
              <a:avLst/>
              <a:gdLst/>
              <a:ahLst/>
              <a:cxnLst/>
              <a:rect l="l" t="t" r="r" b="b"/>
              <a:pathLst>
                <a:path w="200025" h="0">
                  <a:moveTo>
                    <a:pt x="0" y="0"/>
                  </a:moveTo>
                  <a:lnTo>
                    <a:pt x="199415" y="0"/>
                  </a:lnTo>
                </a:path>
              </a:pathLst>
            </a:custGeom>
            <a:ln w="10299">
              <a:solidFill>
                <a:srgbClr val="000000"/>
              </a:solidFill>
            </a:ln>
          </p:spPr>
          <p:txBody>
            <a:bodyPr wrap="square" lIns="0" tIns="0" rIns="0" bIns="0" rtlCol="0"/>
            <a:lstStyle/>
            <a:p/>
          </p:txBody>
        </p:sp>
        <p:sp>
          <p:nvSpPr>
            <p:cNvPr id="69" name="object 69" descr=""/>
            <p:cNvSpPr/>
            <p:nvPr/>
          </p:nvSpPr>
          <p:spPr>
            <a:xfrm>
              <a:off x="9144170" y="2101767"/>
              <a:ext cx="114935" cy="73660"/>
            </a:xfrm>
            <a:custGeom>
              <a:avLst/>
              <a:gdLst/>
              <a:ahLst/>
              <a:cxnLst/>
              <a:rect l="l" t="t" r="r" b="b"/>
              <a:pathLst>
                <a:path w="114934" h="73660">
                  <a:moveTo>
                    <a:pt x="0" y="0"/>
                  </a:moveTo>
                  <a:lnTo>
                    <a:pt x="36880" y="37193"/>
                  </a:lnTo>
                  <a:lnTo>
                    <a:pt x="0" y="73269"/>
                  </a:lnTo>
                  <a:lnTo>
                    <a:pt x="114430" y="37193"/>
                  </a:lnTo>
                  <a:lnTo>
                    <a:pt x="0" y="0"/>
                  </a:lnTo>
                  <a:close/>
                </a:path>
              </a:pathLst>
            </a:custGeom>
            <a:solidFill>
              <a:srgbClr val="000000"/>
            </a:solidFill>
          </p:spPr>
          <p:txBody>
            <a:bodyPr wrap="square" lIns="0" tIns="0" rIns="0" bIns="0" rtlCol="0"/>
            <a:lstStyle/>
            <a:p/>
          </p:txBody>
        </p:sp>
        <p:sp>
          <p:nvSpPr>
            <p:cNvPr id="70" name="object 70" descr=""/>
            <p:cNvSpPr/>
            <p:nvPr/>
          </p:nvSpPr>
          <p:spPr>
            <a:xfrm>
              <a:off x="8156274" y="2400736"/>
              <a:ext cx="364490" cy="535305"/>
            </a:xfrm>
            <a:custGeom>
              <a:avLst/>
              <a:gdLst/>
              <a:ahLst/>
              <a:cxnLst/>
              <a:rect l="l" t="t" r="r" b="b"/>
              <a:pathLst>
                <a:path w="364490" h="535305">
                  <a:moveTo>
                    <a:pt x="0" y="267081"/>
                  </a:moveTo>
                  <a:lnTo>
                    <a:pt x="3685" y="321146"/>
                  </a:lnTo>
                  <a:lnTo>
                    <a:pt x="14260" y="371459"/>
                  </a:lnTo>
                  <a:lnTo>
                    <a:pt x="31002" y="416954"/>
                  </a:lnTo>
                  <a:lnTo>
                    <a:pt x="53188" y="456566"/>
                  </a:lnTo>
                  <a:lnTo>
                    <a:pt x="80096" y="489230"/>
                  </a:lnTo>
                  <a:lnTo>
                    <a:pt x="111003" y="513881"/>
                  </a:lnTo>
                  <a:lnTo>
                    <a:pt x="181923" y="534879"/>
                  </a:lnTo>
                  <a:lnTo>
                    <a:pt x="218666" y="529452"/>
                  </a:lnTo>
                  <a:lnTo>
                    <a:pt x="283796" y="489230"/>
                  </a:lnTo>
                  <a:lnTo>
                    <a:pt x="310731" y="456566"/>
                  </a:lnTo>
                  <a:lnTo>
                    <a:pt x="332943" y="416954"/>
                  </a:lnTo>
                  <a:lnTo>
                    <a:pt x="349709" y="371459"/>
                  </a:lnTo>
                  <a:lnTo>
                    <a:pt x="360300" y="321146"/>
                  </a:lnTo>
                  <a:lnTo>
                    <a:pt x="363992" y="267081"/>
                  </a:lnTo>
                  <a:lnTo>
                    <a:pt x="360300" y="213355"/>
                  </a:lnTo>
                  <a:lnTo>
                    <a:pt x="349709" y="163268"/>
                  </a:lnTo>
                  <a:lnTo>
                    <a:pt x="332943" y="117907"/>
                  </a:lnTo>
                  <a:lnTo>
                    <a:pt x="310731" y="78357"/>
                  </a:lnTo>
                  <a:lnTo>
                    <a:pt x="283796" y="45705"/>
                  </a:lnTo>
                  <a:lnTo>
                    <a:pt x="252866" y="21037"/>
                  </a:lnTo>
                  <a:lnTo>
                    <a:pt x="181923" y="0"/>
                  </a:lnTo>
                  <a:lnTo>
                    <a:pt x="145186" y="5440"/>
                  </a:lnTo>
                  <a:lnTo>
                    <a:pt x="80096" y="45705"/>
                  </a:lnTo>
                  <a:lnTo>
                    <a:pt x="53188" y="78357"/>
                  </a:lnTo>
                  <a:lnTo>
                    <a:pt x="31002" y="117907"/>
                  </a:lnTo>
                  <a:lnTo>
                    <a:pt x="14260" y="163268"/>
                  </a:lnTo>
                  <a:lnTo>
                    <a:pt x="3685" y="213355"/>
                  </a:lnTo>
                  <a:lnTo>
                    <a:pt x="0" y="267081"/>
                  </a:lnTo>
                  <a:close/>
                </a:path>
              </a:pathLst>
            </a:custGeom>
            <a:ln w="10417">
              <a:solidFill>
                <a:srgbClr val="000000"/>
              </a:solidFill>
            </a:ln>
          </p:spPr>
          <p:txBody>
            <a:bodyPr wrap="square" lIns="0" tIns="0" rIns="0" bIns="0" rtlCol="0"/>
            <a:lstStyle/>
            <a:p/>
          </p:txBody>
        </p:sp>
        <p:sp>
          <p:nvSpPr>
            <p:cNvPr id="71" name="object 71" descr=""/>
            <p:cNvSpPr/>
            <p:nvPr/>
          </p:nvSpPr>
          <p:spPr>
            <a:xfrm>
              <a:off x="10054808" y="963728"/>
              <a:ext cx="180340" cy="307975"/>
            </a:xfrm>
            <a:custGeom>
              <a:avLst/>
              <a:gdLst/>
              <a:ahLst/>
              <a:cxnLst/>
              <a:rect l="l" t="t" r="r" b="b"/>
              <a:pathLst>
                <a:path w="180340" h="307975">
                  <a:moveTo>
                    <a:pt x="180174" y="0"/>
                  </a:moveTo>
                  <a:lnTo>
                    <a:pt x="0" y="0"/>
                  </a:lnTo>
                  <a:lnTo>
                    <a:pt x="0" y="307415"/>
                  </a:lnTo>
                  <a:lnTo>
                    <a:pt x="180174" y="307415"/>
                  </a:lnTo>
                  <a:lnTo>
                    <a:pt x="180174" y="0"/>
                  </a:lnTo>
                  <a:close/>
                </a:path>
              </a:pathLst>
            </a:custGeom>
            <a:solidFill>
              <a:srgbClr val="FFFFFF"/>
            </a:solidFill>
          </p:spPr>
          <p:txBody>
            <a:bodyPr wrap="square" lIns="0" tIns="0" rIns="0" bIns="0" rtlCol="0"/>
            <a:lstStyle/>
            <a:p/>
          </p:txBody>
        </p:sp>
        <p:sp>
          <p:nvSpPr>
            <p:cNvPr id="72" name="object 72" descr=""/>
            <p:cNvSpPr/>
            <p:nvPr/>
          </p:nvSpPr>
          <p:spPr>
            <a:xfrm>
              <a:off x="10054808" y="963728"/>
              <a:ext cx="180340" cy="307975"/>
            </a:xfrm>
            <a:custGeom>
              <a:avLst/>
              <a:gdLst/>
              <a:ahLst/>
              <a:cxnLst/>
              <a:rect l="l" t="t" r="r" b="b"/>
              <a:pathLst>
                <a:path w="180340" h="307975">
                  <a:moveTo>
                    <a:pt x="0" y="307415"/>
                  </a:moveTo>
                  <a:lnTo>
                    <a:pt x="180174" y="307415"/>
                  </a:lnTo>
                  <a:lnTo>
                    <a:pt x="180174" y="0"/>
                  </a:lnTo>
                  <a:lnTo>
                    <a:pt x="0" y="0"/>
                  </a:lnTo>
                  <a:lnTo>
                    <a:pt x="0" y="307415"/>
                  </a:lnTo>
                  <a:close/>
                </a:path>
              </a:pathLst>
            </a:custGeom>
            <a:ln w="10427">
              <a:solidFill>
                <a:srgbClr val="000000"/>
              </a:solidFill>
            </a:ln>
          </p:spPr>
          <p:txBody>
            <a:bodyPr wrap="square" lIns="0" tIns="0" rIns="0" bIns="0" rtlCol="0"/>
            <a:lstStyle/>
            <a:p/>
          </p:txBody>
        </p:sp>
        <p:sp>
          <p:nvSpPr>
            <p:cNvPr id="73" name="object 73" descr=""/>
            <p:cNvSpPr/>
            <p:nvPr/>
          </p:nvSpPr>
          <p:spPr>
            <a:xfrm>
              <a:off x="10054808" y="1692520"/>
              <a:ext cx="180340" cy="441959"/>
            </a:xfrm>
            <a:custGeom>
              <a:avLst/>
              <a:gdLst/>
              <a:ahLst/>
              <a:cxnLst/>
              <a:rect l="l" t="t" r="r" b="b"/>
              <a:pathLst>
                <a:path w="180340" h="441960">
                  <a:moveTo>
                    <a:pt x="180174" y="0"/>
                  </a:moveTo>
                  <a:lnTo>
                    <a:pt x="0" y="0"/>
                  </a:lnTo>
                  <a:lnTo>
                    <a:pt x="0" y="441837"/>
                  </a:lnTo>
                  <a:lnTo>
                    <a:pt x="180174" y="441837"/>
                  </a:lnTo>
                  <a:lnTo>
                    <a:pt x="180174" y="0"/>
                  </a:lnTo>
                  <a:close/>
                </a:path>
              </a:pathLst>
            </a:custGeom>
            <a:solidFill>
              <a:srgbClr val="FFFFFF"/>
            </a:solidFill>
          </p:spPr>
          <p:txBody>
            <a:bodyPr wrap="square" lIns="0" tIns="0" rIns="0" bIns="0" rtlCol="0"/>
            <a:lstStyle/>
            <a:p/>
          </p:txBody>
        </p:sp>
        <p:sp>
          <p:nvSpPr>
            <p:cNvPr id="74" name="object 74" descr=""/>
            <p:cNvSpPr/>
            <p:nvPr/>
          </p:nvSpPr>
          <p:spPr>
            <a:xfrm>
              <a:off x="9840669" y="1692520"/>
              <a:ext cx="394335" cy="441959"/>
            </a:xfrm>
            <a:custGeom>
              <a:avLst/>
              <a:gdLst/>
              <a:ahLst/>
              <a:cxnLst/>
              <a:rect l="l" t="t" r="r" b="b"/>
              <a:pathLst>
                <a:path w="394334" h="441960">
                  <a:moveTo>
                    <a:pt x="214138" y="441837"/>
                  </a:moveTo>
                  <a:lnTo>
                    <a:pt x="394313" y="441837"/>
                  </a:lnTo>
                  <a:lnTo>
                    <a:pt x="394313" y="0"/>
                  </a:lnTo>
                  <a:lnTo>
                    <a:pt x="214138" y="0"/>
                  </a:lnTo>
                  <a:lnTo>
                    <a:pt x="214138" y="441837"/>
                  </a:lnTo>
                  <a:close/>
                </a:path>
                <a:path w="394334" h="441960">
                  <a:moveTo>
                    <a:pt x="0" y="223277"/>
                  </a:moveTo>
                  <a:lnTo>
                    <a:pt x="107579" y="223277"/>
                  </a:lnTo>
                </a:path>
              </a:pathLst>
            </a:custGeom>
            <a:ln w="10385">
              <a:solidFill>
                <a:srgbClr val="000000"/>
              </a:solidFill>
            </a:ln>
          </p:spPr>
          <p:txBody>
            <a:bodyPr wrap="square" lIns="0" tIns="0" rIns="0" bIns="0" rtlCol="0"/>
            <a:lstStyle/>
            <a:p/>
          </p:txBody>
        </p:sp>
        <p:sp>
          <p:nvSpPr>
            <p:cNvPr id="75" name="object 75" descr=""/>
            <p:cNvSpPr/>
            <p:nvPr/>
          </p:nvSpPr>
          <p:spPr>
            <a:xfrm>
              <a:off x="9909619" y="1879665"/>
              <a:ext cx="116205" cy="73660"/>
            </a:xfrm>
            <a:custGeom>
              <a:avLst/>
              <a:gdLst/>
              <a:ahLst/>
              <a:cxnLst/>
              <a:rect l="l" t="t" r="r" b="b"/>
              <a:pathLst>
                <a:path w="116204" h="73660">
                  <a:moveTo>
                    <a:pt x="0" y="0"/>
                  </a:moveTo>
                  <a:lnTo>
                    <a:pt x="36880" y="36706"/>
                  </a:lnTo>
                  <a:lnTo>
                    <a:pt x="0" y="73269"/>
                  </a:lnTo>
                  <a:lnTo>
                    <a:pt x="115597" y="36706"/>
                  </a:lnTo>
                  <a:lnTo>
                    <a:pt x="0" y="0"/>
                  </a:lnTo>
                  <a:close/>
                </a:path>
              </a:pathLst>
            </a:custGeom>
            <a:solidFill>
              <a:srgbClr val="000000"/>
            </a:solidFill>
          </p:spPr>
          <p:txBody>
            <a:bodyPr wrap="square" lIns="0" tIns="0" rIns="0" bIns="0" rtlCol="0"/>
            <a:lstStyle/>
            <a:p/>
          </p:txBody>
        </p:sp>
        <p:sp>
          <p:nvSpPr>
            <p:cNvPr id="76" name="object 76" descr=""/>
            <p:cNvSpPr/>
            <p:nvPr/>
          </p:nvSpPr>
          <p:spPr>
            <a:xfrm>
              <a:off x="11279583" y="1870804"/>
              <a:ext cx="180975" cy="352425"/>
            </a:xfrm>
            <a:custGeom>
              <a:avLst/>
              <a:gdLst/>
              <a:ahLst/>
              <a:cxnLst/>
              <a:rect l="l" t="t" r="r" b="b"/>
              <a:pathLst>
                <a:path w="180975" h="352425">
                  <a:moveTo>
                    <a:pt x="180538" y="0"/>
                  </a:moveTo>
                  <a:lnTo>
                    <a:pt x="0" y="0"/>
                  </a:lnTo>
                  <a:lnTo>
                    <a:pt x="0" y="352337"/>
                  </a:lnTo>
                  <a:lnTo>
                    <a:pt x="180538" y="352337"/>
                  </a:lnTo>
                  <a:lnTo>
                    <a:pt x="180538" y="0"/>
                  </a:lnTo>
                  <a:close/>
                </a:path>
              </a:pathLst>
            </a:custGeom>
            <a:solidFill>
              <a:srgbClr val="FFFFFF"/>
            </a:solidFill>
          </p:spPr>
          <p:txBody>
            <a:bodyPr wrap="square" lIns="0" tIns="0" rIns="0" bIns="0" rtlCol="0"/>
            <a:lstStyle/>
            <a:p/>
          </p:txBody>
        </p:sp>
        <p:sp>
          <p:nvSpPr>
            <p:cNvPr id="77" name="object 77" descr=""/>
            <p:cNvSpPr/>
            <p:nvPr/>
          </p:nvSpPr>
          <p:spPr>
            <a:xfrm>
              <a:off x="11279583" y="1870804"/>
              <a:ext cx="180975" cy="352425"/>
            </a:xfrm>
            <a:custGeom>
              <a:avLst/>
              <a:gdLst/>
              <a:ahLst/>
              <a:cxnLst/>
              <a:rect l="l" t="t" r="r" b="b"/>
              <a:pathLst>
                <a:path w="180975" h="352425">
                  <a:moveTo>
                    <a:pt x="0" y="352337"/>
                  </a:moveTo>
                  <a:lnTo>
                    <a:pt x="180538" y="352337"/>
                  </a:lnTo>
                  <a:lnTo>
                    <a:pt x="180538" y="0"/>
                  </a:lnTo>
                  <a:lnTo>
                    <a:pt x="0" y="0"/>
                  </a:lnTo>
                  <a:lnTo>
                    <a:pt x="0" y="352337"/>
                  </a:lnTo>
                  <a:close/>
                </a:path>
              </a:pathLst>
            </a:custGeom>
            <a:ln w="10435">
              <a:solidFill>
                <a:srgbClr val="000000"/>
              </a:solidFill>
            </a:ln>
          </p:spPr>
          <p:txBody>
            <a:bodyPr wrap="square" lIns="0" tIns="0" rIns="0" bIns="0" rtlCol="0"/>
            <a:lstStyle/>
            <a:p/>
          </p:txBody>
        </p:sp>
        <p:pic>
          <p:nvPicPr>
            <p:cNvPr id="78" name="object 78" descr=""/>
            <p:cNvPicPr/>
            <p:nvPr/>
          </p:nvPicPr>
          <p:blipFill>
            <a:blip r:embed="rId2" cstate="print"/>
            <a:stretch>
              <a:fillRect/>
            </a:stretch>
          </p:blipFill>
          <p:spPr>
            <a:xfrm>
              <a:off x="6895560" y="786329"/>
              <a:ext cx="215126" cy="222311"/>
            </a:xfrm>
            <a:prstGeom prst="rect">
              <a:avLst/>
            </a:prstGeom>
          </p:spPr>
        </p:pic>
        <p:pic>
          <p:nvPicPr>
            <p:cNvPr id="79" name="object 79" descr=""/>
            <p:cNvPicPr/>
            <p:nvPr/>
          </p:nvPicPr>
          <p:blipFill>
            <a:blip r:embed="rId3" cstate="print"/>
            <a:stretch>
              <a:fillRect/>
            </a:stretch>
          </p:blipFill>
          <p:spPr>
            <a:xfrm>
              <a:off x="6895560" y="1060049"/>
              <a:ext cx="215126" cy="222311"/>
            </a:xfrm>
            <a:prstGeom prst="rect">
              <a:avLst/>
            </a:prstGeom>
          </p:spPr>
        </p:pic>
        <p:sp>
          <p:nvSpPr>
            <p:cNvPr id="80" name="object 80" descr=""/>
            <p:cNvSpPr/>
            <p:nvPr/>
          </p:nvSpPr>
          <p:spPr>
            <a:xfrm>
              <a:off x="7109917" y="880278"/>
              <a:ext cx="0" cy="311785"/>
            </a:xfrm>
            <a:custGeom>
              <a:avLst/>
              <a:gdLst/>
              <a:ahLst/>
              <a:cxnLst/>
              <a:rect l="l" t="t" r="r" b="b"/>
              <a:pathLst>
                <a:path w="0" h="311784">
                  <a:moveTo>
                    <a:pt x="0" y="0"/>
                  </a:moveTo>
                  <a:lnTo>
                    <a:pt x="0" y="311716"/>
                  </a:lnTo>
                </a:path>
              </a:pathLst>
            </a:custGeom>
            <a:ln w="8850">
              <a:solidFill>
                <a:srgbClr val="000000"/>
              </a:solidFill>
            </a:ln>
          </p:spPr>
          <p:txBody>
            <a:bodyPr wrap="square" lIns="0" tIns="0" rIns="0" bIns="0" rtlCol="0"/>
            <a:lstStyle/>
            <a:p/>
          </p:txBody>
        </p:sp>
        <p:sp>
          <p:nvSpPr>
            <p:cNvPr id="81" name="object 81" descr=""/>
            <p:cNvSpPr/>
            <p:nvPr/>
          </p:nvSpPr>
          <p:spPr>
            <a:xfrm>
              <a:off x="6908700" y="880235"/>
              <a:ext cx="196850" cy="320675"/>
            </a:xfrm>
            <a:custGeom>
              <a:avLst/>
              <a:gdLst/>
              <a:ahLst/>
              <a:cxnLst/>
              <a:rect l="l" t="t" r="r" b="b"/>
              <a:pathLst>
                <a:path w="196850" h="320675">
                  <a:moveTo>
                    <a:pt x="196792" y="0"/>
                  </a:moveTo>
                  <a:lnTo>
                    <a:pt x="0" y="0"/>
                  </a:lnTo>
                  <a:lnTo>
                    <a:pt x="0" y="320506"/>
                  </a:lnTo>
                  <a:lnTo>
                    <a:pt x="196792" y="320506"/>
                  </a:lnTo>
                  <a:lnTo>
                    <a:pt x="196792" y="0"/>
                  </a:lnTo>
                  <a:close/>
                </a:path>
              </a:pathLst>
            </a:custGeom>
            <a:solidFill>
              <a:srgbClr val="FFFFFF"/>
            </a:solidFill>
          </p:spPr>
          <p:txBody>
            <a:bodyPr wrap="square" lIns="0" tIns="0" rIns="0" bIns="0" rtlCol="0"/>
            <a:lstStyle/>
            <a:p/>
          </p:txBody>
        </p:sp>
      </p:grpSp>
      <p:sp>
        <p:nvSpPr>
          <p:cNvPr id="82" name="object 82" descr=""/>
          <p:cNvSpPr txBox="1"/>
          <p:nvPr/>
        </p:nvSpPr>
        <p:spPr>
          <a:xfrm>
            <a:off x="6931743" y="793876"/>
            <a:ext cx="125730" cy="271780"/>
          </a:xfrm>
          <a:prstGeom prst="rect">
            <a:avLst/>
          </a:prstGeom>
        </p:spPr>
        <p:txBody>
          <a:bodyPr wrap="square" lIns="0" tIns="27305" rIns="0" bIns="0" rtlCol="0" vert="horz">
            <a:spAutoFit/>
          </a:bodyPr>
          <a:lstStyle/>
          <a:p>
            <a:pPr marL="33020" marR="5080" indent="-20955">
              <a:lnSpc>
                <a:spcPts val="919"/>
              </a:lnSpc>
              <a:spcBef>
                <a:spcPts val="21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83" name="object 83" descr=""/>
          <p:cNvSpPr txBox="1"/>
          <p:nvPr/>
        </p:nvSpPr>
        <p:spPr>
          <a:xfrm>
            <a:off x="6943303" y="1014257"/>
            <a:ext cx="104775" cy="255270"/>
          </a:xfrm>
          <a:prstGeom prst="rect">
            <a:avLst/>
          </a:prstGeom>
        </p:spPr>
        <p:txBody>
          <a:bodyPr wrap="square" lIns="0" tIns="41910" rIns="0" bIns="0" rtlCol="0" vert="horz">
            <a:spAutoFit/>
          </a:bodyPr>
          <a:lstStyle/>
          <a:p>
            <a:pPr marL="30480" marR="5080" indent="-18415">
              <a:lnSpc>
                <a:spcPct val="77400"/>
              </a:lnSpc>
              <a:spcBef>
                <a:spcPts val="330"/>
              </a:spcBef>
            </a:pP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1</a:t>
            </a:r>
            <a:endParaRPr sz="850">
              <a:latin typeface="Times New Roman"/>
              <a:cs typeface="Times New Roman"/>
            </a:endParaRPr>
          </a:p>
        </p:txBody>
      </p:sp>
      <p:sp>
        <p:nvSpPr>
          <p:cNvPr id="84" name="object 84" descr=""/>
          <p:cNvSpPr/>
          <p:nvPr/>
        </p:nvSpPr>
        <p:spPr>
          <a:xfrm>
            <a:off x="9269097" y="2037100"/>
            <a:ext cx="0" cy="312420"/>
          </a:xfrm>
          <a:custGeom>
            <a:avLst/>
            <a:gdLst/>
            <a:ahLst/>
            <a:cxnLst/>
            <a:rect l="l" t="t" r="r" b="b"/>
            <a:pathLst>
              <a:path w="0" h="312419">
                <a:moveTo>
                  <a:pt x="0" y="0"/>
                </a:moveTo>
                <a:lnTo>
                  <a:pt x="0" y="311989"/>
                </a:lnTo>
              </a:path>
            </a:pathLst>
          </a:custGeom>
          <a:ln w="10471">
            <a:solidFill>
              <a:srgbClr val="000000"/>
            </a:solidFill>
          </a:ln>
        </p:spPr>
        <p:txBody>
          <a:bodyPr wrap="square" lIns="0" tIns="0" rIns="0" bIns="0" rtlCol="0"/>
          <a:lstStyle/>
          <a:p/>
        </p:txBody>
      </p:sp>
      <p:grpSp>
        <p:nvGrpSpPr>
          <p:cNvPr id="85" name="object 85" descr=""/>
          <p:cNvGrpSpPr/>
          <p:nvPr/>
        </p:nvGrpSpPr>
        <p:grpSpPr>
          <a:xfrm>
            <a:off x="9263699" y="1409332"/>
            <a:ext cx="219710" cy="1030605"/>
            <a:chOff x="9263699" y="1409332"/>
            <a:chExt cx="219710" cy="1030605"/>
          </a:xfrm>
        </p:grpSpPr>
        <p:sp>
          <p:nvSpPr>
            <p:cNvPr id="86" name="object 86" descr=""/>
            <p:cNvSpPr/>
            <p:nvPr/>
          </p:nvSpPr>
          <p:spPr>
            <a:xfrm>
              <a:off x="9269097" y="1502852"/>
              <a:ext cx="0" cy="312420"/>
            </a:xfrm>
            <a:custGeom>
              <a:avLst/>
              <a:gdLst/>
              <a:ahLst/>
              <a:cxnLst/>
              <a:rect l="l" t="t" r="r" b="b"/>
              <a:pathLst>
                <a:path w="0" h="312419">
                  <a:moveTo>
                    <a:pt x="0" y="0"/>
                  </a:moveTo>
                  <a:lnTo>
                    <a:pt x="0" y="312003"/>
                  </a:lnTo>
                </a:path>
              </a:pathLst>
            </a:custGeom>
            <a:ln w="10471">
              <a:solidFill>
                <a:srgbClr val="000000"/>
              </a:solidFill>
            </a:ln>
          </p:spPr>
          <p:txBody>
            <a:bodyPr wrap="square" lIns="0" tIns="0" rIns="0" bIns="0" rtlCol="0"/>
            <a:lstStyle/>
            <a:p/>
          </p:txBody>
        </p:sp>
        <p:pic>
          <p:nvPicPr>
            <p:cNvPr id="87" name="object 87" descr=""/>
            <p:cNvPicPr/>
            <p:nvPr/>
          </p:nvPicPr>
          <p:blipFill>
            <a:blip r:embed="rId4" cstate="print"/>
            <a:stretch>
              <a:fillRect/>
            </a:stretch>
          </p:blipFill>
          <p:spPr>
            <a:xfrm>
              <a:off x="9263902" y="1409332"/>
              <a:ext cx="215053" cy="222168"/>
            </a:xfrm>
            <a:prstGeom prst="rect">
              <a:avLst/>
            </a:prstGeom>
          </p:spPr>
        </p:pic>
        <p:pic>
          <p:nvPicPr>
            <p:cNvPr id="88" name="object 88" descr=""/>
            <p:cNvPicPr/>
            <p:nvPr/>
          </p:nvPicPr>
          <p:blipFill>
            <a:blip r:embed="rId5" cstate="print"/>
            <a:stretch>
              <a:fillRect/>
            </a:stretch>
          </p:blipFill>
          <p:spPr>
            <a:xfrm>
              <a:off x="9263902" y="1683052"/>
              <a:ext cx="215053" cy="222311"/>
            </a:xfrm>
            <a:prstGeom prst="rect">
              <a:avLst/>
            </a:prstGeom>
          </p:spPr>
        </p:pic>
        <p:sp>
          <p:nvSpPr>
            <p:cNvPr id="89" name="object 89" descr=""/>
            <p:cNvSpPr/>
            <p:nvPr/>
          </p:nvSpPr>
          <p:spPr>
            <a:xfrm>
              <a:off x="9477405" y="1502852"/>
              <a:ext cx="0" cy="312420"/>
            </a:xfrm>
            <a:custGeom>
              <a:avLst/>
              <a:gdLst/>
              <a:ahLst/>
              <a:cxnLst/>
              <a:rect l="l" t="t" r="r" b="b"/>
              <a:pathLst>
                <a:path w="0" h="312419">
                  <a:moveTo>
                    <a:pt x="0" y="0"/>
                  </a:moveTo>
                  <a:lnTo>
                    <a:pt x="0" y="312003"/>
                  </a:lnTo>
                </a:path>
              </a:pathLst>
            </a:custGeom>
            <a:ln w="10471">
              <a:solidFill>
                <a:srgbClr val="000000"/>
              </a:solidFill>
            </a:ln>
          </p:spPr>
          <p:txBody>
            <a:bodyPr wrap="square" lIns="0" tIns="0" rIns="0" bIns="0" rtlCol="0"/>
            <a:lstStyle/>
            <a:p/>
          </p:txBody>
        </p:sp>
        <p:sp>
          <p:nvSpPr>
            <p:cNvPr id="90" name="object 90" descr=""/>
            <p:cNvSpPr/>
            <p:nvPr/>
          </p:nvSpPr>
          <p:spPr>
            <a:xfrm>
              <a:off x="9276385" y="1502952"/>
              <a:ext cx="194310" cy="320675"/>
            </a:xfrm>
            <a:custGeom>
              <a:avLst/>
              <a:gdLst/>
              <a:ahLst/>
              <a:cxnLst/>
              <a:rect l="l" t="t" r="r" b="b"/>
              <a:pathLst>
                <a:path w="194309" h="320675">
                  <a:moveTo>
                    <a:pt x="194255" y="0"/>
                  </a:moveTo>
                  <a:lnTo>
                    <a:pt x="0" y="0"/>
                  </a:lnTo>
                  <a:lnTo>
                    <a:pt x="0" y="320506"/>
                  </a:lnTo>
                  <a:lnTo>
                    <a:pt x="194255" y="320506"/>
                  </a:lnTo>
                  <a:lnTo>
                    <a:pt x="194255" y="0"/>
                  </a:lnTo>
                  <a:close/>
                </a:path>
              </a:pathLst>
            </a:custGeom>
            <a:solidFill>
              <a:srgbClr val="FFFFFF"/>
            </a:solidFill>
          </p:spPr>
          <p:txBody>
            <a:bodyPr wrap="square" lIns="0" tIns="0" rIns="0" bIns="0" rtlCol="0"/>
            <a:lstStyle/>
            <a:p/>
          </p:txBody>
        </p:sp>
        <p:pic>
          <p:nvPicPr>
            <p:cNvPr id="91" name="object 91" descr=""/>
            <p:cNvPicPr/>
            <p:nvPr/>
          </p:nvPicPr>
          <p:blipFill>
            <a:blip r:embed="rId6" cstate="print"/>
            <a:stretch>
              <a:fillRect/>
            </a:stretch>
          </p:blipFill>
          <p:spPr>
            <a:xfrm>
              <a:off x="9263902" y="1943151"/>
              <a:ext cx="215053" cy="222584"/>
            </a:xfrm>
            <a:prstGeom prst="rect">
              <a:avLst/>
            </a:prstGeom>
          </p:spPr>
        </p:pic>
        <p:pic>
          <p:nvPicPr>
            <p:cNvPr id="92" name="object 92" descr=""/>
            <p:cNvPicPr/>
            <p:nvPr/>
          </p:nvPicPr>
          <p:blipFill>
            <a:blip r:embed="rId7" cstate="print"/>
            <a:stretch>
              <a:fillRect/>
            </a:stretch>
          </p:blipFill>
          <p:spPr>
            <a:xfrm>
              <a:off x="9263902" y="2217244"/>
              <a:ext cx="215053" cy="222297"/>
            </a:xfrm>
            <a:prstGeom prst="rect">
              <a:avLst/>
            </a:prstGeom>
          </p:spPr>
        </p:pic>
        <p:sp>
          <p:nvSpPr>
            <p:cNvPr id="93" name="object 93" descr=""/>
            <p:cNvSpPr/>
            <p:nvPr/>
          </p:nvSpPr>
          <p:spPr>
            <a:xfrm>
              <a:off x="9477405" y="2037100"/>
              <a:ext cx="0" cy="312420"/>
            </a:xfrm>
            <a:custGeom>
              <a:avLst/>
              <a:gdLst/>
              <a:ahLst/>
              <a:cxnLst/>
              <a:rect l="l" t="t" r="r" b="b"/>
              <a:pathLst>
                <a:path w="0" h="312419">
                  <a:moveTo>
                    <a:pt x="0" y="0"/>
                  </a:moveTo>
                  <a:lnTo>
                    <a:pt x="0" y="311989"/>
                  </a:lnTo>
                </a:path>
              </a:pathLst>
            </a:custGeom>
            <a:ln w="10471">
              <a:solidFill>
                <a:srgbClr val="000000"/>
              </a:solidFill>
            </a:ln>
          </p:spPr>
          <p:txBody>
            <a:bodyPr wrap="square" lIns="0" tIns="0" rIns="0" bIns="0" rtlCol="0"/>
            <a:lstStyle/>
            <a:p/>
          </p:txBody>
        </p:sp>
        <p:sp>
          <p:nvSpPr>
            <p:cNvPr id="94" name="object 94" descr=""/>
            <p:cNvSpPr/>
            <p:nvPr/>
          </p:nvSpPr>
          <p:spPr>
            <a:xfrm>
              <a:off x="9277697" y="2037072"/>
              <a:ext cx="193040" cy="320675"/>
            </a:xfrm>
            <a:custGeom>
              <a:avLst/>
              <a:gdLst/>
              <a:ahLst/>
              <a:cxnLst/>
              <a:rect l="l" t="t" r="r" b="b"/>
              <a:pathLst>
                <a:path w="193040" h="320675">
                  <a:moveTo>
                    <a:pt x="192812" y="0"/>
                  </a:moveTo>
                  <a:lnTo>
                    <a:pt x="0" y="0"/>
                  </a:lnTo>
                  <a:lnTo>
                    <a:pt x="0" y="320506"/>
                  </a:lnTo>
                  <a:lnTo>
                    <a:pt x="192812" y="320506"/>
                  </a:lnTo>
                  <a:lnTo>
                    <a:pt x="192812" y="0"/>
                  </a:lnTo>
                  <a:close/>
                </a:path>
              </a:pathLst>
            </a:custGeom>
            <a:solidFill>
              <a:srgbClr val="FFFFFF"/>
            </a:solidFill>
          </p:spPr>
          <p:txBody>
            <a:bodyPr wrap="square" lIns="0" tIns="0" rIns="0" bIns="0" rtlCol="0"/>
            <a:lstStyle/>
            <a:p/>
          </p:txBody>
        </p:sp>
      </p:grpSp>
      <p:sp>
        <p:nvSpPr>
          <p:cNvPr id="95" name="object 95" descr=""/>
          <p:cNvSpPr txBox="1"/>
          <p:nvPr/>
        </p:nvSpPr>
        <p:spPr>
          <a:xfrm>
            <a:off x="9300129" y="1416880"/>
            <a:ext cx="123189" cy="1010919"/>
          </a:xfrm>
          <a:prstGeom prst="rect">
            <a:avLst/>
          </a:prstGeom>
        </p:spPr>
        <p:txBody>
          <a:bodyPr wrap="square" lIns="0" tIns="34925" rIns="0" bIns="0" rtlCol="0" vert="horz">
            <a:spAutoFit/>
          </a:bodyPr>
          <a:lstStyle/>
          <a:p>
            <a:pPr algn="just" marL="24130" marR="5080" indent="-12065">
              <a:lnSpc>
                <a:spcPct val="825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2</a:t>
            </a:r>
            <a:endParaRPr sz="850">
              <a:latin typeface="Times New Roman"/>
              <a:cs typeface="Times New Roman"/>
            </a:endParaRPr>
          </a:p>
          <a:p>
            <a:pPr algn="just" marL="24130" marR="5080" indent="-12065">
              <a:lnSpc>
                <a:spcPct val="82600"/>
              </a:lnSpc>
              <a:spcBef>
                <a:spcPts val="84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3</a:t>
            </a:r>
            <a:endParaRPr sz="850">
              <a:latin typeface="Times New Roman"/>
              <a:cs typeface="Times New Roman"/>
            </a:endParaRPr>
          </a:p>
        </p:txBody>
      </p:sp>
      <p:grpSp>
        <p:nvGrpSpPr>
          <p:cNvPr id="96" name="object 96" descr=""/>
          <p:cNvGrpSpPr/>
          <p:nvPr/>
        </p:nvGrpSpPr>
        <p:grpSpPr>
          <a:xfrm>
            <a:off x="11713688" y="1839054"/>
            <a:ext cx="219710" cy="497205"/>
            <a:chOff x="11713688" y="1839054"/>
            <a:chExt cx="219710" cy="497205"/>
          </a:xfrm>
        </p:grpSpPr>
        <p:sp>
          <p:nvSpPr>
            <p:cNvPr id="97" name="object 97" descr=""/>
            <p:cNvSpPr/>
            <p:nvPr/>
          </p:nvSpPr>
          <p:spPr>
            <a:xfrm>
              <a:off x="11719086" y="1933004"/>
              <a:ext cx="0" cy="311785"/>
            </a:xfrm>
            <a:custGeom>
              <a:avLst/>
              <a:gdLst/>
              <a:ahLst/>
              <a:cxnLst/>
              <a:rect l="l" t="t" r="r" b="b"/>
              <a:pathLst>
                <a:path w="0" h="311785">
                  <a:moveTo>
                    <a:pt x="0" y="0"/>
                  </a:moveTo>
                  <a:lnTo>
                    <a:pt x="0" y="311716"/>
                  </a:lnTo>
                </a:path>
              </a:pathLst>
            </a:custGeom>
            <a:ln w="10471">
              <a:solidFill>
                <a:srgbClr val="000000"/>
              </a:solidFill>
            </a:ln>
          </p:spPr>
          <p:txBody>
            <a:bodyPr wrap="square" lIns="0" tIns="0" rIns="0" bIns="0" rtlCol="0"/>
            <a:lstStyle/>
            <a:p/>
          </p:txBody>
        </p:sp>
        <p:pic>
          <p:nvPicPr>
            <p:cNvPr id="98" name="object 98" descr=""/>
            <p:cNvPicPr/>
            <p:nvPr/>
          </p:nvPicPr>
          <p:blipFill>
            <a:blip r:embed="rId8" cstate="print"/>
            <a:stretch>
              <a:fillRect/>
            </a:stretch>
          </p:blipFill>
          <p:spPr>
            <a:xfrm>
              <a:off x="11713891" y="1839054"/>
              <a:ext cx="215053" cy="222311"/>
            </a:xfrm>
            <a:prstGeom prst="rect">
              <a:avLst/>
            </a:prstGeom>
          </p:spPr>
        </p:pic>
        <p:pic>
          <p:nvPicPr>
            <p:cNvPr id="99" name="object 99" descr=""/>
            <p:cNvPicPr/>
            <p:nvPr/>
          </p:nvPicPr>
          <p:blipFill>
            <a:blip r:embed="rId9" cstate="print"/>
            <a:stretch>
              <a:fillRect/>
            </a:stretch>
          </p:blipFill>
          <p:spPr>
            <a:xfrm>
              <a:off x="11713891" y="2113921"/>
              <a:ext cx="215053" cy="222311"/>
            </a:xfrm>
            <a:prstGeom prst="rect">
              <a:avLst/>
            </a:prstGeom>
          </p:spPr>
        </p:pic>
        <p:sp>
          <p:nvSpPr>
            <p:cNvPr id="100" name="object 100" descr=""/>
            <p:cNvSpPr/>
            <p:nvPr/>
          </p:nvSpPr>
          <p:spPr>
            <a:xfrm>
              <a:off x="11929101" y="1933004"/>
              <a:ext cx="0" cy="311785"/>
            </a:xfrm>
            <a:custGeom>
              <a:avLst/>
              <a:gdLst/>
              <a:ahLst/>
              <a:cxnLst/>
              <a:rect l="l" t="t" r="r" b="b"/>
              <a:pathLst>
                <a:path w="0" h="311785">
                  <a:moveTo>
                    <a:pt x="0" y="0"/>
                  </a:moveTo>
                  <a:lnTo>
                    <a:pt x="0" y="311716"/>
                  </a:lnTo>
                </a:path>
              </a:pathLst>
            </a:custGeom>
            <a:ln w="7057">
              <a:solidFill>
                <a:srgbClr val="000000"/>
              </a:solidFill>
            </a:ln>
          </p:spPr>
          <p:txBody>
            <a:bodyPr wrap="square" lIns="0" tIns="0" rIns="0" bIns="0" rtlCol="0"/>
            <a:lstStyle/>
            <a:p/>
          </p:txBody>
        </p:sp>
        <p:sp>
          <p:nvSpPr>
            <p:cNvPr id="101" name="object 101" descr=""/>
            <p:cNvSpPr/>
            <p:nvPr/>
          </p:nvSpPr>
          <p:spPr>
            <a:xfrm>
              <a:off x="11728415" y="1933778"/>
              <a:ext cx="197485" cy="320040"/>
            </a:xfrm>
            <a:custGeom>
              <a:avLst/>
              <a:gdLst/>
              <a:ahLst/>
              <a:cxnLst/>
              <a:rect l="l" t="t" r="r" b="b"/>
              <a:pathLst>
                <a:path w="197484" h="320039">
                  <a:moveTo>
                    <a:pt x="197156" y="0"/>
                  </a:moveTo>
                  <a:lnTo>
                    <a:pt x="0" y="0"/>
                  </a:lnTo>
                  <a:lnTo>
                    <a:pt x="0" y="319789"/>
                  </a:lnTo>
                  <a:lnTo>
                    <a:pt x="197156" y="319789"/>
                  </a:lnTo>
                  <a:lnTo>
                    <a:pt x="197156" y="0"/>
                  </a:lnTo>
                  <a:close/>
                </a:path>
              </a:pathLst>
            </a:custGeom>
            <a:solidFill>
              <a:srgbClr val="FFFFFF"/>
            </a:solidFill>
          </p:spPr>
          <p:txBody>
            <a:bodyPr wrap="square" lIns="0" tIns="0" rIns="0" bIns="0" rtlCol="0"/>
            <a:lstStyle/>
            <a:p/>
          </p:txBody>
        </p:sp>
      </p:grpSp>
      <p:sp>
        <p:nvSpPr>
          <p:cNvPr id="102" name="object 102" descr=""/>
          <p:cNvSpPr txBox="1"/>
          <p:nvPr/>
        </p:nvSpPr>
        <p:spPr>
          <a:xfrm>
            <a:off x="11749971" y="1846745"/>
            <a:ext cx="123189" cy="476250"/>
          </a:xfrm>
          <a:prstGeom prst="rect">
            <a:avLst/>
          </a:prstGeom>
        </p:spPr>
        <p:txBody>
          <a:bodyPr wrap="square" lIns="0" tIns="34925" rIns="0" bIns="0" rtlCol="0" vert="horz">
            <a:spAutoFit/>
          </a:bodyPr>
          <a:lstStyle/>
          <a:p>
            <a:pPr algn="just" marL="23495" marR="5080" indent="-11430">
              <a:lnSpc>
                <a:spcPct val="826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4</a:t>
            </a:r>
            <a:endParaRPr sz="850">
              <a:latin typeface="Times New Roman"/>
              <a:cs typeface="Times New Roman"/>
            </a:endParaRPr>
          </a:p>
        </p:txBody>
      </p:sp>
      <p:grpSp>
        <p:nvGrpSpPr>
          <p:cNvPr id="103" name="object 103" descr=""/>
          <p:cNvGrpSpPr/>
          <p:nvPr/>
        </p:nvGrpSpPr>
        <p:grpSpPr>
          <a:xfrm>
            <a:off x="5976768" y="174450"/>
            <a:ext cx="6104890" cy="3171190"/>
            <a:chOff x="5976768" y="174450"/>
            <a:chExt cx="6104890" cy="3171190"/>
          </a:xfrm>
        </p:grpSpPr>
        <p:sp>
          <p:nvSpPr>
            <p:cNvPr id="104" name="object 104" descr=""/>
            <p:cNvSpPr/>
            <p:nvPr/>
          </p:nvSpPr>
          <p:spPr>
            <a:xfrm>
              <a:off x="8584844" y="1737428"/>
              <a:ext cx="77470" cy="0"/>
            </a:xfrm>
            <a:custGeom>
              <a:avLst/>
              <a:gdLst/>
              <a:ahLst/>
              <a:cxnLst/>
              <a:rect l="l" t="t" r="r" b="b"/>
              <a:pathLst>
                <a:path w="77470" h="0">
                  <a:moveTo>
                    <a:pt x="0" y="0"/>
                  </a:moveTo>
                  <a:lnTo>
                    <a:pt x="77259" y="0"/>
                  </a:lnTo>
                </a:path>
              </a:pathLst>
            </a:custGeom>
            <a:ln w="10299">
              <a:solidFill>
                <a:srgbClr val="000000"/>
              </a:solidFill>
            </a:ln>
          </p:spPr>
          <p:txBody>
            <a:bodyPr wrap="square" lIns="0" tIns="0" rIns="0" bIns="0" rtlCol="0"/>
            <a:lstStyle/>
            <a:p/>
          </p:txBody>
        </p:sp>
        <p:sp>
          <p:nvSpPr>
            <p:cNvPr id="105" name="object 105" descr=""/>
            <p:cNvSpPr/>
            <p:nvPr/>
          </p:nvSpPr>
          <p:spPr>
            <a:xfrm>
              <a:off x="8623473" y="1701295"/>
              <a:ext cx="116205" cy="73660"/>
            </a:xfrm>
            <a:custGeom>
              <a:avLst/>
              <a:gdLst/>
              <a:ahLst/>
              <a:cxnLst/>
              <a:rect l="l" t="t" r="r" b="b"/>
              <a:pathLst>
                <a:path w="116204" h="73660">
                  <a:moveTo>
                    <a:pt x="0" y="0"/>
                  </a:moveTo>
                  <a:lnTo>
                    <a:pt x="36880" y="36132"/>
                  </a:lnTo>
                  <a:lnTo>
                    <a:pt x="0" y="73269"/>
                  </a:lnTo>
                  <a:lnTo>
                    <a:pt x="115597" y="36132"/>
                  </a:lnTo>
                  <a:lnTo>
                    <a:pt x="0" y="0"/>
                  </a:lnTo>
                  <a:close/>
                </a:path>
              </a:pathLst>
            </a:custGeom>
            <a:solidFill>
              <a:srgbClr val="000000"/>
            </a:solidFill>
          </p:spPr>
          <p:txBody>
            <a:bodyPr wrap="square" lIns="0" tIns="0" rIns="0" bIns="0" rtlCol="0"/>
            <a:lstStyle/>
            <a:p/>
          </p:txBody>
        </p:sp>
        <p:sp>
          <p:nvSpPr>
            <p:cNvPr id="106" name="object 106" descr=""/>
            <p:cNvSpPr/>
            <p:nvPr/>
          </p:nvSpPr>
          <p:spPr>
            <a:xfrm>
              <a:off x="8584844" y="2137899"/>
              <a:ext cx="77470" cy="0"/>
            </a:xfrm>
            <a:custGeom>
              <a:avLst/>
              <a:gdLst/>
              <a:ahLst/>
              <a:cxnLst/>
              <a:rect l="l" t="t" r="r" b="b"/>
              <a:pathLst>
                <a:path w="77470" h="0">
                  <a:moveTo>
                    <a:pt x="0" y="0"/>
                  </a:moveTo>
                  <a:lnTo>
                    <a:pt x="77259" y="0"/>
                  </a:lnTo>
                </a:path>
              </a:pathLst>
            </a:custGeom>
            <a:ln w="10299">
              <a:solidFill>
                <a:srgbClr val="000000"/>
              </a:solidFill>
            </a:ln>
          </p:spPr>
          <p:txBody>
            <a:bodyPr wrap="square" lIns="0" tIns="0" rIns="0" bIns="0" rtlCol="0"/>
            <a:lstStyle/>
            <a:p/>
          </p:txBody>
        </p:sp>
        <p:sp>
          <p:nvSpPr>
            <p:cNvPr id="107" name="object 107" descr=""/>
            <p:cNvSpPr/>
            <p:nvPr/>
          </p:nvSpPr>
          <p:spPr>
            <a:xfrm>
              <a:off x="8623473" y="2101767"/>
              <a:ext cx="116205" cy="73660"/>
            </a:xfrm>
            <a:custGeom>
              <a:avLst/>
              <a:gdLst/>
              <a:ahLst/>
              <a:cxnLst/>
              <a:rect l="l" t="t" r="r" b="b"/>
              <a:pathLst>
                <a:path w="116204" h="73660">
                  <a:moveTo>
                    <a:pt x="0" y="0"/>
                  </a:moveTo>
                  <a:lnTo>
                    <a:pt x="36880" y="37193"/>
                  </a:lnTo>
                  <a:lnTo>
                    <a:pt x="0" y="73269"/>
                  </a:lnTo>
                  <a:lnTo>
                    <a:pt x="115597" y="37193"/>
                  </a:lnTo>
                  <a:lnTo>
                    <a:pt x="0" y="0"/>
                  </a:lnTo>
                  <a:close/>
                </a:path>
              </a:pathLst>
            </a:custGeom>
            <a:solidFill>
              <a:srgbClr val="000000"/>
            </a:solidFill>
          </p:spPr>
          <p:txBody>
            <a:bodyPr wrap="square" lIns="0" tIns="0" rIns="0" bIns="0" rtlCol="0"/>
            <a:lstStyle/>
            <a:p/>
          </p:txBody>
        </p:sp>
        <p:pic>
          <p:nvPicPr>
            <p:cNvPr id="108" name="object 108" descr=""/>
            <p:cNvPicPr/>
            <p:nvPr/>
          </p:nvPicPr>
          <p:blipFill>
            <a:blip r:embed="rId10" cstate="print"/>
            <a:stretch>
              <a:fillRect/>
            </a:stretch>
          </p:blipFill>
          <p:spPr>
            <a:xfrm>
              <a:off x="8523765" y="2617669"/>
              <a:ext cx="215305" cy="100298"/>
            </a:xfrm>
            <a:prstGeom prst="rect">
              <a:avLst/>
            </a:prstGeom>
          </p:spPr>
        </p:pic>
        <p:sp>
          <p:nvSpPr>
            <p:cNvPr id="109" name="object 109" descr=""/>
            <p:cNvSpPr/>
            <p:nvPr/>
          </p:nvSpPr>
          <p:spPr>
            <a:xfrm>
              <a:off x="8983092" y="2271619"/>
              <a:ext cx="200025" cy="400685"/>
            </a:xfrm>
            <a:custGeom>
              <a:avLst/>
              <a:gdLst/>
              <a:ahLst/>
              <a:cxnLst/>
              <a:rect l="l" t="t" r="r" b="b"/>
              <a:pathLst>
                <a:path w="200025" h="400685">
                  <a:moveTo>
                    <a:pt x="0" y="400442"/>
                  </a:moveTo>
                  <a:lnTo>
                    <a:pt x="122448" y="400442"/>
                  </a:lnTo>
                </a:path>
                <a:path w="200025" h="400685">
                  <a:moveTo>
                    <a:pt x="122448" y="400442"/>
                  </a:moveTo>
                  <a:lnTo>
                    <a:pt x="122448" y="0"/>
                  </a:lnTo>
                </a:path>
                <a:path w="200025" h="400685">
                  <a:moveTo>
                    <a:pt x="122448" y="0"/>
                  </a:moveTo>
                  <a:lnTo>
                    <a:pt x="199415" y="0"/>
                  </a:lnTo>
                </a:path>
              </a:pathLst>
            </a:custGeom>
            <a:ln w="10385">
              <a:solidFill>
                <a:srgbClr val="000000"/>
              </a:solidFill>
            </a:ln>
          </p:spPr>
          <p:txBody>
            <a:bodyPr wrap="square" lIns="0" tIns="0" rIns="0" bIns="0" rtlCol="0"/>
            <a:lstStyle/>
            <a:p/>
          </p:txBody>
        </p:sp>
        <p:sp>
          <p:nvSpPr>
            <p:cNvPr id="110" name="object 110" descr=""/>
            <p:cNvSpPr/>
            <p:nvPr/>
          </p:nvSpPr>
          <p:spPr>
            <a:xfrm>
              <a:off x="9144170" y="2235171"/>
              <a:ext cx="114935" cy="73660"/>
            </a:xfrm>
            <a:custGeom>
              <a:avLst/>
              <a:gdLst/>
              <a:ahLst/>
              <a:cxnLst/>
              <a:rect l="l" t="t" r="r" b="b"/>
              <a:pathLst>
                <a:path w="114934" h="73660">
                  <a:moveTo>
                    <a:pt x="0" y="0"/>
                  </a:moveTo>
                  <a:lnTo>
                    <a:pt x="36880" y="36448"/>
                  </a:lnTo>
                  <a:lnTo>
                    <a:pt x="0" y="73226"/>
                  </a:lnTo>
                  <a:lnTo>
                    <a:pt x="114430" y="36448"/>
                  </a:lnTo>
                  <a:lnTo>
                    <a:pt x="0" y="0"/>
                  </a:lnTo>
                  <a:close/>
                </a:path>
              </a:pathLst>
            </a:custGeom>
            <a:solidFill>
              <a:srgbClr val="000000"/>
            </a:solidFill>
          </p:spPr>
          <p:txBody>
            <a:bodyPr wrap="square" lIns="0" tIns="0" rIns="0" bIns="0" rtlCol="0"/>
            <a:lstStyle/>
            <a:p/>
          </p:txBody>
        </p:sp>
        <p:sp>
          <p:nvSpPr>
            <p:cNvPr id="111" name="object 111" descr=""/>
            <p:cNvSpPr/>
            <p:nvPr/>
          </p:nvSpPr>
          <p:spPr>
            <a:xfrm>
              <a:off x="7635577" y="1470303"/>
              <a:ext cx="444500" cy="1513840"/>
            </a:xfrm>
            <a:custGeom>
              <a:avLst/>
              <a:gdLst/>
              <a:ahLst/>
              <a:cxnLst/>
              <a:rect l="l" t="t" r="r" b="b"/>
              <a:pathLst>
                <a:path w="444500" h="1513839">
                  <a:moveTo>
                    <a:pt x="0" y="0"/>
                  </a:moveTo>
                  <a:lnTo>
                    <a:pt x="0" y="1513776"/>
                  </a:lnTo>
                </a:path>
                <a:path w="444500" h="1513839">
                  <a:moveTo>
                    <a:pt x="0" y="1201758"/>
                  </a:moveTo>
                  <a:lnTo>
                    <a:pt x="444458" y="1201758"/>
                  </a:lnTo>
                </a:path>
              </a:pathLst>
            </a:custGeom>
            <a:ln w="10385">
              <a:solidFill>
                <a:srgbClr val="000000"/>
              </a:solidFill>
            </a:ln>
          </p:spPr>
          <p:txBody>
            <a:bodyPr wrap="square" lIns="0" tIns="0" rIns="0" bIns="0" rtlCol="0"/>
            <a:lstStyle/>
            <a:p/>
          </p:txBody>
        </p:sp>
        <p:sp>
          <p:nvSpPr>
            <p:cNvPr id="112" name="object 112" descr=""/>
            <p:cNvSpPr/>
            <p:nvPr/>
          </p:nvSpPr>
          <p:spPr>
            <a:xfrm>
              <a:off x="8041843" y="2635987"/>
              <a:ext cx="114935" cy="73660"/>
            </a:xfrm>
            <a:custGeom>
              <a:avLst/>
              <a:gdLst/>
              <a:ahLst/>
              <a:cxnLst/>
              <a:rect l="l" t="t" r="r" b="b"/>
              <a:pathLst>
                <a:path w="114934" h="73660">
                  <a:moveTo>
                    <a:pt x="0" y="0"/>
                  </a:moveTo>
                  <a:lnTo>
                    <a:pt x="36442" y="37136"/>
                  </a:lnTo>
                  <a:lnTo>
                    <a:pt x="0" y="73226"/>
                  </a:lnTo>
                  <a:lnTo>
                    <a:pt x="114430" y="37136"/>
                  </a:lnTo>
                  <a:lnTo>
                    <a:pt x="0" y="0"/>
                  </a:lnTo>
                  <a:close/>
                </a:path>
              </a:pathLst>
            </a:custGeom>
            <a:solidFill>
              <a:srgbClr val="000000"/>
            </a:solidFill>
          </p:spPr>
          <p:txBody>
            <a:bodyPr wrap="square" lIns="0" tIns="0" rIns="0" bIns="0" rtlCol="0"/>
            <a:lstStyle/>
            <a:p/>
          </p:txBody>
        </p:sp>
        <p:sp>
          <p:nvSpPr>
            <p:cNvPr id="113" name="object 113" descr=""/>
            <p:cNvSpPr/>
            <p:nvPr/>
          </p:nvSpPr>
          <p:spPr>
            <a:xfrm>
              <a:off x="7635577" y="1470303"/>
              <a:ext cx="567690" cy="1242695"/>
            </a:xfrm>
            <a:custGeom>
              <a:avLst/>
              <a:gdLst/>
              <a:ahLst/>
              <a:cxnLst/>
              <a:rect l="l" t="t" r="r" b="b"/>
              <a:pathLst>
                <a:path w="567690" h="1242695">
                  <a:moveTo>
                    <a:pt x="367636" y="1152592"/>
                  </a:moveTo>
                  <a:lnTo>
                    <a:pt x="398248" y="1242436"/>
                  </a:lnTo>
                </a:path>
                <a:path w="567690" h="1242695">
                  <a:moveTo>
                    <a:pt x="0" y="0"/>
                  </a:moveTo>
                  <a:lnTo>
                    <a:pt x="567198" y="0"/>
                  </a:lnTo>
                </a:path>
              </a:pathLst>
            </a:custGeom>
            <a:ln w="10385">
              <a:solidFill>
                <a:srgbClr val="000000"/>
              </a:solidFill>
            </a:ln>
          </p:spPr>
          <p:txBody>
            <a:bodyPr wrap="square" lIns="0" tIns="0" rIns="0" bIns="0" rtlCol="0"/>
            <a:lstStyle/>
            <a:p/>
          </p:txBody>
        </p:sp>
        <p:sp>
          <p:nvSpPr>
            <p:cNvPr id="114" name="object 114" descr=""/>
            <p:cNvSpPr/>
            <p:nvPr/>
          </p:nvSpPr>
          <p:spPr>
            <a:xfrm>
              <a:off x="8164146" y="1434314"/>
              <a:ext cx="114935" cy="73660"/>
            </a:xfrm>
            <a:custGeom>
              <a:avLst/>
              <a:gdLst/>
              <a:ahLst/>
              <a:cxnLst/>
              <a:rect l="l" t="t" r="r" b="b"/>
              <a:pathLst>
                <a:path w="114934" h="73659">
                  <a:moveTo>
                    <a:pt x="0" y="0"/>
                  </a:moveTo>
                  <a:lnTo>
                    <a:pt x="36880" y="35989"/>
                  </a:lnTo>
                  <a:lnTo>
                    <a:pt x="0" y="73125"/>
                  </a:lnTo>
                  <a:lnTo>
                    <a:pt x="114430" y="35989"/>
                  </a:lnTo>
                  <a:lnTo>
                    <a:pt x="0" y="0"/>
                  </a:lnTo>
                  <a:close/>
                </a:path>
              </a:pathLst>
            </a:custGeom>
            <a:solidFill>
              <a:srgbClr val="000000"/>
            </a:solidFill>
          </p:spPr>
          <p:txBody>
            <a:bodyPr wrap="square" lIns="0" tIns="0" rIns="0" bIns="0" rtlCol="0"/>
            <a:lstStyle/>
            <a:p/>
          </p:txBody>
        </p:sp>
        <p:sp>
          <p:nvSpPr>
            <p:cNvPr id="115" name="object 115" descr=""/>
            <p:cNvSpPr/>
            <p:nvPr/>
          </p:nvSpPr>
          <p:spPr>
            <a:xfrm>
              <a:off x="7635577" y="1737428"/>
              <a:ext cx="567690" cy="0"/>
            </a:xfrm>
            <a:custGeom>
              <a:avLst/>
              <a:gdLst/>
              <a:ahLst/>
              <a:cxnLst/>
              <a:rect l="l" t="t" r="r" b="b"/>
              <a:pathLst>
                <a:path w="567690" h="0">
                  <a:moveTo>
                    <a:pt x="0" y="0"/>
                  </a:moveTo>
                  <a:lnTo>
                    <a:pt x="567198" y="0"/>
                  </a:lnTo>
                </a:path>
              </a:pathLst>
            </a:custGeom>
            <a:ln w="10299">
              <a:solidFill>
                <a:srgbClr val="000000"/>
              </a:solidFill>
            </a:ln>
          </p:spPr>
          <p:txBody>
            <a:bodyPr wrap="square" lIns="0" tIns="0" rIns="0" bIns="0" rtlCol="0"/>
            <a:lstStyle/>
            <a:p/>
          </p:txBody>
        </p:sp>
        <p:sp>
          <p:nvSpPr>
            <p:cNvPr id="116" name="object 116" descr=""/>
            <p:cNvSpPr/>
            <p:nvPr/>
          </p:nvSpPr>
          <p:spPr>
            <a:xfrm>
              <a:off x="8164146" y="1701295"/>
              <a:ext cx="114935" cy="73660"/>
            </a:xfrm>
            <a:custGeom>
              <a:avLst/>
              <a:gdLst/>
              <a:ahLst/>
              <a:cxnLst/>
              <a:rect l="l" t="t" r="r" b="b"/>
              <a:pathLst>
                <a:path w="114934" h="73660">
                  <a:moveTo>
                    <a:pt x="0" y="0"/>
                  </a:moveTo>
                  <a:lnTo>
                    <a:pt x="36880" y="36132"/>
                  </a:lnTo>
                  <a:lnTo>
                    <a:pt x="0" y="73269"/>
                  </a:lnTo>
                  <a:lnTo>
                    <a:pt x="114430" y="36132"/>
                  </a:lnTo>
                  <a:lnTo>
                    <a:pt x="0" y="0"/>
                  </a:lnTo>
                  <a:close/>
                </a:path>
              </a:pathLst>
            </a:custGeom>
            <a:solidFill>
              <a:srgbClr val="000000"/>
            </a:solidFill>
          </p:spPr>
          <p:txBody>
            <a:bodyPr wrap="square" lIns="0" tIns="0" rIns="0" bIns="0" rtlCol="0"/>
            <a:lstStyle/>
            <a:p/>
          </p:txBody>
        </p:sp>
        <p:sp>
          <p:nvSpPr>
            <p:cNvPr id="117" name="object 117" descr=""/>
            <p:cNvSpPr/>
            <p:nvPr/>
          </p:nvSpPr>
          <p:spPr>
            <a:xfrm>
              <a:off x="7788637" y="2004552"/>
              <a:ext cx="414655" cy="0"/>
            </a:xfrm>
            <a:custGeom>
              <a:avLst/>
              <a:gdLst/>
              <a:ahLst/>
              <a:cxnLst/>
              <a:rect l="l" t="t" r="r" b="b"/>
              <a:pathLst>
                <a:path w="414654" h="0">
                  <a:moveTo>
                    <a:pt x="0" y="0"/>
                  </a:moveTo>
                  <a:lnTo>
                    <a:pt x="414138" y="0"/>
                  </a:lnTo>
                </a:path>
              </a:pathLst>
            </a:custGeom>
            <a:ln w="10299">
              <a:solidFill>
                <a:srgbClr val="000000"/>
              </a:solidFill>
            </a:ln>
          </p:spPr>
          <p:txBody>
            <a:bodyPr wrap="square" lIns="0" tIns="0" rIns="0" bIns="0" rtlCol="0"/>
            <a:lstStyle/>
            <a:p/>
          </p:txBody>
        </p:sp>
        <p:sp>
          <p:nvSpPr>
            <p:cNvPr id="118" name="object 118" descr=""/>
            <p:cNvSpPr/>
            <p:nvPr/>
          </p:nvSpPr>
          <p:spPr>
            <a:xfrm>
              <a:off x="8164146" y="1968133"/>
              <a:ext cx="114935" cy="73660"/>
            </a:xfrm>
            <a:custGeom>
              <a:avLst/>
              <a:gdLst/>
              <a:ahLst/>
              <a:cxnLst/>
              <a:rect l="l" t="t" r="r" b="b"/>
              <a:pathLst>
                <a:path w="114934" h="73660">
                  <a:moveTo>
                    <a:pt x="0" y="0"/>
                  </a:moveTo>
                  <a:lnTo>
                    <a:pt x="36880" y="36419"/>
                  </a:lnTo>
                  <a:lnTo>
                    <a:pt x="0" y="73125"/>
                  </a:lnTo>
                  <a:lnTo>
                    <a:pt x="114430" y="36419"/>
                  </a:lnTo>
                  <a:lnTo>
                    <a:pt x="0" y="0"/>
                  </a:lnTo>
                  <a:close/>
                </a:path>
              </a:pathLst>
            </a:custGeom>
            <a:solidFill>
              <a:srgbClr val="000000"/>
            </a:solidFill>
          </p:spPr>
          <p:txBody>
            <a:bodyPr wrap="square" lIns="0" tIns="0" rIns="0" bIns="0" rtlCol="0"/>
            <a:lstStyle/>
            <a:p/>
          </p:txBody>
        </p:sp>
        <p:sp>
          <p:nvSpPr>
            <p:cNvPr id="119" name="object 119" descr=""/>
            <p:cNvSpPr/>
            <p:nvPr/>
          </p:nvSpPr>
          <p:spPr>
            <a:xfrm>
              <a:off x="6992475" y="1826182"/>
              <a:ext cx="668020" cy="6350"/>
            </a:xfrm>
            <a:custGeom>
              <a:avLst/>
              <a:gdLst/>
              <a:ahLst/>
              <a:cxnLst/>
              <a:rect l="l" t="t" r="r" b="b"/>
              <a:pathLst>
                <a:path w="668020" h="6350">
                  <a:moveTo>
                    <a:pt x="575901" y="6022"/>
                  </a:moveTo>
                  <a:lnTo>
                    <a:pt x="667591" y="0"/>
                  </a:lnTo>
                </a:path>
                <a:path w="668020" h="6350">
                  <a:moveTo>
                    <a:pt x="0" y="0"/>
                  </a:moveTo>
                  <a:lnTo>
                    <a:pt x="261062" y="4301"/>
                  </a:lnTo>
                </a:path>
              </a:pathLst>
            </a:custGeom>
            <a:ln w="10385">
              <a:solidFill>
                <a:srgbClr val="000000"/>
              </a:solidFill>
            </a:ln>
          </p:spPr>
          <p:txBody>
            <a:bodyPr wrap="square" lIns="0" tIns="0" rIns="0" bIns="0" rtlCol="0"/>
            <a:lstStyle/>
            <a:p/>
          </p:txBody>
        </p:sp>
        <p:sp>
          <p:nvSpPr>
            <p:cNvPr id="120" name="object 120" descr=""/>
            <p:cNvSpPr/>
            <p:nvPr/>
          </p:nvSpPr>
          <p:spPr>
            <a:xfrm>
              <a:off x="7214179" y="1793347"/>
              <a:ext cx="116839" cy="73660"/>
            </a:xfrm>
            <a:custGeom>
              <a:avLst/>
              <a:gdLst/>
              <a:ahLst/>
              <a:cxnLst/>
              <a:rect l="l" t="t" r="r" b="b"/>
              <a:pathLst>
                <a:path w="116840" h="73660">
                  <a:moveTo>
                    <a:pt x="1443" y="0"/>
                  </a:moveTo>
                  <a:lnTo>
                    <a:pt x="37550" y="37136"/>
                  </a:lnTo>
                  <a:lnTo>
                    <a:pt x="0" y="73269"/>
                  </a:lnTo>
                  <a:lnTo>
                    <a:pt x="116267" y="38857"/>
                  </a:lnTo>
                  <a:lnTo>
                    <a:pt x="1443" y="0"/>
                  </a:lnTo>
                  <a:close/>
                </a:path>
              </a:pathLst>
            </a:custGeom>
            <a:solidFill>
              <a:srgbClr val="000000"/>
            </a:solidFill>
          </p:spPr>
          <p:txBody>
            <a:bodyPr wrap="square" lIns="0" tIns="0" rIns="0" bIns="0" rtlCol="0"/>
            <a:lstStyle/>
            <a:p/>
          </p:txBody>
        </p:sp>
        <p:sp>
          <p:nvSpPr>
            <p:cNvPr id="121" name="object 121" descr=""/>
            <p:cNvSpPr/>
            <p:nvPr/>
          </p:nvSpPr>
          <p:spPr>
            <a:xfrm>
              <a:off x="6288367" y="1826182"/>
              <a:ext cx="169545" cy="4445"/>
            </a:xfrm>
            <a:custGeom>
              <a:avLst/>
              <a:gdLst/>
              <a:ahLst/>
              <a:cxnLst/>
              <a:rect l="l" t="t" r="r" b="b"/>
              <a:pathLst>
                <a:path w="169545" h="4444">
                  <a:moveTo>
                    <a:pt x="0" y="0"/>
                  </a:moveTo>
                  <a:lnTo>
                    <a:pt x="168978" y="4301"/>
                  </a:lnTo>
                </a:path>
              </a:pathLst>
            </a:custGeom>
            <a:ln w="10299">
              <a:solidFill>
                <a:srgbClr val="000000"/>
              </a:solidFill>
            </a:ln>
          </p:spPr>
          <p:txBody>
            <a:bodyPr wrap="square" lIns="0" tIns="0" rIns="0" bIns="0" rtlCol="0"/>
            <a:lstStyle/>
            <a:p/>
          </p:txBody>
        </p:sp>
        <p:sp>
          <p:nvSpPr>
            <p:cNvPr id="122" name="object 122" descr=""/>
            <p:cNvSpPr/>
            <p:nvPr/>
          </p:nvSpPr>
          <p:spPr>
            <a:xfrm>
              <a:off x="6417988" y="1793347"/>
              <a:ext cx="116839" cy="73660"/>
            </a:xfrm>
            <a:custGeom>
              <a:avLst/>
              <a:gdLst/>
              <a:ahLst/>
              <a:cxnLst/>
              <a:rect l="l" t="t" r="r" b="b"/>
              <a:pathLst>
                <a:path w="116840" h="73660">
                  <a:moveTo>
                    <a:pt x="1443" y="0"/>
                  </a:moveTo>
                  <a:lnTo>
                    <a:pt x="37550" y="37136"/>
                  </a:lnTo>
                  <a:lnTo>
                    <a:pt x="0" y="73269"/>
                  </a:lnTo>
                  <a:lnTo>
                    <a:pt x="116267" y="38857"/>
                  </a:lnTo>
                  <a:lnTo>
                    <a:pt x="1443" y="0"/>
                  </a:lnTo>
                  <a:close/>
                </a:path>
              </a:pathLst>
            </a:custGeom>
            <a:solidFill>
              <a:srgbClr val="000000"/>
            </a:solidFill>
          </p:spPr>
          <p:txBody>
            <a:bodyPr wrap="square" lIns="0" tIns="0" rIns="0" bIns="0" rtlCol="0"/>
            <a:lstStyle/>
            <a:p/>
          </p:txBody>
        </p:sp>
        <p:sp>
          <p:nvSpPr>
            <p:cNvPr id="123" name="object 123" descr=""/>
            <p:cNvSpPr/>
            <p:nvPr/>
          </p:nvSpPr>
          <p:spPr>
            <a:xfrm>
              <a:off x="6349752" y="1203322"/>
              <a:ext cx="77470" cy="0"/>
            </a:xfrm>
            <a:custGeom>
              <a:avLst/>
              <a:gdLst/>
              <a:ahLst/>
              <a:cxnLst/>
              <a:rect l="l" t="t" r="r" b="b"/>
              <a:pathLst>
                <a:path w="77470" h="0">
                  <a:moveTo>
                    <a:pt x="0" y="0"/>
                  </a:moveTo>
                  <a:lnTo>
                    <a:pt x="76909" y="0"/>
                  </a:lnTo>
                </a:path>
              </a:pathLst>
            </a:custGeom>
            <a:ln w="10299">
              <a:solidFill>
                <a:srgbClr val="000000"/>
              </a:solidFill>
            </a:ln>
          </p:spPr>
          <p:txBody>
            <a:bodyPr wrap="square" lIns="0" tIns="0" rIns="0" bIns="0" rtlCol="0"/>
            <a:lstStyle/>
            <a:p/>
          </p:txBody>
        </p:sp>
        <p:sp>
          <p:nvSpPr>
            <p:cNvPr id="124" name="object 124" descr=""/>
            <p:cNvSpPr/>
            <p:nvPr/>
          </p:nvSpPr>
          <p:spPr>
            <a:xfrm>
              <a:off x="6388017" y="1167189"/>
              <a:ext cx="114935" cy="73660"/>
            </a:xfrm>
            <a:custGeom>
              <a:avLst/>
              <a:gdLst/>
              <a:ahLst/>
              <a:cxnLst/>
              <a:rect l="l" t="t" r="r" b="b"/>
              <a:pathLst>
                <a:path w="114934" h="73659">
                  <a:moveTo>
                    <a:pt x="0" y="0"/>
                  </a:moveTo>
                  <a:lnTo>
                    <a:pt x="36836" y="36132"/>
                  </a:lnTo>
                  <a:lnTo>
                    <a:pt x="0" y="73269"/>
                  </a:lnTo>
                  <a:lnTo>
                    <a:pt x="114824" y="36132"/>
                  </a:lnTo>
                  <a:lnTo>
                    <a:pt x="0" y="0"/>
                  </a:lnTo>
                  <a:close/>
                </a:path>
              </a:pathLst>
            </a:custGeom>
            <a:solidFill>
              <a:srgbClr val="000000"/>
            </a:solidFill>
          </p:spPr>
          <p:txBody>
            <a:bodyPr wrap="square" lIns="0" tIns="0" rIns="0" bIns="0" rtlCol="0"/>
            <a:lstStyle/>
            <a:p/>
          </p:txBody>
        </p:sp>
        <p:sp>
          <p:nvSpPr>
            <p:cNvPr id="125" name="object 125" descr=""/>
            <p:cNvSpPr/>
            <p:nvPr/>
          </p:nvSpPr>
          <p:spPr>
            <a:xfrm>
              <a:off x="6319052" y="891319"/>
              <a:ext cx="107950" cy="935355"/>
            </a:xfrm>
            <a:custGeom>
              <a:avLst/>
              <a:gdLst/>
              <a:ahLst/>
              <a:cxnLst/>
              <a:rect l="l" t="t" r="r" b="b"/>
              <a:pathLst>
                <a:path w="107950" h="935355">
                  <a:moveTo>
                    <a:pt x="30699" y="934863"/>
                  </a:moveTo>
                  <a:lnTo>
                    <a:pt x="30699" y="312003"/>
                  </a:lnTo>
                </a:path>
                <a:path w="107950" h="935355">
                  <a:moveTo>
                    <a:pt x="0" y="0"/>
                  </a:moveTo>
                  <a:lnTo>
                    <a:pt x="107608" y="0"/>
                  </a:lnTo>
                </a:path>
              </a:pathLst>
            </a:custGeom>
            <a:ln w="10385">
              <a:solidFill>
                <a:srgbClr val="000000"/>
              </a:solidFill>
            </a:ln>
          </p:spPr>
          <p:txBody>
            <a:bodyPr wrap="square" lIns="0" tIns="0" rIns="0" bIns="0" rtlCol="0"/>
            <a:lstStyle/>
            <a:p/>
          </p:txBody>
        </p:sp>
        <p:sp>
          <p:nvSpPr>
            <p:cNvPr id="126" name="object 126" descr=""/>
            <p:cNvSpPr/>
            <p:nvPr/>
          </p:nvSpPr>
          <p:spPr>
            <a:xfrm>
              <a:off x="6388017" y="855186"/>
              <a:ext cx="114935" cy="73660"/>
            </a:xfrm>
            <a:custGeom>
              <a:avLst/>
              <a:gdLst/>
              <a:ahLst/>
              <a:cxnLst/>
              <a:rect l="l" t="t" r="r" b="b"/>
              <a:pathLst>
                <a:path w="114934" h="73659">
                  <a:moveTo>
                    <a:pt x="0" y="0"/>
                  </a:moveTo>
                  <a:lnTo>
                    <a:pt x="36836" y="36132"/>
                  </a:lnTo>
                  <a:lnTo>
                    <a:pt x="0" y="73269"/>
                  </a:lnTo>
                  <a:lnTo>
                    <a:pt x="114824" y="36132"/>
                  </a:lnTo>
                  <a:lnTo>
                    <a:pt x="0" y="0"/>
                  </a:lnTo>
                  <a:close/>
                </a:path>
              </a:pathLst>
            </a:custGeom>
            <a:solidFill>
              <a:srgbClr val="000000"/>
            </a:solidFill>
          </p:spPr>
          <p:txBody>
            <a:bodyPr wrap="square" lIns="0" tIns="0" rIns="0" bIns="0" rtlCol="0"/>
            <a:lstStyle/>
            <a:p/>
          </p:txBody>
        </p:sp>
        <p:sp>
          <p:nvSpPr>
            <p:cNvPr id="127" name="object 127" descr=""/>
            <p:cNvSpPr/>
            <p:nvPr/>
          </p:nvSpPr>
          <p:spPr>
            <a:xfrm>
              <a:off x="5982166" y="714096"/>
              <a:ext cx="46355" cy="1113155"/>
            </a:xfrm>
            <a:custGeom>
              <a:avLst/>
              <a:gdLst/>
              <a:ahLst/>
              <a:cxnLst/>
              <a:rect l="l" t="t" r="r" b="b"/>
              <a:pathLst>
                <a:path w="46354" h="1113155">
                  <a:moveTo>
                    <a:pt x="0" y="0"/>
                  </a:moveTo>
                  <a:lnTo>
                    <a:pt x="0" y="1112086"/>
                  </a:lnTo>
                </a:path>
                <a:path w="46354" h="1113155">
                  <a:moveTo>
                    <a:pt x="0" y="1112086"/>
                  </a:moveTo>
                  <a:lnTo>
                    <a:pt x="46218" y="1112803"/>
                  </a:lnTo>
                </a:path>
              </a:pathLst>
            </a:custGeom>
            <a:ln w="10385">
              <a:solidFill>
                <a:srgbClr val="000000"/>
              </a:solidFill>
            </a:ln>
          </p:spPr>
          <p:txBody>
            <a:bodyPr wrap="square" lIns="0" tIns="0" rIns="0" bIns="0" rtlCol="0"/>
            <a:lstStyle/>
            <a:p/>
          </p:txBody>
        </p:sp>
        <p:sp>
          <p:nvSpPr>
            <p:cNvPr id="128" name="object 128" descr=""/>
            <p:cNvSpPr/>
            <p:nvPr/>
          </p:nvSpPr>
          <p:spPr>
            <a:xfrm>
              <a:off x="5989026" y="1789763"/>
              <a:ext cx="116839" cy="73660"/>
            </a:xfrm>
            <a:custGeom>
              <a:avLst/>
              <a:gdLst/>
              <a:ahLst/>
              <a:cxnLst/>
              <a:rect l="l" t="t" r="r" b="b"/>
              <a:pathLst>
                <a:path w="116839" h="73660">
                  <a:moveTo>
                    <a:pt x="1806" y="0"/>
                  </a:moveTo>
                  <a:lnTo>
                    <a:pt x="37552" y="37136"/>
                  </a:lnTo>
                  <a:lnTo>
                    <a:pt x="0" y="73269"/>
                  </a:lnTo>
                  <a:lnTo>
                    <a:pt x="116266" y="39000"/>
                  </a:lnTo>
                  <a:lnTo>
                    <a:pt x="1806" y="0"/>
                  </a:lnTo>
                  <a:close/>
                </a:path>
              </a:pathLst>
            </a:custGeom>
            <a:solidFill>
              <a:srgbClr val="000000"/>
            </a:solidFill>
          </p:spPr>
          <p:txBody>
            <a:bodyPr wrap="square" lIns="0" tIns="0" rIns="0" bIns="0" rtlCol="0"/>
            <a:lstStyle/>
            <a:p/>
          </p:txBody>
        </p:sp>
        <p:sp>
          <p:nvSpPr>
            <p:cNvPr id="129" name="object 129" descr=""/>
            <p:cNvSpPr/>
            <p:nvPr/>
          </p:nvSpPr>
          <p:spPr>
            <a:xfrm>
              <a:off x="7115244" y="1024953"/>
              <a:ext cx="138430" cy="0"/>
            </a:xfrm>
            <a:custGeom>
              <a:avLst/>
              <a:gdLst/>
              <a:ahLst/>
              <a:cxnLst/>
              <a:rect l="l" t="t" r="r" b="b"/>
              <a:pathLst>
                <a:path w="138429" h="0">
                  <a:moveTo>
                    <a:pt x="0" y="0"/>
                  </a:moveTo>
                  <a:lnTo>
                    <a:pt x="138293" y="0"/>
                  </a:lnTo>
                </a:path>
              </a:pathLst>
            </a:custGeom>
            <a:ln w="10299">
              <a:solidFill>
                <a:srgbClr val="000000"/>
              </a:solidFill>
            </a:ln>
          </p:spPr>
          <p:txBody>
            <a:bodyPr wrap="square" lIns="0" tIns="0" rIns="0" bIns="0" rtlCol="0"/>
            <a:lstStyle/>
            <a:p/>
          </p:txBody>
        </p:sp>
        <p:sp>
          <p:nvSpPr>
            <p:cNvPr id="130" name="object 130" descr=""/>
            <p:cNvSpPr/>
            <p:nvPr/>
          </p:nvSpPr>
          <p:spPr>
            <a:xfrm>
              <a:off x="7214894" y="988533"/>
              <a:ext cx="115570" cy="73660"/>
            </a:xfrm>
            <a:custGeom>
              <a:avLst/>
              <a:gdLst/>
              <a:ahLst/>
              <a:cxnLst/>
              <a:rect l="l" t="t" r="r" b="b"/>
              <a:pathLst>
                <a:path w="115570" h="73659">
                  <a:moveTo>
                    <a:pt x="0" y="0"/>
                  </a:moveTo>
                  <a:lnTo>
                    <a:pt x="36836" y="37136"/>
                  </a:lnTo>
                  <a:lnTo>
                    <a:pt x="0" y="73269"/>
                  </a:lnTo>
                  <a:lnTo>
                    <a:pt x="115553" y="37136"/>
                  </a:lnTo>
                  <a:lnTo>
                    <a:pt x="0" y="0"/>
                  </a:lnTo>
                  <a:close/>
                </a:path>
              </a:pathLst>
            </a:custGeom>
            <a:solidFill>
              <a:srgbClr val="000000"/>
            </a:solidFill>
          </p:spPr>
          <p:txBody>
            <a:bodyPr wrap="square" lIns="0" tIns="0" rIns="0" bIns="0" rtlCol="0"/>
            <a:lstStyle/>
            <a:p/>
          </p:txBody>
        </p:sp>
        <p:sp>
          <p:nvSpPr>
            <p:cNvPr id="131" name="object 131" descr=""/>
            <p:cNvSpPr/>
            <p:nvPr/>
          </p:nvSpPr>
          <p:spPr>
            <a:xfrm>
              <a:off x="9136153" y="1559202"/>
              <a:ext cx="46355" cy="0"/>
            </a:xfrm>
            <a:custGeom>
              <a:avLst/>
              <a:gdLst/>
              <a:ahLst/>
              <a:cxnLst/>
              <a:rect l="l" t="t" r="r" b="b"/>
              <a:pathLst>
                <a:path w="46354" h="0">
                  <a:moveTo>
                    <a:pt x="0" y="0"/>
                  </a:moveTo>
                  <a:lnTo>
                    <a:pt x="46355" y="0"/>
                  </a:lnTo>
                </a:path>
              </a:pathLst>
            </a:custGeom>
            <a:ln w="10299">
              <a:solidFill>
                <a:srgbClr val="000000"/>
              </a:solidFill>
            </a:ln>
          </p:spPr>
          <p:txBody>
            <a:bodyPr wrap="square" lIns="0" tIns="0" rIns="0" bIns="0" rtlCol="0"/>
            <a:lstStyle/>
            <a:p/>
          </p:txBody>
        </p:sp>
        <p:sp>
          <p:nvSpPr>
            <p:cNvPr id="132" name="object 132" descr=""/>
            <p:cNvSpPr/>
            <p:nvPr/>
          </p:nvSpPr>
          <p:spPr>
            <a:xfrm>
              <a:off x="9144170" y="1522782"/>
              <a:ext cx="114935" cy="73660"/>
            </a:xfrm>
            <a:custGeom>
              <a:avLst/>
              <a:gdLst/>
              <a:ahLst/>
              <a:cxnLst/>
              <a:rect l="l" t="t" r="r" b="b"/>
              <a:pathLst>
                <a:path w="114934" h="73659">
                  <a:moveTo>
                    <a:pt x="0" y="0"/>
                  </a:moveTo>
                  <a:lnTo>
                    <a:pt x="36880" y="37136"/>
                  </a:lnTo>
                  <a:lnTo>
                    <a:pt x="0" y="73125"/>
                  </a:lnTo>
                  <a:lnTo>
                    <a:pt x="114430" y="37136"/>
                  </a:lnTo>
                  <a:lnTo>
                    <a:pt x="0" y="0"/>
                  </a:lnTo>
                  <a:close/>
                </a:path>
              </a:pathLst>
            </a:custGeom>
            <a:solidFill>
              <a:srgbClr val="000000"/>
            </a:solidFill>
          </p:spPr>
          <p:txBody>
            <a:bodyPr wrap="square" lIns="0" tIns="0" rIns="0" bIns="0" rtlCol="0"/>
            <a:lstStyle/>
            <a:p/>
          </p:txBody>
        </p:sp>
        <p:sp>
          <p:nvSpPr>
            <p:cNvPr id="133" name="object 133" descr=""/>
            <p:cNvSpPr/>
            <p:nvPr/>
          </p:nvSpPr>
          <p:spPr>
            <a:xfrm>
              <a:off x="10269238" y="1915797"/>
              <a:ext cx="291465" cy="0"/>
            </a:xfrm>
            <a:custGeom>
              <a:avLst/>
              <a:gdLst/>
              <a:ahLst/>
              <a:cxnLst/>
              <a:rect l="l" t="t" r="r" b="b"/>
              <a:pathLst>
                <a:path w="291465" h="0">
                  <a:moveTo>
                    <a:pt x="0" y="0"/>
                  </a:moveTo>
                  <a:lnTo>
                    <a:pt x="291398" y="0"/>
                  </a:lnTo>
                </a:path>
              </a:pathLst>
            </a:custGeom>
            <a:ln w="10299">
              <a:solidFill>
                <a:srgbClr val="000000"/>
              </a:solidFill>
            </a:ln>
          </p:spPr>
          <p:txBody>
            <a:bodyPr wrap="square" lIns="0" tIns="0" rIns="0" bIns="0" rtlCol="0"/>
            <a:lstStyle/>
            <a:p/>
          </p:txBody>
        </p:sp>
        <p:sp>
          <p:nvSpPr>
            <p:cNvPr id="134" name="object 134" descr=""/>
            <p:cNvSpPr/>
            <p:nvPr/>
          </p:nvSpPr>
          <p:spPr>
            <a:xfrm>
              <a:off x="10522006" y="1879665"/>
              <a:ext cx="116205" cy="73660"/>
            </a:xfrm>
            <a:custGeom>
              <a:avLst/>
              <a:gdLst/>
              <a:ahLst/>
              <a:cxnLst/>
              <a:rect l="l" t="t" r="r" b="b"/>
              <a:pathLst>
                <a:path w="116204" h="73660">
                  <a:moveTo>
                    <a:pt x="0" y="0"/>
                  </a:moveTo>
                  <a:lnTo>
                    <a:pt x="36880" y="36706"/>
                  </a:lnTo>
                  <a:lnTo>
                    <a:pt x="0" y="73269"/>
                  </a:lnTo>
                  <a:lnTo>
                    <a:pt x="115597" y="36706"/>
                  </a:lnTo>
                  <a:lnTo>
                    <a:pt x="0" y="0"/>
                  </a:lnTo>
                  <a:close/>
                </a:path>
              </a:pathLst>
            </a:custGeom>
            <a:solidFill>
              <a:srgbClr val="000000"/>
            </a:solidFill>
          </p:spPr>
          <p:txBody>
            <a:bodyPr wrap="square" lIns="0" tIns="0" rIns="0" bIns="0" rtlCol="0"/>
            <a:lstStyle/>
            <a:p/>
          </p:txBody>
        </p:sp>
        <p:sp>
          <p:nvSpPr>
            <p:cNvPr id="135" name="object 135" descr=""/>
            <p:cNvSpPr/>
            <p:nvPr/>
          </p:nvSpPr>
          <p:spPr>
            <a:xfrm>
              <a:off x="11096202" y="2049145"/>
              <a:ext cx="76835" cy="0"/>
            </a:xfrm>
            <a:custGeom>
              <a:avLst/>
              <a:gdLst/>
              <a:ahLst/>
              <a:cxnLst/>
              <a:rect l="l" t="t" r="r" b="b"/>
              <a:pathLst>
                <a:path w="76834" h="0">
                  <a:moveTo>
                    <a:pt x="0" y="0"/>
                  </a:moveTo>
                  <a:lnTo>
                    <a:pt x="76821" y="0"/>
                  </a:lnTo>
                </a:path>
              </a:pathLst>
            </a:custGeom>
            <a:ln w="10299">
              <a:solidFill>
                <a:srgbClr val="000000"/>
              </a:solidFill>
            </a:ln>
          </p:spPr>
          <p:txBody>
            <a:bodyPr wrap="square" lIns="0" tIns="0" rIns="0" bIns="0" rtlCol="0"/>
            <a:lstStyle/>
            <a:p/>
          </p:txBody>
        </p:sp>
        <p:sp>
          <p:nvSpPr>
            <p:cNvPr id="136" name="object 136" descr=""/>
            <p:cNvSpPr/>
            <p:nvPr/>
          </p:nvSpPr>
          <p:spPr>
            <a:xfrm>
              <a:off x="11134395" y="2013012"/>
              <a:ext cx="116205" cy="73660"/>
            </a:xfrm>
            <a:custGeom>
              <a:avLst/>
              <a:gdLst/>
              <a:ahLst/>
              <a:cxnLst/>
              <a:rect l="l" t="t" r="r" b="b"/>
              <a:pathLst>
                <a:path w="116204" h="73660">
                  <a:moveTo>
                    <a:pt x="0" y="0"/>
                  </a:moveTo>
                  <a:lnTo>
                    <a:pt x="36880" y="36132"/>
                  </a:lnTo>
                  <a:lnTo>
                    <a:pt x="0" y="73269"/>
                  </a:lnTo>
                  <a:lnTo>
                    <a:pt x="115597" y="36132"/>
                  </a:lnTo>
                  <a:lnTo>
                    <a:pt x="0" y="0"/>
                  </a:lnTo>
                  <a:close/>
                </a:path>
              </a:pathLst>
            </a:custGeom>
            <a:solidFill>
              <a:srgbClr val="000000"/>
            </a:solidFill>
          </p:spPr>
          <p:txBody>
            <a:bodyPr wrap="square" lIns="0" tIns="0" rIns="0" bIns="0" rtlCol="0"/>
            <a:lstStyle/>
            <a:p/>
          </p:txBody>
        </p:sp>
        <p:sp>
          <p:nvSpPr>
            <p:cNvPr id="137" name="object 137" descr=""/>
            <p:cNvSpPr/>
            <p:nvPr/>
          </p:nvSpPr>
          <p:spPr>
            <a:xfrm>
              <a:off x="11494014" y="2049145"/>
              <a:ext cx="138430" cy="0"/>
            </a:xfrm>
            <a:custGeom>
              <a:avLst/>
              <a:gdLst/>
              <a:ahLst/>
              <a:cxnLst/>
              <a:rect l="l" t="t" r="r" b="b"/>
              <a:pathLst>
                <a:path w="138429" h="0">
                  <a:moveTo>
                    <a:pt x="0" y="0"/>
                  </a:moveTo>
                  <a:lnTo>
                    <a:pt x="138337" y="0"/>
                  </a:lnTo>
                </a:path>
              </a:pathLst>
            </a:custGeom>
            <a:ln w="10299">
              <a:solidFill>
                <a:srgbClr val="000000"/>
              </a:solidFill>
            </a:ln>
          </p:spPr>
          <p:txBody>
            <a:bodyPr wrap="square" lIns="0" tIns="0" rIns="0" bIns="0" rtlCol="0"/>
            <a:lstStyle/>
            <a:p/>
          </p:txBody>
        </p:sp>
        <p:sp>
          <p:nvSpPr>
            <p:cNvPr id="138" name="object 138" descr=""/>
            <p:cNvSpPr/>
            <p:nvPr/>
          </p:nvSpPr>
          <p:spPr>
            <a:xfrm>
              <a:off x="11593722" y="2013012"/>
              <a:ext cx="114935" cy="73660"/>
            </a:xfrm>
            <a:custGeom>
              <a:avLst/>
              <a:gdLst/>
              <a:ahLst/>
              <a:cxnLst/>
              <a:rect l="l" t="t" r="r" b="b"/>
              <a:pathLst>
                <a:path w="114934" h="73660">
                  <a:moveTo>
                    <a:pt x="0" y="0"/>
                  </a:moveTo>
                  <a:lnTo>
                    <a:pt x="36880" y="36132"/>
                  </a:lnTo>
                  <a:lnTo>
                    <a:pt x="0" y="73269"/>
                  </a:lnTo>
                  <a:lnTo>
                    <a:pt x="114868" y="36132"/>
                  </a:lnTo>
                  <a:lnTo>
                    <a:pt x="0" y="0"/>
                  </a:lnTo>
                  <a:close/>
                </a:path>
              </a:pathLst>
            </a:custGeom>
            <a:solidFill>
              <a:srgbClr val="000000"/>
            </a:solidFill>
          </p:spPr>
          <p:txBody>
            <a:bodyPr wrap="square" lIns="0" tIns="0" rIns="0" bIns="0" rtlCol="0"/>
            <a:lstStyle/>
            <a:p/>
          </p:txBody>
        </p:sp>
        <p:sp>
          <p:nvSpPr>
            <p:cNvPr id="139" name="object 139" descr=""/>
            <p:cNvSpPr/>
            <p:nvPr/>
          </p:nvSpPr>
          <p:spPr>
            <a:xfrm>
              <a:off x="11555530" y="2173272"/>
              <a:ext cx="76835" cy="0"/>
            </a:xfrm>
            <a:custGeom>
              <a:avLst/>
              <a:gdLst/>
              <a:ahLst/>
              <a:cxnLst/>
              <a:rect l="l" t="t" r="r" b="b"/>
              <a:pathLst>
                <a:path w="76834" h="0">
                  <a:moveTo>
                    <a:pt x="0" y="0"/>
                  </a:moveTo>
                  <a:lnTo>
                    <a:pt x="76821" y="0"/>
                  </a:lnTo>
                </a:path>
              </a:pathLst>
            </a:custGeom>
            <a:ln w="10299">
              <a:solidFill>
                <a:srgbClr val="000000"/>
              </a:solidFill>
            </a:ln>
          </p:spPr>
          <p:txBody>
            <a:bodyPr wrap="square" lIns="0" tIns="0" rIns="0" bIns="0" rtlCol="0"/>
            <a:lstStyle/>
            <a:p/>
          </p:txBody>
        </p:sp>
        <p:sp>
          <p:nvSpPr>
            <p:cNvPr id="140" name="object 140" descr=""/>
            <p:cNvSpPr/>
            <p:nvPr/>
          </p:nvSpPr>
          <p:spPr>
            <a:xfrm>
              <a:off x="11593722" y="2137183"/>
              <a:ext cx="114935" cy="73660"/>
            </a:xfrm>
            <a:custGeom>
              <a:avLst/>
              <a:gdLst/>
              <a:ahLst/>
              <a:cxnLst/>
              <a:rect l="l" t="t" r="r" b="b"/>
              <a:pathLst>
                <a:path w="114934" h="73660">
                  <a:moveTo>
                    <a:pt x="0" y="0"/>
                  </a:moveTo>
                  <a:lnTo>
                    <a:pt x="36880" y="36089"/>
                  </a:lnTo>
                  <a:lnTo>
                    <a:pt x="0" y="73226"/>
                  </a:lnTo>
                  <a:lnTo>
                    <a:pt x="114868" y="36089"/>
                  </a:lnTo>
                  <a:lnTo>
                    <a:pt x="0" y="0"/>
                  </a:lnTo>
                  <a:close/>
                </a:path>
              </a:pathLst>
            </a:custGeom>
            <a:solidFill>
              <a:srgbClr val="000000"/>
            </a:solidFill>
          </p:spPr>
          <p:txBody>
            <a:bodyPr wrap="square" lIns="0" tIns="0" rIns="0" bIns="0" rtlCol="0"/>
            <a:lstStyle/>
            <a:p/>
          </p:txBody>
        </p:sp>
        <p:sp>
          <p:nvSpPr>
            <p:cNvPr id="141" name="object 141" descr=""/>
            <p:cNvSpPr/>
            <p:nvPr/>
          </p:nvSpPr>
          <p:spPr>
            <a:xfrm>
              <a:off x="9044462" y="179848"/>
              <a:ext cx="2511425" cy="2403475"/>
            </a:xfrm>
            <a:custGeom>
              <a:avLst/>
              <a:gdLst/>
              <a:ahLst/>
              <a:cxnLst/>
              <a:rect l="l" t="t" r="r" b="b"/>
              <a:pathLst>
                <a:path w="2511425" h="2403475">
                  <a:moveTo>
                    <a:pt x="1408594" y="0"/>
                  </a:moveTo>
                  <a:lnTo>
                    <a:pt x="1408594" y="2403416"/>
                  </a:lnTo>
                </a:path>
                <a:path w="2511425" h="2403475">
                  <a:moveTo>
                    <a:pt x="2511067" y="2002974"/>
                  </a:moveTo>
                  <a:lnTo>
                    <a:pt x="2511067" y="2403416"/>
                  </a:lnTo>
                </a:path>
                <a:path w="2511425" h="2403475">
                  <a:moveTo>
                    <a:pt x="0" y="1958051"/>
                  </a:moveTo>
                  <a:lnTo>
                    <a:pt x="0" y="2313916"/>
                  </a:lnTo>
                </a:path>
                <a:path w="2511425" h="2403475">
                  <a:moveTo>
                    <a:pt x="1347224" y="2313916"/>
                  </a:moveTo>
                  <a:lnTo>
                    <a:pt x="1347224" y="1958051"/>
                  </a:lnTo>
                </a:path>
                <a:path w="2511425" h="2403475">
                  <a:moveTo>
                    <a:pt x="1347224" y="1958051"/>
                  </a:moveTo>
                  <a:lnTo>
                    <a:pt x="1516173" y="1958051"/>
                  </a:lnTo>
                </a:path>
              </a:pathLst>
            </a:custGeom>
            <a:ln w="10385">
              <a:solidFill>
                <a:srgbClr val="000000"/>
              </a:solidFill>
            </a:ln>
          </p:spPr>
          <p:txBody>
            <a:bodyPr wrap="square" lIns="0" tIns="0" rIns="0" bIns="0" rtlCol="0"/>
            <a:lstStyle/>
            <a:p/>
          </p:txBody>
        </p:sp>
        <p:sp>
          <p:nvSpPr>
            <p:cNvPr id="142" name="object 142" descr=""/>
            <p:cNvSpPr/>
            <p:nvPr/>
          </p:nvSpPr>
          <p:spPr>
            <a:xfrm>
              <a:off x="10522006" y="2101767"/>
              <a:ext cx="116205" cy="73660"/>
            </a:xfrm>
            <a:custGeom>
              <a:avLst/>
              <a:gdLst/>
              <a:ahLst/>
              <a:cxnLst/>
              <a:rect l="l" t="t" r="r" b="b"/>
              <a:pathLst>
                <a:path w="116204" h="73660">
                  <a:moveTo>
                    <a:pt x="0" y="0"/>
                  </a:moveTo>
                  <a:lnTo>
                    <a:pt x="36880" y="37193"/>
                  </a:lnTo>
                  <a:lnTo>
                    <a:pt x="0" y="73269"/>
                  </a:lnTo>
                  <a:lnTo>
                    <a:pt x="115597" y="37193"/>
                  </a:lnTo>
                  <a:lnTo>
                    <a:pt x="0" y="0"/>
                  </a:lnTo>
                  <a:close/>
                </a:path>
              </a:pathLst>
            </a:custGeom>
            <a:solidFill>
              <a:srgbClr val="000000"/>
            </a:solidFill>
          </p:spPr>
          <p:txBody>
            <a:bodyPr wrap="square" lIns="0" tIns="0" rIns="0" bIns="0" rtlCol="0"/>
            <a:lstStyle/>
            <a:p/>
          </p:txBody>
        </p:sp>
        <p:sp>
          <p:nvSpPr>
            <p:cNvPr id="143" name="object 143" descr=""/>
            <p:cNvSpPr/>
            <p:nvPr/>
          </p:nvSpPr>
          <p:spPr>
            <a:xfrm>
              <a:off x="7941698" y="2093307"/>
              <a:ext cx="4134485" cy="1247140"/>
            </a:xfrm>
            <a:custGeom>
              <a:avLst/>
              <a:gdLst/>
              <a:ahLst/>
              <a:cxnLst/>
              <a:rect l="l" t="t" r="r" b="b"/>
              <a:pathLst>
                <a:path w="4134484" h="1247139">
                  <a:moveTo>
                    <a:pt x="3981031" y="0"/>
                  </a:moveTo>
                  <a:lnTo>
                    <a:pt x="4134091" y="0"/>
                  </a:lnTo>
                </a:path>
                <a:path w="4134484" h="1247139">
                  <a:moveTo>
                    <a:pt x="4134091" y="0"/>
                  </a:moveTo>
                  <a:lnTo>
                    <a:pt x="4134091" y="1246652"/>
                  </a:lnTo>
                </a:path>
                <a:path w="4134484" h="1247139">
                  <a:moveTo>
                    <a:pt x="0" y="1246651"/>
                  </a:moveTo>
                  <a:lnTo>
                    <a:pt x="4134091" y="1246652"/>
                  </a:lnTo>
                </a:path>
                <a:path w="4134484" h="1247139">
                  <a:moveTo>
                    <a:pt x="0" y="133375"/>
                  </a:moveTo>
                  <a:lnTo>
                    <a:pt x="0" y="1246651"/>
                  </a:lnTo>
                </a:path>
                <a:path w="4134484" h="1247139">
                  <a:moveTo>
                    <a:pt x="0" y="133375"/>
                  </a:moveTo>
                  <a:lnTo>
                    <a:pt x="230465" y="133375"/>
                  </a:lnTo>
                </a:path>
              </a:pathLst>
            </a:custGeom>
            <a:ln w="10385">
              <a:solidFill>
                <a:srgbClr val="000000"/>
              </a:solidFill>
            </a:ln>
          </p:spPr>
          <p:txBody>
            <a:bodyPr wrap="square" lIns="0" tIns="0" rIns="0" bIns="0" rtlCol="0"/>
            <a:lstStyle/>
            <a:p/>
          </p:txBody>
        </p:sp>
        <p:sp>
          <p:nvSpPr>
            <p:cNvPr id="144" name="object 144" descr=""/>
            <p:cNvSpPr/>
            <p:nvPr/>
          </p:nvSpPr>
          <p:spPr>
            <a:xfrm>
              <a:off x="8133534" y="2190607"/>
              <a:ext cx="115570" cy="73660"/>
            </a:xfrm>
            <a:custGeom>
              <a:avLst/>
              <a:gdLst/>
              <a:ahLst/>
              <a:cxnLst/>
              <a:rect l="l" t="t" r="r" b="b"/>
              <a:pathLst>
                <a:path w="115570" h="73660">
                  <a:moveTo>
                    <a:pt x="0" y="0"/>
                  </a:moveTo>
                  <a:lnTo>
                    <a:pt x="36734" y="36075"/>
                  </a:lnTo>
                  <a:lnTo>
                    <a:pt x="0" y="73226"/>
                  </a:lnTo>
                  <a:lnTo>
                    <a:pt x="115451" y="36075"/>
                  </a:lnTo>
                  <a:lnTo>
                    <a:pt x="0" y="0"/>
                  </a:lnTo>
                  <a:close/>
                </a:path>
              </a:pathLst>
            </a:custGeom>
            <a:solidFill>
              <a:srgbClr val="000000"/>
            </a:solidFill>
          </p:spPr>
          <p:txBody>
            <a:bodyPr wrap="square" lIns="0" tIns="0" rIns="0" bIns="0" rtlCol="0"/>
            <a:lstStyle/>
            <a:p/>
          </p:txBody>
        </p:sp>
        <p:sp>
          <p:nvSpPr>
            <p:cNvPr id="145" name="object 145" descr=""/>
            <p:cNvSpPr/>
            <p:nvPr/>
          </p:nvSpPr>
          <p:spPr>
            <a:xfrm>
              <a:off x="9044462" y="1114424"/>
              <a:ext cx="200025" cy="623570"/>
            </a:xfrm>
            <a:custGeom>
              <a:avLst/>
              <a:gdLst/>
              <a:ahLst/>
              <a:cxnLst/>
              <a:rect l="l" t="t" r="r" b="b"/>
              <a:pathLst>
                <a:path w="200025" h="623569">
                  <a:moveTo>
                    <a:pt x="0" y="623003"/>
                  </a:moveTo>
                  <a:lnTo>
                    <a:pt x="0" y="0"/>
                  </a:lnTo>
                </a:path>
                <a:path w="200025" h="623569">
                  <a:moveTo>
                    <a:pt x="0" y="0"/>
                  </a:moveTo>
                  <a:lnTo>
                    <a:pt x="199415" y="0"/>
                  </a:lnTo>
                </a:path>
              </a:pathLst>
            </a:custGeom>
            <a:ln w="10385">
              <a:solidFill>
                <a:srgbClr val="000000"/>
              </a:solidFill>
            </a:ln>
          </p:spPr>
          <p:txBody>
            <a:bodyPr wrap="square" lIns="0" tIns="0" rIns="0" bIns="0" rtlCol="0"/>
            <a:lstStyle/>
            <a:p/>
          </p:txBody>
        </p:sp>
        <p:sp>
          <p:nvSpPr>
            <p:cNvPr id="146" name="object 146" descr=""/>
            <p:cNvSpPr/>
            <p:nvPr/>
          </p:nvSpPr>
          <p:spPr>
            <a:xfrm>
              <a:off x="7616469" y="1078445"/>
              <a:ext cx="1703705" cy="676275"/>
            </a:xfrm>
            <a:custGeom>
              <a:avLst/>
              <a:gdLst/>
              <a:ahLst/>
              <a:cxnLst/>
              <a:rect l="l" t="t" r="r" b="b"/>
              <a:pathLst>
                <a:path w="1703704" h="676275">
                  <a:moveTo>
                    <a:pt x="33096" y="655408"/>
                  </a:moveTo>
                  <a:lnTo>
                    <a:pt x="31737" y="647534"/>
                  </a:lnTo>
                  <a:lnTo>
                    <a:pt x="28079" y="641261"/>
                  </a:lnTo>
                  <a:lnTo>
                    <a:pt x="22821" y="637120"/>
                  </a:lnTo>
                  <a:lnTo>
                    <a:pt x="16624" y="635622"/>
                  </a:lnTo>
                  <a:lnTo>
                    <a:pt x="10337" y="637120"/>
                  </a:lnTo>
                  <a:lnTo>
                    <a:pt x="5029" y="641261"/>
                  </a:lnTo>
                  <a:lnTo>
                    <a:pt x="1371" y="647534"/>
                  </a:lnTo>
                  <a:lnTo>
                    <a:pt x="0" y="655408"/>
                  </a:lnTo>
                  <a:lnTo>
                    <a:pt x="1371" y="663409"/>
                  </a:lnTo>
                  <a:lnTo>
                    <a:pt x="5029" y="669975"/>
                  </a:lnTo>
                  <a:lnTo>
                    <a:pt x="10337" y="674420"/>
                  </a:lnTo>
                  <a:lnTo>
                    <a:pt x="16624" y="676046"/>
                  </a:lnTo>
                  <a:lnTo>
                    <a:pt x="22821" y="674420"/>
                  </a:lnTo>
                  <a:lnTo>
                    <a:pt x="28079" y="669975"/>
                  </a:lnTo>
                  <a:lnTo>
                    <a:pt x="31737" y="663409"/>
                  </a:lnTo>
                  <a:lnTo>
                    <a:pt x="33096" y="655408"/>
                  </a:lnTo>
                  <a:close/>
                </a:path>
                <a:path w="1703704" h="676275">
                  <a:moveTo>
                    <a:pt x="1703501" y="36703"/>
                  </a:moveTo>
                  <a:lnTo>
                    <a:pt x="1588770" y="0"/>
                  </a:lnTo>
                  <a:lnTo>
                    <a:pt x="1625511" y="36703"/>
                  </a:lnTo>
                  <a:lnTo>
                    <a:pt x="1588770" y="73126"/>
                  </a:lnTo>
                  <a:lnTo>
                    <a:pt x="1703501" y="36703"/>
                  </a:lnTo>
                  <a:close/>
                </a:path>
              </a:pathLst>
            </a:custGeom>
            <a:solidFill>
              <a:srgbClr val="000000"/>
            </a:solidFill>
          </p:spPr>
          <p:txBody>
            <a:bodyPr wrap="square" lIns="0" tIns="0" rIns="0" bIns="0" rtlCol="0"/>
            <a:lstStyle/>
            <a:p/>
          </p:txBody>
        </p:sp>
        <p:sp>
          <p:nvSpPr>
            <p:cNvPr id="147" name="object 147" descr=""/>
            <p:cNvSpPr/>
            <p:nvPr/>
          </p:nvSpPr>
          <p:spPr>
            <a:xfrm>
              <a:off x="7616481" y="1714056"/>
              <a:ext cx="33655" cy="40640"/>
            </a:xfrm>
            <a:custGeom>
              <a:avLst/>
              <a:gdLst/>
              <a:ahLst/>
              <a:cxnLst/>
              <a:rect l="l" t="t" r="r" b="b"/>
              <a:pathLst>
                <a:path w="33654" h="40639">
                  <a:moveTo>
                    <a:pt x="0" y="19786"/>
                  </a:moveTo>
                  <a:lnTo>
                    <a:pt x="1366" y="27791"/>
                  </a:lnTo>
                  <a:lnTo>
                    <a:pt x="5029" y="34358"/>
                  </a:lnTo>
                  <a:lnTo>
                    <a:pt x="10331" y="38801"/>
                  </a:lnTo>
                  <a:lnTo>
                    <a:pt x="16617" y="40434"/>
                  </a:lnTo>
                  <a:lnTo>
                    <a:pt x="22820" y="38801"/>
                  </a:lnTo>
                  <a:lnTo>
                    <a:pt x="28079" y="34358"/>
                  </a:lnTo>
                  <a:lnTo>
                    <a:pt x="31725" y="27791"/>
                  </a:lnTo>
                  <a:lnTo>
                    <a:pt x="33090" y="19786"/>
                  </a:lnTo>
                  <a:lnTo>
                    <a:pt x="31725" y="11916"/>
                  </a:lnTo>
                  <a:lnTo>
                    <a:pt x="28079" y="5645"/>
                  </a:lnTo>
                  <a:lnTo>
                    <a:pt x="22820" y="1498"/>
                  </a:lnTo>
                  <a:lnTo>
                    <a:pt x="16617" y="0"/>
                  </a:lnTo>
                  <a:lnTo>
                    <a:pt x="10331" y="1498"/>
                  </a:lnTo>
                  <a:lnTo>
                    <a:pt x="5029" y="5645"/>
                  </a:lnTo>
                  <a:lnTo>
                    <a:pt x="1366" y="11916"/>
                  </a:lnTo>
                  <a:lnTo>
                    <a:pt x="0" y="19786"/>
                  </a:lnTo>
                  <a:close/>
                </a:path>
              </a:pathLst>
            </a:custGeom>
            <a:ln w="10402">
              <a:solidFill>
                <a:srgbClr val="000000"/>
              </a:solidFill>
            </a:ln>
          </p:spPr>
          <p:txBody>
            <a:bodyPr wrap="square" lIns="0" tIns="0" rIns="0" bIns="0" rtlCol="0"/>
            <a:lstStyle/>
            <a:p/>
          </p:txBody>
        </p:sp>
        <p:sp>
          <p:nvSpPr>
            <p:cNvPr id="148" name="object 148" descr=""/>
            <p:cNvSpPr/>
            <p:nvPr/>
          </p:nvSpPr>
          <p:spPr>
            <a:xfrm>
              <a:off x="7616481" y="1810697"/>
              <a:ext cx="33655" cy="40640"/>
            </a:xfrm>
            <a:custGeom>
              <a:avLst/>
              <a:gdLst/>
              <a:ahLst/>
              <a:cxnLst/>
              <a:rect l="l" t="t" r="r" b="b"/>
              <a:pathLst>
                <a:path w="33654" h="40639">
                  <a:moveTo>
                    <a:pt x="16617" y="0"/>
                  </a:moveTo>
                  <a:lnTo>
                    <a:pt x="10331" y="1498"/>
                  </a:lnTo>
                  <a:lnTo>
                    <a:pt x="5029" y="5645"/>
                  </a:lnTo>
                  <a:lnTo>
                    <a:pt x="1366" y="11916"/>
                  </a:lnTo>
                  <a:lnTo>
                    <a:pt x="0" y="19786"/>
                  </a:lnTo>
                  <a:lnTo>
                    <a:pt x="1366" y="27587"/>
                  </a:lnTo>
                  <a:lnTo>
                    <a:pt x="5029" y="34125"/>
                  </a:lnTo>
                  <a:lnTo>
                    <a:pt x="10331" y="38619"/>
                  </a:lnTo>
                  <a:lnTo>
                    <a:pt x="16617" y="40290"/>
                  </a:lnTo>
                  <a:lnTo>
                    <a:pt x="22820" y="38619"/>
                  </a:lnTo>
                  <a:lnTo>
                    <a:pt x="28079" y="34125"/>
                  </a:lnTo>
                  <a:lnTo>
                    <a:pt x="31725" y="27587"/>
                  </a:lnTo>
                  <a:lnTo>
                    <a:pt x="33090" y="19786"/>
                  </a:lnTo>
                  <a:lnTo>
                    <a:pt x="31725" y="11916"/>
                  </a:lnTo>
                  <a:lnTo>
                    <a:pt x="28079" y="5645"/>
                  </a:lnTo>
                  <a:lnTo>
                    <a:pt x="22820" y="1498"/>
                  </a:lnTo>
                  <a:lnTo>
                    <a:pt x="16617" y="0"/>
                  </a:lnTo>
                  <a:close/>
                </a:path>
              </a:pathLst>
            </a:custGeom>
            <a:solidFill>
              <a:srgbClr val="000000"/>
            </a:solidFill>
          </p:spPr>
          <p:txBody>
            <a:bodyPr wrap="square" lIns="0" tIns="0" rIns="0" bIns="0" rtlCol="0"/>
            <a:lstStyle/>
            <a:p/>
          </p:txBody>
        </p:sp>
        <p:sp>
          <p:nvSpPr>
            <p:cNvPr id="149" name="object 149" descr=""/>
            <p:cNvSpPr/>
            <p:nvPr/>
          </p:nvSpPr>
          <p:spPr>
            <a:xfrm>
              <a:off x="7616481" y="1810697"/>
              <a:ext cx="33655" cy="40640"/>
            </a:xfrm>
            <a:custGeom>
              <a:avLst/>
              <a:gdLst/>
              <a:ahLst/>
              <a:cxnLst/>
              <a:rect l="l" t="t" r="r" b="b"/>
              <a:pathLst>
                <a:path w="33654" h="40639">
                  <a:moveTo>
                    <a:pt x="0" y="19786"/>
                  </a:moveTo>
                  <a:lnTo>
                    <a:pt x="1366" y="27587"/>
                  </a:lnTo>
                  <a:lnTo>
                    <a:pt x="5029" y="34125"/>
                  </a:lnTo>
                  <a:lnTo>
                    <a:pt x="10331" y="38619"/>
                  </a:lnTo>
                  <a:lnTo>
                    <a:pt x="16617" y="40290"/>
                  </a:lnTo>
                  <a:lnTo>
                    <a:pt x="22820" y="38619"/>
                  </a:lnTo>
                  <a:lnTo>
                    <a:pt x="28079" y="34125"/>
                  </a:lnTo>
                  <a:lnTo>
                    <a:pt x="31725" y="27587"/>
                  </a:lnTo>
                  <a:lnTo>
                    <a:pt x="33090" y="19786"/>
                  </a:lnTo>
                  <a:lnTo>
                    <a:pt x="31725" y="11916"/>
                  </a:lnTo>
                  <a:lnTo>
                    <a:pt x="28079" y="5645"/>
                  </a:lnTo>
                  <a:lnTo>
                    <a:pt x="22820" y="1498"/>
                  </a:lnTo>
                  <a:lnTo>
                    <a:pt x="16617" y="0"/>
                  </a:lnTo>
                  <a:lnTo>
                    <a:pt x="10331" y="1498"/>
                  </a:lnTo>
                  <a:lnTo>
                    <a:pt x="5029" y="5645"/>
                  </a:lnTo>
                  <a:lnTo>
                    <a:pt x="1366" y="11916"/>
                  </a:lnTo>
                  <a:lnTo>
                    <a:pt x="0" y="19786"/>
                  </a:lnTo>
                  <a:close/>
                </a:path>
              </a:pathLst>
            </a:custGeom>
            <a:ln w="10402">
              <a:solidFill>
                <a:srgbClr val="000000"/>
              </a:solidFill>
            </a:ln>
          </p:spPr>
          <p:txBody>
            <a:bodyPr wrap="square" lIns="0" tIns="0" rIns="0" bIns="0" rtlCol="0"/>
            <a:lstStyle/>
            <a:p/>
          </p:txBody>
        </p:sp>
        <p:sp>
          <p:nvSpPr>
            <p:cNvPr id="150" name="object 150" descr=""/>
            <p:cNvSpPr/>
            <p:nvPr/>
          </p:nvSpPr>
          <p:spPr>
            <a:xfrm>
              <a:off x="7616481" y="2642697"/>
              <a:ext cx="33655" cy="41275"/>
            </a:xfrm>
            <a:custGeom>
              <a:avLst/>
              <a:gdLst/>
              <a:ahLst/>
              <a:cxnLst/>
              <a:rect l="l" t="t" r="r" b="b"/>
              <a:pathLst>
                <a:path w="33654" h="41275">
                  <a:moveTo>
                    <a:pt x="16617" y="0"/>
                  </a:moveTo>
                  <a:lnTo>
                    <a:pt x="10331" y="1553"/>
                  </a:lnTo>
                  <a:lnTo>
                    <a:pt x="5029" y="5794"/>
                  </a:lnTo>
                  <a:lnTo>
                    <a:pt x="1366" y="12091"/>
                  </a:lnTo>
                  <a:lnTo>
                    <a:pt x="0" y="19815"/>
                  </a:lnTo>
                  <a:lnTo>
                    <a:pt x="1366" y="27856"/>
                  </a:lnTo>
                  <a:lnTo>
                    <a:pt x="5029" y="34501"/>
                  </a:lnTo>
                  <a:lnTo>
                    <a:pt x="10331" y="39023"/>
                  </a:lnTo>
                  <a:lnTo>
                    <a:pt x="16617" y="40692"/>
                  </a:lnTo>
                  <a:lnTo>
                    <a:pt x="22820" y="39023"/>
                  </a:lnTo>
                  <a:lnTo>
                    <a:pt x="28079" y="34501"/>
                  </a:lnTo>
                  <a:lnTo>
                    <a:pt x="31725" y="27856"/>
                  </a:lnTo>
                  <a:lnTo>
                    <a:pt x="33090" y="19815"/>
                  </a:lnTo>
                  <a:lnTo>
                    <a:pt x="31725" y="12091"/>
                  </a:lnTo>
                  <a:lnTo>
                    <a:pt x="28079" y="5794"/>
                  </a:lnTo>
                  <a:lnTo>
                    <a:pt x="22820" y="1553"/>
                  </a:lnTo>
                  <a:lnTo>
                    <a:pt x="16617" y="0"/>
                  </a:lnTo>
                  <a:close/>
                </a:path>
              </a:pathLst>
            </a:custGeom>
            <a:solidFill>
              <a:srgbClr val="000000"/>
            </a:solidFill>
          </p:spPr>
          <p:txBody>
            <a:bodyPr wrap="square" lIns="0" tIns="0" rIns="0" bIns="0" rtlCol="0"/>
            <a:lstStyle/>
            <a:p/>
          </p:txBody>
        </p:sp>
        <p:sp>
          <p:nvSpPr>
            <p:cNvPr id="151" name="object 151" descr=""/>
            <p:cNvSpPr/>
            <p:nvPr/>
          </p:nvSpPr>
          <p:spPr>
            <a:xfrm>
              <a:off x="7616481" y="2642697"/>
              <a:ext cx="33655" cy="41275"/>
            </a:xfrm>
            <a:custGeom>
              <a:avLst/>
              <a:gdLst/>
              <a:ahLst/>
              <a:cxnLst/>
              <a:rect l="l" t="t" r="r" b="b"/>
              <a:pathLst>
                <a:path w="33654" h="41275">
                  <a:moveTo>
                    <a:pt x="0" y="19815"/>
                  </a:moveTo>
                  <a:lnTo>
                    <a:pt x="1366" y="27856"/>
                  </a:lnTo>
                  <a:lnTo>
                    <a:pt x="5029" y="34501"/>
                  </a:lnTo>
                  <a:lnTo>
                    <a:pt x="10331" y="39023"/>
                  </a:lnTo>
                  <a:lnTo>
                    <a:pt x="16617" y="40692"/>
                  </a:lnTo>
                  <a:lnTo>
                    <a:pt x="22820" y="39023"/>
                  </a:lnTo>
                  <a:lnTo>
                    <a:pt x="28079" y="34501"/>
                  </a:lnTo>
                  <a:lnTo>
                    <a:pt x="31725" y="27856"/>
                  </a:lnTo>
                  <a:lnTo>
                    <a:pt x="33090" y="19815"/>
                  </a:lnTo>
                  <a:lnTo>
                    <a:pt x="31725" y="12091"/>
                  </a:lnTo>
                  <a:lnTo>
                    <a:pt x="28079" y="5794"/>
                  </a:lnTo>
                  <a:lnTo>
                    <a:pt x="22820" y="1553"/>
                  </a:lnTo>
                  <a:lnTo>
                    <a:pt x="16617" y="0"/>
                  </a:lnTo>
                  <a:lnTo>
                    <a:pt x="10331" y="1553"/>
                  </a:lnTo>
                  <a:lnTo>
                    <a:pt x="5029" y="5794"/>
                  </a:lnTo>
                  <a:lnTo>
                    <a:pt x="1366" y="12091"/>
                  </a:lnTo>
                  <a:lnTo>
                    <a:pt x="0" y="19815"/>
                  </a:lnTo>
                  <a:close/>
                </a:path>
              </a:pathLst>
            </a:custGeom>
            <a:ln w="10403">
              <a:solidFill>
                <a:srgbClr val="000000"/>
              </a:solidFill>
            </a:ln>
          </p:spPr>
          <p:txBody>
            <a:bodyPr wrap="square" lIns="0" tIns="0" rIns="0" bIns="0" rtlCol="0"/>
            <a:lstStyle/>
            <a:p/>
          </p:txBody>
        </p:sp>
        <p:sp>
          <p:nvSpPr>
            <p:cNvPr id="152" name="object 152" descr=""/>
            <p:cNvSpPr/>
            <p:nvPr/>
          </p:nvSpPr>
          <p:spPr>
            <a:xfrm>
              <a:off x="6325189" y="1804675"/>
              <a:ext cx="32384" cy="40640"/>
            </a:xfrm>
            <a:custGeom>
              <a:avLst/>
              <a:gdLst/>
              <a:ahLst/>
              <a:cxnLst/>
              <a:rect l="l" t="t" r="r" b="b"/>
              <a:pathLst>
                <a:path w="32385" h="40639">
                  <a:moveTo>
                    <a:pt x="15524" y="0"/>
                  </a:moveTo>
                  <a:lnTo>
                    <a:pt x="6865" y="0"/>
                  </a:lnTo>
                  <a:lnTo>
                    <a:pt x="0" y="8459"/>
                  </a:lnTo>
                  <a:lnTo>
                    <a:pt x="0" y="19786"/>
                  </a:lnTo>
                  <a:lnTo>
                    <a:pt x="1208" y="27648"/>
                  </a:lnTo>
                  <a:lnTo>
                    <a:pt x="4515" y="34179"/>
                  </a:lnTo>
                  <a:lnTo>
                    <a:pt x="9446" y="38639"/>
                  </a:lnTo>
                  <a:lnTo>
                    <a:pt x="15524" y="40290"/>
                  </a:lnTo>
                  <a:lnTo>
                    <a:pt x="21934" y="38639"/>
                  </a:lnTo>
                  <a:lnTo>
                    <a:pt x="27222" y="34179"/>
                  </a:lnTo>
                  <a:lnTo>
                    <a:pt x="30817" y="27648"/>
                  </a:lnTo>
                  <a:lnTo>
                    <a:pt x="32142" y="19786"/>
                  </a:lnTo>
                  <a:lnTo>
                    <a:pt x="30817" y="11916"/>
                  </a:lnTo>
                  <a:lnTo>
                    <a:pt x="27222" y="5645"/>
                  </a:lnTo>
                  <a:lnTo>
                    <a:pt x="21934" y="1498"/>
                  </a:lnTo>
                  <a:lnTo>
                    <a:pt x="15524" y="0"/>
                  </a:lnTo>
                  <a:close/>
                </a:path>
              </a:pathLst>
            </a:custGeom>
            <a:solidFill>
              <a:srgbClr val="000000"/>
            </a:solidFill>
          </p:spPr>
          <p:txBody>
            <a:bodyPr wrap="square" lIns="0" tIns="0" rIns="0" bIns="0" rtlCol="0"/>
            <a:lstStyle/>
            <a:p/>
          </p:txBody>
        </p:sp>
        <p:sp>
          <p:nvSpPr>
            <p:cNvPr id="153" name="object 153" descr=""/>
            <p:cNvSpPr/>
            <p:nvPr/>
          </p:nvSpPr>
          <p:spPr>
            <a:xfrm>
              <a:off x="6325189" y="1804675"/>
              <a:ext cx="32384" cy="40640"/>
            </a:xfrm>
            <a:custGeom>
              <a:avLst/>
              <a:gdLst/>
              <a:ahLst/>
              <a:cxnLst/>
              <a:rect l="l" t="t" r="r" b="b"/>
              <a:pathLst>
                <a:path w="32385" h="40639">
                  <a:moveTo>
                    <a:pt x="0" y="19786"/>
                  </a:moveTo>
                  <a:lnTo>
                    <a:pt x="1208" y="27648"/>
                  </a:lnTo>
                  <a:lnTo>
                    <a:pt x="4515" y="34179"/>
                  </a:lnTo>
                  <a:lnTo>
                    <a:pt x="9446" y="38639"/>
                  </a:lnTo>
                  <a:lnTo>
                    <a:pt x="15524" y="40290"/>
                  </a:lnTo>
                  <a:lnTo>
                    <a:pt x="21934" y="38639"/>
                  </a:lnTo>
                  <a:lnTo>
                    <a:pt x="27222" y="34179"/>
                  </a:lnTo>
                  <a:lnTo>
                    <a:pt x="30817" y="27648"/>
                  </a:lnTo>
                  <a:lnTo>
                    <a:pt x="32142" y="19786"/>
                  </a:lnTo>
                  <a:lnTo>
                    <a:pt x="30817" y="11916"/>
                  </a:lnTo>
                  <a:lnTo>
                    <a:pt x="27222" y="5645"/>
                  </a:lnTo>
                  <a:lnTo>
                    <a:pt x="21934" y="1498"/>
                  </a:lnTo>
                  <a:lnTo>
                    <a:pt x="15524" y="0"/>
                  </a:lnTo>
                  <a:lnTo>
                    <a:pt x="6865" y="0"/>
                  </a:lnTo>
                  <a:lnTo>
                    <a:pt x="0" y="8459"/>
                  </a:lnTo>
                  <a:lnTo>
                    <a:pt x="0" y="19786"/>
                  </a:lnTo>
                  <a:close/>
                </a:path>
              </a:pathLst>
            </a:custGeom>
            <a:ln w="10404">
              <a:solidFill>
                <a:srgbClr val="000000"/>
              </a:solidFill>
            </a:ln>
          </p:spPr>
          <p:txBody>
            <a:bodyPr wrap="square" lIns="0" tIns="0" rIns="0" bIns="0" rtlCol="0"/>
            <a:lstStyle/>
            <a:p/>
          </p:txBody>
        </p:sp>
      </p:grpSp>
      <p:sp>
        <p:nvSpPr>
          <p:cNvPr id="154" name="object 154" descr=""/>
          <p:cNvSpPr txBox="1"/>
          <p:nvPr/>
        </p:nvSpPr>
        <p:spPr>
          <a:xfrm>
            <a:off x="7366493" y="1732023"/>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55" name="object 155" descr=""/>
          <p:cNvGrpSpPr/>
          <p:nvPr/>
        </p:nvGrpSpPr>
        <p:grpSpPr>
          <a:xfrm>
            <a:off x="6711568" y="988533"/>
            <a:ext cx="190500" cy="73660"/>
            <a:chOff x="6711568" y="988533"/>
            <a:chExt cx="190500" cy="73660"/>
          </a:xfrm>
        </p:grpSpPr>
        <p:sp>
          <p:nvSpPr>
            <p:cNvPr id="156" name="object 156" descr=""/>
            <p:cNvSpPr/>
            <p:nvPr/>
          </p:nvSpPr>
          <p:spPr>
            <a:xfrm>
              <a:off x="6716966" y="1024953"/>
              <a:ext cx="107950" cy="0"/>
            </a:xfrm>
            <a:custGeom>
              <a:avLst/>
              <a:gdLst/>
              <a:ahLst/>
              <a:cxnLst/>
              <a:rect l="l" t="t" r="r" b="b"/>
              <a:pathLst>
                <a:path w="107950" h="0">
                  <a:moveTo>
                    <a:pt x="0" y="0"/>
                  </a:moveTo>
                  <a:lnTo>
                    <a:pt x="107608" y="0"/>
                  </a:lnTo>
                </a:path>
              </a:pathLst>
            </a:custGeom>
            <a:ln w="10299">
              <a:solidFill>
                <a:srgbClr val="000000"/>
              </a:solidFill>
            </a:ln>
          </p:spPr>
          <p:txBody>
            <a:bodyPr wrap="square" lIns="0" tIns="0" rIns="0" bIns="0" rtlCol="0"/>
            <a:lstStyle/>
            <a:p/>
          </p:txBody>
        </p:sp>
        <p:sp>
          <p:nvSpPr>
            <p:cNvPr id="157" name="object 157" descr=""/>
            <p:cNvSpPr/>
            <p:nvPr/>
          </p:nvSpPr>
          <p:spPr>
            <a:xfrm>
              <a:off x="6786295" y="988533"/>
              <a:ext cx="115570" cy="73660"/>
            </a:xfrm>
            <a:custGeom>
              <a:avLst/>
              <a:gdLst/>
              <a:ahLst/>
              <a:cxnLst/>
              <a:rect l="l" t="t" r="r" b="b"/>
              <a:pathLst>
                <a:path w="115570" h="73659">
                  <a:moveTo>
                    <a:pt x="0" y="0"/>
                  </a:moveTo>
                  <a:lnTo>
                    <a:pt x="36472" y="37136"/>
                  </a:lnTo>
                  <a:lnTo>
                    <a:pt x="0" y="73269"/>
                  </a:lnTo>
                  <a:lnTo>
                    <a:pt x="115188" y="37136"/>
                  </a:lnTo>
                  <a:lnTo>
                    <a:pt x="0" y="0"/>
                  </a:lnTo>
                  <a:close/>
                </a:path>
              </a:pathLst>
            </a:custGeom>
            <a:solidFill>
              <a:srgbClr val="000000"/>
            </a:solidFill>
          </p:spPr>
          <p:txBody>
            <a:bodyPr wrap="square" lIns="0" tIns="0" rIns="0" bIns="0" rtlCol="0"/>
            <a:lstStyle/>
            <a:p/>
          </p:txBody>
        </p:sp>
      </p:grpSp>
      <p:sp>
        <p:nvSpPr>
          <p:cNvPr id="158" name="object 158" descr=""/>
          <p:cNvSpPr txBox="1"/>
          <p:nvPr/>
        </p:nvSpPr>
        <p:spPr>
          <a:xfrm>
            <a:off x="8798965" y="1641405"/>
            <a:ext cx="12065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A</a:t>
            </a:r>
            <a:endParaRPr sz="1000">
              <a:latin typeface="Times New Roman"/>
              <a:cs typeface="Times New Roman"/>
            </a:endParaRPr>
          </a:p>
        </p:txBody>
      </p:sp>
      <p:sp>
        <p:nvSpPr>
          <p:cNvPr id="159" name="object 159" descr=""/>
          <p:cNvSpPr txBox="1"/>
          <p:nvPr/>
        </p:nvSpPr>
        <p:spPr>
          <a:xfrm>
            <a:off x="8794591" y="2038005"/>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sp>
        <p:nvSpPr>
          <p:cNvPr id="160" name="object 160" descr=""/>
          <p:cNvSpPr txBox="1"/>
          <p:nvPr/>
        </p:nvSpPr>
        <p:spPr>
          <a:xfrm>
            <a:off x="8781972" y="2514673"/>
            <a:ext cx="171450" cy="27114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Imm</a:t>
            </a:r>
            <a:endParaRPr sz="1000">
              <a:latin typeface="Times New Roman"/>
              <a:cs typeface="Times New Roman"/>
            </a:endParaRPr>
          </a:p>
        </p:txBody>
      </p:sp>
      <p:sp>
        <p:nvSpPr>
          <p:cNvPr id="161" name="object 161" descr=""/>
          <p:cNvSpPr txBox="1"/>
          <p:nvPr/>
        </p:nvSpPr>
        <p:spPr>
          <a:xfrm>
            <a:off x="7727978" y="1269323"/>
            <a:ext cx="33909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IR[rs]</a:t>
            </a:r>
            <a:endParaRPr sz="1000">
              <a:latin typeface="Times New Roman"/>
              <a:cs typeface="Times New Roman"/>
            </a:endParaRPr>
          </a:p>
        </p:txBody>
      </p:sp>
      <p:sp>
        <p:nvSpPr>
          <p:cNvPr id="162" name="object 162" descr=""/>
          <p:cNvSpPr txBox="1"/>
          <p:nvPr/>
        </p:nvSpPr>
        <p:spPr>
          <a:xfrm>
            <a:off x="7727978" y="1536447"/>
            <a:ext cx="3251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IR[rt]</a:t>
            </a:r>
            <a:endParaRPr sz="1000">
              <a:latin typeface="Times New Roman"/>
              <a:cs typeface="Times New Roman"/>
            </a:endParaRPr>
          </a:p>
        </p:txBody>
      </p:sp>
      <p:sp>
        <p:nvSpPr>
          <p:cNvPr id="163" name="object 163" descr=""/>
          <p:cNvSpPr txBox="1"/>
          <p:nvPr/>
        </p:nvSpPr>
        <p:spPr>
          <a:xfrm>
            <a:off x="7697220" y="1796689"/>
            <a:ext cx="808990" cy="305435"/>
          </a:xfrm>
          <a:prstGeom prst="rect">
            <a:avLst/>
          </a:prstGeom>
        </p:spPr>
        <p:txBody>
          <a:bodyPr wrap="square" lIns="0" tIns="15240" rIns="0" bIns="0" rtlCol="0" vert="horz">
            <a:spAutoFit/>
          </a:bodyPr>
          <a:lstStyle/>
          <a:p>
            <a:pPr marL="12700">
              <a:lnSpc>
                <a:spcPts val="1090"/>
              </a:lnSpc>
              <a:spcBef>
                <a:spcPts val="120"/>
              </a:spcBef>
              <a:tabLst>
                <a:tab pos="664210" algn="l"/>
              </a:tabLst>
            </a:pPr>
            <a:r>
              <a:rPr dirty="0" sz="850" spc="-10">
                <a:latin typeface="宋体"/>
                <a:cs typeface="宋体"/>
              </a:rPr>
              <a:t>MEM/WB.IR</a:t>
            </a:r>
            <a:r>
              <a:rPr dirty="0" sz="850">
                <a:latin typeface="宋体"/>
                <a:cs typeface="宋体"/>
              </a:rPr>
              <a:t>	</a:t>
            </a:r>
            <a:r>
              <a:rPr dirty="0" baseline="2777" sz="1500" spc="-75">
                <a:latin typeface="宋体"/>
                <a:cs typeface="宋体"/>
              </a:rPr>
              <a:t>存</a:t>
            </a:r>
            <a:endParaRPr baseline="2777" sz="1500">
              <a:latin typeface="宋体"/>
              <a:cs typeface="宋体"/>
            </a:endParaRPr>
          </a:p>
          <a:p>
            <a:pPr algn="r" marR="5080">
              <a:lnSpc>
                <a:spcPts val="1090"/>
              </a:lnSpc>
            </a:pPr>
            <a:r>
              <a:rPr dirty="0" sz="1000" spc="-50">
                <a:latin typeface="宋体"/>
                <a:cs typeface="宋体"/>
              </a:rPr>
              <a:t>器</a:t>
            </a:r>
            <a:endParaRPr sz="1000">
              <a:latin typeface="宋体"/>
              <a:cs typeface="宋体"/>
            </a:endParaRPr>
          </a:p>
        </p:txBody>
      </p:sp>
      <p:grpSp>
        <p:nvGrpSpPr>
          <p:cNvPr id="164" name="object 164" descr=""/>
          <p:cNvGrpSpPr/>
          <p:nvPr/>
        </p:nvGrpSpPr>
        <p:grpSpPr>
          <a:xfrm>
            <a:off x="7354655" y="864213"/>
            <a:ext cx="191135" cy="319405"/>
            <a:chOff x="7354655" y="864213"/>
            <a:chExt cx="191135" cy="319405"/>
          </a:xfrm>
        </p:grpSpPr>
        <p:sp>
          <p:nvSpPr>
            <p:cNvPr id="165" name="object 165" descr=""/>
            <p:cNvSpPr/>
            <p:nvPr/>
          </p:nvSpPr>
          <p:spPr>
            <a:xfrm>
              <a:off x="7360053" y="869610"/>
              <a:ext cx="180340" cy="308610"/>
            </a:xfrm>
            <a:custGeom>
              <a:avLst/>
              <a:gdLst/>
              <a:ahLst/>
              <a:cxnLst/>
              <a:rect l="l" t="t" r="r" b="b"/>
              <a:pathLst>
                <a:path w="180340" h="308609">
                  <a:moveTo>
                    <a:pt x="180174" y="0"/>
                  </a:moveTo>
                  <a:lnTo>
                    <a:pt x="0" y="0"/>
                  </a:lnTo>
                  <a:lnTo>
                    <a:pt x="0" y="308476"/>
                  </a:lnTo>
                  <a:lnTo>
                    <a:pt x="180174" y="308476"/>
                  </a:lnTo>
                  <a:lnTo>
                    <a:pt x="180174" y="0"/>
                  </a:lnTo>
                  <a:close/>
                </a:path>
              </a:pathLst>
            </a:custGeom>
            <a:solidFill>
              <a:srgbClr val="FFFFFF"/>
            </a:solidFill>
          </p:spPr>
          <p:txBody>
            <a:bodyPr wrap="square" lIns="0" tIns="0" rIns="0" bIns="0" rtlCol="0"/>
            <a:lstStyle/>
            <a:p/>
          </p:txBody>
        </p:sp>
        <p:sp>
          <p:nvSpPr>
            <p:cNvPr id="166" name="object 166" descr=""/>
            <p:cNvSpPr/>
            <p:nvPr/>
          </p:nvSpPr>
          <p:spPr>
            <a:xfrm>
              <a:off x="7360053" y="869610"/>
              <a:ext cx="180340" cy="308610"/>
            </a:xfrm>
            <a:custGeom>
              <a:avLst/>
              <a:gdLst/>
              <a:ahLst/>
              <a:cxnLst/>
              <a:rect l="l" t="t" r="r" b="b"/>
              <a:pathLst>
                <a:path w="180340" h="308609">
                  <a:moveTo>
                    <a:pt x="0" y="308476"/>
                  </a:moveTo>
                  <a:lnTo>
                    <a:pt x="180174" y="308476"/>
                  </a:lnTo>
                  <a:lnTo>
                    <a:pt x="180174" y="0"/>
                  </a:lnTo>
                  <a:lnTo>
                    <a:pt x="0" y="0"/>
                  </a:lnTo>
                  <a:lnTo>
                    <a:pt x="0" y="308476"/>
                  </a:lnTo>
                  <a:close/>
                </a:path>
              </a:pathLst>
            </a:custGeom>
            <a:ln w="10427">
              <a:solidFill>
                <a:srgbClr val="000000"/>
              </a:solidFill>
            </a:ln>
          </p:spPr>
          <p:txBody>
            <a:bodyPr wrap="square" lIns="0" tIns="0" rIns="0" bIns="0" rtlCol="0"/>
            <a:lstStyle/>
            <a:p/>
          </p:txBody>
        </p:sp>
      </p:grpSp>
      <p:sp>
        <p:nvSpPr>
          <p:cNvPr id="167" name="object 167" descr=""/>
          <p:cNvSpPr txBox="1"/>
          <p:nvPr/>
        </p:nvSpPr>
        <p:spPr>
          <a:xfrm>
            <a:off x="7372357" y="886362"/>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8" name="object 168" descr=""/>
          <p:cNvGrpSpPr/>
          <p:nvPr/>
        </p:nvGrpSpPr>
        <p:grpSpPr>
          <a:xfrm>
            <a:off x="8763265" y="864213"/>
            <a:ext cx="191135" cy="319405"/>
            <a:chOff x="8763265" y="864213"/>
            <a:chExt cx="191135" cy="319405"/>
          </a:xfrm>
        </p:grpSpPr>
        <p:sp>
          <p:nvSpPr>
            <p:cNvPr id="169" name="object 169" descr=""/>
            <p:cNvSpPr/>
            <p:nvPr/>
          </p:nvSpPr>
          <p:spPr>
            <a:xfrm>
              <a:off x="8768662" y="869611"/>
              <a:ext cx="180340" cy="308610"/>
            </a:xfrm>
            <a:custGeom>
              <a:avLst/>
              <a:gdLst/>
              <a:ahLst/>
              <a:cxnLst/>
              <a:rect l="l" t="t" r="r" b="b"/>
              <a:pathLst>
                <a:path w="180340" h="308609">
                  <a:moveTo>
                    <a:pt x="180174" y="0"/>
                  </a:moveTo>
                  <a:lnTo>
                    <a:pt x="0" y="0"/>
                  </a:lnTo>
                  <a:lnTo>
                    <a:pt x="0" y="308476"/>
                  </a:lnTo>
                  <a:lnTo>
                    <a:pt x="180174" y="308476"/>
                  </a:lnTo>
                  <a:lnTo>
                    <a:pt x="180174" y="0"/>
                  </a:lnTo>
                  <a:close/>
                </a:path>
              </a:pathLst>
            </a:custGeom>
            <a:solidFill>
              <a:srgbClr val="FFFFFF"/>
            </a:solidFill>
          </p:spPr>
          <p:txBody>
            <a:bodyPr wrap="square" lIns="0" tIns="0" rIns="0" bIns="0" rtlCol="0"/>
            <a:lstStyle/>
            <a:p/>
          </p:txBody>
        </p:sp>
        <p:sp>
          <p:nvSpPr>
            <p:cNvPr id="170" name="object 170" descr=""/>
            <p:cNvSpPr/>
            <p:nvPr/>
          </p:nvSpPr>
          <p:spPr>
            <a:xfrm>
              <a:off x="8768662" y="869611"/>
              <a:ext cx="180340" cy="308610"/>
            </a:xfrm>
            <a:custGeom>
              <a:avLst/>
              <a:gdLst/>
              <a:ahLst/>
              <a:cxnLst/>
              <a:rect l="l" t="t" r="r" b="b"/>
              <a:pathLst>
                <a:path w="180340" h="308609">
                  <a:moveTo>
                    <a:pt x="0" y="308476"/>
                  </a:moveTo>
                  <a:lnTo>
                    <a:pt x="180174" y="308476"/>
                  </a:lnTo>
                  <a:lnTo>
                    <a:pt x="180174" y="0"/>
                  </a:lnTo>
                  <a:lnTo>
                    <a:pt x="0" y="0"/>
                  </a:lnTo>
                  <a:lnTo>
                    <a:pt x="0" y="308476"/>
                  </a:lnTo>
                  <a:close/>
                </a:path>
              </a:pathLst>
            </a:custGeom>
            <a:ln w="10427">
              <a:solidFill>
                <a:srgbClr val="000000"/>
              </a:solidFill>
            </a:ln>
          </p:spPr>
          <p:txBody>
            <a:bodyPr wrap="square" lIns="0" tIns="0" rIns="0" bIns="0" rtlCol="0"/>
            <a:lstStyle/>
            <a:p/>
          </p:txBody>
        </p:sp>
      </p:grpSp>
      <p:sp>
        <p:nvSpPr>
          <p:cNvPr id="171" name="object 171" descr=""/>
          <p:cNvSpPr txBox="1"/>
          <p:nvPr/>
        </p:nvSpPr>
        <p:spPr>
          <a:xfrm>
            <a:off x="8780806" y="886362"/>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72" name="object 172" descr=""/>
          <p:cNvGrpSpPr/>
          <p:nvPr/>
        </p:nvGrpSpPr>
        <p:grpSpPr>
          <a:xfrm>
            <a:off x="8763265" y="2844948"/>
            <a:ext cx="191135" cy="274955"/>
            <a:chOff x="8763265" y="2844948"/>
            <a:chExt cx="191135" cy="274955"/>
          </a:xfrm>
        </p:grpSpPr>
        <p:sp>
          <p:nvSpPr>
            <p:cNvPr id="173" name="object 173" descr=""/>
            <p:cNvSpPr/>
            <p:nvPr/>
          </p:nvSpPr>
          <p:spPr>
            <a:xfrm>
              <a:off x="8768662" y="2850346"/>
              <a:ext cx="180340" cy="264160"/>
            </a:xfrm>
            <a:custGeom>
              <a:avLst/>
              <a:gdLst/>
              <a:ahLst/>
              <a:cxnLst/>
              <a:rect l="l" t="t" r="r" b="b"/>
              <a:pathLst>
                <a:path w="180340" h="264160">
                  <a:moveTo>
                    <a:pt x="180174" y="0"/>
                  </a:moveTo>
                  <a:lnTo>
                    <a:pt x="0" y="0"/>
                  </a:lnTo>
                  <a:lnTo>
                    <a:pt x="0" y="263554"/>
                  </a:lnTo>
                  <a:lnTo>
                    <a:pt x="180174" y="263554"/>
                  </a:lnTo>
                  <a:lnTo>
                    <a:pt x="180174" y="0"/>
                  </a:lnTo>
                  <a:close/>
                </a:path>
              </a:pathLst>
            </a:custGeom>
            <a:solidFill>
              <a:srgbClr val="FFFFFF"/>
            </a:solidFill>
          </p:spPr>
          <p:txBody>
            <a:bodyPr wrap="square" lIns="0" tIns="0" rIns="0" bIns="0" rtlCol="0"/>
            <a:lstStyle/>
            <a:p/>
          </p:txBody>
        </p:sp>
        <p:sp>
          <p:nvSpPr>
            <p:cNvPr id="174" name="object 174" descr=""/>
            <p:cNvSpPr/>
            <p:nvPr/>
          </p:nvSpPr>
          <p:spPr>
            <a:xfrm>
              <a:off x="8768662" y="2850346"/>
              <a:ext cx="180340" cy="264160"/>
            </a:xfrm>
            <a:custGeom>
              <a:avLst/>
              <a:gdLst/>
              <a:ahLst/>
              <a:cxnLst/>
              <a:rect l="l" t="t" r="r" b="b"/>
              <a:pathLst>
                <a:path w="180340" h="264160">
                  <a:moveTo>
                    <a:pt x="0" y="263554"/>
                  </a:moveTo>
                  <a:lnTo>
                    <a:pt x="180174" y="263554"/>
                  </a:lnTo>
                  <a:lnTo>
                    <a:pt x="180174" y="0"/>
                  </a:lnTo>
                  <a:lnTo>
                    <a:pt x="0" y="0"/>
                  </a:lnTo>
                  <a:lnTo>
                    <a:pt x="0" y="263554"/>
                  </a:lnTo>
                  <a:close/>
                </a:path>
              </a:pathLst>
            </a:custGeom>
            <a:ln w="10416">
              <a:solidFill>
                <a:srgbClr val="000000"/>
              </a:solidFill>
            </a:ln>
          </p:spPr>
          <p:txBody>
            <a:bodyPr wrap="square" lIns="0" tIns="0" rIns="0" bIns="0" rtlCol="0"/>
            <a:lstStyle/>
            <a:p/>
          </p:txBody>
        </p:sp>
      </p:grpSp>
      <p:sp>
        <p:nvSpPr>
          <p:cNvPr id="175" name="object 175" descr=""/>
          <p:cNvSpPr txBox="1"/>
          <p:nvPr/>
        </p:nvSpPr>
        <p:spPr>
          <a:xfrm>
            <a:off x="8780452" y="2889146"/>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76" name="object 176" descr=""/>
          <p:cNvGrpSpPr/>
          <p:nvPr/>
        </p:nvGrpSpPr>
        <p:grpSpPr>
          <a:xfrm>
            <a:off x="7569100" y="988533"/>
            <a:ext cx="1572895" cy="2032635"/>
            <a:chOff x="7569100" y="988533"/>
            <a:chExt cx="1572895" cy="2032635"/>
          </a:xfrm>
        </p:grpSpPr>
        <p:sp>
          <p:nvSpPr>
            <p:cNvPr id="177" name="object 177" descr=""/>
            <p:cNvSpPr/>
            <p:nvPr/>
          </p:nvSpPr>
          <p:spPr>
            <a:xfrm>
              <a:off x="7574498" y="1024953"/>
              <a:ext cx="1087755" cy="0"/>
            </a:xfrm>
            <a:custGeom>
              <a:avLst/>
              <a:gdLst/>
              <a:ahLst/>
              <a:cxnLst/>
              <a:rect l="l" t="t" r="r" b="b"/>
              <a:pathLst>
                <a:path w="1087754" h="0">
                  <a:moveTo>
                    <a:pt x="0" y="0"/>
                  </a:moveTo>
                  <a:lnTo>
                    <a:pt x="1087604" y="0"/>
                  </a:lnTo>
                </a:path>
              </a:pathLst>
            </a:custGeom>
            <a:ln w="10299">
              <a:solidFill>
                <a:srgbClr val="000000"/>
              </a:solidFill>
            </a:ln>
          </p:spPr>
          <p:txBody>
            <a:bodyPr wrap="square" lIns="0" tIns="0" rIns="0" bIns="0" rtlCol="0"/>
            <a:lstStyle/>
            <a:p/>
          </p:txBody>
        </p:sp>
        <p:sp>
          <p:nvSpPr>
            <p:cNvPr id="178" name="object 178" descr=""/>
            <p:cNvSpPr/>
            <p:nvPr/>
          </p:nvSpPr>
          <p:spPr>
            <a:xfrm>
              <a:off x="8623473" y="988533"/>
              <a:ext cx="116205" cy="73660"/>
            </a:xfrm>
            <a:custGeom>
              <a:avLst/>
              <a:gdLst/>
              <a:ahLst/>
              <a:cxnLst/>
              <a:rect l="l" t="t" r="r" b="b"/>
              <a:pathLst>
                <a:path w="116204" h="73659">
                  <a:moveTo>
                    <a:pt x="0" y="0"/>
                  </a:moveTo>
                  <a:lnTo>
                    <a:pt x="36880" y="37136"/>
                  </a:lnTo>
                  <a:lnTo>
                    <a:pt x="0" y="73269"/>
                  </a:lnTo>
                  <a:lnTo>
                    <a:pt x="115597" y="37136"/>
                  </a:lnTo>
                  <a:lnTo>
                    <a:pt x="0" y="0"/>
                  </a:lnTo>
                  <a:close/>
                </a:path>
              </a:pathLst>
            </a:custGeom>
            <a:solidFill>
              <a:srgbClr val="000000"/>
            </a:solidFill>
          </p:spPr>
          <p:txBody>
            <a:bodyPr wrap="square" lIns="0" tIns="0" rIns="0" bIns="0" rtlCol="0"/>
            <a:lstStyle/>
            <a:p/>
          </p:txBody>
        </p:sp>
        <p:sp>
          <p:nvSpPr>
            <p:cNvPr id="179" name="object 179" descr=""/>
            <p:cNvSpPr/>
            <p:nvPr/>
          </p:nvSpPr>
          <p:spPr>
            <a:xfrm>
              <a:off x="7635576" y="1024953"/>
              <a:ext cx="1501140" cy="1959610"/>
            </a:xfrm>
            <a:custGeom>
              <a:avLst/>
              <a:gdLst/>
              <a:ahLst/>
              <a:cxnLst/>
              <a:rect l="l" t="t" r="r" b="b"/>
              <a:pathLst>
                <a:path w="1501140" h="1959610">
                  <a:moveTo>
                    <a:pt x="1500576" y="534248"/>
                  </a:moveTo>
                  <a:lnTo>
                    <a:pt x="1500576" y="0"/>
                  </a:lnTo>
                </a:path>
                <a:path w="1501140" h="1959610">
                  <a:moveTo>
                    <a:pt x="1500576" y="0"/>
                  </a:moveTo>
                  <a:lnTo>
                    <a:pt x="1347515" y="0"/>
                  </a:lnTo>
                </a:path>
                <a:path w="1501140" h="1959610">
                  <a:moveTo>
                    <a:pt x="0" y="1959127"/>
                  </a:moveTo>
                  <a:lnTo>
                    <a:pt x="1026525" y="1959127"/>
                  </a:lnTo>
                </a:path>
              </a:pathLst>
            </a:custGeom>
            <a:ln w="10385">
              <a:solidFill>
                <a:srgbClr val="000000"/>
              </a:solidFill>
            </a:ln>
          </p:spPr>
          <p:txBody>
            <a:bodyPr wrap="square" lIns="0" tIns="0" rIns="0" bIns="0" rtlCol="0"/>
            <a:lstStyle/>
            <a:p/>
          </p:txBody>
        </p:sp>
        <p:sp>
          <p:nvSpPr>
            <p:cNvPr id="180" name="object 180" descr=""/>
            <p:cNvSpPr/>
            <p:nvPr/>
          </p:nvSpPr>
          <p:spPr>
            <a:xfrm>
              <a:off x="8623473" y="2947646"/>
              <a:ext cx="116205" cy="73660"/>
            </a:xfrm>
            <a:custGeom>
              <a:avLst/>
              <a:gdLst/>
              <a:ahLst/>
              <a:cxnLst/>
              <a:rect l="l" t="t" r="r" b="b"/>
              <a:pathLst>
                <a:path w="116204" h="73660">
                  <a:moveTo>
                    <a:pt x="0" y="0"/>
                  </a:moveTo>
                  <a:lnTo>
                    <a:pt x="36880" y="37136"/>
                  </a:lnTo>
                  <a:lnTo>
                    <a:pt x="0" y="73226"/>
                  </a:lnTo>
                  <a:lnTo>
                    <a:pt x="115597" y="37136"/>
                  </a:lnTo>
                  <a:lnTo>
                    <a:pt x="0" y="0"/>
                  </a:lnTo>
                  <a:close/>
                </a:path>
              </a:pathLst>
            </a:custGeom>
            <a:solidFill>
              <a:srgbClr val="000000"/>
            </a:solidFill>
          </p:spPr>
          <p:txBody>
            <a:bodyPr wrap="square" lIns="0" tIns="0" rIns="0" bIns="0" rtlCol="0"/>
            <a:lstStyle/>
            <a:p/>
          </p:txBody>
        </p:sp>
      </p:grpSp>
      <p:sp>
        <p:nvSpPr>
          <p:cNvPr id="181" name="object 181" descr=""/>
          <p:cNvSpPr txBox="1"/>
          <p:nvPr/>
        </p:nvSpPr>
        <p:spPr>
          <a:xfrm>
            <a:off x="10065202" y="975116"/>
            <a:ext cx="171450" cy="27813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cond</a:t>
            </a:r>
            <a:endParaRPr sz="1000">
              <a:latin typeface="Times New Roman"/>
              <a:cs typeface="Times New Roman"/>
            </a:endParaRPr>
          </a:p>
        </p:txBody>
      </p:sp>
      <p:sp>
        <p:nvSpPr>
          <p:cNvPr id="182" name="object 182" descr=""/>
          <p:cNvSpPr txBox="1"/>
          <p:nvPr/>
        </p:nvSpPr>
        <p:spPr>
          <a:xfrm>
            <a:off x="10059080" y="1731467"/>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183" name="object 183" descr=""/>
          <p:cNvGrpSpPr/>
          <p:nvPr/>
        </p:nvGrpSpPr>
        <p:grpSpPr>
          <a:xfrm>
            <a:off x="10049410" y="2355005"/>
            <a:ext cx="191135" cy="274955"/>
            <a:chOff x="10049410" y="2355005"/>
            <a:chExt cx="191135" cy="274955"/>
          </a:xfrm>
        </p:grpSpPr>
        <p:sp>
          <p:nvSpPr>
            <p:cNvPr id="184" name="object 184" descr=""/>
            <p:cNvSpPr/>
            <p:nvPr/>
          </p:nvSpPr>
          <p:spPr>
            <a:xfrm>
              <a:off x="10054808" y="2360403"/>
              <a:ext cx="180340" cy="264160"/>
            </a:xfrm>
            <a:custGeom>
              <a:avLst/>
              <a:gdLst/>
              <a:ahLst/>
              <a:cxnLst/>
              <a:rect l="l" t="t" r="r" b="b"/>
              <a:pathLst>
                <a:path w="180340" h="264160">
                  <a:moveTo>
                    <a:pt x="180174" y="0"/>
                  </a:moveTo>
                  <a:lnTo>
                    <a:pt x="0" y="0"/>
                  </a:lnTo>
                  <a:lnTo>
                    <a:pt x="0" y="263554"/>
                  </a:lnTo>
                  <a:lnTo>
                    <a:pt x="180174" y="263554"/>
                  </a:lnTo>
                  <a:lnTo>
                    <a:pt x="180174" y="0"/>
                  </a:lnTo>
                  <a:close/>
                </a:path>
              </a:pathLst>
            </a:custGeom>
            <a:solidFill>
              <a:srgbClr val="FFFFFF"/>
            </a:solidFill>
          </p:spPr>
          <p:txBody>
            <a:bodyPr wrap="square" lIns="0" tIns="0" rIns="0" bIns="0" rtlCol="0"/>
            <a:lstStyle/>
            <a:p/>
          </p:txBody>
        </p:sp>
        <p:sp>
          <p:nvSpPr>
            <p:cNvPr id="185" name="object 185" descr=""/>
            <p:cNvSpPr/>
            <p:nvPr/>
          </p:nvSpPr>
          <p:spPr>
            <a:xfrm>
              <a:off x="10054808" y="2360403"/>
              <a:ext cx="180340" cy="264160"/>
            </a:xfrm>
            <a:custGeom>
              <a:avLst/>
              <a:gdLst/>
              <a:ahLst/>
              <a:cxnLst/>
              <a:rect l="l" t="t" r="r" b="b"/>
              <a:pathLst>
                <a:path w="180340" h="264160">
                  <a:moveTo>
                    <a:pt x="0" y="263554"/>
                  </a:moveTo>
                  <a:lnTo>
                    <a:pt x="180174" y="263554"/>
                  </a:lnTo>
                  <a:lnTo>
                    <a:pt x="180174" y="0"/>
                  </a:lnTo>
                  <a:lnTo>
                    <a:pt x="0" y="0"/>
                  </a:lnTo>
                  <a:lnTo>
                    <a:pt x="0" y="263554"/>
                  </a:lnTo>
                  <a:close/>
                </a:path>
              </a:pathLst>
            </a:custGeom>
            <a:ln w="10416">
              <a:solidFill>
                <a:srgbClr val="000000"/>
              </a:solidFill>
            </a:ln>
          </p:spPr>
          <p:txBody>
            <a:bodyPr wrap="square" lIns="0" tIns="0" rIns="0" bIns="0" rtlCol="0"/>
            <a:lstStyle/>
            <a:p/>
          </p:txBody>
        </p:sp>
      </p:grpSp>
      <p:sp>
        <p:nvSpPr>
          <p:cNvPr id="186" name="object 186" descr=""/>
          <p:cNvSpPr txBox="1"/>
          <p:nvPr/>
        </p:nvSpPr>
        <p:spPr>
          <a:xfrm>
            <a:off x="10085839" y="2398128"/>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grpSp>
        <p:nvGrpSpPr>
          <p:cNvPr id="187" name="object 187" descr=""/>
          <p:cNvGrpSpPr/>
          <p:nvPr/>
        </p:nvGrpSpPr>
        <p:grpSpPr>
          <a:xfrm>
            <a:off x="10049410" y="2844948"/>
            <a:ext cx="191135" cy="274955"/>
            <a:chOff x="10049410" y="2844948"/>
            <a:chExt cx="191135" cy="274955"/>
          </a:xfrm>
        </p:grpSpPr>
        <p:sp>
          <p:nvSpPr>
            <p:cNvPr id="188" name="object 188" descr=""/>
            <p:cNvSpPr/>
            <p:nvPr/>
          </p:nvSpPr>
          <p:spPr>
            <a:xfrm>
              <a:off x="10054808" y="2850346"/>
              <a:ext cx="180340" cy="264160"/>
            </a:xfrm>
            <a:custGeom>
              <a:avLst/>
              <a:gdLst/>
              <a:ahLst/>
              <a:cxnLst/>
              <a:rect l="l" t="t" r="r" b="b"/>
              <a:pathLst>
                <a:path w="180340" h="264160">
                  <a:moveTo>
                    <a:pt x="180174" y="0"/>
                  </a:moveTo>
                  <a:lnTo>
                    <a:pt x="0" y="0"/>
                  </a:lnTo>
                  <a:lnTo>
                    <a:pt x="0" y="263554"/>
                  </a:lnTo>
                  <a:lnTo>
                    <a:pt x="180174" y="263554"/>
                  </a:lnTo>
                  <a:lnTo>
                    <a:pt x="180174" y="0"/>
                  </a:lnTo>
                  <a:close/>
                </a:path>
              </a:pathLst>
            </a:custGeom>
            <a:solidFill>
              <a:srgbClr val="FFFFFF"/>
            </a:solidFill>
          </p:spPr>
          <p:txBody>
            <a:bodyPr wrap="square" lIns="0" tIns="0" rIns="0" bIns="0" rtlCol="0"/>
            <a:lstStyle/>
            <a:p/>
          </p:txBody>
        </p:sp>
        <p:sp>
          <p:nvSpPr>
            <p:cNvPr id="189" name="object 189" descr=""/>
            <p:cNvSpPr/>
            <p:nvPr/>
          </p:nvSpPr>
          <p:spPr>
            <a:xfrm>
              <a:off x="10054808" y="2850346"/>
              <a:ext cx="180340" cy="264160"/>
            </a:xfrm>
            <a:custGeom>
              <a:avLst/>
              <a:gdLst/>
              <a:ahLst/>
              <a:cxnLst/>
              <a:rect l="l" t="t" r="r" b="b"/>
              <a:pathLst>
                <a:path w="180340" h="264160">
                  <a:moveTo>
                    <a:pt x="0" y="263554"/>
                  </a:moveTo>
                  <a:lnTo>
                    <a:pt x="180174" y="263554"/>
                  </a:lnTo>
                  <a:lnTo>
                    <a:pt x="180174" y="0"/>
                  </a:lnTo>
                  <a:lnTo>
                    <a:pt x="0" y="0"/>
                  </a:lnTo>
                  <a:lnTo>
                    <a:pt x="0" y="263554"/>
                  </a:lnTo>
                  <a:close/>
                </a:path>
              </a:pathLst>
            </a:custGeom>
            <a:ln w="10416">
              <a:solidFill>
                <a:srgbClr val="000000"/>
              </a:solidFill>
            </a:ln>
          </p:spPr>
          <p:txBody>
            <a:bodyPr wrap="square" lIns="0" tIns="0" rIns="0" bIns="0" rtlCol="0"/>
            <a:lstStyle/>
            <a:p/>
          </p:txBody>
        </p:sp>
      </p:grpSp>
      <p:sp>
        <p:nvSpPr>
          <p:cNvPr id="190" name="object 190" descr=""/>
          <p:cNvSpPr txBox="1"/>
          <p:nvPr/>
        </p:nvSpPr>
        <p:spPr>
          <a:xfrm>
            <a:off x="10072865" y="2887369"/>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91" name="object 191" descr=""/>
          <p:cNvGrpSpPr/>
          <p:nvPr/>
        </p:nvGrpSpPr>
        <p:grpSpPr>
          <a:xfrm>
            <a:off x="8977695" y="2355005"/>
            <a:ext cx="2487930" cy="666115"/>
            <a:chOff x="8977695" y="2355005"/>
            <a:chExt cx="2487930" cy="666115"/>
          </a:xfrm>
        </p:grpSpPr>
        <p:sp>
          <p:nvSpPr>
            <p:cNvPr id="192" name="object 192" descr=""/>
            <p:cNvSpPr/>
            <p:nvPr/>
          </p:nvSpPr>
          <p:spPr>
            <a:xfrm>
              <a:off x="8983092" y="2984080"/>
              <a:ext cx="965200" cy="0"/>
            </a:xfrm>
            <a:custGeom>
              <a:avLst/>
              <a:gdLst/>
              <a:ahLst/>
              <a:cxnLst/>
              <a:rect l="l" t="t" r="r" b="b"/>
              <a:pathLst>
                <a:path w="965200" h="0">
                  <a:moveTo>
                    <a:pt x="0" y="0"/>
                  </a:moveTo>
                  <a:lnTo>
                    <a:pt x="965155" y="0"/>
                  </a:lnTo>
                </a:path>
              </a:pathLst>
            </a:custGeom>
            <a:ln w="10299">
              <a:solidFill>
                <a:srgbClr val="000000"/>
              </a:solidFill>
            </a:ln>
          </p:spPr>
          <p:txBody>
            <a:bodyPr wrap="square" lIns="0" tIns="0" rIns="0" bIns="0" rtlCol="0"/>
            <a:lstStyle/>
            <a:p/>
          </p:txBody>
        </p:sp>
        <p:sp>
          <p:nvSpPr>
            <p:cNvPr id="193" name="object 193" descr=""/>
            <p:cNvSpPr/>
            <p:nvPr/>
          </p:nvSpPr>
          <p:spPr>
            <a:xfrm>
              <a:off x="9909619" y="2947646"/>
              <a:ext cx="116205" cy="73660"/>
            </a:xfrm>
            <a:custGeom>
              <a:avLst/>
              <a:gdLst/>
              <a:ahLst/>
              <a:cxnLst/>
              <a:rect l="l" t="t" r="r" b="b"/>
              <a:pathLst>
                <a:path w="116204" h="73660">
                  <a:moveTo>
                    <a:pt x="0" y="0"/>
                  </a:moveTo>
                  <a:lnTo>
                    <a:pt x="36880" y="37136"/>
                  </a:lnTo>
                  <a:lnTo>
                    <a:pt x="0" y="73226"/>
                  </a:lnTo>
                  <a:lnTo>
                    <a:pt x="115597" y="37136"/>
                  </a:lnTo>
                  <a:lnTo>
                    <a:pt x="0" y="0"/>
                  </a:lnTo>
                  <a:close/>
                </a:path>
              </a:pathLst>
            </a:custGeom>
            <a:solidFill>
              <a:srgbClr val="000000"/>
            </a:solidFill>
          </p:spPr>
          <p:txBody>
            <a:bodyPr wrap="square" lIns="0" tIns="0" rIns="0" bIns="0" rtlCol="0"/>
            <a:lstStyle/>
            <a:p/>
          </p:txBody>
        </p:sp>
        <p:sp>
          <p:nvSpPr>
            <p:cNvPr id="194" name="object 194" descr=""/>
            <p:cNvSpPr/>
            <p:nvPr/>
          </p:nvSpPr>
          <p:spPr>
            <a:xfrm>
              <a:off x="9044462" y="2493764"/>
              <a:ext cx="904240" cy="2540"/>
            </a:xfrm>
            <a:custGeom>
              <a:avLst/>
              <a:gdLst/>
              <a:ahLst/>
              <a:cxnLst/>
              <a:rect l="l" t="t" r="r" b="b"/>
              <a:pathLst>
                <a:path w="904240" h="2539">
                  <a:moveTo>
                    <a:pt x="0" y="2480"/>
                  </a:moveTo>
                  <a:lnTo>
                    <a:pt x="903785" y="0"/>
                  </a:lnTo>
                </a:path>
              </a:pathLst>
            </a:custGeom>
            <a:ln w="10299">
              <a:solidFill>
                <a:srgbClr val="000000"/>
              </a:solidFill>
            </a:ln>
          </p:spPr>
          <p:txBody>
            <a:bodyPr wrap="square" lIns="0" tIns="0" rIns="0" bIns="0" rtlCol="0"/>
            <a:lstStyle/>
            <a:p/>
          </p:txBody>
        </p:sp>
        <p:sp>
          <p:nvSpPr>
            <p:cNvPr id="195" name="object 195" descr=""/>
            <p:cNvSpPr/>
            <p:nvPr/>
          </p:nvSpPr>
          <p:spPr>
            <a:xfrm>
              <a:off x="9909619" y="2457689"/>
              <a:ext cx="116205" cy="73660"/>
            </a:xfrm>
            <a:custGeom>
              <a:avLst/>
              <a:gdLst/>
              <a:ahLst/>
              <a:cxnLst/>
              <a:rect l="l" t="t" r="r" b="b"/>
              <a:pathLst>
                <a:path w="116204" h="73660">
                  <a:moveTo>
                    <a:pt x="0" y="0"/>
                  </a:moveTo>
                  <a:lnTo>
                    <a:pt x="36880" y="36075"/>
                  </a:lnTo>
                  <a:lnTo>
                    <a:pt x="0" y="73226"/>
                  </a:lnTo>
                  <a:lnTo>
                    <a:pt x="115597" y="36075"/>
                  </a:lnTo>
                  <a:lnTo>
                    <a:pt x="0" y="0"/>
                  </a:lnTo>
                  <a:close/>
                </a:path>
              </a:pathLst>
            </a:custGeom>
            <a:solidFill>
              <a:srgbClr val="000000"/>
            </a:solidFill>
          </p:spPr>
          <p:txBody>
            <a:bodyPr wrap="square" lIns="0" tIns="0" rIns="0" bIns="0" rtlCol="0"/>
            <a:lstStyle/>
            <a:p/>
          </p:txBody>
        </p:sp>
        <p:sp>
          <p:nvSpPr>
            <p:cNvPr id="196" name="object 196" descr=""/>
            <p:cNvSpPr/>
            <p:nvPr/>
          </p:nvSpPr>
          <p:spPr>
            <a:xfrm>
              <a:off x="10269238" y="2493764"/>
              <a:ext cx="122555" cy="0"/>
            </a:xfrm>
            <a:custGeom>
              <a:avLst/>
              <a:gdLst/>
              <a:ahLst/>
              <a:cxnLst/>
              <a:rect l="l" t="t" r="r" b="b"/>
              <a:pathLst>
                <a:path w="122554" h="0">
                  <a:moveTo>
                    <a:pt x="0" y="0"/>
                  </a:moveTo>
                  <a:lnTo>
                    <a:pt x="122448" y="0"/>
                  </a:lnTo>
                </a:path>
              </a:pathLst>
            </a:custGeom>
            <a:ln w="10299">
              <a:solidFill>
                <a:srgbClr val="000000"/>
              </a:solidFill>
            </a:ln>
          </p:spPr>
          <p:txBody>
            <a:bodyPr wrap="square" lIns="0" tIns="0" rIns="0" bIns="0" rtlCol="0"/>
            <a:lstStyle/>
            <a:p/>
          </p:txBody>
        </p:sp>
        <p:sp>
          <p:nvSpPr>
            <p:cNvPr id="197" name="object 197" descr=""/>
            <p:cNvSpPr/>
            <p:nvPr/>
          </p:nvSpPr>
          <p:spPr>
            <a:xfrm>
              <a:off x="11279583" y="2360403"/>
              <a:ext cx="180975" cy="441959"/>
            </a:xfrm>
            <a:custGeom>
              <a:avLst/>
              <a:gdLst/>
              <a:ahLst/>
              <a:cxnLst/>
              <a:rect l="l" t="t" r="r" b="b"/>
              <a:pathLst>
                <a:path w="180975" h="441960">
                  <a:moveTo>
                    <a:pt x="180538" y="0"/>
                  </a:moveTo>
                  <a:lnTo>
                    <a:pt x="0" y="0"/>
                  </a:lnTo>
                  <a:lnTo>
                    <a:pt x="0" y="441837"/>
                  </a:lnTo>
                  <a:lnTo>
                    <a:pt x="180538" y="441837"/>
                  </a:lnTo>
                  <a:lnTo>
                    <a:pt x="180538" y="0"/>
                  </a:lnTo>
                  <a:close/>
                </a:path>
              </a:pathLst>
            </a:custGeom>
            <a:solidFill>
              <a:srgbClr val="FFFFFF"/>
            </a:solidFill>
          </p:spPr>
          <p:txBody>
            <a:bodyPr wrap="square" lIns="0" tIns="0" rIns="0" bIns="0" rtlCol="0"/>
            <a:lstStyle/>
            <a:p/>
          </p:txBody>
        </p:sp>
        <p:sp>
          <p:nvSpPr>
            <p:cNvPr id="198" name="object 198" descr=""/>
            <p:cNvSpPr/>
            <p:nvPr/>
          </p:nvSpPr>
          <p:spPr>
            <a:xfrm>
              <a:off x="11279583" y="2360403"/>
              <a:ext cx="180975" cy="441959"/>
            </a:xfrm>
            <a:custGeom>
              <a:avLst/>
              <a:gdLst/>
              <a:ahLst/>
              <a:cxnLst/>
              <a:rect l="l" t="t" r="r" b="b"/>
              <a:pathLst>
                <a:path w="180975" h="441960">
                  <a:moveTo>
                    <a:pt x="0" y="441837"/>
                  </a:moveTo>
                  <a:lnTo>
                    <a:pt x="180538" y="441837"/>
                  </a:lnTo>
                  <a:lnTo>
                    <a:pt x="180538" y="0"/>
                  </a:lnTo>
                  <a:lnTo>
                    <a:pt x="0" y="0"/>
                  </a:lnTo>
                  <a:lnTo>
                    <a:pt x="0" y="441837"/>
                  </a:lnTo>
                  <a:close/>
                </a:path>
              </a:pathLst>
            </a:custGeom>
            <a:ln w="10446">
              <a:solidFill>
                <a:srgbClr val="000000"/>
              </a:solidFill>
            </a:ln>
          </p:spPr>
          <p:txBody>
            <a:bodyPr wrap="square" lIns="0" tIns="0" rIns="0" bIns="0" rtlCol="0"/>
            <a:lstStyle/>
            <a:p/>
          </p:txBody>
        </p:sp>
      </p:grpSp>
      <p:sp>
        <p:nvSpPr>
          <p:cNvPr id="199" name="object 199" descr=""/>
          <p:cNvSpPr txBox="1"/>
          <p:nvPr/>
        </p:nvSpPr>
        <p:spPr>
          <a:xfrm>
            <a:off x="11276276" y="1882164"/>
            <a:ext cx="171450" cy="31369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LMD</a:t>
            </a:r>
            <a:endParaRPr sz="1000">
              <a:latin typeface="Times New Roman"/>
              <a:cs typeface="Times New Roman"/>
            </a:endParaRPr>
          </a:p>
        </p:txBody>
      </p:sp>
      <p:sp>
        <p:nvSpPr>
          <p:cNvPr id="200" name="object 200" descr=""/>
          <p:cNvSpPr txBox="1"/>
          <p:nvPr/>
        </p:nvSpPr>
        <p:spPr>
          <a:xfrm>
            <a:off x="11286771" y="2399350"/>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201" name="object 201" descr=""/>
          <p:cNvGrpSpPr/>
          <p:nvPr/>
        </p:nvGrpSpPr>
        <p:grpSpPr>
          <a:xfrm>
            <a:off x="11274186" y="2844948"/>
            <a:ext cx="191770" cy="274955"/>
            <a:chOff x="11274186" y="2844948"/>
            <a:chExt cx="191770" cy="274955"/>
          </a:xfrm>
        </p:grpSpPr>
        <p:sp>
          <p:nvSpPr>
            <p:cNvPr id="202" name="object 202" descr=""/>
            <p:cNvSpPr/>
            <p:nvPr/>
          </p:nvSpPr>
          <p:spPr>
            <a:xfrm>
              <a:off x="11279583" y="2850346"/>
              <a:ext cx="180975" cy="264160"/>
            </a:xfrm>
            <a:custGeom>
              <a:avLst/>
              <a:gdLst/>
              <a:ahLst/>
              <a:cxnLst/>
              <a:rect l="l" t="t" r="r" b="b"/>
              <a:pathLst>
                <a:path w="180975" h="264160">
                  <a:moveTo>
                    <a:pt x="180538" y="0"/>
                  </a:moveTo>
                  <a:lnTo>
                    <a:pt x="0" y="0"/>
                  </a:lnTo>
                  <a:lnTo>
                    <a:pt x="0" y="263554"/>
                  </a:lnTo>
                  <a:lnTo>
                    <a:pt x="180538" y="263554"/>
                  </a:lnTo>
                  <a:lnTo>
                    <a:pt x="180538" y="0"/>
                  </a:lnTo>
                  <a:close/>
                </a:path>
              </a:pathLst>
            </a:custGeom>
            <a:solidFill>
              <a:srgbClr val="FFFFFF"/>
            </a:solidFill>
          </p:spPr>
          <p:txBody>
            <a:bodyPr wrap="square" lIns="0" tIns="0" rIns="0" bIns="0" rtlCol="0"/>
            <a:lstStyle/>
            <a:p/>
          </p:txBody>
        </p:sp>
        <p:sp>
          <p:nvSpPr>
            <p:cNvPr id="203" name="object 203" descr=""/>
            <p:cNvSpPr/>
            <p:nvPr/>
          </p:nvSpPr>
          <p:spPr>
            <a:xfrm>
              <a:off x="11279583" y="2850346"/>
              <a:ext cx="180975" cy="264160"/>
            </a:xfrm>
            <a:custGeom>
              <a:avLst/>
              <a:gdLst/>
              <a:ahLst/>
              <a:cxnLst/>
              <a:rect l="l" t="t" r="r" b="b"/>
              <a:pathLst>
                <a:path w="180975" h="264160">
                  <a:moveTo>
                    <a:pt x="0" y="263554"/>
                  </a:moveTo>
                  <a:lnTo>
                    <a:pt x="180538" y="263554"/>
                  </a:lnTo>
                  <a:lnTo>
                    <a:pt x="180538" y="0"/>
                  </a:lnTo>
                  <a:lnTo>
                    <a:pt x="0" y="0"/>
                  </a:lnTo>
                  <a:lnTo>
                    <a:pt x="0" y="263554"/>
                  </a:lnTo>
                  <a:close/>
                </a:path>
              </a:pathLst>
            </a:custGeom>
            <a:ln w="10416">
              <a:solidFill>
                <a:srgbClr val="000000"/>
              </a:solidFill>
            </a:ln>
          </p:spPr>
          <p:txBody>
            <a:bodyPr wrap="square" lIns="0" tIns="0" rIns="0" bIns="0" rtlCol="0"/>
            <a:lstStyle/>
            <a:p/>
          </p:txBody>
        </p:sp>
      </p:grpSp>
      <p:sp>
        <p:nvSpPr>
          <p:cNvPr id="204" name="object 204" descr=""/>
          <p:cNvSpPr txBox="1"/>
          <p:nvPr/>
        </p:nvSpPr>
        <p:spPr>
          <a:xfrm>
            <a:off x="11290790" y="2883124"/>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205" name="object 205" descr=""/>
          <p:cNvGrpSpPr/>
          <p:nvPr/>
        </p:nvGrpSpPr>
        <p:grpSpPr>
          <a:xfrm>
            <a:off x="5976768" y="174450"/>
            <a:ext cx="5706745" cy="3082290"/>
            <a:chOff x="5976768" y="174450"/>
            <a:chExt cx="5706745" cy="3082290"/>
          </a:xfrm>
        </p:grpSpPr>
        <p:sp>
          <p:nvSpPr>
            <p:cNvPr id="206" name="object 206" descr=""/>
            <p:cNvSpPr/>
            <p:nvPr/>
          </p:nvSpPr>
          <p:spPr>
            <a:xfrm>
              <a:off x="10269238" y="2984080"/>
              <a:ext cx="904240" cy="0"/>
            </a:xfrm>
            <a:custGeom>
              <a:avLst/>
              <a:gdLst/>
              <a:ahLst/>
              <a:cxnLst/>
              <a:rect l="l" t="t" r="r" b="b"/>
              <a:pathLst>
                <a:path w="904240" h="0">
                  <a:moveTo>
                    <a:pt x="0" y="0"/>
                  </a:moveTo>
                  <a:lnTo>
                    <a:pt x="903785" y="0"/>
                  </a:lnTo>
                </a:path>
              </a:pathLst>
            </a:custGeom>
            <a:ln w="10299">
              <a:solidFill>
                <a:srgbClr val="000000"/>
              </a:solidFill>
            </a:ln>
          </p:spPr>
          <p:txBody>
            <a:bodyPr wrap="square" lIns="0" tIns="0" rIns="0" bIns="0" rtlCol="0"/>
            <a:lstStyle/>
            <a:p/>
          </p:txBody>
        </p:sp>
        <p:sp>
          <p:nvSpPr>
            <p:cNvPr id="207" name="object 207" descr=""/>
            <p:cNvSpPr/>
            <p:nvPr/>
          </p:nvSpPr>
          <p:spPr>
            <a:xfrm>
              <a:off x="11134395" y="2947646"/>
              <a:ext cx="116205" cy="73660"/>
            </a:xfrm>
            <a:custGeom>
              <a:avLst/>
              <a:gdLst/>
              <a:ahLst/>
              <a:cxnLst/>
              <a:rect l="l" t="t" r="r" b="b"/>
              <a:pathLst>
                <a:path w="116204" h="73660">
                  <a:moveTo>
                    <a:pt x="0" y="0"/>
                  </a:moveTo>
                  <a:lnTo>
                    <a:pt x="36880" y="37136"/>
                  </a:lnTo>
                  <a:lnTo>
                    <a:pt x="0" y="73226"/>
                  </a:lnTo>
                  <a:lnTo>
                    <a:pt x="115597" y="37136"/>
                  </a:lnTo>
                  <a:lnTo>
                    <a:pt x="0" y="0"/>
                  </a:lnTo>
                  <a:close/>
                </a:path>
              </a:pathLst>
            </a:custGeom>
            <a:solidFill>
              <a:srgbClr val="000000"/>
            </a:solidFill>
          </p:spPr>
          <p:txBody>
            <a:bodyPr wrap="square" lIns="0" tIns="0" rIns="0" bIns="0" rtlCol="0"/>
            <a:lstStyle/>
            <a:p/>
          </p:txBody>
        </p:sp>
        <p:sp>
          <p:nvSpPr>
            <p:cNvPr id="208" name="object 208" descr=""/>
            <p:cNvSpPr/>
            <p:nvPr/>
          </p:nvSpPr>
          <p:spPr>
            <a:xfrm>
              <a:off x="10453056" y="2583264"/>
              <a:ext cx="720090" cy="0"/>
            </a:xfrm>
            <a:custGeom>
              <a:avLst/>
              <a:gdLst/>
              <a:ahLst/>
              <a:cxnLst/>
              <a:rect l="l" t="t" r="r" b="b"/>
              <a:pathLst>
                <a:path w="720090" h="0">
                  <a:moveTo>
                    <a:pt x="0" y="0"/>
                  </a:moveTo>
                  <a:lnTo>
                    <a:pt x="719967" y="0"/>
                  </a:lnTo>
                </a:path>
              </a:pathLst>
            </a:custGeom>
            <a:ln w="10299">
              <a:solidFill>
                <a:srgbClr val="000000"/>
              </a:solidFill>
            </a:ln>
          </p:spPr>
          <p:txBody>
            <a:bodyPr wrap="square" lIns="0" tIns="0" rIns="0" bIns="0" rtlCol="0"/>
            <a:lstStyle/>
            <a:p/>
          </p:txBody>
        </p:sp>
        <p:sp>
          <p:nvSpPr>
            <p:cNvPr id="209" name="object 209" descr=""/>
            <p:cNvSpPr/>
            <p:nvPr/>
          </p:nvSpPr>
          <p:spPr>
            <a:xfrm>
              <a:off x="11134395" y="2547189"/>
              <a:ext cx="116205" cy="73660"/>
            </a:xfrm>
            <a:custGeom>
              <a:avLst/>
              <a:gdLst/>
              <a:ahLst/>
              <a:cxnLst/>
              <a:rect l="l" t="t" r="r" b="b"/>
              <a:pathLst>
                <a:path w="116204" h="73660">
                  <a:moveTo>
                    <a:pt x="0" y="0"/>
                  </a:moveTo>
                  <a:lnTo>
                    <a:pt x="36880" y="36075"/>
                  </a:lnTo>
                  <a:lnTo>
                    <a:pt x="0" y="73226"/>
                  </a:lnTo>
                  <a:lnTo>
                    <a:pt x="115597" y="36075"/>
                  </a:lnTo>
                  <a:lnTo>
                    <a:pt x="0" y="0"/>
                  </a:lnTo>
                  <a:close/>
                </a:path>
              </a:pathLst>
            </a:custGeom>
            <a:solidFill>
              <a:srgbClr val="000000"/>
            </a:solidFill>
          </p:spPr>
          <p:txBody>
            <a:bodyPr wrap="square" lIns="0" tIns="0" rIns="0" bIns="0" rtlCol="0"/>
            <a:lstStyle/>
            <a:p/>
          </p:txBody>
        </p:sp>
        <p:sp>
          <p:nvSpPr>
            <p:cNvPr id="210" name="object 210" descr=""/>
            <p:cNvSpPr/>
            <p:nvPr/>
          </p:nvSpPr>
          <p:spPr>
            <a:xfrm>
              <a:off x="6747665" y="936198"/>
              <a:ext cx="4808220" cy="1647189"/>
            </a:xfrm>
            <a:custGeom>
              <a:avLst/>
              <a:gdLst/>
              <a:ahLst/>
              <a:cxnLst/>
              <a:rect l="l" t="t" r="r" b="b"/>
              <a:pathLst>
                <a:path w="4808220" h="1647189">
                  <a:moveTo>
                    <a:pt x="4746348" y="1647066"/>
                  </a:moveTo>
                  <a:lnTo>
                    <a:pt x="4807864" y="1647066"/>
                  </a:lnTo>
                </a:path>
                <a:path w="4808220" h="1647189">
                  <a:moveTo>
                    <a:pt x="0" y="0"/>
                  </a:moveTo>
                  <a:lnTo>
                    <a:pt x="76909" y="0"/>
                  </a:lnTo>
                </a:path>
              </a:pathLst>
            </a:custGeom>
            <a:ln w="10385">
              <a:solidFill>
                <a:srgbClr val="000000"/>
              </a:solidFill>
            </a:ln>
          </p:spPr>
          <p:txBody>
            <a:bodyPr wrap="square" lIns="0" tIns="0" rIns="0" bIns="0" rtlCol="0"/>
            <a:lstStyle/>
            <a:p/>
          </p:txBody>
        </p:sp>
        <p:sp>
          <p:nvSpPr>
            <p:cNvPr id="211" name="object 211" descr=""/>
            <p:cNvSpPr/>
            <p:nvPr/>
          </p:nvSpPr>
          <p:spPr>
            <a:xfrm>
              <a:off x="6786295" y="900065"/>
              <a:ext cx="115570" cy="73660"/>
            </a:xfrm>
            <a:custGeom>
              <a:avLst/>
              <a:gdLst/>
              <a:ahLst/>
              <a:cxnLst/>
              <a:rect l="l" t="t" r="r" b="b"/>
              <a:pathLst>
                <a:path w="115570" h="73659">
                  <a:moveTo>
                    <a:pt x="0" y="0"/>
                  </a:moveTo>
                  <a:lnTo>
                    <a:pt x="36472" y="36132"/>
                  </a:lnTo>
                  <a:lnTo>
                    <a:pt x="0" y="73269"/>
                  </a:lnTo>
                  <a:lnTo>
                    <a:pt x="115188" y="36132"/>
                  </a:lnTo>
                  <a:lnTo>
                    <a:pt x="0" y="0"/>
                  </a:lnTo>
                  <a:close/>
                </a:path>
              </a:pathLst>
            </a:custGeom>
            <a:solidFill>
              <a:srgbClr val="000000"/>
            </a:solidFill>
          </p:spPr>
          <p:txBody>
            <a:bodyPr wrap="square" lIns="0" tIns="0" rIns="0" bIns="0" rtlCol="0"/>
            <a:lstStyle/>
            <a:p/>
          </p:txBody>
        </p:sp>
        <p:sp>
          <p:nvSpPr>
            <p:cNvPr id="212" name="object 212" descr=""/>
            <p:cNvSpPr/>
            <p:nvPr/>
          </p:nvSpPr>
          <p:spPr>
            <a:xfrm>
              <a:off x="5982166" y="179847"/>
              <a:ext cx="5695950" cy="3071495"/>
            </a:xfrm>
            <a:custGeom>
              <a:avLst/>
              <a:gdLst/>
              <a:ahLst/>
              <a:cxnLst/>
              <a:rect l="l" t="t" r="r" b="b"/>
              <a:pathLst>
                <a:path w="5695950" h="3071495">
                  <a:moveTo>
                    <a:pt x="765499" y="756350"/>
                  </a:moveTo>
                  <a:lnTo>
                    <a:pt x="765499" y="0"/>
                  </a:lnTo>
                </a:path>
                <a:path w="5695950" h="3071495">
                  <a:moveTo>
                    <a:pt x="0" y="534248"/>
                  </a:moveTo>
                  <a:lnTo>
                    <a:pt x="1194098" y="534248"/>
                  </a:lnTo>
                </a:path>
                <a:path w="5695950" h="3071495">
                  <a:moveTo>
                    <a:pt x="1194098" y="534248"/>
                  </a:moveTo>
                  <a:lnTo>
                    <a:pt x="1194098" y="845105"/>
                  </a:lnTo>
                </a:path>
                <a:path w="5695950" h="3071495">
                  <a:moveTo>
                    <a:pt x="1010308" y="622573"/>
                  </a:moveTo>
                  <a:lnTo>
                    <a:pt x="1010308" y="88754"/>
                  </a:lnTo>
                </a:path>
                <a:path w="5695950" h="3071495">
                  <a:moveTo>
                    <a:pt x="1010308" y="88754"/>
                  </a:moveTo>
                  <a:lnTo>
                    <a:pt x="4378908" y="88754"/>
                  </a:lnTo>
                </a:path>
                <a:path w="5695950" h="3071495">
                  <a:moveTo>
                    <a:pt x="4378908" y="88754"/>
                  </a:moveTo>
                  <a:lnTo>
                    <a:pt x="4378908" y="934577"/>
                  </a:lnTo>
                </a:path>
                <a:path w="5695950" h="3071495">
                  <a:moveTo>
                    <a:pt x="4287072" y="934577"/>
                  </a:moveTo>
                  <a:lnTo>
                    <a:pt x="4378908" y="934577"/>
                  </a:lnTo>
                </a:path>
                <a:path w="5695950" h="3071495">
                  <a:moveTo>
                    <a:pt x="1806471" y="1824704"/>
                  </a:moveTo>
                  <a:lnTo>
                    <a:pt x="1806471" y="3071313"/>
                  </a:lnTo>
                </a:path>
                <a:path w="5695950" h="3071495">
                  <a:moveTo>
                    <a:pt x="1806471" y="3071313"/>
                  </a:moveTo>
                  <a:lnTo>
                    <a:pt x="5695666" y="3071314"/>
                  </a:lnTo>
                </a:path>
                <a:path w="5695950" h="3071495">
                  <a:moveTo>
                    <a:pt x="5511847" y="2804232"/>
                  </a:moveTo>
                  <a:lnTo>
                    <a:pt x="5695666" y="2804232"/>
                  </a:lnTo>
                </a:path>
                <a:path w="5695950" h="3071495">
                  <a:moveTo>
                    <a:pt x="5695666" y="2804232"/>
                  </a:moveTo>
                  <a:lnTo>
                    <a:pt x="5695666" y="3071314"/>
                  </a:lnTo>
                </a:path>
              </a:pathLst>
            </a:custGeom>
            <a:ln w="10385">
              <a:solidFill>
                <a:srgbClr val="000000"/>
              </a:solidFill>
            </a:ln>
          </p:spPr>
          <p:txBody>
            <a:bodyPr wrap="square" lIns="0" tIns="0" rIns="0" bIns="0" rtlCol="0"/>
            <a:lstStyle/>
            <a:p/>
          </p:txBody>
        </p:sp>
      </p:grpSp>
      <p:sp>
        <p:nvSpPr>
          <p:cNvPr id="213" name="object 213" descr=""/>
          <p:cNvSpPr txBox="1"/>
          <p:nvPr/>
        </p:nvSpPr>
        <p:spPr>
          <a:xfrm>
            <a:off x="9779572" y="422354"/>
            <a:ext cx="551815"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EX/MEM</a:t>
            </a:r>
            <a:endParaRPr sz="1000">
              <a:latin typeface="Times New Roman"/>
              <a:cs typeface="Times New Roman"/>
            </a:endParaRPr>
          </a:p>
        </p:txBody>
      </p:sp>
      <p:sp>
        <p:nvSpPr>
          <p:cNvPr id="214" name="object 214" descr=""/>
          <p:cNvSpPr txBox="1"/>
          <p:nvPr/>
        </p:nvSpPr>
        <p:spPr>
          <a:xfrm>
            <a:off x="8677245" y="422354"/>
            <a:ext cx="3759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ID/EX</a:t>
            </a:r>
            <a:endParaRPr sz="1000">
              <a:latin typeface="Times New Roman"/>
              <a:cs typeface="Times New Roman"/>
            </a:endParaRPr>
          </a:p>
        </p:txBody>
      </p:sp>
      <p:sp>
        <p:nvSpPr>
          <p:cNvPr id="215" name="object 215" descr=""/>
          <p:cNvSpPr txBox="1"/>
          <p:nvPr/>
        </p:nvSpPr>
        <p:spPr>
          <a:xfrm>
            <a:off x="7287776" y="422354"/>
            <a:ext cx="31750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IF/ID</a:t>
            </a:r>
            <a:endParaRPr sz="1000">
              <a:latin typeface="Times New Roman"/>
              <a:cs typeface="Times New Roman"/>
            </a:endParaRPr>
          </a:p>
        </p:txBody>
      </p:sp>
      <p:grpSp>
        <p:nvGrpSpPr>
          <p:cNvPr id="216" name="object 216" descr=""/>
          <p:cNvGrpSpPr/>
          <p:nvPr/>
        </p:nvGrpSpPr>
        <p:grpSpPr>
          <a:xfrm>
            <a:off x="7151923" y="998243"/>
            <a:ext cx="3319145" cy="1163955"/>
            <a:chOff x="7151923" y="998243"/>
            <a:chExt cx="3319145" cy="1163955"/>
          </a:xfrm>
        </p:grpSpPr>
        <p:sp>
          <p:nvSpPr>
            <p:cNvPr id="217" name="object 217" descr=""/>
            <p:cNvSpPr/>
            <p:nvPr/>
          </p:nvSpPr>
          <p:spPr>
            <a:xfrm>
              <a:off x="10432794" y="1892426"/>
              <a:ext cx="33020" cy="40640"/>
            </a:xfrm>
            <a:custGeom>
              <a:avLst/>
              <a:gdLst/>
              <a:ahLst/>
              <a:cxnLst/>
              <a:rect l="l" t="t" r="r" b="b"/>
              <a:pathLst>
                <a:path w="33020" h="40639">
                  <a:moveTo>
                    <a:pt x="15889" y="0"/>
                  </a:moveTo>
                  <a:lnTo>
                    <a:pt x="6997" y="0"/>
                  </a:lnTo>
                  <a:lnTo>
                    <a:pt x="0" y="8746"/>
                  </a:lnTo>
                  <a:lnTo>
                    <a:pt x="0" y="19786"/>
                  </a:lnTo>
                  <a:lnTo>
                    <a:pt x="1232" y="27814"/>
                  </a:lnTo>
                  <a:lnTo>
                    <a:pt x="4610" y="34430"/>
                  </a:lnTo>
                  <a:lnTo>
                    <a:pt x="9655" y="38922"/>
                  </a:lnTo>
                  <a:lnTo>
                    <a:pt x="15889" y="40577"/>
                  </a:lnTo>
                  <a:lnTo>
                    <a:pt x="22175" y="38922"/>
                  </a:lnTo>
                  <a:lnTo>
                    <a:pt x="27478" y="34430"/>
                  </a:lnTo>
                  <a:lnTo>
                    <a:pt x="31140" y="27814"/>
                  </a:lnTo>
                  <a:lnTo>
                    <a:pt x="32507" y="19786"/>
                  </a:lnTo>
                  <a:lnTo>
                    <a:pt x="31140" y="12037"/>
                  </a:lnTo>
                  <a:lnTo>
                    <a:pt x="27478" y="5753"/>
                  </a:lnTo>
                  <a:lnTo>
                    <a:pt x="22175" y="1539"/>
                  </a:lnTo>
                  <a:lnTo>
                    <a:pt x="15889" y="0"/>
                  </a:lnTo>
                  <a:close/>
                </a:path>
              </a:pathLst>
            </a:custGeom>
            <a:solidFill>
              <a:srgbClr val="000000"/>
            </a:solidFill>
          </p:spPr>
          <p:txBody>
            <a:bodyPr wrap="square" lIns="0" tIns="0" rIns="0" bIns="0" rtlCol="0"/>
            <a:lstStyle/>
            <a:p/>
          </p:txBody>
        </p:sp>
        <p:sp>
          <p:nvSpPr>
            <p:cNvPr id="218" name="object 218" descr=""/>
            <p:cNvSpPr/>
            <p:nvPr/>
          </p:nvSpPr>
          <p:spPr>
            <a:xfrm>
              <a:off x="10432794" y="1892426"/>
              <a:ext cx="33020" cy="40640"/>
            </a:xfrm>
            <a:custGeom>
              <a:avLst/>
              <a:gdLst/>
              <a:ahLst/>
              <a:cxnLst/>
              <a:rect l="l" t="t" r="r" b="b"/>
              <a:pathLst>
                <a:path w="33020" h="40639">
                  <a:moveTo>
                    <a:pt x="0" y="19786"/>
                  </a:moveTo>
                  <a:lnTo>
                    <a:pt x="1232" y="27814"/>
                  </a:lnTo>
                  <a:lnTo>
                    <a:pt x="4610" y="34430"/>
                  </a:lnTo>
                  <a:lnTo>
                    <a:pt x="9655" y="38922"/>
                  </a:lnTo>
                  <a:lnTo>
                    <a:pt x="15889" y="40577"/>
                  </a:lnTo>
                  <a:lnTo>
                    <a:pt x="22175" y="38922"/>
                  </a:lnTo>
                  <a:lnTo>
                    <a:pt x="27478" y="34430"/>
                  </a:lnTo>
                  <a:lnTo>
                    <a:pt x="31140" y="27814"/>
                  </a:lnTo>
                  <a:lnTo>
                    <a:pt x="32507" y="19786"/>
                  </a:lnTo>
                  <a:lnTo>
                    <a:pt x="31140" y="12037"/>
                  </a:lnTo>
                  <a:lnTo>
                    <a:pt x="27478" y="5753"/>
                  </a:lnTo>
                  <a:lnTo>
                    <a:pt x="22175" y="1539"/>
                  </a:lnTo>
                  <a:lnTo>
                    <a:pt x="15889" y="0"/>
                  </a:lnTo>
                  <a:lnTo>
                    <a:pt x="6997" y="0"/>
                  </a:lnTo>
                  <a:lnTo>
                    <a:pt x="0" y="8746"/>
                  </a:lnTo>
                  <a:lnTo>
                    <a:pt x="0" y="19786"/>
                  </a:lnTo>
                  <a:close/>
                </a:path>
              </a:pathLst>
            </a:custGeom>
            <a:ln w="10404">
              <a:solidFill>
                <a:srgbClr val="000000"/>
              </a:solidFill>
            </a:ln>
          </p:spPr>
          <p:txBody>
            <a:bodyPr wrap="square" lIns="0" tIns="0" rIns="0" bIns="0" rtlCol="0"/>
            <a:lstStyle/>
            <a:p/>
          </p:txBody>
        </p:sp>
        <p:sp>
          <p:nvSpPr>
            <p:cNvPr id="219" name="object 219" descr=""/>
            <p:cNvSpPr/>
            <p:nvPr/>
          </p:nvSpPr>
          <p:spPr>
            <a:xfrm>
              <a:off x="9026824" y="1715920"/>
              <a:ext cx="33655" cy="40640"/>
            </a:xfrm>
            <a:custGeom>
              <a:avLst/>
              <a:gdLst/>
              <a:ahLst/>
              <a:cxnLst/>
              <a:rect l="l" t="t" r="r" b="b"/>
              <a:pathLst>
                <a:path w="33654" h="40639">
                  <a:moveTo>
                    <a:pt x="16617" y="0"/>
                  </a:moveTo>
                  <a:lnTo>
                    <a:pt x="10331" y="1498"/>
                  </a:lnTo>
                  <a:lnTo>
                    <a:pt x="5029" y="5645"/>
                  </a:lnTo>
                  <a:lnTo>
                    <a:pt x="1366" y="11916"/>
                  </a:lnTo>
                  <a:lnTo>
                    <a:pt x="0" y="19786"/>
                  </a:lnTo>
                  <a:lnTo>
                    <a:pt x="1366" y="27769"/>
                  </a:lnTo>
                  <a:lnTo>
                    <a:pt x="5029" y="34286"/>
                  </a:lnTo>
                  <a:lnTo>
                    <a:pt x="10331" y="38680"/>
                  </a:lnTo>
                  <a:lnTo>
                    <a:pt x="16617" y="40290"/>
                  </a:lnTo>
                  <a:lnTo>
                    <a:pt x="22842" y="38680"/>
                  </a:lnTo>
                  <a:lnTo>
                    <a:pt x="28152" y="34286"/>
                  </a:lnTo>
                  <a:lnTo>
                    <a:pt x="31848" y="27769"/>
                  </a:lnTo>
                  <a:lnTo>
                    <a:pt x="33235" y="19786"/>
                  </a:lnTo>
                  <a:lnTo>
                    <a:pt x="31848" y="11916"/>
                  </a:lnTo>
                  <a:lnTo>
                    <a:pt x="28152" y="5645"/>
                  </a:lnTo>
                  <a:lnTo>
                    <a:pt x="22842" y="1498"/>
                  </a:lnTo>
                  <a:lnTo>
                    <a:pt x="16617" y="0"/>
                  </a:lnTo>
                  <a:close/>
                </a:path>
              </a:pathLst>
            </a:custGeom>
            <a:solidFill>
              <a:srgbClr val="000000"/>
            </a:solidFill>
          </p:spPr>
          <p:txBody>
            <a:bodyPr wrap="square" lIns="0" tIns="0" rIns="0" bIns="0" rtlCol="0"/>
            <a:lstStyle/>
            <a:p/>
          </p:txBody>
        </p:sp>
        <p:sp>
          <p:nvSpPr>
            <p:cNvPr id="220" name="object 220" descr=""/>
            <p:cNvSpPr/>
            <p:nvPr/>
          </p:nvSpPr>
          <p:spPr>
            <a:xfrm>
              <a:off x="9026824" y="1715920"/>
              <a:ext cx="33655" cy="40640"/>
            </a:xfrm>
            <a:custGeom>
              <a:avLst/>
              <a:gdLst/>
              <a:ahLst/>
              <a:cxnLst/>
              <a:rect l="l" t="t" r="r" b="b"/>
              <a:pathLst>
                <a:path w="33654" h="40639">
                  <a:moveTo>
                    <a:pt x="0" y="19786"/>
                  </a:moveTo>
                  <a:lnTo>
                    <a:pt x="1366" y="27769"/>
                  </a:lnTo>
                  <a:lnTo>
                    <a:pt x="5029" y="34286"/>
                  </a:lnTo>
                  <a:lnTo>
                    <a:pt x="10331" y="38680"/>
                  </a:lnTo>
                  <a:lnTo>
                    <a:pt x="16617" y="40290"/>
                  </a:lnTo>
                  <a:lnTo>
                    <a:pt x="22842" y="38680"/>
                  </a:lnTo>
                  <a:lnTo>
                    <a:pt x="28152" y="34286"/>
                  </a:lnTo>
                  <a:lnTo>
                    <a:pt x="31848" y="27769"/>
                  </a:lnTo>
                  <a:lnTo>
                    <a:pt x="33235" y="19786"/>
                  </a:lnTo>
                  <a:lnTo>
                    <a:pt x="31848" y="11916"/>
                  </a:lnTo>
                  <a:lnTo>
                    <a:pt x="28152" y="5645"/>
                  </a:lnTo>
                  <a:lnTo>
                    <a:pt x="22842" y="1498"/>
                  </a:lnTo>
                  <a:lnTo>
                    <a:pt x="16617" y="0"/>
                  </a:lnTo>
                  <a:lnTo>
                    <a:pt x="10331" y="1498"/>
                  </a:lnTo>
                  <a:lnTo>
                    <a:pt x="5029" y="5645"/>
                  </a:lnTo>
                  <a:lnTo>
                    <a:pt x="1366" y="11916"/>
                  </a:lnTo>
                  <a:lnTo>
                    <a:pt x="0" y="19786"/>
                  </a:lnTo>
                  <a:close/>
                </a:path>
              </a:pathLst>
            </a:custGeom>
            <a:ln w="10401">
              <a:solidFill>
                <a:srgbClr val="000000"/>
              </a:solidFill>
            </a:ln>
          </p:spPr>
          <p:txBody>
            <a:bodyPr wrap="square" lIns="0" tIns="0" rIns="0" bIns="0" rtlCol="0"/>
            <a:lstStyle/>
            <a:p/>
          </p:txBody>
        </p:sp>
        <p:sp>
          <p:nvSpPr>
            <p:cNvPr id="221" name="object 221" descr=""/>
            <p:cNvSpPr/>
            <p:nvPr/>
          </p:nvSpPr>
          <p:spPr>
            <a:xfrm>
              <a:off x="9025075" y="2116248"/>
              <a:ext cx="33655" cy="41275"/>
            </a:xfrm>
            <a:custGeom>
              <a:avLst/>
              <a:gdLst/>
              <a:ahLst/>
              <a:cxnLst/>
              <a:rect l="l" t="t" r="r" b="b"/>
              <a:pathLst>
                <a:path w="33654" h="41275">
                  <a:moveTo>
                    <a:pt x="16472" y="0"/>
                  </a:moveTo>
                  <a:lnTo>
                    <a:pt x="10270" y="1560"/>
                  </a:lnTo>
                  <a:lnTo>
                    <a:pt x="5010" y="5817"/>
                  </a:lnTo>
                  <a:lnTo>
                    <a:pt x="1364" y="12134"/>
                  </a:lnTo>
                  <a:lnTo>
                    <a:pt x="0" y="19873"/>
                  </a:lnTo>
                  <a:lnTo>
                    <a:pt x="1364" y="27913"/>
                  </a:lnTo>
                  <a:lnTo>
                    <a:pt x="5010" y="34559"/>
                  </a:lnTo>
                  <a:lnTo>
                    <a:pt x="10270" y="39080"/>
                  </a:lnTo>
                  <a:lnTo>
                    <a:pt x="16472" y="40749"/>
                  </a:lnTo>
                  <a:lnTo>
                    <a:pt x="22758" y="39080"/>
                  </a:lnTo>
                  <a:lnTo>
                    <a:pt x="28061" y="34559"/>
                  </a:lnTo>
                  <a:lnTo>
                    <a:pt x="31723" y="27913"/>
                  </a:lnTo>
                  <a:lnTo>
                    <a:pt x="33090" y="19873"/>
                  </a:lnTo>
                  <a:lnTo>
                    <a:pt x="31723" y="12134"/>
                  </a:lnTo>
                  <a:lnTo>
                    <a:pt x="28061" y="5817"/>
                  </a:lnTo>
                  <a:lnTo>
                    <a:pt x="22758" y="1560"/>
                  </a:lnTo>
                  <a:lnTo>
                    <a:pt x="16472" y="0"/>
                  </a:lnTo>
                  <a:close/>
                </a:path>
              </a:pathLst>
            </a:custGeom>
            <a:solidFill>
              <a:srgbClr val="000000"/>
            </a:solidFill>
          </p:spPr>
          <p:txBody>
            <a:bodyPr wrap="square" lIns="0" tIns="0" rIns="0" bIns="0" rtlCol="0"/>
            <a:lstStyle/>
            <a:p/>
          </p:txBody>
        </p:sp>
        <p:sp>
          <p:nvSpPr>
            <p:cNvPr id="222" name="object 222" descr=""/>
            <p:cNvSpPr/>
            <p:nvPr/>
          </p:nvSpPr>
          <p:spPr>
            <a:xfrm>
              <a:off x="9025075" y="2116248"/>
              <a:ext cx="33655" cy="41275"/>
            </a:xfrm>
            <a:custGeom>
              <a:avLst/>
              <a:gdLst/>
              <a:ahLst/>
              <a:cxnLst/>
              <a:rect l="l" t="t" r="r" b="b"/>
              <a:pathLst>
                <a:path w="33654" h="41275">
                  <a:moveTo>
                    <a:pt x="0" y="19873"/>
                  </a:moveTo>
                  <a:lnTo>
                    <a:pt x="1364" y="27913"/>
                  </a:lnTo>
                  <a:lnTo>
                    <a:pt x="5010" y="34559"/>
                  </a:lnTo>
                  <a:lnTo>
                    <a:pt x="10270" y="39080"/>
                  </a:lnTo>
                  <a:lnTo>
                    <a:pt x="16472" y="40749"/>
                  </a:lnTo>
                  <a:lnTo>
                    <a:pt x="22758" y="39080"/>
                  </a:lnTo>
                  <a:lnTo>
                    <a:pt x="28061" y="34559"/>
                  </a:lnTo>
                  <a:lnTo>
                    <a:pt x="31723" y="27913"/>
                  </a:lnTo>
                  <a:lnTo>
                    <a:pt x="33090" y="19873"/>
                  </a:lnTo>
                  <a:lnTo>
                    <a:pt x="31723" y="12134"/>
                  </a:lnTo>
                  <a:lnTo>
                    <a:pt x="28061" y="5817"/>
                  </a:lnTo>
                  <a:lnTo>
                    <a:pt x="22758" y="1560"/>
                  </a:lnTo>
                  <a:lnTo>
                    <a:pt x="16472" y="0"/>
                  </a:lnTo>
                  <a:lnTo>
                    <a:pt x="10270" y="1560"/>
                  </a:lnTo>
                  <a:lnTo>
                    <a:pt x="5010" y="5817"/>
                  </a:lnTo>
                  <a:lnTo>
                    <a:pt x="1364" y="12134"/>
                  </a:lnTo>
                  <a:lnTo>
                    <a:pt x="0" y="19873"/>
                  </a:lnTo>
                  <a:close/>
                </a:path>
              </a:pathLst>
            </a:custGeom>
            <a:ln w="10403">
              <a:solidFill>
                <a:srgbClr val="000000"/>
              </a:solidFill>
            </a:ln>
          </p:spPr>
          <p:txBody>
            <a:bodyPr wrap="square" lIns="0" tIns="0" rIns="0" bIns="0" rtlCol="0"/>
            <a:lstStyle/>
            <a:p/>
          </p:txBody>
        </p:sp>
        <p:sp>
          <p:nvSpPr>
            <p:cNvPr id="223" name="object 223" descr=""/>
            <p:cNvSpPr/>
            <p:nvPr/>
          </p:nvSpPr>
          <p:spPr>
            <a:xfrm>
              <a:off x="7157124" y="1003445"/>
              <a:ext cx="33655" cy="40640"/>
            </a:xfrm>
            <a:custGeom>
              <a:avLst/>
              <a:gdLst/>
              <a:ahLst/>
              <a:cxnLst/>
              <a:rect l="l" t="t" r="r" b="b"/>
              <a:pathLst>
                <a:path w="33654" h="40640">
                  <a:moveTo>
                    <a:pt x="16617" y="0"/>
                  </a:moveTo>
                  <a:lnTo>
                    <a:pt x="10362" y="1498"/>
                  </a:lnTo>
                  <a:lnTo>
                    <a:pt x="5056" y="5645"/>
                  </a:lnTo>
                  <a:lnTo>
                    <a:pt x="1376" y="11916"/>
                  </a:lnTo>
                  <a:lnTo>
                    <a:pt x="0" y="19786"/>
                  </a:lnTo>
                  <a:lnTo>
                    <a:pt x="1376" y="27769"/>
                  </a:lnTo>
                  <a:lnTo>
                    <a:pt x="5056" y="34286"/>
                  </a:lnTo>
                  <a:lnTo>
                    <a:pt x="10362" y="38680"/>
                  </a:lnTo>
                  <a:lnTo>
                    <a:pt x="16617" y="40290"/>
                  </a:lnTo>
                  <a:lnTo>
                    <a:pt x="22865" y="38680"/>
                  </a:lnTo>
                  <a:lnTo>
                    <a:pt x="28166" y="34286"/>
                  </a:lnTo>
                  <a:lnTo>
                    <a:pt x="31844" y="27769"/>
                  </a:lnTo>
                  <a:lnTo>
                    <a:pt x="33221" y="19786"/>
                  </a:lnTo>
                  <a:lnTo>
                    <a:pt x="31844" y="11916"/>
                  </a:lnTo>
                  <a:lnTo>
                    <a:pt x="28166" y="5645"/>
                  </a:lnTo>
                  <a:lnTo>
                    <a:pt x="22865" y="1498"/>
                  </a:lnTo>
                  <a:lnTo>
                    <a:pt x="16617" y="0"/>
                  </a:lnTo>
                  <a:close/>
                </a:path>
              </a:pathLst>
            </a:custGeom>
            <a:solidFill>
              <a:srgbClr val="000000"/>
            </a:solidFill>
          </p:spPr>
          <p:txBody>
            <a:bodyPr wrap="square" lIns="0" tIns="0" rIns="0" bIns="0" rtlCol="0"/>
            <a:lstStyle/>
            <a:p/>
          </p:txBody>
        </p:sp>
        <p:sp>
          <p:nvSpPr>
            <p:cNvPr id="224" name="object 224" descr=""/>
            <p:cNvSpPr/>
            <p:nvPr/>
          </p:nvSpPr>
          <p:spPr>
            <a:xfrm>
              <a:off x="7157124" y="1003445"/>
              <a:ext cx="33655" cy="40640"/>
            </a:xfrm>
            <a:custGeom>
              <a:avLst/>
              <a:gdLst/>
              <a:ahLst/>
              <a:cxnLst/>
              <a:rect l="l" t="t" r="r" b="b"/>
              <a:pathLst>
                <a:path w="33654" h="40640">
                  <a:moveTo>
                    <a:pt x="0" y="19786"/>
                  </a:moveTo>
                  <a:lnTo>
                    <a:pt x="1376" y="27769"/>
                  </a:lnTo>
                  <a:lnTo>
                    <a:pt x="5056" y="34286"/>
                  </a:lnTo>
                  <a:lnTo>
                    <a:pt x="10362" y="38680"/>
                  </a:lnTo>
                  <a:lnTo>
                    <a:pt x="16617" y="40290"/>
                  </a:lnTo>
                  <a:lnTo>
                    <a:pt x="22865" y="38680"/>
                  </a:lnTo>
                  <a:lnTo>
                    <a:pt x="28166" y="34286"/>
                  </a:lnTo>
                  <a:lnTo>
                    <a:pt x="31844" y="27769"/>
                  </a:lnTo>
                  <a:lnTo>
                    <a:pt x="33221" y="19786"/>
                  </a:lnTo>
                  <a:lnTo>
                    <a:pt x="31844" y="11916"/>
                  </a:lnTo>
                  <a:lnTo>
                    <a:pt x="28166" y="5645"/>
                  </a:lnTo>
                  <a:lnTo>
                    <a:pt x="22865" y="1498"/>
                  </a:lnTo>
                  <a:lnTo>
                    <a:pt x="16617" y="0"/>
                  </a:lnTo>
                  <a:lnTo>
                    <a:pt x="10362" y="1498"/>
                  </a:lnTo>
                  <a:lnTo>
                    <a:pt x="5056" y="5645"/>
                  </a:lnTo>
                  <a:lnTo>
                    <a:pt x="1376" y="11916"/>
                  </a:lnTo>
                  <a:lnTo>
                    <a:pt x="0" y="19786"/>
                  </a:lnTo>
                  <a:close/>
                </a:path>
              </a:pathLst>
            </a:custGeom>
            <a:ln w="10401">
              <a:solidFill>
                <a:srgbClr val="000000"/>
              </a:solidFill>
            </a:ln>
          </p:spPr>
          <p:txBody>
            <a:bodyPr wrap="square" lIns="0" tIns="0" rIns="0" bIns="0" rtlCol="0"/>
            <a:lstStyle/>
            <a:p/>
          </p:txBody>
        </p:sp>
      </p:grpSp>
      <p:sp>
        <p:nvSpPr>
          <p:cNvPr id="225" name="object 225" descr=""/>
          <p:cNvSpPr txBox="1"/>
          <p:nvPr/>
        </p:nvSpPr>
        <p:spPr>
          <a:xfrm>
            <a:off x="6533177" y="1549638"/>
            <a:ext cx="456565" cy="574675"/>
          </a:xfrm>
          <a:prstGeom prst="rect">
            <a:avLst/>
          </a:prstGeom>
          <a:solidFill>
            <a:srgbClr val="CCFFCC"/>
          </a:solidFill>
          <a:ln w="10406">
            <a:solidFill>
              <a:srgbClr val="000000"/>
            </a:solidFill>
          </a:ln>
        </p:spPr>
        <p:txBody>
          <a:bodyPr wrap="square" lIns="0" tIns="84455" rIns="0" bIns="0" rtlCol="0" vert="horz">
            <a:spAutoFit/>
          </a:bodyPr>
          <a:lstStyle/>
          <a:p>
            <a:pPr marL="25400" marR="29209" indent="74930">
              <a:lnSpc>
                <a:spcPct val="122800"/>
              </a:lnSpc>
              <a:spcBef>
                <a:spcPts val="665"/>
              </a:spcBef>
            </a:pPr>
            <a:r>
              <a:rPr dirty="0" sz="1000" spc="-25">
                <a:latin typeface="宋体"/>
                <a:cs typeface="宋体"/>
              </a:rPr>
              <a:t>指令</a:t>
            </a:r>
            <a:r>
              <a:rPr dirty="0" sz="1000" spc="-20">
                <a:latin typeface="宋体"/>
                <a:cs typeface="宋体"/>
              </a:rPr>
              <a:t>存储器</a:t>
            </a:r>
            <a:endParaRPr sz="1000">
              <a:latin typeface="宋体"/>
              <a:cs typeface="宋体"/>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209/154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pic>
        <p:nvPicPr>
          <p:cNvPr id="10" name="object 10" descr=""/>
          <p:cNvPicPr/>
          <p:nvPr/>
        </p:nvPicPr>
        <p:blipFill>
          <a:blip r:embed="rId2" cstate="print"/>
          <a:stretch>
            <a:fillRect/>
          </a:stretch>
        </p:blipFill>
        <p:spPr>
          <a:xfrm>
            <a:off x="4322190" y="2143251"/>
            <a:ext cx="200025" cy="209550"/>
          </a:xfrm>
          <a:prstGeom prst="rect">
            <a:avLst/>
          </a:prstGeom>
        </p:spPr>
      </p:pic>
      <p:sp>
        <p:nvSpPr>
          <p:cNvPr id="11" name="object 11" descr=""/>
          <p:cNvSpPr txBox="1"/>
          <p:nvPr/>
        </p:nvSpPr>
        <p:spPr>
          <a:xfrm>
            <a:off x="78739" y="708406"/>
            <a:ext cx="7295515" cy="1692275"/>
          </a:xfrm>
          <a:prstGeom prst="rect">
            <a:avLst/>
          </a:prstGeom>
        </p:spPr>
        <p:txBody>
          <a:bodyPr wrap="square" lIns="0" tIns="13335" rIns="0" bIns="0" rtlCol="0" vert="horz">
            <a:spAutoFit/>
          </a:bodyPr>
          <a:lstStyle/>
          <a:p>
            <a:pPr marL="468630" indent="-455930">
              <a:lnSpc>
                <a:spcPct val="100000"/>
              </a:lnSpc>
              <a:spcBef>
                <a:spcPts val="105"/>
              </a:spcBef>
              <a:buClr>
                <a:srgbClr val="40458B"/>
              </a:buClr>
              <a:buFont typeface="Tahoma"/>
              <a:buAutoNum type="arabicPeriod" startAt="3"/>
              <a:tabLst>
                <a:tab pos="468630" algn="l"/>
              </a:tabLst>
            </a:pPr>
            <a:r>
              <a:rPr dirty="0" sz="3200" spc="-15">
                <a:solidFill>
                  <a:srgbClr val="FF0000"/>
                </a:solidFill>
                <a:latin typeface="黑体"/>
                <a:cs typeface="黑体"/>
              </a:rPr>
              <a:t>流水线的控制</a:t>
            </a:r>
            <a:endParaRPr sz="3200">
              <a:latin typeface="黑体"/>
              <a:cs typeface="黑体"/>
            </a:endParaRPr>
          </a:p>
          <a:p>
            <a:pPr lvl="1" marL="1099185" indent="-457200">
              <a:lnSpc>
                <a:spcPct val="100000"/>
              </a:lnSpc>
              <a:spcBef>
                <a:spcPts val="2215"/>
              </a:spcBef>
              <a:buSzPct val="89583"/>
              <a:buFont typeface="Wingdings"/>
              <a:buChar char=""/>
              <a:tabLst>
                <a:tab pos="1099185" algn="l"/>
              </a:tabLst>
            </a:pPr>
            <a:r>
              <a:rPr dirty="0" sz="2400" spc="-15">
                <a:solidFill>
                  <a:srgbClr val="40458B"/>
                </a:solidFill>
                <a:latin typeface="黑体"/>
                <a:cs typeface="黑体"/>
              </a:rPr>
              <a:t>主要是如何控制四个多路选择器。</a:t>
            </a:r>
            <a:endParaRPr sz="2400">
              <a:latin typeface="黑体"/>
              <a:cs typeface="黑体"/>
            </a:endParaRPr>
          </a:p>
          <a:p>
            <a:pPr lvl="2" marL="1524635" indent="-288290">
              <a:lnSpc>
                <a:spcPct val="100000"/>
              </a:lnSpc>
              <a:spcBef>
                <a:spcPts val="1780"/>
              </a:spcBef>
              <a:buClr>
                <a:srgbClr val="4668F5"/>
              </a:buClr>
              <a:buSzPct val="60000"/>
              <a:buFont typeface="Wingdings"/>
              <a:buChar char=""/>
              <a:tabLst>
                <a:tab pos="1524635" algn="l"/>
                <a:tab pos="4473575" algn="l"/>
              </a:tabLst>
            </a:pPr>
            <a:r>
              <a:rPr dirty="0" sz="2000" b="1">
                <a:solidFill>
                  <a:srgbClr val="D50092"/>
                </a:solidFill>
                <a:latin typeface="黑体"/>
                <a:cs typeface="黑体"/>
              </a:rPr>
              <a:t>第</a:t>
            </a:r>
            <a:r>
              <a:rPr dirty="0" sz="2000" spc="-10" b="1">
                <a:solidFill>
                  <a:srgbClr val="D50092"/>
                </a:solidFill>
                <a:latin typeface="宋体"/>
                <a:cs typeface="宋体"/>
              </a:rPr>
              <a:t>5</a:t>
            </a:r>
            <a:r>
              <a:rPr dirty="0" sz="2000" spc="-10" b="1">
                <a:solidFill>
                  <a:srgbClr val="D50092"/>
                </a:solidFill>
                <a:latin typeface="黑体"/>
                <a:cs typeface="黑体"/>
              </a:rPr>
              <a:t>个多路器：</a:t>
            </a:r>
            <a:r>
              <a:rPr dirty="0" sz="2000" spc="-20" b="1">
                <a:solidFill>
                  <a:srgbClr val="00AFEF"/>
                </a:solidFill>
                <a:latin typeface="黑体"/>
                <a:cs typeface="黑体"/>
              </a:rPr>
              <a:t>从</a:t>
            </a:r>
            <a:r>
              <a:rPr dirty="0" sz="2000" spc="-10" b="1">
                <a:solidFill>
                  <a:srgbClr val="9933FF"/>
                </a:solidFill>
                <a:latin typeface="宋体"/>
                <a:cs typeface="宋体"/>
              </a:rPr>
              <a:t>MEM/WB</a:t>
            </a:r>
            <a:r>
              <a:rPr dirty="0" sz="2000" b="1">
                <a:solidFill>
                  <a:srgbClr val="9933FF"/>
                </a:solidFill>
                <a:latin typeface="宋体"/>
                <a:cs typeface="宋体"/>
              </a:rPr>
              <a:t>	</a:t>
            </a:r>
            <a:r>
              <a:rPr dirty="0" sz="2000" spc="-10" b="1">
                <a:solidFill>
                  <a:srgbClr val="00AFEF"/>
                </a:solidFill>
                <a:latin typeface="黑体"/>
                <a:cs typeface="黑体"/>
              </a:rPr>
              <a:t>传至</a:t>
            </a:r>
            <a:r>
              <a:rPr dirty="0" sz="2000" spc="-20" b="1">
                <a:solidFill>
                  <a:srgbClr val="00AFEF"/>
                </a:solidFill>
                <a:latin typeface="黑体"/>
                <a:cs typeface="黑体"/>
              </a:rPr>
              <a:t>通</a:t>
            </a:r>
            <a:r>
              <a:rPr dirty="0" sz="2000" spc="-10" b="1">
                <a:solidFill>
                  <a:srgbClr val="00AFEF"/>
                </a:solidFill>
                <a:latin typeface="黑体"/>
                <a:cs typeface="黑体"/>
              </a:rPr>
              <a:t>用寄存</a:t>
            </a:r>
            <a:r>
              <a:rPr dirty="0" sz="2000" spc="-20" b="1">
                <a:solidFill>
                  <a:srgbClr val="00AFEF"/>
                </a:solidFill>
                <a:latin typeface="黑体"/>
                <a:cs typeface="黑体"/>
              </a:rPr>
              <a:t>器</a:t>
            </a:r>
            <a:r>
              <a:rPr dirty="0" sz="2000" spc="-10" b="1">
                <a:solidFill>
                  <a:srgbClr val="00AFEF"/>
                </a:solidFill>
                <a:latin typeface="黑体"/>
                <a:cs typeface="黑体"/>
              </a:rPr>
              <a:t>组的</a:t>
            </a:r>
            <a:r>
              <a:rPr dirty="0" sz="2000" spc="-20" b="1">
                <a:solidFill>
                  <a:srgbClr val="00AFEF"/>
                </a:solidFill>
                <a:latin typeface="黑体"/>
                <a:cs typeface="黑体"/>
              </a:rPr>
              <a:t>写</a:t>
            </a:r>
            <a:r>
              <a:rPr dirty="0" sz="2000" spc="-50" b="1">
                <a:solidFill>
                  <a:srgbClr val="00AFEF"/>
                </a:solidFill>
                <a:latin typeface="黑体"/>
                <a:cs typeface="黑体"/>
              </a:rPr>
              <a:t>入</a:t>
            </a:r>
            <a:endParaRPr sz="2000">
              <a:latin typeface="黑体"/>
              <a:cs typeface="黑体"/>
            </a:endParaRPr>
          </a:p>
        </p:txBody>
      </p:sp>
      <p:sp>
        <p:nvSpPr>
          <p:cNvPr id="12" name="object 12" descr=""/>
          <p:cNvSpPr txBox="1"/>
          <p:nvPr/>
        </p:nvSpPr>
        <p:spPr>
          <a:xfrm>
            <a:off x="1817877" y="2587879"/>
            <a:ext cx="6570345"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00AFEF"/>
                </a:solidFill>
                <a:latin typeface="黑体"/>
                <a:cs typeface="黑体"/>
              </a:rPr>
              <a:t>地址应该是从</a:t>
            </a:r>
            <a:r>
              <a:rPr dirty="0" sz="2000" spc="-20" b="1">
                <a:solidFill>
                  <a:srgbClr val="9933FF"/>
                </a:solidFill>
                <a:latin typeface="宋体"/>
                <a:cs typeface="宋体"/>
              </a:rPr>
              <a:t>MEM/WB.IR[rd]</a:t>
            </a:r>
            <a:r>
              <a:rPr dirty="0" sz="2000" spc="-10" b="1">
                <a:solidFill>
                  <a:srgbClr val="00AFEF"/>
                </a:solidFill>
                <a:latin typeface="黑体"/>
                <a:cs typeface="黑体"/>
              </a:rPr>
              <a:t>和</a:t>
            </a:r>
            <a:r>
              <a:rPr dirty="0" sz="2000" spc="-10" b="1">
                <a:solidFill>
                  <a:srgbClr val="9933FF"/>
                </a:solidFill>
                <a:latin typeface="宋体"/>
                <a:cs typeface="宋体"/>
              </a:rPr>
              <a:t>MEM/WB.IR[rt]</a:t>
            </a:r>
            <a:r>
              <a:rPr dirty="0" sz="2000" b="1">
                <a:solidFill>
                  <a:srgbClr val="00AFEF"/>
                </a:solidFill>
                <a:latin typeface="黑体"/>
                <a:cs typeface="黑体"/>
              </a:rPr>
              <a:t>中选 一个。</a:t>
            </a:r>
            <a:endParaRPr sz="2000">
              <a:latin typeface="黑体"/>
              <a:cs typeface="黑体"/>
            </a:endParaRPr>
          </a:p>
        </p:txBody>
      </p:sp>
      <p:sp>
        <p:nvSpPr>
          <p:cNvPr id="13" name="object 13" descr=""/>
          <p:cNvSpPr txBox="1"/>
          <p:nvPr/>
        </p:nvSpPr>
        <p:spPr>
          <a:xfrm>
            <a:off x="1634998" y="3100197"/>
            <a:ext cx="5662295" cy="314960"/>
          </a:xfrm>
          <a:prstGeom prst="rect">
            <a:avLst/>
          </a:prstGeom>
        </p:spPr>
        <p:txBody>
          <a:bodyPr wrap="square" lIns="0" tIns="12065" rIns="0" bIns="0" rtlCol="0" vert="horz">
            <a:spAutoFit/>
          </a:bodyPr>
          <a:lstStyle/>
          <a:p>
            <a:pPr marL="300355" indent="-287655">
              <a:lnSpc>
                <a:spcPct val="100000"/>
              </a:lnSpc>
              <a:spcBef>
                <a:spcPts val="95"/>
              </a:spcBef>
              <a:buClr>
                <a:srgbClr val="00AF50"/>
              </a:buClr>
              <a:buSzPct val="73684"/>
              <a:buFont typeface="Wingdings"/>
              <a:buChar char=""/>
              <a:tabLst>
                <a:tab pos="300355" algn="l"/>
              </a:tabLst>
            </a:pPr>
            <a:r>
              <a:rPr dirty="0" sz="1900" spc="-10" b="1">
                <a:solidFill>
                  <a:srgbClr val="FF5CFF"/>
                </a:solidFill>
                <a:latin typeface="黑体"/>
                <a:cs typeface="黑体"/>
              </a:rPr>
              <a:t>寄存器－寄存器型</a:t>
            </a:r>
            <a:r>
              <a:rPr dirty="0" sz="1900" spc="-10" b="1">
                <a:solidFill>
                  <a:srgbClr val="9933FF"/>
                </a:solidFill>
                <a:latin typeface="宋体"/>
                <a:cs typeface="宋体"/>
              </a:rPr>
              <a:t>ALU</a:t>
            </a:r>
            <a:r>
              <a:rPr dirty="0" sz="1900" spc="-20" b="1">
                <a:solidFill>
                  <a:srgbClr val="FF5CFF"/>
                </a:solidFill>
                <a:latin typeface="黑体"/>
                <a:cs typeface="黑体"/>
              </a:rPr>
              <a:t>指令：选择</a:t>
            </a:r>
            <a:r>
              <a:rPr dirty="0" sz="1900" spc="-10" b="1">
                <a:solidFill>
                  <a:srgbClr val="9933FF"/>
                </a:solidFill>
                <a:latin typeface="宋体"/>
                <a:cs typeface="宋体"/>
              </a:rPr>
              <a:t>MEM/WB.IR[rd]</a:t>
            </a:r>
            <a:r>
              <a:rPr dirty="0" sz="1900" spc="-10" b="1">
                <a:solidFill>
                  <a:srgbClr val="FF5CFF"/>
                </a:solidFill>
                <a:latin typeface="黑体"/>
                <a:cs typeface="黑体"/>
              </a:rPr>
              <a:t>；</a:t>
            </a:r>
            <a:endParaRPr sz="1900">
              <a:latin typeface="黑体"/>
              <a:cs typeface="黑体"/>
            </a:endParaRPr>
          </a:p>
        </p:txBody>
      </p:sp>
      <p:sp>
        <p:nvSpPr>
          <p:cNvPr id="14" name="object 14" descr=""/>
          <p:cNvSpPr txBox="1"/>
          <p:nvPr/>
        </p:nvSpPr>
        <p:spPr>
          <a:xfrm>
            <a:off x="708151" y="3592448"/>
            <a:ext cx="7806690" cy="2487930"/>
          </a:xfrm>
          <a:prstGeom prst="rect">
            <a:avLst/>
          </a:prstGeom>
        </p:spPr>
        <p:txBody>
          <a:bodyPr wrap="square" lIns="0" tIns="12065" rIns="0" bIns="0" rtlCol="0" vert="horz">
            <a:spAutoFit/>
          </a:bodyPr>
          <a:lstStyle/>
          <a:p>
            <a:pPr marL="1227455" indent="-288290">
              <a:lnSpc>
                <a:spcPct val="100000"/>
              </a:lnSpc>
              <a:spcBef>
                <a:spcPts val="95"/>
              </a:spcBef>
              <a:buClr>
                <a:srgbClr val="00AF50"/>
              </a:buClr>
              <a:buSzPct val="73684"/>
              <a:buFont typeface="Wingdings"/>
              <a:buChar char=""/>
              <a:tabLst>
                <a:tab pos="1227455" algn="l"/>
              </a:tabLst>
            </a:pPr>
            <a:r>
              <a:rPr dirty="0" sz="1900" spc="-10" b="1">
                <a:solidFill>
                  <a:srgbClr val="FF5CFF"/>
                </a:solidFill>
                <a:latin typeface="黑体"/>
                <a:cs typeface="黑体"/>
              </a:rPr>
              <a:t>寄存器－立即数型</a:t>
            </a:r>
            <a:r>
              <a:rPr dirty="0" sz="1900" spc="-10" b="1">
                <a:solidFill>
                  <a:srgbClr val="9933FF"/>
                </a:solidFill>
                <a:latin typeface="宋体"/>
                <a:cs typeface="宋体"/>
              </a:rPr>
              <a:t>ALU</a:t>
            </a:r>
            <a:r>
              <a:rPr dirty="0" sz="1900" spc="-10" b="1">
                <a:solidFill>
                  <a:srgbClr val="FF5CFF"/>
                </a:solidFill>
                <a:latin typeface="黑体"/>
                <a:cs typeface="黑体"/>
              </a:rPr>
              <a:t>指令和</a:t>
            </a:r>
            <a:r>
              <a:rPr dirty="0" sz="1900" spc="-10" b="1">
                <a:solidFill>
                  <a:srgbClr val="9933FF"/>
                </a:solidFill>
                <a:latin typeface="宋体"/>
                <a:cs typeface="宋体"/>
              </a:rPr>
              <a:t>load</a:t>
            </a:r>
            <a:r>
              <a:rPr dirty="0" sz="1900" spc="-20" b="1">
                <a:solidFill>
                  <a:srgbClr val="FF5CFF"/>
                </a:solidFill>
                <a:latin typeface="黑体"/>
                <a:cs typeface="黑体"/>
              </a:rPr>
              <a:t>指令：选择</a:t>
            </a:r>
            <a:r>
              <a:rPr dirty="0" sz="1900" spc="-10" b="1">
                <a:solidFill>
                  <a:srgbClr val="9933FF"/>
                </a:solidFill>
                <a:latin typeface="宋体"/>
                <a:cs typeface="宋体"/>
              </a:rPr>
              <a:t>MEM/WB.IR[rt]</a:t>
            </a:r>
            <a:r>
              <a:rPr dirty="0" sz="1900" spc="-50" b="1">
                <a:solidFill>
                  <a:srgbClr val="FF5CFF"/>
                </a:solidFill>
                <a:latin typeface="黑体"/>
                <a:cs typeface="黑体"/>
              </a:rPr>
              <a:t>。</a:t>
            </a:r>
            <a:endParaRPr sz="1900">
              <a:latin typeface="黑体"/>
              <a:cs typeface="黑体"/>
            </a:endParaRPr>
          </a:p>
          <a:p>
            <a:pPr marL="469900" indent="-457200">
              <a:lnSpc>
                <a:spcPct val="100000"/>
              </a:lnSpc>
              <a:spcBef>
                <a:spcPts val="1885"/>
              </a:spcBef>
              <a:buSzPct val="89583"/>
              <a:buFont typeface="Wingdings"/>
              <a:buChar char=""/>
              <a:tabLst>
                <a:tab pos="469900" algn="l"/>
              </a:tabLst>
            </a:pPr>
            <a:r>
              <a:rPr dirty="0" sz="2400" spc="-15">
                <a:solidFill>
                  <a:srgbClr val="40458B"/>
                </a:solidFill>
                <a:latin typeface="黑体"/>
                <a:cs typeface="黑体"/>
              </a:rPr>
              <a:t>解决数据冲突的问题</a:t>
            </a:r>
            <a:endParaRPr sz="2400">
              <a:latin typeface="黑体"/>
              <a:cs typeface="黑体"/>
            </a:endParaRPr>
          </a:p>
          <a:p>
            <a:pPr lvl="1" marL="894715" indent="-287655">
              <a:lnSpc>
                <a:spcPct val="100000"/>
              </a:lnSpc>
              <a:spcBef>
                <a:spcPts val="1785"/>
              </a:spcBef>
              <a:buClr>
                <a:srgbClr val="4668F5"/>
              </a:buClr>
              <a:buSzPct val="60000"/>
              <a:buFont typeface="Wingdings"/>
              <a:buChar char=""/>
              <a:tabLst>
                <a:tab pos="894715" algn="l"/>
              </a:tabLst>
            </a:pPr>
            <a:r>
              <a:rPr dirty="0" sz="2000" spc="-20" b="1">
                <a:solidFill>
                  <a:srgbClr val="00AFEF"/>
                </a:solidFill>
                <a:latin typeface="黑体"/>
                <a:cs typeface="黑体"/>
              </a:rPr>
              <a:t>所有的数据冲突均可以在</a:t>
            </a:r>
            <a:r>
              <a:rPr dirty="0" sz="2000" spc="-15" b="1">
                <a:solidFill>
                  <a:srgbClr val="9933FF"/>
                </a:solidFill>
                <a:latin typeface="宋体"/>
                <a:cs typeface="宋体"/>
              </a:rPr>
              <a:t>ID</a:t>
            </a:r>
            <a:r>
              <a:rPr dirty="0" sz="2000" spc="-25" b="1">
                <a:solidFill>
                  <a:srgbClr val="080808"/>
                </a:solidFill>
                <a:latin typeface="黑体"/>
                <a:cs typeface="黑体"/>
              </a:rPr>
              <a:t>段检测到。</a:t>
            </a:r>
            <a:endParaRPr sz="2000">
              <a:latin typeface="黑体"/>
              <a:cs typeface="黑体"/>
            </a:endParaRPr>
          </a:p>
          <a:p>
            <a:pPr algn="ctr" marR="179070">
              <a:lnSpc>
                <a:spcPct val="100000"/>
              </a:lnSpc>
              <a:spcBef>
                <a:spcPts val="1680"/>
              </a:spcBef>
            </a:pPr>
            <a:r>
              <a:rPr dirty="0" sz="2000" spc="-20" b="1">
                <a:solidFill>
                  <a:srgbClr val="00AFEF"/>
                </a:solidFill>
                <a:latin typeface="黑体"/>
                <a:cs typeface="黑体"/>
              </a:rPr>
              <a:t>如果存在数据冲突，就在相应的指令流出</a:t>
            </a:r>
            <a:r>
              <a:rPr dirty="0" sz="2000" spc="-10" b="1">
                <a:solidFill>
                  <a:srgbClr val="9933FF"/>
                </a:solidFill>
                <a:latin typeface="宋体"/>
                <a:cs typeface="宋体"/>
              </a:rPr>
              <a:t>ID</a:t>
            </a:r>
            <a:r>
              <a:rPr dirty="0" sz="2000" spc="-30" b="1">
                <a:solidFill>
                  <a:srgbClr val="00AFEF"/>
                </a:solidFill>
                <a:latin typeface="黑体"/>
                <a:cs typeface="黑体"/>
              </a:rPr>
              <a:t>段之</a:t>
            </a:r>
            <a:endParaRPr sz="2000">
              <a:latin typeface="黑体"/>
              <a:cs typeface="黑体"/>
            </a:endParaRPr>
          </a:p>
          <a:p>
            <a:pPr marL="607060">
              <a:lnSpc>
                <a:spcPct val="100000"/>
              </a:lnSpc>
              <a:spcBef>
                <a:spcPts val="1685"/>
              </a:spcBef>
            </a:pPr>
            <a:r>
              <a:rPr dirty="0" sz="2000" spc="-20" b="1">
                <a:solidFill>
                  <a:srgbClr val="00AFEF"/>
                </a:solidFill>
                <a:latin typeface="黑体"/>
                <a:cs typeface="黑体"/>
              </a:rPr>
              <a:t>前将之暂停。 完成该工作的硬件称为</a:t>
            </a:r>
            <a:r>
              <a:rPr dirty="0" sz="2000" spc="-25" b="1">
                <a:solidFill>
                  <a:srgbClr val="FF0000"/>
                </a:solidFill>
                <a:latin typeface="黑体"/>
                <a:cs typeface="黑体"/>
              </a:rPr>
              <a:t>流水线的互锁机制。</a:t>
            </a:r>
            <a:endParaRPr sz="2000">
              <a:latin typeface="黑体"/>
              <a:cs typeface="黑体"/>
            </a:endParaRPr>
          </a:p>
        </p:txBody>
      </p:sp>
      <p:grpSp>
        <p:nvGrpSpPr>
          <p:cNvPr id="15" name="object 15" descr=""/>
          <p:cNvGrpSpPr/>
          <p:nvPr/>
        </p:nvGrpSpPr>
        <p:grpSpPr>
          <a:xfrm>
            <a:off x="7784283" y="1018954"/>
            <a:ext cx="3810635" cy="2586355"/>
            <a:chOff x="7784283" y="1018954"/>
            <a:chExt cx="3810635" cy="2586355"/>
          </a:xfrm>
        </p:grpSpPr>
        <p:sp>
          <p:nvSpPr>
            <p:cNvPr id="16" name="object 16" descr=""/>
            <p:cNvSpPr/>
            <p:nvPr/>
          </p:nvSpPr>
          <p:spPr>
            <a:xfrm>
              <a:off x="7788411" y="2041220"/>
              <a:ext cx="127635" cy="397510"/>
            </a:xfrm>
            <a:custGeom>
              <a:avLst/>
              <a:gdLst/>
              <a:ahLst/>
              <a:cxnLst/>
              <a:rect l="l" t="t" r="r" b="b"/>
              <a:pathLst>
                <a:path w="127634" h="397510">
                  <a:moveTo>
                    <a:pt x="127196" y="0"/>
                  </a:moveTo>
                  <a:lnTo>
                    <a:pt x="0" y="0"/>
                  </a:lnTo>
                  <a:lnTo>
                    <a:pt x="0" y="397274"/>
                  </a:lnTo>
                  <a:lnTo>
                    <a:pt x="127196" y="397274"/>
                  </a:lnTo>
                  <a:lnTo>
                    <a:pt x="127196" y="0"/>
                  </a:lnTo>
                  <a:close/>
                </a:path>
              </a:pathLst>
            </a:custGeom>
            <a:solidFill>
              <a:srgbClr val="92DBFF"/>
            </a:solidFill>
          </p:spPr>
          <p:txBody>
            <a:bodyPr wrap="square" lIns="0" tIns="0" rIns="0" bIns="0" rtlCol="0"/>
            <a:lstStyle/>
            <a:p/>
          </p:txBody>
        </p:sp>
        <p:sp>
          <p:nvSpPr>
            <p:cNvPr id="17" name="object 17" descr=""/>
            <p:cNvSpPr/>
            <p:nvPr/>
          </p:nvSpPr>
          <p:spPr>
            <a:xfrm>
              <a:off x="7788411" y="2041220"/>
              <a:ext cx="127635" cy="397510"/>
            </a:xfrm>
            <a:custGeom>
              <a:avLst/>
              <a:gdLst/>
              <a:ahLst/>
              <a:cxnLst/>
              <a:rect l="l" t="t" r="r" b="b"/>
              <a:pathLst>
                <a:path w="127634" h="397510">
                  <a:moveTo>
                    <a:pt x="0" y="397274"/>
                  </a:moveTo>
                  <a:lnTo>
                    <a:pt x="127196" y="397274"/>
                  </a:lnTo>
                  <a:lnTo>
                    <a:pt x="127196" y="0"/>
                  </a:lnTo>
                  <a:lnTo>
                    <a:pt x="0" y="0"/>
                  </a:lnTo>
                  <a:lnTo>
                    <a:pt x="0" y="397274"/>
                  </a:lnTo>
                  <a:close/>
                </a:path>
              </a:pathLst>
            </a:custGeom>
            <a:ln w="7662">
              <a:solidFill>
                <a:srgbClr val="000000"/>
              </a:solidFill>
            </a:ln>
          </p:spPr>
          <p:txBody>
            <a:bodyPr wrap="square" lIns="0" tIns="0" rIns="0" bIns="0" rtlCol="0"/>
            <a:lstStyle/>
            <a:p/>
          </p:txBody>
        </p:sp>
        <p:sp>
          <p:nvSpPr>
            <p:cNvPr id="18" name="object 18" descr=""/>
            <p:cNvSpPr/>
            <p:nvPr/>
          </p:nvSpPr>
          <p:spPr>
            <a:xfrm>
              <a:off x="9323180" y="1735153"/>
              <a:ext cx="213995" cy="1020444"/>
            </a:xfrm>
            <a:custGeom>
              <a:avLst/>
              <a:gdLst/>
              <a:ahLst/>
              <a:cxnLst/>
              <a:rect l="l" t="t" r="r" b="b"/>
              <a:pathLst>
                <a:path w="213995" h="1020444">
                  <a:moveTo>
                    <a:pt x="213867" y="0"/>
                  </a:moveTo>
                  <a:lnTo>
                    <a:pt x="0" y="0"/>
                  </a:lnTo>
                  <a:lnTo>
                    <a:pt x="0" y="1020234"/>
                  </a:lnTo>
                  <a:lnTo>
                    <a:pt x="213867" y="1020234"/>
                  </a:lnTo>
                  <a:lnTo>
                    <a:pt x="213867" y="0"/>
                  </a:lnTo>
                  <a:close/>
                </a:path>
              </a:pathLst>
            </a:custGeom>
            <a:solidFill>
              <a:srgbClr val="CCFFCC"/>
            </a:solidFill>
          </p:spPr>
          <p:txBody>
            <a:bodyPr wrap="square" lIns="0" tIns="0" rIns="0" bIns="0" rtlCol="0"/>
            <a:lstStyle/>
            <a:p/>
          </p:txBody>
        </p:sp>
        <p:sp>
          <p:nvSpPr>
            <p:cNvPr id="19" name="object 19" descr=""/>
            <p:cNvSpPr/>
            <p:nvPr/>
          </p:nvSpPr>
          <p:spPr>
            <a:xfrm>
              <a:off x="9323180" y="1735153"/>
              <a:ext cx="213995" cy="1020444"/>
            </a:xfrm>
            <a:custGeom>
              <a:avLst/>
              <a:gdLst/>
              <a:ahLst/>
              <a:cxnLst/>
              <a:rect l="l" t="t" r="r" b="b"/>
              <a:pathLst>
                <a:path w="213995" h="1020444">
                  <a:moveTo>
                    <a:pt x="0" y="1020234"/>
                  </a:moveTo>
                  <a:lnTo>
                    <a:pt x="213867" y="1020234"/>
                  </a:lnTo>
                  <a:lnTo>
                    <a:pt x="213867" y="0"/>
                  </a:lnTo>
                  <a:lnTo>
                    <a:pt x="0" y="0"/>
                  </a:lnTo>
                  <a:lnTo>
                    <a:pt x="0" y="1020234"/>
                  </a:lnTo>
                  <a:close/>
                </a:path>
              </a:pathLst>
            </a:custGeom>
            <a:ln w="7514">
              <a:solidFill>
                <a:srgbClr val="000000"/>
              </a:solidFill>
            </a:ln>
          </p:spPr>
          <p:txBody>
            <a:bodyPr wrap="square" lIns="0" tIns="0" rIns="0" bIns="0" rtlCol="0"/>
            <a:lstStyle/>
            <a:p/>
          </p:txBody>
        </p:sp>
        <p:sp>
          <p:nvSpPr>
            <p:cNvPr id="20" name="object 20" descr=""/>
            <p:cNvSpPr/>
            <p:nvPr/>
          </p:nvSpPr>
          <p:spPr>
            <a:xfrm>
              <a:off x="11420384" y="1022764"/>
              <a:ext cx="170815" cy="2534285"/>
            </a:xfrm>
            <a:custGeom>
              <a:avLst/>
              <a:gdLst/>
              <a:ahLst/>
              <a:cxnLst/>
              <a:rect l="l" t="t" r="r" b="b"/>
              <a:pathLst>
                <a:path w="170815" h="2534285">
                  <a:moveTo>
                    <a:pt x="170285" y="0"/>
                  </a:moveTo>
                  <a:lnTo>
                    <a:pt x="0" y="0"/>
                  </a:lnTo>
                  <a:lnTo>
                    <a:pt x="0" y="2533881"/>
                  </a:lnTo>
                  <a:lnTo>
                    <a:pt x="170285" y="2533881"/>
                  </a:lnTo>
                  <a:lnTo>
                    <a:pt x="170285" y="0"/>
                  </a:lnTo>
                  <a:close/>
                </a:path>
              </a:pathLst>
            </a:custGeom>
            <a:solidFill>
              <a:srgbClr val="92DBFF"/>
            </a:solidFill>
          </p:spPr>
          <p:txBody>
            <a:bodyPr wrap="square" lIns="0" tIns="0" rIns="0" bIns="0" rtlCol="0"/>
            <a:lstStyle/>
            <a:p/>
          </p:txBody>
        </p:sp>
        <p:sp>
          <p:nvSpPr>
            <p:cNvPr id="21" name="object 21" descr=""/>
            <p:cNvSpPr/>
            <p:nvPr/>
          </p:nvSpPr>
          <p:spPr>
            <a:xfrm>
              <a:off x="11420384" y="1022764"/>
              <a:ext cx="170815" cy="2534285"/>
            </a:xfrm>
            <a:custGeom>
              <a:avLst/>
              <a:gdLst/>
              <a:ahLst/>
              <a:cxnLst/>
              <a:rect l="l" t="t" r="r" b="b"/>
              <a:pathLst>
                <a:path w="170815" h="2534285">
                  <a:moveTo>
                    <a:pt x="0" y="2533881"/>
                  </a:moveTo>
                  <a:lnTo>
                    <a:pt x="170285" y="2533881"/>
                  </a:lnTo>
                  <a:lnTo>
                    <a:pt x="170285" y="0"/>
                  </a:lnTo>
                  <a:lnTo>
                    <a:pt x="0" y="0"/>
                  </a:lnTo>
                  <a:lnTo>
                    <a:pt x="0" y="2533881"/>
                  </a:lnTo>
                  <a:close/>
                </a:path>
              </a:pathLst>
            </a:custGeom>
            <a:ln w="7405">
              <a:solidFill>
                <a:srgbClr val="000000"/>
              </a:solidFill>
            </a:ln>
          </p:spPr>
          <p:txBody>
            <a:bodyPr wrap="square" lIns="0" tIns="0" rIns="0" bIns="0" rtlCol="0"/>
            <a:lstStyle/>
            <a:p/>
          </p:txBody>
        </p:sp>
        <p:sp>
          <p:nvSpPr>
            <p:cNvPr id="22" name="object 22" descr=""/>
            <p:cNvSpPr/>
            <p:nvPr/>
          </p:nvSpPr>
          <p:spPr>
            <a:xfrm>
              <a:off x="10555425" y="1022764"/>
              <a:ext cx="170815" cy="2534285"/>
            </a:xfrm>
            <a:custGeom>
              <a:avLst/>
              <a:gdLst/>
              <a:ahLst/>
              <a:cxnLst/>
              <a:rect l="l" t="t" r="r" b="b"/>
              <a:pathLst>
                <a:path w="170815" h="2534285">
                  <a:moveTo>
                    <a:pt x="170532" y="0"/>
                  </a:moveTo>
                  <a:lnTo>
                    <a:pt x="0" y="0"/>
                  </a:lnTo>
                  <a:lnTo>
                    <a:pt x="0" y="2533881"/>
                  </a:lnTo>
                  <a:lnTo>
                    <a:pt x="170532" y="2533881"/>
                  </a:lnTo>
                  <a:lnTo>
                    <a:pt x="170532" y="0"/>
                  </a:lnTo>
                  <a:close/>
                </a:path>
              </a:pathLst>
            </a:custGeom>
            <a:solidFill>
              <a:srgbClr val="92DBFF"/>
            </a:solidFill>
          </p:spPr>
          <p:txBody>
            <a:bodyPr wrap="square" lIns="0" tIns="0" rIns="0" bIns="0" rtlCol="0"/>
            <a:lstStyle/>
            <a:p/>
          </p:txBody>
        </p:sp>
        <p:sp>
          <p:nvSpPr>
            <p:cNvPr id="23" name="object 23" descr=""/>
            <p:cNvSpPr/>
            <p:nvPr/>
          </p:nvSpPr>
          <p:spPr>
            <a:xfrm>
              <a:off x="10555425" y="1022764"/>
              <a:ext cx="170815" cy="2534285"/>
            </a:xfrm>
            <a:custGeom>
              <a:avLst/>
              <a:gdLst/>
              <a:ahLst/>
              <a:cxnLst/>
              <a:rect l="l" t="t" r="r" b="b"/>
              <a:pathLst>
                <a:path w="170815" h="2534285">
                  <a:moveTo>
                    <a:pt x="0" y="2533881"/>
                  </a:moveTo>
                  <a:lnTo>
                    <a:pt x="170532" y="2533881"/>
                  </a:lnTo>
                  <a:lnTo>
                    <a:pt x="170532" y="0"/>
                  </a:lnTo>
                  <a:lnTo>
                    <a:pt x="0" y="0"/>
                  </a:lnTo>
                  <a:lnTo>
                    <a:pt x="0" y="2533881"/>
                  </a:lnTo>
                  <a:close/>
                </a:path>
              </a:pathLst>
            </a:custGeom>
            <a:ln w="7405">
              <a:solidFill>
                <a:srgbClr val="000000"/>
              </a:solidFill>
            </a:ln>
          </p:spPr>
          <p:txBody>
            <a:bodyPr wrap="square" lIns="0" tIns="0" rIns="0" bIns="0" rtlCol="0"/>
            <a:lstStyle/>
            <a:p/>
          </p:txBody>
        </p:sp>
        <p:sp>
          <p:nvSpPr>
            <p:cNvPr id="24" name="object 24" descr=""/>
            <p:cNvSpPr/>
            <p:nvPr/>
          </p:nvSpPr>
          <p:spPr>
            <a:xfrm>
              <a:off x="8648739" y="1067628"/>
              <a:ext cx="170815" cy="2533650"/>
            </a:xfrm>
            <a:custGeom>
              <a:avLst/>
              <a:gdLst/>
              <a:ahLst/>
              <a:cxnLst/>
              <a:rect l="l" t="t" r="r" b="b"/>
              <a:pathLst>
                <a:path w="170815" h="2533650">
                  <a:moveTo>
                    <a:pt x="170532" y="0"/>
                  </a:moveTo>
                  <a:lnTo>
                    <a:pt x="0" y="0"/>
                  </a:lnTo>
                  <a:lnTo>
                    <a:pt x="0" y="2533595"/>
                  </a:lnTo>
                  <a:lnTo>
                    <a:pt x="170532" y="2533595"/>
                  </a:lnTo>
                  <a:lnTo>
                    <a:pt x="170532" y="0"/>
                  </a:lnTo>
                  <a:close/>
                </a:path>
              </a:pathLst>
            </a:custGeom>
            <a:solidFill>
              <a:srgbClr val="92DBFF"/>
            </a:solidFill>
          </p:spPr>
          <p:txBody>
            <a:bodyPr wrap="square" lIns="0" tIns="0" rIns="0" bIns="0" rtlCol="0"/>
            <a:lstStyle/>
            <a:p/>
          </p:txBody>
        </p:sp>
        <p:sp>
          <p:nvSpPr>
            <p:cNvPr id="25" name="object 25" descr=""/>
            <p:cNvSpPr/>
            <p:nvPr/>
          </p:nvSpPr>
          <p:spPr>
            <a:xfrm>
              <a:off x="8648739" y="1067628"/>
              <a:ext cx="170815" cy="2533650"/>
            </a:xfrm>
            <a:custGeom>
              <a:avLst/>
              <a:gdLst/>
              <a:ahLst/>
              <a:cxnLst/>
              <a:rect l="l" t="t" r="r" b="b"/>
              <a:pathLst>
                <a:path w="170815" h="2533650">
                  <a:moveTo>
                    <a:pt x="0" y="2533595"/>
                  </a:moveTo>
                  <a:lnTo>
                    <a:pt x="170532" y="2533595"/>
                  </a:lnTo>
                  <a:lnTo>
                    <a:pt x="170532" y="0"/>
                  </a:lnTo>
                  <a:lnTo>
                    <a:pt x="0" y="0"/>
                  </a:lnTo>
                  <a:lnTo>
                    <a:pt x="0" y="2533595"/>
                  </a:lnTo>
                  <a:close/>
                </a:path>
              </a:pathLst>
            </a:custGeom>
            <a:ln w="7405">
              <a:solidFill>
                <a:srgbClr val="000000"/>
              </a:solidFill>
            </a:ln>
          </p:spPr>
          <p:txBody>
            <a:bodyPr wrap="square" lIns="0" tIns="0" rIns="0" bIns="0" rtlCol="0"/>
            <a:lstStyle/>
            <a:p/>
          </p:txBody>
        </p:sp>
        <p:sp>
          <p:nvSpPr>
            <p:cNvPr id="26" name="object 26" descr=""/>
            <p:cNvSpPr/>
            <p:nvPr/>
          </p:nvSpPr>
          <p:spPr>
            <a:xfrm>
              <a:off x="9647450" y="1067643"/>
              <a:ext cx="170815" cy="2489200"/>
            </a:xfrm>
            <a:custGeom>
              <a:avLst/>
              <a:gdLst/>
              <a:ahLst/>
              <a:cxnLst/>
              <a:rect l="l" t="t" r="r" b="b"/>
              <a:pathLst>
                <a:path w="170815" h="2489200">
                  <a:moveTo>
                    <a:pt x="170532" y="0"/>
                  </a:moveTo>
                  <a:lnTo>
                    <a:pt x="0" y="0"/>
                  </a:lnTo>
                  <a:lnTo>
                    <a:pt x="0" y="2489002"/>
                  </a:lnTo>
                  <a:lnTo>
                    <a:pt x="170532" y="2489002"/>
                  </a:lnTo>
                  <a:lnTo>
                    <a:pt x="170532" y="0"/>
                  </a:lnTo>
                  <a:close/>
                </a:path>
              </a:pathLst>
            </a:custGeom>
            <a:solidFill>
              <a:srgbClr val="92DBFF"/>
            </a:solidFill>
          </p:spPr>
          <p:txBody>
            <a:bodyPr wrap="square" lIns="0" tIns="0" rIns="0" bIns="0" rtlCol="0"/>
            <a:lstStyle/>
            <a:p/>
          </p:txBody>
        </p:sp>
        <p:sp>
          <p:nvSpPr>
            <p:cNvPr id="27" name="object 27" descr=""/>
            <p:cNvSpPr/>
            <p:nvPr/>
          </p:nvSpPr>
          <p:spPr>
            <a:xfrm>
              <a:off x="9647450" y="1067643"/>
              <a:ext cx="170815" cy="2489200"/>
            </a:xfrm>
            <a:custGeom>
              <a:avLst/>
              <a:gdLst/>
              <a:ahLst/>
              <a:cxnLst/>
              <a:rect l="l" t="t" r="r" b="b"/>
              <a:pathLst>
                <a:path w="170815" h="2489200">
                  <a:moveTo>
                    <a:pt x="0" y="2489002"/>
                  </a:moveTo>
                  <a:lnTo>
                    <a:pt x="170532" y="2489002"/>
                  </a:lnTo>
                  <a:lnTo>
                    <a:pt x="170532" y="0"/>
                  </a:lnTo>
                  <a:lnTo>
                    <a:pt x="0" y="0"/>
                  </a:lnTo>
                  <a:lnTo>
                    <a:pt x="0" y="2489002"/>
                  </a:lnTo>
                  <a:close/>
                </a:path>
              </a:pathLst>
            </a:custGeom>
            <a:ln w="7406">
              <a:solidFill>
                <a:srgbClr val="000000"/>
              </a:solidFill>
            </a:ln>
          </p:spPr>
          <p:txBody>
            <a:bodyPr wrap="square" lIns="0" tIns="0" rIns="0" bIns="0" rtlCol="0"/>
            <a:lstStyle/>
            <a:p/>
          </p:txBody>
        </p:sp>
      </p:grpSp>
      <p:sp>
        <p:nvSpPr>
          <p:cNvPr id="28" name="object 28" descr=""/>
          <p:cNvSpPr txBox="1"/>
          <p:nvPr/>
        </p:nvSpPr>
        <p:spPr>
          <a:xfrm>
            <a:off x="11287073" y="820880"/>
            <a:ext cx="421640" cy="180975"/>
          </a:xfrm>
          <a:prstGeom prst="rect">
            <a:avLst/>
          </a:prstGeom>
        </p:spPr>
        <p:txBody>
          <a:bodyPr wrap="square" lIns="0" tIns="15240" rIns="0" bIns="0" rtlCol="0" vert="horz">
            <a:spAutoFit/>
          </a:bodyPr>
          <a:lstStyle/>
          <a:p>
            <a:pPr marL="12700">
              <a:lnSpc>
                <a:spcPct val="100000"/>
              </a:lnSpc>
              <a:spcBef>
                <a:spcPts val="120"/>
              </a:spcBef>
            </a:pPr>
            <a:r>
              <a:rPr dirty="0" sz="1000" spc="-190">
                <a:latin typeface="Times New Roman"/>
                <a:cs typeface="Times New Roman"/>
              </a:rPr>
              <a:t>MEM/WB</a:t>
            </a:r>
            <a:endParaRPr sz="1000">
              <a:latin typeface="Times New Roman"/>
              <a:cs typeface="Times New Roman"/>
            </a:endParaRPr>
          </a:p>
        </p:txBody>
      </p:sp>
      <p:sp>
        <p:nvSpPr>
          <p:cNvPr id="29" name="object 29" descr=""/>
          <p:cNvSpPr txBox="1"/>
          <p:nvPr/>
        </p:nvSpPr>
        <p:spPr>
          <a:xfrm>
            <a:off x="9369036" y="2189675"/>
            <a:ext cx="118745" cy="311150"/>
          </a:xfrm>
          <a:prstGeom prst="rect">
            <a:avLst/>
          </a:prstGeom>
        </p:spPr>
        <p:txBody>
          <a:bodyPr wrap="square" lIns="0" tIns="38735" rIns="0" bIns="0" rtlCol="0" vert="horz">
            <a:spAutoFit/>
          </a:bodyPr>
          <a:lstStyle/>
          <a:p>
            <a:pPr marL="12700" marR="5080">
              <a:lnSpc>
                <a:spcPts val="1019"/>
              </a:lnSpc>
              <a:spcBef>
                <a:spcPts val="305"/>
              </a:spcBef>
            </a:pPr>
            <a:r>
              <a:rPr dirty="0" sz="1000" spc="-320">
                <a:latin typeface="宋体"/>
                <a:cs typeface="宋体"/>
              </a:rPr>
              <a:t>存器</a:t>
            </a:r>
            <a:endParaRPr sz="1000">
              <a:latin typeface="宋体"/>
              <a:cs typeface="宋体"/>
            </a:endParaRPr>
          </a:p>
        </p:txBody>
      </p:sp>
      <p:sp>
        <p:nvSpPr>
          <p:cNvPr id="30" name="object 30" descr=""/>
          <p:cNvSpPr txBox="1"/>
          <p:nvPr/>
        </p:nvSpPr>
        <p:spPr>
          <a:xfrm>
            <a:off x="9369036" y="2448948"/>
            <a:ext cx="118745" cy="180975"/>
          </a:xfrm>
          <a:prstGeom prst="rect">
            <a:avLst/>
          </a:prstGeom>
        </p:spPr>
        <p:txBody>
          <a:bodyPr wrap="square" lIns="0" tIns="15240" rIns="0" bIns="0" rtlCol="0" vert="horz">
            <a:spAutoFit/>
          </a:bodyPr>
          <a:lstStyle/>
          <a:p>
            <a:pPr marL="12700">
              <a:lnSpc>
                <a:spcPct val="100000"/>
              </a:lnSpc>
              <a:spcBef>
                <a:spcPts val="120"/>
              </a:spcBef>
            </a:pPr>
            <a:r>
              <a:rPr dirty="0" sz="1000" spc="-320">
                <a:latin typeface="宋体"/>
                <a:cs typeface="宋体"/>
              </a:rPr>
              <a:t>组</a:t>
            </a:r>
            <a:endParaRPr sz="1000">
              <a:latin typeface="宋体"/>
              <a:cs typeface="宋体"/>
            </a:endParaRPr>
          </a:p>
        </p:txBody>
      </p:sp>
      <p:sp>
        <p:nvSpPr>
          <p:cNvPr id="31" name="object 31" descr=""/>
          <p:cNvSpPr txBox="1"/>
          <p:nvPr/>
        </p:nvSpPr>
        <p:spPr>
          <a:xfrm>
            <a:off x="9260054" y="2949831"/>
            <a:ext cx="210820" cy="307340"/>
          </a:xfrm>
          <a:prstGeom prst="rect">
            <a:avLst/>
          </a:prstGeom>
        </p:spPr>
        <p:txBody>
          <a:bodyPr wrap="square" lIns="0" tIns="41275" rIns="0" bIns="0" rtlCol="0" vert="horz">
            <a:spAutoFit/>
          </a:bodyPr>
          <a:lstStyle/>
          <a:p>
            <a:pPr marL="12700" marR="5080" indent="59690">
              <a:lnSpc>
                <a:spcPts val="990"/>
              </a:lnSpc>
              <a:spcBef>
                <a:spcPts val="325"/>
              </a:spcBef>
            </a:pPr>
            <a:r>
              <a:rPr dirty="0" sz="1000" spc="-320">
                <a:latin typeface="宋体"/>
                <a:cs typeface="宋体"/>
              </a:rPr>
              <a:t>位</a:t>
            </a:r>
            <a:r>
              <a:rPr dirty="0" sz="1000" spc="-300">
                <a:latin typeface="宋体"/>
                <a:cs typeface="宋体"/>
              </a:rPr>
              <a:t>扩展</a:t>
            </a:r>
            <a:endParaRPr sz="1000">
              <a:latin typeface="宋体"/>
              <a:cs typeface="宋体"/>
            </a:endParaRPr>
          </a:p>
        </p:txBody>
      </p:sp>
      <p:sp>
        <p:nvSpPr>
          <p:cNvPr id="32" name="object 32" descr=""/>
          <p:cNvSpPr txBox="1"/>
          <p:nvPr/>
        </p:nvSpPr>
        <p:spPr>
          <a:xfrm>
            <a:off x="10304739" y="2129993"/>
            <a:ext cx="128905" cy="292100"/>
          </a:xfrm>
          <a:prstGeom prst="rect">
            <a:avLst/>
          </a:prstGeom>
        </p:spPr>
        <p:txBody>
          <a:bodyPr wrap="square" lIns="0" tIns="6350" rIns="0" bIns="0" rtlCol="0" vert="vert">
            <a:spAutoFit/>
          </a:bodyPr>
          <a:lstStyle/>
          <a:p>
            <a:pPr marL="12700">
              <a:lnSpc>
                <a:spcPct val="100000"/>
              </a:lnSpc>
              <a:spcBef>
                <a:spcPts val="50"/>
              </a:spcBef>
            </a:pPr>
            <a:r>
              <a:rPr dirty="0" sz="700" spc="190">
                <a:latin typeface="Times New Roman"/>
                <a:cs typeface="Times New Roman"/>
              </a:rPr>
              <a:t>ALU</a:t>
            </a:r>
            <a:endParaRPr sz="700">
              <a:latin typeface="Times New Roman"/>
              <a:cs typeface="Times New Roman"/>
            </a:endParaRPr>
          </a:p>
        </p:txBody>
      </p:sp>
      <p:sp>
        <p:nvSpPr>
          <p:cNvPr id="33" name="object 33" descr=""/>
          <p:cNvSpPr txBox="1"/>
          <p:nvPr/>
        </p:nvSpPr>
        <p:spPr>
          <a:xfrm>
            <a:off x="7792348" y="2128828"/>
            <a:ext cx="142240" cy="180975"/>
          </a:xfrm>
          <a:prstGeom prst="rect">
            <a:avLst/>
          </a:prstGeom>
        </p:spPr>
        <p:txBody>
          <a:bodyPr wrap="square" lIns="0" tIns="15240" rIns="0" bIns="0" rtlCol="0" vert="horz">
            <a:spAutoFit/>
          </a:bodyPr>
          <a:lstStyle/>
          <a:p>
            <a:pPr>
              <a:lnSpc>
                <a:spcPct val="100000"/>
              </a:lnSpc>
              <a:spcBef>
                <a:spcPts val="120"/>
              </a:spcBef>
            </a:pPr>
            <a:r>
              <a:rPr dirty="0" sz="1000" spc="-80">
                <a:latin typeface="Times New Roman"/>
                <a:cs typeface="Times New Roman"/>
              </a:rPr>
              <a:t>PC</a:t>
            </a:r>
            <a:endParaRPr sz="1000">
              <a:latin typeface="Times New Roman"/>
              <a:cs typeface="Times New Roman"/>
            </a:endParaRPr>
          </a:p>
        </p:txBody>
      </p:sp>
      <p:sp>
        <p:nvSpPr>
          <p:cNvPr id="34" name="object 34" descr=""/>
          <p:cNvSpPr txBox="1"/>
          <p:nvPr/>
        </p:nvSpPr>
        <p:spPr>
          <a:xfrm>
            <a:off x="10098256" y="1433703"/>
            <a:ext cx="165735" cy="180975"/>
          </a:xfrm>
          <a:prstGeom prst="rect">
            <a:avLst/>
          </a:prstGeom>
        </p:spPr>
        <p:txBody>
          <a:bodyPr wrap="square" lIns="0" tIns="15240" rIns="0" bIns="0" rtlCol="0" vert="horz">
            <a:spAutoFit/>
          </a:bodyPr>
          <a:lstStyle/>
          <a:p>
            <a:pPr marL="12700">
              <a:lnSpc>
                <a:spcPct val="100000"/>
              </a:lnSpc>
              <a:spcBef>
                <a:spcPts val="120"/>
              </a:spcBef>
            </a:pPr>
            <a:r>
              <a:rPr dirty="0" sz="1000" spc="-125">
                <a:latin typeface="Times New Roman"/>
                <a:cs typeface="Times New Roman"/>
              </a:rPr>
              <a:t>=0?</a:t>
            </a:r>
            <a:endParaRPr sz="1000">
              <a:latin typeface="Times New Roman"/>
              <a:cs typeface="Times New Roman"/>
            </a:endParaRPr>
          </a:p>
        </p:txBody>
      </p:sp>
      <p:sp>
        <p:nvSpPr>
          <p:cNvPr id="35" name="object 35" descr=""/>
          <p:cNvSpPr txBox="1"/>
          <p:nvPr/>
        </p:nvSpPr>
        <p:spPr>
          <a:xfrm>
            <a:off x="8099715" y="1284888"/>
            <a:ext cx="128905" cy="306070"/>
          </a:xfrm>
          <a:prstGeom prst="rect">
            <a:avLst/>
          </a:prstGeom>
        </p:spPr>
        <p:txBody>
          <a:bodyPr wrap="square" lIns="0" tIns="6350" rIns="0" bIns="0" rtlCol="0" vert="vert">
            <a:spAutoFit/>
          </a:bodyPr>
          <a:lstStyle/>
          <a:p>
            <a:pPr marL="12700">
              <a:lnSpc>
                <a:spcPct val="100000"/>
              </a:lnSpc>
              <a:spcBef>
                <a:spcPts val="50"/>
              </a:spcBef>
            </a:pPr>
            <a:r>
              <a:rPr dirty="0" sz="700" spc="204">
                <a:latin typeface="Times New Roman"/>
                <a:cs typeface="Times New Roman"/>
              </a:rPr>
              <a:t>ADD</a:t>
            </a:r>
            <a:endParaRPr sz="700">
              <a:latin typeface="Times New Roman"/>
              <a:cs typeface="Times New Roman"/>
            </a:endParaRPr>
          </a:p>
        </p:txBody>
      </p:sp>
      <p:sp>
        <p:nvSpPr>
          <p:cNvPr id="36" name="object 36" descr=""/>
          <p:cNvSpPr txBox="1"/>
          <p:nvPr/>
        </p:nvSpPr>
        <p:spPr>
          <a:xfrm>
            <a:off x="9077099" y="2851484"/>
            <a:ext cx="554355" cy="180975"/>
          </a:xfrm>
          <a:prstGeom prst="rect">
            <a:avLst/>
          </a:prstGeom>
        </p:spPr>
        <p:txBody>
          <a:bodyPr wrap="square" lIns="0" tIns="15240" rIns="0" bIns="0" rtlCol="0" vert="horz">
            <a:spAutoFit/>
          </a:bodyPr>
          <a:lstStyle/>
          <a:p>
            <a:pPr marL="38100">
              <a:lnSpc>
                <a:spcPct val="100000"/>
              </a:lnSpc>
              <a:spcBef>
                <a:spcPts val="120"/>
              </a:spcBef>
            </a:pPr>
            <a:r>
              <a:rPr dirty="0" sz="850" spc="-10">
                <a:latin typeface="Times New Roman"/>
                <a:cs typeface="Times New Roman"/>
              </a:rPr>
              <a:t>16</a:t>
            </a:r>
            <a:r>
              <a:rPr dirty="0" sz="850" spc="215">
                <a:latin typeface="Times New Roman"/>
                <a:cs typeface="Times New Roman"/>
              </a:rPr>
              <a:t> </a:t>
            </a:r>
            <a:r>
              <a:rPr dirty="0" baseline="11111" sz="1500" spc="-322">
                <a:latin typeface="宋体"/>
                <a:cs typeface="宋体"/>
              </a:rPr>
              <a:t>符号 </a:t>
            </a:r>
            <a:r>
              <a:rPr dirty="0" baseline="3267" sz="1275" spc="-37">
                <a:latin typeface="Times New Roman"/>
                <a:cs typeface="Times New Roman"/>
              </a:rPr>
              <a:t>32</a:t>
            </a:r>
            <a:endParaRPr baseline="3267" sz="1275">
              <a:latin typeface="Times New Roman"/>
              <a:cs typeface="Times New Roman"/>
            </a:endParaRPr>
          </a:p>
        </p:txBody>
      </p:sp>
      <p:sp>
        <p:nvSpPr>
          <p:cNvPr id="37" name="object 37" descr=""/>
          <p:cNvSpPr txBox="1"/>
          <p:nvPr/>
        </p:nvSpPr>
        <p:spPr>
          <a:xfrm>
            <a:off x="7862124" y="1200130"/>
            <a:ext cx="72390" cy="180975"/>
          </a:xfrm>
          <a:prstGeom prst="rect">
            <a:avLst/>
          </a:prstGeom>
        </p:spPr>
        <p:txBody>
          <a:bodyPr wrap="square" lIns="0" tIns="15240" rIns="0" bIns="0" rtlCol="0" vert="horz">
            <a:spAutoFit/>
          </a:bodyPr>
          <a:lstStyle/>
          <a:p>
            <a:pPr marL="12700">
              <a:lnSpc>
                <a:spcPct val="100000"/>
              </a:lnSpc>
              <a:spcBef>
                <a:spcPts val="120"/>
              </a:spcBef>
            </a:pPr>
            <a:r>
              <a:rPr dirty="0" sz="1000" spc="-80">
                <a:latin typeface="Times New Roman"/>
                <a:cs typeface="Times New Roman"/>
              </a:rPr>
              <a:t>4</a:t>
            </a:r>
            <a:endParaRPr sz="1000">
              <a:latin typeface="Times New Roman"/>
              <a:cs typeface="Times New Roman"/>
            </a:endParaRPr>
          </a:p>
        </p:txBody>
      </p:sp>
      <p:sp>
        <p:nvSpPr>
          <p:cNvPr id="38" name="object 38" descr=""/>
          <p:cNvSpPr/>
          <p:nvPr/>
        </p:nvSpPr>
        <p:spPr>
          <a:xfrm>
            <a:off x="8107812" y="1379584"/>
            <a:ext cx="22225" cy="133985"/>
          </a:xfrm>
          <a:custGeom>
            <a:avLst/>
            <a:gdLst/>
            <a:ahLst/>
            <a:cxnLst/>
            <a:rect l="l" t="t" r="r" b="b"/>
            <a:pathLst>
              <a:path w="22225" h="133984">
                <a:moveTo>
                  <a:pt x="21667" y="0"/>
                </a:moveTo>
                <a:lnTo>
                  <a:pt x="0" y="0"/>
                </a:lnTo>
                <a:lnTo>
                  <a:pt x="0" y="133365"/>
                </a:lnTo>
                <a:lnTo>
                  <a:pt x="21667" y="133365"/>
                </a:lnTo>
                <a:lnTo>
                  <a:pt x="21667" y="0"/>
                </a:lnTo>
                <a:close/>
              </a:path>
            </a:pathLst>
          </a:custGeom>
          <a:solidFill>
            <a:srgbClr val="FFFFFF"/>
          </a:solidFill>
        </p:spPr>
        <p:txBody>
          <a:bodyPr wrap="square" lIns="0" tIns="0" rIns="0" bIns="0" rtlCol="0"/>
          <a:lstStyle/>
          <a:p/>
        </p:txBody>
      </p:sp>
      <p:grpSp>
        <p:nvGrpSpPr>
          <p:cNvPr id="39" name="object 39" descr=""/>
          <p:cNvGrpSpPr/>
          <p:nvPr/>
        </p:nvGrpSpPr>
        <p:grpSpPr>
          <a:xfrm>
            <a:off x="8064808" y="572976"/>
            <a:ext cx="2799080" cy="2628265"/>
            <a:chOff x="8064808" y="572976"/>
            <a:chExt cx="2799080" cy="2628265"/>
          </a:xfrm>
        </p:grpSpPr>
        <p:sp>
          <p:nvSpPr>
            <p:cNvPr id="40" name="object 40" descr=""/>
            <p:cNvSpPr/>
            <p:nvPr/>
          </p:nvSpPr>
          <p:spPr>
            <a:xfrm>
              <a:off x="8670401" y="2002176"/>
              <a:ext cx="127635" cy="442595"/>
            </a:xfrm>
            <a:custGeom>
              <a:avLst/>
              <a:gdLst/>
              <a:ahLst/>
              <a:cxnLst/>
              <a:rect l="l" t="t" r="r" b="b"/>
              <a:pathLst>
                <a:path w="127634" h="442594">
                  <a:moveTo>
                    <a:pt x="127196" y="0"/>
                  </a:moveTo>
                  <a:lnTo>
                    <a:pt x="0" y="0"/>
                  </a:lnTo>
                  <a:lnTo>
                    <a:pt x="0" y="442196"/>
                  </a:lnTo>
                  <a:lnTo>
                    <a:pt x="127196" y="442196"/>
                  </a:lnTo>
                  <a:lnTo>
                    <a:pt x="127196" y="0"/>
                  </a:lnTo>
                  <a:close/>
                </a:path>
              </a:pathLst>
            </a:custGeom>
            <a:solidFill>
              <a:srgbClr val="FFFFFF"/>
            </a:solidFill>
          </p:spPr>
          <p:txBody>
            <a:bodyPr wrap="square" lIns="0" tIns="0" rIns="0" bIns="0" rtlCol="0"/>
            <a:lstStyle/>
            <a:p/>
          </p:txBody>
        </p:sp>
        <p:sp>
          <p:nvSpPr>
            <p:cNvPr id="41" name="object 41" descr=""/>
            <p:cNvSpPr/>
            <p:nvPr/>
          </p:nvSpPr>
          <p:spPr>
            <a:xfrm>
              <a:off x="8670401" y="2002176"/>
              <a:ext cx="127635" cy="442595"/>
            </a:xfrm>
            <a:custGeom>
              <a:avLst/>
              <a:gdLst/>
              <a:ahLst/>
              <a:cxnLst/>
              <a:rect l="l" t="t" r="r" b="b"/>
              <a:pathLst>
                <a:path w="127634" h="442594">
                  <a:moveTo>
                    <a:pt x="0" y="442196"/>
                  </a:moveTo>
                  <a:lnTo>
                    <a:pt x="127196" y="442196"/>
                  </a:lnTo>
                  <a:lnTo>
                    <a:pt x="127196" y="0"/>
                  </a:lnTo>
                  <a:lnTo>
                    <a:pt x="0" y="0"/>
                  </a:lnTo>
                  <a:lnTo>
                    <a:pt x="0" y="442196"/>
                  </a:lnTo>
                  <a:close/>
                </a:path>
              </a:pathLst>
            </a:custGeom>
            <a:ln w="7614">
              <a:solidFill>
                <a:srgbClr val="000000"/>
              </a:solidFill>
            </a:ln>
          </p:spPr>
          <p:txBody>
            <a:bodyPr wrap="square" lIns="0" tIns="0" rIns="0" bIns="0" rtlCol="0"/>
            <a:lstStyle/>
            <a:p/>
          </p:txBody>
        </p:sp>
        <p:sp>
          <p:nvSpPr>
            <p:cNvPr id="42" name="object 42" descr=""/>
            <p:cNvSpPr/>
            <p:nvPr/>
          </p:nvSpPr>
          <p:spPr>
            <a:xfrm>
              <a:off x="9669163" y="2002248"/>
              <a:ext cx="127635" cy="264160"/>
            </a:xfrm>
            <a:custGeom>
              <a:avLst/>
              <a:gdLst/>
              <a:ahLst/>
              <a:cxnLst/>
              <a:rect l="l" t="t" r="r" b="b"/>
              <a:pathLst>
                <a:path w="127634" h="264160">
                  <a:moveTo>
                    <a:pt x="127196" y="0"/>
                  </a:moveTo>
                  <a:lnTo>
                    <a:pt x="0" y="0"/>
                  </a:lnTo>
                  <a:lnTo>
                    <a:pt x="0" y="263898"/>
                  </a:lnTo>
                  <a:lnTo>
                    <a:pt x="127196" y="263898"/>
                  </a:lnTo>
                  <a:lnTo>
                    <a:pt x="127196" y="0"/>
                  </a:lnTo>
                  <a:close/>
                </a:path>
              </a:pathLst>
            </a:custGeom>
            <a:solidFill>
              <a:srgbClr val="FFFFFF"/>
            </a:solidFill>
          </p:spPr>
          <p:txBody>
            <a:bodyPr wrap="square" lIns="0" tIns="0" rIns="0" bIns="0" rtlCol="0"/>
            <a:lstStyle/>
            <a:p/>
          </p:txBody>
        </p:sp>
        <p:sp>
          <p:nvSpPr>
            <p:cNvPr id="43" name="object 43" descr=""/>
            <p:cNvSpPr/>
            <p:nvPr/>
          </p:nvSpPr>
          <p:spPr>
            <a:xfrm>
              <a:off x="9669163" y="2002248"/>
              <a:ext cx="127635" cy="264160"/>
            </a:xfrm>
            <a:custGeom>
              <a:avLst/>
              <a:gdLst/>
              <a:ahLst/>
              <a:cxnLst/>
              <a:rect l="l" t="t" r="r" b="b"/>
              <a:pathLst>
                <a:path w="127634" h="264160">
                  <a:moveTo>
                    <a:pt x="0" y="263898"/>
                  </a:moveTo>
                  <a:lnTo>
                    <a:pt x="127196" y="263898"/>
                  </a:lnTo>
                  <a:lnTo>
                    <a:pt x="127196" y="0"/>
                  </a:lnTo>
                  <a:lnTo>
                    <a:pt x="0" y="0"/>
                  </a:lnTo>
                  <a:lnTo>
                    <a:pt x="0" y="263898"/>
                  </a:lnTo>
                  <a:close/>
                </a:path>
              </a:pathLst>
            </a:custGeom>
            <a:ln w="7940">
              <a:solidFill>
                <a:srgbClr val="000000"/>
              </a:solidFill>
            </a:ln>
          </p:spPr>
          <p:txBody>
            <a:bodyPr wrap="square" lIns="0" tIns="0" rIns="0" bIns="0" rtlCol="0"/>
            <a:lstStyle/>
            <a:p/>
          </p:txBody>
        </p:sp>
        <p:sp>
          <p:nvSpPr>
            <p:cNvPr id="44" name="object 44" descr=""/>
            <p:cNvSpPr/>
            <p:nvPr/>
          </p:nvSpPr>
          <p:spPr>
            <a:xfrm>
              <a:off x="9669163" y="2403049"/>
              <a:ext cx="127635" cy="264160"/>
            </a:xfrm>
            <a:custGeom>
              <a:avLst/>
              <a:gdLst/>
              <a:ahLst/>
              <a:cxnLst/>
              <a:rect l="l" t="t" r="r" b="b"/>
              <a:pathLst>
                <a:path w="127634" h="264160">
                  <a:moveTo>
                    <a:pt x="127196" y="0"/>
                  </a:moveTo>
                  <a:lnTo>
                    <a:pt x="0" y="0"/>
                  </a:lnTo>
                  <a:lnTo>
                    <a:pt x="0" y="263554"/>
                  </a:lnTo>
                  <a:lnTo>
                    <a:pt x="127196" y="263554"/>
                  </a:lnTo>
                  <a:lnTo>
                    <a:pt x="127196" y="0"/>
                  </a:lnTo>
                  <a:close/>
                </a:path>
              </a:pathLst>
            </a:custGeom>
            <a:solidFill>
              <a:srgbClr val="FFFFFF"/>
            </a:solidFill>
          </p:spPr>
          <p:txBody>
            <a:bodyPr wrap="square" lIns="0" tIns="0" rIns="0" bIns="0" rtlCol="0"/>
            <a:lstStyle/>
            <a:p/>
          </p:txBody>
        </p:sp>
        <p:sp>
          <p:nvSpPr>
            <p:cNvPr id="45" name="object 45" descr=""/>
            <p:cNvSpPr/>
            <p:nvPr/>
          </p:nvSpPr>
          <p:spPr>
            <a:xfrm>
              <a:off x="9669163" y="2403049"/>
              <a:ext cx="127635" cy="264160"/>
            </a:xfrm>
            <a:custGeom>
              <a:avLst/>
              <a:gdLst/>
              <a:ahLst/>
              <a:cxnLst/>
              <a:rect l="l" t="t" r="r" b="b"/>
              <a:pathLst>
                <a:path w="127634" h="264160">
                  <a:moveTo>
                    <a:pt x="0" y="263554"/>
                  </a:moveTo>
                  <a:lnTo>
                    <a:pt x="127196" y="263554"/>
                  </a:lnTo>
                  <a:lnTo>
                    <a:pt x="127196" y="0"/>
                  </a:lnTo>
                  <a:lnTo>
                    <a:pt x="0" y="0"/>
                  </a:lnTo>
                  <a:lnTo>
                    <a:pt x="0" y="263554"/>
                  </a:lnTo>
                  <a:close/>
                </a:path>
              </a:pathLst>
            </a:custGeom>
            <a:ln w="7941">
              <a:solidFill>
                <a:srgbClr val="000000"/>
              </a:solidFill>
            </a:ln>
          </p:spPr>
          <p:txBody>
            <a:bodyPr wrap="square" lIns="0" tIns="0" rIns="0" bIns="0" rtlCol="0"/>
            <a:lstStyle/>
            <a:p/>
          </p:txBody>
        </p:sp>
        <p:sp>
          <p:nvSpPr>
            <p:cNvPr id="46" name="object 46" descr=""/>
            <p:cNvSpPr/>
            <p:nvPr/>
          </p:nvSpPr>
          <p:spPr>
            <a:xfrm>
              <a:off x="9669163" y="2888046"/>
              <a:ext cx="127635" cy="308610"/>
            </a:xfrm>
            <a:custGeom>
              <a:avLst/>
              <a:gdLst/>
              <a:ahLst/>
              <a:cxnLst/>
              <a:rect l="l" t="t" r="r" b="b"/>
              <a:pathLst>
                <a:path w="127634" h="308610">
                  <a:moveTo>
                    <a:pt x="127196" y="0"/>
                  </a:moveTo>
                  <a:lnTo>
                    <a:pt x="0" y="0"/>
                  </a:lnTo>
                  <a:lnTo>
                    <a:pt x="0" y="308476"/>
                  </a:lnTo>
                  <a:lnTo>
                    <a:pt x="127196" y="308476"/>
                  </a:lnTo>
                  <a:lnTo>
                    <a:pt x="127196" y="0"/>
                  </a:lnTo>
                  <a:close/>
                </a:path>
              </a:pathLst>
            </a:custGeom>
            <a:solidFill>
              <a:srgbClr val="FFFFFF"/>
            </a:solidFill>
          </p:spPr>
          <p:txBody>
            <a:bodyPr wrap="square" lIns="0" tIns="0" rIns="0" bIns="0" rtlCol="0"/>
            <a:lstStyle/>
            <a:p/>
          </p:txBody>
        </p:sp>
        <p:sp>
          <p:nvSpPr>
            <p:cNvPr id="47" name="object 47" descr=""/>
            <p:cNvSpPr/>
            <p:nvPr/>
          </p:nvSpPr>
          <p:spPr>
            <a:xfrm>
              <a:off x="8069571" y="578373"/>
              <a:ext cx="2788920" cy="2618740"/>
            </a:xfrm>
            <a:custGeom>
              <a:avLst/>
              <a:gdLst/>
              <a:ahLst/>
              <a:cxnLst/>
              <a:rect l="l" t="t" r="r" b="b"/>
              <a:pathLst>
                <a:path w="2788920" h="2618740">
                  <a:moveTo>
                    <a:pt x="1599592" y="2618148"/>
                  </a:moveTo>
                  <a:lnTo>
                    <a:pt x="1726789" y="2618148"/>
                  </a:lnTo>
                  <a:lnTo>
                    <a:pt x="1726789" y="2309672"/>
                  </a:lnTo>
                  <a:lnTo>
                    <a:pt x="1599592" y="2309672"/>
                  </a:lnTo>
                  <a:lnTo>
                    <a:pt x="1599592" y="2618148"/>
                  </a:lnTo>
                  <a:close/>
                </a:path>
                <a:path w="2788920" h="2618740">
                  <a:moveTo>
                    <a:pt x="1988798" y="1052725"/>
                  </a:moveTo>
                  <a:lnTo>
                    <a:pt x="2224081" y="1052725"/>
                  </a:lnTo>
                  <a:lnTo>
                    <a:pt x="2224081" y="833749"/>
                  </a:lnTo>
                  <a:lnTo>
                    <a:pt x="1988798" y="833749"/>
                  </a:lnTo>
                  <a:lnTo>
                    <a:pt x="1988798" y="1052725"/>
                  </a:lnTo>
                  <a:close/>
                </a:path>
                <a:path w="2788920" h="2618740">
                  <a:moveTo>
                    <a:pt x="0" y="577980"/>
                  </a:moveTo>
                  <a:lnTo>
                    <a:pt x="151164" y="711471"/>
                  </a:lnTo>
                </a:path>
                <a:path w="2788920" h="2618740">
                  <a:moveTo>
                    <a:pt x="151164" y="1023474"/>
                  </a:moveTo>
                  <a:lnTo>
                    <a:pt x="0" y="1156822"/>
                  </a:lnTo>
                </a:path>
                <a:path w="2788920" h="2618740">
                  <a:moveTo>
                    <a:pt x="151164" y="711471"/>
                  </a:moveTo>
                  <a:lnTo>
                    <a:pt x="151164" y="1023474"/>
                  </a:lnTo>
                </a:path>
                <a:path w="2788920" h="2618740">
                  <a:moveTo>
                    <a:pt x="0" y="577980"/>
                  </a:moveTo>
                  <a:lnTo>
                    <a:pt x="0" y="756350"/>
                  </a:lnTo>
                </a:path>
                <a:path w="2788920" h="2618740">
                  <a:moveTo>
                    <a:pt x="0" y="978452"/>
                  </a:moveTo>
                  <a:lnTo>
                    <a:pt x="0" y="1156822"/>
                  </a:lnTo>
                </a:path>
                <a:path w="2788920" h="2618740">
                  <a:moveTo>
                    <a:pt x="0" y="978452"/>
                  </a:moveTo>
                  <a:lnTo>
                    <a:pt x="43088" y="845105"/>
                  </a:lnTo>
                </a:path>
                <a:path w="2788920" h="2618740">
                  <a:moveTo>
                    <a:pt x="0" y="756350"/>
                  </a:moveTo>
                  <a:lnTo>
                    <a:pt x="43088" y="889697"/>
                  </a:lnTo>
                </a:path>
                <a:path w="2788920" h="2618740">
                  <a:moveTo>
                    <a:pt x="2788718" y="0"/>
                  </a:moveTo>
                  <a:lnTo>
                    <a:pt x="172837" y="0"/>
                  </a:lnTo>
                </a:path>
              </a:pathLst>
            </a:custGeom>
            <a:ln w="8846">
              <a:solidFill>
                <a:srgbClr val="000000"/>
              </a:solidFill>
            </a:ln>
          </p:spPr>
          <p:txBody>
            <a:bodyPr wrap="square" lIns="0" tIns="0" rIns="0" bIns="0" rtlCol="0"/>
            <a:lstStyle/>
            <a:p/>
          </p:txBody>
        </p:sp>
      </p:grpSp>
      <p:sp>
        <p:nvSpPr>
          <p:cNvPr id="48" name="object 48" descr=""/>
          <p:cNvSpPr txBox="1"/>
          <p:nvPr/>
        </p:nvSpPr>
        <p:spPr>
          <a:xfrm>
            <a:off x="10987853" y="2135968"/>
            <a:ext cx="322580" cy="575945"/>
          </a:xfrm>
          <a:prstGeom prst="rect">
            <a:avLst/>
          </a:prstGeom>
          <a:solidFill>
            <a:srgbClr val="CCFFCC"/>
          </a:solidFill>
          <a:ln w="8491">
            <a:solidFill>
              <a:srgbClr val="000000"/>
            </a:solidFill>
          </a:ln>
        </p:spPr>
        <p:txBody>
          <a:bodyPr wrap="square" lIns="0" tIns="26034" rIns="0" bIns="0" rtlCol="0" vert="horz">
            <a:spAutoFit/>
          </a:bodyPr>
          <a:lstStyle/>
          <a:p>
            <a:pPr marL="17780" marR="18415" indent="55880">
              <a:lnSpc>
                <a:spcPct val="141300"/>
              </a:lnSpc>
              <a:spcBef>
                <a:spcPts val="204"/>
              </a:spcBef>
            </a:pPr>
            <a:r>
              <a:rPr dirty="0" sz="1000" spc="-300">
                <a:latin typeface="宋体"/>
                <a:cs typeface="宋体"/>
              </a:rPr>
              <a:t>数据</a:t>
            </a:r>
            <a:r>
              <a:rPr dirty="0" sz="1000" spc="-295">
                <a:latin typeface="宋体"/>
                <a:cs typeface="宋体"/>
              </a:rPr>
              <a:t>存储器</a:t>
            </a:r>
            <a:endParaRPr sz="1000">
              <a:latin typeface="宋体"/>
              <a:cs typeface="宋体"/>
            </a:endParaRPr>
          </a:p>
        </p:txBody>
      </p:sp>
      <p:grpSp>
        <p:nvGrpSpPr>
          <p:cNvPr id="49" name="object 49" descr=""/>
          <p:cNvGrpSpPr/>
          <p:nvPr/>
        </p:nvGrpSpPr>
        <p:grpSpPr>
          <a:xfrm>
            <a:off x="10290797" y="1476961"/>
            <a:ext cx="266065" cy="73660"/>
            <a:chOff x="10290797" y="1476961"/>
            <a:chExt cx="266065" cy="73660"/>
          </a:xfrm>
        </p:grpSpPr>
        <p:sp>
          <p:nvSpPr>
            <p:cNvPr id="50" name="object 50" descr=""/>
            <p:cNvSpPr/>
            <p:nvPr/>
          </p:nvSpPr>
          <p:spPr>
            <a:xfrm>
              <a:off x="10296194" y="1512950"/>
              <a:ext cx="205740" cy="0"/>
            </a:xfrm>
            <a:custGeom>
              <a:avLst/>
              <a:gdLst/>
              <a:ahLst/>
              <a:cxnLst/>
              <a:rect l="l" t="t" r="r" b="b"/>
              <a:pathLst>
                <a:path w="205740" h="0">
                  <a:moveTo>
                    <a:pt x="0" y="0"/>
                  </a:moveTo>
                  <a:lnTo>
                    <a:pt x="205717" y="0"/>
                  </a:lnTo>
                </a:path>
              </a:pathLst>
            </a:custGeom>
            <a:ln w="10299">
              <a:solidFill>
                <a:srgbClr val="000000"/>
              </a:solidFill>
            </a:ln>
          </p:spPr>
          <p:txBody>
            <a:bodyPr wrap="square" lIns="0" tIns="0" rIns="0" bIns="0" rtlCol="0"/>
            <a:lstStyle/>
            <a:p/>
          </p:txBody>
        </p:sp>
        <p:sp>
          <p:nvSpPr>
            <p:cNvPr id="51" name="object 51" descr=""/>
            <p:cNvSpPr/>
            <p:nvPr/>
          </p:nvSpPr>
          <p:spPr>
            <a:xfrm>
              <a:off x="10474640" y="1476961"/>
              <a:ext cx="81915" cy="73660"/>
            </a:xfrm>
            <a:custGeom>
              <a:avLst/>
              <a:gdLst/>
              <a:ahLst/>
              <a:cxnLst/>
              <a:rect l="l" t="t" r="r" b="b"/>
              <a:pathLst>
                <a:path w="81915" h="73659">
                  <a:moveTo>
                    <a:pt x="0" y="0"/>
                  </a:moveTo>
                  <a:lnTo>
                    <a:pt x="26036" y="36706"/>
                  </a:lnTo>
                  <a:lnTo>
                    <a:pt x="0" y="73125"/>
                  </a:lnTo>
                  <a:lnTo>
                    <a:pt x="81607" y="36706"/>
                  </a:lnTo>
                  <a:lnTo>
                    <a:pt x="0" y="0"/>
                  </a:lnTo>
                  <a:close/>
                </a:path>
              </a:pathLst>
            </a:custGeom>
            <a:solidFill>
              <a:srgbClr val="000000"/>
            </a:solidFill>
          </p:spPr>
          <p:txBody>
            <a:bodyPr wrap="square" lIns="0" tIns="0" rIns="0" bIns="0" rtlCol="0"/>
            <a:lstStyle/>
            <a:p/>
          </p:txBody>
        </p:sp>
      </p:grpSp>
      <p:sp>
        <p:nvSpPr>
          <p:cNvPr id="52" name="object 52" descr=""/>
          <p:cNvSpPr txBox="1"/>
          <p:nvPr/>
        </p:nvSpPr>
        <p:spPr>
          <a:xfrm>
            <a:off x="10314368" y="1180344"/>
            <a:ext cx="210820" cy="314325"/>
          </a:xfrm>
          <a:prstGeom prst="rect">
            <a:avLst/>
          </a:prstGeom>
        </p:spPr>
        <p:txBody>
          <a:bodyPr wrap="square" lIns="0" tIns="35560" rIns="0" bIns="0" rtlCol="0" vert="horz">
            <a:spAutoFit/>
          </a:bodyPr>
          <a:lstStyle/>
          <a:p>
            <a:pPr marL="12700" marR="5080">
              <a:lnSpc>
                <a:spcPts val="1050"/>
              </a:lnSpc>
              <a:spcBef>
                <a:spcPts val="280"/>
              </a:spcBef>
            </a:pPr>
            <a:r>
              <a:rPr dirty="0" sz="1000" spc="-300">
                <a:latin typeface="宋体"/>
                <a:cs typeface="宋体"/>
              </a:rPr>
              <a:t>分之结果</a:t>
            </a:r>
            <a:endParaRPr sz="1000">
              <a:latin typeface="宋体"/>
              <a:cs typeface="宋体"/>
            </a:endParaRPr>
          </a:p>
        </p:txBody>
      </p:sp>
      <p:sp>
        <p:nvSpPr>
          <p:cNvPr id="53" name="object 53" descr=""/>
          <p:cNvSpPr/>
          <p:nvPr/>
        </p:nvSpPr>
        <p:spPr>
          <a:xfrm>
            <a:off x="10274583" y="1957727"/>
            <a:ext cx="0" cy="206375"/>
          </a:xfrm>
          <a:custGeom>
            <a:avLst/>
            <a:gdLst/>
            <a:ahLst/>
            <a:cxnLst/>
            <a:rect l="l" t="t" r="r" b="b"/>
            <a:pathLst>
              <a:path w="0" h="206375">
                <a:moveTo>
                  <a:pt x="0" y="0"/>
                </a:moveTo>
                <a:lnTo>
                  <a:pt x="0" y="205899"/>
                </a:lnTo>
              </a:path>
            </a:pathLst>
          </a:custGeom>
          <a:ln w="7392">
            <a:solidFill>
              <a:srgbClr val="000000"/>
            </a:solidFill>
          </a:ln>
        </p:spPr>
        <p:txBody>
          <a:bodyPr wrap="square" lIns="0" tIns="0" rIns="0" bIns="0" rtlCol="0"/>
          <a:lstStyle/>
          <a:p/>
        </p:txBody>
      </p:sp>
      <p:sp>
        <p:nvSpPr>
          <p:cNvPr id="54" name="object 54" descr=""/>
          <p:cNvSpPr/>
          <p:nvPr/>
        </p:nvSpPr>
        <p:spPr>
          <a:xfrm>
            <a:off x="10274583" y="2419998"/>
            <a:ext cx="0" cy="205740"/>
          </a:xfrm>
          <a:custGeom>
            <a:avLst/>
            <a:gdLst/>
            <a:ahLst/>
            <a:cxnLst/>
            <a:rect l="l" t="t" r="r" b="b"/>
            <a:pathLst>
              <a:path w="0" h="205739">
                <a:moveTo>
                  <a:pt x="0" y="0"/>
                </a:moveTo>
                <a:lnTo>
                  <a:pt x="0" y="205211"/>
                </a:lnTo>
              </a:path>
            </a:pathLst>
          </a:custGeom>
          <a:ln w="7392">
            <a:solidFill>
              <a:srgbClr val="000000"/>
            </a:solidFill>
          </a:ln>
        </p:spPr>
        <p:txBody>
          <a:bodyPr wrap="square" lIns="0" tIns="0" rIns="0" bIns="0" rtlCol="0"/>
          <a:lstStyle/>
          <a:p/>
        </p:txBody>
      </p:sp>
      <p:sp>
        <p:nvSpPr>
          <p:cNvPr id="55" name="object 55" descr=""/>
          <p:cNvSpPr/>
          <p:nvPr/>
        </p:nvSpPr>
        <p:spPr>
          <a:xfrm>
            <a:off x="10312763" y="2215202"/>
            <a:ext cx="22225" cy="153670"/>
          </a:xfrm>
          <a:custGeom>
            <a:avLst/>
            <a:gdLst/>
            <a:ahLst/>
            <a:cxnLst/>
            <a:rect l="l" t="t" r="r" b="b"/>
            <a:pathLst>
              <a:path w="22225" h="153669">
                <a:moveTo>
                  <a:pt x="21667" y="0"/>
                </a:moveTo>
                <a:lnTo>
                  <a:pt x="0" y="0"/>
                </a:lnTo>
                <a:lnTo>
                  <a:pt x="0" y="153177"/>
                </a:lnTo>
                <a:lnTo>
                  <a:pt x="21667" y="153177"/>
                </a:lnTo>
                <a:lnTo>
                  <a:pt x="21667" y="0"/>
                </a:lnTo>
                <a:close/>
              </a:path>
            </a:pathLst>
          </a:custGeom>
          <a:solidFill>
            <a:srgbClr val="FFFFFF"/>
          </a:solidFill>
        </p:spPr>
        <p:txBody>
          <a:bodyPr wrap="square" lIns="0" tIns="0" rIns="0" bIns="0" rtlCol="0"/>
          <a:lstStyle/>
          <a:p/>
        </p:txBody>
      </p:sp>
      <p:grpSp>
        <p:nvGrpSpPr>
          <p:cNvPr id="56" name="object 56" descr=""/>
          <p:cNvGrpSpPr/>
          <p:nvPr/>
        </p:nvGrpSpPr>
        <p:grpSpPr>
          <a:xfrm>
            <a:off x="8346099" y="1185663"/>
            <a:ext cx="3227705" cy="2153285"/>
            <a:chOff x="8346099" y="1185663"/>
            <a:chExt cx="3227705" cy="2153285"/>
          </a:xfrm>
        </p:grpSpPr>
        <p:sp>
          <p:nvSpPr>
            <p:cNvPr id="57" name="object 57" descr=""/>
            <p:cNvSpPr/>
            <p:nvPr/>
          </p:nvSpPr>
          <p:spPr>
            <a:xfrm>
              <a:off x="10166528" y="1957728"/>
              <a:ext cx="259715" cy="668020"/>
            </a:xfrm>
            <a:custGeom>
              <a:avLst/>
              <a:gdLst/>
              <a:ahLst/>
              <a:cxnLst/>
              <a:rect l="l" t="t" r="r" b="b"/>
              <a:pathLst>
                <a:path w="259715" h="668019">
                  <a:moveTo>
                    <a:pt x="108055" y="0"/>
                  </a:moveTo>
                  <a:lnTo>
                    <a:pt x="259436" y="154137"/>
                  </a:lnTo>
                </a:path>
                <a:path w="259715" h="668019">
                  <a:moveTo>
                    <a:pt x="259436" y="513314"/>
                  </a:moveTo>
                  <a:lnTo>
                    <a:pt x="108055" y="667481"/>
                  </a:lnTo>
                </a:path>
                <a:path w="259715" h="668019">
                  <a:moveTo>
                    <a:pt x="259436" y="154137"/>
                  </a:moveTo>
                  <a:lnTo>
                    <a:pt x="259436" y="513314"/>
                  </a:lnTo>
                </a:path>
                <a:path w="259715" h="668019">
                  <a:moveTo>
                    <a:pt x="108055" y="462269"/>
                  </a:moveTo>
                  <a:lnTo>
                    <a:pt x="151071" y="308418"/>
                  </a:lnTo>
                </a:path>
                <a:path w="259715" h="668019">
                  <a:moveTo>
                    <a:pt x="108055" y="205899"/>
                  </a:moveTo>
                  <a:lnTo>
                    <a:pt x="151071" y="360037"/>
                  </a:lnTo>
                </a:path>
                <a:path w="259715" h="668019">
                  <a:moveTo>
                    <a:pt x="0" y="578697"/>
                  </a:moveTo>
                  <a:lnTo>
                    <a:pt x="54233" y="578697"/>
                  </a:lnTo>
                </a:path>
              </a:pathLst>
            </a:custGeom>
            <a:ln w="8846">
              <a:solidFill>
                <a:srgbClr val="000000"/>
              </a:solidFill>
            </a:ln>
          </p:spPr>
          <p:txBody>
            <a:bodyPr wrap="square" lIns="0" tIns="0" rIns="0" bIns="0" rtlCol="0"/>
            <a:lstStyle/>
            <a:p/>
          </p:txBody>
        </p:sp>
        <p:sp>
          <p:nvSpPr>
            <p:cNvPr id="58" name="object 58" descr=""/>
            <p:cNvSpPr/>
            <p:nvPr/>
          </p:nvSpPr>
          <p:spPr>
            <a:xfrm>
              <a:off x="10193490" y="2500293"/>
              <a:ext cx="81280" cy="73660"/>
            </a:xfrm>
            <a:custGeom>
              <a:avLst/>
              <a:gdLst/>
              <a:ahLst/>
              <a:cxnLst/>
              <a:rect l="l" t="t" r="r" b="b"/>
              <a:pathLst>
                <a:path w="81279" h="73660">
                  <a:moveTo>
                    <a:pt x="0" y="0"/>
                  </a:moveTo>
                  <a:lnTo>
                    <a:pt x="26036" y="37193"/>
                  </a:lnTo>
                  <a:lnTo>
                    <a:pt x="0" y="73269"/>
                  </a:lnTo>
                  <a:lnTo>
                    <a:pt x="81093" y="37193"/>
                  </a:lnTo>
                  <a:lnTo>
                    <a:pt x="0" y="0"/>
                  </a:lnTo>
                  <a:close/>
                </a:path>
              </a:pathLst>
            </a:custGeom>
            <a:solidFill>
              <a:srgbClr val="000000"/>
            </a:solidFill>
          </p:spPr>
          <p:txBody>
            <a:bodyPr wrap="square" lIns="0" tIns="0" rIns="0" bIns="0" rtlCol="0"/>
            <a:lstStyle/>
            <a:p/>
          </p:txBody>
        </p:sp>
        <p:sp>
          <p:nvSpPr>
            <p:cNvPr id="59" name="object 59" descr=""/>
            <p:cNvSpPr/>
            <p:nvPr/>
          </p:nvSpPr>
          <p:spPr>
            <a:xfrm>
              <a:off x="10166528" y="2047199"/>
              <a:ext cx="54610" cy="0"/>
            </a:xfrm>
            <a:custGeom>
              <a:avLst/>
              <a:gdLst/>
              <a:ahLst/>
              <a:cxnLst/>
              <a:rect l="l" t="t" r="r" b="b"/>
              <a:pathLst>
                <a:path w="54609" h="0">
                  <a:moveTo>
                    <a:pt x="0" y="0"/>
                  </a:moveTo>
                  <a:lnTo>
                    <a:pt x="54233" y="0"/>
                  </a:lnTo>
                </a:path>
              </a:pathLst>
            </a:custGeom>
            <a:ln w="10299">
              <a:solidFill>
                <a:srgbClr val="000000"/>
              </a:solidFill>
            </a:ln>
          </p:spPr>
          <p:txBody>
            <a:bodyPr wrap="square" lIns="0" tIns="0" rIns="0" bIns="0" rtlCol="0"/>
            <a:lstStyle/>
            <a:p/>
          </p:txBody>
        </p:sp>
        <p:sp>
          <p:nvSpPr>
            <p:cNvPr id="60" name="object 60" descr=""/>
            <p:cNvSpPr/>
            <p:nvPr/>
          </p:nvSpPr>
          <p:spPr>
            <a:xfrm>
              <a:off x="10193490" y="2011066"/>
              <a:ext cx="81280" cy="73660"/>
            </a:xfrm>
            <a:custGeom>
              <a:avLst/>
              <a:gdLst/>
              <a:ahLst/>
              <a:cxnLst/>
              <a:rect l="l" t="t" r="r" b="b"/>
              <a:pathLst>
                <a:path w="81279" h="73660">
                  <a:moveTo>
                    <a:pt x="0" y="0"/>
                  </a:moveTo>
                  <a:lnTo>
                    <a:pt x="26036" y="36849"/>
                  </a:lnTo>
                  <a:lnTo>
                    <a:pt x="0" y="73269"/>
                  </a:lnTo>
                  <a:lnTo>
                    <a:pt x="81093" y="36849"/>
                  </a:lnTo>
                  <a:lnTo>
                    <a:pt x="0" y="0"/>
                  </a:lnTo>
                  <a:close/>
                </a:path>
              </a:pathLst>
            </a:custGeom>
            <a:solidFill>
              <a:srgbClr val="000000"/>
            </a:solidFill>
          </p:spPr>
          <p:txBody>
            <a:bodyPr wrap="square" lIns="0" tIns="0" rIns="0" bIns="0" rtlCol="0"/>
            <a:lstStyle/>
            <a:p/>
          </p:txBody>
        </p:sp>
        <p:sp>
          <p:nvSpPr>
            <p:cNvPr id="61" name="object 61" descr=""/>
            <p:cNvSpPr/>
            <p:nvPr/>
          </p:nvSpPr>
          <p:spPr>
            <a:xfrm>
              <a:off x="9820544" y="2135954"/>
              <a:ext cx="140970" cy="0"/>
            </a:xfrm>
            <a:custGeom>
              <a:avLst/>
              <a:gdLst/>
              <a:ahLst/>
              <a:cxnLst/>
              <a:rect l="l" t="t" r="r" b="b"/>
              <a:pathLst>
                <a:path w="140970" h="0">
                  <a:moveTo>
                    <a:pt x="0" y="0"/>
                  </a:moveTo>
                  <a:lnTo>
                    <a:pt x="140780" y="0"/>
                  </a:lnTo>
                </a:path>
              </a:pathLst>
            </a:custGeom>
            <a:ln w="10299">
              <a:solidFill>
                <a:srgbClr val="000000"/>
              </a:solidFill>
            </a:ln>
          </p:spPr>
          <p:txBody>
            <a:bodyPr wrap="square" lIns="0" tIns="0" rIns="0" bIns="0" rtlCol="0"/>
            <a:lstStyle/>
            <a:p/>
          </p:txBody>
        </p:sp>
        <p:sp>
          <p:nvSpPr>
            <p:cNvPr id="62" name="object 62" descr=""/>
            <p:cNvSpPr/>
            <p:nvPr/>
          </p:nvSpPr>
          <p:spPr>
            <a:xfrm>
              <a:off x="9934260" y="2099821"/>
              <a:ext cx="81280" cy="73660"/>
            </a:xfrm>
            <a:custGeom>
              <a:avLst/>
              <a:gdLst/>
              <a:ahLst/>
              <a:cxnLst/>
              <a:rect l="l" t="t" r="r" b="b"/>
              <a:pathLst>
                <a:path w="81279" h="73660">
                  <a:moveTo>
                    <a:pt x="0" y="0"/>
                  </a:moveTo>
                  <a:lnTo>
                    <a:pt x="26036" y="36132"/>
                  </a:lnTo>
                  <a:lnTo>
                    <a:pt x="0" y="73269"/>
                  </a:lnTo>
                  <a:lnTo>
                    <a:pt x="80784" y="36132"/>
                  </a:lnTo>
                  <a:lnTo>
                    <a:pt x="0" y="0"/>
                  </a:lnTo>
                  <a:close/>
                </a:path>
              </a:pathLst>
            </a:custGeom>
            <a:solidFill>
              <a:srgbClr val="000000"/>
            </a:solidFill>
          </p:spPr>
          <p:txBody>
            <a:bodyPr wrap="square" lIns="0" tIns="0" rIns="0" bIns="0" rtlCol="0"/>
            <a:lstStyle/>
            <a:p/>
          </p:txBody>
        </p:sp>
        <p:sp>
          <p:nvSpPr>
            <p:cNvPr id="63" name="object 63" descr=""/>
            <p:cNvSpPr/>
            <p:nvPr/>
          </p:nvSpPr>
          <p:spPr>
            <a:xfrm>
              <a:off x="9820545" y="2536425"/>
              <a:ext cx="140970" cy="0"/>
            </a:xfrm>
            <a:custGeom>
              <a:avLst/>
              <a:gdLst/>
              <a:ahLst/>
              <a:cxnLst/>
              <a:rect l="l" t="t" r="r" b="b"/>
              <a:pathLst>
                <a:path w="140970" h="0">
                  <a:moveTo>
                    <a:pt x="0" y="0"/>
                  </a:moveTo>
                  <a:lnTo>
                    <a:pt x="140780" y="0"/>
                  </a:lnTo>
                </a:path>
              </a:pathLst>
            </a:custGeom>
            <a:ln w="10299">
              <a:solidFill>
                <a:srgbClr val="000000"/>
              </a:solidFill>
            </a:ln>
          </p:spPr>
          <p:txBody>
            <a:bodyPr wrap="square" lIns="0" tIns="0" rIns="0" bIns="0" rtlCol="0"/>
            <a:lstStyle/>
            <a:p/>
          </p:txBody>
        </p:sp>
        <p:sp>
          <p:nvSpPr>
            <p:cNvPr id="64" name="object 64" descr=""/>
            <p:cNvSpPr/>
            <p:nvPr/>
          </p:nvSpPr>
          <p:spPr>
            <a:xfrm>
              <a:off x="9934260" y="2500293"/>
              <a:ext cx="81280" cy="73660"/>
            </a:xfrm>
            <a:custGeom>
              <a:avLst/>
              <a:gdLst/>
              <a:ahLst/>
              <a:cxnLst/>
              <a:rect l="l" t="t" r="r" b="b"/>
              <a:pathLst>
                <a:path w="81279" h="73660">
                  <a:moveTo>
                    <a:pt x="0" y="0"/>
                  </a:moveTo>
                  <a:lnTo>
                    <a:pt x="26036" y="37193"/>
                  </a:lnTo>
                  <a:lnTo>
                    <a:pt x="0" y="73269"/>
                  </a:lnTo>
                  <a:lnTo>
                    <a:pt x="80784" y="37193"/>
                  </a:lnTo>
                  <a:lnTo>
                    <a:pt x="0" y="0"/>
                  </a:lnTo>
                  <a:close/>
                </a:path>
              </a:pathLst>
            </a:custGeom>
            <a:solidFill>
              <a:srgbClr val="000000"/>
            </a:solidFill>
          </p:spPr>
          <p:txBody>
            <a:bodyPr wrap="square" lIns="0" tIns="0" rIns="0" bIns="0" rtlCol="0"/>
            <a:lstStyle/>
            <a:p/>
          </p:txBody>
        </p:sp>
        <p:sp>
          <p:nvSpPr>
            <p:cNvPr id="65" name="object 65" descr=""/>
            <p:cNvSpPr/>
            <p:nvPr/>
          </p:nvSpPr>
          <p:spPr>
            <a:xfrm>
              <a:off x="9236839" y="2799262"/>
              <a:ext cx="257175" cy="535305"/>
            </a:xfrm>
            <a:custGeom>
              <a:avLst/>
              <a:gdLst/>
              <a:ahLst/>
              <a:cxnLst/>
              <a:rect l="l" t="t" r="r" b="b"/>
              <a:pathLst>
                <a:path w="257175" h="535304">
                  <a:moveTo>
                    <a:pt x="0" y="267081"/>
                  </a:moveTo>
                  <a:lnTo>
                    <a:pt x="3382" y="328588"/>
                  </a:lnTo>
                  <a:lnTo>
                    <a:pt x="13022" y="384996"/>
                  </a:lnTo>
                  <a:lnTo>
                    <a:pt x="28158" y="434713"/>
                  </a:lnTo>
                  <a:lnTo>
                    <a:pt x="48028" y="476151"/>
                  </a:lnTo>
                  <a:lnTo>
                    <a:pt x="71872" y="507717"/>
                  </a:lnTo>
                  <a:lnTo>
                    <a:pt x="128431" y="534879"/>
                  </a:lnTo>
                  <a:lnTo>
                    <a:pt x="157942" y="527824"/>
                  </a:lnTo>
                  <a:lnTo>
                    <a:pt x="208875" y="476151"/>
                  </a:lnTo>
                  <a:lnTo>
                    <a:pt x="228767" y="434713"/>
                  </a:lnTo>
                  <a:lnTo>
                    <a:pt x="243923" y="384996"/>
                  </a:lnTo>
                  <a:lnTo>
                    <a:pt x="253578" y="328588"/>
                  </a:lnTo>
                  <a:lnTo>
                    <a:pt x="256966" y="267081"/>
                  </a:lnTo>
                  <a:lnTo>
                    <a:pt x="253578" y="205952"/>
                  </a:lnTo>
                  <a:lnTo>
                    <a:pt x="243923" y="149778"/>
                  </a:lnTo>
                  <a:lnTo>
                    <a:pt x="228767" y="100182"/>
                  </a:lnTo>
                  <a:lnTo>
                    <a:pt x="208875" y="58784"/>
                  </a:lnTo>
                  <a:lnTo>
                    <a:pt x="185011" y="27207"/>
                  </a:lnTo>
                  <a:lnTo>
                    <a:pt x="128431" y="0"/>
                  </a:lnTo>
                  <a:lnTo>
                    <a:pt x="98926" y="7072"/>
                  </a:lnTo>
                  <a:lnTo>
                    <a:pt x="48028" y="58784"/>
                  </a:lnTo>
                  <a:lnTo>
                    <a:pt x="28158" y="100182"/>
                  </a:lnTo>
                  <a:lnTo>
                    <a:pt x="13022" y="149778"/>
                  </a:lnTo>
                  <a:lnTo>
                    <a:pt x="3382" y="205952"/>
                  </a:lnTo>
                  <a:lnTo>
                    <a:pt x="0" y="267081"/>
                  </a:lnTo>
                  <a:close/>
                </a:path>
              </a:pathLst>
            </a:custGeom>
            <a:ln w="7937">
              <a:solidFill>
                <a:srgbClr val="000000"/>
              </a:solidFill>
            </a:ln>
          </p:spPr>
          <p:txBody>
            <a:bodyPr wrap="square" lIns="0" tIns="0" rIns="0" bIns="0" rtlCol="0"/>
            <a:lstStyle/>
            <a:p/>
          </p:txBody>
        </p:sp>
        <p:sp>
          <p:nvSpPr>
            <p:cNvPr id="66" name="object 66" descr=""/>
            <p:cNvSpPr/>
            <p:nvPr/>
          </p:nvSpPr>
          <p:spPr>
            <a:xfrm>
              <a:off x="10577139" y="1362254"/>
              <a:ext cx="127635" cy="307975"/>
            </a:xfrm>
            <a:custGeom>
              <a:avLst/>
              <a:gdLst/>
              <a:ahLst/>
              <a:cxnLst/>
              <a:rect l="l" t="t" r="r" b="b"/>
              <a:pathLst>
                <a:path w="127634" h="307975">
                  <a:moveTo>
                    <a:pt x="127196" y="0"/>
                  </a:moveTo>
                  <a:lnTo>
                    <a:pt x="0" y="0"/>
                  </a:lnTo>
                  <a:lnTo>
                    <a:pt x="0" y="307415"/>
                  </a:lnTo>
                  <a:lnTo>
                    <a:pt x="127196" y="307415"/>
                  </a:lnTo>
                  <a:lnTo>
                    <a:pt x="127196" y="0"/>
                  </a:lnTo>
                  <a:close/>
                </a:path>
              </a:pathLst>
            </a:custGeom>
            <a:solidFill>
              <a:srgbClr val="FFFFFF"/>
            </a:solidFill>
          </p:spPr>
          <p:txBody>
            <a:bodyPr wrap="square" lIns="0" tIns="0" rIns="0" bIns="0" rtlCol="0"/>
            <a:lstStyle/>
            <a:p/>
          </p:txBody>
        </p:sp>
        <p:sp>
          <p:nvSpPr>
            <p:cNvPr id="67" name="object 67" descr=""/>
            <p:cNvSpPr/>
            <p:nvPr/>
          </p:nvSpPr>
          <p:spPr>
            <a:xfrm>
              <a:off x="10577139" y="1362254"/>
              <a:ext cx="127635" cy="307975"/>
            </a:xfrm>
            <a:custGeom>
              <a:avLst/>
              <a:gdLst/>
              <a:ahLst/>
              <a:cxnLst/>
              <a:rect l="l" t="t" r="r" b="b"/>
              <a:pathLst>
                <a:path w="127634" h="307975">
                  <a:moveTo>
                    <a:pt x="0" y="307415"/>
                  </a:moveTo>
                  <a:lnTo>
                    <a:pt x="127196" y="307415"/>
                  </a:lnTo>
                  <a:lnTo>
                    <a:pt x="127196" y="0"/>
                  </a:lnTo>
                  <a:lnTo>
                    <a:pt x="0" y="0"/>
                  </a:lnTo>
                  <a:lnTo>
                    <a:pt x="0" y="307415"/>
                  </a:lnTo>
                  <a:close/>
                </a:path>
              </a:pathLst>
            </a:custGeom>
            <a:ln w="7817">
              <a:solidFill>
                <a:srgbClr val="000000"/>
              </a:solidFill>
            </a:ln>
          </p:spPr>
          <p:txBody>
            <a:bodyPr wrap="square" lIns="0" tIns="0" rIns="0" bIns="0" rtlCol="0"/>
            <a:lstStyle/>
            <a:p/>
          </p:txBody>
        </p:sp>
        <p:sp>
          <p:nvSpPr>
            <p:cNvPr id="68" name="object 68" descr=""/>
            <p:cNvSpPr/>
            <p:nvPr/>
          </p:nvSpPr>
          <p:spPr>
            <a:xfrm>
              <a:off x="10577139" y="2091046"/>
              <a:ext cx="127635" cy="441959"/>
            </a:xfrm>
            <a:custGeom>
              <a:avLst/>
              <a:gdLst/>
              <a:ahLst/>
              <a:cxnLst/>
              <a:rect l="l" t="t" r="r" b="b"/>
              <a:pathLst>
                <a:path w="127634" h="441960">
                  <a:moveTo>
                    <a:pt x="127196" y="0"/>
                  </a:moveTo>
                  <a:lnTo>
                    <a:pt x="0" y="0"/>
                  </a:lnTo>
                  <a:lnTo>
                    <a:pt x="0" y="441837"/>
                  </a:lnTo>
                  <a:lnTo>
                    <a:pt x="127196" y="441837"/>
                  </a:lnTo>
                  <a:lnTo>
                    <a:pt x="127196" y="0"/>
                  </a:lnTo>
                  <a:close/>
                </a:path>
              </a:pathLst>
            </a:custGeom>
            <a:solidFill>
              <a:srgbClr val="FFFFFF"/>
            </a:solidFill>
          </p:spPr>
          <p:txBody>
            <a:bodyPr wrap="square" lIns="0" tIns="0" rIns="0" bIns="0" rtlCol="0"/>
            <a:lstStyle/>
            <a:p/>
          </p:txBody>
        </p:sp>
        <p:sp>
          <p:nvSpPr>
            <p:cNvPr id="69" name="object 69" descr=""/>
            <p:cNvSpPr/>
            <p:nvPr/>
          </p:nvSpPr>
          <p:spPr>
            <a:xfrm>
              <a:off x="10425964" y="2091046"/>
              <a:ext cx="278765" cy="441959"/>
            </a:xfrm>
            <a:custGeom>
              <a:avLst/>
              <a:gdLst/>
              <a:ahLst/>
              <a:cxnLst/>
              <a:rect l="l" t="t" r="r" b="b"/>
              <a:pathLst>
                <a:path w="278765" h="441960">
                  <a:moveTo>
                    <a:pt x="151174" y="441837"/>
                  </a:moveTo>
                  <a:lnTo>
                    <a:pt x="278371" y="441837"/>
                  </a:lnTo>
                  <a:lnTo>
                    <a:pt x="278371" y="0"/>
                  </a:lnTo>
                  <a:lnTo>
                    <a:pt x="151174" y="0"/>
                  </a:lnTo>
                  <a:lnTo>
                    <a:pt x="151174" y="441837"/>
                  </a:lnTo>
                  <a:close/>
                </a:path>
                <a:path w="278765" h="441960">
                  <a:moveTo>
                    <a:pt x="0" y="223277"/>
                  </a:moveTo>
                  <a:lnTo>
                    <a:pt x="75947" y="223277"/>
                  </a:lnTo>
                </a:path>
              </a:pathLst>
            </a:custGeom>
            <a:ln w="8846">
              <a:solidFill>
                <a:srgbClr val="000000"/>
              </a:solidFill>
            </a:ln>
          </p:spPr>
          <p:txBody>
            <a:bodyPr wrap="square" lIns="0" tIns="0" rIns="0" bIns="0" rtlCol="0"/>
            <a:lstStyle/>
            <a:p/>
          </p:txBody>
        </p:sp>
        <p:sp>
          <p:nvSpPr>
            <p:cNvPr id="70" name="object 70" descr=""/>
            <p:cNvSpPr/>
            <p:nvPr/>
          </p:nvSpPr>
          <p:spPr>
            <a:xfrm>
              <a:off x="10474641" y="2278191"/>
              <a:ext cx="81915" cy="73660"/>
            </a:xfrm>
            <a:custGeom>
              <a:avLst/>
              <a:gdLst/>
              <a:ahLst/>
              <a:cxnLst/>
              <a:rect l="l" t="t" r="r" b="b"/>
              <a:pathLst>
                <a:path w="81915" h="73660">
                  <a:moveTo>
                    <a:pt x="0" y="0"/>
                  </a:moveTo>
                  <a:lnTo>
                    <a:pt x="26036" y="36706"/>
                  </a:lnTo>
                  <a:lnTo>
                    <a:pt x="0" y="73269"/>
                  </a:lnTo>
                  <a:lnTo>
                    <a:pt x="81607" y="36706"/>
                  </a:lnTo>
                  <a:lnTo>
                    <a:pt x="0" y="0"/>
                  </a:lnTo>
                  <a:close/>
                </a:path>
              </a:pathLst>
            </a:custGeom>
            <a:solidFill>
              <a:srgbClr val="000000"/>
            </a:solidFill>
          </p:spPr>
          <p:txBody>
            <a:bodyPr wrap="square" lIns="0" tIns="0" rIns="0" bIns="0" rtlCol="0"/>
            <a:lstStyle/>
            <a:p/>
          </p:txBody>
        </p:sp>
        <p:sp>
          <p:nvSpPr>
            <p:cNvPr id="71" name="object 71" descr=""/>
            <p:cNvSpPr/>
            <p:nvPr/>
          </p:nvSpPr>
          <p:spPr>
            <a:xfrm>
              <a:off x="11441789" y="2269330"/>
              <a:ext cx="127635" cy="352425"/>
            </a:xfrm>
            <a:custGeom>
              <a:avLst/>
              <a:gdLst/>
              <a:ahLst/>
              <a:cxnLst/>
              <a:rect l="l" t="t" r="r" b="b"/>
              <a:pathLst>
                <a:path w="127634" h="352425">
                  <a:moveTo>
                    <a:pt x="127454" y="0"/>
                  </a:moveTo>
                  <a:lnTo>
                    <a:pt x="0" y="0"/>
                  </a:lnTo>
                  <a:lnTo>
                    <a:pt x="0" y="352337"/>
                  </a:lnTo>
                  <a:lnTo>
                    <a:pt x="127454" y="352337"/>
                  </a:lnTo>
                  <a:lnTo>
                    <a:pt x="127454" y="0"/>
                  </a:lnTo>
                  <a:close/>
                </a:path>
              </a:pathLst>
            </a:custGeom>
            <a:solidFill>
              <a:srgbClr val="FFFFFF"/>
            </a:solidFill>
          </p:spPr>
          <p:txBody>
            <a:bodyPr wrap="square" lIns="0" tIns="0" rIns="0" bIns="0" rtlCol="0"/>
            <a:lstStyle/>
            <a:p/>
          </p:txBody>
        </p:sp>
        <p:sp>
          <p:nvSpPr>
            <p:cNvPr id="72" name="object 72" descr=""/>
            <p:cNvSpPr/>
            <p:nvPr/>
          </p:nvSpPr>
          <p:spPr>
            <a:xfrm>
              <a:off x="8350485" y="1278804"/>
              <a:ext cx="3218815" cy="1343025"/>
            </a:xfrm>
            <a:custGeom>
              <a:avLst/>
              <a:gdLst/>
              <a:ahLst/>
              <a:cxnLst/>
              <a:rect l="l" t="t" r="r" b="b"/>
              <a:pathLst>
                <a:path w="3218815" h="1343025">
                  <a:moveTo>
                    <a:pt x="3091304" y="1342863"/>
                  </a:moveTo>
                  <a:lnTo>
                    <a:pt x="3218758" y="1342863"/>
                  </a:lnTo>
                  <a:lnTo>
                    <a:pt x="3218758" y="990525"/>
                  </a:lnTo>
                  <a:lnTo>
                    <a:pt x="3091304" y="990525"/>
                  </a:lnTo>
                  <a:lnTo>
                    <a:pt x="3091304" y="1342863"/>
                  </a:lnTo>
                  <a:close/>
                </a:path>
                <a:path w="3218815" h="1343025">
                  <a:moveTo>
                    <a:pt x="0" y="0"/>
                  </a:moveTo>
                  <a:lnTo>
                    <a:pt x="0" y="311716"/>
                  </a:lnTo>
                </a:path>
              </a:pathLst>
            </a:custGeom>
            <a:ln w="8846">
              <a:solidFill>
                <a:srgbClr val="000000"/>
              </a:solidFill>
            </a:ln>
          </p:spPr>
          <p:txBody>
            <a:bodyPr wrap="square" lIns="0" tIns="0" rIns="0" bIns="0" rtlCol="0"/>
            <a:lstStyle/>
            <a:p/>
          </p:txBody>
        </p:sp>
        <p:pic>
          <p:nvPicPr>
            <p:cNvPr id="73" name="object 73" descr=""/>
            <p:cNvPicPr/>
            <p:nvPr/>
          </p:nvPicPr>
          <p:blipFill>
            <a:blip r:embed="rId3" cstate="print"/>
            <a:stretch>
              <a:fillRect/>
            </a:stretch>
          </p:blipFill>
          <p:spPr>
            <a:xfrm>
              <a:off x="8346099" y="1185663"/>
              <a:ext cx="153309" cy="220693"/>
            </a:xfrm>
            <a:prstGeom prst="rect">
              <a:avLst/>
            </a:prstGeom>
          </p:spPr>
        </p:pic>
        <p:pic>
          <p:nvPicPr>
            <p:cNvPr id="74" name="object 74" descr=""/>
            <p:cNvPicPr/>
            <p:nvPr/>
          </p:nvPicPr>
          <p:blipFill>
            <a:blip r:embed="rId4" cstate="print"/>
            <a:stretch>
              <a:fillRect/>
            </a:stretch>
          </p:blipFill>
          <p:spPr>
            <a:xfrm>
              <a:off x="8346099" y="1459384"/>
              <a:ext cx="153309" cy="220693"/>
            </a:xfrm>
            <a:prstGeom prst="rect">
              <a:avLst/>
            </a:prstGeom>
          </p:spPr>
        </p:pic>
        <p:sp>
          <p:nvSpPr>
            <p:cNvPr id="75" name="object 75" descr=""/>
            <p:cNvSpPr/>
            <p:nvPr/>
          </p:nvSpPr>
          <p:spPr>
            <a:xfrm>
              <a:off x="8498146" y="1278804"/>
              <a:ext cx="0" cy="311785"/>
            </a:xfrm>
            <a:custGeom>
              <a:avLst/>
              <a:gdLst/>
              <a:ahLst/>
              <a:cxnLst/>
              <a:rect l="l" t="t" r="r" b="b"/>
              <a:pathLst>
                <a:path w="0" h="311784">
                  <a:moveTo>
                    <a:pt x="0" y="0"/>
                  </a:moveTo>
                  <a:lnTo>
                    <a:pt x="0" y="311716"/>
                  </a:lnTo>
                </a:path>
              </a:pathLst>
            </a:custGeom>
            <a:ln w="6248">
              <a:solidFill>
                <a:srgbClr val="000000"/>
              </a:solidFill>
            </a:ln>
          </p:spPr>
          <p:txBody>
            <a:bodyPr wrap="square" lIns="0" tIns="0" rIns="0" bIns="0" rtlCol="0"/>
            <a:lstStyle/>
            <a:p/>
          </p:txBody>
        </p:sp>
        <p:sp>
          <p:nvSpPr>
            <p:cNvPr id="76" name="object 76" descr=""/>
            <p:cNvSpPr/>
            <p:nvPr/>
          </p:nvSpPr>
          <p:spPr>
            <a:xfrm>
              <a:off x="8356093" y="1278761"/>
              <a:ext cx="139065" cy="320675"/>
            </a:xfrm>
            <a:custGeom>
              <a:avLst/>
              <a:gdLst/>
              <a:ahLst/>
              <a:cxnLst/>
              <a:rect l="l" t="t" r="r" b="b"/>
              <a:pathLst>
                <a:path w="139065" h="320675">
                  <a:moveTo>
                    <a:pt x="138928" y="0"/>
                  </a:moveTo>
                  <a:lnTo>
                    <a:pt x="0" y="0"/>
                  </a:lnTo>
                  <a:lnTo>
                    <a:pt x="0" y="320506"/>
                  </a:lnTo>
                  <a:lnTo>
                    <a:pt x="138928" y="320506"/>
                  </a:lnTo>
                  <a:lnTo>
                    <a:pt x="138928" y="0"/>
                  </a:lnTo>
                  <a:close/>
                </a:path>
              </a:pathLst>
            </a:custGeom>
            <a:solidFill>
              <a:srgbClr val="FFFFFF"/>
            </a:solidFill>
          </p:spPr>
          <p:txBody>
            <a:bodyPr wrap="square" lIns="0" tIns="0" rIns="0" bIns="0" rtlCol="0"/>
            <a:lstStyle/>
            <a:p/>
          </p:txBody>
        </p:sp>
      </p:grpSp>
      <p:sp>
        <p:nvSpPr>
          <p:cNvPr id="77" name="object 77" descr=""/>
          <p:cNvSpPr txBox="1"/>
          <p:nvPr/>
        </p:nvSpPr>
        <p:spPr>
          <a:xfrm>
            <a:off x="8368627" y="1192402"/>
            <a:ext cx="96520" cy="271780"/>
          </a:xfrm>
          <a:prstGeom prst="rect">
            <a:avLst/>
          </a:prstGeom>
        </p:spPr>
        <p:txBody>
          <a:bodyPr wrap="square" lIns="0" tIns="27305" rIns="0" bIns="0" rtlCol="0" vert="horz">
            <a:spAutoFit/>
          </a:bodyPr>
          <a:lstStyle/>
          <a:p>
            <a:pPr marL="27305" marR="5080" indent="-15240">
              <a:lnSpc>
                <a:spcPts val="919"/>
              </a:lnSpc>
              <a:spcBef>
                <a:spcPts val="215"/>
              </a:spcBef>
            </a:pPr>
            <a:r>
              <a:rPr dirty="0" sz="850" spc="-235">
                <a:latin typeface="Times New Roman"/>
                <a:cs typeface="Times New Roman"/>
              </a:rPr>
              <a:t>M</a:t>
            </a:r>
            <a:r>
              <a:rPr dirty="0" sz="850" spc="500">
                <a:latin typeface="Times New Roman"/>
                <a:cs typeface="Times New Roman"/>
              </a:rPr>
              <a:t> </a:t>
            </a:r>
            <a:r>
              <a:rPr dirty="0" sz="850" spc="-215">
                <a:latin typeface="Times New Roman"/>
                <a:cs typeface="Times New Roman"/>
              </a:rPr>
              <a:t>U</a:t>
            </a:r>
            <a:endParaRPr sz="850">
              <a:latin typeface="Times New Roman"/>
              <a:cs typeface="Times New Roman"/>
            </a:endParaRPr>
          </a:p>
        </p:txBody>
      </p:sp>
      <p:sp>
        <p:nvSpPr>
          <p:cNvPr id="78" name="object 78" descr=""/>
          <p:cNvSpPr txBox="1"/>
          <p:nvPr/>
        </p:nvSpPr>
        <p:spPr>
          <a:xfrm>
            <a:off x="8376787" y="1412783"/>
            <a:ext cx="81915" cy="255270"/>
          </a:xfrm>
          <a:prstGeom prst="rect">
            <a:avLst/>
          </a:prstGeom>
        </p:spPr>
        <p:txBody>
          <a:bodyPr wrap="square" lIns="0" tIns="41910" rIns="0" bIns="0" rtlCol="0" vert="horz">
            <a:spAutoFit/>
          </a:bodyPr>
          <a:lstStyle/>
          <a:p>
            <a:pPr marL="25400" marR="5080" indent="-13335">
              <a:lnSpc>
                <a:spcPct val="77400"/>
              </a:lnSpc>
              <a:spcBef>
                <a:spcPts val="330"/>
              </a:spcBef>
            </a:pPr>
            <a:r>
              <a:rPr dirty="0" sz="850" spc="-210">
                <a:latin typeface="Times New Roman"/>
                <a:cs typeface="Times New Roman"/>
              </a:rPr>
              <a:t>X</a:t>
            </a:r>
            <a:r>
              <a:rPr dirty="0" sz="850" spc="500">
                <a:latin typeface="Times New Roman"/>
                <a:cs typeface="Times New Roman"/>
              </a:rPr>
              <a:t> </a:t>
            </a:r>
            <a:r>
              <a:rPr dirty="0" sz="850" spc="-120">
                <a:latin typeface="Times New Roman"/>
                <a:cs typeface="Times New Roman"/>
              </a:rPr>
              <a:t>1</a:t>
            </a:r>
            <a:endParaRPr sz="850">
              <a:latin typeface="Times New Roman"/>
              <a:cs typeface="Times New Roman"/>
            </a:endParaRPr>
          </a:p>
        </p:txBody>
      </p:sp>
      <p:grpSp>
        <p:nvGrpSpPr>
          <p:cNvPr id="79" name="object 79" descr=""/>
          <p:cNvGrpSpPr/>
          <p:nvPr/>
        </p:nvGrpSpPr>
        <p:grpSpPr>
          <a:xfrm>
            <a:off x="10018068" y="1808667"/>
            <a:ext cx="155575" cy="1028700"/>
            <a:chOff x="10018068" y="1808667"/>
            <a:chExt cx="155575" cy="1028700"/>
          </a:xfrm>
        </p:grpSpPr>
        <p:sp>
          <p:nvSpPr>
            <p:cNvPr id="80" name="object 80" descr=""/>
            <p:cNvSpPr/>
            <p:nvPr/>
          </p:nvSpPr>
          <p:spPr>
            <a:xfrm>
              <a:off x="10022454" y="1901378"/>
              <a:ext cx="0" cy="312420"/>
            </a:xfrm>
            <a:custGeom>
              <a:avLst/>
              <a:gdLst/>
              <a:ahLst/>
              <a:cxnLst/>
              <a:rect l="l" t="t" r="r" b="b"/>
              <a:pathLst>
                <a:path w="0" h="312419">
                  <a:moveTo>
                    <a:pt x="0" y="0"/>
                  </a:moveTo>
                  <a:lnTo>
                    <a:pt x="0" y="312003"/>
                  </a:lnTo>
                </a:path>
              </a:pathLst>
            </a:custGeom>
            <a:ln w="7392">
              <a:solidFill>
                <a:srgbClr val="000000"/>
              </a:solidFill>
            </a:ln>
          </p:spPr>
          <p:txBody>
            <a:bodyPr wrap="square" lIns="0" tIns="0" rIns="0" bIns="0" rtlCol="0"/>
            <a:lstStyle/>
            <a:p/>
          </p:txBody>
        </p:sp>
        <p:pic>
          <p:nvPicPr>
            <p:cNvPr id="81" name="object 81" descr=""/>
            <p:cNvPicPr/>
            <p:nvPr/>
          </p:nvPicPr>
          <p:blipFill>
            <a:blip r:embed="rId5" cstate="print"/>
            <a:stretch>
              <a:fillRect/>
            </a:stretch>
          </p:blipFill>
          <p:spPr>
            <a:xfrm>
              <a:off x="10018068" y="1808667"/>
              <a:ext cx="153258" cy="220550"/>
            </a:xfrm>
            <a:prstGeom prst="rect">
              <a:avLst/>
            </a:prstGeom>
          </p:spPr>
        </p:pic>
        <p:pic>
          <p:nvPicPr>
            <p:cNvPr id="82" name="object 82" descr=""/>
            <p:cNvPicPr/>
            <p:nvPr/>
          </p:nvPicPr>
          <p:blipFill>
            <a:blip r:embed="rId6" cstate="print"/>
            <a:stretch>
              <a:fillRect/>
            </a:stretch>
          </p:blipFill>
          <p:spPr>
            <a:xfrm>
              <a:off x="10018068" y="2082387"/>
              <a:ext cx="153257" cy="220693"/>
            </a:xfrm>
            <a:prstGeom prst="rect">
              <a:avLst/>
            </a:prstGeom>
          </p:spPr>
        </p:pic>
        <p:sp>
          <p:nvSpPr>
            <p:cNvPr id="83" name="object 83" descr=""/>
            <p:cNvSpPr/>
            <p:nvPr/>
          </p:nvSpPr>
          <p:spPr>
            <a:xfrm>
              <a:off x="10169513" y="1901378"/>
              <a:ext cx="0" cy="312420"/>
            </a:xfrm>
            <a:custGeom>
              <a:avLst/>
              <a:gdLst/>
              <a:ahLst/>
              <a:cxnLst/>
              <a:rect l="l" t="t" r="r" b="b"/>
              <a:pathLst>
                <a:path w="0" h="312419">
                  <a:moveTo>
                    <a:pt x="0" y="0"/>
                  </a:moveTo>
                  <a:lnTo>
                    <a:pt x="0" y="312003"/>
                  </a:lnTo>
                </a:path>
              </a:pathLst>
            </a:custGeom>
            <a:ln w="7392">
              <a:solidFill>
                <a:srgbClr val="000000"/>
              </a:solidFill>
            </a:ln>
          </p:spPr>
          <p:txBody>
            <a:bodyPr wrap="square" lIns="0" tIns="0" rIns="0" bIns="0" rtlCol="0"/>
            <a:lstStyle/>
            <a:p/>
          </p:txBody>
        </p:sp>
        <p:sp>
          <p:nvSpPr>
            <p:cNvPr id="84" name="object 84" descr=""/>
            <p:cNvSpPr/>
            <p:nvPr/>
          </p:nvSpPr>
          <p:spPr>
            <a:xfrm>
              <a:off x="10027600" y="1901478"/>
              <a:ext cx="137160" cy="320675"/>
            </a:xfrm>
            <a:custGeom>
              <a:avLst/>
              <a:gdLst/>
              <a:ahLst/>
              <a:cxnLst/>
              <a:rect l="l" t="t" r="r" b="b"/>
              <a:pathLst>
                <a:path w="137159" h="320675">
                  <a:moveTo>
                    <a:pt x="137137" y="0"/>
                  </a:moveTo>
                  <a:lnTo>
                    <a:pt x="0" y="0"/>
                  </a:lnTo>
                  <a:lnTo>
                    <a:pt x="0" y="320506"/>
                  </a:lnTo>
                  <a:lnTo>
                    <a:pt x="137137" y="320506"/>
                  </a:lnTo>
                  <a:lnTo>
                    <a:pt x="137137" y="0"/>
                  </a:lnTo>
                  <a:close/>
                </a:path>
              </a:pathLst>
            </a:custGeom>
            <a:solidFill>
              <a:srgbClr val="FFFFFF"/>
            </a:solidFill>
          </p:spPr>
          <p:txBody>
            <a:bodyPr wrap="square" lIns="0" tIns="0" rIns="0" bIns="0" rtlCol="0"/>
            <a:lstStyle/>
            <a:p/>
          </p:txBody>
        </p:sp>
        <p:sp>
          <p:nvSpPr>
            <p:cNvPr id="85" name="object 85" descr=""/>
            <p:cNvSpPr/>
            <p:nvPr/>
          </p:nvSpPr>
          <p:spPr>
            <a:xfrm>
              <a:off x="10022454" y="2435626"/>
              <a:ext cx="0" cy="312420"/>
            </a:xfrm>
            <a:custGeom>
              <a:avLst/>
              <a:gdLst/>
              <a:ahLst/>
              <a:cxnLst/>
              <a:rect l="l" t="t" r="r" b="b"/>
              <a:pathLst>
                <a:path w="0" h="312419">
                  <a:moveTo>
                    <a:pt x="0" y="0"/>
                  </a:moveTo>
                  <a:lnTo>
                    <a:pt x="0" y="311989"/>
                  </a:lnTo>
                </a:path>
              </a:pathLst>
            </a:custGeom>
            <a:ln w="7392">
              <a:solidFill>
                <a:srgbClr val="000000"/>
              </a:solidFill>
            </a:ln>
          </p:spPr>
          <p:txBody>
            <a:bodyPr wrap="square" lIns="0" tIns="0" rIns="0" bIns="0" rtlCol="0"/>
            <a:lstStyle/>
            <a:p/>
          </p:txBody>
        </p:sp>
        <p:pic>
          <p:nvPicPr>
            <p:cNvPr id="86" name="object 86" descr=""/>
            <p:cNvPicPr/>
            <p:nvPr/>
          </p:nvPicPr>
          <p:blipFill>
            <a:blip r:embed="rId7" cstate="print"/>
            <a:stretch>
              <a:fillRect/>
            </a:stretch>
          </p:blipFill>
          <p:spPr>
            <a:xfrm>
              <a:off x="10018069" y="2342487"/>
              <a:ext cx="153255" cy="220963"/>
            </a:xfrm>
            <a:prstGeom prst="rect">
              <a:avLst/>
            </a:prstGeom>
          </p:spPr>
        </p:pic>
        <p:pic>
          <p:nvPicPr>
            <p:cNvPr id="87" name="object 87" descr=""/>
            <p:cNvPicPr/>
            <p:nvPr/>
          </p:nvPicPr>
          <p:blipFill>
            <a:blip r:embed="rId8" cstate="print"/>
            <a:stretch>
              <a:fillRect/>
            </a:stretch>
          </p:blipFill>
          <p:spPr>
            <a:xfrm>
              <a:off x="10018068" y="2616579"/>
              <a:ext cx="153257" cy="220678"/>
            </a:xfrm>
            <a:prstGeom prst="rect">
              <a:avLst/>
            </a:prstGeom>
          </p:spPr>
        </p:pic>
        <p:sp>
          <p:nvSpPr>
            <p:cNvPr id="88" name="object 88" descr=""/>
            <p:cNvSpPr/>
            <p:nvPr/>
          </p:nvSpPr>
          <p:spPr>
            <a:xfrm>
              <a:off x="10169513" y="2435626"/>
              <a:ext cx="0" cy="312420"/>
            </a:xfrm>
            <a:custGeom>
              <a:avLst/>
              <a:gdLst/>
              <a:ahLst/>
              <a:cxnLst/>
              <a:rect l="l" t="t" r="r" b="b"/>
              <a:pathLst>
                <a:path w="0" h="312419">
                  <a:moveTo>
                    <a:pt x="0" y="0"/>
                  </a:moveTo>
                  <a:lnTo>
                    <a:pt x="0" y="311989"/>
                  </a:lnTo>
                </a:path>
              </a:pathLst>
            </a:custGeom>
            <a:ln w="7392">
              <a:solidFill>
                <a:srgbClr val="000000"/>
              </a:solidFill>
            </a:ln>
          </p:spPr>
          <p:txBody>
            <a:bodyPr wrap="square" lIns="0" tIns="0" rIns="0" bIns="0" rtlCol="0"/>
            <a:lstStyle/>
            <a:p/>
          </p:txBody>
        </p:sp>
        <p:sp>
          <p:nvSpPr>
            <p:cNvPr id="89" name="object 89" descr=""/>
            <p:cNvSpPr/>
            <p:nvPr/>
          </p:nvSpPr>
          <p:spPr>
            <a:xfrm>
              <a:off x="10028526" y="2435598"/>
              <a:ext cx="136525" cy="320675"/>
            </a:xfrm>
            <a:custGeom>
              <a:avLst/>
              <a:gdLst/>
              <a:ahLst/>
              <a:cxnLst/>
              <a:rect l="l" t="t" r="r" b="b"/>
              <a:pathLst>
                <a:path w="136525" h="320675">
                  <a:moveTo>
                    <a:pt x="136119" y="0"/>
                  </a:moveTo>
                  <a:lnTo>
                    <a:pt x="0" y="0"/>
                  </a:lnTo>
                  <a:lnTo>
                    <a:pt x="0" y="320506"/>
                  </a:lnTo>
                  <a:lnTo>
                    <a:pt x="136119" y="320506"/>
                  </a:lnTo>
                  <a:lnTo>
                    <a:pt x="136119" y="0"/>
                  </a:lnTo>
                  <a:close/>
                </a:path>
              </a:pathLst>
            </a:custGeom>
            <a:solidFill>
              <a:srgbClr val="FFFFFF"/>
            </a:solidFill>
          </p:spPr>
          <p:txBody>
            <a:bodyPr wrap="square" lIns="0" tIns="0" rIns="0" bIns="0" rtlCol="0"/>
            <a:lstStyle/>
            <a:p/>
          </p:txBody>
        </p:sp>
      </p:grpSp>
      <p:sp>
        <p:nvSpPr>
          <p:cNvPr id="90" name="object 90" descr=""/>
          <p:cNvSpPr txBox="1"/>
          <p:nvPr/>
        </p:nvSpPr>
        <p:spPr>
          <a:xfrm>
            <a:off x="10040627" y="1815406"/>
            <a:ext cx="94615" cy="1010919"/>
          </a:xfrm>
          <a:prstGeom prst="rect">
            <a:avLst/>
          </a:prstGeom>
        </p:spPr>
        <p:txBody>
          <a:bodyPr wrap="square" lIns="0" tIns="34925" rIns="0" bIns="0" rtlCol="0" vert="horz">
            <a:spAutoFit/>
          </a:bodyPr>
          <a:lstStyle/>
          <a:p>
            <a:pPr algn="just" marL="20320" marR="5080" indent="-8255">
              <a:lnSpc>
                <a:spcPct val="82500"/>
              </a:lnSpc>
              <a:spcBef>
                <a:spcPts val="275"/>
              </a:spcBef>
            </a:pPr>
            <a:r>
              <a:rPr dirty="0" sz="850" spc="-240">
                <a:latin typeface="Times New Roman"/>
                <a:cs typeface="Times New Roman"/>
              </a:rPr>
              <a:t>M</a:t>
            </a:r>
            <a:r>
              <a:rPr dirty="0" sz="850" spc="500">
                <a:latin typeface="Times New Roman"/>
                <a:cs typeface="Times New Roman"/>
              </a:rPr>
              <a:t> </a:t>
            </a:r>
            <a:r>
              <a:rPr dirty="0" sz="850" spc="-175">
                <a:latin typeface="Times New Roman"/>
                <a:cs typeface="Times New Roman"/>
              </a:rPr>
              <a:t>U</a:t>
            </a:r>
            <a:r>
              <a:rPr dirty="0" sz="850" spc="500">
                <a:latin typeface="Times New Roman"/>
                <a:cs typeface="Times New Roman"/>
              </a:rPr>
              <a:t> </a:t>
            </a:r>
            <a:r>
              <a:rPr dirty="0" sz="850" spc="-175">
                <a:latin typeface="Times New Roman"/>
                <a:cs typeface="Times New Roman"/>
              </a:rPr>
              <a:t>X</a:t>
            </a:r>
            <a:r>
              <a:rPr dirty="0" sz="850" spc="500">
                <a:latin typeface="Times New Roman"/>
                <a:cs typeface="Times New Roman"/>
              </a:rPr>
              <a:t> </a:t>
            </a:r>
            <a:r>
              <a:rPr dirty="0" sz="850" spc="-50">
                <a:latin typeface="Times New Roman"/>
                <a:cs typeface="Times New Roman"/>
              </a:rPr>
              <a:t>2</a:t>
            </a:r>
            <a:endParaRPr sz="850">
              <a:latin typeface="Times New Roman"/>
              <a:cs typeface="Times New Roman"/>
            </a:endParaRPr>
          </a:p>
          <a:p>
            <a:pPr algn="just" marL="20320" marR="5080" indent="-8255">
              <a:lnSpc>
                <a:spcPct val="82600"/>
              </a:lnSpc>
              <a:spcBef>
                <a:spcPts val="845"/>
              </a:spcBef>
            </a:pPr>
            <a:r>
              <a:rPr dirty="0" sz="850" spc="-240">
                <a:latin typeface="Times New Roman"/>
                <a:cs typeface="Times New Roman"/>
              </a:rPr>
              <a:t>M</a:t>
            </a:r>
            <a:r>
              <a:rPr dirty="0" sz="850" spc="500">
                <a:latin typeface="Times New Roman"/>
                <a:cs typeface="Times New Roman"/>
              </a:rPr>
              <a:t> </a:t>
            </a:r>
            <a:r>
              <a:rPr dirty="0" sz="850" spc="-175">
                <a:latin typeface="Times New Roman"/>
                <a:cs typeface="Times New Roman"/>
              </a:rPr>
              <a:t>U</a:t>
            </a:r>
            <a:r>
              <a:rPr dirty="0" sz="850" spc="500">
                <a:latin typeface="Times New Roman"/>
                <a:cs typeface="Times New Roman"/>
              </a:rPr>
              <a:t> </a:t>
            </a:r>
            <a:r>
              <a:rPr dirty="0" sz="850" spc="-175">
                <a:latin typeface="Times New Roman"/>
                <a:cs typeface="Times New Roman"/>
              </a:rPr>
              <a:t>X</a:t>
            </a:r>
            <a:r>
              <a:rPr dirty="0" sz="850" spc="500">
                <a:latin typeface="Times New Roman"/>
                <a:cs typeface="Times New Roman"/>
              </a:rPr>
              <a:t> </a:t>
            </a:r>
            <a:r>
              <a:rPr dirty="0" sz="850" spc="-50">
                <a:latin typeface="Times New Roman"/>
                <a:cs typeface="Times New Roman"/>
              </a:rPr>
              <a:t>3</a:t>
            </a:r>
            <a:endParaRPr sz="850">
              <a:latin typeface="Times New Roman"/>
              <a:cs typeface="Times New Roman"/>
            </a:endParaRPr>
          </a:p>
        </p:txBody>
      </p:sp>
      <p:grpSp>
        <p:nvGrpSpPr>
          <p:cNvPr id="91" name="object 91" descr=""/>
          <p:cNvGrpSpPr/>
          <p:nvPr/>
        </p:nvGrpSpPr>
        <p:grpSpPr>
          <a:xfrm>
            <a:off x="11747677" y="2238389"/>
            <a:ext cx="155575" cy="495934"/>
            <a:chOff x="11747677" y="2238389"/>
            <a:chExt cx="155575" cy="495934"/>
          </a:xfrm>
        </p:grpSpPr>
        <p:sp>
          <p:nvSpPr>
            <p:cNvPr id="92" name="object 92" descr=""/>
            <p:cNvSpPr/>
            <p:nvPr/>
          </p:nvSpPr>
          <p:spPr>
            <a:xfrm>
              <a:off x="11752063" y="2331530"/>
              <a:ext cx="0" cy="311785"/>
            </a:xfrm>
            <a:custGeom>
              <a:avLst/>
              <a:gdLst/>
              <a:ahLst/>
              <a:cxnLst/>
              <a:rect l="l" t="t" r="r" b="b"/>
              <a:pathLst>
                <a:path w="0" h="311785">
                  <a:moveTo>
                    <a:pt x="0" y="0"/>
                  </a:moveTo>
                  <a:lnTo>
                    <a:pt x="0" y="311716"/>
                  </a:lnTo>
                </a:path>
              </a:pathLst>
            </a:custGeom>
            <a:ln w="7392">
              <a:solidFill>
                <a:srgbClr val="000000"/>
              </a:solidFill>
            </a:ln>
          </p:spPr>
          <p:txBody>
            <a:bodyPr wrap="square" lIns="0" tIns="0" rIns="0" bIns="0" rtlCol="0"/>
            <a:lstStyle/>
            <a:p/>
          </p:txBody>
        </p:sp>
        <p:pic>
          <p:nvPicPr>
            <p:cNvPr id="93" name="object 93" descr=""/>
            <p:cNvPicPr/>
            <p:nvPr/>
          </p:nvPicPr>
          <p:blipFill>
            <a:blip r:embed="rId9" cstate="print"/>
            <a:stretch>
              <a:fillRect/>
            </a:stretch>
          </p:blipFill>
          <p:spPr>
            <a:xfrm>
              <a:off x="11747677" y="2238389"/>
              <a:ext cx="153257" cy="220693"/>
            </a:xfrm>
            <a:prstGeom prst="rect">
              <a:avLst/>
            </a:prstGeom>
          </p:spPr>
        </p:pic>
        <p:pic>
          <p:nvPicPr>
            <p:cNvPr id="94" name="object 94" descr=""/>
            <p:cNvPicPr/>
            <p:nvPr/>
          </p:nvPicPr>
          <p:blipFill>
            <a:blip r:embed="rId10" cstate="print"/>
            <a:stretch>
              <a:fillRect/>
            </a:stretch>
          </p:blipFill>
          <p:spPr>
            <a:xfrm>
              <a:off x="11747677" y="2513256"/>
              <a:ext cx="153257" cy="220693"/>
            </a:xfrm>
            <a:prstGeom prst="rect">
              <a:avLst/>
            </a:prstGeom>
          </p:spPr>
        </p:pic>
        <p:sp>
          <p:nvSpPr>
            <p:cNvPr id="95" name="object 95" descr=""/>
            <p:cNvSpPr/>
            <p:nvPr/>
          </p:nvSpPr>
          <p:spPr>
            <a:xfrm>
              <a:off x="11900326" y="2331530"/>
              <a:ext cx="0" cy="311785"/>
            </a:xfrm>
            <a:custGeom>
              <a:avLst/>
              <a:gdLst/>
              <a:ahLst/>
              <a:cxnLst/>
              <a:rect l="l" t="t" r="r" b="b"/>
              <a:pathLst>
                <a:path w="0" h="311785">
                  <a:moveTo>
                    <a:pt x="0" y="0"/>
                  </a:moveTo>
                  <a:lnTo>
                    <a:pt x="0" y="311716"/>
                  </a:lnTo>
                </a:path>
              </a:pathLst>
            </a:custGeom>
            <a:ln w="4982">
              <a:solidFill>
                <a:srgbClr val="000000"/>
              </a:solidFill>
            </a:ln>
          </p:spPr>
          <p:txBody>
            <a:bodyPr wrap="square" lIns="0" tIns="0" rIns="0" bIns="0" rtlCol="0"/>
            <a:lstStyle/>
            <a:p/>
          </p:txBody>
        </p:sp>
        <p:sp>
          <p:nvSpPr>
            <p:cNvPr id="96" name="object 96" descr=""/>
            <p:cNvSpPr/>
            <p:nvPr/>
          </p:nvSpPr>
          <p:spPr>
            <a:xfrm>
              <a:off x="11758649" y="2332304"/>
              <a:ext cx="139700" cy="320040"/>
            </a:xfrm>
            <a:custGeom>
              <a:avLst/>
              <a:gdLst/>
              <a:ahLst/>
              <a:cxnLst/>
              <a:rect l="l" t="t" r="r" b="b"/>
              <a:pathLst>
                <a:path w="139700" h="320039">
                  <a:moveTo>
                    <a:pt x="139185" y="0"/>
                  </a:moveTo>
                  <a:lnTo>
                    <a:pt x="0" y="0"/>
                  </a:lnTo>
                  <a:lnTo>
                    <a:pt x="0" y="319789"/>
                  </a:lnTo>
                  <a:lnTo>
                    <a:pt x="139185" y="319789"/>
                  </a:lnTo>
                  <a:lnTo>
                    <a:pt x="139185" y="0"/>
                  </a:lnTo>
                  <a:close/>
                </a:path>
              </a:pathLst>
            </a:custGeom>
            <a:solidFill>
              <a:srgbClr val="FFFFFF"/>
            </a:solidFill>
          </p:spPr>
          <p:txBody>
            <a:bodyPr wrap="square" lIns="0" tIns="0" rIns="0" bIns="0" rtlCol="0"/>
            <a:lstStyle/>
            <a:p/>
          </p:txBody>
        </p:sp>
      </p:grpSp>
      <p:sp>
        <p:nvSpPr>
          <p:cNvPr id="97" name="object 97" descr=""/>
          <p:cNvSpPr txBox="1"/>
          <p:nvPr/>
        </p:nvSpPr>
        <p:spPr>
          <a:xfrm>
            <a:off x="11770133" y="2245271"/>
            <a:ext cx="94615" cy="476250"/>
          </a:xfrm>
          <a:prstGeom prst="rect">
            <a:avLst/>
          </a:prstGeom>
        </p:spPr>
        <p:txBody>
          <a:bodyPr wrap="square" lIns="0" tIns="34925" rIns="0" bIns="0" rtlCol="0" vert="horz">
            <a:spAutoFit/>
          </a:bodyPr>
          <a:lstStyle/>
          <a:p>
            <a:pPr algn="just" marL="20320" marR="5080" indent="-8255">
              <a:lnSpc>
                <a:spcPct val="82600"/>
              </a:lnSpc>
              <a:spcBef>
                <a:spcPts val="275"/>
              </a:spcBef>
            </a:pPr>
            <a:r>
              <a:rPr dirty="0" sz="850" spc="-240">
                <a:latin typeface="Times New Roman"/>
                <a:cs typeface="Times New Roman"/>
              </a:rPr>
              <a:t>M</a:t>
            </a:r>
            <a:r>
              <a:rPr dirty="0" sz="850" spc="500">
                <a:latin typeface="Times New Roman"/>
                <a:cs typeface="Times New Roman"/>
              </a:rPr>
              <a:t> </a:t>
            </a:r>
            <a:r>
              <a:rPr dirty="0" sz="850" spc="-175">
                <a:latin typeface="Times New Roman"/>
                <a:cs typeface="Times New Roman"/>
              </a:rPr>
              <a:t>U</a:t>
            </a:r>
            <a:r>
              <a:rPr dirty="0" sz="850" spc="500">
                <a:latin typeface="Times New Roman"/>
                <a:cs typeface="Times New Roman"/>
              </a:rPr>
              <a:t> </a:t>
            </a:r>
            <a:r>
              <a:rPr dirty="0" sz="850" spc="-175">
                <a:latin typeface="Times New Roman"/>
                <a:cs typeface="Times New Roman"/>
              </a:rPr>
              <a:t>X</a:t>
            </a:r>
            <a:r>
              <a:rPr dirty="0" sz="850" spc="500">
                <a:latin typeface="Times New Roman"/>
                <a:cs typeface="Times New Roman"/>
              </a:rPr>
              <a:t> </a:t>
            </a:r>
            <a:r>
              <a:rPr dirty="0" sz="850" spc="-50">
                <a:latin typeface="Times New Roman"/>
                <a:cs typeface="Times New Roman"/>
              </a:rPr>
              <a:t>4</a:t>
            </a:r>
            <a:endParaRPr sz="850">
              <a:latin typeface="Times New Roman"/>
              <a:cs typeface="Times New Roman"/>
            </a:endParaRPr>
          </a:p>
        </p:txBody>
      </p:sp>
      <p:grpSp>
        <p:nvGrpSpPr>
          <p:cNvPr id="98" name="object 98" descr=""/>
          <p:cNvGrpSpPr/>
          <p:nvPr/>
        </p:nvGrpSpPr>
        <p:grpSpPr>
          <a:xfrm>
            <a:off x="7696594" y="574564"/>
            <a:ext cx="4312920" cy="3169920"/>
            <a:chOff x="7696594" y="574564"/>
            <a:chExt cx="4312920" cy="3169920"/>
          </a:xfrm>
        </p:grpSpPr>
        <p:sp>
          <p:nvSpPr>
            <p:cNvPr id="99" name="object 99" descr=""/>
            <p:cNvSpPr/>
            <p:nvPr/>
          </p:nvSpPr>
          <p:spPr>
            <a:xfrm>
              <a:off x="9539394" y="2135954"/>
              <a:ext cx="54610" cy="0"/>
            </a:xfrm>
            <a:custGeom>
              <a:avLst/>
              <a:gdLst/>
              <a:ahLst/>
              <a:cxnLst/>
              <a:rect l="l" t="t" r="r" b="b"/>
              <a:pathLst>
                <a:path w="54609" h="0">
                  <a:moveTo>
                    <a:pt x="0" y="0"/>
                  </a:moveTo>
                  <a:lnTo>
                    <a:pt x="54542" y="0"/>
                  </a:lnTo>
                </a:path>
              </a:pathLst>
            </a:custGeom>
            <a:ln w="10299">
              <a:solidFill>
                <a:srgbClr val="000000"/>
              </a:solidFill>
            </a:ln>
          </p:spPr>
          <p:txBody>
            <a:bodyPr wrap="square" lIns="0" tIns="0" rIns="0" bIns="0" rtlCol="0"/>
            <a:lstStyle/>
            <a:p/>
          </p:txBody>
        </p:sp>
        <p:sp>
          <p:nvSpPr>
            <p:cNvPr id="100" name="object 100" descr=""/>
            <p:cNvSpPr/>
            <p:nvPr/>
          </p:nvSpPr>
          <p:spPr>
            <a:xfrm>
              <a:off x="9566665" y="2099821"/>
              <a:ext cx="81915" cy="73660"/>
            </a:xfrm>
            <a:custGeom>
              <a:avLst/>
              <a:gdLst/>
              <a:ahLst/>
              <a:cxnLst/>
              <a:rect l="l" t="t" r="r" b="b"/>
              <a:pathLst>
                <a:path w="81915" h="73660">
                  <a:moveTo>
                    <a:pt x="0" y="0"/>
                  </a:moveTo>
                  <a:lnTo>
                    <a:pt x="26036" y="36132"/>
                  </a:lnTo>
                  <a:lnTo>
                    <a:pt x="0" y="73269"/>
                  </a:lnTo>
                  <a:lnTo>
                    <a:pt x="81607" y="36132"/>
                  </a:lnTo>
                  <a:lnTo>
                    <a:pt x="0" y="0"/>
                  </a:lnTo>
                  <a:close/>
                </a:path>
              </a:pathLst>
            </a:custGeom>
            <a:solidFill>
              <a:srgbClr val="000000"/>
            </a:solidFill>
          </p:spPr>
          <p:txBody>
            <a:bodyPr wrap="square" lIns="0" tIns="0" rIns="0" bIns="0" rtlCol="0"/>
            <a:lstStyle/>
            <a:p/>
          </p:txBody>
        </p:sp>
        <p:sp>
          <p:nvSpPr>
            <p:cNvPr id="101" name="object 101" descr=""/>
            <p:cNvSpPr/>
            <p:nvPr/>
          </p:nvSpPr>
          <p:spPr>
            <a:xfrm>
              <a:off x="9539394" y="2536425"/>
              <a:ext cx="54610" cy="0"/>
            </a:xfrm>
            <a:custGeom>
              <a:avLst/>
              <a:gdLst/>
              <a:ahLst/>
              <a:cxnLst/>
              <a:rect l="l" t="t" r="r" b="b"/>
              <a:pathLst>
                <a:path w="54609" h="0">
                  <a:moveTo>
                    <a:pt x="0" y="0"/>
                  </a:moveTo>
                  <a:lnTo>
                    <a:pt x="54542" y="0"/>
                  </a:lnTo>
                </a:path>
              </a:pathLst>
            </a:custGeom>
            <a:ln w="10299">
              <a:solidFill>
                <a:srgbClr val="000000"/>
              </a:solidFill>
            </a:ln>
          </p:spPr>
          <p:txBody>
            <a:bodyPr wrap="square" lIns="0" tIns="0" rIns="0" bIns="0" rtlCol="0"/>
            <a:lstStyle/>
            <a:p/>
          </p:txBody>
        </p:sp>
        <p:sp>
          <p:nvSpPr>
            <p:cNvPr id="102" name="object 102" descr=""/>
            <p:cNvSpPr/>
            <p:nvPr/>
          </p:nvSpPr>
          <p:spPr>
            <a:xfrm>
              <a:off x="9566665" y="2500293"/>
              <a:ext cx="81915" cy="73660"/>
            </a:xfrm>
            <a:custGeom>
              <a:avLst/>
              <a:gdLst/>
              <a:ahLst/>
              <a:cxnLst/>
              <a:rect l="l" t="t" r="r" b="b"/>
              <a:pathLst>
                <a:path w="81915" h="73660">
                  <a:moveTo>
                    <a:pt x="0" y="0"/>
                  </a:moveTo>
                  <a:lnTo>
                    <a:pt x="26036" y="37193"/>
                  </a:lnTo>
                  <a:lnTo>
                    <a:pt x="0" y="73269"/>
                  </a:lnTo>
                  <a:lnTo>
                    <a:pt x="81607" y="37193"/>
                  </a:lnTo>
                  <a:lnTo>
                    <a:pt x="0" y="0"/>
                  </a:lnTo>
                  <a:close/>
                </a:path>
              </a:pathLst>
            </a:custGeom>
            <a:solidFill>
              <a:srgbClr val="000000"/>
            </a:solidFill>
          </p:spPr>
          <p:txBody>
            <a:bodyPr wrap="square" lIns="0" tIns="0" rIns="0" bIns="0" rtlCol="0"/>
            <a:lstStyle/>
            <a:p/>
          </p:txBody>
        </p:sp>
        <p:pic>
          <p:nvPicPr>
            <p:cNvPr id="103" name="object 103" descr=""/>
            <p:cNvPicPr/>
            <p:nvPr/>
          </p:nvPicPr>
          <p:blipFill>
            <a:blip r:embed="rId11" cstate="print"/>
            <a:stretch>
              <a:fillRect/>
            </a:stretch>
          </p:blipFill>
          <p:spPr>
            <a:xfrm>
              <a:off x="9496275" y="3017577"/>
              <a:ext cx="151998" cy="97532"/>
            </a:xfrm>
            <a:prstGeom prst="rect">
              <a:avLst/>
            </a:prstGeom>
          </p:spPr>
        </p:pic>
        <p:sp>
          <p:nvSpPr>
            <p:cNvPr id="104" name="object 104" descr=""/>
            <p:cNvSpPr/>
            <p:nvPr/>
          </p:nvSpPr>
          <p:spPr>
            <a:xfrm>
              <a:off x="9820544" y="2670145"/>
              <a:ext cx="140970" cy="400685"/>
            </a:xfrm>
            <a:custGeom>
              <a:avLst/>
              <a:gdLst/>
              <a:ahLst/>
              <a:cxnLst/>
              <a:rect l="l" t="t" r="r" b="b"/>
              <a:pathLst>
                <a:path w="140970" h="400685">
                  <a:moveTo>
                    <a:pt x="0" y="400442"/>
                  </a:moveTo>
                  <a:lnTo>
                    <a:pt x="86444" y="400442"/>
                  </a:lnTo>
                </a:path>
                <a:path w="140970" h="400685">
                  <a:moveTo>
                    <a:pt x="86444" y="400442"/>
                  </a:moveTo>
                  <a:lnTo>
                    <a:pt x="86444" y="0"/>
                  </a:lnTo>
                </a:path>
                <a:path w="140970" h="400685">
                  <a:moveTo>
                    <a:pt x="86444" y="0"/>
                  </a:moveTo>
                  <a:lnTo>
                    <a:pt x="140780" y="0"/>
                  </a:lnTo>
                </a:path>
              </a:pathLst>
            </a:custGeom>
            <a:ln w="8846">
              <a:solidFill>
                <a:srgbClr val="000000"/>
              </a:solidFill>
            </a:ln>
          </p:spPr>
          <p:txBody>
            <a:bodyPr wrap="square" lIns="0" tIns="0" rIns="0" bIns="0" rtlCol="0"/>
            <a:lstStyle/>
            <a:p/>
          </p:txBody>
        </p:sp>
        <p:sp>
          <p:nvSpPr>
            <p:cNvPr id="105" name="object 105" descr=""/>
            <p:cNvSpPr/>
            <p:nvPr/>
          </p:nvSpPr>
          <p:spPr>
            <a:xfrm>
              <a:off x="9934260" y="2633697"/>
              <a:ext cx="81280" cy="73660"/>
            </a:xfrm>
            <a:custGeom>
              <a:avLst/>
              <a:gdLst/>
              <a:ahLst/>
              <a:cxnLst/>
              <a:rect l="l" t="t" r="r" b="b"/>
              <a:pathLst>
                <a:path w="81279" h="73660">
                  <a:moveTo>
                    <a:pt x="0" y="0"/>
                  </a:moveTo>
                  <a:lnTo>
                    <a:pt x="26036" y="36448"/>
                  </a:lnTo>
                  <a:lnTo>
                    <a:pt x="0" y="73226"/>
                  </a:lnTo>
                  <a:lnTo>
                    <a:pt x="80784" y="36448"/>
                  </a:lnTo>
                  <a:lnTo>
                    <a:pt x="0" y="0"/>
                  </a:lnTo>
                  <a:close/>
                </a:path>
              </a:pathLst>
            </a:custGeom>
            <a:solidFill>
              <a:srgbClr val="000000"/>
            </a:solidFill>
          </p:spPr>
          <p:txBody>
            <a:bodyPr wrap="square" lIns="0" tIns="0" rIns="0" bIns="0" rtlCol="0"/>
            <a:lstStyle/>
            <a:p/>
          </p:txBody>
        </p:sp>
        <p:sp>
          <p:nvSpPr>
            <p:cNvPr id="106" name="object 106" descr=""/>
            <p:cNvSpPr/>
            <p:nvPr/>
          </p:nvSpPr>
          <p:spPr>
            <a:xfrm>
              <a:off x="8869243" y="1868829"/>
              <a:ext cx="314325" cy="1513840"/>
            </a:xfrm>
            <a:custGeom>
              <a:avLst/>
              <a:gdLst/>
              <a:ahLst/>
              <a:cxnLst/>
              <a:rect l="l" t="t" r="r" b="b"/>
              <a:pathLst>
                <a:path w="314325" h="1513839">
                  <a:moveTo>
                    <a:pt x="0" y="0"/>
                  </a:moveTo>
                  <a:lnTo>
                    <a:pt x="0" y="1513776"/>
                  </a:lnTo>
                </a:path>
                <a:path w="314325" h="1513839">
                  <a:moveTo>
                    <a:pt x="0" y="1201758"/>
                  </a:moveTo>
                  <a:lnTo>
                    <a:pt x="313772" y="1201758"/>
                  </a:lnTo>
                </a:path>
              </a:pathLst>
            </a:custGeom>
            <a:ln w="8846">
              <a:solidFill>
                <a:srgbClr val="000000"/>
              </a:solidFill>
            </a:ln>
          </p:spPr>
          <p:txBody>
            <a:bodyPr wrap="square" lIns="0" tIns="0" rIns="0" bIns="0" rtlCol="0"/>
            <a:lstStyle/>
            <a:p/>
          </p:txBody>
        </p:sp>
        <p:sp>
          <p:nvSpPr>
            <p:cNvPr id="107" name="object 107" descr=""/>
            <p:cNvSpPr/>
            <p:nvPr/>
          </p:nvSpPr>
          <p:spPr>
            <a:xfrm>
              <a:off x="9156054" y="3034513"/>
              <a:ext cx="81280" cy="73660"/>
            </a:xfrm>
            <a:custGeom>
              <a:avLst/>
              <a:gdLst/>
              <a:ahLst/>
              <a:cxnLst/>
              <a:rect l="l" t="t" r="r" b="b"/>
              <a:pathLst>
                <a:path w="81279" h="73660">
                  <a:moveTo>
                    <a:pt x="0" y="0"/>
                  </a:moveTo>
                  <a:lnTo>
                    <a:pt x="25727" y="37136"/>
                  </a:lnTo>
                  <a:lnTo>
                    <a:pt x="0" y="73226"/>
                  </a:lnTo>
                  <a:lnTo>
                    <a:pt x="80784" y="37136"/>
                  </a:lnTo>
                  <a:lnTo>
                    <a:pt x="0" y="0"/>
                  </a:lnTo>
                  <a:close/>
                </a:path>
              </a:pathLst>
            </a:custGeom>
            <a:solidFill>
              <a:srgbClr val="000000"/>
            </a:solidFill>
          </p:spPr>
          <p:txBody>
            <a:bodyPr wrap="square" lIns="0" tIns="0" rIns="0" bIns="0" rtlCol="0"/>
            <a:lstStyle/>
            <a:p/>
          </p:txBody>
        </p:sp>
        <p:sp>
          <p:nvSpPr>
            <p:cNvPr id="108" name="object 108" descr=""/>
            <p:cNvSpPr/>
            <p:nvPr/>
          </p:nvSpPr>
          <p:spPr>
            <a:xfrm>
              <a:off x="8869243" y="1868829"/>
              <a:ext cx="400685" cy="1242695"/>
            </a:xfrm>
            <a:custGeom>
              <a:avLst/>
              <a:gdLst/>
              <a:ahLst/>
              <a:cxnLst/>
              <a:rect l="l" t="t" r="r" b="b"/>
              <a:pathLst>
                <a:path w="400684" h="1242695">
                  <a:moveTo>
                    <a:pt x="259539" y="1152592"/>
                  </a:moveTo>
                  <a:lnTo>
                    <a:pt x="281150" y="1242436"/>
                  </a:lnTo>
                </a:path>
                <a:path w="400684" h="1242695">
                  <a:moveTo>
                    <a:pt x="0" y="0"/>
                  </a:moveTo>
                  <a:lnTo>
                    <a:pt x="400422" y="0"/>
                  </a:lnTo>
                </a:path>
              </a:pathLst>
            </a:custGeom>
            <a:ln w="8846">
              <a:solidFill>
                <a:srgbClr val="000000"/>
              </a:solidFill>
            </a:ln>
          </p:spPr>
          <p:txBody>
            <a:bodyPr wrap="square" lIns="0" tIns="0" rIns="0" bIns="0" rtlCol="0"/>
            <a:lstStyle/>
            <a:p/>
          </p:txBody>
        </p:sp>
        <p:sp>
          <p:nvSpPr>
            <p:cNvPr id="109" name="object 109" descr=""/>
            <p:cNvSpPr/>
            <p:nvPr/>
          </p:nvSpPr>
          <p:spPr>
            <a:xfrm>
              <a:off x="9242395" y="1832840"/>
              <a:ext cx="81280" cy="73660"/>
            </a:xfrm>
            <a:custGeom>
              <a:avLst/>
              <a:gdLst/>
              <a:ahLst/>
              <a:cxnLst/>
              <a:rect l="l" t="t" r="r" b="b"/>
              <a:pathLst>
                <a:path w="81279" h="73660">
                  <a:moveTo>
                    <a:pt x="0" y="0"/>
                  </a:moveTo>
                  <a:lnTo>
                    <a:pt x="26036" y="35989"/>
                  </a:lnTo>
                  <a:lnTo>
                    <a:pt x="0" y="73125"/>
                  </a:lnTo>
                  <a:lnTo>
                    <a:pt x="80784" y="35989"/>
                  </a:lnTo>
                  <a:lnTo>
                    <a:pt x="0" y="0"/>
                  </a:lnTo>
                  <a:close/>
                </a:path>
              </a:pathLst>
            </a:custGeom>
            <a:solidFill>
              <a:srgbClr val="000000"/>
            </a:solidFill>
          </p:spPr>
          <p:txBody>
            <a:bodyPr wrap="square" lIns="0" tIns="0" rIns="0" bIns="0" rtlCol="0"/>
            <a:lstStyle/>
            <a:p/>
          </p:txBody>
        </p:sp>
        <p:sp>
          <p:nvSpPr>
            <p:cNvPr id="110" name="object 110" descr=""/>
            <p:cNvSpPr/>
            <p:nvPr/>
          </p:nvSpPr>
          <p:spPr>
            <a:xfrm>
              <a:off x="8869244" y="2135954"/>
              <a:ext cx="400685" cy="0"/>
            </a:xfrm>
            <a:custGeom>
              <a:avLst/>
              <a:gdLst/>
              <a:ahLst/>
              <a:cxnLst/>
              <a:rect l="l" t="t" r="r" b="b"/>
              <a:pathLst>
                <a:path w="400684" h="0">
                  <a:moveTo>
                    <a:pt x="0" y="0"/>
                  </a:moveTo>
                  <a:lnTo>
                    <a:pt x="400422" y="0"/>
                  </a:lnTo>
                </a:path>
              </a:pathLst>
            </a:custGeom>
            <a:ln w="10299">
              <a:solidFill>
                <a:srgbClr val="000000"/>
              </a:solidFill>
            </a:ln>
          </p:spPr>
          <p:txBody>
            <a:bodyPr wrap="square" lIns="0" tIns="0" rIns="0" bIns="0" rtlCol="0"/>
            <a:lstStyle/>
            <a:p/>
          </p:txBody>
        </p:sp>
        <p:sp>
          <p:nvSpPr>
            <p:cNvPr id="111" name="object 111" descr=""/>
            <p:cNvSpPr/>
            <p:nvPr/>
          </p:nvSpPr>
          <p:spPr>
            <a:xfrm>
              <a:off x="9242395" y="2099821"/>
              <a:ext cx="81280" cy="73660"/>
            </a:xfrm>
            <a:custGeom>
              <a:avLst/>
              <a:gdLst/>
              <a:ahLst/>
              <a:cxnLst/>
              <a:rect l="l" t="t" r="r" b="b"/>
              <a:pathLst>
                <a:path w="81279" h="73660">
                  <a:moveTo>
                    <a:pt x="0" y="0"/>
                  </a:moveTo>
                  <a:lnTo>
                    <a:pt x="26036" y="36132"/>
                  </a:lnTo>
                  <a:lnTo>
                    <a:pt x="0" y="73269"/>
                  </a:lnTo>
                  <a:lnTo>
                    <a:pt x="80784" y="36132"/>
                  </a:lnTo>
                  <a:lnTo>
                    <a:pt x="0" y="0"/>
                  </a:lnTo>
                  <a:close/>
                </a:path>
              </a:pathLst>
            </a:custGeom>
            <a:solidFill>
              <a:srgbClr val="000000"/>
            </a:solidFill>
          </p:spPr>
          <p:txBody>
            <a:bodyPr wrap="square" lIns="0" tIns="0" rIns="0" bIns="0" rtlCol="0"/>
            <a:lstStyle/>
            <a:p/>
          </p:txBody>
        </p:sp>
        <p:sp>
          <p:nvSpPr>
            <p:cNvPr id="112" name="object 112" descr=""/>
            <p:cNvSpPr/>
            <p:nvPr/>
          </p:nvSpPr>
          <p:spPr>
            <a:xfrm>
              <a:off x="8977299" y="2403078"/>
              <a:ext cx="292735" cy="0"/>
            </a:xfrm>
            <a:custGeom>
              <a:avLst/>
              <a:gdLst/>
              <a:ahLst/>
              <a:cxnLst/>
              <a:rect l="l" t="t" r="r" b="b"/>
              <a:pathLst>
                <a:path w="292734" h="0">
                  <a:moveTo>
                    <a:pt x="0" y="0"/>
                  </a:moveTo>
                  <a:lnTo>
                    <a:pt x="292367" y="0"/>
                  </a:lnTo>
                </a:path>
              </a:pathLst>
            </a:custGeom>
            <a:ln w="10299">
              <a:solidFill>
                <a:srgbClr val="000000"/>
              </a:solidFill>
            </a:ln>
          </p:spPr>
          <p:txBody>
            <a:bodyPr wrap="square" lIns="0" tIns="0" rIns="0" bIns="0" rtlCol="0"/>
            <a:lstStyle/>
            <a:p/>
          </p:txBody>
        </p:sp>
        <p:sp>
          <p:nvSpPr>
            <p:cNvPr id="113" name="object 113" descr=""/>
            <p:cNvSpPr/>
            <p:nvPr/>
          </p:nvSpPr>
          <p:spPr>
            <a:xfrm>
              <a:off x="9242395" y="2366659"/>
              <a:ext cx="81280" cy="73660"/>
            </a:xfrm>
            <a:custGeom>
              <a:avLst/>
              <a:gdLst/>
              <a:ahLst/>
              <a:cxnLst/>
              <a:rect l="l" t="t" r="r" b="b"/>
              <a:pathLst>
                <a:path w="81279" h="73660">
                  <a:moveTo>
                    <a:pt x="0" y="0"/>
                  </a:moveTo>
                  <a:lnTo>
                    <a:pt x="26036" y="36419"/>
                  </a:lnTo>
                  <a:lnTo>
                    <a:pt x="0" y="73125"/>
                  </a:lnTo>
                  <a:lnTo>
                    <a:pt x="80784" y="36419"/>
                  </a:lnTo>
                  <a:lnTo>
                    <a:pt x="0" y="0"/>
                  </a:lnTo>
                  <a:close/>
                </a:path>
              </a:pathLst>
            </a:custGeom>
            <a:solidFill>
              <a:srgbClr val="000000"/>
            </a:solidFill>
          </p:spPr>
          <p:txBody>
            <a:bodyPr wrap="square" lIns="0" tIns="0" rIns="0" bIns="0" rtlCol="0"/>
            <a:lstStyle/>
            <a:p/>
          </p:txBody>
        </p:sp>
        <p:sp>
          <p:nvSpPr>
            <p:cNvPr id="114" name="object 114" descr=""/>
            <p:cNvSpPr/>
            <p:nvPr/>
          </p:nvSpPr>
          <p:spPr>
            <a:xfrm>
              <a:off x="8415235" y="2224708"/>
              <a:ext cx="471805" cy="6350"/>
            </a:xfrm>
            <a:custGeom>
              <a:avLst/>
              <a:gdLst/>
              <a:ahLst/>
              <a:cxnLst/>
              <a:rect l="l" t="t" r="r" b="b"/>
              <a:pathLst>
                <a:path w="471804" h="6350">
                  <a:moveTo>
                    <a:pt x="406566" y="6022"/>
                  </a:moveTo>
                  <a:lnTo>
                    <a:pt x="471297" y="0"/>
                  </a:lnTo>
                </a:path>
                <a:path w="471804" h="6350">
                  <a:moveTo>
                    <a:pt x="0" y="0"/>
                  </a:moveTo>
                  <a:lnTo>
                    <a:pt x="184301" y="4301"/>
                  </a:lnTo>
                </a:path>
              </a:pathLst>
            </a:custGeom>
            <a:ln w="8846">
              <a:solidFill>
                <a:srgbClr val="000000"/>
              </a:solidFill>
            </a:ln>
          </p:spPr>
          <p:txBody>
            <a:bodyPr wrap="square" lIns="0" tIns="0" rIns="0" bIns="0" rtlCol="0"/>
            <a:lstStyle/>
            <a:p/>
          </p:txBody>
        </p:sp>
        <p:sp>
          <p:nvSpPr>
            <p:cNvPr id="115" name="object 115" descr=""/>
            <p:cNvSpPr/>
            <p:nvPr/>
          </p:nvSpPr>
          <p:spPr>
            <a:xfrm>
              <a:off x="8571751" y="2191874"/>
              <a:ext cx="82550" cy="73660"/>
            </a:xfrm>
            <a:custGeom>
              <a:avLst/>
              <a:gdLst/>
              <a:ahLst/>
              <a:cxnLst/>
              <a:rect l="l" t="t" r="r" b="b"/>
              <a:pathLst>
                <a:path w="82550" h="73660">
                  <a:moveTo>
                    <a:pt x="1018" y="0"/>
                  </a:moveTo>
                  <a:lnTo>
                    <a:pt x="26509" y="37136"/>
                  </a:lnTo>
                  <a:lnTo>
                    <a:pt x="0" y="73269"/>
                  </a:lnTo>
                  <a:lnTo>
                    <a:pt x="82081" y="38857"/>
                  </a:lnTo>
                  <a:lnTo>
                    <a:pt x="1018" y="0"/>
                  </a:lnTo>
                  <a:close/>
                </a:path>
              </a:pathLst>
            </a:custGeom>
            <a:solidFill>
              <a:srgbClr val="000000"/>
            </a:solidFill>
          </p:spPr>
          <p:txBody>
            <a:bodyPr wrap="square" lIns="0" tIns="0" rIns="0" bIns="0" rtlCol="0"/>
            <a:lstStyle/>
            <a:p/>
          </p:txBody>
        </p:sp>
        <p:sp>
          <p:nvSpPr>
            <p:cNvPr id="116" name="object 116" descr=""/>
            <p:cNvSpPr/>
            <p:nvPr/>
          </p:nvSpPr>
          <p:spPr>
            <a:xfrm>
              <a:off x="7918159" y="2224708"/>
              <a:ext cx="119380" cy="4445"/>
            </a:xfrm>
            <a:custGeom>
              <a:avLst/>
              <a:gdLst/>
              <a:ahLst/>
              <a:cxnLst/>
              <a:rect l="l" t="t" r="r" b="b"/>
              <a:pathLst>
                <a:path w="119379" h="4444">
                  <a:moveTo>
                    <a:pt x="0" y="0"/>
                  </a:moveTo>
                  <a:lnTo>
                    <a:pt x="119293" y="4301"/>
                  </a:lnTo>
                </a:path>
              </a:pathLst>
            </a:custGeom>
            <a:ln w="10296">
              <a:solidFill>
                <a:srgbClr val="000000"/>
              </a:solidFill>
            </a:ln>
          </p:spPr>
          <p:txBody>
            <a:bodyPr wrap="square" lIns="0" tIns="0" rIns="0" bIns="0" rtlCol="0"/>
            <a:lstStyle/>
            <a:p/>
          </p:txBody>
        </p:sp>
        <p:sp>
          <p:nvSpPr>
            <p:cNvPr id="117" name="object 117" descr=""/>
            <p:cNvSpPr/>
            <p:nvPr/>
          </p:nvSpPr>
          <p:spPr>
            <a:xfrm>
              <a:off x="8009667" y="2191873"/>
              <a:ext cx="82550" cy="73660"/>
            </a:xfrm>
            <a:custGeom>
              <a:avLst/>
              <a:gdLst/>
              <a:ahLst/>
              <a:cxnLst/>
              <a:rect l="l" t="t" r="r" b="b"/>
              <a:pathLst>
                <a:path w="82550" h="73660">
                  <a:moveTo>
                    <a:pt x="1018" y="0"/>
                  </a:moveTo>
                  <a:lnTo>
                    <a:pt x="26509" y="37136"/>
                  </a:lnTo>
                  <a:lnTo>
                    <a:pt x="0" y="73269"/>
                  </a:lnTo>
                  <a:lnTo>
                    <a:pt x="82081" y="38857"/>
                  </a:lnTo>
                  <a:lnTo>
                    <a:pt x="1018" y="0"/>
                  </a:lnTo>
                  <a:close/>
                </a:path>
              </a:pathLst>
            </a:custGeom>
            <a:solidFill>
              <a:srgbClr val="000000"/>
            </a:solidFill>
          </p:spPr>
          <p:txBody>
            <a:bodyPr wrap="square" lIns="0" tIns="0" rIns="0" bIns="0" rtlCol="0"/>
            <a:lstStyle/>
            <a:p/>
          </p:txBody>
        </p:sp>
        <p:sp>
          <p:nvSpPr>
            <p:cNvPr id="118" name="object 118" descr=""/>
            <p:cNvSpPr/>
            <p:nvPr/>
          </p:nvSpPr>
          <p:spPr>
            <a:xfrm>
              <a:off x="7961495" y="1601848"/>
              <a:ext cx="54610" cy="0"/>
            </a:xfrm>
            <a:custGeom>
              <a:avLst/>
              <a:gdLst/>
              <a:ahLst/>
              <a:cxnLst/>
              <a:rect l="l" t="t" r="r" b="b"/>
              <a:pathLst>
                <a:path w="54609" h="0">
                  <a:moveTo>
                    <a:pt x="0" y="0"/>
                  </a:moveTo>
                  <a:lnTo>
                    <a:pt x="54295" y="0"/>
                  </a:lnTo>
                </a:path>
              </a:pathLst>
            </a:custGeom>
            <a:ln w="10299">
              <a:solidFill>
                <a:srgbClr val="000000"/>
              </a:solidFill>
            </a:ln>
          </p:spPr>
          <p:txBody>
            <a:bodyPr wrap="square" lIns="0" tIns="0" rIns="0" bIns="0" rtlCol="0"/>
            <a:lstStyle/>
            <a:p/>
          </p:txBody>
        </p:sp>
        <p:sp>
          <p:nvSpPr>
            <p:cNvPr id="119" name="object 119" descr=""/>
            <p:cNvSpPr/>
            <p:nvPr/>
          </p:nvSpPr>
          <p:spPr>
            <a:xfrm>
              <a:off x="7988508" y="1565716"/>
              <a:ext cx="81280" cy="73660"/>
            </a:xfrm>
            <a:custGeom>
              <a:avLst/>
              <a:gdLst/>
              <a:ahLst/>
              <a:cxnLst/>
              <a:rect l="l" t="t" r="r" b="b"/>
              <a:pathLst>
                <a:path w="81279" h="73660">
                  <a:moveTo>
                    <a:pt x="0" y="0"/>
                  </a:moveTo>
                  <a:lnTo>
                    <a:pt x="26005" y="36132"/>
                  </a:lnTo>
                  <a:lnTo>
                    <a:pt x="0" y="73269"/>
                  </a:lnTo>
                  <a:lnTo>
                    <a:pt x="81062" y="36132"/>
                  </a:lnTo>
                  <a:lnTo>
                    <a:pt x="0" y="0"/>
                  </a:lnTo>
                  <a:close/>
                </a:path>
              </a:pathLst>
            </a:custGeom>
            <a:solidFill>
              <a:srgbClr val="000000"/>
            </a:solidFill>
          </p:spPr>
          <p:txBody>
            <a:bodyPr wrap="square" lIns="0" tIns="0" rIns="0" bIns="0" rtlCol="0"/>
            <a:lstStyle/>
            <a:p/>
          </p:txBody>
        </p:sp>
        <p:sp>
          <p:nvSpPr>
            <p:cNvPr id="120" name="object 120" descr=""/>
            <p:cNvSpPr/>
            <p:nvPr/>
          </p:nvSpPr>
          <p:spPr>
            <a:xfrm>
              <a:off x="7939822" y="1289845"/>
              <a:ext cx="76200" cy="935355"/>
            </a:xfrm>
            <a:custGeom>
              <a:avLst/>
              <a:gdLst/>
              <a:ahLst/>
              <a:cxnLst/>
              <a:rect l="l" t="t" r="r" b="b"/>
              <a:pathLst>
                <a:path w="76200" h="935355">
                  <a:moveTo>
                    <a:pt x="21673" y="934863"/>
                  </a:moveTo>
                  <a:lnTo>
                    <a:pt x="21672" y="312003"/>
                  </a:lnTo>
                </a:path>
                <a:path w="76200" h="935355">
                  <a:moveTo>
                    <a:pt x="0" y="0"/>
                  </a:moveTo>
                  <a:lnTo>
                    <a:pt x="75968" y="0"/>
                  </a:lnTo>
                </a:path>
              </a:pathLst>
            </a:custGeom>
            <a:ln w="8846">
              <a:solidFill>
                <a:srgbClr val="000000"/>
              </a:solidFill>
            </a:ln>
          </p:spPr>
          <p:txBody>
            <a:bodyPr wrap="square" lIns="0" tIns="0" rIns="0" bIns="0" rtlCol="0"/>
            <a:lstStyle/>
            <a:p/>
          </p:txBody>
        </p:sp>
        <p:sp>
          <p:nvSpPr>
            <p:cNvPr id="121" name="object 121" descr=""/>
            <p:cNvSpPr/>
            <p:nvPr/>
          </p:nvSpPr>
          <p:spPr>
            <a:xfrm>
              <a:off x="7988508" y="1253712"/>
              <a:ext cx="81280" cy="73660"/>
            </a:xfrm>
            <a:custGeom>
              <a:avLst/>
              <a:gdLst/>
              <a:ahLst/>
              <a:cxnLst/>
              <a:rect l="l" t="t" r="r" b="b"/>
              <a:pathLst>
                <a:path w="81279" h="73659">
                  <a:moveTo>
                    <a:pt x="0" y="0"/>
                  </a:moveTo>
                  <a:lnTo>
                    <a:pt x="26005" y="36132"/>
                  </a:lnTo>
                  <a:lnTo>
                    <a:pt x="0" y="73269"/>
                  </a:lnTo>
                  <a:lnTo>
                    <a:pt x="81062" y="36132"/>
                  </a:lnTo>
                  <a:lnTo>
                    <a:pt x="0" y="0"/>
                  </a:lnTo>
                  <a:close/>
                </a:path>
              </a:pathLst>
            </a:custGeom>
            <a:solidFill>
              <a:srgbClr val="000000"/>
            </a:solidFill>
          </p:spPr>
          <p:txBody>
            <a:bodyPr wrap="square" lIns="0" tIns="0" rIns="0" bIns="0" rtlCol="0"/>
            <a:lstStyle/>
            <a:p/>
          </p:txBody>
        </p:sp>
        <p:sp>
          <p:nvSpPr>
            <p:cNvPr id="122" name="object 122" descr=""/>
            <p:cNvSpPr/>
            <p:nvPr/>
          </p:nvSpPr>
          <p:spPr>
            <a:xfrm>
              <a:off x="7701991" y="1112622"/>
              <a:ext cx="33020" cy="1113155"/>
            </a:xfrm>
            <a:custGeom>
              <a:avLst/>
              <a:gdLst/>
              <a:ahLst/>
              <a:cxnLst/>
              <a:rect l="l" t="t" r="r" b="b"/>
              <a:pathLst>
                <a:path w="33020" h="1113155">
                  <a:moveTo>
                    <a:pt x="0" y="0"/>
                  </a:moveTo>
                  <a:lnTo>
                    <a:pt x="0" y="1112086"/>
                  </a:lnTo>
                </a:path>
                <a:path w="33020" h="1113155">
                  <a:moveTo>
                    <a:pt x="0" y="1112086"/>
                  </a:moveTo>
                  <a:lnTo>
                    <a:pt x="32628" y="1112803"/>
                  </a:lnTo>
                </a:path>
              </a:pathLst>
            </a:custGeom>
            <a:ln w="8846">
              <a:solidFill>
                <a:srgbClr val="000000"/>
              </a:solidFill>
            </a:ln>
          </p:spPr>
          <p:txBody>
            <a:bodyPr wrap="square" lIns="0" tIns="0" rIns="0" bIns="0" rtlCol="0"/>
            <a:lstStyle/>
            <a:p/>
          </p:txBody>
        </p:sp>
        <p:sp>
          <p:nvSpPr>
            <p:cNvPr id="123" name="object 123" descr=""/>
            <p:cNvSpPr/>
            <p:nvPr/>
          </p:nvSpPr>
          <p:spPr>
            <a:xfrm>
              <a:off x="7706835" y="2188289"/>
              <a:ext cx="82550" cy="73660"/>
            </a:xfrm>
            <a:custGeom>
              <a:avLst/>
              <a:gdLst/>
              <a:ahLst/>
              <a:cxnLst/>
              <a:rect l="l" t="t" r="r" b="b"/>
              <a:pathLst>
                <a:path w="82550" h="73660">
                  <a:moveTo>
                    <a:pt x="1275" y="0"/>
                  </a:moveTo>
                  <a:lnTo>
                    <a:pt x="26510" y="37136"/>
                  </a:lnTo>
                  <a:lnTo>
                    <a:pt x="0" y="73269"/>
                  </a:lnTo>
                  <a:lnTo>
                    <a:pt x="82080" y="39000"/>
                  </a:lnTo>
                  <a:lnTo>
                    <a:pt x="1275" y="0"/>
                  </a:lnTo>
                  <a:close/>
                </a:path>
              </a:pathLst>
            </a:custGeom>
            <a:solidFill>
              <a:srgbClr val="000000"/>
            </a:solidFill>
          </p:spPr>
          <p:txBody>
            <a:bodyPr wrap="square" lIns="0" tIns="0" rIns="0" bIns="0" rtlCol="0"/>
            <a:lstStyle/>
            <a:p/>
          </p:txBody>
        </p:sp>
        <p:sp>
          <p:nvSpPr>
            <p:cNvPr id="124" name="object 124" descr=""/>
            <p:cNvSpPr/>
            <p:nvPr/>
          </p:nvSpPr>
          <p:spPr>
            <a:xfrm>
              <a:off x="8501906" y="1423479"/>
              <a:ext cx="97790" cy="0"/>
            </a:xfrm>
            <a:custGeom>
              <a:avLst/>
              <a:gdLst/>
              <a:ahLst/>
              <a:cxnLst/>
              <a:rect l="l" t="t" r="r" b="b"/>
              <a:pathLst>
                <a:path w="97790" h="0">
                  <a:moveTo>
                    <a:pt x="0" y="0"/>
                  </a:moveTo>
                  <a:lnTo>
                    <a:pt x="97630" y="0"/>
                  </a:lnTo>
                </a:path>
              </a:pathLst>
            </a:custGeom>
            <a:ln w="10299">
              <a:solidFill>
                <a:srgbClr val="000000"/>
              </a:solidFill>
            </a:ln>
          </p:spPr>
          <p:txBody>
            <a:bodyPr wrap="square" lIns="0" tIns="0" rIns="0" bIns="0" rtlCol="0"/>
            <a:lstStyle/>
            <a:p/>
          </p:txBody>
        </p:sp>
        <p:sp>
          <p:nvSpPr>
            <p:cNvPr id="125" name="object 125" descr=""/>
            <p:cNvSpPr/>
            <p:nvPr/>
          </p:nvSpPr>
          <p:spPr>
            <a:xfrm>
              <a:off x="8572255" y="1387059"/>
              <a:ext cx="81915" cy="73660"/>
            </a:xfrm>
            <a:custGeom>
              <a:avLst/>
              <a:gdLst/>
              <a:ahLst/>
              <a:cxnLst/>
              <a:rect l="l" t="t" r="r" b="b"/>
              <a:pathLst>
                <a:path w="81915" h="73659">
                  <a:moveTo>
                    <a:pt x="0" y="0"/>
                  </a:moveTo>
                  <a:lnTo>
                    <a:pt x="26005" y="37136"/>
                  </a:lnTo>
                  <a:lnTo>
                    <a:pt x="0" y="73269"/>
                  </a:lnTo>
                  <a:lnTo>
                    <a:pt x="81576" y="37136"/>
                  </a:lnTo>
                  <a:lnTo>
                    <a:pt x="0" y="0"/>
                  </a:lnTo>
                  <a:close/>
                </a:path>
              </a:pathLst>
            </a:custGeom>
            <a:solidFill>
              <a:srgbClr val="000000"/>
            </a:solidFill>
          </p:spPr>
          <p:txBody>
            <a:bodyPr wrap="square" lIns="0" tIns="0" rIns="0" bIns="0" rtlCol="0"/>
            <a:lstStyle/>
            <a:p/>
          </p:txBody>
        </p:sp>
        <p:sp>
          <p:nvSpPr>
            <p:cNvPr id="126" name="object 126" descr=""/>
            <p:cNvSpPr/>
            <p:nvPr/>
          </p:nvSpPr>
          <p:spPr>
            <a:xfrm>
              <a:off x="9928599" y="1957728"/>
              <a:ext cx="33020" cy="0"/>
            </a:xfrm>
            <a:custGeom>
              <a:avLst/>
              <a:gdLst/>
              <a:ahLst/>
              <a:cxnLst/>
              <a:rect l="l" t="t" r="r" b="b"/>
              <a:pathLst>
                <a:path w="33020" h="0">
                  <a:moveTo>
                    <a:pt x="0" y="0"/>
                  </a:moveTo>
                  <a:lnTo>
                    <a:pt x="32725" y="0"/>
                  </a:lnTo>
                </a:path>
              </a:pathLst>
            </a:custGeom>
            <a:ln w="10299">
              <a:solidFill>
                <a:srgbClr val="000000"/>
              </a:solidFill>
            </a:ln>
          </p:spPr>
          <p:txBody>
            <a:bodyPr wrap="square" lIns="0" tIns="0" rIns="0" bIns="0" rtlCol="0"/>
            <a:lstStyle/>
            <a:p/>
          </p:txBody>
        </p:sp>
        <p:sp>
          <p:nvSpPr>
            <p:cNvPr id="127" name="object 127" descr=""/>
            <p:cNvSpPr/>
            <p:nvPr/>
          </p:nvSpPr>
          <p:spPr>
            <a:xfrm>
              <a:off x="9934260" y="1921308"/>
              <a:ext cx="81280" cy="73660"/>
            </a:xfrm>
            <a:custGeom>
              <a:avLst/>
              <a:gdLst/>
              <a:ahLst/>
              <a:cxnLst/>
              <a:rect l="l" t="t" r="r" b="b"/>
              <a:pathLst>
                <a:path w="81279" h="73660">
                  <a:moveTo>
                    <a:pt x="0" y="0"/>
                  </a:moveTo>
                  <a:lnTo>
                    <a:pt x="26036" y="37136"/>
                  </a:lnTo>
                  <a:lnTo>
                    <a:pt x="0" y="73125"/>
                  </a:lnTo>
                  <a:lnTo>
                    <a:pt x="80784" y="37136"/>
                  </a:lnTo>
                  <a:lnTo>
                    <a:pt x="0" y="0"/>
                  </a:lnTo>
                  <a:close/>
                </a:path>
              </a:pathLst>
            </a:custGeom>
            <a:solidFill>
              <a:srgbClr val="000000"/>
            </a:solidFill>
          </p:spPr>
          <p:txBody>
            <a:bodyPr wrap="square" lIns="0" tIns="0" rIns="0" bIns="0" rtlCol="0"/>
            <a:lstStyle/>
            <a:p/>
          </p:txBody>
        </p:sp>
        <p:sp>
          <p:nvSpPr>
            <p:cNvPr id="128" name="object 128" descr=""/>
            <p:cNvSpPr/>
            <p:nvPr/>
          </p:nvSpPr>
          <p:spPr>
            <a:xfrm>
              <a:off x="10728519" y="2314323"/>
              <a:ext cx="205740" cy="0"/>
            </a:xfrm>
            <a:custGeom>
              <a:avLst/>
              <a:gdLst/>
              <a:ahLst/>
              <a:cxnLst/>
              <a:rect l="l" t="t" r="r" b="b"/>
              <a:pathLst>
                <a:path w="205740" h="0">
                  <a:moveTo>
                    <a:pt x="0" y="0"/>
                  </a:moveTo>
                  <a:lnTo>
                    <a:pt x="205717" y="0"/>
                  </a:lnTo>
                </a:path>
              </a:pathLst>
            </a:custGeom>
            <a:ln w="10299">
              <a:solidFill>
                <a:srgbClr val="000000"/>
              </a:solidFill>
            </a:ln>
          </p:spPr>
          <p:txBody>
            <a:bodyPr wrap="square" lIns="0" tIns="0" rIns="0" bIns="0" rtlCol="0"/>
            <a:lstStyle/>
            <a:p/>
          </p:txBody>
        </p:sp>
        <p:sp>
          <p:nvSpPr>
            <p:cNvPr id="129" name="object 129" descr=""/>
            <p:cNvSpPr/>
            <p:nvPr/>
          </p:nvSpPr>
          <p:spPr>
            <a:xfrm>
              <a:off x="10906965" y="2278191"/>
              <a:ext cx="81915" cy="73660"/>
            </a:xfrm>
            <a:custGeom>
              <a:avLst/>
              <a:gdLst/>
              <a:ahLst/>
              <a:cxnLst/>
              <a:rect l="l" t="t" r="r" b="b"/>
              <a:pathLst>
                <a:path w="81915" h="73660">
                  <a:moveTo>
                    <a:pt x="0" y="0"/>
                  </a:moveTo>
                  <a:lnTo>
                    <a:pt x="26036" y="36706"/>
                  </a:lnTo>
                  <a:lnTo>
                    <a:pt x="0" y="73269"/>
                  </a:lnTo>
                  <a:lnTo>
                    <a:pt x="81607" y="36706"/>
                  </a:lnTo>
                  <a:lnTo>
                    <a:pt x="0" y="0"/>
                  </a:lnTo>
                  <a:close/>
                </a:path>
              </a:pathLst>
            </a:custGeom>
            <a:solidFill>
              <a:srgbClr val="000000"/>
            </a:solidFill>
          </p:spPr>
          <p:txBody>
            <a:bodyPr wrap="square" lIns="0" tIns="0" rIns="0" bIns="0" rtlCol="0"/>
            <a:lstStyle/>
            <a:p/>
          </p:txBody>
        </p:sp>
        <p:sp>
          <p:nvSpPr>
            <p:cNvPr id="130" name="object 130" descr=""/>
            <p:cNvSpPr/>
            <p:nvPr/>
          </p:nvSpPr>
          <p:spPr>
            <a:xfrm>
              <a:off x="11312328" y="2447671"/>
              <a:ext cx="54610" cy="0"/>
            </a:xfrm>
            <a:custGeom>
              <a:avLst/>
              <a:gdLst/>
              <a:ahLst/>
              <a:cxnLst/>
              <a:rect l="l" t="t" r="r" b="b"/>
              <a:pathLst>
                <a:path w="54609" h="0">
                  <a:moveTo>
                    <a:pt x="0" y="0"/>
                  </a:moveTo>
                  <a:lnTo>
                    <a:pt x="54233" y="0"/>
                  </a:lnTo>
                </a:path>
              </a:pathLst>
            </a:custGeom>
            <a:ln w="10299">
              <a:solidFill>
                <a:srgbClr val="000000"/>
              </a:solidFill>
            </a:ln>
          </p:spPr>
          <p:txBody>
            <a:bodyPr wrap="square" lIns="0" tIns="0" rIns="0" bIns="0" rtlCol="0"/>
            <a:lstStyle/>
            <a:p/>
          </p:txBody>
        </p:sp>
        <p:sp>
          <p:nvSpPr>
            <p:cNvPr id="131" name="object 131" descr=""/>
            <p:cNvSpPr/>
            <p:nvPr/>
          </p:nvSpPr>
          <p:spPr>
            <a:xfrm>
              <a:off x="11339291" y="2411538"/>
              <a:ext cx="81915" cy="73660"/>
            </a:xfrm>
            <a:custGeom>
              <a:avLst/>
              <a:gdLst/>
              <a:ahLst/>
              <a:cxnLst/>
              <a:rect l="l" t="t" r="r" b="b"/>
              <a:pathLst>
                <a:path w="81915" h="73660">
                  <a:moveTo>
                    <a:pt x="0" y="0"/>
                  </a:moveTo>
                  <a:lnTo>
                    <a:pt x="26036" y="36132"/>
                  </a:lnTo>
                  <a:lnTo>
                    <a:pt x="0" y="73269"/>
                  </a:lnTo>
                  <a:lnTo>
                    <a:pt x="81607" y="36132"/>
                  </a:lnTo>
                  <a:lnTo>
                    <a:pt x="0" y="0"/>
                  </a:lnTo>
                  <a:close/>
                </a:path>
              </a:pathLst>
            </a:custGeom>
            <a:solidFill>
              <a:srgbClr val="000000"/>
            </a:solidFill>
          </p:spPr>
          <p:txBody>
            <a:bodyPr wrap="square" lIns="0" tIns="0" rIns="0" bIns="0" rtlCol="0"/>
            <a:lstStyle/>
            <a:p/>
          </p:txBody>
        </p:sp>
        <p:sp>
          <p:nvSpPr>
            <p:cNvPr id="132" name="object 132" descr=""/>
            <p:cNvSpPr/>
            <p:nvPr/>
          </p:nvSpPr>
          <p:spPr>
            <a:xfrm>
              <a:off x="11593170" y="2447671"/>
              <a:ext cx="97790" cy="0"/>
            </a:xfrm>
            <a:custGeom>
              <a:avLst/>
              <a:gdLst/>
              <a:ahLst/>
              <a:cxnLst/>
              <a:rect l="l" t="t" r="r" b="b"/>
              <a:pathLst>
                <a:path w="97790" h="0">
                  <a:moveTo>
                    <a:pt x="0" y="0"/>
                  </a:moveTo>
                  <a:lnTo>
                    <a:pt x="97661" y="0"/>
                  </a:lnTo>
                </a:path>
              </a:pathLst>
            </a:custGeom>
            <a:ln w="10299">
              <a:solidFill>
                <a:srgbClr val="000000"/>
              </a:solidFill>
            </a:ln>
          </p:spPr>
          <p:txBody>
            <a:bodyPr wrap="square" lIns="0" tIns="0" rIns="0" bIns="0" rtlCol="0"/>
            <a:lstStyle/>
            <a:p/>
          </p:txBody>
        </p:sp>
        <p:sp>
          <p:nvSpPr>
            <p:cNvPr id="133" name="object 133" descr=""/>
            <p:cNvSpPr/>
            <p:nvPr/>
          </p:nvSpPr>
          <p:spPr>
            <a:xfrm>
              <a:off x="11663560" y="2411538"/>
              <a:ext cx="81280" cy="73660"/>
            </a:xfrm>
            <a:custGeom>
              <a:avLst/>
              <a:gdLst/>
              <a:ahLst/>
              <a:cxnLst/>
              <a:rect l="l" t="t" r="r" b="b"/>
              <a:pathLst>
                <a:path w="81279" h="73660">
                  <a:moveTo>
                    <a:pt x="0" y="0"/>
                  </a:moveTo>
                  <a:lnTo>
                    <a:pt x="26036" y="36132"/>
                  </a:lnTo>
                  <a:lnTo>
                    <a:pt x="0" y="73269"/>
                  </a:lnTo>
                  <a:lnTo>
                    <a:pt x="81093" y="36132"/>
                  </a:lnTo>
                  <a:lnTo>
                    <a:pt x="0" y="0"/>
                  </a:lnTo>
                  <a:close/>
                </a:path>
              </a:pathLst>
            </a:custGeom>
            <a:solidFill>
              <a:srgbClr val="000000"/>
            </a:solidFill>
          </p:spPr>
          <p:txBody>
            <a:bodyPr wrap="square" lIns="0" tIns="0" rIns="0" bIns="0" rtlCol="0"/>
            <a:lstStyle/>
            <a:p/>
          </p:txBody>
        </p:sp>
        <p:sp>
          <p:nvSpPr>
            <p:cNvPr id="134" name="object 134" descr=""/>
            <p:cNvSpPr/>
            <p:nvPr/>
          </p:nvSpPr>
          <p:spPr>
            <a:xfrm>
              <a:off x="11636598" y="2571798"/>
              <a:ext cx="54610" cy="0"/>
            </a:xfrm>
            <a:custGeom>
              <a:avLst/>
              <a:gdLst/>
              <a:ahLst/>
              <a:cxnLst/>
              <a:rect l="l" t="t" r="r" b="b"/>
              <a:pathLst>
                <a:path w="54609" h="0">
                  <a:moveTo>
                    <a:pt x="0" y="0"/>
                  </a:moveTo>
                  <a:lnTo>
                    <a:pt x="54233" y="0"/>
                  </a:lnTo>
                </a:path>
              </a:pathLst>
            </a:custGeom>
            <a:ln w="10299">
              <a:solidFill>
                <a:srgbClr val="000000"/>
              </a:solidFill>
            </a:ln>
          </p:spPr>
          <p:txBody>
            <a:bodyPr wrap="square" lIns="0" tIns="0" rIns="0" bIns="0" rtlCol="0"/>
            <a:lstStyle/>
            <a:p/>
          </p:txBody>
        </p:sp>
        <p:sp>
          <p:nvSpPr>
            <p:cNvPr id="135" name="object 135" descr=""/>
            <p:cNvSpPr/>
            <p:nvPr/>
          </p:nvSpPr>
          <p:spPr>
            <a:xfrm>
              <a:off x="11663560" y="2535709"/>
              <a:ext cx="81280" cy="73660"/>
            </a:xfrm>
            <a:custGeom>
              <a:avLst/>
              <a:gdLst/>
              <a:ahLst/>
              <a:cxnLst/>
              <a:rect l="l" t="t" r="r" b="b"/>
              <a:pathLst>
                <a:path w="81279" h="73660">
                  <a:moveTo>
                    <a:pt x="0" y="0"/>
                  </a:moveTo>
                  <a:lnTo>
                    <a:pt x="26036" y="36089"/>
                  </a:lnTo>
                  <a:lnTo>
                    <a:pt x="0" y="73226"/>
                  </a:lnTo>
                  <a:lnTo>
                    <a:pt x="81093" y="36089"/>
                  </a:lnTo>
                  <a:lnTo>
                    <a:pt x="0" y="0"/>
                  </a:lnTo>
                  <a:close/>
                </a:path>
              </a:pathLst>
            </a:custGeom>
            <a:solidFill>
              <a:srgbClr val="000000"/>
            </a:solidFill>
          </p:spPr>
          <p:txBody>
            <a:bodyPr wrap="square" lIns="0" tIns="0" rIns="0" bIns="0" rtlCol="0"/>
            <a:lstStyle/>
            <a:p/>
          </p:txBody>
        </p:sp>
        <p:sp>
          <p:nvSpPr>
            <p:cNvPr id="136" name="object 136" descr=""/>
            <p:cNvSpPr/>
            <p:nvPr/>
          </p:nvSpPr>
          <p:spPr>
            <a:xfrm>
              <a:off x="9863869" y="578374"/>
              <a:ext cx="1772920" cy="2403475"/>
            </a:xfrm>
            <a:custGeom>
              <a:avLst/>
              <a:gdLst/>
              <a:ahLst/>
              <a:cxnLst/>
              <a:rect l="l" t="t" r="r" b="b"/>
              <a:pathLst>
                <a:path w="1772920" h="2403475">
                  <a:moveTo>
                    <a:pt x="994419" y="0"/>
                  </a:moveTo>
                  <a:lnTo>
                    <a:pt x="994419" y="2403416"/>
                  </a:lnTo>
                </a:path>
                <a:path w="1772920" h="2403475">
                  <a:moveTo>
                    <a:pt x="1772728" y="2002974"/>
                  </a:moveTo>
                  <a:lnTo>
                    <a:pt x="1772728" y="2403416"/>
                  </a:lnTo>
                </a:path>
                <a:path w="1772920" h="2403475">
                  <a:moveTo>
                    <a:pt x="0" y="1958051"/>
                  </a:moveTo>
                  <a:lnTo>
                    <a:pt x="0" y="2313916"/>
                  </a:lnTo>
                </a:path>
                <a:path w="1772920" h="2403475">
                  <a:moveTo>
                    <a:pt x="951094" y="2313916"/>
                  </a:moveTo>
                  <a:lnTo>
                    <a:pt x="951094" y="1958051"/>
                  </a:lnTo>
                </a:path>
                <a:path w="1772920" h="2403475">
                  <a:moveTo>
                    <a:pt x="951094" y="1958051"/>
                  </a:moveTo>
                  <a:lnTo>
                    <a:pt x="1070367" y="1958051"/>
                  </a:lnTo>
                </a:path>
              </a:pathLst>
            </a:custGeom>
            <a:ln w="8846">
              <a:solidFill>
                <a:srgbClr val="000000"/>
              </a:solidFill>
            </a:ln>
          </p:spPr>
          <p:txBody>
            <a:bodyPr wrap="square" lIns="0" tIns="0" rIns="0" bIns="0" rtlCol="0"/>
            <a:lstStyle/>
            <a:p/>
          </p:txBody>
        </p:sp>
        <p:sp>
          <p:nvSpPr>
            <p:cNvPr id="137" name="object 137" descr=""/>
            <p:cNvSpPr/>
            <p:nvPr/>
          </p:nvSpPr>
          <p:spPr>
            <a:xfrm>
              <a:off x="10906965" y="2500293"/>
              <a:ext cx="81915" cy="73660"/>
            </a:xfrm>
            <a:custGeom>
              <a:avLst/>
              <a:gdLst/>
              <a:ahLst/>
              <a:cxnLst/>
              <a:rect l="l" t="t" r="r" b="b"/>
              <a:pathLst>
                <a:path w="81915" h="73660">
                  <a:moveTo>
                    <a:pt x="0" y="0"/>
                  </a:moveTo>
                  <a:lnTo>
                    <a:pt x="26036" y="37193"/>
                  </a:lnTo>
                  <a:lnTo>
                    <a:pt x="0" y="73269"/>
                  </a:lnTo>
                  <a:lnTo>
                    <a:pt x="81607" y="37193"/>
                  </a:lnTo>
                  <a:lnTo>
                    <a:pt x="0" y="0"/>
                  </a:lnTo>
                  <a:close/>
                </a:path>
              </a:pathLst>
            </a:custGeom>
            <a:solidFill>
              <a:srgbClr val="000000"/>
            </a:solidFill>
          </p:spPr>
          <p:txBody>
            <a:bodyPr wrap="square" lIns="0" tIns="0" rIns="0" bIns="0" rtlCol="0"/>
            <a:lstStyle/>
            <a:p/>
          </p:txBody>
        </p:sp>
        <p:sp>
          <p:nvSpPr>
            <p:cNvPr id="138" name="object 138" descr=""/>
            <p:cNvSpPr/>
            <p:nvPr/>
          </p:nvSpPr>
          <p:spPr>
            <a:xfrm>
              <a:off x="9085355" y="2491833"/>
              <a:ext cx="2919095" cy="1247140"/>
            </a:xfrm>
            <a:custGeom>
              <a:avLst/>
              <a:gdLst/>
              <a:ahLst/>
              <a:cxnLst/>
              <a:rect l="l" t="t" r="r" b="b"/>
              <a:pathLst>
                <a:path w="2919095" h="1247139">
                  <a:moveTo>
                    <a:pt x="2810473" y="0"/>
                  </a:moveTo>
                  <a:lnTo>
                    <a:pt x="2918528" y="0"/>
                  </a:lnTo>
                </a:path>
                <a:path w="2919095" h="1247139">
                  <a:moveTo>
                    <a:pt x="2918528" y="0"/>
                  </a:moveTo>
                  <a:lnTo>
                    <a:pt x="2918529" y="1246652"/>
                  </a:lnTo>
                </a:path>
                <a:path w="2919095" h="1247139">
                  <a:moveTo>
                    <a:pt x="0" y="1246651"/>
                  </a:moveTo>
                  <a:lnTo>
                    <a:pt x="2918529" y="1246652"/>
                  </a:lnTo>
                </a:path>
                <a:path w="2919095" h="1247139">
                  <a:moveTo>
                    <a:pt x="0" y="133375"/>
                  </a:moveTo>
                  <a:lnTo>
                    <a:pt x="0" y="1246651"/>
                  </a:lnTo>
                </a:path>
                <a:path w="2919095" h="1247139">
                  <a:moveTo>
                    <a:pt x="0" y="133375"/>
                  </a:moveTo>
                  <a:lnTo>
                    <a:pt x="162700" y="133375"/>
                  </a:lnTo>
                </a:path>
              </a:pathLst>
            </a:custGeom>
            <a:ln w="8846">
              <a:solidFill>
                <a:srgbClr val="000000"/>
              </a:solidFill>
            </a:ln>
          </p:spPr>
          <p:txBody>
            <a:bodyPr wrap="square" lIns="0" tIns="0" rIns="0" bIns="0" rtlCol="0"/>
            <a:lstStyle/>
            <a:p/>
          </p:txBody>
        </p:sp>
        <p:sp>
          <p:nvSpPr>
            <p:cNvPr id="139" name="object 139" descr=""/>
            <p:cNvSpPr/>
            <p:nvPr/>
          </p:nvSpPr>
          <p:spPr>
            <a:xfrm>
              <a:off x="9220784" y="2589133"/>
              <a:ext cx="81915" cy="73660"/>
            </a:xfrm>
            <a:custGeom>
              <a:avLst/>
              <a:gdLst/>
              <a:ahLst/>
              <a:cxnLst/>
              <a:rect l="l" t="t" r="r" b="b"/>
              <a:pathLst>
                <a:path w="81915" h="73660">
                  <a:moveTo>
                    <a:pt x="0" y="0"/>
                  </a:moveTo>
                  <a:lnTo>
                    <a:pt x="25933" y="36075"/>
                  </a:lnTo>
                  <a:lnTo>
                    <a:pt x="0" y="73226"/>
                  </a:lnTo>
                  <a:lnTo>
                    <a:pt x="81504" y="36075"/>
                  </a:lnTo>
                  <a:lnTo>
                    <a:pt x="0" y="0"/>
                  </a:lnTo>
                  <a:close/>
                </a:path>
              </a:pathLst>
            </a:custGeom>
            <a:solidFill>
              <a:srgbClr val="000000"/>
            </a:solidFill>
          </p:spPr>
          <p:txBody>
            <a:bodyPr wrap="square" lIns="0" tIns="0" rIns="0" bIns="0" rtlCol="0"/>
            <a:lstStyle/>
            <a:p/>
          </p:txBody>
        </p:sp>
        <p:sp>
          <p:nvSpPr>
            <p:cNvPr id="140" name="object 140" descr=""/>
            <p:cNvSpPr/>
            <p:nvPr/>
          </p:nvSpPr>
          <p:spPr>
            <a:xfrm>
              <a:off x="9863869" y="1512950"/>
              <a:ext cx="140970" cy="623570"/>
            </a:xfrm>
            <a:custGeom>
              <a:avLst/>
              <a:gdLst/>
              <a:ahLst/>
              <a:cxnLst/>
              <a:rect l="l" t="t" r="r" b="b"/>
              <a:pathLst>
                <a:path w="140970" h="623569">
                  <a:moveTo>
                    <a:pt x="0" y="623003"/>
                  </a:moveTo>
                  <a:lnTo>
                    <a:pt x="0" y="0"/>
                  </a:lnTo>
                </a:path>
                <a:path w="140970" h="623569">
                  <a:moveTo>
                    <a:pt x="0" y="0"/>
                  </a:moveTo>
                  <a:lnTo>
                    <a:pt x="140780" y="0"/>
                  </a:lnTo>
                </a:path>
              </a:pathLst>
            </a:custGeom>
            <a:ln w="8846">
              <a:solidFill>
                <a:srgbClr val="000000"/>
              </a:solidFill>
            </a:ln>
          </p:spPr>
          <p:txBody>
            <a:bodyPr wrap="square" lIns="0" tIns="0" rIns="0" bIns="0" rtlCol="0"/>
            <a:lstStyle/>
            <a:p/>
          </p:txBody>
        </p:sp>
        <p:sp>
          <p:nvSpPr>
            <p:cNvPr id="141" name="object 141" descr=""/>
            <p:cNvSpPr/>
            <p:nvPr/>
          </p:nvSpPr>
          <p:spPr>
            <a:xfrm>
              <a:off x="8855760" y="1476971"/>
              <a:ext cx="1202690" cy="676275"/>
            </a:xfrm>
            <a:custGeom>
              <a:avLst/>
              <a:gdLst/>
              <a:ahLst/>
              <a:cxnLst/>
              <a:rect l="l" t="t" r="r" b="b"/>
              <a:pathLst>
                <a:path w="1202690" h="676275">
                  <a:moveTo>
                    <a:pt x="23355" y="644080"/>
                  </a:moveTo>
                  <a:lnTo>
                    <a:pt x="17805" y="635622"/>
                  </a:lnTo>
                  <a:lnTo>
                    <a:pt x="5549" y="635622"/>
                  </a:lnTo>
                  <a:lnTo>
                    <a:pt x="0" y="644080"/>
                  </a:lnTo>
                  <a:lnTo>
                    <a:pt x="0" y="655408"/>
                  </a:lnTo>
                  <a:lnTo>
                    <a:pt x="0" y="666737"/>
                  </a:lnTo>
                  <a:lnTo>
                    <a:pt x="5549" y="676046"/>
                  </a:lnTo>
                  <a:lnTo>
                    <a:pt x="17805" y="676046"/>
                  </a:lnTo>
                  <a:lnTo>
                    <a:pt x="23355" y="666737"/>
                  </a:lnTo>
                  <a:lnTo>
                    <a:pt x="23355" y="644080"/>
                  </a:lnTo>
                  <a:close/>
                </a:path>
                <a:path w="1202690" h="676275">
                  <a:moveTo>
                    <a:pt x="1202601" y="36703"/>
                  </a:moveTo>
                  <a:lnTo>
                    <a:pt x="1121613" y="0"/>
                  </a:lnTo>
                  <a:lnTo>
                    <a:pt x="1147546" y="36703"/>
                  </a:lnTo>
                  <a:lnTo>
                    <a:pt x="1121613" y="73126"/>
                  </a:lnTo>
                  <a:lnTo>
                    <a:pt x="1202601" y="36703"/>
                  </a:lnTo>
                  <a:close/>
                </a:path>
              </a:pathLst>
            </a:custGeom>
            <a:solidFill>
              <a:srgbClr val="000000"/>
            </a:solidFill>
          </p:spPr>
          <p:txBody>
            <a:bodyPr wrap="square" lIns="0" tIns="0" rIns="0" bIns="0" rtlCol="0"/>
            <a:lstStyle/>
            <a:p/>
          </p:txBody>
        </p:sp>
        <p:sp>
          <p:nvSpPr>
            <p:cNvPr id="142" name="object 142" descr=""/>
            <p:cNvSpPr/>
            <p:nvPr/>
          </p:nvSpPr>
          <p:spPr>
            <a:xfrm>
              <a:off x="8855762" y="2112582"/>
              <a:ext cx="23495" cy="40640"/>
            </a:xfrm>
            <a:custGeom>
              <a:avLst/>
              <a:gdLst/>
              <a:ahLst/>
              <a:cxnLst/>
              <a:rect l="l" t="t" r="r" b="b"/>
              <a:pathLst>
                <a:path w="23495" h="40639">
                  <a:moveTo>
                    <a:pt x="0" y="19786"/>
                  </a:moveTo>
                  <a:lnTo>
                    <a:pt x="0" y="31114"/>
                  </a:lnTo>
                  <a:lnTo>
                    <a:pt x="5557" y="40434"/>
                  </a:lnTo>
                  <a:lnTo>
                    <a:pt x="11731" y="40434"/>
                  </a:lnTo>
                  <a:lnTo>
                    <a:pt x="17803" y="40434"/>
                  </a:lnTo>
                  <a:lnTo>
                    <a:pt x="23360" y="31114"/>
                  </a:lnTo>
                  <a:lnTo>
                    <a:pt x="23360" y="19786"/>
                  </a:lnTo>
                  <a:lnTo>
                    <a:pt x="23360" y="8459"/>
                  </a:lnTo>
                  <a:lnTo>
                    <a:pt x="17803" y="0"/>
                  </a:lnTo>
                  <a:lnTo>
                    <a:pt x="11731" y="0"/>
                  </a:lnTo>
                  <a:lnTo>
                    <a:pt x="5557" y="0"/>
                  </a:lnTo>
                  <a:lnTo>
                    <a:pt x="0" y="8459"/>
                  </a:lnTo>
                  <a:lnTo>
                    <a:pt x="0" y="19786"/>
                  </a:lnTo>
                  <a:close/>
                </a:path>
              </a:pathLst>
            </a:custGeom>
            <a:ln w="8120">
              <a:solidFill>
                <a:srgbClr val="000000"/>
              </a:solidFill>
            </a:ln>
          </p:spPr>
          <p:txBody>
            <a:bodyPr wrap="square" lIns="0" tIns="0" rIns="0" bIns="0" rtlCol="0"/>
            <a:lstStyle/>
            <a:p/>
          </p:txBody>
        </p:sp>
        <p:sp>
          <p:nvSpPr>
            <p:cNvPr id="143" name="object 143" descr=""/>
            <p:cNvSpPr/>
            <p:nvPr/>
          </p:nvSpPr>
          <p:spPr>
            <a:xfrm>
              <a:off x="8855762" y="2209223"/>
              <a:ext cx="23495" cy="40640"/>
            </a:xfrm>
            <a:custGeom>
              <a:avLst/>
              <a:gdLst/>
              <a:ahLst/>
              <a:cxnLst/>
              <a:rect l="l" t="t" r="r" b="b"/>
              <a:pathLst>
                <a:path w="23495" h="40639">
                  <a:moveTo>
                    <a:pt x="17803" y="0"/>
                  </a:moveTo>
                  <a:lnTo>
                    <a:pt x="5557" y="0"/>
                  </a:lnTo>
                  <a:lnTo>
                    <a:pt x="0" y="8459"/>
                  </a:lnTo>
                  <a:lnTo>
                    <a:pt x="0" y="19786"/>
                  </a:lnTo>
                  <a:lnTo>
                    <a:pt x="0" y="30684"/>
                  </a:lnTo>
                  <a:lnTo>
                    <a:pt x="5557" y="40290"/>
                  </a:lnTo>
                  <a:lnTo>
                    <a:pt x="17803" y="40290"/>
                  </a:lnTo>
                  <a:lnTo>
                    <a:pt x="23360" y="30684"/>
                  </a:lnTo>
                  <a:lnTo>
                    <a:pt x="23360" y="8459"/>
                  </a:lnTo>
                  <a:lnTo>
                    <a:pt x="17803" y="0"/>
                  </a:lnTo>
                  <a:close/>
                </a:path>
              </a:pathLst>
            </a:custGeom>
            <a:solidFill>
              <a:srgbClr val="000000"/>
            </a:solidFill>
          </p:spPr>
          <p:txBody>
            <a:bodyPr wrap="square" lIns="0" tIns="0" rIns="0" bIns="0" rtlCol="0"/>
            <a:lstStyle/>
            <a:p/>
          </p:txBody>
        </p:sp>
        <p:sp>
          <p:nvSpPr>
            <p:cNvPr id="144" name="object 144" descr=""/>
            <p:cNvSpPr/>
            <p:nvPr/>
          </p:nvSpPr>
          <p:spPr>
            <a:xfrm>
              <a:off x="8855762" y="2209223"/>
              <a:ext cx="23495" cy="40640"/>
            </a:xfrm>
            <a:custGeom>
              <a:avLst/>
              <a:gdLst/>
              <a:ahLst/>
              <a:cxnLst/>
              <a:rect l="l" t="t" r="r" b="b"/>
              <a:pathLst>
                <a:path w="23495" h="40639">
                  <a:moveTo>
                    <a:pt x="0" y="19786"/>
                  </a:moveTo>
                  <a:lnTo>
                    <a:pt x="0" y="30684"/>
                  </a:lnTo>
                  <a:lnTo>
                    <a:pt x="5557" y="40290"/>
                  </a:lnTo>
                  <a:lnTo>
                    <a:pt x="11731" y="40290"/>
                  </a:lnTo>
                  <a:lnTo>
                    <a:pt x="17803" y="40290"/>
                  </a:lnTo>
                  <a:lnTo>
                    <a:pt x="23360" y="30684"/>
                  </a:lnTo>
                  <a:lnTo>
                    <a:pt x="23360" y="19786"/>
                  </a:lnTo>
                  <a:lnTo>
                    <a:pt x="23360" y="8459"/>
                  </a:lnTo>
                  <a:lnTo>
                    <a:pt x="17803" y="0"/>
                  </a:lnTo>
                  <a:lnTo>
                    <a:pt x="11731" y="0"/>
                  </a:lnTo>
                  <a:lnTo>
                    <a:pt x="5557" y="0"/>
                  </a:lnTo>
                  <a:lnTo>
                    <a:pt x="0" y="8459"/>
                  </a:lnTo>
                  <a:lnTo>
                    <a:pt x="0" y="19786"/>
                  </a:lnTo>
                  <a:close/>
                </a:path>
              </a:pathLst>
            </a:custGeom>
            <a:ln w="8123">
              <a:solidFill>
                <a:srgbClr val="000000"/>
              </a:solidFill>
            </a:ln>
          </p:spPr>
          <p:txBody>
            <a:bodyPr wrap="square" lIns="0" tIns="0" rIns="0" bIns="0" rtlCol="0"/>
            <a:lstStyle/>
            <a:p/>
          </p:txBody>
        </p:sp>
        <p:sp>
          <p:nvSpPr>
            <p:cNvPr id="145" name="object 145" descr=""/>
            <p:cNvSpPr/>
            <p:nvPr/>
          </p:nvSpPr>
          <p:spPr>
            <a:xfrm>
              <a:off x="8855763" y="3041223"/>
              <a:ext cx="23495" cy="41275"/>
            </a:xfrm>
            <a:custGeom>
              <a:avLst/>
              <a:gdLst/>
              <a:ahLst/>
              <a:cxnLst/>
              <a:rect l="l" t="t" r="r" b="b"/>
              <a:pathLst>
                <a:path w="23495" h="41275">
                  <a:moveTo>
                    <a:pt x="17803" y="0"/>
                  </a:moveTo>
                  <a:lnTo>
                    <a:pt x="5557" y="0"/>
                  </a:lnTo>
                  <a:lnTo>
                    <a:pt x="0" y="8846"/>
                  </a:lnTo>
                  <a:lnTo>
                    <a:pt x="0" y="19815"/>
                  </a:lnTo>
                  <a:lnTo>
                    <a:pt x="0" y="31143"/>
                  </a:lnTo>
                  <a:lnTo>
                    <a:pt x="5557" y="40692"/>
                  </a:lnTo>
                  <a:lnTo>
                    <a:pt x="17803" y="40692"/>
                  </a:lnTo>
                  <a:lnTo>
                    <a:pt x="23360" y="31143"/>
                  </a:lnTo>
                  <a:lnTo>
                    <a:pt x="23360" y="8846"/>
                  </a:lnTo>
                  <a:lnTo>
                    <a:pt x="17803" y="0"/>
                  </a:lnTo>
                  <a:close/>
                </a:path>
              </a:pathLst>
            </a:custGeom>
            <a:solidFill>
              <a:srgbClr val="000000"/>
            </a:solidFill>
          </p:spPr>
          <p:txBody>
            <a:bodyPr wrap="square" lIns="0" tIns="0" rIns="0" bIns="0" rtlCol="0"/>
            <a:lstStyle/>
            <a:p/>
          </p:txBody>
        </p:sp>
        <p:sp>
          <p:nvSpPr>
            <p:cNvPr id="146" name="object 146" descr=""/>
            <p:cNvSpPr/>
            <p:nvPr/>
          </p:nvSpPr>
          <p:spPr>
            <a:xfrm>
              <a:off x="8855763" y="3041223"/>
              <a:ext cx="23495" cy="41275"/>
            </a:xfrm>
            <a:custGeom>
              <a:avLst/>
              <a:gdLst/>
              <a:ahLst/>
              <a:cxnLst/>
              <a:rect l="l" t="t" r="r" b="b"/>
              <a:pathLst>
                <a:path w="23495" h="41275">
                  <a:moveTo>
                    <a:pt x="0" y="19815"/>
                  </a:moveTo>
                  <a:lnTo>
                    <a:pt x="0" y="31143"/>
                  </a:lnTo>
                  <a:lnTo>
                    <a:pt x="5557" y="40692"/>
                  </a:lnTo>
                  <a:lnTo>
                    <a:pt x="11731" y="40692"/>
                  </a:lnTo>
                  <a:lnTo>
                    <a:pt x="17803" y="40692"/>
                  </a:lnTo>
                  <a:lnTo>
                    <a:pt x="23360" y="31143"/>
                  </a:lnTo>
                  <a:lnTo>
                    <a:pt x="23360" y="19815"/>
                  </a:lnTo>
                  <a:lnTo>
                    <a:pt x="23360" y="8846"/>
                  </a:lnTo>
                  <a:lnTo>
                    <a:pt x="17803" y="0"/>
                  </a:lnTo>
                  <a:lnTo>
                    <a:pt x="11731" y="0"/>
                  </a:lnTo>
                  <a:lnTo>
                    <a:pt x="5557" y="0"/>
                  </a:lnTo>
                  <a:lnTo>
                    <a:pt x="0" y="8846"/>
                  </a:lnTo>
                  <a:lnTo>
                    <a:pt x="0" y="19815"/>
                  </a:lnTo>
                  <a:close/>
                </a:path>
              </a:pathLst>
            </a:custGeom>
            <a:ln w="8113">
              <a:solidFill>
                <a:srgbClr val="000000"/>
              </a:solidFill>
            </a:ln>
          </p:spPr>
          <p:txBody>
            <a:bodyPr wrap="square" lIns="0" tIns="0" rIns="0" bIns="0" rtlCol="0"/>
            <a:lstStyle/>
            <a:p/>
          </p:txBody>
        </p:sp>
        <p:sp>
          <p:nvSpPr>
            <p:cNvPr id="147" name="object 147" descr=""/>
            <p:cNvSpPr/>
            <p:nvPr/>
          </p:nvSpPr>
          <p:spPr>
            <a:xfrm>
              <a:off x="7944154" y="2203201"/>
              <a:ext cx="22860" cy="40640"/>
            </a:xfrm>
            <a:custGeom>
              <a:avLst/>
              <a:gdLst/>
              <a:ahLst/>
              <a:cxnLst/>
              <a:rect l="l" t="t" r="r" b="b"/>
              <a:pathLst>
                <a:path w="22859" h="40639">
                  <a:moveTo>
                    <a:pt x="17340" y="0"/>
                  </a:moveTo>
                  <a:lnTo>
                    <a:pt x="4847" y="0"/>
                  </a:lnTo>
                  <a:lnTo>
                    <a:pt x="0" y="8459"/>
                  </a:lnTo>
                  <a:lnTo>
                    <a:pt x="0" y="19786"/>
                  </a:lnTo>
                  <a:lnTo>
                    <a:pt x="0" y="30827"/>
                  </a:lnTo>
                  <a:lnTo>
                    <a:pt x="4847" y="40290"/>
                  </a:lnTo>
                  <a:lnTo>
                    <a:pt x="17340" y="40290"/>
                  </a:lnTo>
                  <a:lnTo>
                    <a:pt x="22691" y="30827"/>
                  </a:lnTo>
                  <a:lnTo>
                    <a:pt x="22691" y="8459"/>
                  </a:lnTo>
                  <a:lnTo>
                    <a:pt x="17340" y="0"/>
                  </a:lnTo>
                  <a:close/>
                </a:path>
              </a:pathLst>
            </a:custGeom>
            <a:solidFill>
              <a:srgbClr val="000000"/>
            </a:solidFill>
          </p:spPr>
          <p:txBody>
            <a:bodyPr wrap="square" lIns="0" tIns="0" rIns="0" bIns="0" rtlCol="0"/>
            <a:lstStyle/>
            <a:p/>
          </p:txBody>
        </p:sp>
        <p:sp>
          <p:nvSpPr>
            <p:cNvPr id="148" name="object 148" descr=""/>
            <p:cNvSpPr/>
            <p:nvPr/>
          </p:nvSpPr>
          <p:spPr>
            <a:xfrm>
              <a:off x="7944154" y="2203201"/>
              <a:ext cx="22860" cy="40640"/>
            </a:xfrm>
            <a:custGeom>
              <a:avLst/>
              <a:gdLst/>
              <a:ahLst/>
              <a:cxnLst/>
              <a:rect l="l" t="t" r="r" b="b"/>
              <a:pathLst>
                <a:path w="22859" h="40639">
                  <a:moveTo>
                    <a:pt x="0" y="19786"/>
                  </a:moveTo>
                  <a:lnTo>
                    <a:pt x="0" y="30827"/>
                  </a:lnTo>
                  <a:lnTo>
                    <a:pt x="4847" y="40290"/>
                  </a:lnTo>
                  <a:lnTo>
                    <a:pt x="10959" y="40290"/>
                  </a:lnTo>
                  <a:lnTo>
                    <a:pt x="17340" y="40290"/>
                  </a:lnTo>
                  <a:lnTo>
                    <a:pt x="22691" y="30827"/>
                  </a:lnTo>
                  <a:lnTo>
                    <a:pt x="22691" y="19786"/>
                  </a:lnTo>
                  <a:lnTo>
                    <a:pt x="22691" y="8459"/>
                  </a:lnTo>
                  <a:lnTo>
                    <a:pt x="17340" y="0"/>
                  </a:lnTo>
                  <a:lnTo>
                    <a:pt x="10959" y="0"/>
                  </a:lnTo>
                  <a:lnTo>
                    <a:pt x="4847" y="0"/>
                  </a:lnTo>
                  <a:lnTo>
                    <a:pt x="0" y="8459"/>
                  </a:lnTo>
                  <a:lnTo>
                    <a:pt x="0" y="19786"/>
                  </a:lnTo>
                  <a:close/>
                </a:path>
              </a:pathLst>
            </a:custGeom>
            <a:ln w="8092">
              <a:solidFill>
                <a:srgbClr val="000000"/>
              </a:solidFill>
            </a:ln>
          </p:spPr>
          <p:txBody>
            <a:bodyPr wrap="square" lIns="0" tIns="0" rIns="0" bIns="0" rtlCol="0"/>
            <a:lstStyle/>
            <a:p/>
          </p:txBody>
        </p:sp>
      </p:grpSp>
      <p:sp>
        <p:nvSpPr>
          <p:cNvPr id="149" name="object 149" descr=""/>
          <p:cNvSpPr txBox="1"/>
          <p:nvPr/>
        </p:nvSpPr>
        <p:spPr>
          <a:xfrm>
            <a:off x="8675546" y="2130549"/>
            <a:ext cx="118745" cy="180975"/>
          </a:xfrm>
          <a:prstGeom prst="rect">
            <a:avLst/>
          </a:prstGeom>
        </p:spPr>
        <p:txBody>
          <a:bodyPr wrap="square" lIns="0" tIns="15240" rIns="0" bIns="0" rtlCol="0" vert="horz">
            <a:spAutoFit/>
          </a:bodyPr>
          <a:lstStyle/>
          <a:p>
            <a:pPr marL="12700">
              <a:lnSpc>
                <a:spcPct val="100000"/>
              </a:lnSpc>
              <a:spcBef>
                <a:spcPts val="120"/>
              </a:spcBef>
            </a:pPr>
            <a:r>
              <a:rPr dirty="0" sz="1000" spc="-114">
                <a:latin typeface="Times New Roman"/>
                <a:cs typeface="Times New Roman"/>
              </a:rPr>
              <a:t>IR</a:t>
            </a:r>
            <a:endParaRPr sz="1000">
              <a:latin typeface="Times New Roman"/>
              <a:cs typeface="Times New Roman"/>
            </a:endParaRPr>
          </a:p>
        </p:txBody>
      </p:sp>
      <p:grpSp>
        <p:nvGrpSpPr>
          <p:cNvPr id="150" name="object 150" descr=""/>
          <p:cNvGrpSpPr/>
          <p:nvPr/>
        </p:nvGrpSpPr>
        <p:grpSpPr>
          <a:xfrm>
            <a:off x="8215338" y="1387059"/>
            <a:ext cx="135890" cy="73660"/>
            <a:chOff x="8215338" y="1387059"/>
            <a:chExt cx="135890" cy="73660"/>
          </a:xfrm>
        </p:grpSpPr>
        <p:sp>
          <p:nvSpPr>
            <p:cNvPr id="151" name="object 151" descr=""/>
            <p:cNvSpPr/>
            <p:nvPr/>
          </p:nvSpPr>
          <p:spPr>
            <a:xfrm>
              <a:off x="8220736" y="1423479"/>
              <a:ext cx="76200" cy="0"/>
            </a:xfrm>
            <a:custGeom>
              <a:avLst/>
              <a:gdLst/>
              <a:ahLst/>
              <a:cxnLst/>
              <a:rect l="l" t="t" r="r" b="b"/>
              <a:pathLst>
                <a:path w="76200" h="0">
                  <a:moveTo>
                    <a:pt x="0" y="0"/>
                  </a:moveTo>
                  <a:lnTo>
                    <a:pt x="75968" y="0"/>
                  </a:lnTo>
                </a:path>
              </a:pathLst>
            </a:custGeom>
            <a:ln w="10299">
              <a:solidFill>
                <a:srgbClr val="000000"/>
              </a:solidFill>
            </a:ln>
          </p:spPr>
          <p:txBody>
            <a:bodyPr wrap="square" lIns="0" tIns="0" rIns="0" bIns="0" rtlCol="0"/>
            <a:lstStyle/>
            <a:p/>
          </p:txBody>
        </p:sp>
        <p:sp>
          <p:nvSpPr>
            <p:cNvPr id="152" name="object 152" descr=""/>
            <p:cNvSpPr/>
            <p:nvPr/>
          </p:nvSpPr>
          <p:spPr>
            <a:xfrm>
              <a:off x="8269680" y="1387059"/>
              <a:ext cx="81915" cy="73660"/>
            </a:xfrm>
            <a:custGeom>
              <a:avLst/>
              <a:gdLst/>
              <a:ahLst/>
              <a:cxnLst/>
              <a:rect l="l" t="t" r="r" b="b"/>
              <a:pathLst>
                <a:path w="81915" h="73659">
                  <a:moveTo>
                    <a:pt x="0" y="0"/>
                  </a:moveTo>
                  <a:lnTo>
                    <a:pt x="25748" y="37136"/>
                  </a:lnTo>
                  <a:lnTo>
                    <a:pt x="0" y="73269"/>
                  </a:lnTo>
                  <a:lnTo>
                    <a:pt x="81319" y="37136"/>
                  </a:lnTo>
                  <a:lnTo>
                    <a:pt x="0" y="0"/>
                  </a:lnTo>
                  <a:close/>
                </a:path>
              </a:pathLst>
            </a:custGeom>
            <a:solidFill>
              <a:srgbClr val="000000"/>
            </a:solidFill>
          </p:spPr>
          <p:txBody>
            <a:bodyPr wrap="square" lIns="0" tIns="0" rIns="0" bIns="0" rtlCol="0"/>
            <a:lstStyle/>
            <a:p/>
          </p:txBody>
        </p:sp>
      </p:grpSp>
      <p:sp>
        <p:nvSpPr>
          <p:cNvPr id="153" name="object 153" descr=""/>
          <p:cNvSpPr txBox="1"/>
          <p:nvPr/>
        </p:nvSpPr>
        <p:spPr>
          <a:xfrm>
            <a:off x="9686822" y="2039931"/>
            <a:ext cx="92710" cy="180975"/>
          </a:xfrm>
          <a:prstGeom prst="rect">
            <a:avLst/>
          </a:prstGeom>
        </p:spPr>
        <p:txBody>
          <a:bodyPr wrap="square" lIns="0" tIns="15240" rIns="0" bIns="0" rtlCol="0" vert="horz">
            <a:spAutoFit/>
          </a:bodyPr>
          <a:lstStyle/>
          <a:p>
            <a:pPr marL="12700">
              <a:lnSpc>
                <a:spcPct val="100000"/>
              </a:lnSpc>
              <a:spcBef>
                <a:spcPts val="120"/>
              </a:spcBef>
            </a:pPr>
            <a:r>
              <a:rPr dirty="0" sz="1000" spc="-145">
                <a:latin typeface="Times New Roman"/>
                <a:cs typeface="Times New Roman"/>
              </a:rPr>
              <a:t>A</a:t>
            </a:r>
            <a:endParaRPr sz="1000">
              <a:latin typeface="Times New Roman"/>
              <a:cs typeface="Times New Roman"/>
            </a:endParaRPr>
          </a:p>
        </p:txBody>
      </p:sp>
      <p:sp>
        <p:nvSpPr>
          <p:cNvPr id="154" name="object 154" descr=""/>
          <p:cNvSpPr txBox="1"/>
          <p:nvPr/>
        </p:nvSpPr>
        <p:spPr>
          <a:xfrm>
            <a:off x="9683735" y="2436531"/>
            <a:ext cx="87630" cy="180975"/>
          </a:xfrm>
          <a:prstGeom prst="rect">
            <a:avLst/>
          </a:prstGeom>
        </p:spPr>
        <p:txBody>
          <a:bodyPr wrap="square" lIns="0" tIns="15240" rIns="0" bIns="0" rtlCol="0" vert="horz">
            <a:spAutoFit/>
          </a:bodyPr>
          <a:lstStyle/>
          <a:p>
            <a:pPr marL="12700">
              <a:lnSpc>
                <a:spcPct val="100000"/>
              </a:lnSpc>
              <a:spcBef>
                <a:spcPts val="120"/>
              </a:spcBef>
            </a:pPr>
            <a:r>
              <a:rPr dirty="0" sz="1000" spc="-130">
                <a:latin typeface="Times New Roman"/>
                <a:cs typeface="Times New Roman"/>
              </a:rPr>
              <a:t>B</a:t>
            </a:r>
            <a:endParaRPr sz="1000">
              <a:latin typeface="Times New Roman"/>
              <a:cs typeface="Times New Roman"/>
            </a:endParaRPr>
          </a:p>
        </p:txBody>
      </p:sp>
      <p:sp>
        <p:nvSpPr>
          <p:cNvPr id="155" name="object 155" descr=""/>
          <p:cNvSpPr txBox="1"/>
          <p:nvPr/>
        </p:nvSpPr>
        <p:spPr>
          <a:xfrm>
            <a:off x="9674826" y="2913199"/>
            <a:ext cx="128905" cy="271145"/>
          </a:xfrm>
          <a:prstGeom prst="rect">
            <a:avLst/>
          </a:prstGeom>
        </p:spPr>
        <p:txBody>
          <a:bodyPr wrap="square" lIns="0" tIns="6350" rIns="0" bIns="0" rtlCol="0" vert="vert">
            <a:spAutoFit/>
          </a:bodyPr>
          <a:lstStyle/>
          <a:p>
            <a:pPr marL="12700">
              <a:lnSpc>
                <a:spcPct val="100000"/>
              </a:lnSpc>
              <a:spcBef>
                <a:spcPts val="50"/>
              </a:spcBef>
            </a:pPr>
            <a:r>
              <a:rPr dirty="0" sz="700" spc="165">
                <a:latin typeface="Times New Roman"/>
                <a:cs typeface="Times New Roman"/>
              </a:rPr>
              <a:t>Imm</a:t>
            </a:r>
            <a:endParaRPr sz="700">
              <a:latin typeface="Times New Roman"/>
              <a:cs typeface="Times New Roman"/>
            </a:endParaRPr>
          </a:p>
        </p:txBody>
      </p:sp>
      <p:sp>
        <p:nvSpPr>
          <p:cNvPr id="156" name="object 156" descr=""/>
          <p:cNvSpPr txBox="1"/>
          <p:nvPr/>
        </p:nvSpPr>
        <p:spPr>
          <a:xfrm>
            <a:off x="8930742" y="1667849"/>
            <a:ext cx="247015" cy="180975"/>
          </a:xfrm>
          <a:prstGeom prst="rect">
            <a:avLst/>
          </a:prstGeom>
        </p:spPr>
        <p:txBody>
          <a:bodyPr wrap="square" lIns="0" tIns="15240" rIns="0" bIns="0" rtlCol="0" vert="horz">
            <a:spAutoFit/>
          </a:bodyPr>
          <a:lstStyle/>
          <a:p>
            <a:pPr marL="12700">
              <a:lnSpc>
                <a:spcPct val="100000"/>
              </a:lnSpc>
              <a:spcBef>
                <a:spcPts val="120"/>
              </a:spcBef>
            </a:pPr>
            <a:r>
              <a:rPr dirty="0" sz="1000" spc="-110">
                <a:latin typeface="Times New Roman"/>
                <a:cs typeface="Times New Roman"/>
              </a:rPr>
              <a:t>IR[rs]</a:t>
            </a:r>
            <a:endParaRPr sz="1000">
              <a:latin typeface="Times New Roman"/>
              <a:cs typeface="Times New Roman"/>
            </a:endParaRPr>
          </a:p>
        </p:txBody>
      </p:sp>
      <p:sp>
        <p:nvSpPr>
          <p:cNvPr id="157" name="object 157" descr=""/>
          <p:cNvSpPr txBox="1"/>
          <p:nvPr/>
        </p:nvSpPr>
        <p:spPr>
          <a:xfrm>
            <a:off x="8930742" y="1800766"/>
            <a:ext cx="556895" cy="440690"/>
          </a:xfrm>
          <a:prstGeom prst="rect">
            <a:avLst/>
          </a:prstGeom>
        </p:spPr>
        <p:txBody>
          <a:bodyPr wrap="square" lIns="0" tIns="15240" rIns="0" bIns="0" rtlCol="0" vert="horz">
            <a:spAutoFit/>
          </a:bodyPr>
          <a:lstStyle/>
          <a:p>
            <a:pPr algn="r" marR="5080">
              <a:lnSpc>
                <a:spcPts val="1130"/>
              </a:lnSpc>
              <a:spcBef>
                <a:spcPts val="120"/>
              </a:spcBef>
            </a:pPr>
            <a:r>
              <a:rPr dirty="0" sz="1000" spc="-320">
                <a:latin typeface="宋体"/>
                <a:cs typeface="宋体"/>
              </a:rPr>
              <a:t>通</a:t>
            </a:r>
            <a:endParaRPr sz="1000">
              <a:latin typeface="宋体"/>
              <a:cs typeface="宋体"/>
            </a:endParaRPr>
          </a:p>
          <a:p>
            <a:pPr algn="r" marL="450850" marR="5080" indent="-438784">
              <a:lnSpc>
                <a:spcPts val="980"/>
              </a:lnSpc>
              <a:spcBef>
                <a:spcPts val="145"/>
              </a:spcBef>
              <a:tabLst>
                <a:tab pos="450850" algn="l"/>
              </a:tabLst>
            </a:pPr>
            <a:r>
              <a:rPr dirty="0" sz="1000" spc="-10">
                <a:latin typeface="Times New Roman"/>
                <a:cs typeface="Times New Roman"/>
              </a:rPr>
              <a:t>IR[rt]</a:t>
            </a:r>
            <a:r>
              <a:rPr dirty="0" sz="1000">
                <a:latin typeface="Times New Roman"/>
                <a:cs typeface="Times New Roman"/>
              </a:rPr>
              <a:t>	</a:t>
            </a:r>
            <a:r>
              <a:rPr dirty="0" baseline="2777" sz="1500" spc="-480">
                <a:latin typeface="宋体"/>
                <a:cs typeface="宋体"/>
              </a:rPr>
              <a:t>用</a:t>
            </a:r>
            <a:r>
              <a:rPr dirty="0" sz="1000" spc="-320">
                <a:latin typeface="宋体"/>
                <a:cs typeface="宋体"/>
              </a:rPr>
              <a:t>寄</a:t>
            </a:r>
            <a:endParaRPr sz="1000">
              <a:latin typeface="宋体"/>
              <a:cs typeface="宋体"/>
            </a:endParaRPr>
          </a:p>
        </p:txBody>
      </p:sp>
      <p:sp>
        <p:nvSpPr>
          <p:cNvPr id="158" name="object 158" descr=""/>
          <p:cNvSpPr txBox="1"/>
          <p:nvPr/>
        </p:nvSpPr>
        <p:spPr>
          <a:xfrm>
            <a:off x="8909028" y="2216881"/>
            <a:ext cx="376555" cy="155575"/>
          </a:xfrm>
          <a:prstGeom prst="rect">
            <a:avLst/>
          </a:prstGeom>
        </p:spPr>
        <p:txBody>
          <a:bodyPr wrap="square" lIns="0" tIns="12700" rIns="0" bIns="0" rtlCol="0" vert="horz">
            <a:spAutoFit/>
          </a:bodyPr>
          <a:lstStyle/>
          <a:p>
            <a:pPr marL="12700">
              <a:lnSpc>
                <a:spcPct val="100000"/>
              </a:lnSpc>
              <a:spcBef>
                <a:spcPts val="100"/>
              </a:spcBef>
            </a:pPr>
            <a:r>
              <a:rPr dirty="0" sz="850" spc="-120">
                <a:latin typeface="宋体"/>
                <a:cs typeface="宋体"/>
              </a:rPr>
              <a:t>MEM/WB.IR</a:t>
            </a:r>
            <a:endParaRPr sz="850">
              <a:latin typeface="宋体"/>
              <a:cs typeface="宋体"/>
            </a:endParaRPr>
          </a:p>
        </p:txBody>
      </p:sp>
      <p:grpSp>
        <p:nvGrpSpPr>
          <p:cNvPr id="159" name="object 159" descr=""/>
          <p:cNvGrpSpPr/>
          <p:nvPr/>
        </p:nvGrpSpPr>
        <p:grpSpPr>
          <a:xfrm>
            <a:off x="8670606" y="1264009"/>
            <a:ext cx="135890" cy="316865"/>
            <a:chOff x="8670606" y="1264009"/>
            <a:chExt cx="135890" cy="316865"/>
          </a:xfrm>
        </p:grpSpPr>
        <p:sp>
          <p:nvSpPr>
            <p:cNvPr id="160" name="object 160" descr=""/>
            <p:cNvSpPr/>
            <p:nvPr/>
          </p:nvSpPr>
          <p:spPr>
            <a:xfrm>
              <a:off x="8674733" y="1268136"/>
              <a:ext cx="127635" cy="308610"/>
            </a:xfrm>
            <a:custGeom>
              <a:avLst/>
              <a:gdLst/>
              <a:ahLst/>
              <a:cxnLst/>
              <a:rect l="l" t="t" r="r" b="b"/>
              <a:pathLst>
                <a:path w="127634" h="308609">
                  <a:moveTo>
                    <a:pt x="127196" y="0"/>
                  </a:moveTo>
                  <a:lnTo>
                    <a:pt x="0" y="0"/>
                  </a:lnTo>
                  <a:lnTo>
                    <a:pt x="0" y="308476"/>
                  </a:lnTo>
                  <a:lnTo>
                    <a:pt x="127196" y="308476"/>
                  </a:lnTo>
                  <a:lnTo>
                    <a:pt x="127196" y="0"/>
                  </a:lnTo>
                  <a:close/>
                </a:path>
              </a:pathLst>
            </a:custGeom>
            <a:solidFill>
              <a:srgbClr val="FFFFFF"/>
            </a:solidFill>
          </p:spPr>
          <p:txBody>
            <a:bodyPr wrap="square" lIns="0" tIns="0" rIns="0" bIns="0" rtlCol="0"/>
            <a:lstStyle/>
            <a:p/>
          </p:txBody>
        </p:sp>
        <p:sp>
          <p:nvSpPr>
            <p:cNvPr id="161" name="object 161" descr=""/>
            <p:cNvSpPr/>
            <p:nvPr/>
          </p:nvSpPr>
          <p:spPr>
            <a:xfrm>
              <a:off x="8674733" y="1268136"/>
              <a:ext cx="127635" cy="308610"/>
            </a:xfrm>
            <a:custGeom>
              <a:avLst/>
              <a:gdLst/>
              <a:ahLst/>
              <a:cxnLst/>
              <a:rect l="l" t="t" r="r" b="b"/>
              <a:pathLst>
                <a:path w="127634" h="308609">
                  <a:moveTo>
                    <a:pt x="0" y="308476"/>
                  </a:moveTo>
                  <a:lnTo>
                    <a:pt x="127196" y="308476"/>
                  </a:lnTo>
                  <a:lnTo>
                    <a:pt x="127196" y="0"/>
                  </a:lnTo>
                  <a:lnTo>
                    <a:pt x="0" y="0"/>
                  </a:lnTo>
                  <a:lnTo>
                    <a:pt x="0" y="308476"/>
                  </a:lnTo>
                  <a:close/>
                </a:path>
              </a:pathLst>
            </a:custGeom>
            <a:ln w="7814">
              <a:solidFill>
                <a:srgbClr val="000000"/>
              </a:solidFill>
            </a:ln>
          </p:spPr>
          <p:txBody>
            <a:bodyPr wrap="square" lIns="0" tIns="0" rIns="0" bIns="0" rtlCol="0"/>
            <a:lstStyle/>
            <a:p/>
          </p:txBody>
        </p:sp>
      </p:grpSp>
      <p:sp>
        <p:nvSpPr>
          <p:cNvPr id="162" name="object 162" descr=""/>
          <p:cNvSpPr txBox="1"/>
          <p:nvPr/>
        </p:nvSpPr>
        <p:spPr>
          <a:xfrm>
            <a:off x="8679686" y="1284888"/>
            <a:ext cx="128905" cy="277495"/>
          </a:xfrm>
          <a:prstGeom prst="rect">
            <a:avLst/>
          </a:prstGeom>
        </p:spPr>
        <p:txBody>
          <a:bodyPr wrap="square" lIns="0" tIns="6350" rIns="0" bIns="0" rtlCol="0" vert="vert">
            <a:spAutoFit/>
          </a:bodyPr>
          <a:lstStyle/>
          <a:p>
            <a:pPr marL="12700">
              <a:lnSpc>
                <a:spcPct val="100000"/>
              </a:lnSpc>
              <a:spcBef>
                <a:spcPts val="50"/>
              </a:spcBef>
            </a:pPr>
            <a:r>
              <a:rPr dirty="0" sz="700" spc="180">
                <a:latin typeface="Times New Roman"/>
                <a:cs typeface="Times New Roman"/>
              </a:rPr>
              <a:t>NPC</a:t>
            </a:r>
            <a:endParaRPr sz="700">
              <a:latin typeface="Times New Roman"/>
              <a:cs typeface="Times New Roman"/>
            </a:endParaRPr>
          </a:p>
        </p:txBody>
      </p:sp>
      <p:grpSp>
        <p:nvGrpSpPr>
          <p:cNvPr id="163" name="object 163" descr=""/>
          <p:cNvGrpSpPr/>
          <p:nvPr/>
        </p:nvGrpSpPr>
        <p:grpSpPr>
          <a:xfrm>
            <a:off x="9665036" y="1264009"/>
            <a:ext cx="135890" cy="316865"/>
            <a:chOff x="9665036" y="1264009"/>
            <a:chExt cx="135890" cy="316865"/>
          </a:xfrm>
        </p:grpSpPr>
        <p:sp>
          <p:nvSpPr>
            <p:cNvPr id="164" name="object 164" descr=""/>
            <p:cNvSpPr/>
            <p:nvPr/>
          </p:nvSpPr>
          <p:spPr>
            <a:xfrm>
              <a:off x="9669163" y="1268137"/>
              <a:ext cx="127635" cy="308610"/>
            </a:xfrm>
            <a:custGeom>
              <a:avLst/>
              <a:gdLst/>
              <a:ahLst/>
              <a:cxnLst/>
              <a:rect l="l" t="t" r="r" b="b"/>
              <a:pathLst>
                <a:path w="127634" h="308609">
                  <a:moveTo>
                    <a:pt x="127196" y="0"/>
                  </a:moveTo>
                  <a:lnTo>
                    <a:pt x="0" y="0"/>
                  </a:lnTo>
                  <a:lnTo>
                    <a:pt x="0" y="308476"/>
                  </a:lnTo>
                  <a:lnTo>
                    <a:pt x="127196" y="308476"/>
                  </a:lnTo>
                  <a:lnTo>
                    <a:pt x="127196" y="0"/>
                  </a:lnTo>
                  <a:close/>
                </a:path>
              </a:pathLst>
            </a:custGeom>
            <a:solidFill>
              <a:srgbClr val="FFFFFF"/>
            </a:solidFill>
          </p:spPr>
          <p:txBody>
            <a:bodyPr wrap="square" lIns="0" tIns="0" rIns="0" bIns="0" rtlCol="0"/>
            <a:lstStyle/>
            <a:p/>
          </p:txBody>
        </p:sp>
        <p:sp>
          <p:nvSpPr>
            <p:cNvPr id="165" name="object 165" descr=""/>
            <p:cNvSpPr/>
            <p:nvPr/>
          </p:nvSpPr>
          <p:spPr>
            <a:xfrm>
              <a:off x="9669163" y="1268137"/>
              <a:ext cx="127635" cy="308610"/>
            </a:xfrm>
            <a:custGeom>
              <a:avLst/>
              <a:gdLst/>
              <a:ahLst/>
              <a:cxnLst/>
              <a:rect l="l" t="t" r="r" b="b"/>
              <a:pathLst>
                <a:path w="127634" h="308609">
                  <a:moveTo>
                    <a:pt x="0" y="308476"/>
                  </a:moveTo>
                  <a:lnTo>
                    <a:pt x="127196" y="308476"/>
                  </a:lnTo>
                  <a:lnTo>
                    <a:pt x="127196" y="0"/>
                  </a:lnTo>
                  <a:lnTo>
                    <a:pt x="0" y="0"/>
                  </a:lnTo>
                  <a:lnTo>
                    <a:pt x="0" y="308476"/>
                  </a:lnTo>
                  <a:close/>
                </a:path>
              </a:pathLst>
            </a:custGeom>
            <a:ln w="7814">
              <a:solidFill>
                <a:srgbClr val="000000"/>
              </a:solidFill>
            </a:ln>
          </p:spPr>
          <p:txBody>
            <a:bodyPr wrap="square" lIns="0" tIns="0" rIns="0" bIns="0" rtlCol="0"/>
            <a:lstStyle/>
            <a:p/>
          </p:txBody>
        </p:sp>
      </p:grpSp>
      <p:sp>
        <p:nvSpPr>
          <p:cNvPr id="166" name="object 166" descr=""/>
          <p:cNvSpPr txBox="1"/>
          <p:nvPr/>
        </p:nvSpPr>
        <p:spPr>
          <a:xfrm>
            <a:off x="9674003" y="1284888"/>
            <a:ext cx="128905" cy="277495"/>
          </a:xfrm>
          <a:prstGeom prst="rect">
            <a:avLst/>
          </a:prstGeom>
        </p:spPr>
        <p:txBody>
          <a:bodyPr wrap="square" lIns="0" tIns="6350" rIns="0" bIns="0" rtlCol="0" vert="vert">
            <a:spAutoFit/>
          </a:bodyPr>
          <a:lstStyle/>
          <a:p>
            <a:pPr marL="12700">
              <a:lnSpc>
                <a:spcPct val="100000"/>
              </a:lnSpc>
              <a:spcBef>
                <a:spcPts val="50"/>
              </a:spcBef>
            </a:pPr>
            <a:r>
              <a:rPr dirty="0" sz="700" spc="180">
                <a:latin typeface="Times New Roman"/>
                <a:cs typeface="Times New Roman"/>
              </a:rPr>
              <a:t>NPC</a:t>
            </a:r>
            <a:endParaRPr sz="700">
              <a:latin typeface="Times New Roman"/>
              <a:cs typeface="Times New Roman"/>
            </a:endParaRPr>
          </a:p>
        </p:txBody>
      </p:sp>
      <p:grpSp>
        <p:nvGrpSpPr>
          <p:cNvPr id="167" name="object 167" descr=""/>
          <p:cNvGrpSpPr/>
          <p:nvPr/>
        </p:nvGrpSpPr>
        <p:grpSpPr>
          <a:xfrm>
            <a:off x="9664719" y="3244427"/>
            <a:ext cx="136525" cy="273050"/>
            <a:chOff x="9664719" y="3244427"/>
            <a:chExt cx="136525" cy="273050"/>
          </a:xfrm>
        </p:grpSpPr>
        <p:sp>
          <p:nvSpPr>
            <p:cNvPr id="168" name="object 168" descr=""/>
            <p:cNvSpPr/>
            <p:nvPr/>
          </p:nvSpPr>
          <p:spPr>
            <a:xfrm>
              <a:off x="9669164" y="3248872"/>
              <a:ext cx="127635" cy="264160"/>
            </a:xfrm>
            <a:custGeom>
              <a:avLst/>
              <a:gdLst/>
              <a:ahLst/>
              <a:cxnLst/>
              <a:rect l="l" t="t" r="r" b="b"/>
              <a:pathLst>
                <a:path w="127634" h="264160">
                  <a:moveTo>
                    <a:pt x="127196" y="0"/>
                  </a:moveTo>
                  <a:lnTo>
                    <a:pt x="0" y="0"/>
                  </a:lnTo>
                  <a:lnTo>
                    <a:pt x="0" y="263554"/>
                  </a:lnTo>
                  <a:lnTo>
                    <a:pt x="127196" y="263554"/>
                  </a:lnTo>
                  <a:lnTo>
                    <a:pt x="127196" y="0"/>
                  </a:lnTo>
                  <a:close/>
                </a:path>
              </a:pathLst>
            </a:custGeom>
            <a:solidFill>
              <a:srgbClr val="FFFFFF"/>
            </a:solidFill>
          </p:spPr>
          <p:txBody>
            <a:bodyPr wrap="square" lIns="0" tIns="0" rIns="0" bIns="0" rtlCol="0"/>
            <a:lstStyle/>
            <a:p/>
          </p:txBody>
        </p:sp>
        <p:sp>
          <p:nvSpPr>
            <p:cNvPr id="169" name="object 169" descr=""/>
            <p:cNvSpPr/>
            <p:nvPr/>
          </p:nvSpPr>
          <p:spPr>
            <a:xfrm>
              <a:off x="9669164" y="3248872"/>
              <a:ext cx="127635" cy="264160"/>
            </a:xfrm>
            <a:custGeom>
              <a:avLst/>
              <a:gdLst/>
              <a:ahLst/>
              <a:cxnLst/>
              <a:rect l="l" t="t" r="r" b="b"/>
              <a:pathLst>
                <a:path w="127634" h="264160">
                  <a:moveTo>
                    <a:pt x="0" y="263554"/>
                  </a:moveTo>
                  <a:lnTo>
                    <a:pt x="127196" y="263554"/>
                  </a:lnTo>
                  <a:lnTo>
                    <a:pt x="127196" y="0"/>
                  </a:lnTo>
                  <a:lnTo>
                    <a:pt x="0" y="0"/>
                  </a:lnTo>
                  <a:lnTo>
                    <a:pt x="0" y="263554"/>
                  </a:lnTo>
                  <a:close/>
                </a:path>
              </a:pathLst>
            </a:custGeom>
            <a:ln w="7941">
              <a:solidFill>
                <a:srgbClr val="000000"/>
              </a:solidFill>
            </a:ln>
          </p:spPr>
          <p:txBody>
            <a:bodyPr wrap="square" lIns="0" tIns="0" rIns="0" bIns="0" rtlCol="0"/>
            <a:lstStyle/>
            <a:p/>
          </p:txBody>
        </p:sp>
      </p:grpSp>
      <p:sp>
        <p:nvSpPr>
          <p:cNvPr id="170" name="object 170" descr=""/>
          <p:cNvSpPr txBox="1"/>
          <p:nvPr/>
        </p:nvSpPr>
        <p:spPr>
          <a:xfrm>
            <a:off x="9673752" y="3287672"/>
            <a:ext cx="118745" cy="180975"/>
          </a:xfrm>
          <a:prstGeom prst="rect">
            <a:avLst/>
          </a:prstGeom>
        </p:spPr>
        <p:txBody>
          <a:bodyPr wrap="square" lIns="0" tIns="15240" rIns="0" bIns="0" rtlCol="0" vert="horz">
            <a:spAutoFit/>
          </a:bodyPr>
          <a:lstStyle/>
          <a:p>
            <a:pPr marL="12700">
              <a:lnSpc>
                <a:spcPct val="100000"/>
              </a:lnSpc>
              <a:spcBef>
                <a:spcPts val="120"/>
              </a:spcBef>
            </a:pPr>
            <a:r>
              <a:rPr dirty="0" sz="1000" spc="-114">
                <a:latin typeface="Times New Roman"/>
                <a:cs typeface="Times New Roman"/>
              </a:rPr>
              <a:t>IR</a:t>
            </a:r>
            <a:endParaRPr sz="1000">
              <a:latin typeface="Times New Roman"/>
              <a:cs typeface="Times New Roman"/>
            </a:endParaRPr>
          </a:p>
        </p:txBody>
      </p:sp>
      <p:grpSp>
        <p:nvGrpSpPr>
          <p:cNvPr id="171" name="object 171" descr=""/>
          <p:cNvGrpSpPr/>
          <p:nvPr/>
        </p:nvGrpSpPr>
        <p:grpSpPr>
          <a:xfrm>
            <a:off x="8820727" y="1387059"/>
            <a:ext cx="1113790" cy="2032635"/>
            <a:chOff x="8820727" y="1387059"/>
            <a:chExt cx="1113790" cy="2032635"/>
          </a:xfrm>
        </p:grpSpPr>
        <p:sp>
          <p:nvSpPr>
            <p:cNvPr id="172" name="object 172" descr=""/>
            <p:cNvSpPr/>
            <p:nvPr/>
          </p:nvSpPr>
          <p:spPr>
            <a:xfrm>
              <a:off x="8826124" y="1423479"/>
              <a:ext cx="768350" cy="0"/>
            </a:xfrm>
            <a:custGeom>
              <a:avLst/>
              <a:gdLst/>
              <a:ahLst/>
              <a:cxnLst/>
              <a:rect l="l" t="t" r="r" b="b"/>
              <a:pathLst>
                <a:path w="768350" h="0">
                  <a:moveTo>
                    <a:pt x="0" y="0"/>
                  </a:moveTo>
                  <a:lnTo>
                    <a:pt x="767811" y="0"/>
                  </a:lnTo>
                </a:path>
              </a:pathLst>
            </a:custGeom>
            <a:ln w="10299">
              <a:solidFill>
                <a:srgbClr val="000000"/>
              </a:solidFill>
            </a:ln>
          </p:spPr>
          <p:txBody>
            <a:bodyPr wrap="square" lIns="0" tIns="0" rIns="0" bIns="0" rtlCol="0"/>
            <a:lstStyle/>
            <a:p/>
          </p:txBody>
        </p:sp>
        <p:sp>
          <p:nvSpPr>
            <p:cNvPr id="173" name="object 173" descr=""/>
            <p:cNvSpPr/>
            <p:nvPr/>
          </p:nvSpPr>
          <p:spPr>
            <a:xfrm>
              <a:off x="9566665" y="1387059"/>
              <a:ext cx="81915" cy="73660"/>
            </a:xfrm>
            <a:custGeom>
              <a:avLst/>
              <a:gdLst/>
              <a:ahLst/>
              <a:cxnLst/>
              <a:rect l="l" t="t" r="r" b="b"/>
              <a:pathLst>
                <a:path w="81915" h="73659">
                  <a:moveTo>
                    <a:pt x="0" y="0"/>
                  </a:moveTo>
                  <a:lnTo>
                    <a:pt x="26036" y="37136"/>
                  </a:lnTo>
                  <a:lnTo>
                    <a:pt x="0" y="73269"/>
                  </a:lnTo>
                  <a:lnTo>
                    <a:pt x="81607" y="37136"/>
                  </a:lnTo>
                  <a:lnTo>
                    <a:pt x="0" y="0"/>
                  </a:lnTo>
                  <a:close/>
                </a:path>
              </a:pathLst>
            </a:custGeom>
            <a:solidFill>
              <a:srgbClr val="000000"/>
            </a:solidFill>
          </p:spPr>
          <p:txBody>
            <a:bodyPr wrap="square" lIns="0" tIns="0" rIns="0" bIns="0" rtlCol="0"/>
            <a:lstStyle/>
            <a:p/>
          </p:txBody>
        </p:sp>
        <p:sp>
          <p:nvSpPr>
            <p:cNvPr id="174" name="object 174" descr=""/>
            <p:cNvSpPr/>
            <p:nvPr/>
          </p:nvSpPr>
          <p:spPr>
            <a:xfrm>
              <a:off x="8869244" y="1423479"/>
              <a:ext cx="1059815" cy="1959610"/>
            </a:xfrm>
            <a:custGeom>
              <a:avLst/>
              <a:gdLst/>
              <a:ahLst/>
              <a:cxnLst/>
              <a:rect l="l" t="t" r="r" b="b"/>
              <a:pathLst>
                <a:path w="1059815" h="1959610">
                  <a:moveTo>
                    <a:pt x="1059355" y="534248"/>
                  </a:moveTo>
                  <a:lnTo>
                    <a:pt x="1059355" y="0"/>
                  </a:lnTo>
                </a:path>
                <a:path w="1059815" h="1959610">
                  <a:moveTo>
                    <a:pt x="1059355" y="0"/>
                  </a:moveTo>
                  <a:lnTo>
                    <a:pt x="951300" y="0"/>
                  </a:lnTo>
                </a:path>
                <a:path w="1059815" h="1959610">
                  <a:moveTo>
                    <a:pt x="0" y="1959127"/>
                  </a:moveTo>
                  <a:lnTo>
                    <a:pt x="724692" y="1959127"/>
                  </a:lnTo>
                </a:path>
              </a:pathLst>
            </a:custGeom>
            <a:ln w="8846">
              <a:solidFill>
                <a:srgbClr val="000000"/>
              </a:solidFill>
            </a:ln>
          </p:spPr>
          <p:txBody>
            <a:bodyPr wrap="square" lIns="0" tIns="0" rIns="0" bIns="0" rtlCol="0"/>
            <a:lstStyle/>
            <a:p/>
          </p:txBody>
        </p:sp>
        <p:sp>
          <p:nvSpPr>
            <p:cNvPr id="175" name="object 175" descr=""/>
            <p:cNvSpPr/>
            <p:nvPr/>
          </p:nvSpPr>
          <p:spPr>
            <a:xfrm>
              <a:off x="9566666" y="3346172"/>
              <a:ext cx="81915" cy="73660"/>
            </a:xfrm>
            <a:custGeom>
              <a:avLst/>
              <a:gdLst/>
              <a:ahLst/>
              <a:cxnLst/>
              <a:rect l="l" t="t" r="r" b="b"/>
              <a:pathLst>
                <a:path w="81915" h="73660">
                  <a:moveTo>
                    <a:pt x="0" y="0"/>
                  </a:moveTo>
                  <a:lnTo>
                    <a:pt x="26036" y="37136"/>
                  </a:lnTo>
                  <a:lnTo>
                    <a:pt x="0" y="73226"/>
                  </a:lnTo>
                  <a:lnTo>
                    <a:pt x="81607" y="37136"/>
                  </a:lnTo>
                  <a:lnTo>
                    <a:pt x="0" y="0"/>
                  </a:lnTo>
                  <a:close/>
                </a:path>
              </a:pathLst>
            </a:custGeom>
            <a:solidFill>
              <a:srgbClr val="000000"/>
            </a:solidFill>
          </p:spPr>
          <p:txBody>
            <a:bodyPr wrap="square" lIns="0" tIns="0" rIns="0" bIns="0" rtlCol="0"/>
            <a:lstStyle/>
            <a:p/>
          </p:txBody>
        </p:sp>
      </p:grpSp>
      <p:sp>
        <p:nvSpPr>
          <p:cNvPr id="176" name="object 176" descr=""/>
          <p:cNvSpPr txBox="1"/>
          <p:nvPr/>
        </p:nvSpPr>
        <p:spPr>
          <a:xfrm>
            <a:off x="10580743" y="1373642"/>
            <a:ext cx="128905" cy="278130"/>
          </a:xfrm>
          <a:prstGeom prst="rect">
            <a:avLst/>
          </a:prstGeom>
        </p:spPr>
        <p:txBody>
          <a:bodyPr wrap="square" lIns="0" tIns="6350" rIns="0" bIns="0" rtlCol="0" vert="vert">
            <a:spAutoFit/>
          </a:bodyPr>
          <a:lstStyle/>
          <a:p>
            <a:pPr marL="12700">
              <a:lnSpc>
                <a:spcPct val="100000"/>
              </a:lnSpc>
              <a:spcBef>
                <a:spcPts val="50"/>
              </a:spcBef>
            </a:pPr>
            <a:r>
              <a:rPr dirty="0" sz="700" spc="130">
                <a:latin typeface="Times New Roman"/>
                <a:cs typeface="Times New Roman"/>
              </a:rPr>
              <a:t>cond</a:t>
            </a:r>
            <a:endParaRPr sz="700">
              <a:latin typeface="Times New Roman"/>
              <a:cs typeface="Times New Roman"/>
            </a:endParaRPr>
          </a:p>
        </p:txBody>
      </p:sp>
      <p:sp>
        <p:nvSpPr>
          <p:cNvPr id="177" name="object 177" descr=""/>
          <p:cNvSpPr txBox="1"/>
          <p:nvPr/>
        </p:nvSpPr>
        <p:spPr>
          <a:xfrm>
            <a:off x="10576421" y="2129993"/>
            <a:ext cx="128905" cy="356870"/>
          </a:xfrm>
          <a:prstGeom prst="rect">
            <a:avLst/>
          </a:prstGeom>
        </p:spPr>
        <p:txBody>
          <a:bodyPr wrap="square" lIns="0" tIns="6350" rIns="0" bIns="0" rtlCol="0" vert="vert">
            <a:spAutoFit/>
          </a:bodyPr>
          <a:lstStyle/>
          <a:p>
            <a:pPr marL="12700">
              <a:lnSpc>
                <a:spcPct val="100000"/>
              </a:lnSpc>
              <a:spcBef>
                <a:spcPts val="50"/>
              </a:spcBef>
            </a:pPr>
            <a:r>
              <a:rPr dirty="0" sz="700" spc="180">
                <a:latin typeface="Times New Roman"/>
                <a:cs typeface="Times New Roman"/>
              </a:rPr>
              <a:t>ALUo</a:t>
            </a:r>
            <a:endParaRPr sz="700">
              <a:latin typeface="Times New Roman"/>
              <a:cs typeface="Times New Roman"/>
            </a:endParaRPr>
          </a:p>
        </p:txBody>
      </p:sp>
      <p:grpSp>
        <p:nvGrpSpPr>
          <p:cNvPr id="178" name="object 178" descr=""/>
          <p:cNvGrpSpPr/>
          <p:nvPr/>
        </p:nvGrpSpPr>
        <p:grpSpPr>
          <a:xfrm>
            <a:off x="10572694" y="2754484"/>
            <a:ext cx="136525" cy="273050"/>
            <a:chOff x="10572694" y="2754484"/>
            <a:chExt cx="136525" cy="273050"/>
          </a:xfrm>
        </p:grpSpPr>
        <p:sp>
          <p:nvSpPr>
            <p:cNvPr id="179" name="object 179" descr=""/>
            <p:cNvSpPr/>
            <p:nvPr/>
          </p:nvSpPr>
          <p:spPr>
            <a:xfrm>
              <a:off x="10577139" y="2758929"/>
              <a:ext cx="127635" cy="264160"/>
            </a:xfrm>
            <a:custGeom>
              <a:avLst/>
              <a:gdLst/>
              <a:ahLst/>
              <a:cxnLst/>
              <a:rect l="l" t="t" r="r" b="b"/>
              <a:pathLst>
                <a:path w="127634" h="264160">
                  <a:moveTo>
                    <a:pt x="127196" y="0"/>
                  </a:moveTo>
                  <a:lnTo>
                    <a:pt x="0" y="0"/>
                  </a:lnTo>
                  <a:lnTo>
                    <a:pt x="0" y="263554"/>
                  </a:lnTo>
                  <a:lnTo>
                    <a:pt x="127196" y="263554"/>
                  </a:lnTo>
                  <a:lnTo>
                    <a:pt x="127196" y="0"/>
                  </a:lnTo>
                  <a:close/>
                </a:path>
              </a:pathLst>
            </a:custGeom>
            <a:solidFill>
              <a:srgbClr val="FFFFFF"/>
            </a:solidFill>
          </p:spPr>
          <p:txBody>
            <a:bodyPr wrap="square" lIns="0" tIns="0" rIns="0" bIns="0" rtlCol="0"/>
            <a:lstStyle/>
            <a:p/>
          </p:txBody>
        </p:sp>
        <p:sp>
          <p:nvSpPr>
            <p:cNvPr id="180" name="object 180" descr=""/>
            <p:cNvSpPr/>
            <p:nvPr/>
          </p:nvSpPr>
          <p:spPr>
            <a:xfrm>
              <a:off x="10577139" y="2758929"/>
              <a:ext cx="127635" cy="264160"/>
            </a:xfrm>
            <a:custGeom>
              <a:avLst/>
              <a:gdLst/>
              <a:ahLst/>
              <a:cxnLst/>
              <a:rect l="l" t="t" r="r" b="b"/>
              <a:pathLst>
                <a:path w="127634" h="264160">
                  <a:moveTo>
                    <a:pt x="0" y="263554"/>
                  </a:moveTo>
                  <a:lnTo>
                    <a:pt x="127196" y="263554"/>
                  </a:lnTo>
                  <a:lnTo>
                    <a:pt x="127196" y="0"/>
                  </a:lnTo>
                  <a:lnTo>
                    <a:pt x="0" y="0"/>
                  </a:lnTo>
                  <a:lnTo>
                    <a:pt x="0" y="263554"/>
                  </a:lnTo>
                  <a:close/>
                </a:path>
              </a:pathLst>
            </a:custGeom>
            <a:ln w="7941">
              <a:solidFill>
                <a:srgbClr val="000000"/>
              </a:solidFill>
            </a:ln>
          </p:spPr>
          <p:txBody>
            <a:bodyPr wrap="square" lIns="0" tIns="0" rIns="0" bIns="0" rtlCol="0"/>
            <a:lstStyle/>
            <a:p/>
          </p:txBody>
        </p:sp>
      </p:grpSp>
      <p:sp>
        <p:nvSpPr>
          <p:cNvPr id="181" name="object 181" descr=""/>
          <p:cNvSpPr txBox="1"/>
          <p:nvPr/>
        </p:nvSpPr>
        <p:spPr>
          <a:xfrm>
            <a:off x="10595312" y="2796654"/>
            <a:ext cx="87630" cy="180975"/>
          </a:xfrm>
          <a:prstGeom prst="rect">
            <a:avLst/>
          </a:prstGeom>
        </p:spPr>
        <p:txBody>
          <a:bodyPr wrap="square" lIns="0" tIns="15240" rIns="0" bIns="0" rtlCol="0" vert="horz">
            <a:spAutoFit/>
          </a:bodyPr>
          <a:lstStyle/>
          <a:p>
            <a:pPr marL="12700">
              <a:lnSpc>
                <a:spcPct val="100000"/>
              </a:lnSpc>
              <a:spcBef>
                <a:spcPts val="120"/>
              </a:spcBef>
            </a:pPr>
            <a:r>
              <a:rPr dirty="0" sz="1000" spc="-130">
                <a:latin typeface="Times New Roman"/>
                <a:cs typeface="Times New Roman"/>
              </a:rPr>
              <a:t>B</a:t>
            </a:r>
            <a:endParaRPr sz="1000">
              <a:latin typeface="Times New Roman"/>
              <a:cs typeface="Times New Roman"/>
            </a:endParaRPr>
          </a:p>
        </p:txBody>
      </p:sp>
      <p:grpSp>
        <p:nvGrpSpPr>
          <p:cNvPr id="182" name="object 182" descr=""/>
          <p:cNvGrpSpPr/>
          <p:nvPr/>
        </p:nvGrpSpPr>
        <p:grpSpPr>
          <a:xfrm>
            <a:off x="10572694" y="3244427"/>
            <a:ext cx="136525" cy="273050"/>
            <a:chOff x="10572694" y="3244427"/>
            <a:chExt cx="136525" cy="273050"/>
          </a:xfrm>
        </p:grpSpPr>
        <p:sp>
          <p:nvSpPr>
            <p:cNvPr id="183" name="object 183" descr=""/>
            <p:cNvSpPr/>
            <p:nvPr/>
          </p:nvSpPr>
          <p:spPr>
            <a:xfrm>
              <a:off x="10577139" y="3248872"/>
              <a:ext cx="127635" cy="264160"/>
            </a:xfrm>
            <a:custGeom>
              <a:avLst/>
              <a:gdLst/>
              <a:ahLst/>
              <a:cxnLst/>
              <a:rect l="l" t="t" r="r" b="b"/>
              <a:pathLst>
                <a:path w="127634" h="264160">
                  <a:moveTo>
                    <a:pt x="127196" y="0"/>
                  </a:moveTo>
                  <a:lnTo>
                    <a:pt x="0" y="0"/>
                  </a:lnTo>
                  <a:lnTo>
                    <a:pt x="0" y="263554"/>
                  </a:lnTo>
                  <a:lnTo>
                    <a:pt x="127196" y="263554"/>
                  </a:lnTo>
                  <a:lnTo>
                    <a:pt x="127196" y="0"/>
                  </a:lnTo>
                  <a:close/>
                </a:path>
              </a:pathLst>
            </a:custGeom>
            <a:solidFill>
              <a:srgbClr val="FFFFFF"/>
            </a:solidFill>
          </p:spPr>
          <p:txBody>
            <a:bodyPr wrap="square" lIns="0" tIns="0" rIns="0" bIns="0" rtlCol="0"/>
            <a:lstStyle/>
            <a:p/>
          </p:txBody>
        </p:sp>
        <p:sp>
          <p:nvSpPr>
            <p:cNvPr id="184" name="object 184" descr=""/>
            <p:cNvSpPr/>
            <p:nvPr/>
          </p:nvSpPr>
          <p:spPr>
            <a:xfrm>
              <a:off x="10577139" y="3248872"/>
              <a:ext cx="127635" cy="264160"/>
            </a:xfrm>
            <a:custGeom>
              <a:avLst/>
              <a:gdLst/>
              <a:ahLst/>
              <a:cxnLst/>
              <a:rect l="l" t="t" r="r" b="b"/>
              <a:pathLst>
                <a:path w="127634" h="264160">
                  <a:moveTo>
                    <a:pt x="0" y="263554"/>
                  </a:moveTo>
                  <a:lnTo>
                    <a:pt x="127196" y="263554"/>
                  </a:lnTo>
                  <a:lnTo>
                    <a:pt x="127196" y="0"/>
                  </a:lnTo>
                  <a:lnTo>
                    <a:pt x="0" y="0"/>
                  </a:lnTo>
                  <a:lnTo>
                    <a:pt x="0" y="263554"/>
                  </a:lnTo>
                  <a:close/>
                </a:path>
              </a:pathLst>
            </a:custGeom>
            <a:ln w="7941">
              <a:solidFill>
                <a:srgbClr val="000000"/>
              </a:solidFill>
            </a:ln>
          </p:spPr>
          <p:txBody>
            <a:bodyPr wrap="square" lIns="0" tIns="0" rIns="0" bIns="0" rtlCol="0"/>
            <a:lstStyle/>
            <a:p/>
          </p:txBody>
        </p:sp>
      </p:grpSp>
      <p:sp>
        <p:nvSpPr>
          <p:cNvPr id="185" name="object 185" descr=""/>
          <p:cNvSpPr txBox="1"/>
          <p:nvPr/>
        </p:nvSpPr>
        <p:spPr>
          <a:xfrm>
            <a:off x="10586153" y="3285895"/>
            <a:ext cx="118745" cy="180975"/>
          </a:xfrm>
          <a:prstGeom prst="rect">
            <a:avLst/>
          </a:prstGeom>
        </p:spPr>
        <p:txBody>
          <a:bodyPr wrap="square" lIns="0" tIns="15240" rIns="0" bIns="0" rtlCol="0" vert="horz">
            <a:spAutoFit/>
          </a:bodyPr>
          <a:lstStyle/>
          <a:p>
            <a:pPr marL="12700">
              <a:lnSpc>
                <a:spcPct val="100000"/>
              </a:lnSpc>
              <a:spcBef>
                <a:spcPts val="120"/>
              </a:spcBef>
            </a:pPr>
            <a:r>
              <a:rPr dirty="0" sz="1000" spc="-114">
                <a:latin typeface="Times New Roman"/>
                <a:cs typeface="Times New Roman"/>
              </a:rPr>
              <a:t>IR</a:t>
            </a:r>
            <a:endParaRPr sz="1000">
              <a:latin typeface="Times New Roman"/>
              <a:cs typeface="Times New Roman"/>
            </a:endParaRPr>
          </a:p>
        </p:txBody>
      </p:sp>
      <p:grpSp>
        <p:nvGrpSpPr>
          <p:cNvPr id="186" name="object 186" descr=""/>
          <p:cNvGrpSpPr/>
          <p:nvPr/>
        </p:nvGrpSpPr>
        <p:grpSpPr>
          <a:xfrm>
            <a:off x="9815147" y="2754801"/>
            <a:ext cx="1758314" cy="664845"/>
            <a:chOff x="9815147" y="2754801"/>
            <a:chExt cx="1758314" cy="664845"/>
          </a:xfrm>
        </p:grpSpPr>
        <p:sp>
          <p:nvSpPr>
            <p:cNvPr id="187" name="object 187" descr=""/>
            <p:cNvSpPr/>
            <p:nvPr/>
          </p:nvSpPr>
          <p:spPr>
            <a:xfrm>
              <a:off x="9820544" y="3382606"/>
              <a:ext cx="681990" cy="0"/>
            </a:xfrm>
            <a:custGeom>
              <a:avLst/>
              <a:gdLst/>
              <a:ahLst/>
              <a:cxnLst/>
              <a:rect l="l" t="t" r="r" b="b"/>
              <a:pathLst>
                <a:path w="681990" h="0">
                  <a:moveTo>
                    <a:pt x="0" y="0"/>
                  </a:moveTo>
                  <a:lnTo>
                    <a:pt x="681367" y="0"/>
                  </a:lnTo>
                </a:path>
              </a:pathLst>
            </a:custGeom>
            <a:ln w="10299">
              <a:solidFill>
                <a:srgbClr val="000000"/>
              </a:solidFill>
            </a:ln>
          </p:spPr>
          <p:txBody>
            <a:bodyPr wrap="square" lIns="0" tIns="0" rIns="0" bIns="0" rtlCol="0"/>
            <a:lstStyle/>
            <a:p/>
          </p:txBody>
        </p:sp>
        <p:sp>
          <p:nvSpPr>
            <p:cNvPr id="188" name="object 188" descr=""/>
            <p:cNvSpPr/>
            <p:nvPr/>
          </p:nvSpPr>
          <p:spPr>
            <a:xfrm>
              <a:off x="10474641" y="3346172"/>
              <a:ext cx="81915" cy="73660"/>
            </a:xfrm>
            <a:custGeom>
              <a:avLst/>
              <a:gdLst/>
              <a:ahLst/>
              <a:cxnLst/>
              <a:rect l="l" t="t" r="r" b="b"/>
              <a:pathLst>
                <a:path w="81915" h="73660">
                  <a:moveTo>
                    <a:pt x="0" y="0"/>
                  </a:moveTo>
                  <a:lnTo>
                    <a:pt x="26036" y="37136"/>
                  </a:lnTo>
                  <a:lnTo>
                    <a:pt x="0" y="73226"/>
                  </a:lnTo>
                  <a:lnTo>
                    <a:pt x="81607" y="37136"/>
                  </a:lnTo>
                  <a:lnTo>
                    <a:pt x="0" y="0"/>
                  </a:lnTo>
                  <a:close/>
                </a:path>
              </a:pathLst>
            </a:custGeom>
            <a:solidFill>
              <a:srgbClr val="000000"/>
            </a:solidFill>
          </p:spPr>
          <p:txBody>
            <a:bodyPr wrap="square" lIns="0" tIns="0" rIns="0" bIns="0" rtlCol="0"/>
            <a:lstStyle/>
            <a:p/>
          </p:txBody>
        </p:sp>
        <p:sp>
          <p:nvSpPr>
            <p:cNvPr id="189" name="object 189" descr=""/>
            <p:cNvSpPr/>
            <p:nvPr/>
          </p:nvSpPr>
          <p:spPr>
            <a:xfrm>
              <a:off x="9863869" y="2892290"/>
              <a:ext cx="638175" cy="2540"/>
            </a:xfrm>
            <a:custGeom>
              <a:avLst/>
              <a:gdLst/>
              <a:ahLst/>
              <a:cxnLst/>
              <a:rect l="l" t="t" r="r" b="b"/>
              <a:pathLst>
                <a:path w="638175" h="2539">
                  <a:moveTo>
                    <a:pt x="0" y="2480"/>
                  </a:moveTo>
                  <a:lnTo>
                    <a:pt x="638042" y="0"/>
                  </a:lnTo>
                </a:path>
              </a:pathLst>
            </a:custGeom>
            <a:ln w="10299">
              <a:solidFill>
                <a:srgbClr val="000000"/>
              </a:solidFill>
            </a:ln>
          </p:spPr>
          <p:txBody>
            <a:bodyPr wrap="square" lIns="0" tIns="0" rIns="0" bIns="0" rtlCol="0"/>
            <a:lstStyle/>
            <a:p/>
          </p:txBody>
        </p:sp>
        <p:sp>
          <p:nvSpPr>
            <p:cNvPr id="190" name="object 190" descr=""/>
            <p:cNvSpPr/>
            <p:nvPr/>
          </p:nvSpPr>
          <p:spPr>
            <a:xfrm>
              <a:off x="10474641" y="2856215"/>
              <a:ext cx="81915" cy="73660"/>
            </a:xfrm>
            <a:custGeom>
              <a:avLst/>
              <a:gdLst/>
              <a:ahLst/>
              <a:cxnLst/>
              <a:rect l="l" t="t" r="r" b="b"/>
              <a:pathLst>
                <a:path w="81915" h="73660">
                  <a:moveTo>
                    <a:pt x="0" y="0"/>
                  </a:moveTo>
                  <a:lnTo>
                    <a:pt x="26036" y="36075"/>
                  </a:lnTo>
                  <a:lnTo>
                    <a:pt x="0" y="73226"/>
                  </a:lnTo>
                  <a:lnTo>
                    <a:pt x="81607" y="36075"/>
                  </a:lnTo>
                  <a:lnTo>
                    <a:pt x="0" y="0"/>
                  </a:lnTo>
                  <a:close/>
                </a:path>
              </a:pathLst>
            </a:custGeom>
            <a:solidFill>
              <a:srgbClr val="000000"/>
            </a:solidFill>
          </p:spPr>
          <p:txBody>
            <a:bodyPr wrap="square" lIns="0" tIns="0" rIns="0" bIns="0" rtlCol="0"/>
            <a:lstStyle/>
            <a:p/>
          </p:txBody>
        </p:sp>
        <p:sp>
          <p:nvSpPr>
            <p:cNvPr id="191" name="object 191" descr=""/>
            <p:cNvSpPr/>
            <p:nvPr/>
          </p:nvSpPr>
          <p:spPr>
            <a:xfrm>
              <a:off x="10728520" y="2892290"/>
              <a:ext cx="86995" cy="0"/>
            </a:xfrm>
            <a:custGeom>
              <a:avLst/>
              <a:gdLst/>
              <a:ahLst/>
              <a:cxnLst/>
              <a:rect l="l" t="t" r="r" b="b"/>
              <a:pathLst>
                <a:path w="86995" h="0">
                  <a:moveTo>
                    <a:pt x="0" y="0"/>
                  </a:moveTo>
                  <a:lnTo>
                    <a:pt x="86444" y="0"/>
                  </a:lnTo>
                </a:path>
              </a:pathLst>
            </a:custGeom>
            <a:ln w="10299">
              <a:solidFill>
                <a:srgbClr val="000000"/>
              </a:solidFill>
            </a:ln>
          </p:spPr>
          <p:txBody>
            <a:bodyPr wrap="square" lIns="0" tIns="0" rIns="0" bIns="0" rtlCol="0"/>
            <a:lstStyle/>
            <a:p/>
          </p:txBody>
        </p:sp>
        <p:sp>
          <p:nvSpPr>
            <p:cNvPr id="192" name="object 192" descr=""/>
            <p:cNvSpPr/>
            <p:nvPr/>
          </p:nvSpPr>
          <p:spPr>
            <a:xfrm>
              <a:off x="11441789" y="2758929"/>
              <a:ext cx="127635" cy="441959"/>
            </a:xfrm>
            <a:custGeom>
              <a:avLst/>
              <a:gdLst/>
              <a:ahLst/>
              <a:cxnLst/>
              <a:rect l="l" t="t" r="r" b="b"/>
              <a:pathLst>
                <a:path w="127634" h="441960">
                  <a:moveTo>
                    <a:pt x="127454" y="0"/>
                  </a:moveTo>
                  <a:lnTo>
                    <a:pt x="0" y="0"/>
                  </a:lnTo>
                  <a:lnTo>
                    <a:pt x="0" y="441837"/>
                  </a:lnTo>
                  <a:lnTo>
                    <a:pt x="127454" y="441837"/>
                  </a:lnTo>
                  <a:lnTo>
                    <a:pt x="127454" y="0"/>
                  </a:lnTo>
                  <a:close/>
                </a:path>
              </a:pathLst>
            </a:custGeom>
            <a:solidFill>
              <a:srgbClr val="FFFFFF"/>
            </a:solidFill>
          </p:spPr>
          <p:txBody>
            <a:bodyPr wrap="square" lIns="0" tIns="0" rIns="0" bIns="0" rtlCol="0"/>
            <a:lstStyle/>
            <a:p/>
          </p:txBody>
        </p:sp>
        <p:sp>
          <p:nvSpPr>
            <p:cNvPr id="193" name="object 193" descr=""/>
            <p:cNvSpPr/>
            <p:nvPr/>
          </p:nvSpPr>
          <p:spPr>
            <a:xfrm>
              <a:off x="11441789" y="2758929"/>
              <a:ext cx="127635" cy="441959"/>
            </a:xfrm>
            <a:custGeom>
              <a:avLst/>
              <a:gdLst/>
              <a:ahLst/>
              <a:cxnLst/>
              <a:rect l="l" t="t" r="r" b="b"/>
              <a:pathLst>
                <a:path w="127634" h="441960">
                  <a:moveTo>
                    <a:pt x="0" y="441837"/>
                  </a:moveTo>
                  <a:lnTo>
                    <a:pt x="127454" y="441837"/>
                  </a:lnTo>
                  <a:lnTo>
                    <a:pt x="127454" y="0"/>
                  </a:lnTo>
                  <a:lnTo>
                    <a:pt x="0" y="0"/>
                  </a:lnTo>
                  <a:lnTo>
                    <a:pt x="0" y="441837"/>
                  </a:lnTo>
                  <a:close/>
                </a:path>
              </a:pathLst>
            </a:custGeom>
            <a:ln w="7615">
              <a:solidFill>
                <a:srgbClr val="000000"/>
              </a:solidFill>
            </a:ln>
          </p:spPr>
          <p:txBody>
            <a:bodyPr wrap="square" lIns="0" tIns="0" rIns="0" bIns="0" rtlCol="0"/>
            <a:lstStyle/>
            <a:p/>
          </p:txBody>
        </p:sp>
      </p:grpSp>
      <p:sp>
        <p:nvSpPr>
          <p:cNvPr id="194" name="object 194" descr=""/>
          <p:cNvSpPr txBox="1"/>
          <p:nvPr/>
        </p:nvSpPr>
        <p:spPr>
          <a:xfrm>
            <a:off x="11435720" y="2280690"/>
            <a:ext cx="128905" cy="313690"/>
          </a:xfrm>
          <a:prstGeom prst="rect">
            <a:avLst/>
          </a:prstGeom>
        </p:spPr>
        <p:txBody>
          <a:bodyPr wrap="square" lIns="0" tIns="6350" rIns="0" bIns="0" rtlCol="0" vert="vert">
            <a:spAutoFit/>
          </a:bodyPr>
          <a:lstStyle/>
          <a:p>
            <a:pPr marL="12700">
              <a:lnSpc>
                <a:spcPct val="100000"/>
              </a:lnSpc>
              <a:spcBef>
                <a:spcPts val="50"/>
              </a:spcBef>
            </a:pPr>
            <a:r>
              <a:rPr dirty="0" sz="700" spc="204">
                <a:latin typeface="Times New Roman"/>
                <a:cs typeface="Times New Roman"/>
              </a:rPr>
              <a:t>LMD</a:t>
            </a:r>
            <a:endParaRPr sz="700">
              <a:latin typeface="Times New Roman"/>
              <a:cs typeface="Times New Roman"/>
            </a:endParaRPr>
          </a:p>
        </p:txBody>
      </p:sp>
      <p:sp>
        <p:nvSpPr>
          <p:cNvPr id="195" name="object 195" descr=""/>
          <p:cNvSpPr txBox="1"/>
          <p:nvPr/>
        </p:nvSpPr>
        <p:spPr>
          <a:xfrm>
            <a:off x="11443130" y="2797876"/>
            <a:ext cx="128905" cy="356870"/>
          </a:xfrm>
          <a:prstGeom prst="rect">
            <a:avLst/>
          </a:prstGeom>
        </p:spPr>
        <p:txBody>
          <a:bodyPr wrap="square" lIns="0" tIns="6350" rIns="0" bIns="0" rtlCol="0" vert="vert">
            <a:spAutoFit/>
          </a:bodyPr>
          <a:lstStyle/>
          <a:p>
            <a:pPr marL="12700">
              <a:lnSpc>
                <a:spcPct val="100000"/>
              </a:lnSpc>
              <a:spcBef>
                <a:spcPts val="50"/>
              </a:spcBef>
            </a:pPr>
            <a:r>
              <a:rPr dirty="0" sz="700" spc="180">
                <a:latin typeface="Times New Roman"/>
                <a:cs typeface="Times New Roman"/>
              </a:rPr>
              <a:t>ALUo</a:t>
            </a:r>
            <a:endParaRPr sz="700">
              <a:latin typeface="Times New Roman"/>
              <a:cs typeface="Times New Roman"/>
            </a:endParaRPr>
          </a:p>
        </p:txBody>
      </p:sp>
      <p:grpSp>
        <p:nvGrpSpPr>
          <p:cNvPr id="196" name="object 196" descr=""/>
          <p:cNvGrpSpPr/>
          <p:nvPr/>
        </p:nvGrpSpPr>
        <p:grpSpPr>
          <a:xfrm>
            <a:off x="11437344" y="3244427"/>
            <a:ext cx="136525" cy="273050"/>
            <a:chOff x="11437344" y="3244427"/>
            <a:chExt cx="136525" cy="273050"/>
          </a:xfrm>
        </p:grpSpPr>
        <p:sp>
          <p:nvSpPr>
            <p:cNvPr id="197" name="object 197" descr=""/>
            <p:cNvSpPr/>
            <p:nvPr/>
          </p:nvSpPr>
          <p:spPr>
            <a:xfrm>
              <a:off x="11441789" y="3248872"/>
              <a:ext cx="127635" cy="264160"/>
            </a:xfrm>
            <a:custGeom>
              <a:avLst/>
              <a:gdLst/>
              <a:ahLst/>
              <a:cxnLst/>
              <a:rect l="l" t="t" r="r" b="b"/>
              <a:pathLst>
                <a:path w="127634" h="264160">
                  <a:moveTo>
                    <a:pt x="127454" y="0"/>
                  </a:moveTo>
                  <a:lnTo>
                    <a:pt x="0" y="0"/>
                  </a:lnTo>
                  <a:lnTo>
                    <a:pt x="0" y="263554"/>
                  </a:lnTo>
                  <a:lnTo>
                    <a:pt x="127454" y="263554"/>
                  </a:lnTo>
                  <a:lnTo>
                    <a:pt x="127454" y="0"/>
                  </a:lnTo>
                  <a:close/>
                </a:path>
              </a:pathLst>
            </a:custGeom>
            <a:solidFill>
              <a:srgbClr val="FFFFFF"/>
            </a:solidFill>
          </p:spPr>
          <p:txBody>
            <a:bodyPr wrap="square" lIns="0" tIns="0" rIns="0" bIns="0" rtlCol="0"/>
            <a:lstStyle/>
            <a:p/>
          </p:txBody>
        </p:sp>
        <p:sp>
          <p:nvSpPr>
            <p:cNvPr id="198" name="object 198" descr=""/>
            <p:cNvSpPr/>
            <p:nvPr/>
          </p:nvSpPr>
          <p:spPr>
            <a:xfrm>
              <a:off x="11441789" y="3248872"/>
              <a:ext cx="127635" cy="264160"/>
            </a:xfrm>
            <a:custGeom>
              <a:avLst/>
              <a:gdLst/>
              <a:ahLst/>
              <a:cxnLst/>
              <a:rect l="l" t="t" r="r" b="b"/>
              <a:pathLst>
                <a:path w="127634" h="264160">
                  <a:moveTo>
                    <a:pt x="0" y="263554"/>
                  </a:moveTo>
                  <a:lnTo>
                    <a:pt x="127454" y="263554"/>
                  </a:lnTo>
                  <a:lnTo>
                    <a:pt x="127454" y="0"/>
                  </a:lnTo>
                  <a:lnTo>
                    <a:pt x="0" y="0"/>
                  </a:lnTo>
                  <a:lnTo>
                    <a:pt x="0" y="263554"/>
                  </a:lnTo>
                  <a:close/>
                </a:path>
              </a:pathLst>
            </a:custGeom>
            <a:ln w="7943">
              <a:solidFill>
                <a:srgbClr val="000000"/>
              </a:solidFill>
            </a:ln>
          </p:spPr>
          <p:txBody>
            <a:bodyPr wrap="square" lIns="0" tIns="0" rIns="0" bIns="0" rtlCol="0"/>
            <a:lstStyle/>
            <a:p/>
          </p:txBody>
        </p:sp>
      </p:grpSp>
      <p:sp>
        <p:nvSpPr>
          <p:cNvPr id="199" name="object 199" descr=""/>
          <p:cNvSpPr txBox="1"/>
          <p:nvPr/>
        </p:nvSpPr>
        <p:spPr>
          <a:xfrm>
            <a:off x="11445967" y="3281650"/>
            <a:ext cx="118745" cy="180975"/>
          </a:xfrm>
          <a:prstGeom prst="rect">
            <a:avLst/>
          </a:prstGeom>
        </p:spPr>
        <p:txBody>
          <a:bodyPr wrap="square" lIns="0" tIns="15240" rIns="0" bIns="0" rtlCol="0" vert="horz">
            <a:spAutoFit/>
          </a:bodyPr>
          <a:lstStyle/>
          <a:p>
            <a:pPr marL="12700">
              <a:lnSpc>
                <a:spcPct val="100000"/>
              </a:lnSpc>
              <a:spcBef>
                <a:spcPts val="120"/>
              </a:spcBef>
            </a:pPr>
            <a:r>
              <a:rPr dirty="0" sz="1000" spc="-114">
                <a:latin typeface="Times New Roman"/>
                <a:cs typeface="Times New Roman"/>
              </a:rPr>
              <a:t>IR</a:t>
            </a:r>
            <a:endParaRPr sz="1000">
              <a:latin typeface="Times New Roman"/>
              <a:cs typeface="Times New Roman"/>
            </a:endParaRPr>
          </a:p>
        </p:txBody>
      </p:sp>
      <p:grpSp>
        <p:nvGrpSpPr>
          <p:cNvPr id="200" name="object 200" descr=""/>
          <p:cNvGrpSpPr/>
          <p:nvPr/>
        </p:nvGrpSpPr>
        <p:grpSpPr>
          <a:xfrm>
            <a:off x="7696594" y="574563"/>
            <a:ext cx="4032250" cy="3081020"/>
            <a:chOff x="7696594" y="574563"/>
            <a:chExt cx="4032250" cy="3081020"/>
          </a:xfrm>
        </p:grpSpPr>
        <p:sp>
          <p:nvSpPr>
            <p:cNvPr id="201" name="object 201" descr=""/>
            <p:cNvSpPr/>
            <p:nvPr/>
          </p:nvSpPr>
          <p:spPr>
            <a:xfrm>
              <a:off x="10728520" y="3382606"/>
              <a:ext cx="638175" cy="0"/>
            </a:xfrm>
            <a:custGeom>
              <a:avLst/>
              <a:gdLst/>
              <a:ahLst/>
              <a:cxnLst/>
              <a:rect l="l" t="t" r="r" b="b"/>
              <a:pathLst>
                <a:path w="638175" h="0">
                  <a:moveTo>
                    <a:pt x="0" y="0"/>
                  </a:moveTo>
                  <a:lnTo>
                    <a:pt x="638042" y="0"/>
                  </a:lnTo>
                </a:path>
              </a:pathLst>
            </a:custGeom>
            <a:ln w="10299">
              <a:solidFill>
                <a:srgbClr val="000000"/>
              </a:solidFill>
            </a:ln>
          </p:spPr>
          <p:txBody>
            <a:bodyPr wrap="square" lIns="0" tIns="0" rIns="0" bIns="0" rtlCol="0"/>
            <a:lstStyle/>
            <a:p/>
          </p:txBody>
        </p:sp>
        <p:sp>
          <p:nvSpPr>
            <p:cNvPr id="202" name="object 202" descr=""/>
            <p:cNvSpPr/>
            <p:nvPr/>
          </p:nvSpPr>
          <p:spPr>
            <a:xfrm>
              <a:off x="11339291" y="3346172"/>
              <a:ext cx="81915" cy="73660"/>
            </a:xfrm>
            <a:custGeom>
              <a:avLst/>
              <a:gdLst/>
              <a:ahLst/>
              <a:cxnLst/>
              <a:rect l="l" t="t" r="r" b="b"/>
              <a:pathLst>
                <a:path w="81915" h="73660">
                  <a:moveTo>
                    <a:pt x="0" y="0"/>
                  </a:moveTo>
                  <a:lnTo>
                    <a:pt x="26036" y="37136"/>
                  </a:lnTo>
                  <a:lnTo>
                    <a:pt x="0" y="73226"/>
                  </a:lnTo>
                  <a:lnTo>
                    <a:pt x="81607" y="37136"/>
                  </a:lnTo>
                  <a:lnTo>
                    <a:pt x="0" y="0"/>
                  </a:lnTo>
                  <a:close/>
                </a:path>
              </a:pathLst>
            </a:custGeom>
            <a:solidFill>
              <a:srgbClr val="000000"/>
            </a:solidFill>
          </p:spPr>
          <p:txBody>
            <a:bodyPr wrap="square" lIns="0" tIns="0" rIns="0" bIns="0" rtlCol="0"/>
            <a:lstStyle/>
            <a:p/>
          </p:txBody>
        </p:sp>
        <p:sp>
          <p:nvSpPr>
            <p:cNvPr id="203" name="object 203" descr=""/>
            <p:cNvSpPr/>
            <p:nvPr/>
          </p:nvSpPr>
          <p:spPr>
            <a:xfrm>
              <a:off x="10858289" y="2981790"/>
              <a:ext cx="508634" cy="0"/>
            </a:xfrm>
            <a:custGeom>
              <a:avLst/>
              <a:gdLst/>
              <a:ahLst/>
              <a:cxnLst/>
              <a:rect l="l" t="t" r="r" b="b"/>
              <a:pathLst>
                <a:path w="508634" h="0">
                  <a:moveTo>
                    <a:pt x="0" y="0"/>
                  </a:moveTo>
                  <a:lnTo>
                    <a:pt x="508272" y="0"/>
                  </a:lnTo>
                </a:path>
              </a:pathLst>
            </a:custGeom>
            <a:ln w="10299">
              <a:solidFill>
                <a:srgbClr val="000000"/>
              </a:solidFill>
            </a:ln>
          </p:spPr>
          <p:txBody>
            <a:bodyPr wrap="square" lIns="0" tIns="0" rIns="0" bIns="0" rtlCol="0"/>
            <a:lstStyle/>
            <a:p/>
          </p:txBody>
        </p:sp>
        <p:sp>
          <p:nvSpPr>
            <p:cNvPr id="204" name="object 204" descr=""/>
            <p:cNvSpPr/>
            <p:nvPr/>
          </p:nvSpPr>
          <p:spPr>
            <a:xfrm>
              <a:off x="11339291" y="2945715"/>
              <a:ext cx="81915" cy="73660"/>
            </a:xfrm>
            <a:custGeom>
              <a:avLst/>
              <a:gdLst/>
              <a:ahLst/>
              <a:cxnLst/>
              <a:rect l="l" t="t" r="r" b="b"/>
              <a:pathLst>
                <a:path w="81915" h="73660">
                  <a:moveTo>
                    <a:pt x="0" y="0"/>
                  </a:moveTo>
                  <a:lnTo>
                    <a:pt x="26036" y="36075"/>
                  </a:lnTo>
                  <a:lnTo>
                    <a:pt x="0" y="73226"/>
                  </a:lnTo>
                  <a:lnTo>
                    <a:pt x="81607" y="36075"/>
                  </a:lnTo>
                  <a:lnTo>
                    <a:pt x="0" y="0"/>
                  </a:lnTo>
                  <a:close/>
                </a:path>
              </a:pathLst>
            </a:custGeom>
            <a:solidFill>
              <a:srgbClr val="000000"/>
            </a:solidFill>
          </p:spPr>
          <p:txBody>
            <a:bodyPr wrap="square" lIns="0" tIns="0" rIns="0" bIns="0" rtlCol="0"/>
            <a:lstStyle/>
            <a:p/>
          </p:txBody>
        </p:sp>
        <p:sp>
          <p:nvSpPr>
            <p:cNvPr id="205" name="object 205" descr=""/>
            <p:cNvSpPr/>
            <p:nvPr/>
          </p:nvSpPr>
          <p:spPr>
            <a:xfrm>
              <a:off x="8242408" y="1334724"/>
              <a:ext cx="3394710" cy="1647189"/>
            </a:xfrm>
            <a:custGeom>
              <a:avLst/>
              <a:gdLst/>
              <a:ahLst/>
              <a:cxnLst/>
              <a:rect l="l" t="t" r="r" b="b"/>
              <a:pathLst>
                <a:path w="3394709" h="1647189">
                  <a:moveTo>
                    <a:pt x="3350761" y="1647066"/>
                  </a:moveTo>
                  <a:lnTo>
                    <a:pt x="3394189" y="1647066"/>
                  </a:lnTo>
                </a:path>
                <a:path w="3394709" h="1647189">
                  <a:moveTo>
                    <a:pt x="0" y="0"/>
                  </a:moveTo>
                  <a:lnTo>
                    <a:pt x="54295" y="0"/>
                  </a:lnTo>
                </a:path>
              </a:pathLst>
            </a:custGeom>
            <a:ln w="8846">
              <a:solidFill>
                <a:srgbClr val="000000"/>
              </a:solidFill>
            </a:ln>
          </p:spPr>
          <p:txBody>
            <a:bodyPr wrap="square" lIns="0" tIns="0" rIns="0" bIns="0" rtlCol="0"/>
            <a:lstStyle/>
            <a:p/>
          </p:txBody>
        </p:sp>
        <p:sp>
          <p:nvSpPr>
            <p:cNvPr id="206" name="object 206" descr=""/>
            <p:cNvSpPr/>
            <p:nvPr/>
          </p:nvSpPr>
          <p:spPr>
            <a:xfrm>
              <a:off x="8269679" y="1298591"/>
              <a:ext cx="81915" cy="73660"/>
            </a:xfrm>
            <a:custGeom>
              <a:avLst/>
              <a:gdLst/>
              <a:ahLst/>
              <a:cxnLst/>
              <a:rect l="l" t="t" r="r" b="b"/>
              <a:pathLst>
                <a:path w="81915" h="73659">
                  <a:moveTo>
                    <a:pt x="0" y="0"/>
                  </a:moveTo>
                  <a:lnTo>
                    <a:pt x="25748" y="36132"/>
                  </a:lnTo>
                  <a:lnTo>
                    <a:pt x="0" y="73269"/>
                  </a:lnTo>
                  <a:lnTo>
                    <a:pt x="81319" y="36132"/>
                  </a:lnTo>
                  <a:lnTo>
                    <a:pt x="0" y="0"/>
                  </a:lnTo>
                  <a:close/>
                </a:path>
              </a:pathLst>
            </a:custGeom>
            <a:solidFill>
              <a:srgbClr val="000000"/>
            </a:solidFill>
          </p:spPr>
          <p:txBody>
            <a:bodyPr wrap="square" lIns="0" tIns="0" rIns="0" bIns="0" rtlCol="0"/>
            <a:lstStyle/>
            <a:p/>
          </p:txBody>
        </p:sp>
        <p:sp>
          <p:nvSpPr>
            <p:cNvPr id="207" name="object 207" descr=""/>
            <p:cNvSpPr/>
            <p:nvPr/>
          </p:nvSpPr>
          <p:spPr>
            <a:xfrm>
              <a:off x="7701992" y="578373"/>
              <a:ext cx="4021454" cy="3071495"/>
            </a:xfrm>
            <a:custGeom>
              <a:avLst/>
              <a:gdLst/>
              <a:ahLst/>
              <a:cxnLst/>
              <a:rect l="l" t="t" r="r" b="b"/>
              <a:pathLst>
                <a:path w="4021454" h="3071495">
                  <a:moveTo>
                    <a:pt x="540416" y="756350"/>
                  </a:moveTo>
                  <a:lnTo>
                    <a:pt x="540416" y="0"/>
                  </a:lnTo>
                </a:path>
                <a:path w="4021454" h="3071495">
                  <a:moveTo>
                    <a:pt x="0" y="534248"/>
                  </a:moveTo>
                  <a:lnTo>
                    <a:pt x="842992" y="534248"/>
                  </a:lnTo>
                </a:path>
                <a:path w="4021454" h="3071495">
                  <a:moveTo>
                    <a:pt x="842992" y="534248"/>
                  </a:moveTo>
                  <a:lnTo>
                    <a:pt x="842992" y="845105"/>
                  </a:lnTo>
                </a:path>
                <a:path w="4021454" h="3071495">
                  <a:moveTo>
                    <a:pt x="713243" y="622573"/>
                  </a:moveTo>
                  <a:lnTo>
                    <a:pt x="713243" y="88754"/>
                  </a:lnTo>
                </a:path>
                <a:path w="4021454" h="3071495">
                  <a:moveTo>
                    <a:pt x="713243" y="88754"/>
                  </a:moveTo>
                  <a:lnTo>
                    <a:pt x="3091361" y="88754"/>
                  </a:lnTo>
                </a:path>
                <a:path w="4021454" h="3071495">
                  <a:moveTo>
                    <a:pt x="3091361" y="88754"/>
                  </a:moveTo>
                  <a:lnTo>
                    <a:pt x="3091361" y="934577"/>
                  </a:lnTo>
                </a:path>
                <a:path w="4021454" h="3071495">
                  <a:moveTo>
                    <a:pt x="3026527" y="934577"/>
                  </a:moveTo>
                  <a:lnTo>
                    <a:pt x="3091361" y="934577"/>
                  </a:lnTo>
                </a:path>
                <a:path w="4021454" h="3071495">
                  <a:moveTo>
                    <a:pt x="1275307" y="1824704"/>
                  </a:moveTo>
                  <a:lnTo>
                    <a:pt x="1275308" y="3071313"/>
                  </a:lnTo>
                </a:path>
                <a:path w="4021454" h="3071495">
                  <a:moveTo>
                    <a:pt x="1275308" y="3071313"/>
                  </a:moveTo>
                  <a:lnTo>
                    <a:pt x="4020948" y="3071314"/>
                  </a:lnTo>
                </a:path>
                <a:path w="4021454" h="3071495">
                  <a:moveTo>
                    <a:pt x="3891178" y="2804232"/>
                  </a:moveTo>
                  <a:lnTo>
                    <a:pt x="4020948" y="2804232"/>
                  </a:lnTo>
                </a:path>
                <a:path w="4021454" h="3071495">
                  <a:moveTo>
                    <a:pt x="4020948" y="2804232"/>
                  </a:moveTo>
                  <a:lnTo>
                    <a:pt x="4020948" y="3071314"/>
                  </a:lnTo>
                </a:path>
              </a:pathLst>
            </a:custGeom>
            <a:ln w="8846">
              <a:solidFill>
                <a:srgbClr val="000000"/>
              </a:solidFill>
            </a:ln>
          </p:spPr>
          <p:txBody>
            <a:bodyPr wrap="square" lIns="0" tIns="0" rIns="0" bIns="0" rtlCol="0"/>
            <a:lstStyle/>
            <a:p/>
          </p:txBody>
        </p:sp>
      </p:grpSp>
      <p:sp>
        <p:nvSpPr>
          <p:cNvPr id="208" name="object 208" descr=""/>
          <p:cNvSpPr txBox="1"/>
          <p:nvPr/>
        </p:nvSpPr>
        <p:spPr>
          <a:xfrm>
            <a:off x="10379098" y="820880"/>
            <a:ext cx="396875" cy="180975"/>
          </a:xfrm>
          <a:prstGeom prst="rect">
            <a:avLst/>
          </a:prstGeom>
        </p:spPr>
        <p:txBody>
          <a:bodyPr wrap="square" lIns="0" tIns="15240" rIns="0" bIns="0" rtlCol="0" vert="horz">
            <a:spAutoFit/>
          </a:bodyPr>
          <a:lstStyle/>
          <a:p>
            <a:pPr marL="12700">
              <a:lnSpc>
                <a:spcPct val="100000"/>
              </a:lnSpc>
              <a:spcBef>
                <a:spcPts val="120"/>
              </a:spcBef>
            </a:pPr>
            <a:r>
              <a:rPr dirty="0" sz="1000" spc="-180">
                <a:latin typeface="Times New Roman"/>
                <a:cs typeface="Times New Roman"/>
              </a:rPr>
              <a:t>EX/MEM</a:t>
            </a:r>
            <a:endParaRPr sz="1000">
              <a:latin typeface="Times New Roman"/>
              <a:cs typeface="Times New Roman"/>
            </a:endParaRPr>
          </a:p>
        </p:txBody>
      </p:sp>
      <p:sp>
        <p:nvSpPr>
          <p:cNvPr id="209" name="object 209" descr=""/>
          <p:cNvSpPr txBox="1"/>
          <p:nvPr/>
        </p:nvSpPr>
        <p:spPr>
          <a:xfrm>
            <a:off x="9600892" y="820880"/>
            <a:ext cx="273050" cy="180975"/>
          </a:xfrm>
          <a:prstGeom prst="rect">
            <a:avLst/>
          </a:prstGeom>
        </p:spPr>
        <p:txBody>
          <a:bodyPr wrap="square" lIns="0" tIns="15240" rIns="0" bIns="0" rtlCol="0" vert="horz">
            <a:spAutoFit/>
          </a:bodyPr>
          <a:lstStyle/>
          <a:p>
            <a:pPr marL="12700">
              <a:lnSpc>
                <a:spcPct val="100000"/>
              </a:lnSpc>
              <a:spcBef>
                <a:spcPts val="120"/>
              </a:spcBef>
            </a:pPr>
            <a:r>
              <a:rPr dirty="0" sz="1000" spc="-135">
                <a:latin typeface="Times New Roman"/>
                <a:cs typeface="Times New Roman"/>
              </a:rPr>
              <a:t>ID/EX</a:t>
            </a:r>
            <a:endParaRPr sz="1000">
              <a:latin typeface="Times New Roman"/>
              <a:cs typeface="Times New Roman"/>
            </a:endParaRPr>
          </a:p>
        </p:txBody>
      </p:sp>
      <p:sp>
        <p:nvSpPr>
          <p:cNvPr id="210" name="object 210" descr=""/>
          <p:cNvSpPr txBox="1"/>
          <p:nvPr/>
        </p:nvSpPr>
        <p:spPr>
          <a:xfrm>
            <a:off x="8619974" y="820880"/>
            <a:ext cx="231775" cy="180975"/>
          </a:xfrm>
          <a:prstGeom prst="rect">
            <a:avLst/>
          </a:prstGeom>
        </p:spPr>
        <p:txBody>
          <a:bodyPr wrap="square" lIns="0" tIns="15240" rIns="0" bIns="0" rtlCol="0" vert="horz">
            <a:spAutoFit/>
          </a:bodyPr>
          <a:lstStyle/>
          <a:p>
            <a:pPr marL="12700">
              <a:lnSpc>
                <a:spcPct val="100000"/>
              </a:lnSpc>
              <a:spcBef>
                <a:spcPts val="120"/>
              </a:spcBef>
            </a:pPr>
            <a:r>
              <a:rPr dirty="0" sz="1000" spc="-110">
                <a:latin typeface="Times New Roman"/>
                <a:cs typeface="Times New Roman"/>
              </a:rPr>
              <a:t>IF/ID</a:t>
            </a:r>
            <a:endParaRPr sz="1000">
              <a:latin typeface="Times New Roman"/>
              <a:cs typeface="Times New Roman"/>
            </a:endParaRPr>
          </a:p>
        </p:txBody>
      </p:sp>
      <p:grpSp>
        <p:nvGrpSpPr>
          <p:cNvPr id="211" name="object 211" descr=""/>
          <p:cNvGrpSpPr/>
          <p:nvPr/>
        </p:nvGrpSpPr>
        <p:grpSpPr>
          <a:xfrm>
            <a:off x="8527199" y="1397698"/>
            <a:ext cx="2344420" cy="1162685"/>
            <a:chOff x="8527199" y="1397698"/>
            <a:chExt cx="2344420" cy="1162685"/>
          </a:xfrm>
        </p:grpSpPr>
        <p:sp>
          <p:nvSpPr>
            <p:cNvPr id="212" name="object 212" descr=""/>
            <p:cNvSpPr/>
            <p:nvPr/>
          </p:nvSpPr>
          <p:spPr>
            <a:xfrm>
              <a:off x="10843984" y="2290952"/>
              <a:ext cx="23495" cy="40640"/>
            </a:xfrm>
            <a:custGeom>
              <a:avLst/>
              <a:gdLst/>
              <a:ahLst/>
              <a:cxnLst/>
              <a:rect l="l" t="t" r="r" b="b"/>
              <a:pathLst>
                <a:path w="23495" h="40639">
                  <a:moveTo>
                    <a:pt x="17391" y="0"/>
                  </a:moveTo>
                  <a:lnTo>
                    <a:pt x="4939" y="0"/>
                  </a:lnTo>
                  <a:lnTo>
                    <a:pt x="0" y="8746"/>
                  </a:lnTo>
                  <a:lnTo>
                    <a:pt x="0" y="19786"/>
                  </a:lnTo>
                  <a:lnTo>
                    <a:pt x="0" y="31114"/>
                  </a:lnTo>
                  <a:lnTo>
                    <a:pt x="4939" y="40577"/>
                  </a:lnTo>
                  <a:lnTo>
                    <a:pt x="17391" y="40577"/>
                  </a:lnTo>
                  <a:lnTo>
                    <a:pt x="22948" y="31114"/>
                  </a:lnTo>
                  <a:lnTo>
                    <a:pt x="22948" y="8746"/>
                  </a:lnTo>
                  <a:lnTo>
                    <a:pt x="17391" y="0"/>
                  </a:lnTo>
                  <a:close/>
                </a:path>
              </a:pathLst>
            </a:custGeom>
            <a:solidFill>
              <a:srgbClr val="000000"/>
            </a:solidFill>
          </p:spPr>
          <p:txBody>
            <a:bodyPr wrap="square" lIns="0" tIns="0" rIns="0" bIns="0" rtlCol="0"/>
            <a:lstStyle/>
            <a:p/>
          </p:txBody>
        </p:sp>
        <p:sp>
          <p:nvSpPr>
            <p:cNvPr id="213" name="object 213" descr=""/>
            <p:cNvSpPr/>
            <p:nvPr/>
          </p:nvSpPr>
          <p:spPr>
            <a:xfrm>
              <a:off x="10843984" y="2290952"/>
              <a:ext cx="23495" cy="40640"/>
            </a:xfrm>
            <a:custGeom>
              <a:avLst/>
              <a:gdLst/>
              <a:ahLst/>
              <a:cxnLst/>
              <a:rect l="l" t="t" r="r" b="b"/>
              <a:pathLst>
                <a:path w="23495" h="40639">
                  <a:moveTo>
                    <a:pt x="0" y="19786"/>
                  </a:moveTo>
                  <a:lnTo>
                    <a:pt x="0" y="31114"/>
                  </a:lnTo>
                  <a:lnTo>
                    <a:pt x="4939" y="40577"/>
                  </a:lnTo>
                  <a:lnTo>
                    <a:pt x="11217" y="40577"/>
                  </a:lnTo>
                  <a:lnTo>
                    <a:pt x="17391" y="40577"/>
                  </a:lnTo>
                  <a:lnTo>
                    <a:pt x="22948" y="31114"/>
                  </a:lnTo>
                  <a:lnTo>
                    <a:pt x="22948" y="19786"/>
                  </a:lnTo>
                  <a:lnTo>
                    <a:pt x="22948" y="8746"/>
                  </a:lnTo>
                  <a:lnTo>
                    <a:pt x="17391" y="0"/>
                  </a:lnTo>
                  <a:lnTo>
                    <a:pt x="11217" y="0"/>
                  </a:lnTo>
                  <a:lnTo>
                    <a:pt x="4939" y="0"/>
                  </a:lnTo>
                  <a:lnTo>
                    <a:pt x="0" y="8746"/>
                  </a:lnTo>
                  <a:lnTo>
                    <a:pt x="0" y="19786"/>
                  </a:lnTo>
                  <a:close/>
                </a:path>
              </a:pathLst>
            </a:custGeom>
            <a:ln w="8097">
              <a:solidFill>
                <a:srgbClr val="000000"/>
              </a:solidFill>
            </a:ln>
          </p:spPr>
          <p:txBody>
            <a:bodyPr wrap="square" lIns="0" tIns="0" rIns="0" bIns="0" rtlCol="0"/>
            <a:lstStyle/>
            <a:p/>
          </p:txBody>
        </p:sp>
        <p:sp>
          <p:nvSpPr>
            <p:cNvPr id="214" name="object 214" descr=""/>
            <p:cNvSpPr/>
            <p:nvPr/>
          </p:nvSpPr>
          <p:spPr>
            <a:xfrm>
              <a:off x="9851417" y="2114446"/>
              <a:ext cx="23495" cy="40640"/>
            </a:xfrm>
            <a:custGeom>
              <a:avLst/>
              <a:gdLst/>
              <a:ahLst/>
              <a:cxnLst/>
              <a:rect l="l" t="t" r="r" b="b"/>
              <a:pathLst>
                <a:path w="23495" h="40639">
                  <a:moveTo>
                    <a:pt x="17803" y="0"/>
                  </a:moveTo>
                  <a:lnTo>
                    <a:pt x="5557" y="0"/>
                  </a:lnTo>
                  <a:lnTo>
                    <a:pt x="0" y="8459"/>
                  </a:lnTo>
                  <a:lnTo>
                    <a:pt x="0" y="19786"/>
                  </a:lnTo>
                  <a:lnTo>
                    <a:pt x="0" y="31114"/>
                  </a:lnTo>
                  <a:lnTo>
                    <a:pt x="5557" y="40290"/>
                  </a:lnTo>
                  <a:lnTo>
                    <a:pt x="17803" y="40290"/>
                  </a:lnTo>
                  <a:lnTo>
                    <a:pt x="23463" y="31114"/>
                  </a:lnTo>
                  <a:lnTo>
                    <a:pt x="23463" y="8459"/>
                  </a:lnTo>
                  <a:lnTo>
                    <a:pt x="17803" y="0"/>
                  </a:lnTo>
                  <a:close/>
                </a:path>
              </a:pathLst>
            </a:custGeom>
            <a:solidFill>
              <a:srgbClr val="000000"/>
            </a:solidFill>
          </p:spPr>
          <p:txBody>
            <a:bodyPr wrap="square" lIns="0" tIns="0" rIns="0" bIns="0" rtlCol="0"/>
            <a:lstStyle/>
            <a:p/>
          </p:txBody>
        </p:sp>
        <p:sp>
          <p:nvSpPr>
            <p:cNvPr id="215" name="object 215" descr=""/>
            <p:cNvSpPr/>
            <p:nvPr/>
          </p:nvSpPr>
          <p:spPr>
            <a:xfrm>
              <a:off x="9851417" y="2114446"/>
              <a:ext cx="23495" cy="40640"/>
            </a:xfrm>
            <a:custGeom>
              <a:avLst/>
              <a:gdLst/>
              <a:ahLst/>
              <a:cxnLst/>
              <a:rect l="l" t="t" r="r" b="b"/>
              <a:pathLst>
                <a:path w="23495" h="40639">
                  <a:moveTo>
                    <a:pt x="0" y="19786"/>
                  </a:moveTo>
                  <a:lnTo>
                    <a:pt x="0" y="31114"/>
                  </a:lnTo>
                  <a:lnTo>
                    <a:pt x="5557" y="40290"/>
                  </a:lnTo>
                  <a:lnTo>
                    <a:pt x="11731" y="40290"/>
                  </a:lnTo>
                  <a:lnTo>
                    <a:pt x="17803" y="40290"/>
                  </a:lnTo>
                  <a:lnTo>
                    <a:pt x="23463" y="31114"/>
                  </a:lnTo>
                  <a:lnTo>
                    <a:pt x="23463" y="19786"/>
                  </a:lnTo>
                  <a:lnTo>
                    <a:pt x="23463" y="8459"/>
                  </a:lnTo>
                  <a:lnTo>
                    <a:pt x="17803" y="0"/>
                  </a:lnTo>
                  <a:lnTo>
                    <a:pt x="11731" y="0"/>
                  </a:lnTo>
                  <a:lnTo>
                    <a:pt x="5557" y="0"/>
                  </a:lnTo>
                  <a:lnTo>
                    <a:pt x="0" y="8459"/>
                  </a:lnTo>
                  <a:lnTo>
                    <a:pt x="0" y="19786"/>
                  </a:lnTo>
                  <a:close/>
                </a:path>
              </a:pathLst>
            </a:custGeom>
            <a:ln w="8128">
              <a:solidFill>
                <a:srgbClr val="000000"/>
              </a:solidFill>
            </a:ln>
          </p:spPr>
          <p:txBody>
            <a:bodyPr wrap="square" lIns="0" tIns="0" rIns="0" bIns="0" rtlCol="0"/>
            <a:lstStyle/>
            <a:p/>
          </p:txBody>
        </p:sp>
        <p:sp>
          <p:nvSpPr>
            <p:cNvPr id="216" name="object 216" descr=""/>
            <p:cNvSpPr/>
            <p:nvPr/>
          </p:nvSpPr>
          <p:spPr>
            <a:xfrm>
              <a:off x="9850182" y="2514774"/>
              <a:ext cx="23495" cy="41275"/>
            </a:xfrm>
            <a:custGeom>
              <a:avLst/>
              <a:gdLst/>
              <a:ahLst/>
              <a:cxnLst/>
              <a:rect l="l" t="t" r="r" b="b"/>
              <a:pathLst>
                <a:path w="23495" h="41275">
                  <a:moveTo>
                    <a:pt x="17803" y="0"/>
                  </a:moveTo>
                  <a:lnTo>
                    <a:pt x="5557" y="0"/>
                  </a:lnTo>
                  <a:lnTo>
                    <a:pt x="0" y="8889"/>
                  </a:lnTo>
                  <a:lnTo>
                    <a:pt x="0" y="19873"/>
                  </a:lnTo>
                  <a:lnTo>
                    <a:pt x="0" y="31200"/>
                  </a:lnTo>
                  <a:lnTo>
                    <a:pt x="5557" y="40749"/>
                  </a:lnTo>
                  <a:lnTo>
                    <a:pt x="17803" y="40749"/>
                  </a:lnTo>
                  <a:lnTo>
                    <a:pt x="23360" y="31200"/>
                  </a:lnTo>
                  <a:lnTo>
                    <a:pt x="23360" y="8889"/>
                  </a:lnTo>
                  <a:lnTo>
                    <a:pt x="17803" y="0"/>
                  </a:lnTo>
                  <a:close/>
                </a:path>
              </a:pathLst>
            </a:custGeom>
            <a:solidFill>
              <a:srgbClr val="000000"/>
            </a:solidFill>
          </p:spPr>
          <p:txBody>
            <a:bodyPr wrap="square" lIns="0" tIns="0" rIns="0" bIns="0" rtlCol="0"/>
            <a:lstStyle/>
            <a:p/>
          </p:txBody>
        </p:sp>
        <p:sp>
          <p:nvSpPr>
            <p:cNvPr id="217" name="object 217" descr=""/>
            <p:cNvSpPr/>
            <p:nvPr/>
          </p:nvSpPr>
          <p:spPr>
            <a:xfrm>
              <a:off x="9850182" y="2514774"/>
              <a:ext cx="23495" cy="41275"/>
            </a:xfrm>
            <a:custGeom>
              <a:avLst/>
              <a:gdLst/>
              <a:ahLst/>
              <a:cxnLst/>
              <a:rect l="l" t="t" r="r" b="b"/>
              <a:pathLst>
                <a:path w="23495" h="41275">
                  <a:moveTo>
                    <a:pt x="0" y="19873"/>
                  </a:moveTo>
                  <a:lnTo>
                    <a:pt x="0" y="31200"/>
                  </a:lnTo>
                  <a:lnTo>
                    <a:pt x="5557" y="40749"/>
                  </a:lnTo>
                  <a:lnTo>
                    <a:pt x="11628" y="40749"/>
                  </a:lnTo>
                  <a:lnTo>
                    <a:pt x="17803" y="40749"/>
                  </a:lnTo>
                  <a:lnTo>
                    <a:pt x="23360" y="31200"/>
                  </a:lnTo>
                  <a:lnTo>
                    <a:pt x="23360" y="19873"/>
                  </a:lnTo>
                  <a:lnTo>
                    <a:pt x="23360" y="8889"/>
                  </a:lnTo>
                  <a:lnTo>
                    <a:pt x="17803" y="0"/>
                  </a:lnTo>
                  <a:lnTo>
                    <a:pt x="11628" y="0"/>
                  </a:lnTo>
                  <a:lnTo>
                    <a:pt x="5557" y="0"/>
                  </a:lnTo>
                  <a:lnTo>
                    <a:pt x="0" y="8889"/>
                  </a:lnTo>
                  <a:lnTo>
                    <a:pt x="0" y="19873"/>
                  </a:lnTo>
                  <a:close/>
                </a:path>
              </a:pathLst>
            </a:custGeom>
            <a:ln w="8111">
              <a:solidFill>
                <a:srgbClr val="000000"/>
              </a:solidFill>
            </a:ln>
          </p:spPr>
          <p:txBody>
            <a:bodyPr wrap="square" lIns="0" tIns="0" rIns="0" bIns="0" rtlCol="0"/>
            <a:lstStyle/>
            <a:p/>
          </p:txBody>
        </p:sp>
        <p:sp>
          <p:nvSpPr>
            <p:cNvPr id="218" name="object 218" descr=""/>
            <p:cNvSpPr/>
            <p:nvPr/>
          </p:nvSpPr>
          <p:spPr>
            <a:xfrm>
              <a:off x="8531472" y="1401971"/>
              <a:ext cx="23495" cy="40640"/>
            </a:xfrm>
            <a:custGeom>
              <a:avLst/>
              <a:gdLst/>
              <a:ahLst/>
              <a:cxnLst/>
              <a:rect l="l" t="t" r="r" b="b"/>
              <a:pathLst>
                <a:path w="23495" h="40640">
                  <a:moveTo>
                    <a:pt x="17844" y="0"/>
                  </a:moveTo>
                  <a:lnTo>
                    <a:pt x="5608" y="0"/>
                  </a:lnTo>
                  <a:lnTo>
                    <a:pt x="0" y="8459"/>
                  </a:lnTo>
                  <a:lnTo>
                    <a:pt x="0" y="19786"/>
                  </a:lnTo>
                  <a:lnTo>
                    <a:pt x="0" y="31114"/>
                  </a:lnTo>
                  <a:lnTo>
                    <a:pt x="5608" y="40290"/>
                  </a:lnTo>
                  <a:lnTo>
                    <a:pt x="17844" y="40290"/>
                  </a:lnTo>
                  <a:lnTo>
                    <a:pt x="23453" y="31114"/>
                  </a:lnTo>
                  <a:lnTo>
                    <a:pt x="23453" y="8459"/>
                  </a:lnTo>
                  <a:lnTo>
                    <a:pt x="17844" y="0"/>
                  </a:lnTo>
                  <a:close/>
                </a:path>
              </a:pathLst>
            </a:custGeom>
            <a:solidFill>
              <a:srgbClr val="000000"/>
            </a:solidFill>
          </p:spPr>
          <p:txBody>
            <a:bodyPr wrap="square" lIns="0" tIns="0" rIns="0" bIns="0" rtlCol="0"/>
            <a:lstStyle/>
            <a:p/>
          </p:txBody>
        </p:sp>
        <p:sp>
          <p:nvSpPr>
            <p:cNvPr id="219" name="object 219" descr=""/>
            <p:cNvSpPr/>
            <p:nvPr/>
          </p:nvSpPr>
          <p:spPr>
            <a:xfrm>
              <a:off x="8531472" y="1401971"/>
              <a:ext cx="23495" cy="40640"/>
            </a:xfrm>
            <a:custGeom>
              <a:avLst/>
              <a:gdLst/>
              <a:ahLst/>
              <a:cxnLst/>
              <a:rect l="l" t="t" r="r" b="b"/>
              <a:pathLst>
                <a:path w="23495" h="40640">
                  <a:moveTo>
                    <a:pt x="0" y="19786"/>
                  </a:moveTo>
                  <a:lnTo>
                    <a:pt x="0" y="31114"/>
                  </a:lnTo>
                  <a:lnTo>
                    <a:pt x="5608" y="40290"/>
                  </a:lnTo>
                  <a:lnTo>
                    <a:pt x="11731" y="40290"/>
                  </a:lnTo>
                  <a:lnTo>
                    <a:pt x="17844" y="40290"/>
                  </a:lnTo>
                  <a:lnTo>
                    <a:pt x="23453" y="31114"/>
                  </a:lnTo>
                  <a:lnTo>
                    <a:pt x="23453" y="19786"/>
                  </a:lnTo>
                  <a:lnTo>
                    <a:pt x="23453" y="8459"/>
                  </a:lnTo>
                  <a:lnTo>
                    <a:pt x="17844" y="0"/>
                  </a:lnTo>
                  <a:lnTo>
                    <a:pt x="11731" y="0"/>
                  </a:lnTo>
                  <a:lnTo>
                    <a:pt x="5608" y="0"/>
                  </a:lnTo>
                  <a:lnTo>
                    <a:pt x="0" y="8459"/>
                  </a:lnTo>
                  <a:lnTo>
                    <a:pt x="0" y="19786"/>
                  </a:lnTo>
                  <a:close/>
                </a:path>
              </a:pathLst>
            </a:custGeom>
            <a:ln w="8128">
              <a:solidFill>
                <a:srgbClr val="000000"/>
              </a:solidFill>
            </a:ln>
          </p:spPr>
          <p:txBody>
            <a:bodyPr wrap="square" lIns="0" tIns="0" rIns="0" bIns="0" rtlCol="0"/>
            <a:lstStyle/>
            <a:p/>
          </p:txBody>
        </p:sp>
      </p:grpSp>
      <p:sp>
        <p:nvSpPr>
          <p:cNvPr id="220" name="object 220" descr=""/>
          <p:cNvSpPr txBox="1"/>
          <p:nvPr/>
        </p:nvSpPr>
        <p:spPr>
          <a:xfrm>
            <a:off x="8090987" y="1948164"/>
            <a:ext cx="322580" cy="574675"/>
          </a:xfrm>
          <a:prstGeom prst="rect">
            <a:avLst/>
          </a:prstGeom>
          <a:solidFill>
            <a:srgbClr val="CCFFCC"/>
          </a:solidFill>
          <a:ln w="8493">
            <a:solidFill>
              <a:srgbClr val="000000"/>
            </a:solidFill>
          </a:ln>
        </p:spPr>
        <p:txBody>
          <a:bodyPr wrap="square" lIns="0" tIns="84455" rIns="0" bIns="0" rtlCol="0" vert="horz">
            <a:spAutoFit/>
          </a:bodyPr>
          <a:lstStyle/>
          <a:p>
            <a:pPr marL="17780" marR="18415" indent="52705">
              <a:lnSpc>
                <a:spcPct val="122800"/>
              </a:lnSpc>
              <a:spcBef>
                <a:spcPts val="665"/>
              </a:spcBef>
            </a:pPr>
            <a:r>
              <a:rPr dirty="0" sz="1000" spc="-300">
                <a:latin typeface="宋体"/>
                <a:cs typeface="宋体"/>
              </a:rPr>
              <a:t>指令</a:t>
            </a:r>
            <a:r>
              <a:rPr dirty="0" sz="1000" spc="-295">
                <a:latin typeface="宋体"/>
                <a:cs typeface="宋体"/>
              </a:rPr>
              <a:t>存储器</a:t>
            </a:r>
            <a:endParaRPr sz="1000">
              <a:latin typeface="宋体"/>
              <a:cs typeface="宋体"/>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210/154</a:t>
            </a:r>
            <a:endParaRPr sz="1600">
              <a:latin typeface="宋体"/>
              <a:cs typeface="宋体"/>
            </a:endParaRPr>
          </a:p>
        </p:txBody>
      </p:sp>
      <p:sp>
        <p:nvSpPr>
          <p:cNvPr id="3" name="object 3" descr=""/>
          <p:cNvSpPr/>
          <p:nvPr/>
        </p:nvSpPr>
        <p:spPr>
          <a:xfrm>
            <a:off x="1176337" y="692150"/>
            <a:ext cx="9135745" cy="0"/>
          </a:xfrm>
          <a:custGeom>
            <a:avLst/>
            <a:gdLst/>
            <a:ahLst/>
            <a:cxnLst/>
            <a:rect l="l" t="t" r="r" b="b"/>
            <a:pathLst>
              <a:path w="9135745" h="0">
                <a:moveTo>
                  <a:pt x="0" y="0"/>
                </a:moveTo>
                <a:lnTo>
                  <a:pt x="9135550" y="0"/>
                </a:lnTo>
              </a:path>
            </a:pathLst>
          </a:custGeom>
          <a:ln w="38100">
            <a:solidFill>
              <a:srgbClr val="2C44A3"/>
            </a:solidFill>
          </a:ln>
        </p:spPr>
        <p:txBody>
          <a:bodyPr wrap="square" lIns="0" tIns="0" rIns="0" bIns="0" rtlCol="0"/>
          <a:lstStyle/>
          <a:p/>
        </p:txBody>
      </p:sp>
      <p:sp>
        <p:nvSpPr>
          <p:cNvPr id="4" name="object 4" descr=""/>
          <p:cNvSpPr/>
          <p:nvPr/>
        </p:nvSpPr>
        <p:spPr>
          <a:xfrm>
            <a:off x="10553382" y="692150"/>
            <a:ext cx="983615" cy="0"/>
          </a:xfrm>
          <a:custGeom>
            <a:avLst/>
            <a:gdLst/>
            <a:ahLst/>
            <a:cxnLst/>
            <a:rect l="l" t="t" r="r" b="b"/>
            <a:pathLst>
              <a:path w="983615" h="0">
                <a:moveTo>
                  <a:pt x="0" y="0"/>
                </a:moveTo>
                <a:lnTo>
                  <a:pt x="983391" y="0"/>
                </a:lnTo>
              </a:path>
            </a:pathLst>
          </a:custGeom>
          <a:ln w="38100">
            <a:solidFill>
              <a:srgbClr val="2C44A3"/>
            </a:solidFill>
          </a:ln>
        </p:spPr>
        <p:txBody>
          <a:bodyPr wrap="square" lIns="0" tIns="0" rIns="0" bIns="0" rtlCol="0"/>
          <a:lstStyle/>
          <a:p/>
        </p:txBody>
      </p:sp>
      <p:sp>
        <p:nvSpPr>
          <p:cNvPr id="5" name="object 5" descr=""/>
          <p:cNvSpPr/>
          <p:nvPr/>
        </p:nvSpPr>
        <p:spPr>
          <a:xfrm>
            <a:off x="11777918" y="692150"/>
            <a:ext cx="414655" cy="0"/>
          </a:xfrm>
          <a:custGeom>
            <a:avLst/>
            <a:gdLst/>
            <a:ahLst/>
            <a:cxnLst/>
            <a:rect l="l" t="t" r="r" b="b"/>
            <a:pathLst>
              <a:path w="414654" h="0">
                <a:moveTo>
                  <a:pt x="0" y="0"/>
                </a:moveTo>
                <a:lnTo>
                  <a:pt x="414081" y="0"/>
                </a:lnTo>
              </a:path>
            </a:pathLst>
          </a:custGeom>
          <a:ln w="38100">
            <a:solidFill>
              <a:srgbClr val="2C44A3"/>
            </a:solidFill>
          </a:ln>
        </p:spPr>
        <p:txBody>
          <a:bodyPr wrap="square" lIns="0" tIns="0" rIns="0" bIns="0" rtlCol="0"/>
          <a:lstStyle/>
          <a:p/>
        </p:txBody>
      </p:sp>
      <p:grpSp>
        <p:nvGrpSpPr>
          <p:cNvPr id="6" name="object 6" descr=""/>
          <p:cNvGrpSpPr/>
          <p:nvPr/>
        </p:nvGrpSpPr>
        <p:grpSpPr>
          <a:xfrm>
            <a:off x="192087" y="331850"/>
            <a:ext cx="1078230" cy="274955"/>
            <a:chOff x="192087" y="331850"/>
            <a:chExt cx="1078230" cy="274955"/>
          </a:xfrm>
        </p:grpSpPr>
        <p:sp>
          <p:nvSpPr>
            <p:cNvPr id="7" name="object 7"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8" name="object 8"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9" name="object 9"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10" name="object 10"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2" name="object 12" descr=""/>
          <p:cNvSpPr txBox="1"/>
          <p:nvPr/>
        </p:nvSpPr>
        <p:spPr>
          <a:xfrm>
            <a:off x="78739" y="1048257"/>
            <a:ext cx="3855720" cy="1160780"/>
          </a:xfrm>
          <a:prstGeom prst="rect">
            <a:avLst/>
          </a:prstGeom>
        </p:spPr>
        <p:txBody>
          <a:bodyPr wrap="square" lIns="0" tIns="13335" rIns="0" bIns="0" rtlCol="0" vert="horz">
            <a:spAutoFit/>
          </a:bodyPr>
          <a:lstStyle/>
          <a:p>
            <a:pPr marL="468630" indent="-455930">
              <a:lnSpc>
                <a:spcPct val="100000"/>
              </a:lnSpc>
              <a:spcBef>
                <a:spcPts val="105"/>
              </a:spcBef>
              <a:buClr>
                <a:srgbClr val="40458B"/>
              </a:buClr>
              <a:buFont typeface="Tahoma"/>
              <a:buAutoNum type="arabicPeriod" startAt="3"/>
              <a:tabLst>
                <a:tab pos="468630" algn="l"/>
              </a:tabLst>
            </a:pPr>
            <a:r>
              <a:rPr dirty="0" sz="3200" spc="-15">
                <a:solidFill>
                  <a:srgbClr val="FF0000"/>
                </a:solidFill>
                <a:latin typeface="黑体"/>
                <a:cs typeface="黑体"/>
              </a:rPr>
              <a:t>流水线的控制</a:t>
            </a:r>
            <a:endParaRPr sz="3200">
              <a:latin typeface="黑体"/>
              <a:cs typeface="黑体"/>
            </a:endParaRPr>
          </a:p>
          <a:p>
            <a:pPr lvl="1" marL="1099185" indent="-457200">
              <a:lnSpc>
                <a:spcPct val="100000"/>
              </a:lnSpc>
              <a:spcBef>
                <a:spcPts val="2215"/>
              </a:spcBef>
              <a:buSzPct val="89583"/>
              <a:buFont typeface="Wingdings"/>
              <a:buChar char=""/>
              <a:tabLst>
                <a:tab pos="1099185" algn="l"/>
              </a:tabLst>
            </a:pPr>
            <a:r>
              <a:rPr dirty="0" sz="2400" spc="-10">
                <a:solidFill>
                  <a:srgbClr val="40458B"/>
                </a:solidFill>
                <a:latin typeface="黑体"/>
                <a:cs typeface="黑体"/>
              </a:rPr>
              <a:t>解决数据冲突的问题</a:t>
            </a:r>
            <a:endParaRPr sz="2400">
              <a:latin typeface="黑体"/>
              <a:cs typeface="黑体"/>
            </a:endParaRPr>
          </a:p>
        </p:txBody>
      </p:sp>
      <p:sp>
        <p:nvSpPr>
          <p:cNvPr id="13" name="object 13" descr=""/>
          <p:cNvSpPr txBox="1"/>
          <p:nvPr/>
        </p:nvSpPr>
        <p:spPr>
          <a:xfrm>
            <a:off x="1302766" y="2212060"/>
            <a:ext cx="6293485" cy="939800"/>
          </a:xfrm>
          <a:prstGeom prst="rect">
            <a:avLst/>
          </a:prstGeom>
        </p:spPr>
        <p:txBody>
          <a:bodyPr wrap="square" lIns="0" tIns="12700" rIns="0" bIns="0" rtlCol="0" vert="horz">
            <a:spAutoFit/>
          </a:bodyPr>
          <a:lstStyle/>
          <a:p>
            <a:pPr marL="300355" marR="5080" indent="-288290">
              <a:lnSpc>
                <a:spcPct val="150000"/>
              </a:lnSpc>
              <a:spcBef>
                <a:spcPts val="100"/>
              </a:spcBef>
              <a:buClr>
                <a:srgbClr val="4668F5"/>
              </a:buClr>
              <a:buSzPct val="60000"/>
              <a:buFont typeface="Wingdings"/>
              <a:buChar char=""/>
              <a:tabLst>
                <a:tab pos="913130" algn="l"/>
              </a:tabLst>
            </a:pPr>
            <a:r>
              <a:rPr dirty="0" sz="2000" b="1">
                <a:solidFill>
                  <a:srgbClr val="00AFEF"/>
                </a:solidFill>
                <a:latin typeface="黑体"/>
                <a:cs typeface="黑体"/>
              </a:rPr>
              <a:t>在</a:t>
            </a:r>
            <a:r>
              <a:rPr dirty="0" sz="2000" spc="-10" b="1">
                <a:solidFill>
                  <a:srgbClr val="9933FF"/>
                </a:solidFill>
                <a:latin typeface="宋体"/>
                <a:cs typeface="宋体"/>
              </a:rPr>
              <a:t>ID</a:t>
            </a:r>
            <a:r>
              <a:rPr dirty="0" sz="2000" spc="-10" b="1">
                <a:solidFill>
                  <a:srgbClr val="080808"/>
                </a:solidFill>
                <a:latin typeface="黑体"/>
                <a:cs typeface="黑体"/>
              </a:rPr>
              <a:t>段</a:t>
            </a:r>
            <a:r>
              <a:rPr dirty="0" sz="2000" spc="-25" b="1">
                <a:solidFill>
                  <a:srgbClr val="00AFEF"/>
                </a:solidFill>
                <a:latin typeface="黑体"/>
                <a:cs typeface="黑体"/>
              </a:rPr>
              <a:t>确定需要什么样的定向，并设置相应的控制。</a:t>
            </a:r>
            <a:r>
              <a:rPr dirty="0" sz="2000" spc="-25" b="1">
                <a:solidFill>
                  <a:srgbClr val="00AFEF"/>
                </a:solidFill>
                <a:latin typeface="黑体"/>
                <a:cs typeface="黑体"/>
              </a:rPr>
              <a:t>	</a:t>
            </a:r>
            <a:r>
              <a:rPr dirty="0" sz="2000" spc="-20" b="1">
                <a:solidFill>
                  <a:srgbClr val="40458B"/>
                </a:solidFill>
                <a:latin typeface="黑体"/>
                <a:cs typeface="黑体"/>
              </a:rPr>
              <a:t>降低流水线的硬件复杂度。</a:t>
            </a:r>
            <a:r>
              <a:rPr dirty="0" sz="2000" spc="-10" b="1">
                <a:solidFill>
                  <a:srgbClr val="40458B"/>
                </a:solidFill>
                <a:latin typeface="黑体"/>
                <a:cs typeface="黑体"/>
              </a:rPr>
              <a:t>（</a:t>
            </a:r>
            <a:r>
              <a:rPr dirty="0" sz="2000" spc="-25" b="1">
                <a:solidFill>
                  <a:srgbClr val="40458B"/>
                </a:solidFill>
                <a:latin typeface="黑体"/>
                <a:cs typeface="黑体"/>
              </a:rPr>
              <a:t>不必挂起已经改变</a:t>
            </a:r>
            <a:endParaRPr sz="2000">
              <a:latin typeface="黑体"/>
              <a:cs typeface="黑体"/>
            </a:endParaRPr>
          </a:p>
        </p:txBody>
      </p:sp>
      <p:sp>
        <p:nvSpPr>
          <p:cNvPr id="14" name="object 14" descr=""/>
          <p:cNvSpPr txBox="1"/>
          <p:nvPr/>
        </p:nvSpPr>
        <p:spPr>
          <a:xfrm>
            <a:off x="1302766" y="3126206"/>
            <a:ext cx="6426835" cy="2769870"/>
          </a:xfrm>
          <a:prstGeom prst="rect">
            <a:avLst/>
          </a:prstGeom>
        </p:spPr>
        <p:txBody>
          <a:bodyPr wrap="square" lIns="0" tIns="165100" rIns="0" bIns="0" rtlCol="0" vert="horz">
            <a:spAutoFit/>
          </a:bodyPr>
          <a:lstStyle/>
          <a:p>
            <a:pPr marL="398145">
              <a:lnSpc>
                <a:spcPct val="100000"/>
              </a:lnSpc>
              <a:spcBef>
                <a:spcPts val="1300"/>
              </a:spcBef>
            </a:pPr>
            <a:r>
              <a:rPr dirty="0" sz="2000" spc="-15" b="1">
                <a:solidFill>
                  <a:srgbClr val="40458B"/>
                </a:solidFill>
                <a:latin typeface="黑体"/>
                <a:cs typeface="黑体"/>
              </a:rPr>
              <a:t>了机器状态的指令</a:t>
            </a:r>
            <a:r>
              <a:rPr dirty="0" sz="2000" spc="-50" b="1">
                <a:solidFill>
                  <a:srgbClr val="40458B"/>
                </a:solidFill>
                <a:latin typeface="黑体"/>
                <a:cs typeface="黑体"/>
              </a:rPr>
              <a:t>）</a:t>
            </a:r>
            <a:endParaRPr sz="2000">
              <a:latin typeface="黑体"/>
              <a:cs typeface="黑体"/>
            </a:endParaRPr>
          </a:p>
          <a:p>
            <a:pPr marL="300355" marR="240665" indent="-288290">
              <a:lnSpc>
                <a:spcPct val="150000"/>
              </a:lnSpc>
              <a:buClr>
                <a:srgbClr val="4668F5"/>
              </a:buClr>
              <a:buSzPct val="60000"/>
              <a:buFont typeface="Wingdings"/>
              <a:buChar char=""/>
              <a:tabLst>
                <a:tab pos="783590" algn="l"/>
              </a:tabLst>
            </a:pPr>
            <a:r>
              <a:rPr dirty="0" sz="2000" spc="-10" b="1">
                <a:solidFill>
                  <a:srgbClr val="00AFEF"/>
                </a:solidFill>
                <a:latin typeface="黑体"/>
                <a:cs typeface="黑体"/>
              </a:rPr>
              <a:t>也可以在</a:t>
            </a:r>
            <a:r>
              <a:rPr dirty="0" sz="2000" spc="-20" b="1">
                <a:solidFill>
                  <a:srgbClr val="D50092"/>
                </a:solidFill>
                <a:latin typeface="黑体"/>
                <a:cs typeface="黑体"/>
              </a:rPr>
              <a:t>使用操作数的那个时钟周期</a:t>
            </a:r>
            <a:r>
              <a:rPr dirty="0" sz="2000" spc="-25" b="1">
                <a:solidFill>
                  <a:srgbClr val="00AFEF"/>
                </a:solidFill>
                <a:latin typeface="黑体"/>
                <a:cs typeface="黑体"/>
              </a:rPr>
              <a:t>的开始检测冲突	和确定必需的定向。</a:t>
            </a:r>
            <a:endParaRPr sz="2000">
              <a:latin typeface="黑体"/>
              <a:cs typeface="黑体"/>
            </a:endParaRPr>
          </a:p>
          <a:p>
            <a:pPr marL="12700" marR="243840" indent="287655">
              <a:lnSpc>
                <a:spcPts val="3600"/>
              </a:lnSpc>
              <a:spcBef>
                <a:spcPts val="320"/>
              </a:spcBef>
              <a:buClr>
                <a:srgbClr val="4668F5"/>
              </a:buClr>
              <a:buSzPct val="60000"/>
              <a:buFont typeface="Wingdings"/>
              <a:buChar char=""/>
              <a:tabLst>
                <a:tab pos="300355" algn="l"/>
              </a:tabLst>
            </a:pPr>
            <a:r>
              <a:rPr dirty="0" sz="2000" spc="-25" b="1">
                <a:solidFill>
                  <a:srgbClr val="00AFEF"/>
                </a:solidFill>
                <a:latin typeface="黑体"/>
                <a:cs typeface="黑体"/>
              </a:rPr>
              <a:t>检测冲突是通过比较寄存器地址是否相等来实现的。</a:t>
            </a:r>
            <a:r>
              <a:rPr dirty="0" sz="2000" spc="-10" b="1">
                <a:solidFill>
                  <a:srgbClr val="E14B04"/>
                </a:solidFill>
                <a:latin typeface="黑体"/>
                <a:cs typeface="黑体"/>
              </a:rPr>
              <a:t>举例： </a:t>
            </a:r>
            <a:r>
              <a:rPr dirty="0" sz="2000" spc="-10" b="1">
                <a:solidFill>
                  <a:srgbClr val="FF0000"/>
                </a:solidFill>
                <a:latin typeface="宋体"/>
                <a:cs typeface="宋体"/>
              </a:rPr>
              <a:t>load</a:t>
            </a:r>
            <a:r>
              <a:rPr dirty="0" sz="2000" spc="-30" b="1">
                <a:solidFill>
                  <a:srgbClr val="FF0000"/>
                </a:solidFill>
                <a:latin typeface="黑体"/>
                <a:cs typeface="黑体"/>
              </a:rPr>
              <a:t>互锁</a:t>
            </a:r>
            <a:endParaRPr sz="2000">
              <a:latin typeface="黑体"/>
              <a:cs typeface="黑体"/>
            </a:endParaRPr>
          </a:p>
          <a:p>
            <a:pPr marL="12700">
              <a:lnSpc>
                <a:spcPct val="100000"/>
              </a:lnSpc>
              <a:spcBef>
                <a:spcPts val="885"/>
              </a:spcBef>
            </a:pPr>
            <a:r>
              <a:rPr dirty="0" sz="2000" spc="-10" b="1">
                <a:solidFill>
                  <a:srgbClr val="00AFEF"/>
                </a:solidFill>
                <a:latin typeface="黑体"/>
                <a:cs typeface="黑体"/>
              </a:rPr>
              <a:t>由于使用</a:t>
            </a:r>
            <a:r>
              <a:rPr dirty="0" sz="2000" spc="-20" b="1">
                <a:solidFill>
                  <a:srgbClr val="9933FF"/>
                </a:solidFill>
                <a:latin typeface="宋体"/>
                <a:cs typeface="宋体"/>
              </a:rPr>
              <a:t>load</a:t>
            </a:r>
            <a:r>
              <a:rPr dirty="0" sz="2000" spc="-20" b="1">
                <a:solidFill>
                  <a:srgbClr val="00AFEF"/>
                </a:solidFill>
                <a:latin typeface="黑体"/>
                <a:cs typeface="黑体"/>
              </a:rPr>
              <a:t>的结果而引起的流水线互锁称为</a:t>
            </a:r>
            <a:r>
              <a:rPr dirty="0" sz="2000" spc="-20" b="1">
                <a:solidFill>
                  <a:srgbClr val="9933FF"/>
                </a:solidFill>
                <a:latin typeface="宋体"/>
                <a:cs typeface="宋体"/>
              </a:rPr>
              <a:t>load</a:t>
            </a:r>
            <a:r>
              <a:rPr dirty="0" sz="2000" spc="-25" b="1">
                <a:solidFill>
                  <a:srgbClr val="00AFEF"/>
                </a:solidFill>
                <a:latin typeface="黑体"/>
                <a:cs typeface="黑体"/>
              </a:rPr>
              <a:t>互锁。</a:t>
            </a:r>
            <a:endParaRPr sz="2000">
              <a:latin typeface="黑体"/>
              <a:cs typeface="黑体"/>
            </a:endParaRPr>
          </a:p>
        </p:txBody>
      </p:sp>
      <p:grpSp>
        <p:nvGrpSpPr>
          <p:cNvPr id="15" name="object 15" descr=""/>
          <p:cNvGrpSpPr/>
          <p:nvPr/>
        </p:nvGrpSpPr>
        <p:grpSpPr>
          <a:xfrm>
            <a:off x="7606393" y="636048"/>
            <a:ext cx="4177029" cy="2588260"/>
            <a:chOff x="7606393" y="636048"/>
            <a:chExt cx="4177029" cy="2588260"/>
          </a:xfrm>
        </p:grpSpPr>
        <p:sp>
          <p:nvSpPr>
            <p:cNvPr id="16" name="object 16" descr=""/>
            <p:cNvSpPr/>
            <p:nvPr/>
          </p:nvSpPr>
          <p:spPr>
            <a:xfrm>
              <a:off x="8566881" y="1353511"/>
              <a:ext cx="302895" cy="1019810"/>
            </a:xfrm>
            <a:custGeom>
              <a:avLst/>
              <a:gdLst/>
              <a:ahLst/>
              <a:cxnLst/>
              <a:rect l="l" t="t" r="r" b="b"/>
              <a:pathLst>
                <a:path w="302895" h="1019810">
                  <a:moveTo>
                    <a:pt x="302862" y="0"/>
                  </a:moveTo>
                  <a:lnTo>
                    <a:pt x="0" y="0"/>
                  </a:lnTo>
                  <a:lnTo>
                    <a:pt x="0" y="1019771"/>
                  </a:lnTo>
                  <a:lnTo>
                    <a:pt x="302862" y="1019771"/>
                  </a:lnTo>
                  <a:lnTo>
                    <a:pt x="302862" y="0"/>
                  </a:lnTo>
                  <a:close/>
                </a:path>
              </a:pathLst>
            </a:custGeom>
            <a:solidFill>
              <a:srgbClr val="CCFFCC"/>
            </a:solidFill>
          </p:spPr>
          <p:txBody>
            <a:bodyPr wrap="square" lIns="0" tIns="0" rIns="0" bIns="0" rtlCol="0"/>
            <a:lstStyle/>
            <a:p/>
          </p:txBody>
        </p:sp>
        <p:sp>
          <p:nvSpPr>
            <p:cNvPr id="17" name="object 17" descr=""/>
            <p:cNvSpPr/>
            <p:nvPr/>
          </p:nvSpPr>
          <p:spPr>
            <a:xfrm>
              <a:off x="8566881" y="1353511"/>
              <a:ext cx="302895" cy="1019810"/>
            </a:xfrm>
            <a:custGeom>
              <a:avLst/>
              <a:gdLst/>
              <a:ahLst/>
              <a:cxnLst/>
              <a:rect l="l" t="t" r="r" b="b"/>
              <a:pathLst>
                <a:path w="302895" h="1019810">
                  <a:moveTo>
                    <a:pt x="0" y="1019771"/>
                  </a:moveTo>
                  <a:lnTo>
                    <a:pt x="302862" y="1019771"/>
                  </a:lnTo>
                  <a:lnTo>
                    <a:pt x="302862" y="0"/>
                  </a:lnTo>
                  <a:lnTo>
                    <a:pt x="0" y="0"/>
                  </a:lnTo>
                  <a:lnTo>
                    <a:pt x="0" y="1019771"/>
                  </a:lnTo>
                  <a:close/>
                </a:path>
              </a:pathLst>
            </a:custGeom>
            <a:ln w="10454">
              <a:solidFill>
                <a:srgbClr val="000000"/>
              </a:solidFill>
            </a:ln>
          </p:spPr>
          <p:txBody>
            <a:bodyPr wrap="square" lIns="0" tIns="0" rIns="0" bIns="0" rtlCol="0"/>
            <a:lstStyle/>
            <a:p/>
          </p:txBody>
        </p:sp>
        <p:sp>
          <p:nvSpPr>
            <p:cNvPr id="18" name="object 18" descr=""/>
            <p:cNvSpPr/>
            <p:nvPr/>
          </p:nvSpPr>
          <p:spPr>
            <a:xfrm>
              <a:off x="11536774" y="641445"/>
              <a:ext cx="241300" cy="2533015"/>
            </a:xfrm>
            <a:custGeom>
              <a:avLst/>
              <a:gdLst/>
              <a:ahLst/>
              <a:cxnLst/>
              <a:rect l="l" t="t" r="r" b="b"/>
              <a:pathLst>
                <a:path w="241300" h="2533015">
                  <a:moveTo>
                    <a:pt x="241144" y="0"/>
                  </a:moveTo>
                  <a:lnTo>
                    <a:pt x="0" y="0"/>
                  </a:lnTo>
                  <a:lnTo>
                    <a:pt x="0" y="2532732"/>
                  </a:lnTo>
                  <a:lnTo>
                    <a:pt x="241144" y="2532732"/>
                  </a:lnTo>
                  <a:lnTo>
                    <a:pt x="241144" y="0"/>
                  </a:lnTo>
                  <a:close/>
                </a:path>
              </a:pathLst>
            </a:custGeom>
            <a:solidFill>
              <a:srgbClr val="92DBFF"/>
            </a:solidFill>
          </p:spPr>
          <p:txBody>
            <a:bodyPr wrap="square" lIns="0" tIns="0" rIns="0" bIns="0" rtlCol="0"/>
            <a:lstStyle/>
            <a:p/>
          </p:txBody>
        </p:sp>
        <p:sp>
          <p:nvSpPr>
            <p:cNvPr id="19" name="object 19" descr=""/>
            <p:cNvSpPr/>
            <p:nvPr/>
          </p:nvSpPr>
          <p:spPr>
            <a:xfrm>
              <a:off x="11536774" y="641445"/>
              <a:ext cx="241300" cy="2533015"/>
            </a:xfrm>
            <a:custGeom>
              <a:avLst/>
              <a:gdLst/>
              <a:ahLst/>
              <a:cxnLst/>
              <a:rect l="l" t="t" r="r" b="b"/>
              <a:pathLst>
                <a:path w="241300" h="2533015">
                  <a:moveTo>
                    <a:pt x="0" y="2532732"/>
                  </a:moveTo>
                  <a:lnTo>
                    <a:pt x="241144" y="2532732"/>
                  </a:lnTo>
                  <a:lnTo>
                    <a:pt x="241144" y="0"/>
                  </a:lnTo>
                  <a:lnTo>
                    <a:pt x="0" y="0"/>
                  </a:lnTo>
                  <a:lnTo>
                    <a:pt x="0" y="2532732"/>
                  </a:lnTo>
                  <a:close/>
                </a:path>
              </a:pathLst>
            </a:custGeom>
            <a:ln w="10467">
              <a:solidFill>
                <a:srgbClr val="000000"/>
              </a:solidFill>
            </a:ln>
          </p:spPr>
          <p:txBody>
            <a:bodyPr wrap="square" lIns="0" tIns="0" rIns="0" bIns="0" rtlCol="0"/>
            <a:lstStyle/>
            <a:p/>
          </p:txBody>
        </p:sp>
        <p:sp>
          <p:nvSpPr>
            <p:cNvPr id="20" name="object 20" descr=""/>
            <p:cNvSpPr/>
            <p:nvPr/>
          </p:nvSpPr>
          <p:spPr>
            <a:xfrm>
              <a:off x="10311888" y="641445"/>
              <a:ext cx="241935" cy="2533015"/>
            </a:xfrm>
            <a:custGeom>
              <a:avLst/>
              <a:gdLst/>
              <a:ahLst/>
              <a:cxnLst/>
              <a:rect l="l" t="t" r="r" b="b"/>
              <a:pathLst>
                <a:path w="241934" h="2533015">
                  <a:moveTo>
                    <a:pt x="241494" y="0"/>
                  </a:moveTo>
                  <a:lnTo>
                    <a:pt x="0" y="0"/>
                  </a:lnTo>
                  <a:lnTo>
                    <a:pt x="0" y="2532732"/>
                  </a:lnTo>
                  <a:lnTo>
                    <a:pt x="241494" y="2532732"/>
                  </a:lnTo>
                  <a:lnTo>
                    <a:pt x="241494" y="0"/>
                  </a:lnTo>
                  <a:close/>
                </a:path>
              </a:pathLst>
            </a:custGeom>
            <a:solidFill>
              <a:srgbClr val="92DBFF"/>
            </a:solidFill>
          </p:spPr>
          <p:txBody>
            <a:bodyPr wrap="square" lIns="0" tIns="0" rIns="0" bIns="0" rtlCol="0"/>
            <a:lstStyle/>
            <a:p/>
          </p:txBody>
        </p:sp>
        <p:sp>
          <p:nvSpPr>
            <p:cNvPr id="21" name="object 21" descr=""/>
            <p:cNvSpPr/>
            <p:nvPr/>
          </p:nvSpPr>
          <p:spPr>
            <a:xfrm>
              <a:off x="10311888" y="641445"/>
              <a:ext cx="241935" cy="2533015"/>
            </a:xfrm>
            <a:custGeom>
              <a:avLst/>
              <a:gdLst/>
              <a:ahLst/>
              <a:cxnLst/>
              <a:rect l="l" t="t" r="r" b="b"/>
              <a:pathLst>
                <a:path w="241934" h="2533015">
                  <a:moveTo>
                    <a:pt x="0" y="2532732"/>
                  </a:moveTo>
                  <a:lnTo>
                    <a:pt x="241494" y="2532732"/>
                  </a:lnTo>
                  <a:lnTo>
                    <a:pt x="241494" y="0"/>
                  </a:lnTo>
                  <a:lnTo>
                    <a:pt x="0" y="0"/>
                  </a:lnTo>
                  <a:lnTo>
                    <a:pt x="0" y="2532732"/>
                  </a:lnTo>
                  <a:close/>
                </a:path>
              </a:pathLst>
            </a:custGeom>
            <a:ln w="10467">
              <a:solidFill>
                <a:srgbClr val="000000"/>
              </a:solidFill>
            </a:ln>
          </p:spPr>
          <p:txBody>
            <a:bodyPr wrap="square" lIns="0" tIns="0" rIns="0" bIns="0" rtlCol="0"/>
            <a:lstStyle/>
            <a:p/>
          </p:txBody>
        </p:sp>
        <p:sp>
          <p:nvSpPr>
            <p:cNvPr id="22" name="object 22" descr=""/>
            <p:cNvSpPr/>
            <p:nvPr/>
          </p:nvSpPr>
          <p:spPr>
            <a:xfrm>
              <a:off x="7611790" y="686290"/>
              <a:ext cx="241935" cy="2533015"/>
            </a:xfrm>
            <a:custGeom>
              <a:avLst/>
              <a:gdLst/>
              <a:ahLst/>
              <a:cxnLst/>
              <a:rect l="l" t="t" r="r" b="b"/>
              <a:pathLst>
                <a:path w="241934" h="2533015">
                  <a:moveTo>
                    <a:pt x="241494" y="0"/>
                  </a:moveTo>
                  <a:lnTo>
                    <a:pt x="0" y="0"/>
                  </a:lnTo>
                  <a:lnTo>
                    <a:pt x="0" y="2532445"/>
                  </a:lnTo>
                  <a:lnTo>
                    <a:pt x="241494" y="2532445"/>
                  </a:lnTo>
                  <a:lnTo>
                    <a:pt x="241494" y="0"/>
                  </a:lnTo>
                  <a:close/>
                </a:path>
              </a:pathLst>
            </a:custGeom>
            <a:solidFill>
              <a:srgbClr val="92DBFF"/>
            </a:solidFill>
          </p:spPr>
          <p:txBody>
            <a:bodyPr wrap="square" lIns="0" tIns="0" rIns="0" bIns="0" rtlCol="0"/>
            <a:lstStyle/>
            <a:p/>
          </p:txBody>
        </p:sp>
        <p:sp>
          <p:nvSpPr>
            <p:cNvPr id="23" name="object 23" descr=""/>
            <p:cNvSpPr/>
            <p:nvPr/>
          </p:nvSpPr>
          <p:spPr>
            <a:xfrm>
              <a:off x="7611790" y="686290"/>
              <a:ext cx="241935" cy="2533015"/>
            </a:xfrm>
            <a:custGeom>
              <a:avLst/>
              <a:gdLst/>
              <a:ahLst/>
              <a:cxnLst/>
              <a:rect l="l" t="t" r="r" b="b"/>
              <a:pathLst>
                <a:path w="241934" h="2533015">
                  <a:moveTo>
                    <a:pt x="0" y="2532445"/>
                  </a:moveTo>
                  <a:lnTo>
                    <a:pt x="241494" y="2532445"/>
                  </a:lnTo>
                  <a:lnTo>
                    <a:pt x="241494" y="0"/>
                  </a:lnTo>
                  <a:lnTo>
                    <a:pt x="0" y="0"/>
                  </a:lnTo>
                  <a:lnTo>
                    <a:pt x="0" y="2532445"/>
                  </a:lnTo>
                  <a:close/>
                </a:path>
              </a:pathLst>
            </a:custGeom>
            <a:ln w="10467">
              <a:solidFill>
                <a:srgbClr val="000000"/>
              </a:solidFill>
            </a:ln>
          </p:spPr>
          <p:txBody>
            <a:bodyPr wrap="square" lIns="0" tIns="0" rIns="0" bIns="0" rtlCol="0"/>
            <a:lstStyle/>
            <a:p/>
          </p:txBody>
        </p:sp>
        <p:sp>
          <p:nvSpPr>
            <p:cNvPr id="24" name="object 24" descr=""/>
            <p:cNvSpPr/>
            <p:nvPr/>
          </p:nvSpPr>
          <p:spPr>
            <a:xfrm>
              <a:off x="9026085" y="686304"/>
              <a:ext cx="241935" cy="2487930"/>
            </a:xfrm>
            <a:custGeom>
              <a:avLst/>
              <a:gdLst/>
              <a:ahLst/>
              <a:cxnLst/>
              <a:rect l="l" t="t" r="r" b="b"/>
              <a:pathLst>
                <a:path w="241934" h="2487930">
                  <a:moveTo>
                    <a:pt x="241494" y="0"/>
                  </a:moveTo>
                  <a:lnTo>
                    <a:pt x="0" y="0"/>
                  </a:lnTo>
                  <a:lnTo>
                    <a:pt x="0" y="2487873"/>
                  </a:lnTo>
                  <a:lnTo>
                    <a:pt x="241494" y="2487873"/>
                  </a:lnTo>
                  <a:lnTo>
                    <a:pt x="241494" y="0"/>
                  </a:lnTo>
                  <a:close/>
                </a:path>
              </a:pathLst>
            </a:custGeom>
            <a:solidFill>
              <a:srgbClr val="92DBFF"/>
            </a:solidFill>
          </p:spPr>
          <p:txBody>
            <a:bodyPr wrap="square" lIns="0" tIns="0" rIns="0" bIns="0" rtlCol="0"/>
            <a:lstStyle/>
            <a:p/>
          </p:txBody>
        </p:sp>
        <p:sp>
          <p:nvSpPr>
            <p:cNvPr id="25" name="object 25" descr=""/>
            <p:cNvSpPr/>
            <p:nvPr/>
          </p:nvSpPr>
          <p:spPr>
            <a:xfrm>
              <a:off x="9026085" y="686304"/>
              <a:ext cx="241935" cy="2487930"/>
            </a:xfrm>
            <a:custGeom>
              <a:avLst/>
              <a:gdLst/>
              <a:ahLst/>
              <a:cxnLst/>
              <a:rect l="l" t="t" r="r" b="b"/>
              <a:pathLst>
                <a:path w="241934" h="2487930">
                  <a:moveTo>
                    <a:pt x="0" y="2487873"/>
                  </a:moveTo>
                  <a:lnTo>
                    <a:pt x="241494" y="2487873"/>
                  </a:lnTo>
                  <a:lnTo>
                    <a:pt x="241494" y="0"/>
                  </a:lnTo>
                  <a:lnTo>
                    <a:pt x="0" y="0"/>
                  </a:lnTo>
                  <a:lnTo>
                    <a:pt x="0" y="2487873"/>
                  </a:lnTo>
                  <a:close/>
                </a:path>
              </a:pathLst>
            </a:custGeom>
            <a:ln w="10466">
              <a:solidFill>
                <a:srgbClr val="000000"/>
              </a:solidFill>
            </a:ln>
          </p:spPr>
          <p:txBody>
            <a:bodyPr wrap="square" lIns="0" tIns="0" rIns="0" bIns="0" rtlCol="0"/>
            <a:lstStyle/>
            <a:p/>
          </p:txBody>
        </p:sp>
      </p:grpSp>
      <p:sp>
        <p:nvSpPr>
          <p:cNvPr id="26" name="object 26" descr=""/>
          <p:cNvSpPr txBox="1"/>
          <p:nvPr/>
        </p:nvSpPr>
        <p:spPr>
          <a:xfrm>
            <a:off x="11353275" y="439647"/>
            <a:ext cx="58674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MEM/WB</a:t>
            </a:r>
            <a:endParaRPr sz="1000">
              <a:latin typeface="Times New Roman"/>
              <a:cs typeface="Times New Roman"/>
            </a:endParaRPr>
          </a:p>
        </p:txBody>
      </p:sp>
      <p:sp>
        <p:nvSpPr>
          <p:cNvPr id="27" name="object 27" descr=""/>
          <p:cNvSpPr txBox="1"/>
          <p:nvPr/>
        </p:nvSpPr>
        <p:spPr>
          <a:xfrm>
            <a:off x="8637103" y="1419089"/>
            <a:ext cx="157480" cy="440055"/>
          </a:xfrm>
          <a:prstGeom prst="rect">
            <a:avLst/>
          </a:prstGeom>
        </p:spPr>
        <p:txBody>
          <a:bodyPr wrap="square" lIns="0" tIns="38735" rIns="0" bIns="0" rtlCol="0" vert="horz">
            <a:spAutoFit/>
          </a:bodyPr>
          <a:lstStyle/>
          <a:p>
            <a:pPr algn="just" marL="12700" marR="5080">
              <a:lnSpc>
                <a:spcPts val="1019"/>
              </a:lnSpc>
              <a:spcBef>
                <a:spcPts val="305"/>
              </a:spcBef>
            </a:pPr>
            <a:r>
              <a:rPr dirty="0" sz="1000" spc="-50">
                <a:latin typeface="宋体"/>
                <a:cs typeface="宋体"/>
              </a:rPr>
              <a:t>通用寄</a:t>
            </a:r>
            <a:endParaRPr sz="1000">
              <a:latin typeface="宋体"/>
              <a:cs typeface="宋体"/>
            </a:endParaRPr>
          </a:p>
        </p:txBody>
      </p:sp>
      <p:sp>
        <p:nvSpPr>
          <p:cNvPr id="28" name="object 28" descr=""/>
          <p:cNvSpPr txBox="1"/>
          <p:nvPr/>
        </p:nvSpPr>
        <p:spPr>
          <a:xfrm>
            <a:off x="8637103" y="2066976"/>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宋体"/>
                <a:cs typeface="宋体"/>
              </a:rPr>
              <a:t>组</a:t>
            </a:r>
            <a:endParaRPr sz="1000">
              <a:latin typeface="宋体"/>
              <a:cs typeface="宋体"/>
            </a:endParaRPr>
          </a:p>
        </p:txBody>
      </p:sp>
      <p:sp>
        <p:nvSpPr>
          <p:cNvPr id="29" name="object 29" descr=""/>
          <p:cNvSpPr txBox="1"/>
          <p:nvPr/>
        </p:nvSpPr>
        <p:spPr>
          <a:xfrm>
            <a:off x="9962170" y="1748166"/>
            <a:ext cx="171450" cy="29210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ALU</a:t>
            </a:r>
            <a:endParaRPr sz="1000">
              <a:latin typeface="Times New Roman"/>
              <a:cs typeface="Times New Roman"/>
            </a:endParaRPr>
          </a:p>
        </p:txBody>
      </p:sp>
      <p:sp>
        <p:nvSpPr>
          <p:cNvPr id="30" name="object 30" descr=""/>
          <p:cNvSpPr txBox="1"/>
          <p:nvPr/>
        </p:nvSpPr>
        <p:spPr>
          <a:xfrm>
            <a:off x="6393462" y="1659439"/>
            <a:ext cx="180340" cy="397510"/>
          </a:xfrm>
          <a:prstGeom prst="rect">
            <a:avLst/>
          </a:prstGeom>
          <a:solidFill>
            <a:srgbClr val="92DBFF"/>
          </a:solidFill>
          <a:ln w="10439">
            <a:solidFill>
              <a:srgbClr val="000000"/>
            </a:solidFill>
          </a:ln>
        </p:spPr>
        <p:txBody>
          <a:bodyPr wrap="square" lIns="0" tIns="102870" rIns="0" bIns="0" rtlCol="0" vert="horz">
            <a:spAutoFit/>
          </a:bodyPr>
          <a:lstStyle/>
          <a:p>
            <a:pPr marL="5715">
              <a:lnSpc>
                <a:spcPct val="100000"/>
              </a:lnSpc>
              <a:spcBef>
                <a:spcPts val="810"/>
              </a:spcBef>
            </a:pPr>
            <a:r>
              <a:rPr dirty="0" sz="1000" spc="-25">
                <a:latin typeface="Times New Roman"/>
                <a:cs typeface="Times New Roman"/>
              </a:rPr>
              <a:t>PC</a:t>
            </a:r>
            <a:endParaRPr sz="1000">
              <a:latin typeface="Times New Roman"/>
              <a:cs typeface="Times New Roman"/>
            </a:endParaRPr>
          </a:p>
        </p:txBody>
      </p:sp>
      <p:sp>
        <p:nvSpPr>
          <p:cNvPr id="31" name="object 31" descr=""/>
          <p:cNvSpPr txBox="1"/>
          <p:nvPr/>
        </p:nvSpPr>
        <p:spPr>
          <a:xfrm>
            <a:off x="9607997" y="1030628"/>
            <a:ext cx="333375" cy="219075"/>
          </a:xfrm>
          <a:prstGeom prst="rect">
            <a:avLst/>
          </a:prstGeom>
          <a:ln w="10348">
            <a:solidFill>
              <a:srgbClr val="000000"/>
            </a:solidFill>
          </a:ln>
        </p:spPr>
        <p:txBody>
          <a:bodyPr wrap="square" lIns="0" tIns="36830" rIns="0" bIns="0" rtlCol="0" vert="horz">
            <a:spAutoFit/>
          </a:bodyPr>
          <a:lstStyle/>
          <a:p>
            <a:pPr marL="74295">
              <a:lnSpc>
                <a:spcPct val="100000"/>
              </a:lnSpc>
              <a:spcBef>
                <a:spcPts val="290"/>
              </a:spcBef>
            </a:pPr>
            <a:r>
              <a:rPr dirty="0" sz="1000" spc="-25">
                <a:latin typeface="Times New Roman"/>
                <a:cs typeface="Times New Roman"/>
              </a:rPr>
              <a:t>=0?</a:t>
            </a:r>
            <a:endParaRPr sz="1000">
              <a:latin typeface="Times New Roman"/>
              <a:cs typeface="Times New Roman"/>
            </a:endParaRPr>
          </a:p>
        </p:txBody>
      </p:sp>
      <p:sp>
        <p:nvSpPr>
          <p:cNvPr id="32" name="object 32" descr=""/>
          <p:cNvSpPr txBox="1"/>
          <p:nvPr/>
        </p:nvSpPr>
        <p:spPr>
          <a:xfrm>
            <a:off x="6839592" y="903444"/>
            <a:ext cx="171450" cy="30607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ADD</a:t>
            </a:r>
            <a:endParaRPr sz="1000">
              <a:latin typeface="Times New Roman"/>
              <a:cs typeface="Times New Roman"/>
            </a:endParaRPr>
          </a:p>
        </p:txBody>
      </p:sp>
      <p:sp>
        <p:nvSpPr>
          <p:cNvPr id="33" name="object 33" descr=""/>
          <p:cNvSpPr txBox="1"/>
          <p:nvPr/>
        </p:nvSpPr>
        <p:spPr>
          <a:xfrm>
            <a:off x="8259654" y="2490985"/>
            <a:ext cx="135890" cy="154940"/>
          </a:xfrm>
          <a:prstGeom prst="rect">
            <a:avLst/>
          </a:prstGeom>
        </p:spPr>
        <p:txBody>
          <a:bodyPr wrap="square" lIns="0" tIns="12700" rIns="0" bIns="0" rtlCol="0" vert="horz">
            <a:spAutoFit/>
          </a:bodyPr>
          <a:lstStyle/>
          <a:p>
            <a:pPr marL="12700">
              <a:lnSpc>
                <a:spcPct val="100000"/>
              </a:lnSpc>
              <a:spcBef>
                <a:spcPts val="100"/>
              </a:spcBef>
            </a:pPr>
            <a:r>
              <a:rPr dirty="0" sz="850" spc="-25">
                <a:latin typeface="Times New Roman"/>
                <a:cs typeface="Times New Roman"/>
              </a:rPr>
              <a:t>16</a:t>
            </a:r>
            <a:endParaRPr sz="850">
              <a:latin typeface="Times New Roman"/>
              <a:cs typeface="Times New Roman"/>
            </a:endParaRPr>
          </a:p>
        </p:txBody>
      </p:sp>
      <p:sp>
        <p:nvSpPr>
          <p:cNvPr id="34" name="object 34" descr=""/>
          <p:cNvSpPr txBox="1"/>
          <p:nvPr/>
        </p:nvSpPr>
        <p:spPr>
          <a:xfrm>
            <a:off x="8457372" y="2443518"/>
            <a:ext cx="529590" cy="431165"/>
          </a:xfrm>
          <a:prstGeom prst="rect">
            <a:avLst/>
          </a:prstGeom>
        </p:spPr>
        <p:txBody>
          <a:bodyPr wrap="square" lIns="0" tIns="15240" rIns="0" bIns="0" rtlCol="0" vert="horz">
            <a:spAutoFit/>
          </a:bodyPr>
          <a:lstStyle/>
          <a:p>
            <a:pPr marL="43815">
              <a:lnSpc>
                <a:spcPts val="1090"/>
              </a:lnSpc>
              <a:spcBef>
                <a:spcPts val="120"/>
              </a:spcBef>
            </a:pPr>
            <a:r>
              <a:rPr dirty="0" sz="1000" spc="40">
                <a:latin typeface="宋体"/>
                <a:cs typeface="宋体"/>
              </a:rPr>
              <a:t>符号 </a:t>
            </a:r>
            <a:r>
              <a:rPr dirty="0" baseline="-9803" sz="1275" spc="-37">
                <a:latin typeface="Times New Roman"/>
                <a:cs typeface="Times New Roman"/>
              </a:rPr>
              <a:t>32</a:t>
            </a:r>
            <a:endParaRPr baseline="-9803" sz="1275">
              <a:latin typeface="Times New Roman"/>
              <a:cs typeface="Times New Roman"/>
            </a:endParaRPr>
          </a:p>
          <a:p>
            <a:pPr marL="38100" marR="221615" indent="84455">
              <a:lnSpc>
                <a:spcPts val="990"/>
              </a:lnSpc>
              <a:spcBef>
                <a:spcPts val="95"/>
              </a:spcBef>
            </a:pPr>
            <a:r>
              <a:rPr dirty="0" sz="1000" spc="-50">
                <a:latin typeface="宋体"/>
                <a:cs typeface="宋体"/>
              </a:rPr>
              <a:t>位</a:t>
            </a:r>
            <a:r>
              <a:rPr dirty="0" sz="1000" spc="-25">
                <a:latin typeface="宋体"/>
                <a:cs typeface="宋体"/>
              </a:rPr>
              <a:t>扩展</a:t>
            </a:r>
            <a:endParaRPr sz="1000">
              <a:latin typeface="宋体"/>
              <a:cs typeface="宋体"/>
            </a:endParaRPr>
          </a:p>
        </p:txBody>
      </p:sp>
      <p:sp>
        <p:nvSpPr>
          <p:cNvPr id="35" name="object 35" descr=""/>
          <p:cNvSpPr txBox="1"/>
          <p:nvPr/>
        </p:nvSpPr>
        <p:spPr>
          <a:xfrm>
            <a:off x="6503134" y="818726"/>
            <a:ext cx="9144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4</a:t>
            </a:r>
            <a:endParaRPr sz="1000">
              <a:latin typeface="Times New Roman"/>
              <a:cs typeface="Times New Roman"/>
            </a:endParaRPr>
          </a:p>
        </p:txBody>
      </p:sp>
      <p:sp>
        <p:nvSpPr>
          <p:cNvPr id="36" name="object 36" descr=""/>
          <p:cNvSpPr/>
          <p:nvPr/>
        </p:nvSpPr>
        <p:spPr>
          <a:xfrm>
            <a:off x="6845773" y="998104"/>
            <a:ext cx="31115" cy="133350"/>
          </a:xfrm>
          <a:custGeom>
            <a:avLst/>
            <a:gdLst/>
            <a:ahLst/>
            <a:cxnLst/>
            <a:rect l="l" t="t" r="r" b="b"/>
            <a:pathLst>
              <a:path w="31115" h="133350">
                <a:moveTo>
                  <a:pt x="30684" y="0"/>
                </a:moveTo>
                <a:lnTo>
                  <a:pt x="0" y="0"/>
                </a:lnTo>
                <a:lnTo>
                  <a:pt x="0" y="133305"/>
                </a:lnTo>
                <a:lnTo>
                  <a:pt x="30684" y="133305"/>
                </a:lnTo>
                <a:lnTo>
                  <a:pt x="30684" y="0"/>
                </a:lnTo>
                <a:close/>
              </a:path>
            </a:pathLst>
          </a:custGeom>
          <a:solidFill>
            <a:srgbClr val="FFFFFF"/>
          </a:solidFill>
        </p:spPr>
        <p:txBody>
          <a:bodyPr wrap="square" lIns="0" tIns="0" rIns="0" bIns="0" rtlCol="0"/>
          <a:lstStyle/>
          <a:p/>
        </p:txBody>
      </p:sp>
      <p:grpSp>
        <p:nvGrpSpPr>
          <p:cNvPr id="37" name="object 37" descr=""/>
          <p:cNvGrpSpPr/>
          <p:nvPr/>
        </p:nvGrpSpPr>
        <p:grpSpPr>
          <a:xfrm>
            <a:off x="6786222" y="191859"/>
            <a:ext cx="3960495" cy="2628265"/>
            <a:chOff x="6786222" y="191859"/>
            <a:chExt cx="3960495" cy="2628265"/>
          </a:xfrm>
        </p:grpSpPr>
        <p:sp>
          <p:nvSpPr>
            <p:cNvPr id="38" name="object 38" descr=""/>
            <p:cNvSpPr/>
            <p:nvPr/>
          </p:nvSpPr>
          <p:spPr>
            <a:xfrm>
              <a:off x="7642467" y="1620414"/>
              <a:ext cx="180340" cy="442595"/>
            </a:xfrm>
            <a:custGeom>
              <a:avLst/>
              <a:gdLst/>
              <a:ahLst/>
              <a:cxnLst/>
              <a:rect l="l" t="t" r="r" b="b"/>
              <a:pathLst>
                <a:path w="180340" h="442594">
                  <a:moveTo>
                    <a:pt x="180126" y="0"/>
                  </a:moveTo>
                  <a:lnTo>
                    <a:pt x="0" y="0"/>
                  </a:lnTo>
                  <a:lnTo>
                    <a:pt x="0" y="441995"/>
                  </a:lnTo>
                  <a:lnTo>
                    <a:pt x="180126" y="441995"/>
                  </a:lnTo>
                  <a:lnTo>
                    <a:pt x="180126" y="0"/>
                  </a:lnTo>
                  <a:close/>
                </a:path>
              </a:pathLst>
            </a:custGeom>
            <a:solidFill>
              <a:srgbClr val="FFFFFF"/>
            </a:solidFill>
          </p:spPr>
          <p:txBody>
            <a:bodyPr wrap="square" lIns="0" tIns="0" rIns="0" bIns="0" rtlCol="0"/>
            <a:lstStyle/>
            <a:p/>
          </p:txBody>
        </p:sp>
        <p:sp>
          <p:nvSpPr>
            <p:cNvPr id="39" name="object 39" descr=""/>
            <p:cNvSpPr/>
            <p:nvPr/>
          </p:nvSpPr>
          <p:spPr>
            <a:xfrm>
              <a:off x="7642467" y="1620414"/>
              <a:ext cx="180340" cy="442595"/>
            </a:xfrm>
            <a:custGeom>
              <a:avLst/>
              <a:gdLst/>
              <a:ahLst/>
              <a:cxnLst/>
              <a:rect l="l" t="t" r="r" b="b"/>
              <a:pathLst>
                <a:path w="180340" h="442594">
                  <a:moveTo>
                    <a:pt x="0" y="441995"/>
                  </a:moveTo>
                  <a:lnTo>
                    <a:pt x="180126" y="441995"/>
                  </a:lnTo>
                  <a:lnTo>
                    <a:pt x="180126" y="0"/>
                  </a:lnTo>
                  <a:lnTo>
                    <a:pt x="0" y="0"/>
                  </a:lnTo>
                  <a:lnTo>
                    <a:pt x="0" y="441995"/>
                  </a:lnTo>
                  <a:close/>
                </a:path>
              </a:pathLst>
            </a:custGeom>
            <a:ln w="10443">
              <a:solidFill>
                <a:srgbClr val="000000"/>
              </a:solidFill>
            </a:ln>
          </p:spPr>
          <p:txBody>
            <a:bodyPr wrap="square" lIns="0" tIns="0" rIns="0" bIns="0" rtlCol="0"/>
            <a:lstStyle/>
            <a:p/>
          </p:txBody>
        </p:sp>
        <p:sp>
          <p:nvSpPr>
            <p:cNvPr id="40" name="object 40" descr=""/>
            <p:cNvSpPr/>
            <p:nvPr/>
          </p:nvSpPr>
          <p:spPr>
            <a:xfrm>
              <a:off x="9056835" y="1620485"/>
              <a:ext cx="180340" cy="264160"/>
            </a:xfrm>
            <a:custGeom>
              <a:avLst/>
              <a:gdLst/>
              <a:ahLst/>
              <a:cxnLst/>
              <a:rect l="l" t="t" r="r" b="b"/>
              <a:pathLst>
                <a:path w="180340" h="264160">
                  <a:moveTo>
                    <a:pt x="180126" y="0"/>
                  </a:moveTo>
                  <a:lnTo>
                    <a:pt x="0" y="0"/>
                  </a:lnTo>
                  <a:lnTo>
                    <a:pt x="0" y="263778"/>
                  </a:lnTo>
                  <a:lnTo>
                    <a:pt x="180126" y="263778"/>
                  </a:lnTo>
                  <a:lnTo>
                    <a:pt x="180126" y="0"/>
                  </a:lnTo>
                  <a:close/>
                </a:path>
              </a:pathLst>
            </a:custGeom>
            <a:solidFill>
              <a:srgbClr val="FFFFFF"/>
            </a:solidFill>
          </p:spPr>
          <p:txBody>
            <a:bodyPr wrap="square" lIns="0" tIns="0" rIns="0" bIns="0" rtlCol="0"/>
            <a:lstStyle/>
            <a:p/>
          </p:txBody>
        </p:sp>
        <p:sp>
          <p:nvSpPr>
            <p:cNvPr id="41" name="object 41" descr=""/>
            <p:cNvSpPr/>
            <p:nvPr/>
          </p:nvSpPr>
          <p:spPr>
            <a:xfrm>
              <a:off x="9056835" y="1620485"/>
              <a:ext cx="180340" cy="264160"/>
            </a:xfrm>
            <a:custGeom>
              <a:avLst/>
              <a:gdLst/>
              <a:ahLst/>
              <a:cxnLst/>
              <a:rect l="l" t="t" r="r" b="b"/>
              <a:pathLst>
                <a:path w="180340" h="264160">
                  <a:moveTo>
                    <a:pt x="0" y="263778"/>
                  </a:moveTo>
                  <a:lnTo>
                    <a:pt x="180126" y="263778"/>
                  </a:lnTo>
                  <a:lnTo>
                    <a:pt x="180126" y="0"/>
                  </a:lnTo>
                  <a:lnTo>
                    <a:pt x="0" y="0"/>
                  </a:lnTo>
                  <a:lnTo>
                    <a:pt x="0" y="263778"/>
                  </a:lnTo>
                  <a:close/>
                </a:path>
              </a:pathLst>
            </a:custGeom>
            <a:ln w="10413">
              <a:solidFill>
                <a:srgbClr val="000000"/>
              </a:solidFill>
            </a:ln>
          </p:spPr>
          <p:txBody>
            <a:bodyPr wrap="square" lIns="0" tIns="0" rIns="0" bIns="0" rtlCol="0"/>
            <a:lstStyle/>
            <a:p/>
          </p:txBody>
        </p:sp>
        <p:sp>
          <p:nvSpPr>
            <p:cNvPr id="42" name="object 42" descr=""/>
            <p:cNvSpPr/>
            <p:nvPr/>
          </p:nvSpPr>
          <p:spPr>
            <a:xfrm>
              <a:off x="9056835" y="2021105"/>
              <a:ext cx="180340" cy="263525"/>
            </a:xfrm>
            <a:custGeom>
              <a:avLst/>
              <a:gdLst/>
              <a:ahLst/>
              <a:cxnLst/>
              <a:rect l="l" t="t" r="r" b="b"/>
              <a:pathLst>
                <a:path w="180340" h="263525">
                  <a:moveTo>
                    <a:pt x="180126" y="0"/>
                  </a:moveTo>
                  <a:lnTo>
                    <a:pt x="0" y="0"/>
                  </a:lnTo>
                  <a:lnTo>
                    <a:pt x="0" y="263434"/>
                  </a:lnTo>
                  <a:lnTo>
                    <a:pt x="180126" y="263434"/>
                  </a:lnTo>
                  <a:lnTo>
                    <a:pt x="180126" y="0"/>
                  </a:lnTo>
                  <a:close/>
                </a:path>
              </a:pathLst>
            </a:custGeom>
            <a:solidFill>
              <a:srgbClr val="FFFFFF"/>
            </a:solidFill>
          </p:spPr>
          <p:txBody>
            <a:bodyPr wrap="square" lIns="0" tIns="0" rIns="0" bIns="0" rtlCol="0"/>
            <a:lstStyle/>
            <a:p/>
          </p:txBody>
        </p:sp>
        <p:sp>
          <p:nvSpPr>
            <p:cNvPr id="43" name="object 43" descr=""/>
            <p:cNvSpPr/>
            <p:nvPr/>
          </p:nvSpPr>
          <p:spPr>
            <a:xfrm>
              <a:off x="9056835" y="2021105"/>
              <a:ext cx="180340" cy="263525"/>
            </a:xfrm>
            <a:custGeom>
              <a:avLst/>
              <a:gdLst/>
              <a:ahLst/>
              <a:cxnLst/>
              <a:rect l="l" t="t" r="r" b="b"/>
              <a:pathLst>
                <a:path w="180340" h="263525">
                  <a:moveTo>
                    <a:pt x="0" y="263434"/>
                  </a:moveTo>
                  <a:lnTo>
                    <a:pt x="180126" y="263434"/>
                  </a:lnTo>
                  <a:lnTo>
                    <a:pt x="180126" y="0"/>
                  </a:lnTo>
                  <a:lnTo>
                    <a:pt x="0" y="0"/>
                  </a:lnTo>
                  <a:lnTo>
                    <a:pt x="0" y="263434"/>
                  </a:lnTo>
                  <a:close/>
                </a:path>
              </a:pathLst>
            </a:custGeom>
            <a:ln w="10413">
              <a:solidFill>
                <a:srgbClr val="000000"/>
              </a:solidFill>
            </a:ln>
          </p:spPr>
          <p:txBody>
            <a:bodyPr wrap="square" lIns="0" tIns="0" rIns="0" bIns="0" rtlCol="0"/>
            <a:lstStyle/>
            <a:p/>
          </p:txBody>
        </p:sp>
        <p:sp>
          <p:nvSpPr>
            <p:cNvPr id="44" name="object 44" descr=""/>
            <p:cNvSpPr/>
            <p:nvPr/>
          </p:nvSpPr>
          <p:spPr>
            <a:xfrm>
              <a:off x="9056835" y="2505881"/>
              <a:ext cx="180340" cy="308610"/>
            </a:xfrm>
            <a:custGeom>
              <a:avLst/>
              <a:gdLst/>
              <a:ahLst/>
              <a:cxnLst/>
              <a:rect l="l" t="t" r="r" b="b"/>
              <a:pathLst>
                <a:path w="180340" h="308610">
                  <a:moveTo>
                    <a:pt x="180126" y="0"/>
                  </a:moveTo>
                  <a:lnTo>
                    <a:pt x="0" y="0"/>
                  </a:lnTo>
                  <a:lnTo>
                    <a:pt x="0" y="308336"/>
                  </a:lnTo>
                  <a:lnTo>
                    <a:pt x="180126" y="308336"/>
                  </a:lnTo>
                  <a:lnTo>
                    <a:pt x="180126" y="0"/>
                  </a:lnTo>
                  <a:close/>
                </a:path>
              </a:pathLst>
            </a:custGeom>
            <a:solidFill>
              <a:srgbClr val="FFFFFF"/>
            </a:solidFill>
          </p:spPr>
          <p:txBody>
            <a:bodyPr wrap="square" lIns="0" tIns="0" rIns="0" bIns="0" rtlCol="0"/>
            <a:lstStyle/>
            <a:p/>
          </p:txBody>
        </p:sp>
        <p:sp>
          <p:nvSpPr>
            <p:cNvPr id="45" name="object 45" descr=""/>
            <p:cNvSpPr/>
            <p:nvPr/>
          </p:nvSpPr>
          <p:spPr>
            <a:xfrm>
              <a:off x="6791619" y="197257"/>
              <a:ext cx="3949700" cy="2617470"/>
            </a:xfrm>
            <a:custGeom>
              <a:avLst/>
              <a:gdLst/>
              <a:ahLst/>
              <a:cxnLst/>
              <a:rect l="l" t="t" r="r" b="b"/>
              <a:pathLst>
                <a:path w="3949700" h="2617470">
                  <a:moveTo>
                    <a:pt x="2265215" y="2616960"/>
                  </a:moveTo>
                  <a:lnTo>
                    <a:pt x="2445341" y="2616960"/>
                  </a:lnTo>
                  <a:lnTo>
                    <a:pt x="2445341" y="2308624"/>
                  </a:lnTo>
                  <a:lnTo>
                    <a:pt x="2265215" y="2308624"/>
                  </a:lnTo>
                  <a:lnTo>
                    <a:pt x="2265215" y="2616960"/>
                  </a:lnTo>
                  <a:close/>
                </a:path>
                <a:path w="3949700" h="2617470">
                  <a:moveTo>
                    <a:pt x="0" y="577718"/>
                  </a:moveTo>
                  <a:lnTo>
                    <a:pt x="214067" y="711148"/>
                  </a:lnTo>
                </a:path>
                <a:path w="3949700" h="2617470">
                  <a:moveTo>
                    <a:pt x="214067" y="1023010"/>
                  </a:moveTo>
                  <a:lnTo>
                    <a:pt x="0" y="1156297"/>
                  </a:lnTo>
                </a:path>
                <a:path w="3949700" h="2617470">
                  <a:moveTo>
                    <a:pt x="214067" y="711148"/>
                  </a:moveTo>
                  <a:lnTo>
                    <a:pt x="214067" y="1023010"/>
                  </a:lnTo>
                </a:path>
                <a:path w="3949700" h="2617470">
                  <a:moveTo>
                    <a:pt x="0" y="577718"/>
                  </a:moveTo>
                  <a:lnTo>
                    <a:pt x="0" y="756007"/>
                  </a:lnTo>
                </a:path>
                <a:path w="3949700" h="2617470">
                  <a:moveTo>
                    <a:pt x="0" y="978008"/>
                  </a:moveTo>
                  <a:lnTo>
                    <a:pt x="0" y="1156297"/>
                  </a:lnTo>
                </a:path>
                <a:path w="3949700" h="2617470">
                  <a:moveTo>
                    <a:pt x="0" y="978008"/>
                  </a:moveTo>
                  <a:lnTo>
                    <a:pt x="61018" y="844721"/>
                  </a:lnTo>
                </a:path>
                <a:path w="3949700" h="2617470">
                  <a:moveTo>
                    <a:pt x="0" y="756007"/>
                  </a:moveTo>
                  <a:lnTo>
                    <a:pt x="61018" y="889293"/>
                  </a:lnTo>
                </a:path>
                <a:path w="3949700" h="2617470">
                  <a:moveTo>
                    <a:pt x="3949160" y="0"/>
                  </a:moveTo>
                  <a:lnTo>
                    <a:pt x="244758" y="0"/>
                  </a:lnTo>
                </a:path>
              </a:pathLst>
            </a:custGeom>
            <a:ln w="10381">
              <a:solidFill>
                <a:srgbClr val="000000"/>
              </a:solidFill>
            </a:ln>
          </p:spPr>
          <p:txBody>
            <a:bodyPr wrap="square" lIns="0" tIns="0" rIns="0" bIns="0" rtlCol="0"/>
            <a:lstStyle/>
            <a:p/>
          </p:txBody>
        </p:sp>
      </p:grpSp>
      <p:sp>
        <p:nvSpPr>
          <p:cNvPr id="46" name="object 46" descr=""/>
          <p:cNvSpPr txBox="1"/>
          <p:nvPr/>
        </p:nvSpPr>
        <p:spPr>
          <a:xfrm>
            <a:off x="10924258" y="1754145"/>
            <a:ext cx="455930" cy="575310"/>
          </a:xfrm>
          <a:prstGeom prst="rect">
            <a:avLst/>
          </a:prstGeom>
          <a:solidFill>
            <a:srgbClr val="CCFFCC"/>
          </a:solidFill>
          <a:ln w="10403">
            <a:solidFill>
              <a:srgbClr val="000000"/>
            </a:solidFill>
          </a:ln>
        </p:spPr>
        <p:txBody>
          <a:bodyPr wrap="square" lIns="0" tIns="26034" rIns="0" bIns="0" rtlCol="0" vert="horz">
            <a:spAutoFit/>
          </a:bodyPr>
          <a:lstStyle/>
          <a:p>
            <a:pPr marL="25400" marR="29209" indent="79375">
              <a:lnSpc>
                <a:spcPct val="141300"/>
              </a:lnSpc>
              <a:spcBef>
                <a:spcPts val="204"/>
              </a:spcBef>
            </a:pPr>
            <a:r>
              <a:rPr dirty="0" sz="1000" spc="-25">
                <a:latin typeface="宋体"/>
                <a:cs typeface="宋体"/>
              </a:rPr>
              <a:t>数据</a:t>
            </a:r>
            <a:r>
              <a:rPr dirty="0" sz="1000" spc="-20">
                <a:latin typeface="宋体"/>
                <a:cs typeface="宋体"/>
              </a:rPr>
              <a:t>存储器</a:t>
            </a:r>
            <a:endParaRPr sz="1000">
              <a:latin typeface="宋体"/>
              <a:cs typeface="宋体"/>
            </a:endParaRPr>
          </a:p>
        </p:txBody>
      </p:sp>
      <p:grpSp>
        <p:nvGrpSpPr>
          <p:cNvPr id="47" name="object 47" descr=""/>
          <p:cNvGrpSpPr/>
          <p:nvPr/>
        </p:nvGrpSpPr>
        <p:grpSpPr>
          <a:xfrm>
            <a:off x="9939389" y="1095437"/>
            <a:ext cx="374015" cy="73660"/>
            <a:chOff x="9939389" y="1095437"/>
            <a:chExt cx="374015" cy="73660"/>
          </a:xfrm>
        </p:grpSpPr>
        <p:sp>
          <p:nvSpPr>
            <p:cNvPr id="48" name="object 48" descr=""/>
            <p:cNvSpPr/>
            <p:nvPr/>
          </p:nvSpPr>
          <p:spPr>
            <a:xfrm>
              <a:off x="9944786" y="1131410"/>
              <a:ext cx="291465" cy="0"/>
            </a:xfrm>
            <a:custGeom>
              <a:avLst/>
              <a:gdLst/>
              <a:ahLst/>
              <a:cxnLst/>
              <a:rect l="l" t="t" r="r" b="b"/>
              <a:pathLst>
                <a:path w="291465" h="0">
                  <a:moveTo>
                    <a:pt x="0" y="0"/>
                  </a:moveTo>
                  <a:lnTo>
                    <a:pt x="291320" y="0"/>
                  </a:lnTo>
                </a:path>
              </a:pathLst>
            </a:custGeom>
            <a:ln w="10295">
              <a:solidFill>
                <a:srgbClr val="000000"/>
              </a:solidFill>
            </a:ln>
          </p:spPr>
          <p:txBody>
            <a:bodyPr wrap="square" lIns="0" tIns="0" rIns="0" bIns="0" rtlCol="0"/>
            <a:lstStyle/>
            <a:p/>
          </p:txBody>
        </p:sp>
        <p:sp>
          <p:nvSpPr>
            <p:cNvPr id="49" name="object 49" descr=""/>
            <p:cNvSpPr/>
            <p:nvPr/>
          </p:nvSpPr>
          <p:spPr>
            <a:xfrm>
              <a:off x="10197487" y="1095437"/>
              <a:ext cx="115570" cy="73660"/>
            </a:xfrm>
            <a:custGeom>
              <a:avLst/>
              <a:gdLst/>
              <a:ahLst/>
              <a:cxnLst/>
              <a:rect l="l" t="t" r="r" b="b"/>
              <a:pathLst>
                <a:path w="115570" h="73659">
                  <a:moveTo>
                    <a:pt x="0" y="0"/>
                  </a:moveTo>
                  <a:lnTo>
                    <a:pt x="36870" y="36689"/>
                  </a:lnTo>
                  <a:lnTo>
                    <a:pt x="0" y="73092"/>
                  </a:lnTo>
                  <a:lnTo>
                    <a:pt x="115566" y="36689"/>
                  </a:lnTo>
                  <a:lnTo>
                    <a:pt x="0" y="0"/>
                  </a:lnTo>
                  <a:close/>
                </a:path>
              </a:pathLst>
            </a:custGeom>
            <a:solidFill>
              <a:srgbClr val="000000"/>
            </a:solidFill>
          </p:spPr>
          <p:txBody>
            <a:bodyPr wrap="square" lIns="0" tIns="0" rIns="0" bIns="0" rtlCol="0"/>
            <a:lstStyle/>
            <a:p/>
          </p:txBody>
        </p:sp>
      </p:grpSp>
      <p:sp>
        <p:nvSpPr>
          <p:cNvPr id="50" name="object 50" descr=""/>
          <p:cNvSpPr txBox="1"/>
          <p:nvPr/>
        </p:nvSpPr>
        <p:spPr>
          <a:xfrm>
            <a:off x="9975806" y="798948"/>
            <a:ext cx="287655" cy="314325"/>
          </a:xfrm>
          <a:prstGeom prst="rect">
            <a:avLst/>
          </a:prstGeom>
        </p:spPr>
        <p:txBody>
          <a:bodyPr wrap="square" lIns="0" tIns="35560" rIns="0" bIns="0" rtlCol="0" vert="horz">
            <a:spAutoFit/>
          </a:bodyPr>
          <a:lstStyle/>
          <a:p>
            <a:pPr marL="12700" marR="5080">
              <a:lnSpc>
                <a:spcPts val="1050"/>
              </a:lnSpc>
              <a:spcBef>
                <a:spcPts val="280"/>
              </a:spcBef>
            </a:pPr>
            <a:r>
              <a:rPr dirty="0" sz="1000" spc="-25">
                <a:latin typeface="宋体"/>
                <a:cs typeface="宋体"/>
              </a:rPr>
              <a:t>分之结果</a:t>
            </a:r>
            <a:endParaRPr sz="1000">
              <a:latin typeface="宋体"/>
              <a:cs typeface="宋体"/>
            </a:endParaRPr>
          </a:p>
        </p:txBody>
      </p:sp>
      <p:sp>
        <p:nvSpPr>
          <p:cNvPr id="51" name="object 51" descr=""/>
          <p:cNvSpPr/>
          <p:nvPr/>
        </p:nvSpPr>
        <p:spPr>
          <a:xfrm>
            <a:off x="9914182" y="1575985"/>
            <a:ext cx="0" cy="206375"/>
          </a:xfrm>
          <a:custGeom>
            <a:avLst/>
            <a:gdLst/>
            <a:ahLst/>
            <a:cxnLst/>
            <a:rect l="l" t="t" r="r" b="b"/>
            <a:pathLst>
              <a:path w="0" h="206375">
                <a:moveTo>
                  <a:pt x="0" y="0"/>
                </a:moveTo>
                <a:lnTo>
                  <a:pt x="0" y="205805"/>
                </a:lnTo>
              </a:path>
            </a:pathLst>
          </a:custGeom>
          <a:ln w="10468">
            <a:solidFill>
              <a:srgbClr val="000000"/>
            </a:solidFill>
          </a:ln>
        </p:spPr>
        <p:txBody>
          <a:bodyPr wrap="square" lIns="0" tIns="0" rIns="0" bIns="0" rtlCol="0"/>
          <a:lstStyle/>
          <a:p/>
        </p:txBody>
      </p:sp>
      <p:sp>
        <p:nvSpPr>
          <p:cNvPr id="52" name="object 52" descr=""/>
          <p:cNvSpPr/>
          <p:nvPr/>
        </p:nvSpPr>
        <p:spPr>
          <a:xfrm>
            <a:off x="9914182" y="2038045"/>
            <a:ext cx="0" cy="205740"/>
          </a:xfrm>
          <a:custGeom>
            <a:avLst/>
            <a:gdLst/>
            <a:ahLst/>
            <a:cxnLst/>
            <a:rect l="l" t="t" r="r" b="b"/>
            <a:pathLst>
              <a:path w="0" h="205739">
                <a:moveTo>
                  <a:pt x="0" y="0"/>
                </a:moveTo>
                <a:lnTo>
                  <a:pt x="0" y="205118"/>
                </a:lnTo>
              </a:path>
            </a:pathLst>
          </a:custGeom>
          <a:ln w="10468">
            <a:solidFill>
              <a:srgbClr val="000000"/>
            </a:solidFill>
          </a:ln>
        </p:spPr>
        <p:txBody>
          <a:bodyPr wrap="square" lIns="0" tIns="0" rIns="0" bIns="0" rtlCol="0"/>
          <a:lstStyle/>
          <a:p/>
        </p:txBody>
      </p:sp>
      <p:sp>
        <p:nvSpPr>
          <p:cNvPr id="53" name="object 53" descr=""/>
          <p:cNvSpPr/>
          <p:nvPr/>
        </p:nvSpPr>
        <p:spPr>
          <a:xfrm>
            <a:off x="9968249" y="1833343"/>
            <a:ext cx="31115" cy="153670"/>
          </a:xfrm>
          <a:custGeom>
            <a:avLst/>
            <a:gdLst/>
            <a:ahLst/>
            <a:cxnLst/>
            <a:rect l="l" t="t" r="r" b="b"/>
            <a:pathLst>
              <a:path w="31115" h="153669">
                <a:moveTo>
                  <a:pt x="30684" y="0"/>
                </a:moveTo>
                <a:lnTo>
                  <a:pt x="0" y="0"/>
                </a:lnTo>
                <a:lnTo>
                  <a:pt x="0" y="153107"/>
                </a:lnTo>
                <a:lnTo>
                  <a:pt x="30684" y="153107"/>
                </a:lnTo>
                <a:lnTo>
                  <a:pt x="30684" y="0"/>
                </a:lnTo>
                <a:close/>
              </a:path>
            </a:pathLst>
          </a:custGeom>
          <a:solidFill>
            <a:srgbClr val="FFFFFF"/>
          </a:solidFill>
        </p:spPr>
        <p:txBody>
          <a:bodyPr wrap="square" lIns="0" tIns="0" rIns="0" bIns="0" rtlCol="0"/>
          <a:lstStyle/>
          <a:p/>
        </p:txBody>
      </p:sp>
      <p:sp>
        <p:nvSpPr>
          <p:cNvPr id="54" name="object 54" descr=""/>
          <p:cNvSpPr/>
          <p:nvPr/>
        </p:nvSpPr>
        <p:spPr>
          <a:xfrm>
            <a:off x="7189427" y="897370"/>
            <a:ext cx="0" cy="311785"/>
          </a:xfrm>
          <a:custGeom>
            <a:avLst/>
            <a:gdLst/>
            <a:ahLst/>
            <a:cxnLst/>
            <a:rect l="l" t="t" r="r" b="b"/>
            <a:pathLst>
              <a:path w="0" h="311784">
                <a:moveTo>
                  <a:pt x="0" y="0"/>
                </a:moveTo>
                <a:lnTo>
                  <a:pt x="0" y="311575"/>
                </a:lnTo>
              </a:path>
            </a:pathLst>
          </a:custGeom>
          <a:ln w="10468">
            <a:solidFill>
              <a:srgbClr val="000000"/>
            </a:solidFill>
          </a:ln>
        </p:spPr>
        <p:txBody>
          <a:bodyPr wrap="square" lIns="0" tIns="0" rIns="0" bIns="0" rtlCol="0"/>
          <a:lstStyle/>
          <a:p/>
        </p:txBody>
      </p:sp>
      <p:grpSp>
        <p:nvGrpSpPr>
          <p:cNvPr id="55" name="object 55" descr=""/>
          <p:cNvGrpSpPr/>
          <p:nvPr/>
        </p:nvGrpSpPr>
        <p:grpSpPr>
          <a:xfrm>
            <a:off x="7184233" y="803462"/>
            <a:ext cx="4568825" cy="2153920"/>
            <a:chOff x="7184233" y="803462"/>
            <a:chExt cx="4568825" cy="2153920"/>
          </a:xfrm>
        </p:grpSpPr>
        <p:sp>
          <p:nvSpPr>
            <p:cNvPr id="56" name="object 56" descr=""/>
            <p:cNvSpPr/>
            <p:nvPr/>
          </p:nvSpPr>
          <p:spPr>
            <a:xfrm>
              <a:off x="9761162" y="1575985"/>
              <a:ext cx="367665" cy="667385"/>
            </a:xfrm>
            <a:custGeom>
              <a:avLst/>
              <a:gdLst/>
              <a:ahLst/>
              <a:cxnLst/>
              <a:rect l="l" t="t" r="r" b="b"/>
              <a:pathLst>
                <a:path w="367665" h="667385">
                  <a:moveTo>
                    <a:pt x="153019" y="0"/>
                  </a:moveTo>
                  <a:lnTo>
                    <a:pt x="367392" y="154067"/>
                  </a:lnTo>
                </a:path>
                <a:path w="367665" h="667385">
                  <a:moveTo>
                    <a:pt x="367392" y="513081"/>
                  </a:moveTo>
                  <a:lnTo>
                    <a:pt x="153019" y="667178"/>
                  </a:lnTo>
                </a:path>
                <a:path w="367665" h="667385">
                  <a:moveTo>
                    <a:pt x="367392" y="154067"/>
                  </a:moveTo>
                  <a:lnTo>
                    <a:pt x="367392" y="513081"/>
                  </a:lnTo>
                </a:path>
                <a:path w="367665" h="667385">
                  <a:moveTo>
                    <a:pt x="153019" y="462060"/>
                  </a:moveTo>
                  <a:lnTo>
                    <a:pt x="213936" y="308279"/>
                  </a:lnTo>
                </a:path>
                <a:path w="367665" h="667385">
                  <a:moveTo>
                    <a:pt x="153019" y="205805"/>
                  </a:moveTo>
                  <a:lnTo>
                    <a:pt x="213936" y="359873"/>
                  </a:lnTo>
                </a:path>
                <a:path w="367665" h="667385">
                  <a:moveTo>
                    <a:pt x="0" y="578435"/>
                  </a:moveTo>
                  <a:lnTo>
                    <a:pt x="76801" y="578435"/>
                  </a:lnTo>
                </a:path>
              </a:pathLst>
            </a:custGeom>
            <a:ln w="10381">
              <a:solidFill>
                <a:srgbClr val="000000"/>
              </a:solidFill>
            </a:ln>
          </p:spPr>
          <p:txBody>
            <a:bodyPr wrap="square" lIns="0" tIns="0" rIns="0" bIns="0" rtlCol="0"/>
            <a:lstStyle/>
            <a:p/>
          </p:txBody>
        </p:sp>
        <p:sp>
          <p:nvSpPr>
            <p:cNvPr id="57" name="object 57" descr=""/>
            <p:cNvSpPr/>
            <p:nvPr/>
          </p:nvSpPr>
          <p:spPr>
            <a:xfrm>
              <a:off x="9799344" y="2118304"/>
              <a:ext cx="114935" cy="73660"/>
            </a:xfrm>
            <a:custGeom>
              <a:avLst/>
              <a:gdLst/>
              <a:ahLst/>
              <a:cxnLst/>
              <a:rect l="l" t="t" r="r" b="b"/>
              <a:pathLst>
                <a:path w="114934" h="73660">
                  <a:moveTo>
                    <a:pt x="0" y="0"/>
                  </a:moveTo>
                  <a:lnTo>
                    <a:pt x="36870" y="37176"/>
                  </a:lnTo>
                  <a:lnTo>
                    <a:pt x="0" y="73235"/>
                  </a:lnTo>
                  <a:lnTo>
                    <a:pt x="114837" y="37176"/>
                  </a:lnTo>
                  <a:lnTo>
                    <a:pt x="0" y="0"/>
                  </a:lnTo>
                  <a:close/>
                </a:path>
              </a:pathLst>
            </a:custGeom>
            <a:solidFill>
              <a:srgbClr val="000000"/>
            </a:solidFill>
          </p:spPr>
          <p:txBody>
            <a:bodyPr wrap="square" lIns="0" tIns="0" rIns="0" bIns="0" rtlCol="0"/>
            <a:lstStyle/>
            <a:p/>
          </p:txBody>
        </p:sp>
        <p:sp>
          <p:nvSpPr>
            <p:cNvPr id="58" name="object 58" descr=""/>
            <p:cNvSpPr/>
            <p:nvPr/>
          </p:nvSpPr>
          <p:spPr>
            <a:xfrm>
              <a:off x="9761162" y="1665416"/>
              <a:ext cx="76835" cy="0"/>
            </a:xfrm>
            <a:custGeom>
              <a:avLst/>
              <a:gdLst/>
              <a:ahLst/>
              <a:cxnLst/>
              <a:rect l="l" t="t" r="r" b="b"/>
              <a:pathLst>
                <a:path w="76834" h="0">
                  <a:moveTo>
                    <a:pt x="0" y="0"/>
                  </a:moveTo>
                  <a:lnTo>
                    <a:pt x="76801" y="0"/>
                  </a:lnTo>
                </a:path>
              </a:pathLst>
            </a:custGeom>
            <a:ln w="10295">
              <a:solidFill>
                <a:srgbClr val="000000"/>
              </a:solidFill>
            </a:ln>
          </p:spPr>
          <p:txBody>
            <a:bodyPr wrap="square" lIns="0" tIns="0" rIns="0" bIns="0" rtlCol="0"/>
            <a:lstStyle/>
            <a:p/>
          </p:txBody>
        </p:sp>
        <p:sp>
          <p:nvSpPr>
            <p:cNvPr id="59" name="object 59" descr=""/>
            <p:cNvSpPr/>
            <p:nvPr/>
          </p:nvSpPr>
          <p:spPr>
            <a:xfrm>
              <a:off x="9799344" y="1629300"/>
              <a:ext cx="114935" cy="73660"/>
            </a:xfrm>
            <a:custGeom>
              <a:avLst/>
              <a:gdLst/>
              <a:ahLst/>
              <a:cxnLst/>
              <a:rect l="l" t="t" r="r" b="b"/>
              <a:pathLst>
                <a:path w="114934" h="73660">
                  <a:moveTo>
                    <a:pt x="0" y="0"/>
                  </a:moveTo>
                  <a:lnTo>
                    <a:pt x="36870" y="36832"/>
                  </a:lnTo>
                  <a:lnTo>
                    <a:pt x="0" y="73235"/>
                  </a:lnTo>
                  <a:lnTo>
                    <a:pt x="114837" y="36832"/>
                  </a:lnTo>
                  <a:lnTo>
                    <a:pt x="0" y="0"/>
                  </a:lnTo>
                  <a:close/>
                </a:path>
              </a:pathLst>
            </a:custGeom>
            <a:solidFill>
              <a:srgbClr val="000000"/>
            </a:solidFill>
          </p:spPr>
          <p:txBody>
            <a:bodyPr wrap="square" lIns="0" tIns="0" rIns="0" bIns="0" rtlCol="0"/>
            <a:lstStyle/>
            <a:p/>
          </p:txBody>
        </p:sp>
        <p:sp>
          <p:nvSpPr>
            <p:cNvPr id="60" name="object 60" descr=""/>
            <p:cNvSpPr/>
            <p:nvPr/>
          </p:nvSpPr>
          <p:spPr>
            <a:xfrm>
              <a:off x="9271208" y="1754130"/>
              <a:ext cx="199390" cy="0"/>
            </a:xfrm>
            <a:custGeom>
              <a:avLst/>
              <a:gdLst/>
              <a:ahLst/>
              <a:cxnLst/>
              <a:rect l="l" t="t" r="r" b="b"/>
              <a:pathLst>
                <a:path w="199390" h="0">
                  <a:moveTo>
                    <a:pt x="0" y="0"/>
                  </a:moveTo>
                  <a:lnTo>
                    <a:pt x="199362" y="0"/>
                  </a:lnTo>
                </a:path>
              </a:pathLst>
            </a:custGeom>
            <a:ln w="10295">
              <a:solidFill>
                <a:srgbClr val="000000"/>
              </a:solidFill>
            </a:ln>
          </p:spPr>
          <p:txBody>
            <a:bodyPr wrap="square" lIns="0" tIns="0" rIns="0" bIns="0" rtlCol="0"/>
            <a:lstStyle/>
            <a:p/>
          </p:txBody>
        </p:sp>
        <p:sp>
          <p:nvSpPr>
            <p:cNvPr id="61" name="object 61" descr=""/>
            <p:cNvSpPr/>
            <p:nvPr/>
          </p:nvSpPr>
          <p:spPr>
            <a:xfrm>
              <a:off x="9432243" y="1718014"/>
              <a:ext cx="114935" cy="73660"/>
            </a:xfrm>
            <a:custGeom>
              <a:avLst/>
              <a:gdLst/>
              <a:ahLst/>
              <a:cxnLst/>
              <a:rect l="l" t="t" r="r" b="b"/>
              <a:pathLst>
                <a:path w="114934" h="73660">
                  <a:moveTo>
                    <a:pt x="0" y="0"/>
                  </a:moveTo>
                  <a:lnTo>
                    <a:pt x="36870" y="36116"/>
                  </a:lnTo>
                  <a:lnTo>
                    <a:pt x="0" y="73235"/>
                  </a:lnTo>
                  <a:lnTo>
                    <a:pt x="114400" y="36116"/>
                  </a:lnTo>
                  <a:lnTo>
                    <a:pt x="0" y="0"/>
                  </a:lnTo>
                  <a:close/>
                </a:path>
              </a:pathLst>
            </a:custGeom>
            <a:solidFill>
              <a:srgbClr val="000000"/>
            </a:solidFill>
          </p:spPr>
          <p:txBody>
            <a:bodyPr wrap="square" lIns="0" tIns="0" rIns="0" bIns="0" rtlCol="0"/>
            <a:lstStyle/>
            <a:p/>
          </p:txBody>
        </p:sp>
        <p:sp>
          <p:nvSpPr>
            <p:cNvPr id="62" name="object 62" descr=""/>
            <p:cNvSpPr/>
            <p:nvPr/>
          </p:nvSpPr>
          <p:spPr>
            <a:xfrm>
              <a:off x="9271208" y="2154420"/>
              <a:ext cx="199390" cy="0"/>
            </a:xfrm>
            <a:custGeom>
              <a:avLst/>
              <a:gdLst/>
              <a:ahLst/>
              <a:cxnLst/>
              <a:rect l="l" t="t" r="r" b="b"/>
              <a:pathLst>
                <a:path w="199390" h="0">
                  <a:moveTo>
                    <a:pt x="0" y="0"/>
                  </a:moveTo>
                  <a:lnTo>
                    <a:pt x="199362" y="0"/>
                  </a:lnTo>
                </a:path>
              </a:pathLst>
            </a:custGeom>
            <a:ln w="10295">
              <a:solidFill>
                <a:srgbClr val="000000"/>
              </a:solidFill>
            </a:ln>
          </p:spPr>
          <p:txBody>
            <a:bodyPr wrap="square" lIns="0" tIns="0" rIns="0" bIns="0" rtlCol="0"/>
            <a:lstStyle/>
            <a:p/>
          </p:txBody>
        </p:sp>
        <p:sp>
          <p:nvSpPr>
            <p:cNvPr id="63" name="object 63" descr=""/>
            <p:cNvSpPr/>
            <p:nvPr/>
          </p:nvSpPr>
          <p:spPr>
            <a:xfrm>
              <a:off x="9432243" y="2118304"/>
              <a:ext cx="114935" cy="73660"/>
            </a:xfrm>
            <a:custGeom>
              <a:avLst/>
              <a:gdLst/>
              <a:ahLst/>
              <a:cxnLst/>
              <a:rect l="l" t="t" r="r" b="b"/>
              <a:pathLst>
                <a:path w="114934" h="73660">
                  <a:moveTo>
                    <a:pt x="0" y="0"/>
                  </a:moveTo>
                  <a:lnTo>
                    <a:pt x="36870" y="37176"/>
                  </a:lnTo>
                  <a:lnTo>
                    <a:pt x="0" y="73235"/>
                  </a:lnTo>
                  <a:lnTo>
                    <a:pt x="114400" y="37176"/>
                  </a:lnTo>
                  <a:lnTo>
                    <a:pt x="0" y="0"/>
                  </a:lnTo>
                  <a:close/>
                </a:path>
              </a:pathLst>
            </a:custGeom>
            <a:solidFill>
              <a:srgbClr val="000000"/>
            </a:solidFill>
          </p:spPr>
          <p:txBody>
            <a:bodyPr wrap="square" lIns="0" tIns="0" rIns="0" bIns="0" rtlCol="0"/>
            <a:lstStyle/>
            <a:p/>
          </p:txBody>
        </p:sp>
        <p:sp>
          <p:nvSpPr>
            <p:cNvPr id="64" name="object 64" descr=""/>
            <p:cNvSpPr/>
            <p:nvPr/>
          </p:nvSpPr>
          <p:spPr>
            <a:xfrm>
              <a:off x="8444610" y="2417138"/>
              <a:ext cx="364490" cy="534670"/>
            </a:xfrm>
            <a:custGeom>
              <a:avLst/>
              <a:gdLst/>
              <a:ahLst/>
              <a:cxnLst/>
              <a:rect l="l" t="t" r="r" b="b"/>
              <a:pathLst>
                <a:path w="364490" h="534669">
                  <a:moveTo>
                    <a:pt x="0" y="266960"/>
                  </a:moveTo>
                  <a:lnTo>
                    <a:pt x="3684" y="321000"/>
                  </a:lnTo>
                  <a:lnTo>
                    <a:pt x="14256" y="371290"/>
                  </a:lnTo>
                  <a:lnTo>
                    <a:pt x="30994" y="416765"/>
                  </a:lnTo>
                  <a:lnTo>
                    <a:pt x="53174" y="456359"/>
                  </a:lnTo>
                  <a:lnTo>
                    <a:pt x="80074" y="489008"/>
                  </a:lnTo>
                  <a:lnTo>
                    <a:pt x="110973" y="513647"/>
                  </a:lnTo>
                  <a:lnTo>
                    <a:pt x="181874" y="534636"/>
                  </a:lnTo>
                  <a:lnTo>
                    <a:pt x="218608" y="529212"/>
                  </a:lnTo>
                  <a:lnTo>
                    <a:pt x="283720" y="489008"/>
                  </a:lnTo>
                  <a:lnTo>
                    <a:pt x="310648" y="456359"/>
                  </a:lnTo>
                  <a:lnTo>
                    <a:pt x="332855" y="416765"/>
                  </a:lnTo>
                  <a:lnTo>
                    <a:pt x="349615" y="371290"/>
                  </a:lnTo>
                  <a:lnTo>
                    <a:pt x="360204" y="321000"/>
                  </a:lnTo>
                  <a:lnTo>
                    <a:pt x="363895" y="266960"/>
                  </a:lnTo>
                  <a:lnTo>
                    <a:pt x="360204" y="213258"/>
                  </a:lnTo>
                  <a:lnTo>
                    <a:pt x="349615" y="163194"/>
                  </a:lnTo>
                  <a:lnTo>
                    <a:pt x="332855" y="117853"/>
                  </a:lnTo>
                  <a:lnTo>
                    <a:pt x="310648" y="78322"/>
                  </a:lnTo>
                  <a:lnTo>
                    <a:pt x="283720" y="45684"/>
                  </a:lnTo>
                  <a:lnTo>
                    <a:pt x="252798" y="21028"/>
                  </a:lnTo>
                  <a:lnTo>
                    <a:pt x="181874" y="0"/>
                  </a:lnTo>
                  <a:lnTo>
                    <a:pt x="145147" y="5438"/>
                  </a:lnTo>
                  <a:lnTo>
                    <a:pt x="80074" y="45684"/>
                  </a:lnTo>
                  <a:lnTo>
                    <a:pt x="53174" y="78321"/>
                  </a:lnTo>
                  <a:lnTo>
                    <a:pt x="30994" y="117853"/>
                  </a:lnTo>
                  <a:lnTo>
                    <a:pt x="14256" y="163194"/>
                  </a:lnTo>
                  <a:lnTo>
                    <a:pt x="3684" y="213258"/>
                  </a:lnTo>
                  <a:lnTo>
                    <a:pt x="0" y="266960"/>
                  </a:lnTo>
                  <a:close/>
                </a:path>
              </a:pathLst>
            </a:custGeom>
            <a:ln w="10413">
              <a:solidFill>
                <a:srgbClr val="000000"/>
              </a:solidFill>
            </a:ln>
          </p:spPr>
          <p:txBody>
            <a:bodyPr wrap="square" lIns="0" tIns="0" rIns="0" bIns="0" rtlCol="0"/>
            <a:lstStyle/>
            <a:p/>
          </p:txBody>
        </p:sp>
        <p:sp>
          <p:nvSpPr>
            <p:cNvPr id="65" name="object 65" descr=""/>
            <p:cNvSpPr/>
            <p:nvPr/>
          </p:nvSpPr>
          <p:spPr>
            <a:xfrm>
              <a:off x="10342637" y="980781"/>
              <a:ext cx="180340" cy="307340"/>
            </a:xfrm>
            <a:custGeom>
              <a:avLst/>
              <a:gdLst/>
              <a:ahLst/>
              <a:cxnLst/>
              <a:rect l="l" t="t" r="r" b="b"/>
              <a:pathLst>
                <a:path w="180340" h="307340">
                  <a:moveTo>
                    <a:pt x="180126" y="0"/>
                  </a:moveTo>
                  <a:lnTo>
                    <a:pt x="0" y="0"/>
                  </a:lnTo>
                  <a:lnTo>
                    <a:pt x="0" y="307275"/>
                  </a:lnTo>
                  <a:lnTo>
                    <a:pt x="180126" y="307275"/>
                  </a:lnTo>
                  <a:lnTo>
                    <a:pt x="180126" y="0"/>
                  </a:lnTo>
                  <a:close/>
                </a:path>
              </a:pathLst>
            </a:custGeom>
            <a:solidFill>
              <a:srgbClr val="FFFFFF"/>
            </a:solidFill>
          </p:spPr>
          <p:txBody>
            <a:bodyPr wrap="square" lIns="0" tIns="0" rIns="0" bIns="0" rtlCol="0"/>
            <a:lstStyle/>
            <a:p/>
          </p:txBody>
        </p:sp>
        <p:sp>
          <p:nvSpPr>
            <p:cNvPr id="66" name="object 66" descr=""/>
            <p:cNvSpPr/>
            <p:nvPr/>
          </p:nvSpPr>
          <p:spPr>
            <a:xfrm>
              <a:off x="10342637" y="980781"/>
              <a:ext cx="180340" cy="307340"/>
            </a:xfrm>
            <a:custGeom>
              <a:avLst/>
              <a:gdLst/>
              <a:ahLst/>
              <a:cxnLst/>
              <a:rect l="l" t="t" r="r" b="b"/>
              <a:pathLst>
                <a:path w="180340" h="307340">
                  <a:moveTo>
                    <a:pt x="0" y="307275"/>
                  </a:moveTo>
                  <a:lnTo>
                    <a:pt x="180126" y="307275"/>
                  </a:lnTo>
                  <a:lnTo>
                    <a:pt x="180126" y="0"/>
                  </a:lnTo>
                  <a:lnTo>
                    <a:pt x="0" y="0"/>
                  </a:lnTo>
                  <a:lnTo>
                    <a:pt x="0" y="307275"/>
                  </a:lnTo>
                  <a:close/>
                </a:path>
              </a:pathLst>
            </a:custGeom>
            <a:ln w="10424">
              <a:solidFill>
                <a:srgbClr val="000000"/>
              </a:solidFill>
            </a:ln>
          </p:spPr>
          <p:txBody>
            <a:bodyPr wrap="square" lIns="0" tIns="0" rIns="0" bIns="0" rtlCol="0"/>
            <a:lstStyle/>
            <a:p/>
          </p:txBody>
        </p:sp>
        <p:sp>
          <p:nvSpPr>
            <p:cNvPr id="67" name="object 67" descr=""/>
            <p:cNvSpPr/>
            <p:nvPr/>
          </p:nvSpPr>
          <p:spPr>
            <a:xfrm>
              <a:off x="10342637" y="1709243"/>
              <a:ext cx="180340" cy="441959"/>
            </a:xfrm>
            <a:custGeom>
              <a:avLst/>
              <a:gdLst/>
              <a:ahLst/>
              <a:cxnLst/>
              <a:rect l="l" t="t" r="r" b="b"/>
              <a:pathLst>
                <a:path w="180340" h="441960">
                  <a:moveTo>
                    <a:pt x="180126" y="0"/>
                  </a:moveTo>
                  <a:lnTo>
                    <a:pt x="0" y="0"/>
                  </a:lnTo>
                  <a:lnTo>
                    <a:pt x="0" y="441637"/>
                  </a:lnTo>
                  <a:lnTo>
                    <a:pt x="180126" y="441637"/>
                  </a:lnTo>
                  <a:lnTo>
                    <a:pt x="180126" y="0"/>
                  </a:lnTo>
                  <a:close/>
                </a:path>
              </a:pathLst>
            </a:custGeom>
            <a:solidFill>
              <a:srgbClr val="FFFFFF"/>
            </a:solidFill>
          </p:spPr>
          <p:txBody>
            <a:bodyPr wrap="square" lIns="0" tIns="0" rIns="0" bIns="0" rtlCol="0"/>
            <a:lstStyle/>
            <a:p/>
          </p:txBody>
        </p:sp>
        <p:sp>
          <p:nvSpPr>
            <p:cNvPr id="68" name="object 68" descr=""/>
            <p:cNvSpPr/>
            <p:nvPr/>
          </p:nvSpPr>
          <p:spPr>
            <a:xfrm>
              <a:off x="10128555" y="1709243"/>
              <a:ext cx="394335" cy="441959"/>
            </a:xfrm>
            <a:custGeom>
              <a:avLst/>
              <a:gdLst/>
              <a:ahLst/>
              <a:cxnLst/>
              <a:rect l="l" t="t" r="r" b="b"/>
              <a:pathLst>
                <a:path w="394334" h="441960">
                  <a:moveTo>
                    <a:pt x="214081" y="441637"/>
                  </a:moveTo>
                  <a:lnTo>
                    <a:pt x="394207" y="441637"/>
                  </a:lnTo>
                  <a:lnTo>
                    <a:pt x="394207" y="0"/>
                  </a:lnTo>
                  <a:lnTo>
                    <a:pt x="214081" y="0"/>
                  </a:lnTo>
                  <a:lnTo>
                    <a:pt x="214081" y="441637"/>
                  </a:lnTo>
                  <a:close/>
                </a:path>
                <a:path w="394334" h="441960">
                  <a:moveTo>
                    <a:pt x="0" y="223176"/>
                  </a:moveTo>
                  <a:lnTo>
                    <a:pt x="107550" y="223176"/>
                  </a:lnTo>
                </a:path>
              </a:pathLst>
            </a:custGeom>
            <a:ln w="10381">
              <a:solidFill>
                <a:srgbClr val="000000"/>
              </a:solidFill>
            </a:ln>
          </p:spPr>
          <p:txBody>
            <a:bodyPr wrap="square" lIns="0" tIns="0" rIns="0" bIns="0" rtlCol="0"/>
            <a:lstStyle/>
            <a:p/>
          </p:txBody>
        </p:sp>
        <p:sp>
          <p:nvSpPr>
            <p:cNvPr id="69" name="object 69" descr=""/>
            <p:cNvSpPr/>
            <p:nvPr/>
          </p:nvSpPr>
          <p:spPr>
            <a:xfrm>
              <a:off x="10197487" y="1896303"/>
              <a:ext cx="115570" cy="73660"/>
            </a:xfrm>
            <a:custGeom>
              <a:avLst/>
              <a:gdLst/>
              <a:ahLst/>
              <a:cxnLst/>
              <a:rect l="l" t="t" r="r" b="b"/>
              <a:pathLst>
                <a:path w="115570" h="73660">
                  <a:moveTo>
                    <a:pt x="0" y="0"/>
                  </a:moveTo>
                  <a:lnTo>
                    <a:pt x="36870" y="36689"/>
                  </a:lnTo>
                  <a:lnTo>
                    <a:pt x="0" y="73235"/>
                  </a:lnTo>
                  <a:lnTo>
                    <a:pt x="115566" y="36689"/>
                  </a:lnTo>
                  <a:lnTo>
                    <a:pt x="0" y="0"/>
                  </a:lnTo>
                  <a:close/>
                </a:path>
              </a:pathLst>
            </a:custGeom>
            <a:solidFill>
              <a:srgbClr val="000000"/>
            </a:solidFill>
          </p:spPr>
          <p:txBody>
            <a:bodyPr wrap="square" lIns="0" tIns="0" rIns="0" bIns="0" rtlCol="0"/>
            <a:lstStyle/>
            <a:p/>
          </p:txBody>
        </p:sp>
        <p:sp>
          <p:nvSpPr>
            <p:cNvPr id="70" name="object 70" descr=""/>
            <p:cNvSpPr/>
            <p:nvPr/>
          </p:nvSpPr>
          <p:spPr>
            <a:xfrm>
              <a:off x="11567086" y="1887446"/>
              <a:ext cx="180975" cy="352425"/>
            </a:xfrm>
            <a:custGeom>
              <a:avLst/>
              <a:gdLst/>
              <a:ahLst/>
              <a:cxnLst/>
              <a:rect l="l" t="t" r="r" b="b"/>
              <a:pathLst>
                <a:path w="180975" h="352425">
                  <a:moveTo>
                    <a:pt x="180490" y="0"/>
                  </a:moveTo>
                  <a:lnTo>
                    <a:pt x="0" y="0"/>
                  </a:lnTo>
                  <a:lnTo>
                    <a:pt x="0" y="352177"/>
                  </a:lnTo>
                  <a:lnTo>
                    <a:pt x="180490" y="352177"/>
                  </a:lnTo>
                  <a:lnTo>
                    <a:pt x="180490" y="0"/>
                  </a:lnTo>
                  <a:close/>
                </a:path>
              </a:pathLst>
            </a:custGeom>
            <a:solidFill>
              <a:srgbClr val="FFFFFF"/>
            </a:solidFill>
          </p:spPr>
          <p:txBody>
            <a:bodyPr wrap="square" lIns="0" tIns="0" rIns="0" bIns="0" rtlCol="0"/>
            <a:lstStyle/>
            <a:p/>
          </p:txBody>
        </p:sp>
        <p:sp>
          <p:nvSpPr>
            <p:cNvPr id="71" name="object 71" descr=""/>
            <p:cNvSpPr/>
            <p:nvPr/>
          </p:nvSpPr>
          <p:spPr>
            <a:xfrm>
              <a:off x="11567086" y="1887446"/>
              <a:ext cx="180975" cy="352425"/>
            </a:xfrm>
            <a:custGeom>
              <a:avLst/>
              <a:gdLst/>
              <a:ahLst/>
              <a:cxnLst/>
              <a:rect l="l" t="t" r="r" b="b"/>
              <a:pathLst>
                <a:path w="180975" h="352425">
                  <a:moveTo>
                    <a:pt x="0" y="352177"/>
                  </a:moveTo>
                  <a:lnTo>
                    <a:pt x="180490" y="352177"/>
                  </a:lnTo>
                  <a:lnTo>
                    <a:pt x="180490" y="0"/>
                  </a:lnTo>
                  <a:lnTo>
                    <a:pt x="0" y="0"/>
                  </a:lnTo>
                  <a:lnTo>
                    <a:pt x="0" y="352177"/>
                  </a:lnTo>
                  <a:close/>
                </a:path>
              </a:pathLst>
            </a:custGeom>
            <a:ln w="10432">
              <a:solidFill>
                <a:srgbClr val="000000"/>
              </a:solidFill>
            </a:ln>
          </p:spPr>
          <p:txBody>
            <a:bodyPr wrap="square" lIns="0" tIns="0" rIns="0" bIns="0" rtlCol="0"/>
            <a:lstStyle/>
            <a:p/>
          </p:txBody>
        </p:sp>
        <p:pic>
          <p:nvPicPr>
            <p:cNvPr id="72" name="object 72" descr=""/>
            <p:cNvPicPr/>
            <p:nvPr/>
          </p:nvPicPr>
          <p:blipFill>
            <a:blip r:embed="rId2" cstate="print"/>
            <a:stretch>
              <a:fillRect/>
            </a:stretch>
          </p:blipFill>
          <p:spPr>
            <a:xfrm>
              <a:off x="7184233" y="803462"/>
              <a:ext cx="215068" cy="222211"/>
            </a:xfrm>
            <a:prstGeom prst="rect">
              <a:avLst/>
            </a:prstGeom>
          </p:spPr>
        </p:pic>
        <p:pic>
          <p:nvPicPr>
            <p:cNvPr id="73" name="object 73" descr=""/>
            <p:cNvPicPr/>
            <p:nvPr/>
          </p:nvPicPr>
          <p:blipFill>
            <a:blip r:embed="rId3" cstate="print"/>
            <a:stretch>
              <a:fillRect/>
            </a:stretch>
          </p:blipFill>
          <p:spPr>
            <a:xfrm>
              <a:off x="7184233" y="1077058"/>
              <a:ext cx="215068" cy="222211"/>
            </a:xfrm>
            <a:prstGeom prst="rect">
              <a:avLst/>
            </a:prstGeom>
          </p:spPr>
        </p:pic>
        <p:sp>
          <p:nvSpPr>
            <p:cNvPr id="74" name="object 74" descr=""/>
            <p:cNvSpPr/>
            <p:nvPr/>
          </p:nvSpPr>
          <p:spPr>
            <a:xfrm>
              <a:off x="7398532" y="897370"/>
              <a:ext cx="0" cy="311785"/>
            </a:xfrm>
            <a:custGeom>
              <a:avLst/>
              <a:gdLst/>
              <a:ahLst/>
              <a:cxnLst/>
              <a:rect l="l" t="t" r="r" b="b"/>
              <a:pathLst>
                <a:path w="0" h="311784">
                  <a:moveTo>
                    <a:pt x="0" y="0"/>
                  </a:moveTo>
                  <a:lnTo>
                    <a:pt x="0" y="311575"/>
                  </a:lnTo>
                </a:path>
              </a:pathLst>
            </a:custGeom>
            <a:ln w="8848">
              <a:solidFill>
                <a:srgbClr val="000000"/>
              </a:solidFill>
            </a:ln>
          </p:spPr>
          <p:txBody>
            <a:bodyPr wrap="square" lIns="0" tIns="0" rIns="0" bIns="0" rtlCol="0"/>
            <a:lstStyle/>
            <a:p/>
          </p:txBody>
        </p:sp>
        <p:sp>
          <p:nvSpPr>
            <p:cNvPr id="75" name="object 75" descr=""/>
            <p:cNvSpPr/>
            <p:nvPr/>
          </p:nvSpPr>
          <p:spPr>
            <a:xfrm>
              <a:off x="7197369" y="897327"/>
              <a:ext cx="196850" cy="320675"/>
            </a:xfrm>
            <a:custGeom>
              <a:avLst/>
              <a:gdLst/>
              <a:ahLst/>
              <a:cxnLst/>
              <a:rect l="l" t="t" r="r" b="b"/>
              <a:pathLst>
                <a:path w="196850" h="320675">
                  <a:moveTo>
                    <a:pt x="196739" y="0"/>
                  </a:moveTo>
                  <a:lnTo>
                    <a:pt x="0" y="0"/>
                  </a:lnTo>
                  <a:lnTo>
                    <a:pt x="0" y="320360"/>
                  </a:lnTo>
                  <a:lnTo>
                    <a:pt x="196739" y="320360"/>
                  </a:lnTo>
                  <a:lnTo>
                    <a:pt x="196739" y="0"/>
                  </a:lnTo>
                  <a:close/>
                </a:path>
              </a:pathLst>
            </a:custGeom>
            <a:solidFill>
              <a:srgbClr val="FFFFFF"/>
            </a:solidFill>
          </p:spPr>
          <p:txBody>
            <a:bodyPr wrap="square" lIns="0" tIns="0" rIns="0" bIns="0" rtlCol="0"/>
            <a:lstStyle/>
            <a:p/>
          </p:txBody>
        </p:sp>
      </p:grpSp>
      <p:sp>
        <p:nvSpPr>
          <p:cNvPr id="76" name="object 76" descr=""/>
          <p:cNvSpPr txBox="1"/>
          <p:nvPr/>
        </p:nvSpPr>
        <p:spPr>
          <a:xfrm>
            <a:off x="7220403" y="811001"/>
            <a:ext cx="125730" cy="271780"/>
          </a:xfrm>
          <a:prstGeom prst="rect">
            <a:avLst/>
          </a:prstGeom>
        </p:spPr>
        <p:txBody>
          <a:bodyPr wrap="square" lIns="0" tIns="26670" rIns="0" bIns="0" rtlCol="0" vert="horz">
            <a:spAutoFit/>
          </a:bodyPr>
          <a:lstStyle/>
          <a:p>
            <a:pPr marL="33020" marR="5080" indent="-20955">
              <a:lnSpc>
                <a:spcPts val="919"/>
              </a:lnSpc>
              <a:spcBef>
                <a:spcPts val="210"/>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77" name="object 77" descr=""/>
          <p:cNvSpPr txBox="1"/>
          <p:nvPr/>
        </p:nvSpPr>
        <p:spPr>
          <a:xfrm>
            <a:off x="7231960" y="1031282"/>
            <a:ext cx="104775" cy="255270"/>
          </a:xfrm>
          <a:prstGeom prst="rect">
            <a:avLst/>
          </a:prstGeom>
        </p:spPr>
        <p:txBody>
          <a:bodyPr wrap="square" lIns="0" tIns="41910" rIns="0" bIns="0" rtlCol="0" vert="horz">
            <a:spAutoFit/>
          </a:bodyPr>
          <a:lstStyle/>
          <a:p>
            <a:pPr marL="30480" marR="5080" indent="-18415">
              <a:lnSpc>
                <a:spcPct val="77300"/>
              </a:lnSpc>
              <a:spcBef>
                <a:spcPts val="330"/>
              </a:spcBef>
            </a:pP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1</a:t>
            </a:r>
            <a:endParaRPr sz="850">
              <a:latin typeface="Times New Roman"/>
              <a:cs typeface="Times New Roman"/>
            </a:endParaRPr>
          </a:p>
        </p:txBody>
      </p:sp>
      <p:sp>
        <p:nvSpPr>
          <p:cNvPr id="78" name="object 78" descr=""/>
          <p:cNvSpPr/>
          <p:nvPr/>
        </p:nvSpPr>
        <p:spPr>
          <a:xfrm>
            <a:off x="9557136" y="2053667"/>
            <a:ext cx="0" cy="312420"/>
          </a:xfrm>
          <a:custGeom>
            <a:avLst/>
            <a:gdLst/>
            <a:ahLst/>
            <a:cxnLst/>
            <a:rect l="l" t="t" r="r" b="b"/>
            <a:pathLst>
              <a:path w="0" h="312419">
                <a:moveTo>
                  <a:pt x="0" y="0"/>
                </a:moveTo>
                <a:lnTo>
                  <a:pt x="0" y="311847"/>
                </a:lnTo>
              </a:path>
            </a:pathLst>
          </a:custGeom>
          <a:ln w="10468">
            <a:solidFill>
              <a:srgbClr val="000000"/>
            </a:solidFill>
          </a:ln>
        </p:spPr>
        <p:txBody>
          <a:bodyPr wrap="square" lIns="0" tIns="0" rIns="0" bIns="0" rtlCol="0"/>
          <a:lstStyle/>
          <a:p/>
        </p:txBody>
      </p:sp>
      <p:grpSp>
        <p:nvGrpSpPr>
          <p:cNvPr id="79" name="object 79" descr=""/>
          <p:cNvGrpSpPr/>
          <p:nvPr/>
        </p:nvGrpSpPr>
        <p:grpSpPr>
          <a:xfrm>
            <a:off x="9551739" y="1426183"/>
            <a:ext cx="219075" cy="1029969"/>
            <a:chOff x="9551739" y="1426183"/>
            <a:chExt cx="219075" cy="1029969"/>
          </a:xfrm>
        </p:grpSpPr>
        <p:sp>
          <p:nvSpPr>
            <p:cNvPr id="80" name="object 80" descr=""/>
            <p:cNvSpPr/>
            <p:nvPr/>
          </p:nvSpPr>
          <p:spPr>
            <a:xfrm>
              <a:off x="9557136" y="1519660"/>
              <a:ext cx="0" cy="312420"/>
            </a:xfrm>
            <a:custGeom>
              <a:avLst/>
              <a:gdLst/>
              <a:ahLst/>
              <a:cxnLst/>
              <a:rect l="l" t="t" r="r" b="b"/>
              <a:pathLst>
                <a:path w="0" h="312419">
                  <a:moveTo>
                    <a:pt x="0" y="0"/>
                  </a:moveTo>
                  <a:lnTo>
                    <a:pt x="0" y="311861"/>
                  </a:lnTo>
                </a:path>
              </a:pathLst>
            </a:custGeom>
            <a:ln w="10468">
              <a:solidFill>
                <a:srgbClr val="000000"/>
              </a:solidFill>
            </a:ln>
          </p:spPr>
          <p:txBody>
            <a:bodyPr wrap="square" lIns="0" tIns="0" rIns="0" bIns="0" rtlCol="0"/>
            <a:lstStyle/>
            <a:p/>
          </p:txBody>
        </p:sp>
        <p:pic>
          <p:nvPicPr>
            <p:cNvPr id="81" name="object 81" descr=""/>
            <p:cNvPicPr/>
            <p:nvPr/>
          </p:nvPicPr>
          <p:blipFill>
            <a:blip r:embed="rId4" cstate="print"/>
            <a:stretch>
              <a:fillRect/>
            </a:stretch>
          </p:blipFill>
          <p:spPr>
            <a:xfrm>
              <a:off x="9551943" y="1426183"/>
              <a:ext cx="214995" cy="222068"/>
            </a:xfrm>
            <a:prstGeom prst="rect">
              <a:avLst/>
            </a:prstGeom>
          </p:spPr>
        </p:pic>
        <p:pic>
          <p:nvPicPr>
            <p:cNvPr id="82" name="object 82" descr=""/>
            <p:cNvPicPr/>
            <p:nvPr/>
          </p:nvPicPr>
          <p:blipFill>
            <a:blip r:embed="rId5" cstate="print"/>
            <a:stretch>
              <a:fillRect/>
            </a:stretch>
          </p:blipFill>
          <p:spPr>
            <a:xfrm>
              <a:off x="9551943" y="1699779"/>
              <a:ext cx="214995" cy="222211"/>
            </a:xfrm>
            <a:prstGeom prst="rect">
              <a:avLst/>
            </a:prstGeom>
          </p:spPr>
        </p:pic>
        <p:sp>
          <p:nvSpPr>
            <p:cNvPr id="83" name="object 83" descr=""/>
            <p:cNvSpPr/>
            <p:nvPr/>
          </p:nvSpPr>
          <p:spPr>
            <a:xfrm>
              <a:off x="9765389" y="1519660"/>
              <a:ext cx="0" cy="312420"/>
            </a:xfrm>
            <a:custGeom>
              <a:avLst/>
              <a:gdLst/>
              <a:ahLst/>
              <a:cxnLst/>
              <a:rect l="l" t="t" r="r" b="b"/>
              <a:pathLst>
                <a:path w="0" h="312419">
                  <a:moveTo>
                    <a:pt x="0" y="0"/>
                  </a:moveTo>
                  <a:lnTo>
                    <a:pt x="0" y="311861"/>
                  </a:lnTo>
                </a:path>
              </a:pathLst>
            </a:custGeom>
            <a:ln w="10468">
              <a:solidFill>
                <a:srgbClr val="000000"/>
              </a:solidFill>
            </a:ln>
          </p:spPr>
          <p:txBody>
            <a:bodyPr wrap="square" lIns="0" tIns="0" rIns="0" bIns="0" rtlCol="0"/>
            <a:lstStyle/>
            <a:p/>
          </p:txBody>
        </p:sp>
        <p:sp>
          <p:nvSpPr>
            <p:cNvPr id="84" name="object 84" descr=""/>
            <p:cNvSpPr/>
            <p:nvPr/>
          </p:nvSpPr>
          <p:spPr>
            <a:xfrm>
              <a:off x="9564423" y="1519761"/>
              <a:ext cx="194310" cy="320675"/>
            </a:xfrm>
            <a:custGeom>
              <a:avLst/>
              <a:gdLst/>
              <a:ahLst/>
              <a:cxnLst/>
              <a:rect l="l" t="t" r="r" b="b"/>
              <a:pathLst>
                <a:path w="194309" h="320675">
                  <a:moveTo>
                    <a:pt x="194203" y="0"/>
                  </a:moveTo>
                  <a:lnTo>
                    <a:pt x="0" y="0"/>
                  </a:lnTo>
                  <a:lnTo>
                    <a:pt x="0" y="320360"/>
                  </a:lnTo>
                  <a:lnTo>
                    <a:pt x="194203" y="320360"/>
                  </a:lnTo>
                  <a:lnTo>
                    <a:pt x="194203" y="0"/>
                  </a:lnTo>
                  <a:close/>
                </a:path>
              </a:pathLst>
            </a:custGeom>
            <a:solidFill>
              <a:srgbClr val="FFFFFF"/>
            </a:solidFill>
          </p:spPr>
          <p:txBody>
            <a:bodyPr wrap="square" lIns="0" tIns="0" rIns="0" bIns="0" rtlCol="0"/>
            <a:lstStyle/>
            <a:p/>
          </p:txBody>
        </p:sp>
        <p:pic>
          <p:nvPicPr>
            <p:cNvPr id="85" name="object 85" descr=""/>
            <p:cNvPicPr/>
            <p:nvPr/>
          </p:nvPicPr>
          <p:blipFill>
            <a:blip r:embed="rId6" cstate="print"/>
            <a:stretch>
              <a:fillRect/>
            </a:stretch>
          </p:blipFill>
          <p:spPr>
            <a:xfrm>
              <a:off x="9551943" y="1959759"/>
              <a:ext cx="214995" cy="222484"/>
            </a:xfrm>
            <a:prstGeom prst="rect">
              <a:avLst/>
            </a:prstGeom>
          </p:spPr>
        </p:pic>
        <p:pic>
          <p:nvPicPr>
            <p:cNvPr id="86" name="object 86" descr=""/>
            <p:cNvPicPr/>
            <p:nvPr/>
          </p:nvPicPr>
          <p:blipFill>
            <a:blip r:embed="rId7" cstate="print"/>
            <a:stretch>
              <a:fillRect/>
            </a:stretch>
          </p:blipFill>
          <p:spPr>
            <a:xfrm>
              <a:off x="9551943" y="2233728"/>
              <a:ext cx="214995" cy="222197"/>
            </a:xfrm>
            <a:prstGeom prst="rect">
              <a:avLst/>
            </a:prstGeom>
          </p:spPr>
        </p:pic>
        <p:sp>
          <p:nvSpPr>
            <p:cNvPr id="87" name="object 87" descr=""/>
            <p:cNvSpPr/>
            <p:nvPr/>
          </p:nvSpPr>
          <p:spPr>
            <a:xfrm>
              <a:off x="9765389" y="2053667"/>
              <a:ext cx="0" cy="312420"/>
            </a:xfrm>
            <a:custGeom>
              <a:avLst/>
              <a:gdLst/>
              <a:ahLst/>
              <a:cxnLst/>
              <a:rect l="l" t="t" r="r" b="b"/>
              <a:pathLst>
                <a:path w="0" h="312419">
                  <a:moveTo>
                    <a:pt x="0" y="0"/>
                  </a:moveTo>
                  <a:lnTo>
                    <a:pt x="0" y="311847"/>
                  </a:lnTo>
                </a:path>
              </a:pathLst>
            </a:custGeom>
            <a:ln w="10468">
              <a:solidFill>
                <a:srgbClr val="000000"/>
              </a:solidFill>
            </a:ln>
          </p:spPr>
          <p:txBody>
            <a:bodyPr wrap="square" lIns="0" tIns="0" rIns="0" bIns="0" rtlCol="0"/>
            <a:lstStyle/>
            <a:p/>
          </p:txBody>
        </p:sp>
        <p:sp>
          <p:nvSpPr>
            <p:cNvPr id="88" name="object 88" descr=""/>
            <p:cNvSpPr/>
            <p:nvPr/>
          </p:nvSpPr>
          <p:spPr>
            <a:xfrm>
              <a:off x="9565735" y="2053638"/>
              <a:ext cx="193040" cy="320675"/>
            </a:xfrm>
            <a:custGeom>
              <a:avLst/>
              <a:gdLst/>
              <a:ahLst/>
              <a:cxnLst/>
              <a:rect l="l" t="t" r="r" b="b"/>
              <a:pathLst>
                <a:path w="193040" h="320675">
                  <a:moveTo>
                    <a:pt x="192761" y="0"/>
                  </a:moveTo>
                  <a:lnTo>
                    <a:pt x="0" y="0"/>
                  </a:lnTo>
                  <a:lnTo>
                    <a:pt x="0" y="320360"/>
                  </a:lnTo>
                  <a:lnTo>
                    <a:pt x="192761" y="320360"/>
                  </a:lnTo>
                  <a:lnTo>
                    <a:pt x="192761" y="0"/>
                  </a:lnTo>
                  <a:close/>
                </a:path>
              </a:pathLst>
            </a:custGeom>
            <a:solidFill>
              <a:srgbClr val="FFFFFF"/>
            </a:solidFill>
          </p:spPr>
          <p:txBody>
            <a:bodyPr wrap="square" lIns="0" tIns="0" rIns="0" bIns="0" rtlCol="0"/>
            <a:lstStyle/>
            <a:p/>
          </p:txBody>
        </p:sp>
      </p:grpSp>
      <p:sp>
        <p:nvSpPr>
          <p:cNvPr id="89" name="object 89" descr=""/>
          <p:cNvSpPr txBox="1"/>
          <p:nvPr/>
        </p:nvSpPr>
        <p:spPr>
          <a:xfrm>
            <a:off x="9588156" y="1433722"/>
            <a:ext cx="123189" cy="1010285"/>
          </a:xfrm>
          <a:prstGeom prst="rect">
            <a:avLst/>
          </a:prstGeom>
        </p:spPr>
        <p:txBody>
          <a:bodyPr wrap="square" lIns="0" tIns="35560" rIns="0" bIns="0" rtlCol="0" vert="horz">
            <a:spAutoFit/>
          </a:bodyPr>
          <a:lstStyle/>
          <a:p>
            <a:pPr algn="just" marL="24130" marR="5080" indent="-12065">
              <a:lnSpc>
                <a:spcPct val="82400"/>
              </a:lnSpc>
              <a:spcBef>
                <a:spcPts val="280"/>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2</a:t>
            </a:r>
            <a:endParaRPr sz="850">
              <a:latin typeface="Times New Roman"/>
              <a:cs typeface="Times New Roman"/>
            </a:endParaRPr>
          </a:p>
          <a:p>
            <a:pPr algn="just" marL="24130" marR="5080" indent="-12065">
              <a:lnSpc>
                <a:spcPct val="82600"/>
              </a:lnSpc>
              <a:spcBef>
                <a:spcPts val="840"/>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3</a:t>
            </a:r>
            <a:endParaRPr sz="850">
              <a:latin typeface="Times New Roman"/>
              <a:cs typeface="Times New Roman"/>
            </a:endParaRPr>
          </a:p>
        </p:txBody>
      </p:sp>
      <p:grpSp>
        <p:nvGrpSpPr>
          <p:cNvPr id="90" name="object 90" descr=""/>
          <p:cNvGrpSpPr/>
          <p:nvPr/>
        </p:nvGrpSpPr>
        <p:grpSpPr>
          <a:xfrm>
            <a:off x="12001074" y="1855706"/>
            <a:ext cx="196215" cy="497205"/>
            <a:chOff x="12001074" y="1855706"/>
            <a:chExt cx="196215" cy="497205"/>
          </a:xfrm>
        </p:grpSpPr>
        <p:sp>
          <p:nvSpPr>
            <p:cNvPr id="91" name="object 91" descr=""/>
            <p:cNvSpPr/>
            <p:nvPr/>
          </p:nvSpPr>
          <p:spPr>
            <a:xfrm>
              <a:off x="12006471" y="1949617"/>
              <a:ext cx="0" cy="311785"/>
            </a:xfrm>
            <a:custGeom>
              <a:avLst/>
              <a:gdLst/>
              <a:ahLst/>
              <a:cxnLst/>
              <a:rect l="l" t="t" r="r" b="b"/>
              <a:pathLst>
                <a:path w="0" h="311785">
                  <a:moveTo>
                    <a:pt x="0" y="0"/>
                  </a:moveTo>
                  <a:lnTo>
                    <a:pt x="0" y="311575"/>
                  </a:lnTo>
                </a:path>
              </a:pathLst>
            </a:custGeom>
            <a:ln w="10468">
              <a:solidFill>
                <a:srgbClr val="000000"/>
              </a:solidFill>
            </a:ln>
          </p:spPr>
          <p:txBody>
            <a:bodyPr wrap="square" lIns="0" tIns="0" rIns="0" bIns="0" rtlCol="0"/>
            <a:lstStyle/>
            <a:p/>
          </p:txBody>
        </p:sp>
        <p:pic>
          <p:nvPicPr>
            <p:cNvPr id="92" name="object 92" descr=""/>
            <p:cNvPicPr/>
            <p:nvPr/>
          </p:nvPicPr>
          <p:blipFill>
            <a:blip r:embed="rId8" cstate="print"/>
            <a:stretch>
              <a:fillRect/>
            </a:stretch>
          </p:blipFill>
          <p:spPr>
            <a:xfrm>
              <a:off x="12001275" y="1855706"/>
              <a:ext cx="195796" cy="222220"/>
            </a:xfrm>
            <a:prstGeom prst="rect">
              <a:avLst/>
            </a:prstGeom>
          </p:spPr>
        </p:pic>
        <p:pic>
          <p:nvPicPr>
            <p:cNvPr id="93" name="object 93" descr=""/>
            <p:cNvPicPr/>
            <p:nvPr/>
          </p:nvPicPr>
          <p:blipFill>
            <a:blip r:embed="rId9" cstate="print"/>
            <a:stretch>
              <a:fillRect/>
            </a:stretch>
          </p:blipFill>
          <p:spPr>
            <a:xfrm>
              <a:off x="12001275" y="2130448"/>
              <a:ext cx="195796" cy="222220"/>
            </a:xfrm>
            <a:prstGeom prst="rect">
              <a:avLst/>
            </a:prstGeom>
          </p:spPr>
        </p:pic>
        <p:sp>
          <p:nvSpPr>
            <p:cNvPr id="94" name="object 94" descr=""/>
            <p:cNvSpPr/>
            <p:nvPr/>
          </p:nvSpPr>
          <p:spPr>
            <a:xfrm>
              <a:off x="12015799" y="1950392"/>
              <a:ext cx="176530" cy="320040"/>
            </a:xfrm>
            <a:custGeom>
              <a:avLst/>
              <a:gdLst/>
              <a:ahLst/>
              <a:cxnLst/>
              <a:rect l="l" t="t" r="r" b="b"/>
              <a:pathLst>
                <a:path w="176529" h="320039">
                  <a:moveTo>
                    <a:pt x="176074" y="0"/>
                  </a:moveTo>
                  <a:lnTo>
                    <a:pt x="0" y="0"/>
                  </a:lnTo>
                  <a:lnTo>
                    <a:pt x="0" y="319644"/>
                  </a:lnTo>
                  <a:lnTo>
                    <a:pt x="176074" y="319644"/>
                  </a:lnTo>
                  <a:lnTo>
                    <a:pt x="176074" y="0"/>
                  </a:lnTo>
                  <a:close/>
                </a:path>
              </a:pathLst>
            </a:custGeom>
            <a:solidFill>
              <a:srgbClr val="FFFFFF"/>
            </a:solidFill>
          </p:spPr>
          <p:txBody>
            <a:bodyPr wrap="square" lIns="0" tIns="0" rIns="0" bIns="0" rtlCol="0"/>
            <a:lstStyle/>
            <a:p/>
          </p:txBody>
        </p:sp>
      </p:grpSp>
      <p:sp>
        <p:nvSpPr>
          <p:cNvPr id="95" name="object 95" descr=""/>
          <p:cNvSpPr txBox="1"/>
          <p:nvPr/>
        </p:nvSpPr>
        <p:spPr>
          <a:xfrm>
            <a:off x="12037345" y="1863392"/>
            <a:ext cx="123189" cy="476250"/>
          </a:xfrm>
          <a:prstGeom prst="rect">
            <a:avLst/>
          </a:prstGeom>
        </p:spPr>
        <p:txBody>
          <a:bodyPr wrap="square" lIns="0" tIns="34925" rIns="0" bIns="0" rtlCol="0" vert="horz">
            <a:spAutoFit/>
          </a:bodyPr>
          <a:lstStyle/>
          <a:p>
            <a:pPr algn="just" marL="23495" marR="5080" indent="-11430">
              <a:lnSpc>
                <a:spcPct val="826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4</a:t>
            </a:r>
            <a:endParaRPr sz="850">
              <a:latin typeface="Times New Roman"/>
              <a:cs typeface="Times New Roman"/>
            </a:endParaRPr>
          </a:p>
        </p:txBody>
      </p:sp>
      <p:grpSp>
        <p:nvGrpSpPr>
          <p:cNvPr id="96" name="object 96" descr=""/>
          <p:cNvGrpSpPr/>
          <p:nvPr/>
        </p:nvGrpSpPr>
        <p:grpSpPr>
          <a:xfrm>
            <a:off x="6265685" y="191859"/>
            <a:ext cx="5926455" cy="3169920"/>
            <a:chOff x="6265685" y="191859"/>
            <a:chExt cx="5926455" cy="3169920"/>
          </a:xfrm>
        </p:grpSpPr>
        <p:sp>
          <p:nvSpPr>
            <p:cNvPr id="97" name="object 97" descr=""/>
            <p:cNvSpPr/>
            <p:nvPr/>
          </p:nvSpPr>
          <p:spPr>
            <a:xfrm>
              <a:off x="8873066" y="1754130"/>
              <a:ext cx="77470" cy="0"/>
            </a:xfrm>
            <a:custGeom>
              <a:avLst/>
              <a:gdLst/>
              <a:ahLst/>
              <a:cxnLst/>
              <a:rect l="l" t="t" r="r" b="b"/>
              <a:pathLst>
                <a:path w="77470" h="0">
                  <a:moveTo>
                    <a:pt x="0" y="0"/>
                  </a:moveTo>
                  <a:lnTo>
                    <a:pt x="77238" y="0"/>
                  </a:lnTo>
                </a:path>
              </a:pathLst>
            </a:custGeom>
            <a:ln w="10295">
              <a:solidFill>
                <a:srgbClr val="000000"/>
              </a:solidFill>
            </a:ln>
          </p:spPr>
          <p:txBody>
            <a:bodyPr wrap="square" lIns="0" tIns="0" rIns="0" bIns="0" rtlCol="0"/>
            <a:lstStyle/>
            <a:p/>
          </p:txBody>
        </p:sp>
        <p:sp>
          <p:nvSpPr>
            <p:cNvPr id="98" name="object 98" descr=""/>
            <p:cNvSpPr/>
            <p:nvPr/>
          </p:nvSpPr>
          <p:spPr>
            <a:xfrm>
              <a:off x="8911685" y="1718014"/>
              <a:ext cx="115570" cy="73660"/>
            </a:xfrm>
            <a:custGeom>
              <a:avLst/>
              <a:gdLst/>
              <a:ahLst/>
              <a:cxnLst/>
              <a:rect l="l" t="t" r="r" b="b"/>
              <a:pathLst>
                <a:path w="115570" h="73660">
                  <a:moveTo>
                    <a:pt x="0" y="0"/>
                  </a:moveTo>
                  <a:lnTo>
                    <a:pt x="36870" y="36116"/>
                  </a:lnTo>
                  <a:lnTo>
                    <a:pt x="0" y="73235"/>
                  </a:lnTo>
                  <a:lnTo>
                    <a:pt x="115566" y="36116"/>
                  </a:lnTo>
                  <a:lnTo>
                    <a:pt x="0" y="0"/>
                  </a:lnTo>
                  <a:close/>
                </a:path>
              </a:pathLst>
            </a:custGeom>
            <a:solidFill>
              <a:srgbClr val="000000"/>
            </a:solidFill>
          </p:spPr>
          <p:txBody>
            <a:bodyPr wrap="square" lIns="0" tIns="0" rIns="0" bIns="0" rtlCol="0"/>
            <a:lstStyle/>
            <a:p/>
          </p:txBody>
        </p:sp>
        <p:sp>
          <p:nvSpPr>
            <p:cNvPr id="99" name="object 99" descr=""/>
            <p:cNvSpPr/>
            <p:nvPr/>
          </p:nvSpPr>
          <p:spPr>
            <a:xfrm>
              <a:off x="8873066" y="2154420"/>
              <a:ext cx="77470" cy="0"/>
            </a:xfrm>
            <a:custGeom>
              <a:avLst/>
              <a:gdLst/>
              <a:ahLst/>
              <a:cxnLst/>
              <a:rect l="l" t="t" r="r" b="b"/>
              <a:pathLst>
                <a:path w="77470" h="0">
                  <a:moveTo>
                    <a:pt x="0" y="0"/>
                  </a:moveTo>
                  <a:lnTo>
                    <a:pt x="77238" y="0"/>
                  </a:lnTo>
                </a:path>
              </a:pathLst>
            </a:custGeom>
            <a:ln w="10295">
              <a:solidFill>
                <a:srgbClr val="000000"/>
              </a:solidFill>
            </a:ln>
          </p:spPr>
          <p:txBody>
            <a:bodyPr wrap="square" lIns="0" tIns="0" rIns="0" bIns="0" rtlCol="0"/>
            <a:lstStyle/>
            <a:p/>
          </p:txBody>
        </p:sp>
        <p:sp>
          <p:nvSpPr>
            <p:cNvPr id="100" name="object 100" descr=""/>
            <p:cNvSpPr/>
            <p:nvPr/>
          </p:nvSpPr>
          <p:spPr>
            <a:xfrm>
              <a:off x="8911685" y="2118304"/>
              <a:ext cx="115570" cy="73660"/>
            </a:xfrm>
            <a:custGeom>
              <a:avLst/>
              <a:gdLst/>
              <a:ahLst/>
              <a:cxnLst/>
              <a:rect l="l" t="t" r="r" b="b"/>
              <a:pathLst>
                <a:path w="115570" h="73660">
                  <a:moveTo>
                    <a:pt x="0" y="0"/>
                  </a:moveTo>
                  <a:lnTo>
                    <a:pt x="36870" y="37176"/>
                  </a:lnTo>
                  <a:lnTo>
                    <a:pt x="0" y="73235"/>
                  </a:lnTo>
                  <a:lnTo>
                    <a:pt x="115566" y="37176"/>
                  </a:lnTo>
                  <a:lnTo>
                    <a:pt x="0" y="0"/>
                  </a:lnTo>
                  <a:close/>
                </a:path>
              </a:pathLst>
            </a:custGeom>
            <a:solidFill>
              <a:srgbClr val="000000"/>
            </a:solidFill>
          </p:spPr>
          <p:txBody>
            <a:bodyPr wrap="square" lIns="0" tIns="0" rIns="0" bIns="0" rtlCol="0"/>
            <a:lstStyle/>
            <a:p/>
          </p:txBody>
        </p:sp>
        <p:pic>
          <p:nvPicPr>
            <p:cNvPr id="101" name="object 101" descr=""/>
            <p:cNvPicPr/>
            <p:nvPr/>
          </p:nvPicPr>
          <p:blipFill>
            <a:blip r:embed="rId10" cstate="print"/>
            <a:stretch>
              <a:fillRect/>
            </a:stretch>
          </p:blipFill>
          <p:spPr>
            <a:xfrm>
              <a:off x="8812003" y="2633971"/>
              <a:ext cx="215247" cy="100254"/>
            </a:xfrm>
            <a:prstGeom prst="rect">
              <a:avLst/>
            </a:prstGeom>
          </p:spPr>
        </p:pic>
        <p:sp>
          <p:nvSpPr>
            <p:cNvPr id="102" name="object 102" descr=""/>
            <p:cNvSpPr/>
            <p:nvPr/>
          </p:nvSpPr>
          <p:spPr>
            <a:xfrm>
              <a:off x="9271208" y="2288079"/>
              <a:ext cx="199390" cy="400685"/>
            </a:xfrm>
            <a:custGeom>
              <a:avLst/>
              <a:gdLst/>
              <a:ahLst/>
              <a:cxnLst/>
              <a:rect l="l" t="t" r="r" b="b"/>
              <a:pathLst>
                <a:path w="199390" h="400685">
                  <a:moveTo>
                    <a:pt x="0" y="400261"/>
                  </a:moveTo>
                  <a:lnTo>
                    <a:pt x="122415" y="400261"/>
                  </a:lnTo>
                </a:path>
                <a:path w="199390" h="400685">
                  <a:moveTo>
                    <a:pt x="122415" y="400261"/>
                  </a:moveTo>
                  <a:lnTo>
                    <a:pt x="122415" y="0"/>
                  </a:lnTo>
                </a:path>
                <a:path w="199390" h="400685">
                  <a:moveTo>
                    <a:pt x="122415" y="0"/>
                  </a:moveTo>
                  <a:lnTo>
                    <a:pt x="199362" y="0"/>
                  </a:lnTo>
                </a:path>
              </a:pathLst>
            </a:custGeom>
            <a:ln w="10381">
              <a:solidFill>
                <a:srgbClr val="000000"/>
              </a:solidFill>
            </a:ln>
          </p:spPr>
          <p:txBody>
            <a:bodyPr wrap="square" lIns="0" tIns="0" rIns="0" bIns="0" rtlCol="0"/>
            <a:lstStyle/>
            <a:p/>
          </p:txBody>
        </p:sp>
        <p:sp>
          <p:nvSpPr>
            <p:cNvPr id="103" name="object 103" descr=""/>
            <p:cNvSpPr/>
            <p:nvPr/>
          </p:nvSpPr>
          <p:spPr>
            <a:xfrm>
              <a:off x="9432243" y="2251648"/>
              <a:ext cx="114935" cy="73660"/>
            </a:xfrm>
            <a:custGeom>
              <a:avLst/>
              <a:gdLst/>
              <a:ahLst/>
              <a:cxnLst/>
              <a:rect l="l" t="t" r="r" b="b"/>
              <a:pathLst>
                <a:path w="114934" h="73660">
                  <a:moveTo>
                    <a:pt x="0" y="0"/>
                  </a:moveTo>
                  <a:lnTo>
                    <a:pt x="36870" y="36431"/>
                  </a:lnTo>
                  <a:lnTo>
                    <a:pt x="0" y="73192"/>
                  </a:lnTo>
                  <a:lnTo>
                    <a:pt x="114400" y="36431"/>
                  </a:lnTo>
                  <a:lnTo>
                    <a:pt x="0" y="0"/>
                  </a:lnTo>
                  <a:close/>
                </a:path>
              </a:pathLst>
            </a:custGeom>
            <a:solidFill>
              <a:srgbClr val="000000"/>
            </a:solidFill>
          </p:spPr>
          <p:txBody>
            <a:bodyPr wrap="square" lIns="0" tIns="0" rIns="0" bIns="0" rtlCol="0"/>
            <a:lstStyle/>
            <a:p/>
          </p:txBody>
        </p:sp>
        <p:sp>
          <p:nvSpPr>
            <p:cNvPr id="104" name="object 104" descr=""/>
            <p:cNvSpPr/>
            <p:nvPr/>
          </p:nvSpPr>
          <p:spPr>
            <a:xfrm>
              <a:off x="7924052" y="1487127"/>
              <a:ext cx="444500" cy="1513205"/>
            </a:xfrm>
            <a:custGeom>
              <a:avLst/>
              <a:gdLst/>
              <a:ahLst/>
              <a:cxnLst/>
              <a:rect l="l" t="t" r="r" b="b"/>
              <a:pathLst>
                <a:path w="444500" h="1513205">
                  <a:moveTo>
                    <a:pt x="0" y="0"/>
                  </a:moveTo>
                  <a:lnTo>
                    <a:pt x="0" y="1513089"/>
                  </a:lnTo>
                </a:path>
                <a:path w="444500" h="1513205">
                  <a:moveTo>
                    <a:pt x="0" y="1201213"/>
                  </a:moveTo>
                  <a:lnTo>
                    <a:pt x="444339" y="1201213"/>
                  </a:lnTo>
                </a:path>
              </a:pathLst>
            </a:custGeom>
            <a:ln w="10381">
              <a:solidFill>
                <a:srgbClr val="000000"/>
              </a:solidFill>
            </a:ln>
          </p:spPr>
          <p:txBody>
            <a:bodyPr wrap="square" lIns="0" tIns="0" rIns="0" bIns="0" rtlCol="0"/>
            <a:lstStyle/>
            <a:p/>
          </p:txBody>
        </p:sp>
        <p:sp>
          <p:nvSpPr>
            <p:cNvPr id="105" name="object 105" descr=""/>
            <p:cNvSpPr/>
            <p:nvPr/>
          </p:nvSpPr>
          <p:spPr>
            <a:xfrm>
              <a:off x="8330210" y="2652281"/>
              <a:ext cx="114935" cy="73660"/>
            </a:xfrm>
            <a:custGeom>
              <a:avLst/>
              <a:gdLst/>
              <a:ahLst/>
              <a:cxnLst/>
              <a:rect l="l" t="t" r="r" b="b"/>
              <a:pathLst>
                <a:path w="114934" h="73660">
                  <a:moveTo>
                    <a:pt x="0" y="0"/>
                  </a:moveTo>
                  <a:lnTo>
                    <a:pt x="36433" y="37119"/>
                  </a:lnTo>
                  <a:lnTo>
                    <a:pt x="0" y="73192"/>
                  </a:lnTo>
                  <a:lnTo>
                    <a:pt x="114400" y="37119"/>
                  </a:lnTo>
                  <a:lnTo>
                    <a:pt x="0" y="0"/>
                  </a:lnTo>
                  <a:close/>
                </a:path>
              </a:pathLst>
            </a:custGeom>
            <a:solidFill>
              <a:srgbClr val="000000"/>
            </a:solidFill>
          </p:spPr>
          <p:txBody>
            <a:bodyPr wrap="square" lIns="0" tIns="0" rIns="0" bIns="0" rtlCol="0"/>
            <a:lstStyle/>
            <a:p/>
          </p:txBody>
        </p:sp>
        <p:sp>
          <p:nvSpPr>
            <p:cNvPr id="106" name="object 106" descr=""/>
            <p:cNvSpPr/>
            <p:nvPr/>
          </p:nvSpPr>
          <p:spPr>
            <a:xfrm>
              <a:off x="7924052" y="1487127"/>
              <a:ext cx="567055" cy="1242060"/>
            </a:xfrm>
            <a:custGeom>
              <a:avLst/>
              <a:gdLst/>
              <a:ahLst/>
              <a:cxnLst/>
              <a:rect l="l" t="t" r="r" b="b"/>
              <a:pathLst>
                <a:path w="567054" h="1242060">
                  <a:moveTo>
                    <a:pt x="367538" y="1152069"/>
                  </a:moveTo>
                  <a:lnTo>
                    <a:pt x="398142" y="1241872"/>
                  </a:lnTo>
                </a:path>
                <a:path w="567054" h="1242060">
                  <a:moveTo>
                    <a:pt x="0" y="0"/>
                  </a:moveTo>
                  <a:lnTo>
                    <a:pt x="567047" y="0"/>
                  </a:lnTo>
                </a:path>
              </a:pathLst>
            </a:custGeom>
            <a:ln w="10381">
              <a:solidFill>
                <a:srgbClr val="000000"/>
              </a:solidFill>
            </a:ln>
          </p:spPr>
          <p:txBody>
            <a:bodyPr wrap="square" lIns="0" tIns="0" rIns="0" bIns="0" rtlCol="0"/>
            <a:lstStyle/>
            <a:p/>
          </p:txBody>
        </p:sp>
        <p:sp>
          <p:nvSpPr>
            <p:cNvPr id="107" name="object 107" descr=""/>
            <p:cNvSpPr/>
            <p:nvPr/>
          </p:nvSpPr>
          <p:spPr>
            <a:xfrm>
              <a:off x="8452480" y="1451154"/>
              <a:ext cx="114935" cy="73660"/>
            </a:xfrm>
            <a:custGeom>
              <a:avLst/>
              <a:gdLst/>
              <a:ahLst/>
              <a:cxnLst/>
              <a:rect l="l" t="t" r="r" b="b"/>
              <a:pathLst>
                <a:path w="114934" h="73659">
                  <a:moveTo>
                    <a:pt x="0" y="0"/>
                  </a:moveTo>
                  <a:lnTo>
                    <a:pt x="36870" y="35973"/>
                  </a:lnTo>
                  <a:lnTo>
                    <a:pt x="0" y="73092"/>
                  </a:lnTo>
                  <a:lnTo>
                    <a:pt x="114400" y="35973"/>
                  </a:lnTo>
                  <a:lnTo>
                    <a:pt x="0" y="0"/>
                  </a:lnTo>
                  <a:close/>
                </a:path>
              </a:pathLst>
            </a:custGeom>
            <a:solidFill>
              <a:srgbClr val="000000"/>
            </a:solidFill>
          </p:spPr>
          <p:txBody>
            <a:bodyPr wrap="square" lIns="0" tIns="0" rIns="0" bIns="0" rtlCol="0"/>
            <a:lstStyle/>
            <a:p/>
          </p:txBody>
        </p:sp>
        <p:sp>
          <p:nvSpPr>
            <p:cNvPr id="108" name="object 108" descr=""/>
            <p:cNvSpPr/>
            <p:nvPr/>
          </p:nvSpPr>
          <p:spPr>
            <a:xfrm>
              <a:off x="7924052" y="1754130"/>
              <a:ext cx="567055" cy="0"/>
            </a:xfrm>
            <a:custGeom>
              <a:avLst/>
              <a:gdLst/>
              <a:ahLst/>
              <a:cxnLst/>
              <a:rect l="l" t="t" r="r" b="b"/>
              <a:pathLst>
                <a:path w="567054" h="0">
                  <a:moveTo>
                    <a:pt x="0" y="0"/>
                  </a:moveTo>
                  <a:lnTo>
                    <a:pt x="567047" y="0"/>
                  </a:lnTo>
                </a:path>
              </a:pathLst>
            </a:custGeom>
            <a:ln w="10295">
              <a:solidFill>
                <a:srgbClr val="000000"/>
              </a:solidFill>
            </a:ln>
          </p:spPr>
          <p:txBody>
            <a:bodyPr wrap="square" lIns="0" tIns="0" rIns="0" bIns="0" rtlCol="0"/>
            <a:lstStyle/>
            <a:p/>
          </p:txBody>
        </p:sp>
        <p:sp>
          <p:nvSpPr>
            <p:cNvPr id="109" name="object 109" descr=""/>
            <p:cNvSpPr/>
            <p:nvPr/>
          </p:nvSpPr>
          <p:spPr>
            <a:xfrm>
              <a:off x="8452480" y="1718014"/>
              <a:ext cx="114935" cy="73660"/>
            </a:xfrm>
            <a:custGeom>
              <a:avLst/>
              <a:gdLst/>
              <a:ahLst/>
              <a:cxnLst/>
              <a:rect l="l" t="t" r="r" b="b"/>
              <a:pathLst>
                <a:path w="114934" h="73660">
                  <a:moveTo>
                    <a:pt x="0" y="0"/>
                  </a:moveTo>
                  <a:lnTo>
                    <a:pt x="36870" y="36116"/>
                  </a:lnTo>
                  <a:lnTo>
                    <a:pt x="0" y="73235"/>
                  </a:lnTo>
                  <a:lnTo>
                    <a:pt x="114400" y="36116"/>
                  </a:lnTo>
                  <a:lnTo>
                    <a:pt x="0" y="0"/>
                  </a:lnTo>
                  <a:close/>
                </a:path>
              </a:pathLst>
            </a:custGeom>
            <a:solidFill>
              <a:srgbClr val="000000"/>
            </a:solidFill>
          </p:spPr>
          <p:txBody>
            <a:bodyPr wrap="square" lIns="0" tIns="0" rIns="0" bIns="0" rtlCol="0"/>
            <a:lstStyle/>
            <a:p/>
          </p:txBody>
        </p:sp>
        <p:sp>
          <p:nvSpPr>
            <p:cNvPr id="110" name="object 110" descr=""/>
            <p:cNvSpPr/>
            <p:nvPr/>
          </p:nvSpPr>
          <p:spPr>
            <a:xfrm>
              <a:off x="8077072" y="2021133"/>
              <a:ext cx="414655" cy="0"/>
            </a:xfrm>
            <a:custGeom>
              <a:avLst/>
              <a:gdLst/>
              <a:ahLst/>
              <a:cxnLst/>
              <a:rect l="l" t="t" r="r" b="b"/>
              <a:pathLst>
                <a:path w="414654" h="0">
                  <a:moveTo>
                    <a:pt x="0" y="0"/>
                  </a:moveTo>
                  <a:lnTo>
                    <a:pt x="414027" y="0"/>
                  </a:lnTo>
                </a:path>
              </a:pathLst>
            </a:custGeom>
            <a:ln w="10295">
              <a:solidFill>
                <a:srgbClr val="000000"/>
              </a:solidFill>
            </a:ln>
          </p:spPr>
          <p:txBody>
            <a:bodyPr wrap="square" lIns="0" tIns="0" rIns="0" bIns="0" rtlCol="0"/>
            <a:lstStyle/>
            <a:p/>
          </p:txBody>
        </p:sp>
        <p:sp>
          <p:nvSpPr>
            <p:cNvPr id="111" name="object 111" descr=""/>
            <p:cNvSpPr/>
            <p:nvPr/>
          </p:nvSpPr>
          <p:spPr>
            <a:xfrm>
              <a:off x="8452480" y="1984730"/>
              <a:ext cx="114935" cy="73660"/>
            </a:xfrm>
            <a:custGeom>
              <a:avLst/>
              <a:gdLst/>
              <a:ahLst/>
              <a:cxnLst/>
              <a:rect l="l" t="t" r="r" b="b"/>
              <a:pathLst>
                <a:path w="114934" h="73660">
                  <a:moveTo>
                    <a:pt x="0" y="0"/>
                  </a:moveTo>
                  <a:lnTo>
                    <a:pt x="36870" y="36403"/>
                  </a:lnTo>
                  <a:lnTo>
                    <a:pt x="0" y="73092"/>
                  </a:lnTo>
                  <a:lnTo>
                    <a:pt x="114400" y="36403"/>
                  </a:lnTo>
                  <a:lnTo>
                    <a:pt x="0" y="0"/>
                  </a:lnTo>
                  <a:close/>
                </a:path>
              </a:pathLst>
            </a:custGeom>
            <a:solidFill>
              <a:srgbClr val="000000"/>
            </a:solidFill>
          </p:spPr>
          <p:txBody>
            <a:bodyPr wrap="square" lIns="0" tIns="0" rIns="0" bIns="0" rtlCol="0"/>
            <a:lstStyle/>
            <a:p/>
          </p:txBody>
        </p:sp>
        <p:sp>
          <p:nvSpPr>
            <p:cNvPr id="112" name="object 112" descr=""/>
            <p:cNvSpPr/>
            <p:nvPr/>
          </p:nvSpPr>
          <p:spPr>
            <a:xfrm>
              <a:off x="7281122" y="1842845"/>
              <a:ext cx="668020" cy="6350"/>
            </a:xfrm>
            <a:custGeom>
              <a:avLst/>
              <a:gdLst/>
              <a:ahLst/>
              <a:cxnLst/>
              <a:rect l="l" t="t" r="r" b="b"/>
              <a:pathLst>
                <a:path w="668020" h="6350">
                  <a:moveTo>
                    <a:pt x="575747" y="6019"/>
                  </a:moveTo>
                  <a:lnTo>
                    <a:pt x="667413" y="0"/>
                  </a:lnTo>
                </a:path>
                <a:path w="668020" h="6350">
                  <a:moveTo>
                    <a:pt x="0" y="0"/>
                  </a:moveTo>
                  <a:lnTo>
                    <a:pt x="260993" y="4299"/>
                  </a:lnTo>
                </a:path>
              </a:pathLst>
            </a:custGeom>
            <a:ln w="10381">
              <a:solidFill>
                <a:srgbClr val="000000"/>
              </a:solidFill>
            </a:ln>
          </p:spPr>
          <p:txBody>
            <a:bodyPr wrap="square" lIns="0" tIns="0" rIns="0" bIns="0" rtlCol="0"/>
            <a:lstStyle/>
            <a:p/>
          </p:txBody>
        </p:sp>
        <p:sp>
          <p:nvSpPr>
            <p:cNvPr id="113" name="object 113" descr=""/>
            <p:cNvSpPr/>
            <p:nvPr/>
          </p:nvSpPr>
          <p:spPr>
            <a:xfrm>
              <a:off x="7502767" y="1810025"/>
              <a:ext cx="116839" cy="73660"/>
            </a:xfrm>
            <a:custGeom>
              <a:avLst/>
              <a:gdLst/>
              <a:ahLst/>
              <a:cxnLst/>
              <a:rect l="l" t="t" r="r" b="b"/>
              <a:pathLst>
                <a:path w="116840" h="73660">
                  <a:moveTo>
                    <a:pt x="1442" y="0"/>
                  </a:moveTo>
                  <a:lnTo>
                    <a:pt x="37540" y="37119"/>
                  </a:lnTo>
                  <a:lnTo>
                    <a:pt x="0" y="73235"/>
                  </a:lnTo>
                  <a:lnTo>
                    <a:pt x="116236" y="38839"/>
                  </a:lnTo>
                  <a:lnTo>
                    <a:pt x="1442" y="0"/>
                  </a:lnTo>
                  <a:close/>
                </a:path>
              </a:pathLst>
            </a:custGeom>
            <a:solidFill>
              <a:srgbClr val="000000"/>
            </a:solidFill>
          </p:spPr>
          <p:txBody>
            <a:bodyPr wrap="square" lIns="0" tIns="0" rIns="0" bIns="0" rtlCol="0"/>
            <a:lstStyle/>
            <a:p/>
          </p:txBody>
        </p:sp>
        <p:sp>
          <p:nvSpPr>
            <p:cNvPr id="114" name="object 114" descr=""/>
            <p:cNvSpPr/>
            <p:nvPr/>
          </p:nvSpPr>
          <p:spPr>
            <a:xfrm>
              <a:off x="6577202" y="1842844"/>
              <a:ext cx="169545" cy="4445"/>
            </a:xfrm>
            <a:custGeom>
              <a:avLst/>
              <a:gdLst/>
              <a:ahLst/>
              <a:cxnLst/>
              <a:rect l="l" t="t" r="r" b="b"/>
              <a:pathLst>
                <a:path w="169545" h="4444">
                  <a:moveTo>
                    <a:pt x="0" y="0"/>
                  </a:moveTo>
                  <a:lnTo>
                    <a:pt x="168933" y="4299"/>
                  </a:lnTo>
                </a:path>
              </a:pathLst>
            </a:custGeom>
            <a:ln w="10295">
              <a:solidFill>
                <a:srgbClr val="000000"/>
              </a:solidFill>
            </a:ln>
          </p:spPr>
          <p:txBody>
            <a:bodyPr wrap="square" lIns="0" tIns="0" rIns="0" bIns="0" rtlCol="0"/>
            <a:lstStyle/>
            <a:p/>
          </p:txBody>
        </p:sp>
        <p:sp>
          <p:nvSpPr>
            <p:cNvPr id="115" name="object 115" descr=""/>
            <p:cNvSpPr/>
            <p:nvPr/>
          </p:nvSpPr>
          <p:spPr>
            <a:xfrm>
              <a:off x="6706788" y="1810024"/>
              <a:ext cx="116839" cy="73660"/>
            </a:xfrm>
            <a:custGeom>
              <a:avLst/>
              <a:gdLst/>
              <a:ahLst/>
              <a:cxnLst/>
              <a:rect l="l" t="t" r="r" b="b"/>
              <a:pathLst>
                <a:path w="116840" h="73660">
                  <a:moveTo>
                    <a:pt x="1442" y="0"/>
                  </a:moveTo>
                  <a:lnTo>
                    <a:pt x="37540" y="37119"/>
                  </a:lnTo>
                  <a:lnTo>
                    <a:pt x="0" y="73235"/>
                  </a:lnTo>
                  <a:lnTo>
                    <a:pt x="116236" y="38839"/>
                  </a:lnTo>
                  <a:lnTo>
                    <a:pt x="1442" y="0"/>
                  </a:lnTo>
                  <a:close/>
                </a:path>
              </a:pathLst>
            </a:custGeom>
            <a:solidFill>
              <a:srgbClr val="000000"/>
            </a:solidFill>
          </p:spPr>
          <p:txBody>
            <a:bodyPr wrap="square" lIns="0" tIns="0" rIns="0" bIns="0" rtlCol="0"/>
            <a:lstStyle/>
            <a:p/>
          </p:txBody>
        </p:sp>
        <p:sp>
          <p:nvSpPr>
            <p:cNvPr id="116" name="object 116" descr=""/>
            <p:cNvSpPr/>
            <p:nvPr/>
          </p:nvSpPr>
          <p:spPr>
            <a:xfrm>
              <a:off x="6638570" y="1220267"/>
              <a:ext cx="77470" cy="0"/>
            </a:xfrm>
            <a:custGeom>
              <a:avLst/>
              <a:gdLst/>
              <a:ahLst/>
              <a:cxnLst/>
              <a:rect l="l" t="t" r="r" b="b"/>
              <a:pathLst>
                <a:path w="77470" h="0">
                  <a:moveTo>
                    <a:pt x="0" y="0"/>
                  </a:moveTo>
                  <a:lnTo>
                    <a:pt x="76888" y="0"/>
                  </a:lnTo>
                </a:path>
              </a:pathLst>
            </a:custGeom>
            <a:ln w="10295">
              <a:solidFill>
                <a:srgbClr val="000000"/>
              </a:solidFill>
            </a:ln>
          </p:spPr>
          <p:txBody>
            <a:bodyPr wrap="square" lIns="0" tIns="0" rIns="0" bIns="0" rtlCol="0"/>
            <a:lstStyle/>
            <a:p/>
          </p:txBody>
        </p:sp>
        <p:sp>
          <p:nvSpPr>
            <p:cNvPr id="117" name="object 117" descr=""/>
            <p:cNvSpPr/>
            <p:nvPr/>
          </p:nvSpPr>
          <p:spPr>
            <a:xfrm>
              <a:off x="6676825" y="1184151"/>
              <a:ext cx="114935" cy="73660"/>
            </a:xfrm>
            <a:custGeom>
              <a:avLst/>
              <a:gdLst/>
              <a:ahLst/>
              <a:cxnLst/>
              <a:rect l="l" t="t" r="r" b="b"/>
              <a:pathLst>
                <a:path w="114934" h="73659">
                  <a:moveTo>
                    <a:pt x="0" y="0"/>
                  </a:moveTo>
                  <a:lnTo>
                    <a:pt x="36826" y="36116"/>
                  </a:lnTo>
                  <a:lnTo>
                    <a:pt x="0" y="73235"/>
                  </a:lnTo>
                  <a:lnTo>
                    <a:pt x="114793" y="36116"/>
                  </a:lnTo>
                  <a:lnTo>
                    <a:pt x="0" y="0"/>
                  </a:lnTo>
                  <a:close/>
                </a:path>
              </a:pathLst>
            </a:custGeom>
            <a:solidFill>
              <a:srgbClr val="000000"/>
            </a:solidFill>
          </p:spPr>
          <p:txBody>
            <a:bodyPr wrap="square" lIns="0" tIns="0" rIns="0" bIns="0" rtlCol="0"/>
            <a:lstStyle/>
            <a:p/>
          </p:txBody>
        </p:sp>
        <p:sp>
          <p:nvSpPr>
            <p:cNvPr id="118" name="object 118" descr=""/>
            <p:cNvSpPr/>
            <p:nvPr/>
          </p:nvSpPr>
          <p:spPr>
            <a:xfrm>
              <a:off x="6607879" y="908405"/>
              <a:ext cx="107950" cy="934719"/>
            </a:xfrm>
            <a:custGeom>
              <a:avLst/>
              <a:gdLst/>
              <a:ahLst/>
              <a:cxnLst/>
              <a:rect l="l" t="t" r="r" b="b"/>
              <a:pathLst>
                <a:path w="107950" h="934719">
                  <a:moveTo>
                    <a:pt x="30691" y="934439"/>
                  </a:moveTo>
                  <a:lnTo>
                    <a:pt x="30691" y="311861"/>
                  </a:lnTo>
                </a:path>
                <a:path w="107950" h="934719">
                  <a:moveTo>
                    <a:pt x="0" y="0"/>
                  </a:moveTo>
                  <a:lnTo>
                    <a:pt x="107580" y="0"/>
                  </a:lnTo>
                </a:path>
              </a:pathLst>
            </a:custGeom>
            <a:ln w="10381">
              <a:solidFill>
                <a:srgbClr val="000000"/>
              </a:solidFill>
            </a:ln>
          </p:spPr>
          <p:txBody>
            <a:bodyPr wrap="square" lIns="0" tIns="0" rIns="0" bIns="0" rtlCol="0"/>
            <a:lstStyle/>
            <a:p/>
          </p:txBody>
        </p:sp>
        <p:sp>
          <p:nvSpPr>
            <p:cNvPr id="119" name="object 119" descr=""/>
            <p:cNvSpPr/>
            <p:nvPr/>
          </p:nvSpPr>
          <p:spPr>
            <a:xfrm>
              <a:off x="6676825" y="872289"/>
              <a:ext cx="114935" cy="73660"/>
            </a:xfrm>
            <a:custGeom>
              <a:avLst/>
              <a:gdLst/>
              <a:ahLst/>
              <a:cxnLst/>
              <a:rect l="l" t="t" r="r" b="b"/>
              <a:pathLst>
                <a:path w="114934" h="73659">
                  <a:moveTo>
                    <a:pt x="0" y="0"/>
                  </a:moveTo>
                  <a:lnTo>
                    <a:pt x="36826" y="36116"/>
                  </a:lnTo>
                  <a:lnTo>
                    <a:pt x="0" y="73235"/>
                  </a:lnTo>
                  <a:lnTo>
                    <a:pt x="114793" y="36116"/>
                  </a:lnTo>
                  <a:lnTo>
                    <a:pt x="0" y="0"/>
                  </a:lnTo>
                  <a:close/>
                </a:path>
              </a:pathLst>
            </a:custGeom>
            <a:solidFill>
              <a:srgbClr val="000000"/>
            </a:solidFill>
          </p:spPr>
          <p:txBody>
            <a:bodyPr wrap="square" lIns="0" tIns="0" rIns="0" bIns="0" rtlCol="0"/>
            <a:lstStyle/>
            <a:p/>
          </p:txBody>
        </p:sp>
        <p:sp>
          <p:nvSpPr>
            <p:cNvPr id="120" name="object 120" descr=""/>
            <p:cNvSpPr/>
            <p:nvPr/>
          </p:nvSpPr>
          <p:spPr>
            <a:xfrm>
              <a:off x="6271083" y="731263"/>
              <a:ext cx="46355" cy="1112520"/>
            </a:xfrm>
            <a:custGeom>
              <a:avLst/>
              <a:gdLst/>
              <a:ahLst/>
              <a:cxnLst/>
              <a:rect l="l" t="t" r="r" b="b"/>
              <a:pathLst>
                <a:path w="46354" h="1112520">
                  <a:moveTo>
                    <a:pt x="0" y="0"/>
                  </a:moveTo>
                  <a:lnTo>
                    <a:pt x="0" y="1111581"/>
                  </a:lnTo>
                </a:path>
                <a:path w="46354" h="1112520">
                  <a:moveTo>
                    <a:pt x="0" y="1111581"/>
                  </a:moveTo>
                  <a:lnTo>
                    <a:pt x="46206" y="1112298"/>
                  </a:lnTo>
                </a:path>
              </a:pathLst>
            </a:custGeom>
            <a:ln w="10381">
              <a:solidFill>
                <a:srgbClr val="000000"/>
              </a:solidFill>
            </a:ln>
          </p:spPr>
          <p:txBody>
            <a:bodyPr wrap="square" lIns="0" tIns="0" rIns="0" bIns="0" rtlCol="0"/>
            <a:lstStyle/>
            <a:p/>
          </p:txBody>
        </p:sp>
        <p:sp>
          <p:nvSpPr>
            <p:cNvPr id="121" name="object 121" descr=""/>
            <p:cNvSpPr/>
            <p:nvPr/>
          </p:nvSpPr>
          <p:spPr>
            <a:xfrm>
              <a:off x="6277941" y="1806441"/>
              <a:ext cx="116839" cy="73660"/>
            </a:xfrm>
            <a:custGeom>
              <a:avLst/>
              <a:gdLst/>
              <a:ahLst/>
              <a:cxnLst/>
              <a:rect l="l" t="t" r="r" b="b"/>
              <a:pathLst>
                <a:path w="116839" h="73660">
                  <a:moveTo>
                    <a:pt x="1805" y="0"/>
                  </a:moveTo>
                  <a:lnTo>
                    <a:pt x="37542" y="37119"/>
                  </a:lnTo>
                  <a:lnTo>
                    <a:pt x="0" y="73235"/>
                  </a:lnTo>
                  <a:lnTo>
                    <a:pt x="116235" y="38982"/>
                  </a:lnTo>
                  <a:lnTo>
                    <a:pt x="1805" y="0"/>
                  </a:lnTo>
                  <a:close/>
                </a:path>
              </a:pathLst>
            </a:custGeom>
            <a:solidFill>
              <a:srgbClr val="000000"/>
            </a:solidFill>
          </p:spPr>
          <p:txBody>
            <a:bodyPr wrap="square" lIns="0" tIns="0" rIns="0" bIns="0" rtlCol="0"/>
            <a:lstStyle/>
            <a:p/>
          </p:txBody>
        </p:sp>
        <p:sp>
          <p:nvSpPr>
            <p:cNvPr id="122" name="object 122" descr=""/>
            <p:cNvSpPr/>
            <p:nvPr/>
          </p:nvSpPr>
          <p:spPr>
            <a:xfrm>
              <a:off x="7403858" y="1041978"/>
              <a:ext cx="138430" cy="0"/>
            </a:xfrm>
            <a:custGeom>
              <a:avLst/>
              <a:gdLst/>
              <a:ahLst/>
              <a:cxnLst/>
              <a:rect l="l" t="t" r="r" b="b"/>
              <a:pathLst>
                <a:path w="138429" h="0">
                  <a:moveTo>
                    <a:pt x="0" y="0"/>
                  </a:moveTo>
                  <a:lnTo>
                    <a:pt x="138256" y="0"/>
                  </a:lnTo>
                </a:path>
              </a:pathLst>
            </a:custGeom>
            <a:ln w="10295">
              <a:solidFill>
                <a:srgbClr val="000000"/>
              </a:solidFill>
            </a:ln>
          </p:spPr>
          <p:txBody>
            <a:bodyPr wrap="square" lIns="0" tIns="0" rIns="0" bIns="0" rtlCol="0"/>
            <a:lstStyle/>
            <a:p/>
          </p:txBody>
        </p:sp>
        <p:sp>
          <p:nvSpPr>
            <p:cNvPr id="123" name="object 123" descr=""/>
            <p:cNvSpPr/>
            <p:nvPr/>
          </p:nvSpPr>
          <p:spPr>
            <a:xfrm>
              <a:off x="7503481" y="1005575"/>
              <a:ext cx="115570" cy="73660"/>
            </a:xfrm>
            <a:custGeom>
              <a:avLst/>
              <a:gdLst/>
              <a:ahLst/>
              <a:cxnLst/>
              <a:rect l="l" t="t" r="r" b="b"/>
              <a:pathLst>
                <a:path w="115570" h="73659">
                  <a:moveTo>
                    <a:pt x="0" y="0"/>
                  </a:moveTo>
                  <a:lnTo>
                    <a:pt x="36826" y="37119"/>
                  </a:lnTo>
                  <a:lnTo>
                    <a:pt x="0" y="73235"/>
                  </a:lnTo>
                  <a:lnTo>
                    <a:pt x="115522" y="37119"/>
                  </a:lnTo>
                  <a:lnTo>
                    <a:pt x="0" y="0"/>
                  </a:lnTo>
                  <a:close/>
                </a:path>
              </a:pathLst>
            </a:custGeom>
            <a:solidFill>
              <a:srgbClr val="000000"/>
            </a:solidFill>
          </p:spPr>
          <p:txBody>
            <a:bodyPr wrap="square" lIns="0" tIns="0" rIns="0" bIns="0" rtlCol="0"/>
            <a:lstStyle/>
            <a:p/>
          </p:txBody>
        </p:sp>
        <p:sp>
          <p:nvSpPr>
            <p:cNvPr id="124" name="object 124" descr=""/>
            <p:cNvSpPr/>
            <p:nvPr/>
          </p:nvSpPr>
          <p:spPr>
            <a:xfrm>
              <a:off x="9424228" y="1575985"/>
              <a:ext cx="46355" cy="0"/>
            </a:xfrm>
            <a:custGeom>
              <a:avLst/>
              <a:gdLst/>
              <a:ahLst/>
              <a:cxnLst/>
              <a:rect l="l" t="t" r="r" b="b"/>
              <a:pathLst>
                <a:path w="46354" h="0">
                  <a:moveTo>
                    <a:pt x="0" y="0"/>
                  </a:moveTo>
                  <a:lnTo>
                    <a:pt x="46343" y="0"/>
                  </a:lnTo>
                </a:path>
              </a:pathLst>
            </a:custGeom>
            <a:ln w="10295">
              <a:solidFill>
                <a:srgbClr val="000000"/>
              </a:solidFill>
            </a:ln>
          </p:spPr>
          <p:txBody>
            <a:bodyPr wrap="square" lIns="0" tIns="0" rIns="0" bIns="0" rtlCol="0"/>
            <a:lstStyle/>
            <a:p/>
          </p:txBody>
        </p:sp>
        <p:sp>
          <p:nvSpPr>
            <p:cNvPr id="125" name="object 125" descr=""/>
            <p:cNvSpPr/>
            <p:nvPr/>
          </p:nvSpPr>
          <p:spPr>
            <a:xfrm>
              <a:off x="9432243" y="1539582"/>
              <a:ext cx="114935" cy="73660"/>
            </a:xfrm>
            <a:custGeom>
              <a:avLst/>
              <a:gdLst/>
              <a:ahLst/>
              <a:cxnLst/>
              <a:rect l="l" t="t" r="r" b="b"/>
              <a:pathLst>
                <a:path w="114934" h="73659">
                  <a:moveTo>
                    <a:pt x="0" y="0"/>
                  </a:moveTo>
                  <a:lnTo>
                    <a:pt x="36870" y="37119"/>
                  </a:lnTo>
                  <a:lnTo>
                    <a:pt x="0" y="73092"/>
                  </a:lnTo>
                  <a:lnTo>
                    <a:pt x="114400" y="37119"/>
                  </a:lnTo>
                  <a:lnTo>
                    <a:pt x="0" y="0"/>
                  </a:lnTo>
                  <a:close/>
                </a:path>
              </a:pathLst>
            </a:custGeom>
            <a:solidFill>
              <a:srgbClr val="000000"/>
            </a:solidFill>
          </p:spPr>
          <p:txBody>
            <a:bodyPr wrap="square" lIns="0" tIns="0" rIns="0" bIns="0" rtlCol="0"/>
            <a:lstStyle/>
            <a:p/>
          </p:txBody>
        </p:sp>
        <p:sp>
          <p:nvSpPr>
            <p:cNvPr id="126" name="object 126" descr=""/>
            <p:cNvSpPr/>
            <p:nvPr/>
          </p:nvSpPr>
          <p:spPr>
            <a:xfrm>
              <a:off x="10557011" y="1932419"/>
              <a:ext cx="291465" cy="0"/>
            </a:xfrm>
            <a:custGeom>
              <a:avLst/>
              <a:gdLst/>
              <a:ahLst/>
              <a:cxnLst/>
              <a:rect l="l" t="t" r="r" b="b"/>
              <a:pathLst>
                <a:path w="291465" h="0">
                  <a:moveTo>
                    <a:pt x="0" y="0"/>
                  </a:moveTo>
                  <a:lnTo>
                    <a:pt x="291320" y="0"/>
                  </a:lnTo>
                </a:path>
              </a:pathLst>
            </a:custGeom>
            <a:ln w="10295">
              <a:solidFill>
                <a:srgbClr val="000000"/>
              </a:solidFill>
            </a:ln>
          </p:spPr>
          <p:txBody>
            <a:bodyPr wrap="square" lIns="0" tIns="0" rIns="0" bIns="0" rtlCol="0"/>
            <a:lstStyle/>
            <a:p/>
          </p:txBody>
        </p:sp>
        <p:sp>
          <p:nvSpPr>
            <p:cNvPr id="127" name="object 127" descr=""/>
            <p:cNvSpPr/>
            <p:nvPr/>
          </p:nvSpPr>
          <p:spPr>
            <a:xfrm>
              <a:off x="10809712" y="1896303"/>
              <a:ext cx="115570" cy="73660"/>
            </a:xfrm>
            <a:custGeom>
              <a:avLst/>
              <a:gdLst/>
              <a:ahLst/>
              <a:cxnLst/>
              <a:rect l="l" t="t" r="r" b="b"/>
              <a:pathLst>
                <a:path w="115570" h="73660">
                  <a:moveTo>
                    <a:pt x="0" y="0"/>
                  </a:moveTo>
                  <a:lnTo>
                    <a:pt x="36870" y="36689"/>
                  </a:lnTo>
                  <a:lnTo>
                    <a:pt x="0" y="73235"/>
                  </a:lnTo>
                  <a:lnTo>
                    <a:pt x="115566" y="36689"/>
                  </a:lnTo>
                  <a:lnTo>
                    <a:pt x="0" y="0"/>
                  </a:lnTo>
                  <a:close/>
                </a:path>
              </a:pathLst>
            </a:custGeom>
            <a:solidFill>
              <a:srgbClr val="000000"/>
            </a:solidFill>
          </p:spPr>
          <p:txBody>
            <a:bodyPr wrap="square" lIns="0" tIns="0" rIns="0" bIns="0" rtlCol="0"/>
            <a:lstStyle/>
            <a:p/>
          </p:txBody>
        </p:sp>
        <p:sp>
          <p:nvSpPr>
            <p:cNvPr id="128" name="object 128" descr=""/>
            <p:cNvSpPr/>
            <p:nvPr/>
          </p:nvSpPr>
          <p:spPr>
            <a:xfrm>
              <a:off x="11383754" y="2065706"/>
              <a:ext cx="76835" cy="0"/>
            </a:xfrm>
            <a:custGeom>
              <a:avLst/>
              <a:gdLst/>
              <a:ahLst/>
              <a:cxnLst/>
              <a:rect l="l" t="t" r="r" b="b"/>
              <a:pathLst>
                <a:path w="76834" h="0">
                  <a:moveTo>
                    <a:pt x="0" y="0"/>
                  </a:moveTo>
                  <a:lnTo>
                    <a:pt x="76801" y="0"/>
                  </a:lnTo>
                </a:path>
              </a:pathLst>
            </a:custGeom>
            <a:ln w="10295">
              <a:solidFill>
                <a:srgbClr val="000000"/>
              </a:solidFill>
            </a:ln>
          </p:spPr>
          <p:txBody>
            <a:bodyPr wrap="square" lIns="0" tIns="0" rIns="0" bIns="0" rtlCol="0"/>
            <a:lstStyle/>
            <a:p/>
          </p:txBody>
        </p:sp>
        <p:sp>
          <p:nvSpPr>
            <p:cNvPr id="129" name="object 129" descr=""/>
            <p:cNvSpPr/>
            <p:nvPr/>
          </p:nvSpPr>
          <p:spPr>
            <a:xfrm>
              <a:off x="11421936" y="2029589"/>
              <a:ext cx="115570" cy="73660"/>
            </a:xfrm>
            <a:custGeom>
              <a:avLst/>
              <a:gdLst/>
              <a:ahLst/>
              <a:cxnLst/>
              <a:rect l="l" t="t" r="r" b="b"/>
              <a:pathLst>
                <a:path w="115570" h="73660">
                  <a:moveTo>
                    <a:pt x="0" y="0"/>
                  </a:moveTo>
                  <a:lnTo>
                    <a:pt x="36870" y="36116"/>
                  </a:lnTo>
                  <a:lnTo>
                    <a:pt x="0" y="73235"/>
                  </a:lnTo>
                  <a:lnTo>
                    <a:pt x="115566" y="36116"/>
                  </a:lnTo>
                  <a:lnTo>
                    <a:pt x="0" y="0"/>
                  </a:lnTo>
                  <a:close/>
                </a:path>
              </a:pathLst>
            </a:custGeom>
            <a:solidFill>
              <a:srgbClr val="000000"/>
            </a:solidFill>
          </p:spPr>
          <p:txBody>
            <a:bodyPr wrap="square" lIns="0" tIns="0" rIns="0" bIns="0" rtlCol="0"/>
            <a:lstStyle/>
            <a:p/>
          </p:txBody>
        </p:sp>
        <p:sp>
          <p:nvSpPr>
            <p:cNvPr id="130" name="object 130" descr=""/>
            <p:cNvSpPr/>
            <p:nvPr/>
          </p:nvSpPr>
          <p:spPr>
            <a:xfrm>
              <a:off x="11781459" y="2065706"/>
              <a:ext cx="138430" cy="0"/>
            </a:xfrm>
            <a:custGeom>
              <a:avLst/>
              <a:gdLst/>
              <a:ahLst/>
              <a:cxnLst/>
              <a:rect l="l" t="t" r="r" b="b"/>
              <a:pathLst>
                <a:path w="138429" h="0">
                  <a:moveTo>
                    <a:pt x="0" y="0"/>
                  </a:moveTo>
                  <a:lnTo>
                    <a:pt x="138300" y="0"/>
                  </a:lnTo>
                </a:path>
              </a:pathLst>
            </a:custGeom>
            <a:ln w="10295">
              <a:solidFill>
                <a:srgbClr val="000000"/>
              </a:solidFill>
            </a:ln>
          </p:spPr>
          <p:txBody>
            <a:bodyPr wrap="square" lIns="0" tIns="0" rIns="0" bIns="0" rtlCol="0"/>
            <a:lstStyle/>
            <a:p/>
          </p:txBody>
        </p:sp>
        <p:sp>
          <p:nvSpPr>
            <p:cNvPr id="131" name="object 131" descr=""/>
            <p:cNvSpPr/>
            <p:nvPr/>
          </p:nvSpPr>
          <p:spPr>
            <a:xfrm>
              <a:off x="11881141" y="2029589"/>
              <a:ext cx="114935" cy="73660"/>
            </a:xfrm>
            <a:custGeom>
              <a:avLst/>
              <a:gdLst/>
              <a:ahLst/>
              <a:cxnLst/>
              <a:rect l="l" t="t" r="r" b="b"/>
              <a:pathLst>
                <a:path w="114934" h="73660">
                  <a:moveTo>
                    <a:pt x="0" y="0"/>
                  </a:moveTo>
                  <a:lnTo>
                    <a:pt x="36870" y="36116"/>
                  </a:lnTo>
                  <a:lnTo>
                    <a:pt x="0" y="73235"/>
                  </a:lnTo>
                  <a:lnTo>
                    <a:pt x="114837" y="36116"/>
                  </a:lnTo>
                  <a:lnTo>
                    <a:pt x="0" y="0"/>
                  </a:lnTo>
                  <a:close/>
                </a:path>
              </a:pathLst>
            </a:custGeom>
            <a:solidFill>
              <a:srgbClr val="000000"/>
            </a:solidFill>
          </p:spPr>
          <p:txBody>
            <a:bodyPr wrap="square" lIns="0" tIns="0" rIns="0" bIns="0" rtlCol="0"/>
            <a:lstStyle/>
            <a:p/>
          </p:txBody>
        </p:sp>
        <p:sp>
          <p:nvSpPr>
            <p:cNvPr id="132" name="object 132" descr=""/>
            <p:cNvSpPr/>
            <p:nvPr/>
          </p:nvSpPr>
          <p:spPr>
            <a:xfrm>
              <a:off x="11842959" y="2189777"/>
              <a:ext cx="76835" cy="0"/>
            </a:xfrm>
            <a:custGeom>
              <a:avLst/>
              <a:gdLst/>
              <a:ahLst/>
              <a:cxnLst/>
              <a:rect l="l" t="t" r="r" b="b"/>
              <a:pathLst>
                <a:path w="76834" h="0">
                  <a:moveTo>
                    <a:pt x="0" y="0"/>
                  </a:moveTo>
                  <a:lnTo>
                    <a:pt x="76801" y="0"/>
                  </a:lnTo>
                </a:path>
              </a:pathLst>
            </a:custGeom>
            <a:ln w="10295">
              <a:solidFill>
                <a:srgbClr val="000000"/>
              </a:solidFill>
            </a:ln>
          </p:spPr>
          <p:txBody>
            <a:bodyPr wrap="square" lIns="0" tIns="0" rIns="0" bIns="0" rtlCol="0"/>
            <a:lstStyle/>
            <a:p/>
          </p:txBody>
        </p:sp>
        <p:sp>
          <p:nvSpPr>
            <p:cNvPr id="133" name="object 133" descr=""/>
            <p:cNvSpPr/>
            <p:nvPr/>
          </p:nvSpPr>
          <p:spPr>
            <a:xfrm>
              <a:off x="11881141" y="2153704"/>
              <a:ext cx="114935" cy="73660"/>
            </a:xfrm>
            <a:custGeom>
              <a:avLst/>
              <a:gdLst/>
              <a:ahLst/>
              <a:cxnLst/>
              <a:rect l="l" t="t" r="r" b="b"/>
              <a:pathLst>
                <a:path w="114934" h="73660">
                  <a:moveTo>
                    <a:pt x="0" y="0"/>
                  </a:moveTo>
                  <a:lnTo>
                    <a:pt x="36870" y="36073"/>
                  </a:lnTo>
                  <a:lnTo>
                    <a:pt x="0" y="73192"/>
                  </a:lnTo>
                  <a:lnTo>
                    <a:pt x="114837" y="36073"/>
                  </a:lnTo>
                  <a:lnTo>
                    <a:pt x="0" y="0"/>
                  </a:lnTo>
                  <a:close/>
                </a:path>
              </a:pathLst>
            </a:custGeom>
            <a:solidFill>
              <a:srgbClr val="000000"/>
            </a:solidFill>
          </p:spPr>
          <p:txBody>
            <a:bodyPr wrap="square" lIns="0" tIns="0" rIns="0" bIns="0" rtlCol="0"/>
            <a:lstStyle/>
            <a:p/>
          </p:txBody>
        </p:sp>
        <p:sp>
          <p:nvSpPr>
            <p:cNvPr id="134" name="object 134" descr=""/>
            <p:cNvSpPr/>
            <p:nvPr/>
          </p:nvSpPr>
          <p:spPr>
            <a:xfrm>
              <a:off x="9332562" y="197257"/>
              <a:ext cx="2510790" cy="2402840"/>
            </a:xfrm>
            <a:custGeom>
              <a:avLst/>
              <a:gdLst/>
              <a:ahLst/>
              <a:cxnLst/>
              <a:rect l="l" t="t" r="r" b="b"/>
              <a:pathLst>
                <a:path w="2510790" h="2402840">
                  <a:moveTo>
                    <a:pt x="1408218" y="0"/>
                  </a:moveTo>
                  <a:lnTo>
                    <a:pt x="1408218" y="2402326"/>
                  </a:lnTo>
                </a:path>
                <a:path w="2510790" h="2402840">
                  <a:moveTo>
                    <a:pt x="2510396" y="2002065"/>
                  </a:moveTo>
                  <a:lnTo>
                    <a:pt x="2510396" y="2402326"/>
                  </a:lnTo>
                </a:path>
                <a:path w="2510790" h="2402840">
                  <a:moveTo>
                    <a:pt x="0" y="1957163"/>
                  </a:moveTo>
                  <a:lnTo>
                    <a:pt x="0" y="2312866"/>
                  </a:lnTo>
                </a:path>
                <a:path w="2510790" h="2402840">
                  <a:moveTo>
                    <a:pt x="1346864" y="2312866"/>
                  </a:moveTo>
                  <a:lnTo>
                    <a:pt x="1346864" y="1957163"/>
                  </a:lnTo>
                </a:path>
                <a:path w="2510790" h="2402840">
                  <a:moveTo>
                    <a:pt x="1346864" y="1957163"/>
                  </a:moveTo>
                  <a:lnTo>
                    <a:pt x="1515769" y="1957163"/>
                  </a:lnTo>
                </a:path>
              </a:pathLst>
            </a:custGeom>
            <a:ln w="10381">
              <a:solidFill>
                <a:srgbClr val="000000"/>
              </a:solidFill>
            </a:ln>
          </p:spPr>
          <p:txBody>
            <a:bodyPr wrap="square" lIns="0" tIns="0" rIns="0" bIns="0" rtlCol="0"/>
            <a:lstStyle/>
            <a:p/>
          </p:txBody>
        </p:sp>
        <p:sp>
          <p:nvSpPr>
            <p:cNvPr id="135" name="object 135" descr=""/>
            <p:cNvSpPr/>
            <p:nvPr/>
          </p:nvSpPr>
          <p:spPr>
            <a:xfrm>
              <a:off x="10809712" y="2118304"/>
              <a:ext cx="115570" cy="73660"/>
            </a:xfrm>
            <a:custGeom>
              <a:avLst/>
              <a:gdLst/>
              <a:ahLst/>
              <a:cxnLst/>
              <a:rect l="l" t="t" r="r" b="b"/>
              <a:pathLst>
                <a:path w="115570" h="73660">
                  <a:moveTo>
                    <a:pt x="0" y="0"/>
                  </a:moveTo>
                  <a:lnTo>
                    <a:pt x="36870" y="37176"/>
                  </a:lnTo>
                  <a:lnTo>
                    <a:pt x="0" y="73235"/>
                  </a:lnTo>
                  <a:lnTo>
                    <a:pt x="115566" y="37176"/>
                  </a:lnTo>
                  <a:lnTo>
                    <a:pt x="0" y="0"/>
                  </a:lnTo>
                  <a:close/>
                </a:path>
              </a:pathLst>
            </a:custGeom>
            <a:solidFill>
              <a:srgbClr val="000000"/>
            </a:solidFill>
          </p:spPr>
          <p:txBody>
            <a:bodyPr wrap="square" lIns="0" tIns="0" rIns="0" bIns="0" rtlCol="0"/>
            <a:lstStyle/>
            <a:p/>
          </p:txBody>
        </p:sp>
        <p:sp>
          <p:nvSpPr>
            <p:cNvPr id="136" name="object 136" descr=""/>
            <p:cNvSpPr/>
            <p:nvPr/>
          </p:nvSpPr>
          <p:spPr>
            <a:xfrm>
              <a:off x="8230092" y="3350787"/>
              <a:ext cx="3962400" cy="10795"/>
            </a:xfrm>
            <a:custGeom>
              <a:avLst/>
              <a:gdLst/>
              <a:ahLst/>
              <a:cxnLst/>
              <a:rect l="l" t="t" r="r" b="b"/>
              <a:pathLst>
                <a:path w="3962400" h="10795">
                  <a:moveTo>
                    <a:pt x="3961781" y="0"/>
                  </a:moveTo>
                  <a:lnTo>
                    <a:pt x="0" y="0"/>
                  </a:lnTo>
                  <a:lnTo>
                    <a:pt x="0" y="10295"/>
                  </a:lnTo>
                  <a:lnTo>
                    <a:pt x="3961781" y="10295"/>
                  </a:lnTo>
                  <a:lnTo>
                    <a:pt x="3961781" y="0"/>
                  </a:lnTo>
                  <a:close/>
                </a:path>
              </a:pathLst>
            </a:custGeom>
            <a:solidFill>
              <a:srgbClr val="000000"/>
            </a:solidFill>
          </p:spPr>
          <p:txBody>
            <a:bodyPr wrap="square" lIns="0" tIns="0" rIns="0" bIns="0" rtlCol="0"/>
            <a:lstStyle/>
            <a:p/>
          </p:txBody>
        </p:sp>
        <p:sp>
          <p:nvSpPr>
            <p:cNvPr id="137" name="object 137" descr=""/>
            <p:cNvSpPr/>
            <p:nvPr/>
          </p:nvSpPr>
          <p:spPr>
            <a:xfrm>
              <a:off x="8230092" y="2243163"/>
              <a:ext cx="230504" cy="1113155"/>
            </a:xfrm>
            <a:custGeom>
              <a:avLst/>
              <a:gdLst/>
              <a:ahLst/>
              <a:cxnLst/>
              <a:rect l="l" t="t" r="r" b="b"/>
              <a:pathLst>
                <a:path w="230504" h="1113154">
                  <a:moveTo>
                    <a:pt x="0" y="0"/>
                  </a:moveTo>
                  <a:lnTo>
                    <a:pt x="0" y="1112771"/>
                  </a:lnTo>
                </a:path>
                <a:path w="230504" h="1113154">
                  <a:moveTo>
                    <a:pt x="0" y="0"/>
                  </a:moveTo>
                  <a:lnTo>
                    <a:pt x="230403" y="0"/>
                  </a:lnTo>
                </a:path>
              </a:pathLst>
            </a:custGeom>
            <a:ln w="10381">
              <a:solidFill>
                <a:srgbClr val="000000"/>
              </a:solidFill>
            </a:ln>
          </p:spPr>
          <p:txBody>
            <a:bodyPr wrap="square" lIns="0" tIns="0" rIns="0" bIns="0" rtlCol="0"/>
            <a:lstStyle/>
            <a:p/>
          </p:txBody>
        </p:sp>
        <p:sp>
          <p:nvSpPr>
            <p:cNvPr id="138" name="object 138" descr=""/>
            <p:cNvSpPr/>
            <p:nvPr/>
          </p:nvSpPr>
          <p:spPr>
            <a:xfrm>
              <a:off x="8421876" y="2207104"/>
              <a:ext cx="115570" cy="73660"/>
            </a:xfrm>
            <a:custGeom>
              <a:avLst/>
              <a:gdLst/>
              <a:ahLst/>
              <a:cxnLst/>
              <a:rect l="l" t="t" r="r" b="b"/>
              <a:pathLst>
                <a:path w="115570" h="73660">
                  <a:moveTo>
                    <a:pt x="0" y="0"/>
                  </a:moveTo>
                  <a:lnTo>
                    <a:pt x="36724" y="36059"/>
                  </a:lnTo>
                  <a:lnTo>
                    <a:pt x="0" y="73192"/>
                  </a:lnTo>
                  <a:lnTo>
                    <a:pt x="115420" y="36059"/>
                  </a:lnTo>
                  <a:lnTo>
                    <a:pt x="0" y="0"/>
                  </a:lnTo>
                  <a:close/>
                </a:path>
              </a:pathLst>
            </a:custGeom>
            <a:solidFill>
              <a:srgbClr val="000000"/>
            </a:solidFill>
          </p:spPr>
          <p:txBody>
            <a:bodyPr wrap="square" lIns="0" tIns="0" rIns="0" bIns="0" rtlCol="0"/>
            <a:lstStyle/>
            <a:p/>
          </p:txBody>
        </p:sp>
        <p:sp>
          <p:nvSpPr>
            <p:cNvPr id="139" name="object 139" descr=""/>
            <p:cNvSpPr/>
            <p:nvPr/>
          </p:nvSpPr>
          <p:spPr>
            <a:xfrm>
              <a:off x="9332562" y="1131409"/>
              <a:ext cx="199390" cy="622935"/>
            </a:xfrm>
            <a:custGeom>
              <a:avLst/>
              <a:gdLst/>
              <a:ahLst/>
              <a:cxnLst/>
              <a:rect l="l" t="t" r="r" b="b"/>
              <a:pathLst>
                <a:path w="199390" h="622935">
                  <a:moveTo>
                    <a:pt x="0" y="622720"/>
                  </a:moveTo>
                  <a:lnTo>
                    <a:pt x="0" y="0"/>
                  </a:lnTo>
                </a:path>
                <a:path w="199390" h="622935">
                  <a:moveTo>
                    <a:pt x="0" y="0"/>
                  </a:moveTo>
                  <a:lnTo>
                    <a:pt x="199362" y="0"/>
                  </a:lnTo>
                </a:path>
              </a:pathLst>
            </a:custGeom>
            <a:ln w="10381">
              <a:solidFill>
                <a:srgbClr val="000000"/>
              </a:solidFill>
            </a:ln>
          </p:spPr>
          <p:txBody>
            <a:bodyPr wrap="square" lIns="0" tIns="0" rIns="0" bIns="0" rtlCol="0"/>
            <a:lstStyle/>
            <a:p/>
          </p:txBody>
        </p:sp>
        <p:sp>
          <p:nvSpPr>
            <p:cNvPr id="140" name="object 140" descr=""/>
            <p:cNvSpPr/>
            <p:nvPr/>
          </p:nvSpPr>
          <p:spPr>
            <a:xfrm>
              <a:off x="7904950" y="1095438"/>
              <a:ext cx="1703070" cy="676275"/>
            </a:xfrm>
            <a:custGeom>
              <a:avLst/>
              <a:gdLst/>
              <a:ahLst/>
              <a:cxnLst/>
              <a:rect l="l" t="t" r="r" b="b"/>
              <a:pathLst>
                <a:path w="1703070" h="676275">
                  <a:moveTo>
                    <a:pt x="33083" y="655116"/>
                  </a:moveTo>
                  <a:lnTo>
                    <a:pt x="31724" y="647242"/>
                  </a:lnTo>
                  <a:lnTo>
                    <a:pt x="28079" y="640981"/>
                  </a:lnTo>
                  <a:lnTo>
                    <a:pt x="22821" y="636841"/>
                  </a:lnTo>
                  <a:lnTo>
                    <a:pt x="16624" y="635342"/>
                  </a:lnTo>
                  <a:lnTo>
                    <a:pt x="10337" y="636841"/>
                  </a:lnTo>
                  <a:lnTo>
                    <a:pt x="5029" y="640981"/>
                  </a:lnTo>
                  <a:lnTo>
                    <a:pt x="1371" y="647242"/>
                  </a:lnTo>
                  <a:lnTo>
                    <a:pt x="0" y="655116"/>
                  </a:lnTo>
                  <a:lnTo>
                    <a:pt x="1371" y="663117"/>
                  </a:lnTo>
                  <a:lnTo>
                    <a:pt x="5029" y="669683"/>
                  </a:lnTo>
                  <a:lnTo>
                    <a:pt x="10337" y="674116"/>
                  </a:lnTo>
                  <a:lnTo>
                    <a:pt x="16624" y="675754"/>
                  </a:lnTo>
                  <a:lnTo>
                    <a:pt x="22821" y="674116"/>
                  </a:lnTo>
                  <a:lnTo>
                    <a:pt x="28079" y="669683"/>
                  </a:lnTo>
                  <a:lnTo>
                    <a:pt x="31724" y="663117"/>
                  </a:lnTo>
                  <a:lnTo>
                    <a:pt x="33083" y="655116"/>
                  </a:lnTo>
                  <a:close/>
                </a:path>
                <a:path w="1703070" h="676275">
                  <a:moveTo>
                    <a:pt x="1703044" y="36690"/>
                  </a:moveTo>
                  <a:lnTo>
                    <a:pt x="1588350" y="0"/>
                  </a:lnTo>
                  <a:lnTo>
                    <a:pt x="1625079" y="36690"/>
                  </a:lnTo>
                  <a:lnTo>
                    <a:pt x="1588350" y="73101"/>
                  </a:lnTo>
                  <a:lnTo>
                    <a:pt x="1703044" y="36690"/>
                  </a:lnTo>
                  <a:close/>
                </a:path>
              </a:pathLst>
            </a:custGeom>
            <a:solidFill>
              <a:srgbClr val="000000"/>
            </a:solidFill>
          </p:spPr>
          <p:txBody>
            <a:bodyPr wrap="square" lIns="0" tIns="0" rIns="0" bIns="0" rtlCol="0"/>
            <a:lstStyle/>
            <a:p/>
          </p:txBody>
        </p:sp>
        <p:sp>
          <p:nvSpPr>
            <p:cNvPr id="141" name="object 141" descr=""/>
            <p:cNvSpPr/>
            <p:nvPr/>
          </p:nvSpPr>
          <p:spPr>
            <a:xfrm>
              <a:off x="7904961" y="1730769"/>
              <a:ext cx="33655" cy="40640"/>
            </a:xfrm>
            <a:custGeom>
              <a:avLst/>
              <a:gdLst/>
              <a:ahLst/>
              <a:cxnLst/>
              <a:rect l="l" t="t" r="r" b="b"/>
              <a:pathLst>
                <a:path w="33654" h="40639">
                  <a:moveTo>
                    <a:pt x="0" y="19778"/>
                  </a:moveTo>
                  <a:lnTo>
                    <a:pt x="1366" y="27779"/>
                  </a:lnTo>
                  <a:lnTo>
                    <a:pt x="5027" y="34342"/>
                  </a:lnTo>
                  <a:lnTo>
                    <a:pt x="10328" y="38783"/>
                  </a:lnTo>
                  <a:lnTo>
                    <a:pt x="16613" y="40415"/>
                  </a:lnTo>
                  <a:lnTo>
                    <a:pt x="22814" y="38783"/>
                  </a:lnTo>
                  <a:lnTo>
                    <a:pt x="28071" y="34342"/>
                  </a:lnTo>
                  <a:lnTo>
                    <a:pt x="31717" y="27779"/>
                  </a:lnTo>
                  <a:lnTo>
                    <a:pt x="33081" y="19778"/>
                  </a:lnTo>
                  <a:lnTo>
                    <a:pt x="31717" y="11911"/>
                  </a:lnTo>
                  <a:lnTo>
                    <a:pt x="28071" y="5643"/>
                  </a:lnTo>
                  <a:lnTo>
                    <a:pt x="22814" y="1498"/>
                  </a:lnTo>
                  <a:lnTo>
                    <a:pt x="16613" y="0"/>
                  </a:lnTo>
                  <a:lnTo>
                    <a:pt x="10328" y="1498"/>
                  </a:lnTo>
                  <a:lnTo>
                    <a:pt x="5027" y="5643"/>
                  </a:lnTo>
                  <a:lnTo>
                    <a:pt x="1366" y="11911"/>
                  </a:lnTo>
                  <a:lnTo>
                    <a:pt x="0" y="19778"/>
                  </a:lnTo>
                  <a:close/>
                </a:path>
              </a:pathLst>
            </a:custGeom>
            <a:ln w="10399">
              <a:solidFill>
                <a:srgbClr val="000000"/>
              </a:solidFill>
            </a:ln>
          </p:spPr>
          <p:txBody>
            <a:bodyPr wrap="square" lIns="0" tIns="0" rIns="0" bIns="0" rtlCol="0"/>
            <a:lstStyle/>
            <a:p/>
          </p:txBody>
        </p:sp>
        <p:sp>
          <p:nvSpPr>
            <p:cNvPr id="142" name="object 142" descr=""/>
            <p:cNvSpPr/>
            <p:nvPr/>
          </p:nvSpPr>
          <p:spPr>
            <a:xfrm>
              <a:off x="7904961" y="1827366"/>
              <a:ext cx="33655" cy="40640"/>
            </a:xfrm>
            <a:custGeom>
              <a:avLst/>
              <a:gdLst/>
              <a:ahLst/>
              <a:cxnLst/>
              <a:rect l="l" t="t" r="r" b="b"/>
              <a:pathLst>
                <a:path w="33654" h="40639">
                  <a:moveTo>
                    <a:pt x="16613" y="0"/>
                  </a:moveTo>
                  <a:lnTo>
                    <a:pt x="10328" y="1498"/>
                  </a:lnTo>
                  <a:lnTo>
                    <a:pt x="5027" y="5643"/>
                  </a:lnTo>
                  <a:lnTo>
                    <a:pt x="1366" y="11911"/>
                  </a:lnTo>
                  <a:lnTo>
                    <a:pt x="0" y="19778"/>
                  </a:lnTo>
                  <a:lnTo>
                    <a:pt x="1366" y="27575"/>
                  </a:lnTo>
                  <a:lnTo>
                    <a:pt x="5027" y="34109"/>
                  </a:lnTo>
                  <a:lnTo>
                    <a:pt x="10328" y="38602"/>
                  </a:lnTo>
                  <a:lnTo>
                    <a:pt x="16613" y="40272"/>
                  </a:lnTo>
                  <a:lnTo>
                    <a:pt x="22814" y="38602"/>
                  </a:lnTo>
                  <a:lnTo>
                    <a:pt x="28071" y="34109"/>
                  </a:lnTo>
                  <a:lnTo>
                    <a:pt x="31717" y="27575"/>
                  </a:lnTo>
                  <a:lnTo>
                    <a:pt x="33081" y="19778"/>
                  </a:lnTo>
                  <a:lnTo>
                    <a:pt x="31717" y="11911"/>
                  </a:lnTo>
                  <a:lnTo>
                    <a:pt x="28071" y="5643"/>
                  </a:lnTo>
                  <a:lnTo>
                    <a:pt x="22814" y="1498"/>
                  </a:lnTo>
                  <a:lnTo>
                    <a:pt x="16613" y="0"/>
                  </a:lnTo>
                  <a:close/>
                </a:path>
              </a:pathLst>
            </a:custGeom>
            <a:solidFill>
              <a:srgbClr val="000000"/>
            </a:solidFill>
          </p:spPr>
          <p:txBody>
            <a:bodyPr wrap="square" lIns="0" tIns="0" rIns="0" bIns="0" rtlCol="0"/>
            <a:lstStyle/>
            <a:p/>
          </p:txBody>
        </p:sp>
        <p:sp>
          <p:nvSpPr>
            <p:cNvPr id="143" name="object 143" descr=""/>
            <p:cNvSpPr/>
            <p:nvPr/>
          </p:nvSpPr>
          <p:spPr>
            <a:xfrm>
              <a:off x="7904961" y="1827366"/>
              <a:ext cx="33655" cy="40640"/>
            </a:xfrm>
            <a:custGeom>
              <a:avLst/>
              <a:gdLst/>
              <a:ahLst/>
              <a:cxnLst/>
              <a:rect l="l" t="t" r="r" b="b"/>
              <a:pathLst>
                <a:path w="33654" h="40639">
                  <a:moveTo>
                    <a:pt x="0" y="19778"/>
                  </a:moveTo>
                  <a:lnTo>
                    <a:pt x="1366" y="27575"/>
                  </a:lnTo>
                  <a:lnTo>
                    <a:pt x="5027" y="34109"/>
                  </a:lnTo>
                  <a:lnTo>
                    <a:pt x="10328" y="38602"/>
                  </a:lnTo>
                  <a:lnTo>
                    <a:pt x="16613" y="40272"/>
                  </a:lnTo>
                  <a:lnTo>
                    <a:pt x="22814" y="38602"/>
                  </a:lnTo>
                  <a:lnTo>
                    <a:pt x="28071" y="34109"/>
                  </a:lnTo>
                  <a:lnTo>
                    <a:pt x="31717" y="27575"/>
                  </a:lnTo>
                  <a:lnTo>
                    <a:pt x="33081" y="19778"/>
                  </a:lnTo>
                  <a:lnTo>
                    <a:pt x="31717" y="11911"/>
                  </a:lnTo>
                  <a:lnTo>
                    <a:pt x="28071" y="5643"/>
                  </a:lnTo>
                  <a:lnTo>
                    <a:pt x="22814" y="1498"/>
                  </a:lnTo>
                  <a:lnTo>
                    <a:pt x="16613" y="0"/>
                  </a:lnTo>
                  <a:lnTo>
                    <a:pt x="10328" y="1498"/>
                  </a:lnTo>
                  <a:lnTo>
                    <a:pt x="5027" y="5643"/>
                  </a:lnTo>
                  <a:lnTo>
                    <a:pt x="1366" y="11911"/>
                  </a:lnTo>
                  <a:lnTo>
                    <a:pt x="0" y="19778"/>
                  </a:lnTo>
                  <a:close/>
                </a:path>
              </a:pathLst>
            </a:custGeom>
            <a:ln w="10398">
              <a:solidFill>
                <a:srgbClr val="000000"/>
              </a:solidFill>
            </a:ln>
          </p:spPr>
          <p:txBody>
            <a:bodyPr wrap="square" lIns="0" tIns="0" rIns="0" bIns="0" rtlCol="0"/>
            <a:lstStyle/>
            <a:p/>
          </p:txBody>
        </p:sp>
        <p:sp>
          <p:nvSpPr>
            <p:cNvPr id="144" name="object 144" descr=""/>
            <p:cNvSpPr/>
            <p:nvPr/>
          </p:nvSpPr>
          <p:spPr>
            <a:xfrm>
              <a:off x="7904961" y="2658988"/>
              <a:ext cx="33655" cy="41275"/>
            </a:xfrm>
            <a:custGeom>
              <a:avLst/>
              <a:gdLst/>
              <a:ahLst/>
              <a:cxnLst/>
              <a:rect l="l" t="t" r="r" b="b"/>
              <a:pathLst>
                <a:path w="33654" h="41275">
                  <a:moveTo>
                    <a:pt x="16613" y="0"/>
                  </a:moveTo>
                  <a:lnTo>
                    <a:pt x="10328" y="1552"/>
                  </a:lnTo>
                  <a:lnTo>
                    <a:pt x="5027" y="5791"/>
                  </a:lnTo>
                  <a:lnTo>
                    <a:pt x="1366" y="12086"/>
                  </a:lnTo>
                  <a:lnTo>
                    <a:pt x="0" y="19806"/>
                  </a:lnTo>
                  <a:lnTo>
                    <a:pt x="1366" y="27843"/>
                  </a:lnTo>
                  <a:lnTo>
                    <a:pt x="5027" y="34486"/>
                  </a:lnTo>
                  <a:lnTo>
                    <a:pt x="10328" y="39005"/>
                  </a:lnTo>
                  <a:lnTo>
                    <a:pt x="16613" y="40673"/>
                  </a:lnTo>
                  <a:lnTo>
                    <a:pt x="22814" y="39005"/>
                  </a:lnTo>
                  <a:lnTo>
                    <a:pt x="28071" y="34486"/>
                  </a:lnTo>
                  <a:lnTo>
                    <a:pt x="31717" y="27843"/>
                  </a:lnTo>
                  <a:lnTo>
                    <a:pt x="33081" y="19806"/>
                  </a:lnTo>
                  <a:lnTo>
                    <a:pt x="31717" y="12086"/>
                  </a:lnTo>
                  <a:lnTo>
                    <a:pt x="28071" y="5791"/>
                  </a:lnTo>
                  <a:lnTo>
                    <a:pt x="22814" y="1552"/>
                  </a:lnTo>
                  <a:lnTo>
                    <a:pt x="16613" y="0"/>
                  </a:lnTo>
                  <a:close/>
                </a:path>
              </a:pathLst>
            </a:custGeom>
            <a:solidFill>
              <a:srgbClr val="000000"/>
            </a:solidFill>
          </p:spPr>
          <p:txBody>
            <a:bodyPr wrap="square" lIns="0" tIns="0" rIns="0" bIns="0" rtlCol="0"/>
            <a:lstStyle/>
            <a:p/>
          </p:txBody>
        </p:sp>
        <p:sp>
          <p:nvSpPr>
            <p:cNvPr id="145" name="object 145" descr=""/>
            <p:cNvSpPr/>
            <p:nvPr/>
          </p:nvSpPr>
          <p:spPr>
            <a:xfrm>
              <a:off x="7904961" y="2658988"/>
              <a:ext cx="33655" cy="41275"/>
            </a:xfrm>
            <a:custGeom>
              <a:avLst/>
              <a:gdLst/>
              <a:ahLst/>
              <a:cxnLst/>
              <a:rect l="l" t="t" r="r" b="b"/>
              <a:pathLst>
                <a:path w="33654" h="41275">
                  <a:moveTo>
                    <a:pt x="0" y="19806"/>
                  </a:moveTo>
                  <a:lnTo>
                    <a:pt x="1366" y="27843"/>
                  </a:lnTo>
                  <a:lnTo>
                    <a:pt x="5027" y="34486"/>
                  </a:lnTo>
                  <a:lnTo>
                    <a:pt x="10328" y="39005"/>
                  </a:lnTo>
                  <a:lnTo>
                    <a:pt x="16613" y="40673"/>
                  </a:lnTo>
                  <a:lnTo>
                    <a:pt x="22814" y="39005"/>
                  </a:lnTo>
                  <a:lnTo>
                    <a:pt x="28071" y="34486"/>
                  </a:lnTo>
                  <a:lnTo>
                    <a:pt x="31717" y="27843"/>
                  </a:lnTo>
                  <a:lnTo>
                    <a:pt x="33081" y="19806"/>
                  </a:lnTo>
                  <a:lnTo>
                    <a:pt x="31717" y="12086"/>
                  </a:lnTo>
                  <a:lnTo>
                    <a:pt x="28071" y="5791"/>
                  </a:lnTo>
                  <a:lnTo>
                    <a:pt x="22814" y="1552"/>
                  </a:lnTo>
                  <a:lnTo>
                    <a:pt x="16613" y="0"/>
                  </a:lnTo>
                  <a:lnTo>
                    <a:pt x="10328" y="1552"/>
                  </a:lnTo>
                  <a:lnTo>
                    <a:pt x="5027" y="5791"/>
                  </a:lnTo>
                  <a:lnTo>
                    <a:pt x="1366" y="12086"/>
                  </a:lnTo>
                  <a:lnTo>
                    <a:pt x="0" y="19806"/>
                  </a:lnTo>
                  <a:close/>
                </a:path>
              </a:pathLst>
            </a:custGeom>
            <a:ln w="10399">
              <a:solidFill>
                <a:srgbClr val="000000"/>
              </a:solidFill>
            </a:ln>
          </p:spPr>
          <p:txBody>
            <a:bodyPr wrap="square" lIns="0" tIns="0" rIns="0" bIns="0" rtlCol="0"/>
            <a:lstStyle/>
            <a:p/>
          </p:txBody>
        </p:sp>
        <p:sp>
          <p:nvSpPr>
            <p:cNvPr id="146" name="object 146" descr=""/>
            <p:cNvSpPr/>
            <p:nvPr/>
          </p:nvSpPr>
          <p:spPr>
            <a:xfrm>
              <a:off x="6614014" y="1821347"/>
              <a:ext cx="32384" cy="40640"/>
            </a:xfrm>
            <a:custGeom>
              <a:avLst/>
              <a:gdLst/>
              <a:ahLst/>
              <a:cxnLst/>
              <a:rect l="l" t="t" r="r" b="b"/>
              <a:pathLst>
                <a:path w="32384" h="40639">
                  <a:moveTo>
                    <a:pt x="15520" y="0"/>
                  </a:moveTo>
                  <a:lnTo>
                    <a:pt x="6864" y="0"/>
                  </a:lnTo>
                  <a:lnTo>
                    <a:pt x="0" y="8455"/>
                  </a:lnTo>
                  <a:lnTo>
                    <a:pt x="0" y="19778"/>
                  </a:lnTo>
                  <a:lnTo>
                    <a:pt x="1207" y="27635"/>
                  </a:lnTo>
                  <a:lnTo>
                    <a:pt x="4514" y="34163"/>
                  </a:lnTo>
                  <a:lnTo>
                    <a:pt x="9443" y="38622"/>
                  </a:lnTo>
                  <a:lnTo>
                    <a:pt x="15520" y="40272"/>
                  </a:lnTo>
                  <a:lnTo>
                    <a:pt x="21928" y="38622"/>
                  </a:lnTo>
                  <a:lnTo>
                    <a:pt x="27215" y="34163"/>
                  </a:lnTo>
                  <a:lnTo>
                    <a:pt x="30808" y="27635"/>
                  </a:lnTo>
                  <a:lnTo>
                    <a:pt x="32134" y="19778"/>
                  </a:lnTo>
                  <a:lnTo>
                    <a:pt x="30808" y="11911"/>
                  </a:lnTo>
                  <a:lnTo>
                    <a:pt x="27215" y="5643"/>
                  </a:lnTo>
                  <a:lnTo>
                    <a:pt x="21928" y="1498"/>
                  </a:lnTo>
                  <a:lnTo>
                    <a:pt x="15520" y="0"/>
                  </a:lnTo>
                  <a:close/>
                </a:path>
              </a:pathLst>
            </a:custGeom>
            <a:solidFill>
              <a:srgbClr val="000000"/>
            </a:solidFill>
          </p:spPr>
          <p:txBody>
            <a:bodyPr wrap="square" lIns="0" tIns="0" rIns="0" bIns="0" rtlCol="0"/>
            <a:lstStyle/>
            <a:p/>
          </p:txBody>
        </p:sp>
        <p:sp>
          <p:nvSpPr>
            <p:cNvPr id="147" name="object 147" descr=""/>
            <p:cNvSpPr/>
            <p:nvPr/>
          </p:nvSpPr>
          <p:spPr>
            <a:xfrm>
              <a:off x="6614014" y="1821347"/>
              <a:ext cx="32384" cy="40640"/>
            </a:xfrm>
            <a:custGeom>
              <a:avLst/>
              <a:gdLst/>
              <a:ahLst/>
              <a:cxnLst/>
              <a:rect l="l" t="t" r="r" b="b"/>
              <a:pathLst>
                <a:path w="32384" h="40639">
                  <a:moveTo>
                    <a:pt x="0" y="19778"/>
                  </a:moveTo>
                  <a:lnTo>
                    <a:pt x="1207" y="27635"/>
                  </a:lnTo>
                  <a:lnTo>
                    <a:pt x="4514" y="34163"/>
                  </a:lnTo>
                  <a:lnTo>
                    <a:pt x="9443" y="38622"/>
                  </a:lnTo>
                  <a:lnTo>
                    <a:pt x="15520" y="40272"/>
                  </a:lnTo>
                  <a:lnTo>
                    <a:pt x="21928" y="38622"/>
                  </a:lnTo>
                  <a:lnTo>
                    <a:pt x="27215" y="34163"/>
                  </a:lnTo>
                  <a:lnTo>
                    <a:pt x="30808" y="27635"/>
                  </a:lnTo>
                  <a:lnTo>
                    <a:pt x="32134" y="19778"/>
                  </a:lnTo>
                  <a:lnTo>
                    <a:pt x="30808" y="11911"/>
                  </a:lnTo>
                  <a:lnTo>
                    <a:pt x="27215" y="5643"/>
                  </a:lnTo>
                  <a:lnTo>
                    <a:pt x="21928" y="1498"/>
                  </a:lnTo>
                  <a:lnTo>
                    <a:pt x="15520" y="0"/>
                  </a:lnTo>
                  <a:lnTo>
                    <a:pt x="6864" y="0"/>
                  </a:lnTo>
                  <a:lnTo>
                    <a:pt x="0" y="8455"/>
                  </a:lnTo>
                  <a:lnTo>
                    <a:pt x="0" y="19778"/>
                  </a:lnTo>
                  <a:close/>
                </a:path>
              </a:pathLst>
            </a:custGeom>
            <a:ln w="10401">
              <a:solidFill>
                <a:srgbClr val="000000"/>
              </a:solidFill>
            </a:ln>
          </p:spPr>
          <p:txBody>
            <a:bodyPr wrap="square" lIns="0" tIns="0" rIns="0" bIns="0" rtlCol="0"/>
            <a:lstStyle/>
            <a:p/>
          </p:txBody>
        </p:sp>
      </p:grpSp>
      <p:sp>
        <p:nvSpPr>
          <p:cNvPr id="148" name="object 148" descr=""/>
          <p:cNvSpPr txBox="1"/>
          <p:nvPr/>
        </p:nvSpPr>
        <p:spPr>
          <a:xfrm>
            <a:off x="7655037" y="1748722"/>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49" name="object 149" descr=""/>
          <p:cNvGrpSpPr/>
          <p:nvPr/>
        </p:nvGrpSpPr>
        <p:grpSpPr>
          <a:xfrm>
            <a:off x="7000288" y="1005575"/>
            <a:ext cx="189865" cy="73660"/>
            <a:chOff x="7000288" y="1005575"/>
            <a:chExt cx="189865" cy="73660"/>
          </a:xfrm>
        </p:grpSpPr>
        <p:sp>
          <p:nvSpPr>
            <p:cNvPr id="150" name="object 150" descr=""/>
            <p:cNvSpPr/>
            <p:nvPr/>
          </p:nvSpPr>
          <p:spPr>
            <a:xfrm>
              <a:off x="7005686" y="1041978"/>
              <a:ext cx="107950" cy="0"/>
            </a:xfrm>
            <a:custGeom>
              <a:avLst/>
              <a:gdLst/>
              <a:ahLst/>
              <a:cxnLst/>
              <a:rect l="l" t="t" r="r" b="b"/>
              <a:pathLst>
                <a:path w="107950" h="0">
                  <a:moveTo>
                    <a:pt x="0" y="0"/>
                  </a:moveTo>
                  <a:lnTo>
                    <a:pt x="107580" y="0"/>
                  </a:lnTo>
                </a:path>
              </a:pathLst>
            </a:custGeom>
            <a:ln w="10295">
              <a:solidFill>
                <a:srgbClr val="000000"/>
              </a:solidFill>
            </a:ln>
          </p:spPr>
          <p:txBody>
            <a:bodyPr wrap="square" lIns="0" tIns="0" rIns="0" bIns="0" rtlCol="0"/>
            <a:lstStyle/>
            <a:p/>
          </p:txBody>
        </p:sp>
        <p:sp>
          <p:nvSpPr>
            <p:cNvPr id="151" name="object 151" descr=""/>
            <p:cNvSpPr/>
            <p:nvPr/>
          </p:nvSpPr>
          <p:spPr>
            <a:xfrm>
              <a:off x="7074997" y="1005575"/>
              <a:ext cx="115570" cy="73660"/>
            </a:xfrm>
            <a:custGeom>
              <a:avLst/>
              <a:gdLst/>
              <a:ahLst/>
              <a:cxnLst/>
              <a:rect l="l" t="t" r="r" b="b"/>
              <a:pathLst>
                <a:path w="115570" h="73659">
                  <a:moveTo>
                    <a:pt x="0" y="0"/>
                  </a:moveTo>
                  <a:lnTo>
                    <a:pt x="36462" y="37119"/>
                  </a:lnTo>
                  <a:lnTo>
                    <a:pt x="0" y="73235"/>
                  </a:lnTo>
                  <a:lnTo>
                    <a:pt x="115158" y="37119"/>
                  </a:lnTo>
                  <a:lnTo>
                    <a:pt x="0" y="0"/>
                  </a:lnTo>
                  <a:close/>
                </a:path>
              </a:pathLst>
            </a:custGeom>
            <a:solidFill>
              <a:srgbClr val="000000"/>
            </a:solidFill>
          </p:spPr>
          <p:txBody>
            <a:bodyPr wrap="square" lIns="0" tIns="0" rIns="0" bIns="0" rtlCol="0"/>
            <a:lstStyle/>
            <a:p/>
          </p:txBody>
        </p:sp>
      </p:grpSp>
      <p:sp>
        <p:nvSpPr>
          <p:cNvPr id="152" name="object 152" descr=""/>
          <p:cNvSpPr txBox="1"/>
          <p:nvPr/>
        </p:nvSpPr>
        <p:spPr>
          <a:xfrm>
            <a:off x="9087126" y="1658145"/>
            <a:ext cx="12065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A</a:t>
            </a:r>
            <a:endParaRPr sz="1000">
              <a:latin typeface="Times New Roman"/>
              <a:cs typeface="Times New Roman"/>
            </a:endParaRPr>
          </a:p>
        </p:txBody>
      </p:sp>
      <p:sp>
        <p:nvSpPr>
          <p:cNvPr id="153" name="object 153" descr=""/>
          <p:cNvSpPr txBox="1"/>
          <p:nvPr/>
        </p:nvSpPr>
        <p:spPr>
          <a:xfrm>
            <a:off x="9082754" y="2054565"/>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sp>
        <p:nvSpPr>
          <p:cNvPr id="154" name="object 154" descr=""/>
          <p:cNvSpPr txBox="1"/>
          <p:nvPr/>
        </p:nvSpPr>
        <p:spPr>
          <a:xfrm>
            <a:off x="9070138" y="2531017"/>
            <a:ext cx="171450" cy="27114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Imm</a:t>
            </a:r>
            <a:endParaRPr sz="1000">
              <a:latin typeface="Times New Roman"/>
              <a:cs typeface="Times New Roman"/>
            </a:endParaRPr>
          </a:p>
        </p:txBody>
      </p:sp>
      <p:sp>
        <p:nvSpPr>
          <p:cNvPr id="155" name="object 155" descr=""/>
          <p:cNvSpPr txBox="1"/>
          <p:nvPr/>
        </p:nvSpPr>
        <p:spPr>
          <a:xfrm>
            <a:off x="8016426" y="1286232"/>
            <a:ext cx="33909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IR[rs]</a:t>
            </a:r>
            <a:endParaRPr sz="1000">
              <a:latin typeface="Times New Roman"/>
              <a:cs typeface="Times New Roman"/>
            </a:endParaRPr>
          </a:p>
        </p:txBody>
      </p:sp>
      <p:sp>
        <p:nvSpPr>
          <p:cNvPr id="156" name="object 156" descr=""/>
          <p:cNvSpPr txBox="1"/>
          <p:nvPr/>
        </p:nvSpPr>
        <p:spPr>
          <a:xfrm>
            <a:off x="8016426" y="1553235"/>
            <a:ext cx="3251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IR[rt]</a:t>
            </a:r>
            <a:endParaRPr sz="1000">
              <a:latin typeface="Times New Roman"/>
              <a:cs typeface="Times New Roman"/>
            </a:endParaRPr>
          </a:p>
        </p:txBody>
      </p:sp>
      <p:sp>
        <p:nvSpPr>
          <p:cNvPr id="157" name="object 157" descr=""/>
          <p:cNvSpPr txBox="1"/>
          <p:nvPr/>
        </p:nvSpPr>
        <p:spPr>
          <a:xfrm>
            <a:off x="7985676" y="1813359"/>
            <a:ext cx="808990" cy="305435"/>
          </a:xfrm>
          <a:prstGeom prst="rect">
            <a:avLst/>
          </a:prstGeom>
        </p:spPr>
        <p:txBody>
          <a:bodyPr wrap="square" lIns="0" tIns="15240" rIns="0" bIns="0" rtlCol="0" vert="horz">
            <a:spAutoFit/>
          </a:bodyPr>
          <a:lstStyle/>
          <a:p>
            <a:pPr marL="12700">
              <a:lnSpc>
                <a:spcPts val="1090"/>
              </a:lnSpc>
              <a:spcBef>
                <a:spcPts val="120"/>
              </a:spcBef>
              <a:tabLst>
                <a:tab pos="663575" algn="l"/>
              </a:tabLst>
            </a:pPr>
            <a:r>
              <a:rPr dirty="0" sz="850" spc="-10">
                <a:latin typeface="宋体"/>
                <a:cs typeface="宋体"/>
              </a:rPr>
              <a:t>MEM/WB.IR</a:t>
            </a:r>
            <a:r>
              <a:rPr dirty="0" sz="850">
                <a:latin typeface="宋体"/>
                <a:cs typeface="宋体"/>
              </a:rPr>
              <a:t>	</a:t>
            </a:r>
            <a:r>
              <a:rPr dirty="0" baseline="2777" sz="1500" spc="-75">
                <a:latin typeface="宋体"/>
                <a:cs typeface="宋体"/>
              </a:rPr>
              <a:t>存</a:t>
            </a:r>
            <a:endParaRPr baseline="2777" sz="1500">
              <a:latin typeface="宋体"/>
              <a:cs typeface="宋体"/>
            </a:endParaRPr>
          </a:p>
          <a:p>
            <a:pPr algn="r" marR="5080">
              <a:lnSpc>
                <a:spcPts val="1090"/>
              </a:lnSpc>
            </a:pPr>
            <a:r>
              <a:rPr dirty="0" sz="1000" spc="-50">
                <a:latin typeface="宋体"/>
                <a:cs typeface="宋体"/>
              </a:rPr>
              <a:t>器</a:t>
            </a:r>
            <a:endParaRPr sz="1000">
              <a:latin typeface="宋体"/>
              <a:cs typeface="宋体"/>
            </a:endParaRPr>
          </a:p>
        </p:txBody>
      </p:sp>
      <p:grpSp>
        <p:nvGrpSpPr>
          <p:cNvPr id="158" name="object 158" descr=""/>
          <p:cNvGrpSpPr/>
          <p:nvPr/>
        </p:nvGrpSpPr>
        <p:grpSpPr>
          <a:xfrm>
            <a:off x="7643204" y="881309"/>
            <a:ext cx="191135" cy="319405"/>
            <a:chOff x="7643204" y="881309"/>
            <a:chExt cx="191135" cy="319405"/>
          </a:xfrm>
        </p:grpSpPr>
        <p:sp>
          <p:nvSpPr>
            <p:cNvPr id="159" name="object 159" descr=""/>
            <p:cNvSpPr/>
            <p:nvPr/>
          </p:nvSpPr>
          <p:spPr>
            <a:xfrm>
              <a:off x="7648602" y="886707"/>
              <a:ext cx="180340" cy="308610"/>
            </a:xfrm>
            <a:custGeom>
              <a:avLst/>
              <a:gdLst/>
              <a:ahLst/>
              <a:cxnLst/>
              <a:rect l="l" t="t" r="r" b="b"/>
              <a:pathLst>
                <a:path w="180340" h="308609">
                  <a:moveTo>
                    <a:pt x="180126" y="0"/>
                  </a:moveTo>
                  <a:lnTo>
                    <a:pt x="0" y="0"/>
                  </a:lnTo>
                  <a:lnTo>
                    <a:pt x="0" y="308336"/>
                  </a:lnTo>
                  <a:lnTo>
                    <a:pt x="180126" y="308336"/>
                  </a:lnTo>
                  <a:lnTo>
                    <a:pt x="180126" y="0"/>
                  </a:lnTo>
                  <a:close/>
                </a:path>
              </a:pathLst>
            </a:custGeom>
            <a:solidFill>
              <a:srgbClr val="FFFFFF"/>
            </a:solidFill>
          </p:spPr>
          <p:txBody>
            <a:bodyPr wrap="square" lIns="0" tIns="0" rIns="0" bIns="0" rtlCol="0"/>
            <a:lstStyle/>
            <a:p/>
          </p:txBody>
        </p:sp>
        <p:sp>
          <p:nvSpPr>
            <p:cNvPr id="160" name="object 160" descr=""/>
            <p:cNvSpPr/>
            <p:nvPr/>
          </p:nvSpPr>
          <p:spPr>
            <a:xfrm>
              <a:off x="7648602" y="886707"/>
              <a:ext cx="180340" cy="308610"/>
            </a:xfrm>
            <a:custGeom>
              <a:avLst/>
              <a:gdLst/>
              <a:ahLst/>
              <a:cxnLst/>
              <a:rect l="l" t="t" r="r" b="b"/>
              <a:pathLst>
                <a:path w="180340" h="308609">
                  <a:moveTo>
                    <a:pt x="0" y="308336"/>
                  </a:moveTo>
                  <a:lnTo>
                    <a:pt x="180126" y="308336"/>
                  </a:lnTo>
                  <a:lnTo>
                    <a:pt x="180126" y="0"/>
                  </a:lnTo>
                  <a:lnTo>
                    <a:pt x="0" y="0"/>
                  </a:lnTo>
                  <a:lnTo>
                    <a:pt x="0" y="308336"/>
                  </a:lnTo>
                  <a:close/>
                </a:path>
              </a:pathLst>
            </a:custGeom>
            <a:ln w="10424">
              <a:solidFill>
                <a:srgbClr val="000000"/>
              </a:solidFill>
            </a:ln>
          </p:spPr>
          <p:txBody>
            <a:bodyPr wrap="square" lIns="0" tIns="0" rIns="0" bIns="0" rtlCol="0"/>
            <a:lstStyle/>
            <a:p/>
          </p:txBody>
        </p:sp>
      </p:grpSp>
      <p:sp>
        <p:nvSpPr>
          <p:cNvPr id="161" name="object 161" descr=""/>
          <p:cNvSpPr txBox="1"/>
          <p:nvPr/>
        </p:nvSpPr>
        <p:spPr>
          <a:xfrm>
            <a:off x="7660900" y="903444"/>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2" name="object 162" descr=""/>
          <p:cNvGrpSpPr/>
          <p:nvPr/>
        </p:nvGrpSpPr>
        <p:grpSpPr>
          <a:xfrm>
            <a:off x="9051438" y="881309"/>
            <a:ext cx="191135" cy="319405"/>
            <a:chOff x="9051438" y="881309"/>
            <a:chExt cx="191135" cy="319405"/>
          </a:xfrm>
        </p:grpSpPr>
        <p:sp>
          <p:nvSpPr>
            <p:cNvPr id="163" name="object 163" descr=""/>
            <p:cNvSpPr/>
            <p:nvPr/>
          </p:nvSpPr>
          <p:spPr>
            <a:xfrm>
              <a:off x="9056835" y="886707"/>
              <a:ext cx="180340" cy="308610"/>
            </a:xfrm>
            <a:custGeom>
              <a:avLst/>
              <a:gdLst/>
              <a:ahLst/>
              <a:cxnLst/>
              <a:rect l="l" t="t" r="r" b="b"/>
              <a:pathLst>
                <a:path w="180340" h="308609">
                  <a:moveTo>
                    <a:pt x="180126" y="0"/>
                  </a:moveTo>
                  <a:lnTo>
                    <a:pt x="0" y="0"/>
                  </a:lnTo>
                  <a:lnTo>
                    <a:pt x="0" y="308336"/>
                  </a:lnTo>
                  <a:lnTo>
                    <a:pt x="180126" y="308336"/>
                  </a:lnTo>
                  <a:lnTo>
                    <a:pt x="180126" y="0"/>
                  </a:lnTo>
                  <a:close/>
                </a:path>
              </a:pathLst>
            </a:custGeom>
            <a:solidFill>
              <a:srgbClr val="FFFFFF"/>
            </a:solidFill>
          </p:spPr>
          <p:txBody>
            <a:bodyPr wrap="square" lIns="0" tIns="0" rIns="0" bIns="0" rtlCol="0"/>
            <a:lstStyle/>
            <a:p/>
          </p:txBody>
        </p:sp>
        <p:sp>
          <p:nvSpPr>
            <p:cNvPr id="164" name="object 164" descr=""/>
            <p:cNvSpPr/>
            <p:nvPr/>
          </p:nvSpPr>
          <p:spPr>
            <a:xfrm>
              <a:off x="9056835" y="886707"/>
              <a:ext cx="180340" cy="308610"/>
            </a:xfrm>
            <a:custGeom>
              <a:avLst/>
              <a:gdLst/>
              <a:ahLst/>
              <a:cxnLst/>
              <a:rect l="l" t="t" r="r" b="b"/>
              <a:pathLst>
                <a:path w="180340" h="308609">
                  <a:moveTo>
                    <a:pt x="0" y="308336"/>
                  </a:moveTo>
                  <a:lnTo>
                    <a:pt x="180126" y="308336"/>
                  </a:lnTo>
                  <a:lnTo>
                    <a:pt x="180126" y="0"/>
                  </a:lnTo>
                  <a:lnTo>
                    <a:pt x="0" y="0"/>
                  </a:lnTo>
                  <a:lnTo>
                    <a:pt x="0" y="308336"/>
                  </a:lnTo>
                  <a:close/>
                </a:path>
              </a:pathLst>
            </a:custGeom>
            <a:ln w="10424">
              <a:solidFill>
                <a:srgbClr val="000000"/>
              </a:solidFill>
            </a:ln>
          </p:spPr>
          <p:txBody>
            <a:bodyPr wrap="square" lIns="0" tIns="0" rIns="0" bIns="0" rtlCol="0"/>
            <a:lstStyle/>
            <a:p/>
          </p:txBody>
        </p:sp>
      </p:grpSp>
      <p:sp>
        <p:nvSpPr>
          <p:cNvPr id="165" name="object 165" descr=""/>
          <p:cNvSpPr txBox="1"/>
          <p:nvPr/>
        </p:nvSpPr>
        <p:spPr>
          <a:xfrm>
            <a:off x="9068972" y="903444"/>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6" name="object 166" descr=""/>
          <p:cNvGrpSpPr/>
          <p:nvPr/>
        </p:nvGrpSpPr>
        <p:grpSpPr>
          <a:xfrm>
            <a:off x="9051438" y="2861146"/>
            <a:ext cx="191135" cy="274320"/>
            <a:chOff x="9051438" y="2861146"/>
            <a:chExt cx="191135" cy="274320"/>
          </a:xfrm>
        </p:grpSpPr>
        <p:sp>
          <p:nvSpPr>
            <p:cNvPr id="167" name="object 167" descr=""/>
            <p:cNvSpPr/>
            <p:nvPr/>
          </p:nvSpPr>
          <p:spPr>
            <a:xfrm>
              <a:off x="9056835" y="2866543"/>
              <a:ext cx="180340" cy="263525"/>
            </a:xfrm>
            <a:custGeom>
              <a:avLst/>
              <a:gdLst/>
              <a:ahLst/>
              <a:cxnLst/>
              <a:rect l="l" t="t" r="r" b="b"/>
              <a:pathLst>
                <a:path w="180340" h="263525">
                  <a:moveTo>
                    <a:pt x="180126" y="0"/>
                  </a:moveTo>
                  <a:lnTo>
                    <a:pt x="0" y="0"/>
                  </a:lnTo>
                  <a:lnTo>
                    <a:pt x="0" y="263434"/>
                  </a:lnTo>
                  <a:lnTo>
                    <a:pt x="180126" y="263434"/>
                  </a:lnTo>
                  <a:lnTo>
                    <a:pt x="180126" y="0"/>
                  </a:lnTo>
                  <a:close/>
                </a:path>
              </a:pathLst>
            </a:custGeom>
            <a:solidFill>
              <a:srgbClr val="FFFFFF"/>
            </a:solidFill>
          </p:spPr>
          <p:txBody>
            <a:bodyPr wrap="square" lIns="0" tIns="0" rIns="0" bIns="0" rtlCol="0"/>
            <a:lstStyle/>
            <a:p/>
          </p:txBody>
        </p:sp>
        <p:sp>
          <p:nvSpPr>
            <p:cNvPr id="168" name="object 168" descr=""/>
            <p:cNvSpPr/>
            <p:nvPr/>
          </p:nvSpPr>
          <p:spPr>
            <a:xfrm>
              <a:off x="9056835" y="2866543"/>
              <a:ext cx="180340" cy="263525"/>
            </a:xfrm>
            <a:custGeom>
              <a:avLst/>
              <a:gdLst/>
              <a:ahLst/>
              <a:cxnLst/>
              <a:rect l="l" t="t" r="r" b="b"/>
              <a:pathLst>
                <a:path w="180340" h="263525">
                  <a:moveTo>
                    <a:pt x="0" y="263434"/>
                  </a:moveTo>
                  <a:lnTo>
                    <a:pt x="180126" y="263434"/>
                  </a:lnTo>
                  <a:lnTo>
                    <a:pt x="180126" y="0"/>
                  </a:lnTo>
                  <a:lnTo>
                    <a:pt x="0" y="0"/>
                  </a:lnTo>
                  <a:lnTo>
                    <a:pt x="0" y="263434"/>
                  </a:lnTo>
                  <a:close/>
                </a:path>
              </a:pathLst>
            </a:custGeom>
            <a:ln w="10413">
              <a:solidFill>
                <a:srgbClr val="000000"/>
              </a:solidFill>
            </a:ln>
          </p:spPr>
          <p:txBody>
            <a:bodyPr wrap="square" lIns="0" tIns="0" rIns="0" bIns="0" rtlCol="0"/>
            <a:lstStyle/>
            <a:p/>
          </p:txBody>
        </p:sp>
      </p:grpSp>
      <p:sp>
        <p:nvSpPr>
          <p:cNvPr id="169" name="object 169" descr=""/>
          <p:cNvSpPr txBox="1"/>
          <p:nvPr/>
        </p:nvSpPr>
        <p:spPr>
          <a:xfrm>
            <a:off x="9068618" y="2905320"/>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70" name="object 170" descr=""/>
          <p:cNvGrpSpPr/>
          <p:nvPr/>
        </p:nvGrpSpPr>
        <p:grpSpPr>
          <a:xfrm>
            <a:off x="7857593" y="1005576"/>
            <a:ext cx="1572260" cy="2032000"/>
            <a:chOff x="7857593" y="1005576"/>
            <a:chExt cx="1572260" cy="2032000"/>
          </a:xfrm>
        </p:grpSpPr>
        <p:sp>
          <p:nvSpPr>
            <p:cNvPr id="171" name="object 171" descr=""/>
            <p:cNvSpPr/>
            <p:nvPr/>
          </p:nvSpPr>
          <p:spPr>
            <a:xfrm>
              <a:off x="7862990" y="1041978"/>
              <a:ext cx="1087755" cy="0"/>
            </a:xfrm>
            <a:custGeom>
              <a:avLst/>
              <a:gdLst/>
              <a:ahLst/>
              <a:cxnLst/>
              <a:rect l="l" t="t" r="r" b="b"/>
              <a:pathLst>
                <a:path w="1087754" h="0">
                  <a:moveTo>
                    <a:pt x="0" y="0"/>
                  </a:moveTo>
                  <a:lnTo>
                    <a:pt x="1087314" y="0"/>
                  </a:lnTo>
                </a:path>
              </a:pathLst>
            </a:custGeom>
            <a:ln w="10295">
              <a:solidFill>
                <a:srgbClr val="000000"/>
              </a:solidFill>
            </a:ln>
          </p:spPr>
          <p:txBody>
            <a:bodyPr wrap="square" lIns="0" tIns="0" rIns="0" bIns="0" rtlCol="0"/>
            <a:lstStyle/>
            <a:p/>
          </p:txBody>
        </p:sp>
        <p:sp>
          <p:nvSpPr>
            <p:cNvPr id="172" name="object 172" descr=""/>
            <p:cNvSpPr/>
            <p:nvPr/>
          </p:nvSpPr>
          <p:spPr>
            <a:xfrm>
              <a:off x="8911685" y="1005576"/>
              <a:ext cx="115570" cy="73660"/>
            </a:xfrm>
            <a:custGeom>
              <a:avLst/>
              <a:gdLst/>
              <a:ahLst/>
              <a:cxnLst/>
              <a:rect l="l" t="t" r="r" b="b"/>
              <a:pathLst>
                <a:path w="115570" h="73659">
                  <a:moveTo>
                    <a:pt x="0" y="0"/>
                  </a:moveTo>
                  <a:lnTo>
                    <a:pt x="36870" y="37119"/>
                  </a:lnTo>
                  <a:lnTo>
                    <a:pt x="0" y="73235"/>
                  </a:lnTo>
                  <a:lnTo>
                    <a:pt x="115566" y="37119"/>
                  </a:lnTo>
                  <a:lnTo>
                    <a:pt x="0" y="0"/>
                  </a:lnTo>
                  <a:close/>
                </a:path>
              </a:pathLst>
            </a:custGeom>
            <a:solidFill>
              <a:srgbClr val="000000"/>
            </a:solidFill>
          </p:spPr>
          <p:txBody>
            <a:bodyPr wrap="square" lIns="0" tIns="0" rIns="0" bIns="0" rtlCol="0"/>
            <a:lstStyle/>
            <a:p/>
          </p:txBody>
        </p:sp>
        <p:sp>
          <p:nvSpPr>
            <p:cNvPr id="173" name="object 173" descr=""/>
            <p:cNvSpPr/>
            <p:nvPr/>
          </p:nvSpPr>
          <p:spPr>
            <a:xfrm>
              <a:off x="7924052" y="1041979"/>
              <a:ext cx="1500505" cy="1958339"/>
            </a:xfrm>
            <a:custGeom>
              <a:avLst/>
              <a:gdLst/>
              <a:ahLst/>
              <a:cxnLst/>
              <a:rect l="l" t="t" r="r" b="b"/>
              <a:pathLst>
                <a:path w="1500504" h="1958339">
                  <a:moveTo>
                    <a:pt x="1500175" y="534006"/>
                  </a:moveTo>
                  <a:lnTo>
                    <a:pt x="1500175" y="0"/>
                  </a:lnTo>
                </a:path>
                <a:path w="1500504" h="1958339">
                  <a:moveTo>
                    <a:pt x="1500175" y="0"/>
                  </a:moveTo>
                  <a:lnTo>
                    <a:pt x="1347156" y="0"/>
                  </a:lnTo>
                </a:path>
                <a:path w="1500504" h="1958339">
                  <a:moveTo>
                    <a:pt x="0" y="1958238"/>
                  </a:moveTo>
                  <a:lnTo>
                    <a:pt x="1026251" y="1958238"/>
                  </a:lnTo>
                </a:path>
              </a:pathLst>
            </a:custGeom>
            <a:ln w="10381">
              <a:solidFill>
                <a:srgbClr val="000000"/>
              </a:solidFill>
            </a:ln>
          </p:spPr>
          <p:txBody>
            <a:bodyPr wrap="square" lIns="0" tIns="0" rIns="0" bIns="0" rtlCol="0"/>
            <a:lstStyle/>
            <a:p/>
          </p:txBody>
        </p:sp>
        <p:sp>
          <p:nvSpPr>
            <p:cNvPr id="174" name="object 174" descr=""/>
            <p:cNvSpPr/>
            <p:nvPr/>
          </p:nvSpPr>
          <p:spPr>
            <a:xfrm>
              <a:off x="8911685" y="2963799"/>
              <a:ext cx="115570" cy="73660"/>
            </a:xfrm>
            <a:custGeom>
              <a:avLst/>
              <a:gdLst/>
              <a:ahLst/>
              <a:cxnLst/>
              <a:rect l="l" t="t" r="r" b="b"/>
              <a:pathLst>
                <a:path w="115570" h="73660">
                  <a:moveTo>
                    <a:pt x="0" y="0"/>
                  </a:moveTo>
                  <a:lnTo>
                    <a:pt x="36870" y="37119"/>
                  </a:lnTo>
                  <a:lnTo>
                    <a:pt x="0" y="73192"/>
                  </a:lnTo>
                  <a:lnTo>
                    <a:pt x="115566" y="37119"/>
                  </a:lnTo>
                  <a:lnTo>
                    <a:pt x="0" y="0"/>
                  </a:lnTo>
                  <a:close/>
                </a:path>
              </a:pathLst>
            </a:custGeom>
            <a:solidFill>
              <a:srgbClr val="000000"/>
            </a:solidFill>
          </p:spPr>
          <p:txBody>
            <a:bodyPr wrap="square" lIns="0" tIns="0" rIns="0" bIns="0" rtlCol="0"/>
            <a:lstStyle/>
            <a:p/>
          </p:txBody>
        </p:sp>
      </p:grpSp>
      <p:sp>
        <p:nvSpPr>
          <p:cNvPr id="175" name="object 175" descr=""/>
          <p:cNvSpPr txBox="1"/>
          <p:nvPr/>
        </p:nvSpPr>
        <p:spPr>
          <a:xfrm>
            <a:off x="10353026" y="992159"/>
            <a:ext cx="171450" cy="27813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cond</a:t>
            </a:r>
            <a:endParaRPr sz="1000">
              <a:latin typeface="Times New Roman"/>
              <a:cs typeface="Times New Roman"/>
            </a:endParaRPr>
          </a:p>
        </p:txBody>
      </p:sp>
      <p:sp>
        <p:nvSpPr>
          <p:cNvPr id="176" name="object 176" descr=""/>
          <p:cNvSpPr txBox="1"/>
          <p:nvPr/>
        </p:nvSpPr>
        <p:spPr>
          <a:xfrm>
            <a:off x="10346905" y="1748166"/>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177" name="object 177" descr=""/>
          <p:cNvGrpSpPr/>
          <p:nvPr/>
        </p:nvGrpSpPr>
        <p:grpSpPr>
          <a:xfrm>
            <a:off x="10337240" y="2371425"/>
            <a:ext cx="191135" cy="274320"/>
            <a:chOff x="10337240" y="2371425"/>
            <a:chExt cx="191135" cy="274320"/>
          </a:xfrm>
        </p:grpSpPr>
        <p:sp>
          <p:nvSpPr>
            <p:cNvPr id="178" name="object 178" descr=""/>
            <p:cNvSpPr/>
            <p:nvPr/>
          </p:nvSpPr>
          <p:spPr>
            <a:xfrm>
              <a:off x="10342637" y="2376822"/>
              <a:ext cx="180340" cy="263525"/>
            </a:xfrm>
            <a:custGeom>
              <a:avLst/>
              <a:gdLst/>
              <a:ahLst/>
              <a:cxnLst/>
              <a:rect l="l" t="t" r="r" b="b"/>
              <a:pathLst>
                <a:path w="180340" h="263525">
                  <a:moveTo>
                    <a:pt x="180126" y="0"/>
                  </a:moveTo>
                  <a:lnTo>
                    <a:pt x="0" y="0"/>
                  </a:lnTo>
                  <a:lnTo>
                    <a:pt x="0" y="263434"/>
                  </a:lnTo>
                  <a:lnTo>
                    <a:pt x="180126" y="263434"/>
                  </a:lnTo>
                  <a:lnTo>
                    <a:pt x="180126" y="0"/>
                  </a:lnTo>
                  <a:close/>
                </a:path>
              </a:pathLst>
            </a:custGeom>
            <a:solidFill>
              <a:srgbClr val="FFFFFF"/>
            </a:solidFill>
          </p:spPr>
          <p:txBody>
            <a:bodyPr wrap="square" lIns="0" tIns="0" rIns="0" bIns="0" rtlCol="0"/>
            <a:lstStyle/>
            <a:p/>
          </p:txBody>
        </p:sp>
        <p:sp>
          <p:nvSpPr>
            <p:cNvPr id="179" name="object 179" descr=""/>
            <p:cNvSpPr/>
            <p:nvPr/>
          </p:nvSpPr>
          <p:spPr>
            <a:xfrm>
              <a:off x="10342637" y="2376822"/>
              <a:ext cx="180340" cy="263525"/>
            </a:xfrm>
            <a:custGeom>
              <a:avLst/>
              <a:gdLst/>
              <a:ahLst/>
              <a:cxnLst/>
              <a:rect l="l" t="t" r="r" b="b"/>
              <a:pathLst>
                <a:path w="180340" h="263525">
                  <a:moveTo>
                    <a:pt x="0" y="263434"/>
                  </a:moveTo>
                  <a:lnTo>
                    <a:pt x="180126" y="263434"/>
                  </a:lnTo>
                  <a:lnTo>
                    <a:pt x="180126" y="0"/>
                  </a:lnTo>
                  <a:lnTo>
                    <a:pt x="0" y="0"/>
                  </a:lnTo>
                  <a:lnTo>
                    <a:pt x="0" y="263434"/>
                  </a:lnTo>
                  <a:close/>
                </a:path>
              </a:pathLst>
            </a:custGeom>
            <a:ln w="10413">
              <a:solidFill>
                <a:srgbClr val="000000"/>
              </a:solidFill>
            </a:ln>
          </p:spPr>
          <p:txBody>
            <a:bodyPr wrap="square" lIns="0" tIns="0" rIns="0" bIns="0" rtlCol="0"/>
            <a:lstStyle/>
            <a:p/>
          </p:txBody>
        </p:sp>
      </p:grpSp>
      <p:sp>
        <p:nvSpPr>
          <p:cNvPr id="180" name="object 180" descr=""/>
          <p:cNvSpPr txBox="1"/>
          <p:nvPr/>
        </p:nvSpPr>
        <p:spPr>
          <a:xfrm>
            <a:off x="10373657" y="2414525"/>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grpSp>
        <p:nvGrpSpPr>
          <p:cNvPr id="181" name="object 181" descr=""/>
          <p:cNvGrpSpPr/>
          <p:nvPr/>
        </p:nvGrpSpPr>
        <p:grpSpPr>
          <a:xfrm>
            <a:off x="10337240" y="2861146"/>
            <a:ext cx="191135" cy="274320"/>
            <a:chOff x="10337240" y="2861146"/>
            <a:chExt cx="191135" cy="274320"/>
          </a:xfrm>
        </p:grpSpPr>
        <p:sp>
          <p:nvSpPr>
            <p:cNvPr id="182" name="object 182" descr=""/>
            <p:cNvSpPr/>
            <p:nvPr/>
          </p:nvSpPr>
          <p:spPr>
            <a:xfrm>
              <a:off x="10342637" y="2866543"/>
              <a:ext cx="180340" cy="263525"/>
            </a:xfrm>
            <a:custGeom>
              <a:avLst/>
              <a:gdLst/>
              <a:ahLst/>
              <a:cxnLst/>
              <a:rect l="l" t="t" r="r" b="b"/>
              <a:pathLst>
                <a:path w="180340" h="263525">
                  <a:moveTo>
                    <a:pt x="180126" y="0"/>
                  </a:moveTo>
                  <a:lnTo>
                    <a:pt x="0" y="0"/>
                  </a:lnTo>
                  <a:lnTo>
                    <a:pt x="0" y="263434"/>
                  </a:lnTo>
                  <a:lnTo>
                    <a:pt x="180126" y="263434"/>
                  </a:lnTo>
                  <a:lnTo>
                    <a:pt x="180126" y="0"/>
                  </a:lnTo>
                  <a:close/>
                </a:path>
              </a:pathLst>
            </a:custGeom>
            <a:solidFill>
              <a:srgbClr val="FFFFFF"/>
            </a:solidFill>
          </p:spPr>
          <p:txBody>
            <a:bodyPr wrap="square" lIns="0" tIns="0" rIns="0" bIns="0" rtlCol="0"/>
            <a:lstStyle/>
            <a:p/>
          </p:txBody>
        </p:sp>
        <p:sp>
          <p:nvSpPr>
            <p:cNvPr id="183" name="object 183" descr=""/>
            <p:cNvSpPr/>
            <p:nvPr/>
          </p:nvSpPr>
          <p:spPr>
            <a:xfrm>
              <a:off x="10342637" y="2866543"/>
              <a:ext cx="180340" cy="263525"/>
            </a:xfrm>
            <a:custGeom>
              <a:avLst/>
              <a:gdLst/>
              <a:ahLst/>
              <a:cxnLst/>
              <a:rect l="l" t="t" r="r" b="b"/>
              <a:pathLst>
                <a:path w="180340" h="263525">
                  <a:moveTo>
                    <a:pt x="0" y="263434"/>
                  </a:moveTo>
                  <a:lnTo>
                    <a:pt x="180126" y="263434"/>
                  </a:lnTo>
                  <a:lnTo>
                    <a:pt x="180126" y="0"/>
                  </a:lnTo>
                  <a:lnTo>
                    <a:pt x="0" y="0"/>
                  </a:lnTo>
                  <a:lnTo>
                    <a:pt x="0" y="263434"/>
                  </a:lnTo>
                  <a:close/>
                </a:path>
              </a:pathLst>
            </a:custGeom>
            <a:ln w="10413">
              <a:solidFill>
                <a:srgbClr val="000000"/>
              </a:solidFill>
            </a:ln>
          </p:spPr>
          <p:txBody>
            <a:bodyPr wrap="square" lIns="0" tIns="0" rIns="0" bIns="0" rtlCol="0"/>
            <a:lstStyle/>
            <a:p/>
          </p:txBody>
        </p:sp>
      </p:grpSp>
      <p:sp>
        <p:nvSpPr>
          <p:cNvPr id="184" name="object 184" descr=""/>
          <p:cNvSpPr txBox="1"/>
          <p:nvPr/>
        </p:nvSpPr>
        <p:spPr>
          <a:xfrm>
            <a:off x="10360687" y="2903543"/>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85" name="object 185" descr=""/>
          <p:cNvGrpSpPr/>
          <p:nvPr/>
        </p:nvGrpSpPr>
        <p:grpSpPr>
          <a:xfrm>
            <a:off x="9265811" y="2371425"/>
            <a:ext cx="2487295" cy="666115"/>
            <a:chOff x="9265811" y="2371425"/>
            <a:chExt cx="2487295" cy="666115"/>
          </a:xfrm>
        </p:grpSpPr>
        <p:sp>
          <p:nvSpPr>
            <p:cNvPr id="186" name="object 186" descr=""/>
            <p:cNvSpPr/>
            <p:nvPr/>
          </p:nvSpPr>
          <p:spPr>
            <a:xfrm>
              <a:off x="9271208" y="3000217"/>
              <a:ext cx="965200" cy="0"/>
            </a:xfrm>
            <a:custGeom>
              <a:avLst/>
              <a:gdLst/>
              <a:ahLst/>
              <a:cxnLst/>
              <a:rect l="l" t="t" r="r" b="b"/>
              <a:pathLst>
                <a:path w="965200" h="0">
                  <a:moveTo>
                    <a:pt x="0" y="0"/>
                  </a:moveTo>
                  <a:lnTo>
                    <a:pt x="964898" y="0"/>
                  </a:lnTo>
                </a:path>
              </a:pathLst>
            </a:custGeom>
            <a:ln w="10295">
              <a:solidFill>
                <a:srgbClr val="000000"/>
              </a:solidFill>
            </a:ln>
          </p:spPr>
          <p:txBody>
            <a:bodyPr wrap="square" lIns="0" tIns="0" rIns="0" bIns="0" rtlCol="0"/>
            <a:lstStyle/>
            <a:p/>
          </p:txBody>
        </p:sp>
        <p:sp>
          <p:nvSpPr>
            <p:cNvPr id="187" name="object 187" descr=""/>
            <p:cNvSpPr/>
            <p:nvPr/>
          </p:nvSpPr>
          <p:spPr>
            <a:xfrm>
              <a:off x="10197487" y="2963799"/>
              <a:ext cx="115570" cy="73660"/>
            </a:xfrm>
            <a:custGeom>
              <a:avLst/>
              <a:gdLst/>
              <a:ahLst/>
              <a:cxnLst/>
              <a:rect l="l" t="t" r="r" b="b"/>
              <a:pathLst>
                <a:path w="115570" h="73660">
                  <a:moveTo>
                    <a:pt x="0" y="0"/>
                  </a:moveTo>
                  <a:lnTo>
                    <a:pt x="36870" y="37119"/>
                  </a:lnTo>
                  <a:lnTo>
                    <a:pt x="0" y="73192"/>
                  </a:lnTo>
                  <a:lnTo>
                    <a:pt x="115566" y="37119"/>
                  </a:lnTo>
                  <a:lnTo>
                    <a:pt x="0" y="0"/>
                  </a:lnTo>
                  <a:close/>
                </a:path>
              </a:pathLst>
            </a:custGeom>
            <a:solidFill>
              <a:srgbClr val="000000"/>
            </a:solidFill>
          </p:spPr>
          <p:txBody>
            <a:bodyPr wrap="square" lIns="0" tIns="0" rIns="0" bIns="0" rtlCol="0"/>
            <a:lstStyle/>
            <a:p/>
          </p:txBody>
        </p:sp>
        <p:sp>
          <p:nvSpPr>
            <p:cNvPr id="188" name="object 188" descr=""/>
            <p:cNvSpPr/>
            <p:nvPr/>
          </p:nvSpPr>
          <p:spPr>
            <a:xfrm>
              <a:off x="9332562" y="2510123"/>
              <a:ext cx="903605" cy="2540"/>
            </a:xfrm>
            <a:custGeom>
              <a:avLst/>
              <a:gdLst/>
              <a:ahLst/>
              <a:cxnLst/>
              <a:rect l="l" t="t" r="r" b="b"/>
              <a:pathLst>
                <a:path w="903604" h="2539">
                  <a:moveTo>
                    <a:pt x="0" y="2479"/>
                  </a:moveTo>
                  <a:lnTo>
                    <a:pt x="903544" y="0"/>
                  </a:lnTo>
                </a:path>
              </a:pathLst>
            </a:custGeom>
            <a:ln w="10295">
              <a:solidFill>
                <a:srgbClr val="000000"/>
              </a:solidFill>
            </a:ln>
          </p:spPr>
          <p:txBody>
            <a:bodyPr wrap="square" lIns="0" tIns="0" rIns="0" bIns="0" rtlCol="0"/>
            <a:lstStyle/>
            <a:p/>
          </p:txBody>
        </p:sp>
        <p:sp>
          <p:nvSpPr>
            <p:cNvPr id="189" name="object 189" descr=""/>
            <p:cNvSpPr/>
            <p:nvPr/>
          </p:nvSpPr>
          <p:spPr>
            <a:xfrm>
              <a:off x="10197487" y="2474064"/>
              <a:ext cx="115570" cy="73660"/>
            </a:xfrm>
            <a:custGeom>
              <a:avLst/>
              <a:gdLst/>
              <a:ahLst/>
              <a:cxnLst/>
              <a:rect l="l" t="t" r="r" b="b"/>
              <a:pathLst>
                <a:path w="115570" h="73660">
                  <a:moveTo>
                    <a:pt x="0" y="0"/>
                  </a:moveTo>
                  <a:lnTo>
                    <a:pt x="36870" y="36059"/>
                  </a:lnTo>
                  <a:lnTo>
                    <a:pt x="0" y="73192"/>
                  </a:lnTo>
                  <a:lnTo>
                    <a:pt x="115566" y="36059"/>
                  </a:lnTo>
                  <a:lnTo>
                    <a:pt x="0" y="0"/>
                  </a:lnTo>
                  <a:close/>
                </a:path>
              </a:pathLst>
            </a:custGeom>
            <a:solidFill>
              <a:srgbClr val="000000"/>
            </a:solidFill>
          </p:spPr>
          <p:txBody>
            <a:bodyPr wrap="square" lIns="0" tIns="0" rIns="0" bIns="0" rtlCol="0"/>
            <a:lstStyle/>
            <a:p/>
          </p:txBody>
        </p:sp>
        <p:sp>
          <p:nvSpPr>
            <p:cNvPr id="190" name="object 190" descr=""/>
            <p:cNvSpPr/>
            <p:nvPr/>
          </p:nvSpPr>
          <p:spPr>
            <a:xfrm>
              <a:off x="10557011" y="2510123"/>
              <a:ext cx="122555" cy="0"/>
            </a:xfrm>
            <a:custGeom>
              <a:avLst/>
              <a:gdLst/>
              <a:ahLst/>
              <a:cxnLst/>
              <a:rect l="l" t="t" r="r" b="b"/>
              <a:pathLst>
                <a:path w="122554" h="0">
                  <a:moveTo>
                    <a:pt x="0" y="0"/>
                  </a:moveTo>
                  <a:lnTo>
                    <a:pt x="122415" y="0"/>
                  </a:lnTo>
                </a:path>
              </a:pathLst>
            </a:custGeom>
            <a:ln w="10295">
              <a:solidFill>
                <a:srgbClr val="000000"/>
              </a:solidFill>
            </a:ln>
          </p:spPr>
          <p:txBody>
            <a:bodyPr wrap="square" lIns="0" tIns="0" rIns="0" bIns="0" rtlCol="0"/>
            <a:lstStyle/>
            <a:p/>
          </p:txBody>
        </p:sp>
        <p:sp>
          <p:nvSpPr>
            <p:cNvPr id="191" name="object 191" descr=""/>
            <p:cNvSpPr/>
            <p:nvPr/>
          </p:nvSpPr>
          <p:spPr>
            <a:xfrm>
              <a:off x="11567086" y="2376822"/>
              <a:ext cx="180975" cy="441959"/>
            </a:xfrm>
            <a:custGeom>
              <a:avLst/>
              <a:gdLst/>
              <a:ahLst/>
              <a:cxnLst/>
              <a:rect l="l" t="t" r="r" b="b"/>
              <a:pathLst>
                <a:path w="180975" h="441960">
                  <a:moveTo>
                    <a:pt x="180490" y="0"/>
                  </a:moveTo>
                  <a:lnTo>
                    <a:pt x="0" y="0"/>
                  </a:lnTo>
                  <a:lnTo>
                    <a:pt x="0" y="441637"/>
                  </a:lnTo>
                  <a:lnTo>
                    <a:pt x="180490" y="441637"/>
                  </a:lnTo>
                  <a:lnTo>
                    <a:pt x="180490" y="0"/>
                  </a:lnTo>
                  <a:close/>
                </a:path>
              </a:pathLst>
            </a:custGeom>
            <a:solidFill>
              <a:srgbClr val="FFFFFF"/>
            </a:solidFill>
          </p:spPr>
          <p:txBody>
            <a:bodyPr wrap="square" lIns="0" tIns="0" rIns="0" bIns="0" rtlCol="0"/>
            <a:lstStyle/>
            <a:p/>
          </p:txBody>
        </p:sp>
        <p:sp>
          <p:nvSpPr>
            <p:cNvPr id="192" name="object 192" descr=""/>
            <p:cNvSpPr/>
            <p:nvPr/>
          </p:nvSpPr>
          <p:spPr>
            <a:xfrm>
              <a:off x="11567086" y="2376822"/>
              <a:ext cx="180975" cy="441959"/>
            </a:xfrm>
            <a:custGeom>
              <a:avLst/>
              <a:gdLst/>
              <a:ahLst/>
              <a:cxnLst/>
              <a:rect l="l" t="t" r="r" b="b"/>
              <a:pathLst>
                <a:path w="180975" h="441960">
                  <a:moveTo>
                    <a:pt x="0" y="441637"/>
                  </a:moveTo>
                  <a:lnTo>
                    <a:pt x="180490" y="441637"/>
                  </a:lnTo>
                  <a:lnTo>
                    <a:pt x="180490" y="0"/>
                  </a:lnTo>
                  <a:lnTo>
                    <a:pt x="0" y="0"/>
                  </a:lnTo>
                  <a:lnTo>
                    <a:pt x="0" y="441637"/>
                  </a:lnTo>
                  <a:close/>
                </a:path>
              </a:pathLst>
            </a:custGeom>
            <a:ln w="10443">
              <a:solidFill>
                <a:srgbClr val="000000"/>
              </a:solidFill>
            </a:ln>
          </p:spPr>
          <p:txBody>
            <a:bodyPr wrap="square" lIns="0" tIns="0" rIns="0" bIns="0" rtlCol="0"/>
            <a:lstStyle/>
            <a:p/>
          </p:txBody>
        </p:sp>
      </p:grpSp>
      <p:sp>
        <p:nvSpPr>
          <p:cNvPr id="193" name="object 193" descr=""/>
          <p:cNvSpPr txBox="1"/>
          <p:nvPr/>
        </p:nvSpPr>
        <p:spPr>
          <a:xfrm>
            <a:off x="11563776" y="1898794"/>
            <a:ext cx="171450" cy="31369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LMD</a:t>
            </a:r>
            <a:endParaRPr sz="1000">
              <a:latin typeface="Times New Roman"/>
              <a:cs typeface="Times New Roman"/>
            </a:endParaRPr>
          </a:p>
        </p:txBody>
      </p:sp>
      <p:sp>
        <p:nvSpPr>
          <p:cNvPr id="194" name="object 194" descr=""/>
          <p:cNvSpPr txBox="1"/>
          <p:nvPr/>
        </p:nvSpPr>
        <p:spPr>
          <a:xfrm>
            <a:off x="11574269" y="2415746"/>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195" name="object 195" descr=""/>
          <p:cNvGrpSpPr/>
          <p:nvPr/>
        </p:nvGrpSpPr>
        <p:grpSpPr>
          <a:xfrm>
            <a:off x="11561688" y="2861146"/>
            <a:ext cx="191770" cy="274320"/>
            <a:chOff x="11561688" y="2861146"/>
            <a:chExt cx="191770" cy="274320"/>
          </a:xfrm>
        </p:grpSpPr>
        <p:sp>
          <p:nvSpPr>
            <p:cNvPr id="196" name="object 196" descr=""/>
            <p:cNvSpPr/>
            <p:nvPr/>
          </p:nvSpPr>
          <p:spPr>
            <a:xfrm>
              <a:off x="11567086" y="2866543"/>
              <a:ext cx="180975" cy="263525"/>
            </a:xfrm>
            <a:custGeom>
              <a:avLst/>
              <a:gdLst/>
              <a:ahLst/>
              <a:cxnLst/>
              <a:rect l="l" t="t" r="r" b="b"/>
              <a:pathLst>
                <a:path w="180975" h="263525">
                  <a:moveTo>
                    <a:pt x="180490" y="0"/>
                  </a:moveTo>
                  <a:lnTo>
                    <a:pt x="0" y="0"/>
                  </a:lnTo>
                  <a:lnTo>
                    <a:pt x="0" y="263434"/>
                  </a:lnTo>
                  <a:lnTo>
                    <a:pt x="180490" y="263434"/>
                  </a:lnTo>
                  <a:lnTo>
                    <a:pt x="180490" y="0"/>
                  </a:lnTo>
                  <a:close/>
                </a:path>
              </a:pathLst>
            </a:custGeom>
            <a:solidFill>
              <a:srgbClr val="FFFFFF"/>
            </a:solidFill>
          </p:spPr>
          <p:txBody>
            <a:bodyPr wrap="square" lIns="0" tIns="0" rIns="0" bIns="0" rtlCol="0"/>
            <a:lstStyle/>
            <a:p/>
          </p:txBody>
        </p:sp>
        <p:sp>
          <p:nvSpPr>
            <p:cNvPr id="197" name="object 197" descr=""/>
            <p:cNvSpPr/>
            <p:nvPr/>
          </p:nvSpPr>
          <p:spPr>
            <a:xfrm>
              <a:off x="11567086" y="2866543"/>
              <a:ext cx="180975" cy="263525"/>
            </a:xfrm>
            <a:custGeom>
              <a:avLst/>
              <a:gdLst/>
              <a:ahLst/>
              <a:cxnLst/>
              <a:rect l="l" t="t" r="r" b="b"/>
              <a:pathLst>
                <a:path w="180975" h="263525">
                  <a:moveTo>
                    <a:pt x="0" y="263434"/>
                  </a:moveTo>
                  <a:lnTo>
                    <a:pt x="180490" y="263434"/>
                  </a:lnTo>
                  <a:lnTo>
                    <a:pt x="180490" y="0"/>
                  </a:lnTo>
                  <a:lnTo>
                    <a:pt x="0" y="0"/>
                  </a:lnTo>
                  <a:lnTo>
                    <a:pt x="0" y="263434"/>
                  </a:lnTo>
                  <a:close/>
                </a:path>
              </a:pathLst>
            </a:custGeom>
            <a:ln w="10413">
              <a:solidFill>
                <a:srgbClr val="000000"/>
              </a:solidFill>
            </a:ln>
          </p:spPr>
          <p:txBody>
            <a:bodyPr wrap="square" lIns="0" tIns="0" rIns="0" bIns="0" rtlCol="0"/>
            <a:lstStyle/>
            <a:p/>
          </p:txBody>
        </p:sp>
      </p:grpSp>
      <p:sp>
        <p:nvSpPr>
          <p:cNvPr id="198" name="object 198" descr=""/>
          <p:cNvSpPr txBox="1"/>
          <p:nvPr/>
        </p:nvSpPr>
        <p:spPr>
          <a:xfrm>
            <a:off x="11578287" y="2899301"/>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99" name="object 199" descr=""/>
          <p:cNvGrpSpPr/>
          <p:nvPr/>
        </p:nvGrpSpPr>
        <p:grpSpPr>
          <a:xfrm>
            <a:off x="6265685" y="191859"/>
            <a:ext cx="5705475" cy="3081020"/>
            <a:chOff x="6265685" y="191859"/>
            <a:chExt cx="5705475" cy="3081020"/>
          </a:xfrm>
        </p:grpSpPr>
        <p:sp>
          <p:nvSpPr>
            <p:cNvPr id="200" name="object 200" descr=""/>
            <p:cNvSpPr/>
            <p:nvPr/>
          </p:nvSpPr>
          <p:spPr>
            <a:xfrm>
              <a:off x="10557011" y="3000217"/>
              <a:ext cx="903605" cy="0"/>
            </a:xfrm>
            <a:custGeom>
              <a:avLst/>
              <a:gdLst/>
              <a:ahLst/>
              <a:cxnLst/>
              <a:rect l="l" t="t" r="r" b="b"/>
              <a:pathLst>
                <a:path w="903604" h="0">
                  <a:moveTo>
                    <a:pt x="0" y="0"/>
                  </a:moveTo>
                  <a:lnTo>
                    <a:pt x="903544" y="0"/>
                  </a:lnTo>
                </a:path>
              </a:pathLst>
            </a:custGeom>
            <a:ln w="10295">
              <a:solidFill>
                <a:srgbClr val="000000"/>
              </a:solidFill>
            </a:ln>
          </p:spPr>
          <p:txBody>
            <a:bodyPr wrap="square" lIns="0" tIns="0" rIns="0" bIns="0" rtlCol="0"/>
            <a:lstStyle/>
            <a:p/>
          </p:txBody>
        </p:sp>
        <p:sp>
          <p:nvSpPr>
            <p:cNvPr id="201" name="object 201" descr=""/>
            <p:cNvSpPr/>
            <p:nvPr/>
          </p:nvSpPr>
          <p:spPr>
            <a:xfrm>
              <a:off x="11421936" y="2963799"/>
              <a:ext cx="115570" cy="73660"/>
            </a:xfrm>
            <a:custGeom>
              <a:avLst/>
              <a:gdLst/>
              <a:ahLst/>
              <a:cxnLst/>
              <a:rect l="l" t="t" r="r" b="b"/>
              <a:pathLst>
                <a:path w="115570" h="73660">
                  <a:moveTo>
                    <a:pt x="0" y="0"/>
                  </a:moveTo>
                  <a:lnTo>
                    <a:pt x="36870" y="37119"/>
                  </a:lnTo>
                  <a:lnTo>
                    <a:pt x="0" y="73192"/>
                  </a:lnTo>
                  <a:lnTo>
                    <a:pt x="115566" y="37119"/>
                  </a:lnTo>
                  <a:lnTo>
                    <a:pt x="0" y="0"/>
                  </a:lnTo>
                  <a:close/>
                </a:path>
              </a:pathLst>
            </a:custGeom>
            <a:solidFill>
              <a:srgbClr val="000000"/>
            </a:solidFill>
          </p:spPr>
          <p:txBody>
            <a:bodyPr wrap="square" lIns="0" tIns="0" rIns="0" bIns="0" rtlCol="0"/>
            <a:lstStyle/>
            <a:p/>
          </p:txBody>
        </p:sp>
        <p:sp>
          <p:nvSpPr>
            <p:cNvPr id="202" name="object 202" descr=""/>
            <p:cNvSpPr/>
            <p:nvPr/>
          </p:nvSpPr>
          <p:spPr>
            <a:xfrm>
              <a:off x="10740780" y="2599583"/>
              <a:ext cx="720090" cy="0"/>
            </a:xfrm>
            <a:custGeom>
              <a:avLst/>
              <a:gdLst/>
              <a:ahLst/>
              <a:cxnLst/>
              <a:rect l="l" t="t" r="r" b="b"/>
              <a:pathLst>
                <a:path w="720090" h="0">
                  <a:moveTo>
                    <a:pt x="0" y="0"/>
                  </a:moveTo>
                  <a:lnTo>
                    <a:pt x="719775" y="0"/>
                  </a:lnTo>
                </a:path>
              </a:pathLst>
            </a:custGeom>
            <a:ln w="10295">
              <a:solidFill>
                <a:srgbClr val="000000"/>
              </a:solidFill>
            </a:ln>
          </p:spPr>
          <p:txBody>
            <a:bodyPr wrap="square" lIns="0" tIns="0" rIns="0" bIns="0" rtlCol="0"/>
            <a:lstStyle/>
            <a:p/>
          </p:txBody>
        </p:sp>
        <p:sp>
          <p:nvSpPr>
            <p:cNvPr id="203" name="object 203" descr=""/>
            <p:cNvSpPr/>
            <p:nvPr/>
          </p:nvSpPr>
          <p:spPr>
            <a:xfrm>
              <a:off x="11421936" y="2563524"/>
              <a:ext cx="115570" cy="73660"/>
            </a:xfrm>
            <a:custGeom>
              <a:avLst/>
              <a:gdLst/>
              <a:ahLst/>
              <a:cxnLst/>
              <a:rect l="l" t="t" r="r" b="b"/>
              <a:pathLst>
                <a:path w="115570" h="73660">
                  <a:moveTo>
                    <a:pt x="0" y="0"/>
                  </a:moveTo>
                  <a:lnTo>
                    <a:pt x="36870" y="36059"/>
                  </a:lnTo>
                  <a:lnTo>
                    <a:pt x="0" y="73192"/>
                  </a:lnTo>
                  <a:lnTo>
                    <a:pt x="115566" y="36059"/>
                  </a:lnTo>
                  <a:lnTo>
                    <a:pt x="0" y="0"/>
                  </a:lnTo>
                  <a:close/>
                </a:path>
              </a:pathLst>
            </a:custGeom>
            <a:solidFill>
              <a:srgbClr val="000000"/>
            </a:solidFill>
          </p:spPr>
          <p:txBody>
            <a:bodyPr wrap="square" lIns="0" tIns="0" rIns="0" bIns="0" rtlCol="0"/>
            <a:lstStyle/>
            <a:p/>
          </p:txBody>
        </p:sp>
        <p:sp>
          <p:nvSpPr>
            <p:cNvPr id="204" name="object 204" descr=""/>
            <p:cNvSpPr/>
            <p:nvPr/>
          </p:nvSpPr>
          <p:spPr>
            <a:xfrm>
              <a:off x="7036378" y="953264"/>
              <a:ext cx="4806950" cy="1646555"/>
            </a:xfrm>
            <a:custGeom>
              <a:avLst/>
              <a:gdLst/>
              <a:ahLst/>
              <a:cxnLst/>
              <a:rect l="l" t="t" r="r" b="b"/>
              <a:pathLst>
                <a:path w="4806950" h="1646555">
                  <a:moveTo>
                    <a:pt x="4745081" y="1646319"/>
                  </a:moveTo>
                  <a:lnTo>
                    <a:pt x="4806581" y="1646319"/>
                  </a:lnTo>
                </a:path>
                <a:path w="4806950" h="1646555">
                  <a:moveTo>
                    <a:pt x="0" y="0"/>
                  </a:moveTo>
                  <a:lnTo>
                    <a:pt x="76888" y="0"/>
                  </a:lnTo>
                </a:path>
              </a:pathLst>
            </a:custGeom>
            <a:ln w="10381">
              <a:solidFill>
                <a:srgbClr val="000000"/>
              </a:solidFill>
            </a:ln>
          </p:spPr>
          <p:txBody>
            <a:bodyPr wrap="square" lIns="0" tIns="0" rIns="0" bIns="0" rtlCol="0"/>
            <a:lstStyle/>
            <a:p/>
          </p:txBody>
        </p:sp>
        <p:sp>
          <p:nvSpPr>
            <p:cNvPr id="205" name="object 205" descr=""/>
            <p:cNvSpPr/>
            <p:nvPr/>
          </p:nvSpPr>
          <p:spPr>
            <a:xfrm>
              <a:off x="7074997" y="917148"/>
              <a:ext cx="115570" cy="73660"/>
            </a:xfrm>
            <a:custGeom>
              <a:avLst/>
              <a:gdLst/>
              <a:ahLst/>
              <a:cxnLst/>
              <a:rect l="l" t="t" r="r" b="b"/>
              <a:pathLst>
                <a:path w="115570" h="73659">
                  <a:moveTo>
                    <a:pt x="0" y="0"/>
                  </a:moveTo>
                  <a:lnTo>
                    <a:pt x="36462" y="36116"/>
                  </a:lnTo>
                  <a:lnTo>
                    <a:pt x="0" y="73235"/>
                  </a:lnTo>
                  <a:lnTo>
                    <a:pt x="115158" y="36116"/>
                  </a:lnTo>
                  <a:lnTo>
                    <a:pt x="0" y="0"/>
                  </a:lnTo>
                  <a:close/>
                </a:path>
              </a:pathLst>
            </a:custGeom>
            <a:solidFill>
              <a:srgbClr val="000000"/>
            </a:solidFill>
          </p:spPr>
          <p:txBody>
            <a:bodyPr wrap="square" lIns="0" tIns="0" rIns="0" bIns="0" rtlCol="0"/>
            <a:lstStyle/>
            <a:p/>
          </p:txBody>
        </p:sp>
        <p:sp>
          <p:nvSpPr>
            <p:cNvPr id="206" name="object 206" descr=""/>
            <p:cNvSpPr/>
            <p:nvPr/>
          </p:nvSpPr>
          <p:spPr>
            <a:xfrm>
              <a:off x="6271083" y="197257"/>
              <a:ext cx="5694680" cy="3070225"/>
            </a:xfrm>
            <a:custGeom>
              <a:avLst/>
              <a:gdLst/>
              <a:ahLst/>
              <a:cxnLst/>
              <a:rect l="l" t="t" r="r" b="b"/>
              <a:pathLst>
                <a:path w="5694680" h="3070225">
                  <a:moveTo>
                    <a:pt x="765295" y="756007"/>
                  </a:moveTo>
                  <a:lnTo>
                    <a:pt x="765295" y="0"/>
                  </a:lnTo>
                </a:path>
                <a:path w="5694680" h="3070225">
                  <a:moveTo>
                    <a:pt x="0" y="534006"/>
                  </a:moveTo>
                  <a:lnTo>
                    <a:pt x="1193779" y="534006"/>
                  </a:lnTo>
                </a:path>
                <a:path w="5694680" h="3070225">
                  <a:moveTo>
                    <a:pt x="1193779" y="534006"/>
                  </a:moveTo>
                  <a:lnTo>
                    <a:pt x="1193779" y="844721"/>
                  </a:lnTo>
                </a:path>
                <a:path w="5694680" h="3070225">
                  <a:moveTo>
                    <a:pt x="1010039" y="622290"/>
                  </a:moveTo>
                  <a:lnTo>
                    <a:pt x="1010039" y="88714"/>
                  </a:lnTo>
                </a:path>
                <a:path w="5694680" h="3070225">
                  <a:moveTo>
                    <a:pt x="1010039" y="88714"/>
                  </a:moveTo>
                  <a:lnTo>
                    <a:pt x="4377739" y="88714"/>
                  </a:lnTo>
                </a:path>
                <a:path w="5694680" h="3070225">
                  <a:moveTo>
                    <a:pt x="4377739" y="88714"/>
                  </a:moveTo>
                  <a:lnTo>
                    <a:pt x="4377739" y="934152"/>
                  </a:lnTo>
                </a:path>
                <a:path w="5694680" h="3070225">
                  <a:moveTo>
                    <a:pt x="4285927" y="934152"/>
                  </a:moveTo>
                  <a:lnTo>
                    <a:pt x="4377739" y="934152"/>
                  </a:lnTo>
                </a:path>
                <a:path w="5694680" h="3070225">
                  <a:moveTo>
                    <a:pt x="1805989" y="1823876"/>
                  </a:moveTo>
                  <a:lnTo>
                    <a:pt x="1805989" y="3069920"/>
                  </a:lnTo>
                </a:path>
                <a:path w="5694680" h="3070225">
                  <a:moveTo>
                    <a:pt x="1805989" y="3069920"/>
                  </a:moveTo>
                  <a:lnTo>
                    <a:pt x="5694146" y="3069920"/>
                  </a:lnTo>
                </a:path>
                <a:path w="5694680" h="3070225">
                  <a:moveTo>
                    <a:pt x="5510376" y="2802960"/>
                  </a:moveTo>
                  <a:lnTo>
                    <a:pt x="5694146" y="2802960"/>
                  </a:lnTo>
                </a:path>
                <a:path w="5694680" h="3070225">
                  <a:moveTo>
                    <a:pt x="5694146" y="2802960"/>
                  </a:moveTo>
                  <a:lnTo>
                    <a:pt x="5694146" y="3069920"/>
                  </a:lnTo>
                </a:path>
              </a:pathLst>
            </a:custGeom>
            <a:ln w="10381">
              <a:solidFill>
                <a:srgbClr val="000000"/>
              </a:solidFill>
            </a:ln>
          </p:spPr>
          <p:txBody>
            <a:bodyPr wrap="square" lIns="0" tIns="0" rIns="0" bIns="0" rtlCol="0"/>
            <a:lstStyle/>
            <a:p/>
          </p:txBody>
        </p:sp>
      </p:grpSp>
      <p:sp>
        <p:nvSpPr>
          <p:cNvPr id="207" name="object 207" descr=""/>
          <p:cNvSpPr txBox="1"/>
          <p:nvPr/>
        </p:nvSpPr>
        <p:spPr>
          <a:xfrm>
            <a:off x="10067472" y="439647"/>
            <a:ext cx="55118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EX/MEM</a:t>
            </a:r>
            <a:endParaRPr sz="1000">
              <a:latin typeface="Times New Roman"/>
              <a:cs typeface="Times New Roman"/>
            </a:endParaRPr>
          </a:p>
        </p:txBody>
      </p:sp>
      <p:sp>
        <p:nvSpPr>
          <p:cNvPr id="208" name="object 208" descr=""/>
          <p:cNvSpPr txBox="1"/>
          <p:nvPr/>
        </p:nvSpPr>
        <p:spPr>
          <a:xfrm>
            <a:off x="8965439" y="439647"/>
            <a:ext cx="3759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ID/EX</a:t>
            </a:r>
            <a:endParaRPr sz="1000">
              <a:latin typeface="Times New Roman"/>
              <a:cs typeface="Times New Roman"/>
            </a:endParaRPr>
          </a:p>
        </p:txBody>
      </p:sp>
      <p:sp>
        <p:nvSpPr>
          <p:cNvPr id="209" name="object 209" descr=""/>
          <p:cNvSpPr txBox="1"/>
          <p:nvPr/>
        </p:nvSpPr>
        <p:spPr>
          <a:xfrm>
            <a:off x="7576341" y="439647"/>
            <a:ext cx="31750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IF/ID</a:t>
            </a:r>
            <a:endParaRPr sz="1000">
              <a:latin typeface="Times New Roman"/>
              <a:cs typeface="Times New Roman"/>
            </a:endParaRPr>
          </a:p>
        </p:txBody>
      </p:sp>
      <p:grpSp>
        <p:nvGrpSpPr>
          <p:cNvPr id="210" name="object 210" descr=""/>
          <p:cNvGrpSpPr/>
          <p:nvPr/>
        </p:nvGrpSpPr>
        <p:grpSpPr>
          <a:xfrm>
            <a:off x="7440528" y="1015281"/>
            <a:ext cx="3317875" cy="1163955"/>
            <a:chOff x="7440528" y="1015281"/>
            <a:chExt cx="3317875" cy="1163955"/>
          </a:xfrm>
        </p:grpSpPr>
        <p:sp>
          <p:nvSpPr>
            <p:cNvPr id="211" name="object 211" descr=""/>
            <p:cNvSpPr/>
            <p:nvPr/>
          </p:nvSpPr>
          <p:spPr>
            <a:xfrm>
              <a:off x="10720523" y="1909058"/>
              <a:ext cx="33020" cy="40640"/>
            </a:xfrm>
            <a:custGeom>
              <a:avLst/>
              <a:gdLst/>
              <a:ahLst/>
              <a:cxnLst/>
              <a:rect l="l" t="t" r="r" b="b"/>
              <a:pathLst>
                <a:path w="33020" h="40639">
                  <a:moveTo>
                    <a:pt x="15884" y="0"/>
                  </a:moveTo>
                  <a:lnTo>
                    <a:pt x="6995" y="0"/>
                  </a:lnTo>
                  <a:lnTo>
                    <a:pt x="0" y="8742"/>
                  </a:lnTo>
                  <a:lnTo>
                    <a:pt x="0" y="19778"/>
                  </a:lnTo>
                  <a:lnTo>
                    <a:pt x="1231" y="27801"/>
                  </a:lnTo>
                  <a:lnTo>
                    <a:pt x="4608" y="34414"/>
                  </a:lnTo>
                  <a:lnTo>
                    <a:pt x="9652" y="38904"/>
                  </a:lnTo>
                  <a:lnTo>
                    <a:pt x="15884" y="40559"/>
                  </a:lnTo>
                  <a:lnTo>
                    <a:pt x="22169" y="38904"/>
                  </a:lnTo>
                  <a:lnTo>
                    <a:pt x="27470" y="34414"/>
                  </a:lnTo>
                  <a:lnTo>
                    <a:pt x="31132" y="27801"/>
                  </a:lnTo>
                  <a:lnTo>
                    <a:pt x="32498" y="19778"/>
                  </a:lnTo>
                  <a:lnTo>
                    <a:pt x="31132" y="12032"/>
                  </a:lnTo>
                  <a:lnTo>
                    <a:pt x="27470" y="5750"/>
                  </a:lnTo>
                  <a:lnTo>
                    <a:pt x="22169" y="1538"/>
                  </a:lnTo>
                  <a:lnTo>
                    <a:pt x="15884" y="0"/>
                  </a:lnTo>
                  <a:close/>
                </a:path>
              </a:pathLst>
            </a:custGeom>
            <a:solidFill>
              <a:srgbClr val="000000"/>
            </a:solidFill>
          </p:spPr>
          <p:txBody>
            <a:bodyPr wrap="square" lIns="0" tIns="0" rIns="0" bIns="0" rtlCol="0"/>
            <a:lstStyle/>
            <a:p/>
          </p:txBody>
        </p:sp>
        <p:sp>
          <p:nvSpPr>
            <p:cNvPr id="212" name="object 212" descr=""/>
            <p:cNvSpPr/>
            <p:nvPr/>
          </p:nvSpPr>
          <p:spPr>
            <a:xfrm>
              <a:off x="10720523" y="1909058"/>
              <a:ext cx="33020" cy="40640"/>
            </a:xfrm>
            <a:custGeom>
              <a:avLst/>
              <a:gdLst/>
              <a:ahLst/>
              <a:cxnLst/>
              <a:rect l="l" t="t" r="r" b="b"/>
              <a:pathLst>
                <a:path w="33020" h="40639">
                  <a:moveTo>
                    <a:pt x="0" y="19778"/>
                  </a:moveTo>
                  <a:lnTo>
                    <a:pt x="1231" y="27801"/>
                  </a:lnTo>
                  <a:lnTo>
                    <a:pt x="4608" y="34414"/>
                  </a:lnTo>
                  <a:lnTo>
                    <a:pt x="9652" y="38904"/>
                  </a:lnTo>
                  <a:lnTo>
                    <a:pt x="15884" y="40559"/>
                  </a:lnTo>
                  <a:lnTo>
                    <a:pt x="22169" y="38904"/>
                  </a:lnTo>
                  <a:lnTo>
                    <a:pt x="27470" y="34414"/>
                  </a:lnTo>
                  <a:lnTo>
                    <a:pt x="31132" y="27801"/>
                  </a:lnTo>
                  <a:lnTo>
                    <a:pt x="32498" y="19778"/>
                  </a:lnTo>
                  <a:lnTo>
                    <a:pt x="31132" y="12032"/>
                  </a:lnTo>
                  <a:lnTo>
                    <a:pt x="27470" y="5750"/>
                  </a:lnTo>
                  <a:lnTo>
                    <a:pt x="22169" y="1538"/>
                  </a:lnTo>
                  <a:lnTo>
                    <a:pt x="15884" y="0"/>
                  </a:lnTo>
                  <a:lnTo>
                    <a:pt x="6995" y="0"/>
                  </a:lnTo>
                  <a:lnTo>
                    <a:pt x="0" y="8742"/>
                  </a:lnTo>
                  <a:lnTo>
                    <a:pt x="0" y="19778"/>
                  </a:lnTo>
                  <a:close/>
                </a:path>
              </a:pathLst>
            </a:custGeom>
            <a:ln w="10400">
              <a:solidFill>
                <a:srgbClr val="000000"/>
              </a:solidFill>
            </a:ln>
          </p:spPr>
          <p:txBody>
            <a:bodyPr wrap="square" lIns="0" tIns="0" rIns="0" bIns="0" rtlCol="0"/>
            <a:lstStyle/>
            <a:p/>
          </p:txBody>
        </p:sp>
        <p:sp>
          <p:nvSpPr>
            <p:cNvPr id="213" name="object 213" descr=""/>
            <p:cNvSpPr/>
            <p:nvPr/>
          </p:nvSpPr>
          <p:spPr>
            <a:xfrm>
              <a:off x="9314928" y="1732632"/>
              <a:ext cx="33655" cy="40640"/>
            </a:xfrm>
            <a:custGeom>
              <a:avLst/>
              <a:gdLst/>
              <a:ahLst/>
              <a:cxnLst/>
              <a:rect l="l" t="t" r="r" b="b"/>
              <a:pathLst>
                <a:path w="33654" h="40639">
                  <a:moveTo>
                    <a:pt x="16613" y="0"/>
                  </a:moveTo>
                  <a:lnTo>
                    <a:pt x="10328" y="1498"/>
                  </a:lnTo>
                  <a:lnTo>
                    <a:pt x="5027" y="5643"/>
                  </a:lnTo>
                  <a:lnTo>
                    <a:pt x="1366" y="11911"/>
                  </a:lnTo>
                  <a:lnTo>
                    <a:pt x="0" y="19778"/>
                  </a:lnTo>
                  <a:lnTo>
                    <a:pt x="1366" y="27756"/>
                  </a:lnTo>
                  <a:lnTo>
                    <a:pt x="5027" y="34271"/>
                  </a:lnTo>
                  <a:lnTo>
                    <a:pt x="10328" y="38662"/>
                  </a:lnTo>
                  <a:lnTo>
                    <a:pt x="16613" y="40272"/>
                  </a:lnTo>
                  <a:lnTo>
                    <a:pt x="22836" y="38662"/>
                  </a:lnTo>
                  <a:lnTo>
                    <a:pt x="28144" y="34271"/>
                  </a:lnTo>
                  <a:lnTo>
                    <a:pt x="31840" y="27756"/>
                  </a:lnTo>
                  <a:lnTo>
                    <a:pt x="33227" y="19778"/>
                  </a:lnTo>
                  <a:lnTo>
                    <a:pt x="31840" y="11911"/>
                  </a:lnTo>
                  <a:lnTo>
                    <a:pt x="28144" y="5643"/>
                  </a:lnTo>
                  <a:lnTo>
                    <a:pt x="22836" y="1498"/>
                  </a:lnTo>
                  <a:lnTo>
                    <a:pt x="16613" y="0"/>
                  </a:lnTo>
                  <a:close/>
                </a:path>
              </a:pathLst>
            </a:custGeom>
            <a:solidFill>
              <a:srgbClr val="000000"/>
            </a:solidFill>
          </p:spPr>
          <p:txBody>
            <a:bodyPr wrap="square" lIns="0" tIns="0" rIns="0" bIns="0" rtlCol="0"/>
            <a:lstStyle/>
            <a:p/>
          </p:txBody>
        </p:sp>
        <p:sp>
          <p:nvSpPr>
            <p:cNvPr id="214" name="object 214" descr=""/>
            <p:cNvSpPr/>
            <p:nvPr/>
          </p:nvSpPr>
          <p:spPr>
            <a:xfrm>
              <a:off x="9314928" y="1732632"/>
              <a:ext cx="33655" cy="40640"/>
            </a:xfrm>
            <a:custGeom>
              <a:avLst/>
              <a:gdLst/>
              <a:ahLst/>
              <a:cxnLst/>
              <a:rect l="l" t="t" r="r" b="b"/>
              <a:pathLst>
                <a:path w="33654" h="40639">
                  <a:moveTo>
                    <a:pt x="0" y="19778"/>
                  </a:moveTo>
                  <a:lnTo>
                    <a:pt x="1366" y="27756"/>
                  </a:lnTo>
                  <a:lnTo>
                    <a:pt x="5027" y="34271"/>
                  </a:lnTo>
                  <a:lnTo>
                    <a:pt x="10328" y="38662"/>
                  </a:lnTo>
                  <a:lnTo>
                    <a:pt x="16613" y="40272"/>
                  </a:lnTo>
                  <a:lnTo>
                    <a:pt x="22836" y="38662"/>
                  </a:lnTo>
                  <a:lnTo>
                    <a:pt x="28144" y="34271"/>
                  </a:lnTo>
                  <a:lnTo>
                    <a:pt x="31840" y="27756"/>
                  </a:lnTo>
                  <a:lnTo>
                    <a:pt x="33227" y="19778"/>
                  </a:lnTo>
                  <a:lnTo>
                    <a:pt x="31840" y="11911"/>
                  </a:lnTo>
                  <a:lnTo>
                    <a:pt x="28144" y="5643"/>
                  </a:lnTo>
                  <a:lnTo>
                    <a:pt x="22836" y="1498"/>
                  </a:lnTo>
                  <a:lnTo>
                    <a:pt x="16613" y="0"/>
                  </a:lnTo>
                  <a:lnTo>
                    <a:pt x="10328" y="1498"/>
                  </a:lnTo>
                  <a:lnTo>
                    <a:pt x="5027" y="5643"/>
                  </a:lnTo>
                  <a:lnTo>
                    <a:pt x="1366" y="11911"/>
                  </a:lnTo>
                  <a:lnTo>
                    <a:pt x="0" y="19778"/>
                  </a:lnTo>
                  <a:close/>
                </a:path>
              </a:pathLst>
            </a:custGeom>
            <a:ln w="10398">
              <a:solidFill>
                <a:srgbClr val="000000"/>
              </a:solidFill>
            </a:ln>
          </p:spPr>
          <p:txBody>
            <a:bodyPr wrap="square" lIns="0" tIns="0" rIns="0" bIns="0" rtlCol="0"/>
            <a:lstStyle/>
            <a:p/>
          </p:txBody>
        </p:sp>
        <p:sp>
          <p:nvSpPr>
            <p:cNvPr id="215" name="object 215" descr=""/>
            <p:cNvSpPr/>
            <p:nvPr/>
          </p:nvSpPr>
          <p:spPr>
            <a:xfrm>
              <a:off x="9313179" y="2132779"/>
              <a:ext cx="33655" cy="41275"/>
            </a:xfrm>
            <a:custGeom>
              <a:avLst/>
              <a:gdLst/>
              <a:ahLst/>
              <a:cxnLst/>
              <a:rect l="l" t="t" r="r" b="b"/>
              <a:pathLst>
                <a:path w="33654" h="41275">
                  <a:moveTo>
                    <a:pt x="16467" y="0"/>
                  </a:moveTo>
                  <a:lnTo>
                    <a:pt x="10267" y="1559"/>
                  </a:lnTo>
                  <a:lnTo>
                    <a:pt x="5009" y="5815"/>
                  </a:lnTo>
                  <a:lnTo>
                    <a:pt x="1363" y="12128"/>
                  </a:lnTo>
                  <a:lnTo>
                    <a:pt x="0" y="19864"/>
                  </a:lnTo>
                  <a:lnTo>
                    <a:pt x="1363" y="27901"/>
                  </a:lnTo>
                  <a:lnTo>
                    <a:pt x="5009" y="34543"/>
                  </a:lnTo>
                  <a:lnTo>
                    <a:pt x="10267" y="39062"/>
                  </a:lnTo>
                  <a:lnTo>
                    <a:pt x="16467" y="40731"/>
                  </a:lnTo>
                  <a:lnTo>
                    <a:pt x="22752" y="39062"/>
                  </a:lnTo>
                  <a:lnTo>
                    <a:pt x="28053" y="34543"/>
                  </a:lnTo>
                  <a:lnTo>
                    <a:pt x="31715" y="27901"/>
                  </a:lnTo>
                  <a:lnTo>
                    <a:pt x="33081" y="19864"/>
                  </a:lnTo>
                  <a:lnTo>
                    <a:pt x="31715" y="12128"/>
                  </a:lnTo>
                  <a:lnTo>
                    <a:pt x="28053" y="5815"/>
                  </a:lnTo>
                  <a:lnTo>
                    <a:pt x="22752" y="1559"/>
                  </a:lnTo>
                  <a:lnTo>
                    <a:pt x="16467" y="0"/>
                  </a:lnTo>
                  <a:close/>
                </a:path>
              </a:pathLst>
            </a:custGeom>
            <a:solidFill>
              <a:srgbClr val="000000"/>
            </a:solidFill>
          </p:spPr>
          <p:txBody>
            <a:bodyPr wrap="square" lIns="0" tIns="0" rIns="0" bIns="0" rtlCol="0"/>
            <a:lstStyle/>
            <a:p/>
          </p:txBody>
        </p:sp>
        <p:sp>
          <p:nvSpPr>
            <p:cNvPr id="216" name="object 216" descr=""/>
            <p:cNvSpPr/>
            <p:nvPr/>
          </p:nvSpPr>
          <p:spPr>
            <a:xfrm>
              <a:off x="9313179" y="2132779"/>
              <a:ext cx="33655" cy="41275"/>
            </a:xfrm>
            <a:custGeom>
              <a:avLst/>
              <a:gdLst/>
              <a:ahLst/>
              <a:cxnLst/>
              <a:rect l="l" t="t" r="r" b="b"/>
              <a:pathLst>
                <a:path w="33654" h="41275">
                  <a:moveTo>
                    <a:pt x="0" y="19864"/>
                  </a:moveTo>
                  <a:lnTo>
                    <a:pt x="1363" y="27901"/>
                  </a:lnTo>
                  <a:lnTo>
                    <a:pt x="5009" y="34543"/>
                  </a:lnTo>
                  <a:lnTo>
                    <a:pt x="10267" y="39062"/>
                  </a:lnTo>
                  <a:lnTo>
                    <a:pt x="16467" y="40731"/>
                  </a:lnTo>
                  <a:lnTo>
                    <a:pt x="22752" y="39062"/>
                  </a:lnTo>
                  <a:lnTo>
                    <a:pt x="28053" y="34543"/>
                  </a:lnTo>
                  <a:lnTo>
                    <a:pt x="31715" y="27901"/>
                  </a:lnTo>
                  <a:lnTo>
                    <a:pt x="33081" y="19864"/>
                  </a:lnTo>
                  <a:lnTo>
                    <a:pt x="31715" y="12128"/>
                  </a:lnTo>
                  <a:lnTo>
                    <a:pt x="28053" y="5815"/>
                  </a:lnTo>
                  <a:lnTo>
                    <a:pt x="22752" y="1559"/>
                  </a:lnTo>
                  <a:lnTo>
                    <a:pt x="16467" y="0"/>
                  </a:lnTo>
                  <a:lnTo>
                    <a:pt x="10267" y="1559"/>
                  </a:lnTo>
                  <a:lnTo>
                    <a:pt x="5009" y="5815"/>
                  </a:lnTo>
                  <a:lnTo>
                    <a:pt x="1363" y="12128"/>
                  </a:lnTo>
                  <a:lnTo>
                    <a:pt x="0" y="19864"/>
                  </a:lnTo>
                  <a:close/>
                </a:path>
              </a:pathLst>
            </a:custGeom>
            <a:ln w="10399">
              <a:solidFill>
                <a:srgbClr val="000000"/>
              </a:solidFill>
            </a:ln>
          </p:spPr>
          <p:txBody>
            <a:bodyPr wrap="square" lIns="0" tIns="0" rIns="0" bIns="0" rtlCol="0"/>
            <a:lstStyle/>
            <a:p/>
          </p:txBody>
        </p:sp>
        <p:sp>
          <p:nvSpPr>
            <p:cNvPr id="217" name="object 217" descr=""/>
            <p:cNvSpPr/>
            <p:nvPr/>
          </p:nvSpPr>
          <p:spPr>
            <a:xfrm>
              <a:off x="7445727" y="1020481"/>
              <a:ext cx="33655" cy="40640"/>
            </a:xfrm>
            <a:custGeom>
              <a:avLst/>
              <a:gdLst/>
              <a:ahLst/>
              <a:cxnLst/>
              <a:rect l="l" t="t" r="r" b="b"/>
              <a:pathLst>
                <a:path w="33654" h="40640">
                  <a:moveTo>
                    <a:pt x="16613" y="0"/>
                  </a:moveTo>
                  <a:lnTo>
                    <a:pt x="10359" y="1498"/>
                  </a:lnTo>
                  <a:lnTo>
                    <a:pt x="5055" y="5643"/>
                  </a:lnTo>
                  <a:lnTo>
                    <a:pt x="1376" y="11911"/>
                  </a:lnTo>
                  <a:lnTo>
                    <a:pt x="0" y="19778"/>
                  </a:lnTo>
                  <a:lnTo>
                    <a:pt x="1376" y="27756"/>
                  </a:lnTo>
                  <a:lnTo>
                    <a:pt x="5055" y="34271"/>
                  </a:lnTo>
                  <a:lnTo>
                    <a:pt x="10359" y="38662"/>
                  </a:lnTo>
                  <a:lnTo>
                    <a:pt x="16613" y="40272"/>
                  </a:lnTo>
                  <a:lnTo>
                    <a:pt x="22859" y="38662"/>
                  </a:lnTo>
                  <a:lnTo>
                    <a:pt x="28159" y="34271"/>
                  </a:lnTo>
                  <a:lnTo>
                    <a:pt x="31836" y="27756"/>
                  </a:lnTo>
                  <a:lnTo>
                    <a:pt x="33212" y="19778"/>
                  </a:lnTo>
                  <a:lnTo>
                    <a:pt x="31836" y="11911"/>
                  </a:lnTo>
                  <a:lnTo>
                    <a:pt x="28159" y="5643"/>
                  </a:lnTo>
                  <a:lnTo>
                    <a:pt x="22859" y="1498"/>
                  </a:lnTo>
                  <a:lnTo>
                    <a:pt x="16613" y="0"/>
                  </a:lnTo>
                  <a:close/>
                </a:path>
              </a:pathLst>
            </a:custGeom>
            <a:solidFill>
              <a:srgbClr val="000000"/>
            </a:solidFill>
          </p:spPr>
          <p:txBody>
            <a:bodyPr wrap="square" lIns="0" tIns="0" rIns="0" bIns="0" rtlCol="0"/>
            <a:lstStyle/>
            <a:p/>
          </p:txBody>
        </p:sp>
        <p:sp>
          <p:nvSpPr>
            <p:cNvPr id="218" name="object 218" descr=""/>
            <p:cNvSpPr/>
            <p:nvPr/>
          </p:nvSpPr>
          <p:spPr>
            <a:xfrm>
              <a:off x="7445727" y="1020481"/>
              <a:ext cx="33655" cy="40640"/>
            </a:xfrm>
            <a:custGeom>
              <a:avLst/>
              <a:gdLst/>
              <a:ahLst/>
              <a:cxnLst/>
              <a:rect l="l" t="t" r="r" b="b"/>
              <a:pathLst>
                <a:path w="33654" h="40640">
                  <a:moveTo>
                    <a:pt x="0" y="19778"/>
                  </a:moveTo>
                  <a:lnTo>
                    <a:pt x="1376" y="27756"/>
                  </a:lnTo>
                  <a:lnTo>
                    <a:pt x="5055" y="34271"/>
                  </a:lnTo>
                  <a:lnTo>
                    <a:pt x="10359" y="38662"/>
                  </a:lnTo>
                  <a:lnTo>
                    <a:pt x="16613" y="40272"/>
                  </a:lnTo>
                  <a:lnTo>
                    <a:pt x="22859" y="38662"/>
                  </a:lnTo>
                  <a:lnTo>
                    <a:pt x="28159" y="34271"/>
                  </a:lnTo>
                  <a:lnTo>
                    <a:pt x="31836" y="27756"/>
                  </a:lnTo>
                  <a:lnTo>
                    <a:pt x="33212" y="19778"/>
                  </a:lnTo>
                  <a:lnTo>
                    <a:pt x="31836" y="11911"/>
                  </a:lnTo>
                  <a:lnTo>
                    <a:pt x="28159" y="5643"/>
                  </a:lnTo>
                  <a:lnTo>
                    <a:pt x="22859" y="1498"/>
                  </a:lnTo>
                  <a:lnTo>
                    <a:pt x="16613" y="0"/>
                  </a:lnTo>
                  <a:lnTo>
                    <a:pt x="10359" y="1498"/>
                  </a:lnTo>
                  <a:lnTo>
                    <a:pt x="5055" y="5643"/>
                  </a:lnTo>
                  <a:lnTo>
                    <a:pt x="1376" y="11911"/>
                  </a:lnTo>
                  <a:lnTo>
                    <a:pt x="0" y="19778"/>
                  </a:lnTo>
                  <a:close/>
                </a:path>
              </a:pathLst>
            </a:custGeom>
            <a:ln w="10398">
              <a:solidFill>
                <a:srgbClr val="000000"/>
              </a:solidFill>
            </a:ln>
          </p:spPr>
          <p:txBody>
            <a:bodyPr wrap="square" lIns="0" tIns="0" rIns="0" bIns="0" rtlCol="0"/>
            <a:lstStyle/>
            <a:p/>
          </p:txBody>
        </p:sp>
      </p:grpSp>
      <p:sp>
        <p:nvSpPr>
          <p:cNvPr id="219" name="object 219" descr=""/>
          <p:cNvSpPr txBox="1"/>
          <p:nvPr/>
        </p:nvSpPr>
        <p:spPr>
          <a:xfrm>
            <a:off x="6821946" y="1566425"/>
            <a:ext cx="455930" cy="574675"/>
          </a:xfrm>
          <a:prstGeom prst="rect">
            <a:avLst/>
          </a:prstGeom>
          <a:solidFill>
            <a:srgbClr val="CCFFCC"/>
          </a:solidFill>
          <a:ln w="10402">
            <a:solidFill>
              <a:srgbClr val="000000"/>
            </a:solidFill>
          </a:ln>
        </p:spPr>
        <p:txBody>
          <a:bodyPr wrap="square" lIns="0" tIns="84455" rIns="0" bIns="0" rtlCol="0" vert="horz">
            <a:spAutoFit/>
          </a:bodyPr>
          <a:lstStyle/>
          <a:p>
            <a:pPr marL="25400" marR="29209" indent="74930">
              <a:lnSpc>
                <a:spcPct val="122700"/>
              </a:lnSpc>
              <a:spcBef>
                <a:spcPts val="665"/>
              </a:spcBef>
            </a:pPr>
            <a:r>
              <a:rPr dirty="0" sz="1000" spc="-25">
                <a:latin typeface="宋体"/>
                <a:cs typeface="宋体"/>
              </a:rPr>
              <a:t>指令</a:t>
            </a:r>
            <a:r>
              <a:rPr dirty="0" sz="1000" spc="-20">
                <a:latin typeface="宋体"/>
                <a:cs typeface="宋体"/>
              </a:rPr>
              <a:t>存储器</a:t>
            </a:r>
            <a:endParaRPr sz="1000">
              <a:latin typeface="宋体"/>
              <a:cs typeface="宋体"/>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211/154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descr=""/>
          <p:cNvSpPr txBox="1"/>
          <p:nvPr/>
        </p:nvSpPr>
        <p:spPr>
          <a:xfrm>
            <a:off x="7557007" y="288416"/>
            <a:ext cx="205867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F55AC"/>
                </a:solidFill>
                <a:latin typeface="黑体"/>
                <a:cs typeface="黑体"/>
              </a:rPr>
              <a:t>3.5</a:t>
            </a:r>
            <a:r>
              <a:rPr dirty="0" sz="2000" spc="-20">
                <a:solidFill>
                  <a:srgbClr val="4F55AC"/>
                </a:solidFill>
                <a:latin typeface="黑体"/>
                <a:cs typeface="黑体"/>
              </a:rPr>
              <a:t> 流水线的实现</a:t>
            </a:r>
            <a:endParaRPr sz="2000">
              <a:latin typeface="黑体"/>
              <a:cs typeface="黑体"/>
            </a:endParaRPr>
          </a:p>
        </p:txBody>
      </p:sp>
      <p:graphicFrame>
        <p:nvGraphicFramePr>
          <p:cNvPr id="10" name="object 10" descr=""/>
          <p:cNvGraphicFramePr>
            <a:graphicFrameLocks noGrp="1"/>
          </p:cNvGraphicFramePr>
          <p:nvPr/>
        </p:nvGraphicFramePr>
        <p:xfrm>
          <a:off x="1979612" y="2478087"/>
          <a:ext cx="8528050" cy="3023235"/>
        </p:xfrm>
        <a:graphic>
          <a:graphicData uri="http://schemas.openxmlformats.org/drawingml/2006/table">
            <a:tbl>
              <a:tblPr firstRow="1" bandRow="1">
                <a:tableStyleId>{2D5ABB26-0587-4C30-8999-92F81FD0307C}</a:tableStyleId>
              </a:tblPr>
              <a:tblGrid>
                <a:gridCol w="2303780"/>
                <a:gridCol w="2663824"/>
                <a:gridCol w="3455670"/>
              </a:tblGrid>
              <a:tr h="822960">
                <a:tc>
                  <a:txBody>
                    <a:bodyPr/>
                    <a:lstStyle/>
                    <a:p>
                      <a:pPr marL="189865">
                        <a:lnSpc>
                          <a:spcPct val="100000"/>
                        </a:lnSpc>
                        <a:spcBef>
                          <a:spcPts val="345"/>
                        </a:spcBef>
                      </a:pPr>
                      <a:r>
                        <a:rPr dirty="0" sz="2000" spc="-10" b="1">
                          <a:solidFill>
                            <a:srgbClr val="E14B04"/>
                          </a:solidFill>
                          <a:latin typeface="宋体"/>
                          <a:cs typeface="宋体"/>
                        </a:rPr>
                        <a:t>ID/EX</a:t>
                      </a:r>
                      <a:r>
                        <a:rPr dirty="0" sz="2000" spc="-30" b="1">
                          <a:solidFill>
                            <a:srgbClr val="E14B04"/>
                          </a:solidFill>
                          <a:latin typeface="宋体"/>
                          <a:cs typeface="宋体"/>
                        </a:rPr>
                        <a:t>中的操作码</a:t>
                      </a:r>
                      <a:endParaRPr sz="2000">
                        <a:latin typeface="宋体"/>
                        <a:cs typeface="宋体"/>
                      </a:endParaRPr>
                    </a:p>
                    <a:p>
                      <a:pPr marL="122555">
                        <a:lnSpc>
                          <a:spcPct val="100000"/>
                        </a:lnSpc>
                        <a:spcBef>
                          <a:spcPts val="240"/>
                        </a:spcBef>
                      </a:pPr>
                      <a:r>
                        <a:rPr dirty="0" sz="2000" spc="-10" b="1">
                          <a:solidFill>
                            <a:srgbClr val="E14B04"/>
                          </a:solidFill>
                          <a:latin typeface="宋体"/>
                          <a:cs typeface="宋体"/>
                        </a:rPr>
                        <a:t>（ID/EX.IR[op]）</a:t>
                      </a:r>
                      <a:endParaRPr sz="2000">
                        <a:latin typeface="宋体"/>
                        <a:cs typeface="宋体"/>
                      </a:endParaRPr>
                    </a:p>
                  </a:txBody>
                  <a:tcPr marL="0" marR="0" marB="0" marT="4381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497840">
                        <a:lnSpc>
                          <a:spcPct val="100000"/>
                        </a:lnSpc>
                        <a:spcBef>
                          <a:spcPts val="345"/>
                        </a:spcBef>
                      </a:pPr>
                      <a:r>
                        <a:rPr dirty="0" sz="2000" spc="-10" b="1">
                          <a:solidFill>
                            <a:srgbClr val="E14B04"/>
                          </a:solidFill>
                          <a:latin typeface="宋体"/>
                          <a:cs typeface="宋体"/>
                        </a:rPr>
                        <a:t>IF/ID</a:t>
                      </a:r>
                      <a:r>
                        <a:rPr dirty="0" sz="2000" spc="-30" b="1">
                          <a:solidFill>
                            <a:srgbClr val="E14B04"/>
                          </a:solidFill>
                          <a:latin typeface="宋体"/>
                          <a:cs typeface="宋体"/>
                        </a:rPr>
                        <a:t>中的操作码</a:t>
                      </a:r>
                      <a:endParaRPr sz="2000">
                        <a:latin typeface="宋体"/>
                        <a:cs typeface="宋体"/>
                      </a:endParaRPr>
                    </a:p>
                    <a:p>
                      <a:pPr marL="430530">
                        <a:lnSpc>
                          <a:spcPct val="100000"/>
                        </a:lnSpc>
                        <a:spcBef>
                          <a:spcPts val="720"/>
                        </a:spcBef>
                      </a:pPr>
                      <a:r>
                        <a:rPr dirty="0" sz="2000" spc="-10" b="1">
                          <a:solidFill>
                            <a:srgbClr val="E14B04"/>
                          </a:solidFill>
                          <a:latin typeface="宋体"/>
                          <a:cs typeface="宋体"/>
                        </a:rPr>
                        <a:t>（IF/ID.IR[op]）</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704215">
                        <a:lnSpc>
                          <a:spcPct val="100000"/>
                        </a:lnSpc>
                        <a:spcBef>
                          <a:spcPts val="1425"/>
                        </a:spcBef>
                      </a:pPr>
                      <a:r>
                        <a:rPr dirty="0" sz="2000" spc="-20" b="1">
                          <a:solidFill>
                            <a:srgbClr val="E14B04"/>
                          </a:solidFill>
                          <a:latin typeface="宋体"/>
                          <a:cs typeface="宋体"/>
                        </a:rPr>
                        <a:t>比较的操作数字段</a:t>
                      </a:r>
                      <a:endParaRPr sz="2000">
                        <a:latin typeface="宋体"/>
                        <a:cs typeface="宋体"/>
                      </a:endParaRPr>
                    </a:p>
                  </a:txBody>
                  <a:tcPr marL="0" marR="0" marB="0" marT="18097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683895">
                <a:tc>
                  <a:txBody>
                    <a:bodyPr/>
                    <a:lstStyle/>
                    <a:p>
                      <a:pPr algn="ctr">
                        <a:lnSpc>
                          <a:spcPct val="100000"/>
                        </a:lnSpc>
                        <a:spcBef>
                          <a:spcPts val="1425"/>
                        </a:spcBef>
                      </a:pPr>
                      <a:r>
                        <a:rPr dirty="0" sz="2000" spc="-20" b="1">
                          <a:solidFill>
                            <a:srgbClr val="40458B"/>
                          </a:solidFill>
                          <a:latin typeface="宋体"/>
                          <a:cs typeface="宋体"/>
                        </a:rPr>
                        <a:t>load</a:t>
                      </a:r>
                      <a:endParaRPr sz="2000">
                        <a:latin typeface="宋体"/>
                        <a:cs typeface="宋体"/>
                      </a:endParaRPr>
                    </a:p>
                  </a:txBody>
                  <a:tcPr marL="0" marR="0" marB="0" marT="180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245"/>
                        </a:spcBef>
                      </a:pPr>
                      <a:r>
                        <a:rPr dirty="0" sz="2000" b="1">
                          <a:solidFill>
                            <a:srgbClr val="40458B"/>
                          </a:solidFill>
                          <a:latin typeface="宋体"/>
                          <a:cs typeface="宋体"/>
                        </a:rPr>
                        <a:t>RR</a:t>
                      </a:r>
                      <a:r>
                        <a:rPr dirty="0" sz="2000" spc="-15" b="1">
                          <a:solidFill>
                            <a:srgbClr val="40458B"/>
                          </a:solidFill>
                          <a:latin typeface="宋体"/>
                          <a:cs typeface="宋体"/>
                        </a:rPr>
                        <a:t> </a:t>
                      </a:r>
                      <a:r>
                        <a:rPr dirty="0" sz="2000" spc="-25" b="1">
                          <a:solidFill>
                            <a:srgbClr val="40458B"/>
                          </a:solidFill>
                          <a:latin typeface="宋体"/>
                          <a:cs typeface="宋体"/>
                        </a:rPr>
                        <a:t>ALU</a:t>
                      </a:r>
                      <a:endParaRPr sz="2000">
                        <a:latin typeface="宋体"/>
                        <a:cs typeface="宋体"/>
                      </a:endParaRPr>
                    </a:p>
                  </a:txBody>
                  <a:tcPr marL="0" marR="0" marB="0" marT="1581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245"/>
                        </a:spcBef>
                      </a:pPr>
                      <a:r>
                        <a:rPr dirty="0" sz="2000" spc="-10" b="1">
                          <a:solidFill>
                            <a:srgbClr val="40458B"/>
                          </a:solidFill>
                          <a:latin typeface="宋体"/>
                          <a:cs typeface="宋体"/>
                        </a:rPr>
                        <a:t>ID/EX.IR[rt]=IF/ID.IR[rs]</a:t>
                      </a:r>
                      <a:endParaRPr sz="2000">
                        <a:latin typeface="宋体"/>
                        <a:cs typeface="宋体"/>
                      </a:endParaRPr>
                    </a:p>
                  </a:txBody>
                  <a:tcPr marL="0" marR="0" marB="0" marT="1581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93420">
                <a:tc>
                  <a:txBody>
                    <a:bodyPr/>
                    <a:lstStyle/>
                    <a:p>
                      <a:pPr algn="ctr">
                        <a:lnSpc>
                          <a:spcPct val="100000"/>
                        </a:lnSpc>
                        <a:spcBef>
                          <a:spcPts val="1425"/>
                        </a:spcBef>
                      </a:pPr>
                      <a:r>
                        <a:rPr dirty="0" sz="2000" spc="-20" b="1">
                          <a:solidFill>
                            <a:srgbClr val="40458B"/>
                          </a:solidFill>
                          <a:latin typeface="宋体"/>
                          <a:cs typeface="宋体"/>
                        </a:rPr>
                        <a:t>load</a:t>
                      </a:r>
                      <a:endParaRPr sz="2000">
                        <a:latin typeface="宋体"/>
                        <a:cs typeface="宋体"/>
                      </a:endParaRPr>
                    </a:p>
                  </a:txBody>
                  <a:tcPr marL="0" marR="0" marB="0" marT="180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245"/>
                        </a:spcBef>
                      </a:pPr>
                      <a:r>
                        <a:rPr dirty="0" sz="2000" b="1">
                          <a:solidFill>
                            <a:srgbClr val="40458B"/>
                          </a:solidFill>
                          <a:latin typeface="宋体"/>
                          <a:cs typeface="宋体"/>
                        </a:rPr>
                        <a:t>RR</a:t>
                      </a:r>
                      <a:r>
                        <a:rPr dirty="0" sz="2000" spc="-15" b="1">
                          <a:solidFill>
                            <a:srgbClr val="40458B"/>
                          </a:solidFill>
                          <a:latin typeface="宋体"/>
                          <a:cs typeface="宋体"/>
                        </a:rPr>
                        <a:t> </a:t>
                      </a:r>
                      <a:r>
                        <a:rPr dirty="0" sz="2000" spc="-25" b="1">
                          <a:solidFill>
                            <a:srgbClr val="40458B"/>
                          </a:solidFill>
                          <a:latin typeface="宋体"/>
                          <a:cs typeface="宋体"/>
                        </a:rPr>
                        <a:t>ALU</a:t>
                      </a:r>
                      <a:endParaRPr sz="2000">
                        <a:latin typeface="宋体"/>
                        <a:cs typeface="宋体"/>
                      </a:endParaRPr>
                    </a:p>
                  </a:txBody>
                  <a:tcPr marL="0" marR="0" marB="0" marT="15811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245"/>
                        </a:spcBef>
                      </a:pPr>
                      <a:r>
                        <a:rPr dirty="0" sz="2000" spc="-10" b="1">
                          <a:solidFill>
                            <a:srgbClr val="40458B"/>
                          </a:solidFill>
                          <a:latin typeface="宋体"/>
                          <a:cs typeface="宋体"/>
                        </a:rPr>
                        <a:t>ID/EX.IR[rt]=IF/ID.IR[rt]</a:t>
                      </a:r>
                      <a:endParaRPr sz="2000">
                        <a:latin typeface="宋体"/>
                        <a:cs typeface="宋体"/>
                      </a:endParaRPr>
                    </a:p>
                  </a:txBody>
                  <a:tcPr marL="0" marR="0" marB="0" marT="1581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algn="ctr">
                        <a:lnSpc>
                          <a:spcPct val="100000"/>
                        </a:lnSpc>
                        <a:spcBef>
                          <a:spcPts val="1430"/>
                        </a:spcBef>
                      </a:pPr>
                      <a:r>
                        <a:rPr dirty="0" sz="2000" spc="-20" b="1">
                          <a:solidFill>
                            <a:srgbClr val="40458B"/>
                          </a:solidFill>
                          <a:latin typeface="宋体"/>
                          <a:cs typeface="宋体"/>
                        </a:rPr>
                        <a:t>load</a:t>
                      </a:r>
                      <a:endParaRPr sz="2000">
                        <a:latin typeface="宋体"/>
                        <a:cs typeface="宋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45"/>
                        </a:spcBef>
                      </a:pPr>
                      <a:r>
                        <a:rPr dirty="0" sz="2000" b="1">
                          <a:solidFill>
                            <a:srgbClr val="40458B"/>
                          </a:solidFill>
                          <a:latin typeface="宋体"/>
                          <a:cs typeface="宋体"/>
                        </a:rPr>
                        <a:t>load</a:t>
                      </a:r>
                      <a:r>
                        <a:rPr dirty="0" sz="2000" spc="-15" b="1">
                          <a:solidFill>
                            <a:srgbClr val="40458B"/>
                          </a:solidFill>
                          <a:latin typeface="宋体"/>
                          <a:cs typeface="宋体"/>
                        </a:rPr>
                        <a:t>、</a:t>
                      </a:r>
                      <a:r>
                        <a:rPr dirty="0" sz="2000" spc="-10" b="1">
                          <a:solidFill>
                            <a:srgbClr val="40458B"/>
                          </a:solidFill>
                          <a:latin typeface="宋体"/>
                          <a:cs typeface="宋体"/>
                        </a:rPr>
                        <a:t>store</a:t>
                      </a:r>
                      <a:endParaRPr sz="2000">
                        <a:latin typeface="宋体"/>
                        <a:cs typeface="宋体"/>
                      </a:endParaRPr>
                    </a:p>
                    <a:p>
                      <a:pPr algn="ctr" marL="635">
                        <a:lnSpc>
                          <a:spcPct val="100000"/>
                        </a:lnSpc>
                        <a:spcBef>
                          <a:spcPts val="725"/>
                        </a:spcBef>
                      </a:pPr>
                      <a:r>
                        <a:rPr dirty="0" sz="2000" spc="-10" b="1">
                          <a:solidFill>
                            <a:srgbClr val="40458B"/>
                          </a:solidFill>
                          <a:latin typeface="宋体"/>
                          <a:cs typeface="宋体"/>
                        </a:rPr>
                        <a:t>ALU</a:t>
                      </a:r>
                      <a:r>
                        <a:rPr dirty="0" sz="2000" spc="-20" b="1">
                          <a:solidFill>
                            <a:srgbClr val="40458B"/>
                          </a:solidFill>
                          <a:latin typeface="宋体"/>
                          <a:cs typeface="宋体"/>
                        </a:rPr>
                        <a:t>立即数或分支</a:t>
                      </a:r>
                      <a:endParaRPr sz="2000">
                        <a:latin typeface="宋体"/>
                        <a:cs typeface="宋体"/>
                      </a:endParaRPr>
                    </a:p>
                  </a:txBody>
                  <a:tcPr marL="0" marR="0" marB="0" marT="4381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1430"/>
                        </a:spcBef>
                      </a:pPr>
                      <a:r>
                        <a:rPr dirty="0" sz="2000" spc="-10" b="1">
                          <a:solidFill>
                            <a:srgbClr val="40458B"/>
                          </a:solidFill>
                          <a:latin typeface="宋体"/>
                          <a:cs typeface="宋体"/>
                        </a:rPr>
                        <a:t>ID/EX.IR[rt]=IF/ID.IR[rs]</a:t>
                      </a:r>
                      <a:endParaRPr sz="2000">
                        <a:latin typeface="宋体"/>
                        <a:cs typeface="宋体"/>
                      </a:endParaRPr>
                    </a:p>
                  </a:txBody>
                  <a:tcPr marL="0" marR="0" marB="0" marT="18161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1" name="object 11"/>
          <p:cNvSpPr txBox="1">
            <a:spLocks noGrp="1"/>
          </p:cNvSpPr>
          <p:nvPr>
            <p:ph type="title"/>
          </p:nvPr>
        </p:nvSpPr>
        <p:spPr>
          <a:xfrm>
            <a:off x="3406521" y="1082167"/>
            <a:ext cx="5384165" cy="878840"/>
          </a:xfrm>
          <a:prstGeom prst="rect"/>
        </p:spPr>
        <p:txBody>
          <a:bodyPr wrap="square" lIns="0" tIns="12065" rIns="0" bIns="0" rtlCol="0" vert="horz">
            <a:spAutoFit/>
          </a:bodyPr>
          <a:lstStyle/>
          <a:p>
            <a:pPr marL="12700">
              <a:lnSpc>
                <a:spcPct val="100000"/>
              </a:lnSpc>
              <a:spcBef>
                <a:spcPts val="95"/>
              </a:spcBef>
            </a:pPr>
            <a:r>
              <a:rPr dirty="0" u="none" sz="2800" spc="-25" b="1">
                <a:solidFill>
                  <a:srgbClr val="000000"/>
                </a:solidFill>
                <a:latin typeface="宋体"/>
                <a:cs typeface="宋体"/>
              </a:rPr>
              <a:t>在</a:t>
            </a:r>
            <a:r>
              <a:rPr dirty="0" u="none" sz="2800" spc="-20" b="1">
                <a:solidFill>
                  <a:srgbClr val="9933FF"/>
                </a:solidFill>
                <a:latin typeface="宋体"/>
                <a:cs typeface="宋体"/>
              </a:rPr>
              <a:t>ID</a:t>
            </a:r>
            <a:r>
              <a:rPr dirty="0" u="none" sz="2800" spc="-25" b="1">
                <a:solidFill>
                  <a:srgbClr val="000000"/>
                </a:solidFill>
                <a:latin typeface="宋体"/>
                <a:cs typeface="宋体"/>
              </a:rPr>
              <a:t>段检测是否存在</a:t>
            </a:r>
            <a:r>
              <a:rPr dirty="0" u="none" sz="2800" spc="-20" b="1">
                <a:solidFill>
                  <a:srgbClr val="9933FF"/>
                </a:solidFill>
                <a:latin typeface="宋体"/>
                <a:cs typeface="宋体"/>
              </a:rPr>
              <a:t>RAW</a:t>
            </a:r>
            <a:r>
              <a:rPr dirty="0" u="none" sz="2800" spc="-40" b="1">
                <a:solidFill>
                  <a:srgbClr val="080808"/>
                </a:solidFill>
                <a:latin typeface="宋体"/>
                <a:cs typeface="宋体"/>
              </a:rPr>
              <a:t>冲突</a:t>
            </a:r>
            <a:endParaRPr sz="2800">
              <a:latin typeface="宋体"/>
              <a:cs typeface="宋体"/>
            </a:endParaRPr>
          </a:p>
          <a:p>
            <a:pPr marL="12700">
              <a:lnSpc>
                <a:spcPct val="100000"/>
              </a:lnSpc>
            </a:pPr>
            <a:r>
              <a:rPr dirty="0" u="none" sz="2800" spc="-30" b="1">
                <a:solidFill>
                  <a:srgbClr val="008000"/>
                </a:solidFill>
                <a:latin typeface="宋体"/>
                <a:cs typeface="宋体"/>
              </a:rPr>
              <a:t>（这时</a:t>
            </a:r>
            <a:r>
              <a:rPr dirty="0" u="none" sz="2800" spc="-10" b="1">
                <a:solidFill>
                  <a:srgbClr val="008000"/>
                </a:solidFill>
                <a:latin typeface="宋体"/>
                <a:cs typeface="宋体"/>
              </a:rPr>
              <a:t>load</a:t>
            </a:r>
            <a:r>
              <a:rPr dirty="0" u="none" sz="2800" spc="-30" b="1">
                <a:solidFill>
                  <a:srgbClr val="008000"/>
                </a:solidFill>
                <a:latin typeface="宋体"/>
                <a:cs typeface="宋体"/>
              </a:rPr>
              <a:t>指令在</a:t>
            </a:r>
            <a:r>
              <a:rPr dirty="0" u="none" sz="2800" b="1">
                <a:solidFill>
                  <a:srgbClr val="008000"/>
                </a:solidFill>
                <a:latin typeface="宋体"/>
                <a:cs typeface="宋体"/>
              </a:rPr>
              <a:t>EX</a:t>
            </a:r>
            <a:r>
              <a:rPr dirty="0" u="none" sz="2800" spc="-30" b="1">
                <a:solidFill>
                  <a:srgbClr val="008000"/>
                </a:solidFill>
                <a:latin typeface="宋体"/>
                <a:cs typeface="宋体"/>
              </a:rPr>
              <a:t>段）</a:t>
            </a:r>
            <a:r>
              <a:rPr dirty="0" u="none" sz="2800" spc="-35" b="1">
                <a:solidFill>
                  <a:srgbClr val="008000"/>
                </a:solidFill>
                <a:latin typeface="宋体"/>
                <a:cs typeface="宋体"/>
              </a:rPr>
              <a:t>先写后读</a:t>
            </a:r>
            <a:endParaRPr sz="2800">
              <a:latin typeface="宋体"/>
              <a:cs typeface="宋体"/>
            </a:endParaRPr>
          </a:p>
        </p:txBody>
      </p:sp>
      <p:grpSp>
        <p:nvGrpSpPr>
          <p:cNvPr id="12" name="object 12" descr=""/>
          <p:cNvGrpSpPr/>
          <p:nvPr/>
        </p:nvGrpSpPr>
        <p:grpSpPr>
          <a:xfrm>
            <a:off x="3283013" y="5470969"/>
            <a:ext cx="3178175" cy="915669"/>
            <a:chOff x="3283013" y="5470969"/>
            <a:chExt cx="3178175" cy="915669"/>
          </a:xfrm>
        </p:grpSpPr>
        <p:sp>
          <p:nvSpPr>
            <p:cNvPr id="13" name="object 13" descr=""/>
            <p:cNvSpPr/>
            <p:nvPr/>
          </p:nvSpPr>
          <p:spPr>
            <a:xfrm>
              <a:off x="3287776" y="5949950"/>
              <a:ext cx="3168650" cy="431800"/>
            </a:xfrm>
            <a:custGeom>
              <a:avLst/>
              <a:gdLst/>
              <a:ahLst/>
              <a:cxnLst/>
              <a:rect l="l" t="t" r="r" b="b"/>
              <a:pathLst>
                <a:path w="3168650" h="431800">
                  <a:moveTo>
                    <a:pt x="3168650" y="0"/>
                  </a:moveTo>
                  <a:lnTo>
                    <a:pt x="0" y="0"/>
                  </a:lnTo>
                  <a:lnTo>
                    <a:pt x="0" y="431800"/>
                  </a:lnTo>
                  <a:lnTo>
                    <a:pt x="3168650" y="431800"/>
                  </a:lnTo>
                  <a:lnTo>
                    <a:pt x="3168650" y="0"/>
                  </a:lnTo>
                  <a:close/>
                </a:path>
              </a:pathLst>
            </a:custGeom>
            <a:solidFill>
              <a:srgbClr val="FFACFF"/>
            </a:solidFill>
          </p:spPr>
          <p:txBody>
            <a:bodyPr wrap="square" lIns="0" tIns="0" rIns="0" bIns="0" rtlCol="0"/>
            <a:lstStyle/>
            <a:p/>
          </p:txBody>
        </p:sp>
        <p:sp>
          <p:nvSpPr>
            <p:cNvPr id="14" name="object 14" descr=""/>
            <p:cNvSpPr/>
            <p:nvPr/>
          </p:nvSpPr>
          <p:spPr>
            <a:xfrm>
              <a:off x="3287776" y="5475732"/>
              <a:ext cx="3168650" cy="906144"/>
            </a:xfrm>
            <a:custGeom>
              <a:avLst/>
              <a:gdLst/>
              <a:ahLst/>
              <a:cxnLst/>
              <a:rect l="l" t="t" r="r" b="b"/>
              <a:pathLst>
                <a:path w="3168650" h="906145">
                  <a:moveTo>
                    <a:pt x="0" y="906018"/>
                  </a:moveTo>
                  <a:lnTo>
                    <a:pt x="3168650" y="906018"/>
                  </a:lnTo>
                  <a:lnTo>
                    <a:pt x="3168650" y="474218"/>
                  </a:lnTo>
                  <a:lnTo>
                    <a:pt x="0" y="474218"/>
                  </a:lnTo>
                  <a:lnTo>
                    <a:pt x="0" y="906018"/>
                  </a:lnTo>
                  <a:close/>
                </a:path>
                <a:path w="3168650" h="906145">
                  <a:moveTo>
                    <a:pt x="20193" y="474218"/>
                  </a:moveTo>
                  <a:lnTo>
                    <a:pt x="20193" y="906018"/>
                  </a:lnTo>
                </a:path>
                <a:path w="3168650" h="906145">
                  <a:moveTo>
                    <a:pt x="20193" y="447662"/>
                  </a:moveTo>
                  <a:lnTo>
                    <a:pt x="1256791" y="0"/>
                  </a:lnTo>
                </a:path>
              </a:pathLst>
            </a:custGeom>
            <a:ln w="9525">
              <a:solidFill>
                <a:srgbClr val="40458B"/>
              </a:solidFill>
            </a:ln>
          </p:spPr>
          <p:txBody>
            <a:bodyPr wrap="square" lIns="0" tIns="0" rIns="0" bIns="0" rtlCol="0"/>
            <a:lstStyle/>
            <a:p/>
          </p:txBody>
        </p:sp>
      </p:grpSp>
      <p:sp>
        <p:nvSpPr>
          <p:cNvPr id="15" name="object 15" descr=""/>
          <p:cNvSpPr txBox="1"/>
          <p:nvPr/>
        </p:nvSpPr>
        <p:spPr>
          <a:xfrm>
            <a:off x="3302634" y="5984544"/>
            <a:ext cx="3149600" cy="391160"/>
          </a:xfrm>
          <a:prstGeom prst="rect">
            <a:avLst/>
          </a:prstGeom>
        </p:spPr>
        <p:txBody>
          <a:bodyPr wrap="square" lIns="0" tIns="12700" rIns="0" bIns="0" rtlCol="0" vert="horz">
            <a:spAutoFit/>
          </a:bodyPr>
          <a:lstStyle/>
          <a:p>
            <a:pPr marL="76835">
              <a:lnSpc>
                <a:spcPct val="100000"/>
              </a:lnSpc>
              <a:spcBef>
                <a:spcPts val="100"/>
              </a:spcBef>
            </a:pPr>
            <a:r>
              <a:rPr dirty="0" sz="2400">
                <a:solidFill>
                  <a:srgbClr val="40458B"/>
                </a:solidFill>
                <a:latin typeface="黑体"/>
                <a:cs typeface="黑体"/>
              </a:rPr>
              <a:t>用到左边</a:t>
            </a:r>
            <a:r>
              <a:rPr dirty="0" sz="2400" spc="-10">
                <a:solidFill>
                  <a:srgbClr val="40458B"/>
                </a:solidFill>
                <a:latin typeface="Tahoma"/>
                <a:cs typeface="Tahoma"/>
              </a:rPr>
              <a:t>load</a:t>
            </a:r>
            <a:r>
              <a:rPr dirty="0" sz="2400" spc="-15">
                <a:solidFill>
                  <a:srgbClr val="40458B"/>
                </a:solidFill>
                <a:latin typeface="黑体"/>
                <a:cs typeface="黑体"/>
              </a:rPr>
              <a:t>中的数据</a:t>
            </a:r>
            <a:endParaRPr sz="2400">
              <a:latin typeface="黑体"/>
              <a:cs typeface="黑体"/>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212/154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sp>
        <p:nvSpPr>
          <p:cNvPr id="9" name="object 9" descr=""/>
          <p:cNvSpPr txBox="1"/>
          <p:nvPr/>
        </p:nvSpPr>
        <p:spPr>
          <a:xfrm>
            <a:off x="1412494" y="737742"/>
            <a:ext cx="6496685" cy="3296920"/>
          </a:xfrm>
          <a:prstGeom prst="rect">
            <a:avLst/>
          </a:prstGeom>
        </p:spPr>
        <p:txBody>
          <a:bodyPr wrap="square" lIns="0" tIns="12065" rIns="0" bIns="0" rtlCol="0" vert="horz">
            <a:spAutoFit/>
          </a:bodyPr>
          <a:lstStyle/>
          <a:p>
            <a:pPr marL="2018030">
              <a:lnSpc>
                <a:spcPct val="100000"/>
              </a:lnSpc>
              <a:spcBef>
                <a:spcPts val="95"/>
              </a:spcBef>
            </a:pPr>
            <a:r>
              <a:rPr dirty="0" sz="2800" spc="-25" b="1">
                <a:latin typeface="宋体"/>
                <a:cs typeface="宋体"/>
              </a:rPr>
              <a:t>在</a:t>
            </a:r>
            <a:r>
              <a:rPr dirty="0" sz="2800" spc="-20" b="1">
                <a:solidFill>
                  <a:srgbClr val="9933FF"/>
                </a:solidFill>
                <a:latin typeface="宋体"/>
                <a:cs typeface="宋体"/>
              </a:rPr>
              <a:t>ID</a:t>
            </a:r>
            <a:r>
              <a:rPr dirty="0" sz="2800" spc="-25" b="1">
                <a:latin typeface="宋体"/>
                <a:cs typeface="宋体"/>
              </a:rPr>
              <a:t>段检测是否存在</a:t>
            </a:r>
            <a:r>
              <a:rPr dirty="0" sz="2800" spc="-20" b="1">
                <a:solidFill>
                  <a:srgbClr val="9933FF"/>
                </a:solidFill>
                <a:latin typeface="宋体"/>
                <a:cs typeface="宋体"/>
              </a:rPr>
              <a:t>RAW</a:t>
            </a:r>
            <a:r>
              <a:rPr dirty="0" sz="2800" spc="-40" b="1">
                <a:solidFill>
                  <a:srgbClr val="080808"/>
                </a:solidFill>
                <a:latin typeface="宋体"/>
                <a:cs typeface="宋体"/>
              </a:rPr>
              <a:t>冲突</a:t>
            </a:r>
            <a:endParaRPr sz="2800">
              <a:latin typeface="宋体"/>
              <a:cs typeface="宋体"/>
            </a:endParaRPr>
          </a:p>
          <a:p>
            <a:pPr marL="2018030">
              <a:lnSpc>
                <a:spcPct val="100000"/>
              </a:lnSpc>
            </a:pPr>
            <a:r>
              <a:rPr dirty="0" sz="2800" spc="-25" b="1">
                <a:solidFill>
                  <a:srgbClr val="008000"/>
                </a:solidFill>
                <a:latin typeface="宋体"/>
                <a:cs typeface="宋体"/>
              </a:rPr>
              <a:t>（这时</a:t>
            </a:r>
            <a:r>
              <a:rPr dirty="0" sz="2800" spc="-20" b="1">
                <a:solidFill>
                  <a:srgbClr val="008000"/>
                </a:solidFill>
                <a:latin typeface="宋体"/>
                <a:cs typeface="宋体"/>
              </a:rPr>
              <a:t>load</a:t>
            </a:r>
            <a:r>
              <a:rPr dirty="0" sz="2800" spc="-25" b="1">
                <a:solidFill>
                  <a:srgbClr val="008000"/>
                </a:solidFill>
                <a:latin typeface="宋体"/>
                <a:cs typeface="宋体"/>
              </a:rPr>
              <a:t>指令在</a:t>
            </a:r>
            <a:r>
              <a:rPr dirty="0" sz="2800" spc="-20" b="1">
                <a:solidFill>
                  <a:srgbClr val="008000"/>
                </a:solidFill>
                <a:latin typeface="宋体"/>
                <a:cs typeface="宋体"/>
              </a:rPr>
              <a:t>EX</a:t>
            </a:r>
            <a:r>
              <a:rPr dirty="0" sz="2800" spc="-25" b="1">
                <a:solidFill>
                  <a:srgbClr val="008000"/>
                </a:solidFill>
                <a:latin typeface="宋体"/>
                <a:cs typeface="宋体"/>
              </a:rPr>
              <a:t>段</a:t>
            </a:r>
            <a:r>
              <a:rPr dirty="0" sz="2800" spc="-50" b="1">
                <a:solidFill>
                  <a:srgbClr val="008000"/>
                </a:solidFill>
                <a:latin typeface="宋体"/>
                <a:cs typeface="宋体"/>
              </a:rPr>
              <a:t>）</a:t>
            </a:r>
            <a:endParaRPr sz="2800">
              <a:latin typeface="宋体"/>
              <a:cs typeface="宋体"/>
            </a:endParaRPr>
          </a:p>
          <a:p>
            <a:pPr marL="300355" indent="-287655">
              <a:lnSpc>
                <a:spcPct val="100000"/>
              </a:lnSpc>
              <a:spcBef>
                <a:spcPts val="700"/>
              </a:spcBef>
              <a:buClr>
                <a:srgbClr val="4668F5"/>
              </a:buClr>
              <a:buSzPct val="60000"/>
              <a:buFont typeface="Wingdings"/>
              <a:buChar char=""/>
              <a:tabLst>
                <a:tab pos="300355" algn="l"/>
              </a:tabLst>
            </a:pPr>
            <a:r>
              <a:rPr dirty="0" sz="2000" spc="-10" b="1">
                <a:solidFill>
                  <a:srgbClr val="00AFEF"/>
                </a:solidFill>
                <a:latin typeface="黑体"/>
                <a:cs typeface="黑体"/>
              </a:rPr>
              <a:t>若检测到</a:t>
            </a:r>
            <a:r>
              <a:rPr dirty="0" sz="2000" spc="-20" b="1">
                <a:solidFill>
                  <a:srgbClr val="9933FF"/>
                </a:solidFill>
                <a:latin typeface="宋体"/>
                <a:cs typeface="宋体"/>
              </a:rPr>
              <a:t>RAW</a:t>
            </a:r>
            <a:r>
              <a:rPr dirty="0" sz="2000" spc="-25" b="1">
                <a:solidFill>
                  <a:srgbClr val="00AFEF"/>
                </a:solidFill>
                <a:latin typeface="黑体"/>
                <a:cs typeface="黑体"/>
              </a:rPr>
              <a:t>冲突，流水线互锁机制必须在流水线中</a:t>
            </a:r>
            <a:endParaRPr sz="2000">
              <a:latin typeface="黑体"/>
              <a:cs typeface="黑体"/>
            </a:endParaRPr>
          </a:p>
          <a:p>
            <a:pPr marL="398145" marR="459740">
              <a:lnSpc>
                <a:spcPts val="4079"/>
              </a:lnSpc>
              <a:spcBef>
                <a:spcPts val="415"/>
              </a:spcBef>
            </a:pPr>
            <a:r>
              <a:rPr dirty="0" sz="2000" spc="-20" b="1">
                <a:solidFill>
                  <a:srgbClr val="00AFEF"/>
                </a:solidFill>
                <a:latin typeface="黑体"/>
                <a:cs typeface="黑体"/>
              </a:rPr>
              <a:t>插入停顿，并使当前正处于</a:t>
            </a:r>
            <a:r>
              <a:rPr dirty="0" sz="2000" spc="-15" b="1">
                <a:solidFill>
                  <a:srgbClr val="9933FF"/>
                </a:solidFill>
                <a:latin typeface="宋体"/>
                <a:cs typeface="宋体"/>
              </a:rPr>
              <a:t>IF</a:t>
            </a:r>
            <a:r>
              <a:rPr dirty="0" sz="2000" spc="-10" b="1">
                <a:solidFill>
                  <a:srgbClr val="00AFEF"/>
                </a:solidFill>
                <a:latin typeface="黑体"/>
                <a:cs typeface="黑体"/>
              </a:rPr>
              <a:t>段和</a:t>
            </a:r>
            <a:r>
              <a:rPr dirty="0" sz="2000" spc="-15" b="1">
                <a:solidFill>
                  <a:srgbClr val="9933FF"/>
                </a:solidFill>
                <a:latin typeface="宋体"/>
                <a:cs typeface="宋体"/>
              </a:rPr>
              <a:t>ID</a:t>
            </a:r>
            <a:r>
              <a:rPr dirty="0" sz="2000" spc="-25" b="1">
                <a:solidFill>
                  <a:srgbClr val="00AFEF"/>
                </a:solidFill>
                <a:latin typeface="黑体"/>
                <a:cs typeface="黑体"/>
              </a:rPr>
              <a:t>段的指令不再</a:t>
            </a:r>
            <a:r>
              <a:rPr dirty="0" sz="2000" spc="-20" b="1">
                <a:solidFill>
                  <a:srgbClr val="00AFEF"/>
                </a:solidFill>
                <a:latin typeface="黑体"/>
                <a:cs typeface="黑体"/>
              </a:rPr>
              <a:t>前进。</a:t>
            </a:r>
            <a:endParaRPr sz="2000">
              <a:latin typeface="黑体"/>
              <a:cs typeface="黑体"/>
            </a:endParaRPr>
          </a:p>
          <a:p>
            <a:pPr marL="522605" indent="-474980">
              <a:lnSpc>
                <a:spcPct val="100000"/>
              </a:lnSpc>
              <a:spcBef>
                <a:spcPts val="1215"/>
              </a:spcBef>
              <a:buClr>
                <a:srgbClr val="00AF50"/>
              </a:buClr>
              <a:buSzPct val="73684"/>
              <a:buFont typeface="Wingdings"/>
              <a:buChar char=""/>
              <a:tabLst>
                <a:tab pos="522605" algn="l"/>
              </a:tabLst>
            </a:pPr>
            <a:r>
              <a:rPr dirty="0" sz="1900" spc="-10" b="1">
                <a:solidFill>
                  <a:srgbClr val="FF5CFF"/>
                </a:solidFill>
                <a:latin typeface="黑体"/>
                <a:cs typeface="黑体"/>
              </a:rPr>
              <a:t>将</a:t>
            </a:r>
            <a:r>
              <a:rPr dirty="0" sz="1900" spc="-10" b="1">
                <a:solidFill>
                  <a:srgbClr val="9933FF"/>
                </a:solidFill>
                <a:latin typeface="宋体"/>
                <a:cs typeface="宋体"/>
              </a:rPr>
              <a:t>ID/EX.IR</a:t>
            </a:r>
            <a:r>
              <a:rPr dirty="0" sz="1900" spc="-10" b="1">
                <a:solidFill>
                  <a:srgbClr val="FF5CFF"/>
                </a:solidFill>
                <a:latin typeface="黑体"/>
                <a:cs typeface="黑体"/>
              </a:rPr>
              <a:t>中的操作码改为全</a:t>
            </a:r>
            <a:r>
              <a:rPr dirty="0" sz="1900" spc="-50" b="1">
                <a:solidFill>
                  <a:srgbClr val="9933FF"/>
                </a:solidFill>
                <a:latin typeface="宋体"/>
                <a:cs typeface="宋体"/>
              </a:rPr>
              <a:t>0</a:t>
            </a:r>
            <a:endParaRPr sz="1900">
              <a:latin typeface="宋体"/>
              <a:cs typeface="宋体"/>
            </a:endParaRPr>
          </a:p>
          <a:p>
            <a:pPr marL="780415">
              <a:lnSpc>
                <a:spcPct val="100000"/>
              </a:lnSpc>
              <a:spcBef>
                <a:spcPts val="1595"/>
              </a:spcBef>
            </a:pPr>
            <a:r>
              <a:rPr dirty="0" sz="1900" spc="-20" b="1">
                <a:solidFill>
                  <a:srgbClr val="FF5CFF"/>
                </a:solidFill>
                <a:latin typeface="黑体"/>
                <a:cs typeface="黑体"/>
              </a:rPr>
              <a:t>（全</a:t>
            </a:r>
            <a:r>
              <a:rPr dirty="0" sz="1900" spc="-10" b="1">
                <a:solidFill>
                  <a:srgbClr val="9933FF"/>
                </a:solidFill>
                <a:latin typeface="宋体"/>
                <a:cs typeface="宋体"/>
              </a:rPr>
              <a:t>0</a:t>
            </a:r>
            <a:r>
              <a:rPr dirty="0" sz="1900" spc="-20" b="1">
                <a:solidFill>
                  <a:srgbClr val="FF5CFF"/>
                </a:solidFill>
                <a:latin typeface="黑体"/>
                <a:cs typeface="黑体"/>
              </a:rPr>
              <a:t>表示空操作</a:t>
            </a:r>
            <a:r>
              <a:rPr dirty="0" sz="1900" spc="-50" b="1">
                <a:solidFill>
                  <a:srgbClr val="FF5CFF"/>
                </a:solidFill>
                <a:latin typeface="黑体"/>
                <a:cs typeface="黑体"/>
              </a:rPr>
              <a:t>）</a:t>
            </a:r>
            <a:endParaRPr sz="1900">
              <a:latin typeface="黑体"/>
              <a:cs typeface="黑体"/>
            </a:endParaRPr>
          </a:p>
        </p:txBody>
      </p:sp>
      <p:sp>
        <p:nvSpPr>
          <p:cNvPr id="10" name="object 10" descr=""/>
          <p:cNvSpPr txBox="1"/>
          <p:nvPr/>
        </p:nvSpPr>
        <p:spPr>
          <a:xfrm>
            <a:off x="1447546" y="4212716"/>
            <a:ext cx="2564765" cy="314960"/>
          </a:xfrm>
          <a:prstGeom prst="rect">
            <a:avLst/>
          </a:prstGeom>
        </p:spPr>
        <p:txBody>
          <a:bodyPr wrap="square" lIns="0" tIns="12065" rIns="0" bIns="0" rtlCol="0" vert="horz">
            <a:spAutoFit/>
          </a:bodyPr>
          <a:lstStyle/>
          <a:p>
            <a:pPr marL="487680" indent="-474980">
              <a:lnSpc>
                <a:spcPct val="100000"/>
              </a:lnSpc>
              <a:spcBef>
                <a:spcPts val="95"/>
              </a:spcBef>
              <a:buClr>
                <a:srgbClr val="00AF50"/>
              </a:buClr>
              <a:buSzPct val="73684"/>
              <a:buFont typeface="Wingdings"/>
              <a:buChar char=""/>
              <a:tabLst>
                <a:tab pos="487680" algn="l"/>
              </a:tabLst>
            </a:pPr>
            <a:r>
              <a:rPr dirty="0" sz="1900" spc="-10" b="1">
                <a:solidFill>
                  <a:srgbClr val="9933FF"/>
                </a:solidFill>
                <a:latin typeface="宋体"/>
                <a:cs typeface="宋体"/>
              </a:rPr>
              <a:t>IF/ID</a:t>
            </a:r>
            <a:r>
              <a:rPr dirty="0" sz="1900" spc="-20" b="1">
                <a:solidFill>
                  <a:srgbClr val="FF5CFF"/>
                </a:solidFill>
                <a:latin typeface="黑体"/>
                <a:cs typeface="黑体"/>
              </a:rPr>
              <a:t>寄存器的内容</a:t>
            </a:r>
            <a:endParaRPr sz="1900">
              <a:latin typeface="黑体"/>
              <a:cs typeface="黑体"/>
            </a:endParaRPr>
          </a:p>
        </p:txBody>
      </p:sp>
      <p:pic>
        <p:nvPicPr>
          <p:cNvPr id="11" name="object 11" descr=""/>
          <p:cNvPicPr/>
          <p:nvPr/>
        </p:nvPicPr>
        <p:blipFill>
          <a:blip r:embed="rId2" cstate="print"/>
          <a:stretch>
            <a:fillRect/>
          </a:stretch>
        </p:blipFill>
        <p:spPr>
          <a:xfrm>
            <a:off x="4024629" y="4282059"/>
            <a:ext cx="190500" cy="200025"/>
          </a:xfrm>
          <a:prstGeom prst="rect">
            <a:avLst/>
          </a:prstGeom>
        </p:spPr>
      </p:pic>
      <p:sp>
        <p:nvSpPr>
          <p:cNvPr id="12" name="object 12" descr=""/>
          <p:cNvSpPr txBox="1"/>
          <p:nvPr/>
        </p:nvSpPr>
        <p:spPr>
          <a:xfrm>
            <a:off x="4228846" y="4212716"/>
            <a:ext cx="1723389" cy="314960"/>
          </a:xfrm>
          <a:prstGeom prst="rect">
            <a:avLst/>
          </a:prstGeom>
        </p:spPr>
        <p:txBody>
          <a:bodyPr wrap="square" lIns="0" tIns="12065" rIns="0" bIns="0" rtlCol="0" vert="horz">
            <a:spAutoFit/>
          </a:bodyPr>
          <a:lstStyle/>
          <a:p>
            <a:pPr marL="12700">
              <a:lnSpc>
                <a:spcPct val="100000"/>
              </a:lnSpc>
              <a:spcBef>
                <a:spcPts val="95"/>
              </a:spcBef>
            </a:pPr>
            <a:r>
              <a:rPr dirty="0" sz="1900" spc="-20" b="1">
                <a:solidFill>
                  <a:srgbClr val="FF5CFF"/>
                </a:solidFill>
                <a:latin typeface="黑体"/>
                <a:cs typeface="黑体"/>
              </a:rPr>
              <a:t>送到自己的入口</a:t>
            </a:r>
            <a:endParaRPr sz="1900">
              <a:latin typeface="黑体"/>
              <a:cs typeface="黑体"/>
            </a:endParaRPr>
          </a:p>
        </p:txBody>
      </p:sp>
      <p:sp>
        <p:nvSpPr>
          <p:cNvPr id="13" name="object 13" descr=""/>
          <p:cNvSpPr txBox="1"/>
          <p:nvPr/>
        </p:nvSpPr>
        <p:spPr>
          <a:xfrm>
            <a:off x="418591" y="4741545"/>
            <a:ext cx="6158865" cy="1440815"/>
          </a:xfrm>
          <a:prstGeom prst="rect">
            <a:avLst/>
          </a:prstGeom>
        </p:spPr>
        <p:txBody>
          <a:bodyPr wrap="square" lIns="0" tIns="12700" rIns="0" bIns="0" rtlCol="0" vert="horz">
            <a:spAutoFit/>
          </a:bodyPr>
          <a:lstStyle/>
          <a:p>
            <a:pPr marL="283210" indent="-270510">
              <a:lnSpc>
                <a:spcPct val="100000"/>
              </a:lnSpc>
              <a:spcBef>
                <a:spcPts val="100"/>
              </a:spcBef>
              <a:buSzPct val="89583"/>
              <a:buFont typeface="Wingdings"/>
              <a:buChar char=""/>
              <a:tabLst>
                <a:tab pos="283210" algn="l"/>
              </a:tabLst>
            </a:pPr>
            <a:r>
              <a:rPr dirty="0" sz="2400" spc="-15">
                <a:solidFill>
                  <a:srgbClr val="40458B"/>
                </a:solidFill>
                <a:latin typeface="黑体"/>
                <a:cs typeface="黑体"/>
              </a:rPr>
              <a:t>定向逻辑</a:t>
            </a:r>
            <a:endParaRPr sz="2400">
              <a:latin typeface="黑体"/>
              <a:cs typeface="黑体"/>
            </a:endParaRPr>
          </a:p>
          <a:p>
            <a:pPr lvl="1" marL="1294130" indent="-287655">
              <a:lnSpc>
                <a:spcPct val="100000"/>
              </a:lnSpc>
              <a:spcBef>
                <a:spcPts val="1780"/>
              </a:spcBef>
              <a:buClr>
                <a:srgbClr val="4668F5"/>
              </a:buClr>
              <a:buSzPct val="60000"/>
              <a:buFont typeface="Wingdings"/>
              <a:buChar char=""/>
              <a:tabLst>
                <a:tab pos="1294130" algn="l"/>
              </a:tabLst>
            </a:pPr>
            <a:r>
              <a:rPr dirty="0" sz="2000" spc="-25" b="1">
                <a:solidFill>
                  <a:srgbClr val="00AFEF"/>
                </a:solidFill>
                <a:latin typeface="黑体"/>
                <a:cs typeface="黑体"/>
              </a:rPr>
              <a:t>要考虑的情况更多</a:t>
            </a:r>
            <a:endParaRPr sz="2000">
              <a:latin typeface="黑体"/>
              <a:cs typeface="黑体"/>
            </a:endParaRPr>
          </a:p>
          <a:p>
            <a:pPr lvl="1" marL="1294130" indent="-287655">
              <a:lnSpc>
                <a:spcPct val="100000"/>
              </a:lnSpc>
              <a:spcBef>
                <a:spcPts val="1680"/>
              </a:spcBef>
              <a:buClr>
                <a:srgbClr val="4668F5"/>
              </a:buClr>
              <a:buSzPct val="60000"/>
              <a:buFont typeface="Wingdings"/>
              <a:buChar char=""/>
              <a:tabLst>
                <a:tab pos="1294130" algn="l"/>
              </a:tabLst>
            </a:pPr>
            <a:r>
              <a:rPr dirty="0" sz="2000" spc="-25" b="1">
                <a:solidFill>
                  <a:srgbClr val="00AFEF"/>
                </a:solidFill>
                <a:latin typeface="黑体"/>
                <a:cs typeface="黑体"/>
              </a:rPr>
              <a:t>通过比较流水寄存器中的寄存器地址来确定</a:t>
            </a:r>
            <a:endParaRPr sz="2000">
              <a:latin typeface="黑体"/>
              <a:cs typeface="黑体"/>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213/154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sp>
        <p:nvSpPr>
          <p:cNvPr id="10" name="object 10" descr=""/>
          <p:cNvSpPr txBox="1"/>
          <p:nvPr/>
        </p:nvSpPr>
        <p:spPr>
          <a:xfrm>
            <a:off x="78739" y="3102101"/>
            <a:ext cx="793750" cy="330835"/>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E14B04"/>
                </a:solidFill>
                <a:latin typeface="黑体"/>
                <a:cs typeface="黑体"/>
              </a:rPr>
              <a:t>例如：</a:t>
            </a:r>
            <a:endParaRPr sz="2000">
              <a:latin typeface="黑体"/>
              <a:cs typeface="黑体"/>
            </a:endParaRPr>
          </a:p>
        </p:txBody>
      </p:sp>
      <p:sp>
        <p:nvSpPr>
          <p:cNvPr id="11" name="object 11" descr=""/>
          <p:cNvSpPr txBox="1"/>
          <p:nvPr/>
        </p:nvSpPr>
        <p:spPr>
          <a:xfrm>
            <a:off x="78739" y="3468471"/>
            <a:ext cx="7292340" cy="2952115"/>
          </a:xfrm>
          <a:prstGeom prst="rect">
            <a:avLst/>
          </a:prstGeom>
        </p:spPr>
        <p:txBody>
          <a:bodyPr wrap="square" lIns="0" tIns="165100" rIns="0" bIns="0" rtlCol="0" vert="horz">
            <a:spAutoFit/>
          </a:bodyPr>
          <a:lstStyle/>
          <a:p>
            <a:pPr marL="469265" indent="-456565">
              <a:lnSpc>
                <a:spcPct val="100000"/>
              </a:lnSpc>
              <a:spcBef>
                <a:spcPts val="1300"/>
              </a:spcBef>
              <a:buClr>
                <a:srgbClr val="4668F5"/>
              </a:buClr>
              <a:buSzPct val="60000"/>
              <a:buFont typeface="Wingdings"/>
              <a:buChar char=""/>
              <a:tabLst>
                <a:tab pos="469265" algn="l"/>
              </a:tabLst>
            </a:pPr>
            <a:r>
              <a:rPr dirty="0" sz="2000" spc="-5" b="1">
                <a:solidFill>
                  <a:srgbClr val="006600"/>
                </a:solidFill>
                <a:latin typeface="宋体"/>
                <a:cs typeface="宋体"/>
              </a:rPr>
              <a:t>若：</a:t>
            </a:r>
            <a:r>
              <a:rPr dirty="0" sz="2000" b="1">
                <a:latin typeface="宋体"/>
                <a:cs typeface="宋体"/>
              </a:rPr>
              <a:t>(ID/EX.IR.op==RR</a:t>
            </a:r>
            <a:r>
              <a:rPr dirty="0" sz="2000" spc="-235" b="1">
                <a:latin typeface="宋体"/>
                <a:cs typeface="宋体"/>
              </a:rPr>
              <a:t> </a:t>
            </a:r>
            <a:r>
              <a:rPr dirty="0" sz="2000" b="1">
                <a:latin typeface="宋体"/>
                <a:cs typeface="宋体"/>
              </a:rPr>
              <a:t>ALU)&amp;（EX/MEM.IR.op==RR</a:t>
            </a:r>
            <a:r>
              <a:rPr dirty="0" sz="2000" spc="-215" b="1">
                <a:latin typeface="宋体"/>
                <a:cs typeface="宋体"/>
              </a:rPr>
              <a:t> </a:t>
            </a:r>
            <a:r>
              <a:rPr dirty="0" sz="2000" spc="-10" b="1">
                <a:latin typeface="宋体"/>
                <a:cs typeface="宋体"/>
              </a:rPr>
              <a:t>ALU）&amp;</a:t>
            </a:r>
            <a:endParaRPr sz="2000">
              <a:latin typeface="宋体"/>
              <a:cs typeface="宋体"/>
            </a:endParaRPr>
          </a:p>
          <a:p>
            <a:pPr marL="469900">
              <a:lnSpc>
                <a:spcPct val="100000"/>
              </a:lnSpc>
              <a:spcBef>
                <a:spcPts val="1200"/>
              </a:spcBef>
            </a:pPr>
            <a:r>
              <a:rPr dirty="0" sz="2000" spc="-10" b="1">
                <a:latin typeface="宋体"/>
                <a:cs typeface="宋体"/>
              </a:rPr>
              <a:t>（ID/EX.IR[rt]==EX/MEM.IR[rd]）</a:t>
            </a:r>
            <a:endParaRPr sz="2000">
              <a:latin typeface="宋体"/>
              <a:cs typeface="宋体"/>
            </a:endParaRPr>
          </a:p>
          <a:p>
            <a:pPr marL="398145">
              <a:lnSpc>
                <a:spcPct val="100000"/>
              </a:lnSpc>
              <a:spcBef>
                <a:spcPts val="1680"/>
              </a:spcBef>
            </a:pPr>
            <a:r>
              <a:rPr dirty="0" sz="2000" spc="-10" b="1">
                <a:solidFill>
                  <a:srgbClr val="006600"/>
                </a:solidFill>
                <a:latin typeface="宋体"/>
                <a:cs typeface="宋体"/>
              </a:rPr>
              <a:t>则：</a:t>
            </a:r>
            <a:r>
              <a:rPr dirty="0" sz="2000" spc="-10" b="1">
                <a:solidFill>
                  <a:srgbClr val="40458B"/>
                </a:solidFill>
                <a:latin typeface="宋体"/>
                <a:cs typeface="宋体"/>
              </a:rPr>
              <a:t>EX/MEM.ALUo</a:t>
            </a:r>
            <a:r>
              <a:rPr dirty="0" sz="2000" spc="-20" b="1">
                <a:solidFill>
                  <a:srgbClr val="40458B"/>
                </a:solidFill>
                <a:latin typeface="宋体"/>
                <a:cs typeface="宋体"/>
              </a:rPr>
              <a:t>定向到ALU</a:t>
            </a:r>
            <a:r>
              <a:rPr dirty="0" sz="2000" spc="-25" b="1">
                <a:solidFill>
                  <a:srgbClr val="40458B"/>
                </a:solidFill>
                <a:latin typeface="宋体"/>
                <a:cs typeface="宋体"/>
              </a:rPr>
              <a:t>的下面一个输入</a:t>
            </a:r>
            <a:endParaRPr sz="2000">
              <a:latin typeface="宋体"/>
              <a:cs typeface="宋体"/>
            </a:endParaRPr>
          </a:p>
          <a:p>
            <a:pPr marL="469265" indent="-456565">
              <a:lnSpc>
                <a:spcPct val="100000"/>
              </a:lnSpc>
              <a:spcBef>
                <a:spcPts val="1680"/>
              </a:spcBef>
              <a:buClr>
                <a:srgbClr val="4668F5"/>
              </a:buClr>
              <a:buSzPct val="60000"/>
              <a:buFont typeface="Wingdings"/>
              <a:buChar char=""/>
              <a:tabLst>
                <a:tab pos="469265" algn="l"/>
              </a:tabLst>
            </a:pPr>
            <a:r>
              <a:rPr dirty="0" sz="2000" spc="-5" b="1">
                <a:solidFill>
                  <a:srgbClr val="006600"/>
                </a:solidFill>
                <a:latin typeface="宋体"/>
                <a:cs typeface="宋体"/>
              </a:rPr>
              <a:t>若：</a:t>
            </a:r>
            <a:r>
              <a:rPr dirty="0" sz="2000" b="1">
                <a:latin typeface="宋体"/>
                <a:cs typeface="宋体"/>
              </a:rPr>
              <a:t>（ID/EX.IR[op]==RR</a:t>
            </a:r>
            <a:r>
              <a:rPr dirty="0" sz="2000" spc="-215" b="1">
                <a:latin typeface="宋体"/>
                <a:cs typeface="宋体"/>
              </a:rPr>
              <a:t> </a:t>
            </a:r>
            <a:r>
              <a:rPr dirty="0" sz="2000" spc="-10" b="1">
                <a:latin typeface="宋体"/>
                <a:cs typeface="宋体"/>
              </a:rPr>
              <a:t>ALU）&amp;（MEM/WB.IR[op]==load）&amp;</a:t>
            </a:r>
            <a:endParaRPr sz="2000">
              <a:latin typeface="宋体"/>
              <a:cs typeface="宋体"/>
            </a:endParaRPr>
          </a:p>
          <a:p>
            <a:pPr marL="469900">
              <a:lnSpc>
                <a:spcPct val="100000"/>
              </a:lnSpc>
              <a:spcBef>
                <a:spcPts val="1200"/>
              </a:spcBef>
            </a:pPr>
            <a:r>
              <a:rPr dirty="0" sz="2000" spc="-10" b="1">
                <a:latin typeface="宋体"/>
                <a:cs typeface="宋体"/>
              </a:rPr>
              <a:t>（ID/EX.IR[rt]==MEM/WB.IR[rt]）</a:t>
            </a:r>
            <a:endParaRPr sz="2000">
              <a:latin typeface="宋体"/>
              <a:cs typeface="宋体"/>
            </a:endParaRPr>
          </a:p>
          <a:p>
            <a:pPr marL="398145">
              <a:lnSpc>
                <a:spcPct val="100000"/>
              </a:lnSpc>
              <a:spcBef>
                <a:spcPts val="1680"/>
              </a:spcBef>
            </a:pPr>
            <a:r>
              <a:rPr dirty="0" sz="2000" spc="-10" b="1">
                <a:solidFill>
                  <a:srgbClr val="006600"/>
                </a:solidFill>
                <a:latin typeface="宋体"/>
                <a:cs typeface="宋体"/>
              </a:rPr>
              <a:t>则：</a:t>
            </a:r>
            <a:r>
              <a:rPr dirty="0" sz="2000" spc="-10" b="1">
                <a:solidFill>
                  <a:srgbClr val="40458B"/>
                </a:solidFill>
                <a:latin typeface="宋体"/>
                <a:cs typeface="宋体"/>
              </a:rPr>
              <a:t>把MEM/WB.LMD</a:t>
            </a:r>
            <a:r>
              <a:rPr dirty="0" sz="2000" spc="-20" b="1">
                <a:solidFill>
                  <a:srgbClr val="40458B"/>
                </a:solidFill>
                <a:latin typeface="宋体"/>
                <a:cs typeface="宋体"/>
              </a:rPr>
              <a:t>定向到</a:t>
            </a:r>
            <a:r>
              <a:rPr dirty="0" sz="2000" spc="-10" b="1">
                <a:solidFill>
                  <a:srgbClr val="40458B"/>
                </a:solidFill>
                <a:latin typeface="宋体"/>
                <a:cs typeface="宋体"/>
              </a:rPr>
              <a:t>ALU</a:t>
            </a:r>
            <a:r>
              <a:rPr dirty="0" sz="2000" spc="-20" b="1">
                <a:solidFill>
                  <a:srgbClr val="40458B"/>
                </a:solidFill>
                <a:latin typeface="宋体"/>
                <a:cs typeface="宋体"/>
              </a:rPr>
              <a:t>的下面一个输入</a:t>
            </a:r>
            <a:endParaRPr sz="2000">
              <a:latin typeface="宋体"/>
              <a:cs typeface="宋体"/>
            </a:endParaRPr>
          </a:p>
        </p:txBody>
      </p:sp>
      <p:sp>
        <p:nvSpPr>
          <p:cNvPr id="12" name="object 12" descr=""/>
          <p:cNvSpPr txBox="1"/>
          <p:nvPr/>
        </p:nvSpPr>
        <p:spPr>
          <a:xfrm>
            <a:off x="78739" y="2049221"/>
            <a:ext cx="1250950" cy="391795"/>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FF0000"/>
                </a:solidFill>
                <a:latin typeface="黑体"/>
                <a:cs typeface="黑体"/>
              </a:rPr>
              <a:t>定向逻辑</a:t>
            </a:r>
            <a:endParaRPr sz="2400">
              <a:latin typeface="黑体"/>
              <a:cs typeface="黑体"/>
            </a:endParaRPr>
          </a:p>
        </p:txBody>
      </p:sp>
      <p:grpSp>
        <p:nvGrpSpPr>
          <p:cNvPr id="13" name="object 13" descr=""/>
          <p:cNvGrpSpPr/>
          <p:nvPr/>
        </p:nvGrpSpPr>
        <p:grpSpPr>
          <a:xfrm>
            <a:off x="7234918" y="1017366"/>
            <a:ext cx="4177029" cy="2589530"/>
            <a:chOff x="7234918" y="1017366"/>
            <a:chExt cx="4177029" cy="2589530"/>
          </a:xfrm>
        </p:grpSpPr>
        <p:sp>
          <p:nvSpPr>
            <p:cNvPr id="14" name="object 14" descr=""/>
            <p:cNvSpPr/>
            <p:nvPr/>
          </p:nvSpPr>
          <p:spPr>
            <a:xfrm>
              <a:off x="8195406" y="1735153"/>
              <a:ext cx="302895" cy="1020444"/>
            </a:xfrm>
            <a:custGeom>
              <a:avLst/>
              <a:gdLst/>
              <a:ahLst/>
              <a:cxnLst/>
              <a:rect l="l" t="t" r="r" b="b"/>
              <a:pathLst>
                <a:path w="302895" h="1020444">
                  <a:moveTo>
                    <a:pt x="302862" y="0"/>
                  </a:moveTo>
                  <a:lnTo>
                    <a:pt x="0" y="0"/>
                  </a:lnTo>
                  <a:lnTo>
                    <a:pt x="0" y="1020234"/>
                  </a:lnTo>
                  <a:lnTo>
                    <a:pt x="302862" y="1020234"/>
                  </a:lnTo>
                  <a:lnTo>
                    <a:pt x="302862" y="0"/>
                  </a:lnTo>
                  <a:close/>
                </a:path>
              </a:pathLst>
            </a:custGeom>
            <a:solidFill>
              <a:srgbClr val="CCFFCC"/>
            </a:solidFill>
          </p:spPr>
          <p:txBody>
            <a:bodyPr wrap="square" lIns="0" tIns="0" rIns="0" bIns="0" rtlCol="0"/>
            <a:lstStyle/>
            <a:p/>
          </p:txBody>
        </p:sp>
        <p:sp>
          <p:nvSpPr>
            <p:cNvPr id="15" name="object 15" descr=""/>
            <p:cNvSpPr/>
            <p:nvPr/>
          </p:nvSpPr>
          <p:spPr>
            <a:xfrm>
              <a:off x="8195406" y="1735153"/>
              <a:ext cx="302895" cy="1020444"/>
            </a:xfrm>
            <a:custGeom>
              <a:avLst/>
              <a:gdLst/>
              <a:ahLst/>
              <a:cxnLst/>
              <a:rect l="l" t="t" r="r" b="b"/>
              <a:pathLst>
                <a:path w="302895" h="1020444">
                  <a:moveTo>
                    <a:pt x="0" y="1020234"/>
                  </a:moveTo>
                  <a:lnTo>
                    <a:pt x="302862" y="1020234"/>
                  </a:lnTo>
                  <a:lnTo>
                    <a:pt x="302862" y="0"/>
                  </a:lnTo>
                  <a:lnTo>
                    <a:pt x="0" y="0"/>
                  </a:lnTo>
                  <a:lnTo>
                    <a:pt x="0" y="1020234"/>
                  </a:lnTo>
                  <a:close/>
                </a:path>
              </a:pathLst>
            </a:custGeom>
            <a:ln w="10454">
              <a:solidFill>
                <a:srgbClr val="000000"/>
              </a:solidFill>
            </a:ln>
          </p:spPr>
          <p:txBody>
            <a:bodyPr wrap="square" lIns="0" tIns="0" rIns="0" bIns="0" rtlCol="0"/>
            <a:lstStyle/>
            <a:p/>
          </p:txBody>
        </p:sp>
        <p:sp>
          <p:nvSpPr>
            <p:cNvPr id="16" name="object 16" descr=""/>
            <p:cNvSpPr/>
            <p:nvPr/>
          </p:nvSpPr>
          <p:spPr>
            <a:xfrm>
              <a:off x="11165299" y="1022764"/>
              <a:ext cx="241300" cy="2534285"/>
            </a:xfrm>
            <a:custGeom>
              <a:avLst/>
              <a:gdLst/>
              <a:ahLst/>
              <a:cxnLst/>
              <a:rect l="l" t="t" r="r" b="b"/>
              <a:pathLst>
                <a:path w="241300" h="2534285">
                  <a:moveTo>
                    <a:pt x="241144" y="0"/>
                  </a:moveTo>
                  <a:lnTo>
                    <a:pt x="0" y="0"/>
                  </a:lnTo>
                  <a:lnTo>
                    <a:pt x="0" y="2533881"/>
                  </a:lnTo>
                  <a:lnTo>
                    <a:pt x="241144" y="2533881"/>
                  </a:lnTo>
                  <a:lnTo>
                    <a:pt x="241144" y="0"/>
                  </a:lnTo>
                  <a:close/>
                </a:path>
              </a:pathLst>
            </a:custGeom>
            <a:solidFill>
              <a:srgbClr val="92DBFF"/>
            </a:solidFill>
          </p:spPr>
          <p:txBody>
            <a:bodyPr wrap="square" lIns="0" tIns="0" rIns="0" bIns="0" rtlCol="0"/>
            <a:lstStyle/>
            <a:p/>
          </p:txBody>
        </p:sp>
        <p:sp>
          <p:nvSpPr>
            <p:cNvPr id="17" name="object 17" descr=""/>
            <p:cNvSpPr/>
            <p:nvPr/>
          </p:nvSpPr>
          <p:spPr>
            <a:xfrm>
              <a:off x="11165299" y="1022764"/>
              <a:ext cx="241300" cy="2534285"/>
            </a:xfrm>
            <a:custGeom>
              <a:avLst/>
              <a:gdLst/>
              <a:ahLst/>
              <a:cxnLst/>
              <a:rect l="l" t="t" r="r" b="b"/>
              <a:pathLst>
                <a:path w="241300" h="2534285">
                  <a:moveTo>
                    <a:pt x="0" y="2533881"/>
                  </a:moveTo>
                  <a:lnTo>
                    <a:pt x="241144" y="2533881"/>
                  </a:lnTo>
                  <a:lnTo>
                    <a:pt x="241144" y="0"/>
                  </a:lnTo>
                  <a:lnTo>
                    <a:pt x="0" y="0"/>
                  </a:lnTo>
                  <a:lnTo>
                    <a:pt x="0" y="2533881"/>
                  </a:lnTo>
                  <a:close/>
                </a:path>
              </a:pathLst>
            </a:custGeom>
            <a:ln w="10467">
              <a:solidFill>
                <a:srgbClr val="000000"/>
              </a:solidFill>
            </a:ln>
          </p:spPr>
          <p:txBody>
            <a:bodyPr wrap="square" lIns="0" tIns="0" rIns="0" bIns="0" rtlCol="0"/>
            <a:lstStyle/>
            <a:p/>
          </p:txBody>
        </p:sp>
        <p:sp>
          <p:nvSpPr>
            <p:cNvPr id="18" name="object 18" descr=""/>
            <p:cNvSpPr/>
            <p:nvPr/>
          </p:nvSpPr>
          <p:spPr>
            <a:xfrm>
              <a:off x="9940413" y="1022764"/>
              <a:ext cx="241935" cy="2534285"/>
            </a:xfrm>
            <a:custGeom>
              <a:avLst/>
              <a:gdLst/>
              <a:ahLst/>
              <a:cxnLst/>
              <a:rect l="l" t="t" r="r" b="b"/>
              <a:pathLst>
                <a:path w="241934" h="2534285">
                  <a:moveTo>
                    <a:pt x="241494" y="0"/>
                  </a:moveTo>
                  <a:lnTo>
                    <a:pt x="0" y="0"/>
                  </a:lnTo>
                  <a:lnTo>
                    <a:pt x="0" y="2533881"/>
                  </a:lnTo>
                  <a:lnTo>
                    <a:pt x="241494" y="2533881"/>
                  </a:lnTo>
                  <a:lnTo>
                    <a:pt x="241494" y="0"/>
                  </a:lnTo>
                  <a:close/>
                </a:path>
              </a:pathLst>
            </a:custGeom>
            <a:solidFill>
              <a:srgbClr val="92DBFF"/>
            </a:solidFill>
          </p:spPr>
          <p:txBody>
            <a:bodyPr wrap="square" lIns="0" tIns="0" rIns="0" bIns="0" rtlCol="0"/>
            <a:lstStyle/>
            <a:p/>
          </p:txBody>
        </p:sp>
        <p:sp>
          <p:nvSpPr>
            <p:cNvPr id="19" name="object 19" descr=""/>
            <p:cNvSpPr/>
            <p:nvPr/>
          </p:nvSpPr>
          <p:spPr>
            <a:xfrm>
              <a:off x="9940413" y="1022764"/>
              <a:ext cx="241935" cy="2534285"/>
            </a:xfrm>
            <a:custGeom>
              <a:avLst/>
              <a:gdLst/>
              <a:ahLst/>
              <a:cxnLst/>
              <a:rect l="l" t="t" r="r" b="b"/>
              <a:pathLst>
                <a:path w="241934" h="2534285">
                  <a:moveTo>
                    <a:pt x="0" y="2533881"/>
                  </a:moveTo>
                  <a:lnTo>
                    <a:pt x="241494" y="2533881"/>
                  </a:lnTo>
                  <a:lnTo>
                    <a:pt x="241494" y="0"/>
                  </a:lnTo>
                  <a:lnTo>
                    <a:pt x="0" y="0"/>
                  </a:lnTo>
                  <a:lnTo>
                    <a:pt x="0" y="2533881"/>
                  </a:lnTo>
                  <a:close/>
                </a:path>
              </a:pathLst>
            </a:custGeom>
            <a:ln w="10467">
              <a:solidFill>
                <a:srgbClr val="000000"/>
              </a:solidFill>
            </a:ln>
          </p:spPr>
          <p:txBody>
            <a:bodyPr wrap="square" lIns="0" tIns="0" rIns="0" bIns="0" rtlCol="0"/>
            <a:lstStyle/>
            <a:p/>
          </p:txBody>
        </p:sp>
        <p:sp>
          <p:nvSpPr>
            <p:cNvPr id="20" name="object 20" descr=""/>
            <p:cNvSpPr/>
            <p:nvPr/>
          </p:nvSpPr>
          <p:spPr>
            <a:xfrm>
              <a:off x="7240315" y="1067628"/>
              <a:ext cx="241935" cy="2533650"/>
            </a:xfrm>
            <a:custGeom>
              <a:avLst/>
              <a:gdLst/>
              <a:ahLst/>
              <a:cxnLst/>
              <a:rect l="l" t="t" r="r" b="b"/>
              <a:pathLst>
                <a:path w="241934" h="2533650">
                  <a:moveTo>
                    <a:pt x="241494" y="0"/>
                  </a:moveTo>
                  <a:lnTo>
                    <a:pt x="0" y="0"/>
                  </a:lnTo>
                  <a:lnTo>
                    <a:pt x="0" y="2533595"/>
                  </a:lnTo>
                  <a:lnTo>
                    <a:pt x="241494" y="2533595"/>
                  </a:lnTo>
                  <a:lnTo>
                    <a:pt x="241494" y="0"/>
                  </a:lnTo>
                  <a:close/>
                </a:path>
              </a:pathLst>
            </a:custGeom>
            <a:solidFill>
              <a:srgbClr val="92DBFF"/>
            </a:solidFill>
          </p:spPr>
          <p:txBody>
            <a:bodyPr wrap="square" lIns="0" tIns="0" rIns="0" bIns="0" rtlCol="0"/>
            <a:lstStyle/>
            <a:p/>
          </p:txBody>
        </p:sp>
        <p:sp>
          <p:nvSpPr>
            <p:cNvPr id="21" name="object 21" descr=""/>
            <p:cNvSpPr/>
            <p:nvPr/>
          </p:nvSpPr>
          <p:spPr>
            <a:xfrm>
              <a:off x="7240315" y="1067628"/>
              <a:ext cx="241935" cy="2533650"/>
            </a:xfrm>
            <a:custGeom>
              <a:avLst/>
              <a:gdLst/>
              <a:ahLst/>
              <a:cxnLst/>
              <a:rect l="l" t="t" r="r" b="b"/>
              <a:pathLst>
                <a:path w="241934" h="2533650">
                  <a:moveTo>
                    <a:pt x="0" y="2533595"/>
                  </a:moveTo>
                  <a:lnTo>
                    <a:pt x="241494" y="2533595"/>
                  </a:lnTo>
                  <a:lnTo>
                    <a:pt x="241494" y="0"/>
                  </a:lnTo>
                  <a:lnTo>
                    <a:pt x="0" y="0"/>
                  </a:lnTo>
                  <a:lnTo>
                    <a:pt x="0" y="2533595"/>
                  </a:lnTo>
                  <a:close/>
                </a:path>
              </a:pathLst>
            </a:custGeom>
            <a:ln w="10467">
              <a:solidFill>
                <a:srgbClr val="000000"/>
              </a:solidFill>
            </a:ln>
          </p:spPr>
          <p:txBody>
            <a:bodyPr wrap="square" lIns="0" tIns="0" rIns="0" bIns="0" rtlCol="0"/>
            <a:lstStyle/>
            <a:p/>
          </p:txBody>
        </p:sp>
        <p:sp>
          <p:nvSpPr>
            <p:cNvPr id="22" name="object 22" descr=""/>
            <p:cNvSpPr/>
            <p:nvPr/>
          </p:nvSpPr>
          <p:spPr>
            <a:xfrm>
              <a:off x="8654610" y="1067643"/>
              <a:ext cx="241935" cy="2489200"/>
            </a:xfrm>
            <a:custGeom>
              <a:avLst/>
              <a:gdLst/>
              <a:ahLst/>
              <a:cxnLst/>
              <a:rect l="l" t="t" r="r" b="b"/>
              <a:pathLst>
                <a:path w="241934" h="2489200">
                  <a:moveTo>
                    <a:pt x="241494" y="0"/>
                  </a:moveTo>
                  <a:lnTo>
                    <a:pt x="0" y="0"/>
                  </a:lnTo>
                  <a:lnTo>
                    <a:pt x="0" y="2489002"/>
                  </a:lnTo>
                  <a:lnTo>
                    <a:pt x="241494" y="2489002"/>
                  </a:lnTo>
                  <a:lnTo>
                    <a:pt x="241494" y="0"/>
                  </a:lnTo>
                  <a:close/>
                </a:path>
              </a:pathLst>
            </a:custGeom>
            <a:solidFill>
              <a:srgbClr val="92DBFF"/>
            </a:solidFill>
          </p:spPr>
          <p:txBody>
            <a:bodyPr wrap="square" lIns="0" tIns="0" rIns="0" bIns="0" rtlCol="0"/>
            <a:lstStyle/>
            <a:p/>
          </p:txBody>
        </p:sp>
        <p:sp>
          <p:nvSpPr>
            <p:cNvPr id="23" name="object 23" descr=""/>
            <p:cNvSpPr/>
            <p:nvPr/>
          </p:nvSpPr>
          <p:spPr>
            <a:xfrm>
              <a:off x="8654610" y="1067643"/>
              <a:ext cx="241935" cy="2489200"/>
            </a:xfrm>
            <a:custGeom>
              <a:avLst/>
              <a:gdLst/>
              <a:ahLst/>
              <a:cxnLst/>
              <a:rect l="l" t="t" r="r" b="b"/>
              <a:pathLst>
                <a:path w="241934" h="2489200">
                  <a:moveTo>
                    <a:pt x="0" y="2489002"/>
                  </a:moveTo>
                  <a:lnTo>
                    <a:pt x="241494" y="2489002"/>
                  </a:lnTo>
                  <a:lnTo>
                    <a:pt x="241494" y="0"/>
                  </a:lnTo>
                  <a:lnTo>
                    <a:pt x="0" y="0"/>
                  </a:lnTo>
                  <a:lnTo>
                    <a:pt x="0" y="2489002"/>
                  </a:lnTo>
                  <a:close/>
                </a:path>
              </a:pathLst>
            </a:custGeom>
            <a:ln w="10467">
              <a:solidFill>
                <a:srgbClr val="000000"/>
              </a:solidFill>
            </a:ln>
          </p:spPr>
          <p:txBody>
            <a:bodyPr wrap="square" lIns="0" tIns="0" rIns="0" bIns="0" rtlCol="0"/>
            <a:lstStyle/>
            <a:p/>
          </p:txBody>
        </p:sp>
      </p:grpSp>
      <p:sp>
        <p:nvSpPr>
          <p:cNvPr id="24" name="object 24" descr=""/>
          <p:cNvSpPr txBox="1"/>
          <p:nvPr/>
        </p:nvSpPr>
        <p:spPr>
          <a:xfrm>
            <a:off x="10981800" y="820880"/>
            <a:ext cx="58674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MEM/WB</a:t>
            </a:r>
            <a:endParaRPr sz="1000">
              <a:latin typeface="Times New Roman"/>
              <a:cs typeface="Times New Roman"/>
            </a:endParaRPr>
          </a:p>
        </p:txBody>
      </p:sp>
      <p:sp>
        <p:nvSpPr>
          <p:cNvPr id="25" name="object 25" descr=""/>
          <p:cNvSpPr txBox="1"/>
          <p:nvPr/>
        </p:nvSpPr>
        <p:spPr>
          <a:xfrm>
            <a:off x="8265628" y="1800766"/>
            <a:ext cx="157480" cy="440690"/>
          </a:xfrm>
          <a:prstGeom prst="rect">
            <a:avLst/>
          </a:prstGeom>
        </p:spPr>
        <p:txBody>
          <a:bodyPr wrap="square" lIns="0" tIns="38735" rIns="0" bIns="0" rtlCol="0" vert="horz">
            <a:spAutoFit/>
          </a:bodyPr>
          <a:lstStyle/>
          <a:p>
            <a:pPr algn="just" marL="12700" marR="5080">
              <a:lnSpc>
                <a:spcPts val="1019"/>
              </a:lnSpc>
              <a:spcBef>
                <a:spcPts val="305"/>
              </a:spcBef>
            </a:pPr>
            <a:r>
              <a:rPr dirty="0" sz="1000" spc="-50">
                <a:latin typeface="宋体"/>
                <a:cs typeface="宋体"/>
              </a:rPr>
              <a:t>通用寄</a:t>
            </a:r>
            <a:endParaRPr sz="1000">
              <a:latin typeface="宋体"/>
              <a:cs typeface="宋体"/>
            </a:endParaRPr>
          </a:p>
        </p:txBody>
      </p:sp>
      <p:sp>
        <p:nvSpPr>
          <p:cNvPr id="26" name="object 26" descr=""/>
          <p:cNvSpPr txBox="1"/>
          <p:nvPr/>
        </p:nvSpPr>
        <p:spPr>
          <a:xfrm>
            <a:off x="8265628" y="2189675"/>
            <a:ext cx="157480" cy="311150"/>
          </a:xfrm>
          <a:prstGeom prst="rect">
            <a:avLst/>
          </a:prstGeom>
        </p:spPr>
        <p:txBody>
          <a:bodyPr wrap="square" lIns="0" tIns="38735" rIns="0" bIns="0" rtlCol="0" vert="horz">
            <a:spAutoFit/>
          </a:bodyPr>
          <a:lstStyle/>
          <a:p>
            <a:pPr marL="12700" marR="5080">
              <a:lnSpc>
                <a:spcPts val="1019"/>
              </a:lnSpc>
              <a:spcBef>
                <a:spcPts val="305"/>
              </a:spcBef>
            </a:pPr>
            <a:r>
              <a:rPr dirty="0" sz="1000" spc="-50">
                <a:latin typeface="宋体"/>
                <a:cs typeface="宋体"/>
              </a:rPr>
              <a:t>存器</a:t>
            </a:r>
            <a:endParaRPr sz="1000">
              <a:latin typeface="宋体"/>
              <a:cs typeface="宋体"/>
            </a:endParaRPr>
          </a:p>
        </p:txBody>
      </p:sp>
      <p:sp>
        <p:nvSpPr>
          <p:cNvPr id="27" name="object 27" descr=""/>
          <p:cNvSpPr txBox="1"/>
          <p:nvPr/>
        </p:nvSpPr>
        <p:spPr>
          <a:xfrm>
            <a:off x="8265628" y="2448948"/>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宋体"/>
                <a:cs typeface="宋体"/>
              </a:rPr>
              <a:t>组</a:t>
            </a:r>
            <a:endParaRPr sz="1000">
              <a:latin typeface="宋体"/>
              <a:cs typeface="宋体"/>
            </a:endParaRPr>
          </a:p>
        </p:txBody>
      </p:sp>
      <p:sp>
        <p:nvSpPr>
          <p:cNvPr id="28" name="object 28" descr=""/>
          <p:cNvSpPr txBox="1"/>
          <p:nvPr/>
        </p:nvSpPr>
        <p:spPr>
          <a:xfrm>
            <a:off x="9590695" y="2129993"/>
            <a:ext cx="171450" cy="29210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ALU</a:t>
            </a:r>
            <a:endParaRPr sz="1000">
              <a:latin typeface="Times New Roman"/>
              <a:cs typeface="Times New Roman"/>
            </a:endParaRPr>
          </a:p>
        </p:txBody>
      </p:sp>
      <p:sp>
        <p:nvSpPr>
          <p:cNvPr id="29" name="object 29" descr=""/>
          <p:cNvSpPr txBox="1"/>
          <p:nvPr/>
        </p:nvSpPr>
        <p:spPr>
          <a:xfrm>
            <a:off x="6021987" y="2041220"/>
            <a:ext cx="180340" cy="397510"/>
          </a:xfrm>
          <a:prstGeom prst="rect">
            <a:avLst/>
          </a:prstGeom>
          <a:solidFill>
            <a:srgbClr val="92DBFF"/>
          </a:solidFill>
          <a:ln w="10440">
            <a:solidFill>
              <a:srgbClr val="000000"/>
            </a:solidFill>
          </a:ln>
        </p:spPr>
        <p:txBody>
          <a:bodyPr wrap="square" lIns="0" tIns="102870" rIns="0" bIns="0" rtlCol="0" vert="horz">
            <a:spAutoFit/>
          </a:bodyPr>
          <a:lstStyle/>
          <a:p>
            <a:pPr marL="5715">
              <a:lnSpc>
                <a:spcPct val="100000"/>
              </a:lnSpc>
              <a:spcBef>
                <a:spcPts val="810"/>
              </a:spcBef>
            </a:pPr>
            <a:r>
              <a:rPr dirty="0" sz="1000" spc="-25">
                <a:latin typeface="Times New Roman"/>
                <a:cs typeface="Times New Roman"/>
              </a:rPr>
              <a:t>PC</a:t>
            </a:r>
            <a:endParaRPr sz="1000">
              <a:latin typeface="Times New Roman"/>
              <a:cs typeface="Times New Roman"/>
            </a:endParaRPr>
          </a:p>
        </p:txBody>
      </p:sp>
      <p:sp>
        <p:nvSpPr>
          <p:cNvPr id="30" name="object 30" descr=""/>
          <p:cNvSpPr txBox="1"/>
          <p:nvPr/>
        </p:nvSpPr>
        <p:spPr>
          <a:xfrm>
            <a:off x="9236522" y="1412123"/>
            <a:ext cx="333375" cy="219075"/>
          </a:xfrm>
          <a:prstGeom prst="rect">
            <a:avLst/>
          </a:prstGeom>
          <a:ln w="10351">
            <a:solidFill>
              <a:srgbClr val="000000"/>
            </a:solidFill>
          </a:ln>
        </p:spPr>
        <p:txBody>
          <a:bodyPr wrap="square" lIns="0" tIns="36830" rIns="0" bIns="0" rtlCol="0" vert="horz">
            <a:spAutoFit/>
          </a:bodyPr>
          <a:lstStyle/>
          <a:p>
            <a:pPr marL="74295">
              <a:lnSpc>
                <a:spcPct val="100000"/>
              </a:lnSpc>
              <a:spcBef>
                <a:spcPts val="290"/>
              </a:spcBef>
            </a:pPr>
            <a:r>
              <a:rPr dirty="0" sz="1000" spc="-25">
                <a:latin typeface="Times New Roman"/>
                <a:cs typeface="Times New Roman"/>
              </a:rPr>
              <a:t>=0?</a:t>
            </a:r>
            <a:endParaRPr sz="1000">
              <a:latin typeface="Times New Roman"/>
              <a:cs typeface="Times New Roman"/>
            </a:endParaRPr>
          </a:p>
        </p:txBody>
      </p:sp>
      <p:sp>
        <p:nvSpPr>
          <p:cNvPr id="31" name="object 31" descr=""/>
          <p:cNvSpPr txBox="1"/>
          <p:nvPr/>
        </p:nvSpPr>
        <p:spPr>
          <a:xfrm>
            <a:off x="6468117" y="1284888"/>
            <a:ext cx="171450" cy="30607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ADD</a:t>
            </a:r>
            <a:endParaRPr sz="1000">
              <a:latin typeface="Times New Roman"/>
              <a:cs typeface="Times New Roman"/>
            </a:endParaRPr>
          </a:p>
        </p:txBody>
      </p:sp>
      <p:sp>
        <p:nvSpPr>
          <p:cNvPr id="32" name="object 32" descr=""/>
          <p:cNvSpPr txBox="1"/>
          <p:nvPr/>
        </p:nvSpPr>
        <p:spPr>
          <a:xfrm>
            <a:off x="7888179" y="2873149"/>
            <a:ext cx="135890" cy="155575"/>
          </a:xfrm>
          <a:prstGeom prst="rect">
            <a:avLst/>
          </a:prstGeom>
        </p:spPr>
        <p:txBody>
          <a:bodyPr wrap="square" lIns="0" tIns="12700" rIns="0" bIns="0" rtlCol="0" vert="horz">
            <a:spAutoFit/>
          </a:bodyPr>
          <a:lstStyle/>
          <a:p>
            <a:pPr marL="12700">
              <a:lnSpc>
                <a:spcPct val="100000"/>
              </a:lnSpc>
              <a:spcBef>
                <a:spcPts val="100"/>
              </a:spcBef>
            </a:pPr>
            <a:r>
              <a:rPr dirty="0" sz="850" spc="-25">
                <a:latin typeface="Times New Roman"/>
                <a:cs typeface="Times New Roman"/>
              </a:rPr>
              <a:t>16</a:t>
            </a:r>
            <a:endParaRPr sz="850">
              <a:latin typeface="Times New Roman"/>
              <a:cs typeface="Times New Roman"/>
            </a:endParaRPr>
          </a:p>
        </p:txBody>
      </p:sp>
      <p:sp>
        <p:nvSpPr>
          <p:cNvPr id="33" name="object 33" descr=""/>
          <p:cNvSpPr txBox="1"/>
          <p:nvPr/>
        </p:nvSpPr>
        <p:spPr>
          <a:xfrm>
            <a:off x="8085897" y="2825660"/>
            <a:ext cx="529590" cy="431165"/>
          </a:xfrm>
          <a:prstGeom prst="rect">
            <a:avLst/>
          </a:prstGeom>
        </p:spPr>
        <p:txBody>
          <a:bodyPr wrap="square" lIns="0" tIns="15240" rIns="0" bIns="0" rtlCol="0" vert="horz">
            <a:spAutoFit/>
          </a:bodyPr>
          <a:lstStyle/>
          <a:p>
            <a:pPr marL="43815">
              <a:lnSpc>
                <a:spcPts val="1090"/>
              </a:lnSpc>
              <a:spcBef>
                <a:spcPts val="120"/>
              </a:spcBef>
            </a:pPr>
            <a:r>
              <a:rPr dirty="0" sz="1000" spc="40">
                <a:latin typeface="宋体"/>
                <a:cs typeface="宋体"/>
              </a:rPr>
              <a:t>符号 </a:t>
            </a:r>
            <a:r>
              <a:rPr dirty="0" baseline="-9803" sz="1275" spc="-37">
                <a:latin typeface="Times New Roman"/>
                <a:cs typeface="Times New Roman"/>
              </a:rPr>
              <a:t>32</a:t>
            </a:r>
            <a:endParaRPr baseline="-9803" sz="1275">
              <a:latin typeface="Times New Roman"/>
              <a:cs typeface="Times New Roman"/>
            </a:endParaRPr>
          </a:p>
          <a:p>
            <a:pPr marL="38100" marR="221615" indent="84455">
              <a:lnSpc>
                <a:spcPts val="990"/>
              </a:lnSpc>
              <a:spcBef>
                <a:spcPts val="95"/>
              </a:spcBef>
            </a:pPr>
            <a:r>
              <a:rPr dirty="0" sz="1000" spc="-50">
                <a:latin typeface="宋体"/>
                <a:cs typeface="宋体"/>
              </a:rPr>
              <a:t>位</a:t>
            </a:r>
            <a:r>
              <a:rPr dirty="0" sz="1000" spc="-25">
                <a:latin typeface="宋体"/>
                <a:cs typeface="宋体"/>
              </a:rPr>
              <a:t>扩展</a:t>
            </a:r>
            <a:endParaRPr sz="1000">
              <a:latin typeface="宋体"/>
              <a:cs typeface="宋体"/>
            </a:endParaRPr>
          </a:p>
        </p:txBody>
      </p:sp>
      <p:sp>
        <p:nvSpPr>
          <p:cNvPr id="34" name="object 34" descr=""/>
          <p:cNvSpPr txBox="1"/>
          <p:nvPr/>
        </p:nvSpPr>
        <p:spPr>
          <a:xfrm>
            <a:off x="6131659" y="1200130"/>
            <a:ext cx="9144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4</a:t>
            </a:r>
            <a:endParaRPr sz="1000">
              <a:latin typeface="Times New Roman"/>
              <a:cs typeface="Times New Roman"/>
            </a:endParaRPr>
          </a:p>
        </p:txBody>
      </p:sp>
      <p:sp>
        <p:nvSpPr>
          <p:cNvPr id="35" name="object 35" descr=""/>
          <p:cNvSpPr/>
          <p:nvPr/>
        </p:nvSpPr>
        <p:spPr>
          <a:xfrm>
            <a:off x="6474299" y="1379584"/>
            <a:ext cx="31115" cy="133985"/>
          </a:xfrm>
          <a:custGeom>
            <a:avLst/>
            <a:gdLst/>
            <a:ahLst/>
            <a:cxnLst/>
            <a:rect l="l" t="t" r="r" b="b"/>
            <a:pathLst>
              <a:path w="31115" h="133984">
                <a:moveTo>
                  <a:pt x="30684" y="0"/>
                </a:moveTo>
                <a:lnTo>
                  <a:pt x="0" y="0"/>
                </a:lnTo>
                <a:lnTo>
                  <a:pt x="0" y="133365"/>
                </a:lnTo>
                <a:lnTo>
                  <a:pt x="30684" y="133365"/>
                </a:lnTo>
                <a:lnTo>
                  <a:pt x="30684" y="0"/>
                </a:lnTo>
                <a:close/>
              </a:path>
            </a:pathLst>
          </a:custGeom>
          <a:solidFill>
            <a:srgbClr val="FFFFFF"/>
          </a:solidFill>
        </p:spPr>
        <p:txBody>
          <a:bodyPr wrap="square" lIns="0" tIns="0" rIns="0" bIns="0" rtlCol="0"/>
          <a:lstStyle/>
          <a:p/>
        </p:txBody>
      </p:sp>
      <p:grpSp>
        <p:nvGrpSpPr>
          <p:cNvPr id="36" name="object 36" descr=""/>
          <p:cNvGrpSpPr/>
          <p:nvPr/>
        </p:nvGrpSpPr>
        <p:grpSpPr>
          <a:xfrm>
            <a:off x="6414747" y="572976"/>
            <a:ext cx="3960495" cy="2629535"/>
            <a:chOff x="6414747" y="572976"/>
            <a:chExt cx="3960495" cy="2629535"/>
          </a:xfrm>
        </p:grpSpPr>
        <p:sp>
          <p:nvSpPr>
            <p:cNvPr id="37" name="object 37" descr=""/>
            <p:cNvSpPr/>
            <p:nvPr/>
          </p:nvSpPr>
          <p:spPr>
            <a:xfrm>
              <a:off x="7270992" y="2002176"/>
              <a:ext cx="180340" cy="442595"/>
            </a:xfrm>
            <a:custGeom>
              <a:avLst/>
              <a:gdLst/>
              <a:ahLst/>
              <a:cxnLst/>
              <a:rect l="l" t="t" r="r" b="b"/>
              <a:pathLst>
                <a:path w="180340" h="442594">
                  <a:moveTo>
                    <a:pt x="180126" y="0"/>
                  </a:moveTo>
                  <a:lnTo>
                    <a:pt x="0" y="0"/>
                  </a:lnTo>
                  <a:lnTo>
                    <a:pt x="0" y="442196"/>
                  </a:lnTo>
                  <a:lnTo>
                    <a:pt x="180126" y="442196"/>
                  </a:lnTo>
                  <a:lnTo>
                    <a:pt x="180126" y="0"/>
                  </a:lnTo>
                  <a:close/>
                </a:path>
              </a:pathLst>
            </a:custGeom>
            <a:solidFill>
              <a:srgbClr val="FFFFFF"/>
            </a:solidFill>
          </p:spPr>
          <p:txBody>
            <a:bodyPr wrap="square" lIns="0" tIns="0" rIns="0" bIns="0" rtlCol="0"/>
            <a:lstStyle/>
            <a:p/>
          </p:txBody>
        </p:sp>
        <p:sp>
          <p:nvSpPr>
            <p:cNvPr id="38" name="object 38" descr=""/>
            <p:cNvSpPr/>
            <p:nvPr/>
          </p:nvSpPr>
          <p:spPr>
            <a:xfrm>
              <a:off x="7270992" y="2002176"/>
              <a:ext cx="180340" cy="442595"/>
            </a:xfrm>
            <a:custGeom>
              <a:avLst/>
              <a:gdLst/>
              <a:ahLst/>
              <a:cxnLst/>
              <a:rect l="l" t="t" r="r" b="b"/>
              <a:pathLst>
                <a:path w="180340" h="442594">
                  <a:moveTo>
                    <a:pt x="0" y="442196"/>
                  </a:moveTo>
                  <a:lnTo>
                    <a:pt x="180126" y="442196"/>
                  </a:lnTo>
                  <a:lnTo>
                    <a:pt x="180126" y="0"/>
                  </a:lnTo>
                  <a:lnTo>
                    <a:pt x="0" y="0"/>
                  </a:lnTo>
                  <a:lnTo>
                    <a:pt x="0" y="442196"/>
                  </a:lnTo>
                  <a:close/>
                </a:path>
              </a:pathLst>
            </a:custGeom>
            <a:ln w="10444">
              <a:solidFill>
                <a:srgbClr val="000000"/>
              </a:solidFill>
            </a:ln>
          </p:spPr>
          <p:txBody>
            <a:bodyPr wrap="square" lIns="0" tIns="0" rIns="0" bIns="0" rtlCol="0"/>
            <a:lstStyle/>
            <a:p/>
          </p:txBody>
        </p:sp>
        <p:sp>
          <p:nvSpPr>
            <p:cNvPr id="39" name="object 39" descr=""/>
            <p:cNvSpPr/>
            <p:nvPr/>
          </p:nvSpPr>
          <p:spPr>
            <a:xfrm>
              <a:off x="8685360" y="2002248"/>
              <a:ext cx="180340" cy="264160"/>
            </a:xfrm>
            <a:custGeom>
              <a:avLst/>
              <a:gdLst/>
              <a:ahLst/>
              <a:cxnLst/>
              <a:rect l="l" t="t" r="r" b="b"/>
              <a:pathLst>
                <a:path w="180340" h="264160">
                  <a:moveTo>
                    <a:pt x="180126" y="0"/>
                  </a:moveTo>
                  <a:lnTo>
                    <a:pt x="0" y="0"/>
                  </a:lnTo>
                  <a:lnTo>
                    <a:pt x="0" y="263898"/>
                  </a:lnTo>
                  <a:lnTo>
                    <a:pt x="180126" y="263898"/>
                  </a:lnTo>
                  <a:lnTo>
                    <a:pt x="180126" y="0"/>
                  </a:lnTo>
                  <a:close/>
                </a:path>
              </a:pathLst>
            </a:custGeom>
            <a:solidFill>
              <a:srgbClr val="FFFFFF"/>
            </a:solidFill>
          </p:spPr>
          <p:txBody>
            <a:bodyPr wrap="square" lIns="0" tIns="0" rIns="0" bIns="0" rtlCol="0"/>
            <a:lstStyle/>
            <a:p/>
          </p:txBody>
        </p:sp>
        <p:sp>
          <p:nvSpPr>
            <p:cNvPr id="40" name="object 40" descr=""/>
            <p:cNvSpPr/>
            <p:nvPr/>
          </p:nvSpPr>
          <p:spPr>
            <a:xfrm>
              <a:off x="8685360" y="2002248"/>
              <a:ext cx="180340" cy="264160"/>
            </a:xfrm>
            <a:custGeom>
              <a:avLst/>
              <a:gdLst/>
              <a:ahLst/>
              <a:cxnLst/>
              <a:rect l="l" t="t" r="r" b="b"/>
              <a:pathLst>
                <a:path w="180340" h="264160">
                  <a:moveTo>
                    <a:pt x="0" y="263898"/>
                  </a:moveTo>
                  <a:lnTo>
                    <a:pt x="180126" y="263898"/>
                  </a:lnTo>
                  <a:lnTo>
                    <a:pt x="180126" y="0"/>
                  </a:lnTo>
                  <a:lnTo>
                    <a:pt x="0" y="0"/>
                  </a:lnTo>
                  <a:lnTo>
                    <a:pt x="0" y="263898"/>
                  </a:lnTo>
                  <a:close/>
                </a:path>
              </a:pathLst>
            </a:custGeom>
            <a:ln w="10414">
              <a:solidFill>
                <a:srgbClr val="000000"/>
              </a:solidFill>
            </a:ln>
          </p:spPr>
          <p:txBody>
            <a:bodyPr wrap="square" lIns="0" tIns="0" rIns="0" bIns="0" rtlCol="0"/>
            <a:lstStyle/>
            <a:p/>
          </p:txBody>
        </p:sp>
        <p:sp>
          <p:nvSpPr>
            <p:cNvPr id="41" name="object 41" descr=""/>
            <p:cNvSpPr/>
            <p:nvPr/>
          </p:nvSpPr>
          <p:spPr>
            <a:xfrm>
              <a:off x="8685360" y="2403049"/>
              <a:ext cx="180340" cy="264160"/>
            </a:xfrm>
            <a:custGeom>
              <a:avLst/>
              <a:gdLst/>
              <a:ahLst/>
              <a:cxnLst/>
              <a:rect l="l" t="t" r="r" b="b"/>
              <a:pathLst>
                <a:path w="180340" h="264160">
                  <a:moveTo>
                    <a:pt x="180126" y="0"/>
                  </a:moveTo>
                  <a:lnTo>
                    <a:pt x="0" y="0"/>
                  </a:lnTo>
                  <a:lnTo>
                    <a:pt x="0" y="263554"/>
                  </a:lnTo>
                  <a:lnTo>
                    <a:pt x="180126" y="263554"/>
                  </a:lnTo>
                  <a:lnTo>
                    <a:pt x="180126" y="0"/>
                  </a:lnTo>
                  <a:close/>
                </a:path>
              </a:pathLst>
            </a:custGeom>
            <a:solidFill>
              <a:srgbClr val="FFFFFF"/>
            </a:solidFill>
          </p:spPr>
          <p:txBody>
            <a:bodyPr wrap="square" lIns="0" tIns="0" rIns="0" bIns="0" rtlCol="0"/>
            <a:lstStyle/>
            <a:p/>
          </p:txBody>
        </p:sp>
        <p:sp>
          <p:nvSpPr>
            <p:cNvPr id="42" name="object 42" descr=""/>
            <p:cNvSpPr/>
            <p:nvPr/>
          </p:nvSpPr>
          <p:spPr>
            <a:xfrm>
              <a:off x="8685360" y="2403049"/>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sp>
          <p:nvSpPr>
            <p:cNvPr id="43" name="object 43" descr=""/>
            <p:cNvSpPr/>
            <p:nvPr/>
          </p:nvSpPr>
          <p:spPr>
            <a:xfrm>
              <a:off x="8685360" y="2888046"/>
              <a:ext cx="180340" cy="308610"/>
            </a:xfrm>
            <a:custGeom>
              <a:avLst/>
              <a:gdLst/>
              <a:ahLst/>
              <a:cxnLst/>
              <a:rect l="l" t="t" r="r" b="b"/>
              <a:pathLst>
                <a:path w="180340" h="308610">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44" name="object 44" descr=""/>
            <p:cNvSpPr/>
            <p:nvPr/>
          </p:nvSpPr>
          <p:spPr>
            <a:xfrm>
              <a:off x="6420144" y="578373"/>
              <a:ext cx="3949700" cy="2618740"/>
            </a:xfrm>
            <a:custGeom>
              <a:avLst/>
              <a:gdLst/>
              <a:ahLst/>
              <a:cxnLst/>
              <a:rect l="l" t="t" r="r" b="b"/>
              <a:pathLst>
                <a:path w="3949700" h="2618740">
                  <a:moveTo>
                    <a:pt x="2265215" y="2618148"/>
                  </a:moveTo>
                  <a:lnTo>
                    <a:pt x="2445341" y="2618148"/>
                  </a:lnTo>
                  <a:lnTo>
                    <a:pt x="2445341" y="2309672"/>
                  </a:lnTo>
                  <a:lnTo>
                    <a:pt x="2265215" y="2309672"/>
                  </a:lnTo>
                  <a:lnTo>
                    <a:pt x="2265215" y="2618148"/>
                  </a:lnTo>
                  <a:close/>
                </a:path>
                <a:path w="3949700" h="2618740">
                  <a:moveTo>
                    <a:pt x="0" y="577980"/>
                  </a:moveTo>
                  <a:lnTo>
                    <a:pt x="214067" y="711471"/>
                  </a:lnTo>
                </a:path>
                <a:path w="3949700" h="2618740">
                  <a:moveTo>
                    <a:pt x="214067" y="1023474"/>
                  </a:moveTo>
                  <a:lnTo>
                    <a:pt x="0" y="1156822"/>
                  </a:lnTo>
                </a:path>
                <a:path w="3949700" h="2618740">
                  <a:moveTo>
                    <a:pt x="214067" y="711471"/>
                  </a:moveTo>
                  <a:lnTo>
                    <a:pt x="214067" y="1023474"/>
                  </a:lnTo>
                </a:path>
                <a:path w="3949700" h="2618740">
                  <a:moveTo>
                    <a:pt x="0" y="577980"/>
                  </a:moveTo>
                  <a:lnTo>
                    <a:pt x="0" y="756350"/>
                  </a:lnTo>
                </a:path>
                <a:path w="3949700" h="2618740">
                  <a:moveTo>
                    <a:pt x="0" y="978452"/>
                  </a:moveTo>
                  <a:lnTo>
                    <a:pt x="0" y="1156822"/>
                  </a:lnTo>
                </a:path>
                <a:path w="3949700" h="2618740">
                  <a:moveTo>
                    <a:pt x="0" y="978452"/>
                  </a:moveTo>
                  <a:lnTo>
                    <a:pt x="61018" y="845105"/>
                  </a:lnTo>
                </a:path>
                <a:path w="3949700" h="2618740">
                  <a:moveTo>
                    <a:pt x="0" y="756350"/>
                  </a:moveTo>
                  <a:lnTo>
                    <a:pt x="61018" y="889697"/>
                  </a:lnTo>
                </a:path>
                <a:path w="3949700" h="2618740">
                  <a:moveTo>
                    <a:pt x="3949160" y="0"/>
                  </a:moveTo>
                  <a:lnTo>
                    <a:pt x="244758" y="0"/>
                  </a:lnTo>
                </a:path>
              </a:pathLst>
            </a:custGeom>
            <a:ln w="10384">
              <a:solidFill>
                <a:srgbClr val="000000"/>
              </a:solidFill>
            </a:ln>
          </p:spPr>
          <p:txBody>
            <a:bodyPr wrap="square" lIns="0" tIns="0" rIns="0" bIns="0" rtlCol="0"/>
            <a:lstStyle/>
            <a:p/>
          </p:txBody>
        </p:sp>
      </p:grpSp>
      <p:sp>
        <p:nvSpPr>
          <p:cNvPr id="45" name="object 45" descr=""/>
          <p:cNvSpPr txBox="1"/>
          <p:nvPr/>
        </p:nvSpPr>
        <p:spPr>
          <a:xfrm>
            <a:off x="10552783" y="2135968"/>
            <a:ext cx="455930" cy="575945"/>
          </a:xfrm>
          <a:prstGeom prst="rect">
            <a:avLst/>
          </a:prstGeom>
          <a:solidFill>
            <a:srgbClr val="CCFFCC"/>
          </a:solidFill>
          <a:ln w="10404">
            <a:solidFill>
              <a:srgbClr val="000000"/>
            </a:solidFill>
          </a:ln>
        </p:spPr>
        <p:txBody>
          <a:bodyPr wrap="square" lIns="0" tIns="26034" rIns="0" bIns="0" rtlCol="0" vert="horz">
            <a:spAutoFit/>
          </a:bodyPr>
          <a:lstStyle/>
          <a:p>
            <a:pPr marL="25400" marR="29209" indent="79375">
              <a:lnSpc>
                <a:spcPct val="141300"/>
              </a:lnSpc>
              <a:spcBef>
                <a:spcPts val="204"/>
              </a:spcBef>
            </a:pPr>
            <a:r>
              <a:rPr dirty="0" sz="1000" spc="-25">
                <a:latin typeface="宋体"/>
                <a:cs typeface="宋体"/>
              </a:rPr>
              <a:t>数据</a:t>
            </a:r>
            <a:r>
              <a:rPr dirty="0" sz="1000" spc="-20">
                <a:latin typeface="宋体"/>
                <a:cs typeface="宋体"/>
              </a:rPr>
              <a:t>存储器</a:t>
            </a:r>
            <a:endParaRPr sz="1000">
              <a:latin typeface="宋体"/>
              <a:cs typeface="宋体"/>
            </a:endParaRPr>
          </a:p>
        </p:txBody>
      </p:sp>
      <p:grpSp>
        <p:nvGrpSpPr>
          <p:cNvPr id="46" name="object 46" descr=""/>
          <p:cNvGrpSpPr/>
          <p:nvPr/>
        </p:nvGrpSpPr>
        <p:grpSpPr>
          <a:xfrm>
            <a:off x="9567914" y="1476961"/>
            <a:ext cx="374015" cy="73660"/>
            <a:chOff x="9567914" y="1476961"/>
            <a:chExt cx="374015" cy="73660"/>
          </a:xfrm>
        </p:grpSpPr>
        <p:sp>
          <p:nvSpPr>
            <p:cNvPr id="47" name="object 47" descr=""/>
            <p:cNvSpPr/>
            <p:nvPr/>
          </p:nvSpPr>
          <p:spPr>
            <a:xfrm>
              <a:off x="9573311" y="1512950"/>
              <a:ext cx="291465" cy="0"/>
            </a:xfrm>
            <a:custGeom>
              <a:avLst/>
              <a:gdLst/>
              <a:ahLst/>
              <a:cxnLst/>
              <a:rect l="l" t="t" r="r" b="b"/>
              <a:pathLst>
                <a:path w="291465" h="0">
                  <a:moveTo>
                    <a:pt x="0" y="0"/>
                  </a:moveTo>
                  <a:lnTo>
                    <a:pt x="291320" y="0"/>
                  </a:lnTo>
                </a:path>
              </a:pathLst>
            </a:custGeom>
            <a:ln w="10299">
              <a:solidFill>
                <a:srgbClr val="000000"/>
              </a:solidFill>
            </a:ln>
          </p:spPr>
          <p:txBody>
            <a:bodyPr wrap="square" lIns="0" tIns="0" rIns="0" bIns="0" rtlCol="0"/>
            <a:lstStyle/>
            <a:p/>
          </p:txBody>
        </p:sp>
        <p:sp>
          <p:nvSpPr>
            <p:cNvPr id="48" name="object 48" descr=""/>
            <p:cNvSpPr/>
            <p:nvPr/>
          </p:nvSpPr>
          <p:spPr>
            <a:xfrm>
              <a:off x="9826012" y="1476961"/>
              <a:ext cx="115570" cy="73660"/>
            </a:xfrm>
            <a:custGeom>
              <a:avLst/>
              <a:gdLst/>
              <a:ahLst/>
              <a:cxnLst/>
              <a:rect l="l" t="t" r="r" b="b"/>
              <a:pathLst>
                <a:path w="115570" h="73659">
                  <a:moveTo>
                    <a:pt x="0" y="0"/>
                  </a:moveTo>
                  <a:lnTo>
                    <a:pt x="36870" y="36706"/>
                  </a:lnTo>
                  <a:lnTo>
                    <a:pt x="0" y="73125"/>
                  </a:lnTo>
                  <a:lnTo>
                    <a:pt x="115566" y="36706"/>
                  </a:lnTo>
                  <a:lnTo>
                    <a:pt x="0" y="0"/>
                  </a:lnTo>
                  <a:close/>
                </a:path>
              </a:pathLst>
            </a:custGeom>
            <a:solidFill>
              <a:srgbClr val="000000"/>
            </a:solidFill>
          </p:spPr>
          <p:txBody>
            <a:bodyPr wrap="square" lIns="0" tIns="0" rIns="0" bIns="0" rtlCol="0"/>
            <a:lstStyle/>
            <a:p/>
          </p:txBody>
        </p:sp>
      </p:grpSp>
      <p:sp>
        <p:nvSpPr>
          <p:cNvPr id="49" name="object 49" descr=""/>
          <p:cNvSpPr txBox="1"/>
          <p:nvPr/>
        </p:nvSpPr>
        <p:spPr>
          <a:xfrm>
            <a:off x="9604331" y="1180344"/>
            <a:ext cx="287655" cy="314325"/>
          </a:xfrm>
          <a:prstGeom prst="rect">
            <a:avLst/>
          </a:prstGeom>
        </p:spPr>
        <p:txBody>
          <a:bodyPr wrap="square" lIns="0" tIns="35560" rIns="0" bIns="0" rtlCol="0" vert="horz">
            <a:spAutoFit/>
          </a:bodyPr>
          <a:lstStyle/>
          <a:p>
            <a:pPr marL="12700" marR="5080">
              <a:lnSpc>
                <a:spcPts val="1050"/>
              </a:lnSpc>
              <a:spcBef>
                <a:spcPts val="280"/>
              </a:spcBef>
            </a:pPr>
            <a:r>
              <a:rPr dirty="0" sz="1000" spc="-25">
                <a:latin typeface="宋体"/>
                <a:cs typeface="宋体"/>
              </a:rPr>
              <a:t>分之结果</a:t>
            </a:r>
            <a:endParaRPr sz="1000">
              <a:latin typeface="宋体"/>
              <a:cs typeface="宋体"/>
            </a:endParaRPr>
          </a:p>
        </p:txBody>
      </p:sp>
      <p:sp>
        <p:nvSpPr>
          <p:cNvPr id="50" name="object 50" descr=""/>
          <p:cNvSpPr/>
          <p:nvPr/>
        </p:nvSpPr>
        <p:spPr>
          <a:xfrm>
            <a:off x="9542707" y="1957727"/>
            <a:ext cx="0" cy="206375"/>
          </a:xfrm>
          <a:custGeom>
            <a:avLst/>
            <a:gdLst/>
            <a:ahLst/>
            <a:cxnLst/>
            <a:rect l="l" t="t" r="r" b="b"/>
            <a:pathLst>
              <a:path w="0" h="206375">
                <a:moveTo>
                  <a:pt x="0" y="0"/>
                </a:moveTo>
                <a:lnTo>
                  <a:pt x="0" y="205899"/>
                </a:lnTo>
              </a:path>
            </a:pathLst>
          </a:custGeom>
          <a:ln w="10468">
            <a:solidFill>
              <a:srgbClr val="000000"/>
            </a:solidFill>
          </a:ln>
        </p:spPr>
        <p:txBody>
          <a:bodyPr wrap="square" lIns="0" tIns="0" rIns="0" bIns="0" rtlCol="0"/>
          <a:lstStyle/>
          <a:p/>
        </p:txBody>
      </p:sp>
      <p:sp>
        <p:nvSpPr>
          <p:cNvPr id="51" name="object 51" descr=""/>
          <p:cNvSpPr/>
          <p:nvPr/>
        </p:nvSpPr>
        <p:spPr>
          <a:xfrm>
            <a:off x="9542707" y="2419998"/>
            <a:ext cx="0" cy="205740"/>
          </a:xfrm>
          <a:custGeom>
            <a:avLst/>
            <a:gdLst/>
            <a:ahLst/>
            <a:cxnLst/>
            <a:rect l="l" t="t" r="r" b="b"/>
            <a:pathLst>
              <a:path w="0" h="205739">
                <a:moveTo>
                  <a:pt x="0" y="0"/>
                </a:moveTo>
                <a:lnTo>
                  <a:pt x="0" y="205211"/>
                </a:lnTo>
              </a:path>
            </a:pathLst>
          </a:custGeom>
          <a:ln w="10468">
            <a:solidFill>
              <a:srgbClr val="000000"/>
            </a:solidFill>
          </a:ln>
        </p:spPr>
        <p:txBody>
          <a:bodyPr wrap="square" lIns="0" tIns="0" rIns="0" bIns="0" rtlCol="0"/>
          <a:lstStyle/>
          <a:p/>
        </p:txBody>
      </p:sp>
      <p:sp>
        <p:nvSpPr>
          <p:cNvPr id="52" name="object 52" descr=""/>
          <p:cNvSpPr/>
          <p:nvPr/>
        </p:nvSpPr>
        <p:spPr>
          <a:xfrm>
            <a:off x="9596774" y="2215202"/>
            <a:ext cx="31115" cy="153670"/>
          </a:xfrm>
          <a:custGeom>
            <a:avLst/>
            <a:gdLst/>
            <a:ahLst/>
            <a:cxnLst/>
            <a:rect l="l" t="t" r="r" b="b"/>
            <a:pathLst>
              <a:path w="31115" h="153669">
                <a:moveTo>
                  <a:pt x="30684" y="0"/>
                </a:moveTo>
                <a:lnTo>
                  <a:pt x="0" y="0"/>
                </a:lnTo>
                <a:lnTo>
                  <a:pt x="0" y="153177"/>
                </a:lnTo>
                <a:lnTo>
                  <a:pt x="30684" y="153177"/>
                </a:lnTo>
                <a:lnTo>
                  <a:pt x="30684" y="0"/>
                </a:lnTo>
                <a:close/>
              </a:path>
            </a:pathLst>
          </a:custGeom>
          <a:solidFill>
            <a:srgbClr val="FFFFFF"/>
          </a:solidFill>
        </p:spPr>
        <p:txBody>
          <a:bodyPr wrap="square" lIns="0" tIns="0" rIns="0" bIns="0" rtlCol="0"/>
          <a:lstStyle/>
          <a:p/>
        </p:txBody>
      </p:sp>
      <p:sp>
        <p:nvSpPr>
          <p:cNvPr id="53" name="object 53" descr=""/>
          <p:cNvSpPr/>
          <p:nvPr/>
        </p:nvSpPr>
        <p:spPr>
          <a:xfrm>
            <a:off x="6817952" y="1278804"/>
            <a:ext cx="0" cy="311785"/>
          </a:xfrm>
          <a:custGeom>
            <a:avLst/>
            <a:gdLst/>
            <a:ahLst/>
            <a:cxnLst/>
            <a:rect l="l" t="t" r="r" b="b"/>
            <a:pathLst>
              <a:path w="0" h="311784">
                <a:moveTo>
                  <a:pt x="0" y="0"/>
                </a:moveTo>
                <a:lnTo>
                  <a:pt x="0" y="311716"/>
                </a:lnTo>
              </a:path>
            </a:pathLst>
          </a:custGeom>
          <a:ln w="10468">
            <a:solidFill>
              <a:srgbClr val="000000"/>
            </a:solidFill>
          </a:ln>
        </p:spPr>
        <p:txBody>
          <a:bodyPr wrap="square" lIns="0" tIns="0" rIns="0" bIns="0" rtlCol="0"/>
          <a:lstStyle/>
          <a:p/>
        </p:txBody>
      </p:sp>
      <p:grpSp>
        <p:nvGrpSpPr>
          <p:cNvPr id="54" name="object 54" descr=""/>
          <p:cNvGrpSpPr/>
          <p:nvPr/>
        </p:nvGrpSpPr>
        <p:grpSpPr>
          <a:xfrm>
            <a:off x="6812757" y="1184855"/>
            <a:ext cx="4568825" cy="2155190"/>
            <a:chOff x="6812757" y="1184855"/>
            <a:chExt cx="4568825" cy="2155190"/>
          </a:xfrm>
        </p:grpSpPr>
        <p:sp>
          <p:nvSpPr>
            <p:cNvPr id="55" name="object 55" descr=""/>
            <p:cNvSpPr/>
            <p:nvPr/>
          </p:nvSpPr>
          <p:spPr>
            <a:xfrm>
              <a:off x="9389688" y="1957728"/>
              <a:ext cx="367665" cy="668020"/>
            </a:xfrm>
            <a:custGeom>
              <a:avLst/>
              <a:gdLst/>
              <a:ahLst/>
              <a:cxnLst/>
              <a:rect l="l" t="t" r="r" b="b"/>
              <a:pathLst>
                <a:path w="367665" h="668019">
                  <a:moveTo>
                    <a:pt x="153019" y="0"/>
                  </a:moveTo>
                  <a:lnTo>
                    <a:pt x="367392" y="154137"/>
                  </a:lnTo>
                </a:path>
                <a:path w="367665" h="668019">
                  <a:moveTo>
                    <a:pt x="367392" y="513314"/>
                  </a:moveTo>
                  <a:lnTo>
                    <a:pt x="153019" y="667481"/>
                  </a:lnTo>
                </a:path>
                <a:path w="367665" h="668019">
                  <a:moveTo>
                    <a:pt x="367392" y="154137"/>
                  </a:moveTo>
                  <a:lnTo>
                    <a:pt x="367392" y="513314"/>
                  </a:lnTo>
                </a:path>
                <a:path w="367665" h="668019">
                  <a:moveTo>
                    <a:pt x="153019" y="462269"/>
                  </a:moveTo>
                  <a:lnTo>
                    <a:pt x="213936" y="308418"/>
                  </a:lnTo>
                </a:path>
                <a:path w="367665" h="668019">
                  <a:moveTo>
                    <a:pt x="153019" y="205899"/>
                  </a:moveTo>
                  <a:lnTo>
                    <a:pt x="213936" y="360037"/>
                  </a:lnTo>
                </a:path>
                <a:path w="367665" h="668019">
                  <a:moveTo>
                    <a:pt x="0" y="578697"/>
                  </a:moveTo>
                  <a:lnTo>
                    <a:pt x="76801" y="578697"/>
                  </a:lnTo>
                </a:path>
              </a:pathLst>
            </a:custGeom>
            <a:ln w="10384">
              <a:solidFill>
                <a:srgbClr val="000000"/>
              </a:solidFill>
            </a:ln>
          </p:spPr>
          <p:txBody>
            <a:bodyPr wrap="square" lIns="0" tIns="0" rIns="0" bIns="0" rtlCol="0"/>
            <a:lstStyle/>
            <a:p/>
          </p:txBody>
        </p:sp>
        <p:sp>
          <p:nvSpPr>
            <p:cNvPr id="56" name="object 56" descr=""/>
            <p:cNvSpPr/>
            <p:nvPr/>
          </p:nvSpPr>
          <p:spPr>
            <a:xfrm>
              <a:off x="9427870" y="2500293"/>
              <a:ext cx="114935" cy="73660"/>
            </a:xfrm>
            <a:custGeom>
              <a:avLst/>
              <a:gdLst/>
              <a:ahLst/>
              <a:cxnLst/>
              <a:rect l="l" t="t" r="r" b="b"/>
              <a:pathLst>
                <a:path w="114934" h="73660">
                  <a:moveTo>
                    <a:pt x="0" y="0"/>
                  </a:moveTo>
                  <a:lnTo>
                    <a:pt x="36870" y="37193"/>
                  </a:lnTo>
                  <a:lnTo>
                    <a:pt x="0" y="73269"/>
                  </a:lnTo>
                  <a:lnTo>
                    <a:pt x="114837" y="37193"/>
                  </a:lnTo>
                  <a:lnTo>
                    <a:pt x="0" y="0"/>
                  </a:lnTo>
                  <a:close/>
                </a:path>
              </a:pathLst>
            </a:custGeom>
            <a:solidFill>
              <a:srgbClr val="000000"/>
            </a:solidFill>
          </p:spPr>
          <p:txBody>
            <a:bodyPr wrap="square" lIns="0" tIns="0" rIns="0" bIns="0" rtlCol="0"/>
            <a:lstStyle/>
            <a:p/>
          </p:txBody>
        </p:sp>
        <p:sp>
          <p:nvSpPr>
            <p:cNvPr id="57" name="object 57" descr=""/>
            <p:cNvSpPr/>
            <p:nvPr/>
          </p:nvSpPr>
          <p:spPr>
            <a:xfrm>
              <a:off x="9389688" y="2047199"/>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58" name="object 58" descr=""/>
            <p:cNvSpPr/>
            <p:nvPr/>
          </p:nvSpPr>
          <p:spPr>
            <a:xfrm>
              <a:off x="9427870" y="2011066"/>
              <a:ext cx="114935" cy="73660"/>
            </a:xfrm>
            <a:custGeom>
              <a:avLst/>
              <a:gdLst/>
              <a:ahLst/>
              <a:cxnLst/>
              <a:rect l="l" t="t" r="r" b="b"/>
              <a:pathLst>
                <a:path w="114934" h="73660">
                  <a:moveTo>
                    <a:pt x="0" y="0"/>
                  </a:moveTo>
                  <a:lnTo>
                    <a:pt x="36870" y="36849"/>
                  </a:lnTo>
                  <a:lnTo>
                    <a:pt x="0" y="73269"/>
                  </a:lnTo>
                  <a:lnTo>
                    <a:pt x="114837" y="36849"/>
                  </a:lnTo>
                  <a:lnTo>
                    <a:pt x="0" y="0"/>
                  </a:lnTo>
                  <a:close/>
                </a:path>
              </a:pathLst>
            </a:custGeom>
            <a:solidFill>
              <a:srgbClr val="000000"/>
            </a:solidFill>
          </p:spPr>
          <p:txBody>
            <a:bodyPr wrap="square" lIns="0" tIns="0" rIns="0" bIns="0" rtlCol="0"/>
            <a:lstStyle/>
            <a:p/>
          </p:txBody>
        </p:sp>
        <p:sp>
          <p:nvSpPr>
            <p:cNvPr id="59" name="object 59" descr=""/>
            <p:cNvSpPr/>
            <p:nvPr/>
          </p:nvSpPr>
          <p:spPr>
            <a:xfrm>
              <a:off x="8899733" y="2135954"/>
              <a:ext cx="199390" cy="0"/>
            </a:xfrm>
            <a:custGeom>
              <a:avLst/>
              <a:gdLst/>
              <a:ahLst/>
              <a:cxnLst/>
              <a:rect l="l" t="t" r="r" b="b"/>
              <a:pathLst>
                <a:path w="199390" h="0">
                  <a:moveTo>
                    <a:pt x="0" y="0"/>
                  </a:moveTo>
                  <a:lnTo>
                    <a:pt x="199362" y="0"/>
                  </a:lnTo>
                </a:path>
              </a:pathLst>
            </a:custGeom>
            <a:ln w="10299">
              <a:solidFill>
                <a:srgbClr val="000000"/>
              </a:solidFill>
            </a:ln>
          </p:spPr>
          <p:txBody>
            <a:bodyPr wrap="square" lIns="0" tIns="0" rIns="0" bIns="0" rtlCol="0"/>
            <a:lstStyle/>
            <a:p/>
          </p:txBody>
        </p:sp>
        <p:sp>
          <p:nvSpPr>
            <p:cNvPr id="60" name="object 60" descr=""/>
            <p:cNvSpPr/>
            <p:nvPr/>
          </p:nvSpPr>
          <p:spPr>
            <a:xfrm>
              <a:off x="9060768" y="2099821"/>
              <a:ext cx="114935" cy="73660"/>
            </a:xfrm>
            <a:custGeom>
              <a:avLst/>
              <a:gdLst/>
              <a:ahLst/>
              <a:cxnLst/>
              <a:rect l="l" t="t" r="r" b="b"/>
              <a:pathLst>
                <a:path w="114934" h="73660">
                  <a:moveTo>
                    <a:pt x="0" y="0"/>
                  </a:moveTo>
                  <a:lnTo>
                    <a:pt x="36870" y="36132"/>
                  </a:lnTo>
                  <a:lnTo>
                    <a:pt x="0" y="73269"/>
                  </a:lnTo>
                  <a:lnTo>
                    <a:pt x="114400" y="36132"/>
                  </a:lnTo>
                  <a:lnTo>
                    <a:pt x="0" y="0"/>
                  </a:lnTo>
                  <a:close/>
                </a:path>
              </a:pathLst>
            </a:custGeom>
            <a:solidFill>
              <a:srgbClr val="000000"/>
            </a:solidFill>
          </p:spPr>
          <p:txBody>
            <a:bodyPr wrap="square" lIns="0" tIns="0" rIns="0" bIns="0" rtlCol="0"/>
            <a:lstStyle/>
            <a:p/>
          </p:txBody>
        </p:sp>
        <p:sp>
          <p:nvSpPr>
            <p:cNvPr id="61" name="object 61" descr=""/>
            <p:cNvSpPr/>
            <p:nvPr/>
          </p:nvSpPr>
          <p:spPr>
            <a:xfrm>
              <a:off x="8899733" y="2536425"/>
              <a:ext cx="199390" cy="0"/>
            </a:xfrm>
            <a:custGeom>
              <a:avLst/>
              <a:gdLst/>
              <a:ahLst/>
              <a:cxnLst/>
              <a:rect l="l" t="t" r="r" b="b"/>
              <a:pathLst>
                <a:path w="199390" h="0">
                  <a:moveTo>
                    <a:pt x="0" y="0"/>
                  </a:moveTo>
                  <a:lnTo>
                    <a:pt x="199362" y="0"/>
                  </a:lnTo>
                </a:path>
              </a:pathLst>
            </a:custGeom>
            <a:ln w="10299">
              <a:solidFill>
                <a:srgbClr val="000000"/>
              </a:solidFill>
            </a:ln>
          </p:spPr>
          <p:txBody>
            <a:bodyPr wrap="square" lIns="0" tIns="0" rIns="0" bIns="0" rtlCol="0"/>
            <a:lstStyle/>
            <a:p/>
          </p:txBody>
        </p:sp>
        <p:sp>
          <p:nvSpPr>
            <p:cNvPr id="62" name="object 62" descr=""/>
            <p:cNvSpPr/>
            <p:nvPr/>
          </p:nvSpPr>
          <p:spPr>
            <a:xfrm>
              <a:off x="9060768" y="2500293"/>
              <a:ext cx="114935" cy="73660"/>
            </a:xfrm>
            <a:custGeom>
              <a:avLst/>
              <a:gdLst/>
              <a:ahLst/>
              <a:cxnLst/>
              <a:rect l="l" t="t" r="r" b="b"/>
              <a:pathLst>
                <a:path w="114934" h="73660">
                  <a:moveTo>
                    <a:pt x="0" y="0"/>
                  </a:moveTo>
                  <a:lnTo>
                    <a:pt x="36870" y="37193"/>
                  </a:lnTo>
                  <a:lnTo>
                    <a:pt x="0" y="73269"/>
                  </a:lnTo>
                  <a:lnTo>
                    <a:pt x="114400" y="37193"/>
                  </a:lnTo>
                  <a:lnTo>
                    <a:pt x="0" y="0"/>
                  </a:lnTo>
                  <a:close/>
                </a:path>
              </a:pathLst>
            </a:custGeom>
            <a:solidFill>
              <a:srgbClr val="000000"/>
            </a:solidFill>
          </p:spPr>
          <p:txBody>
            <a:bodyPr wrap="square" lIns="0" tIns="0" rIns="0" bIns="0" rtlCol="0"/>
            <a:lstStyle/>
            <a:p/>
          </p:txBody>
        </p:sp>
        <p:sp>
          <p:nvSpPr>
            <p:cNvPr id="63" name="object 63" descr=""/>
            <p:cNvSpPr/>
            <p:nvPr/>
          </p:nvSpPr>
          <p:spPr>
            <a:xfrm>
              <a:off x="8073136" y="2799262"/>
              <a:ext cx="364490" cy="535305"/>
            </a:xfrm>
            <a:custGeom>
              <a:avLst/>
              <a:gdLst/>
              <a:ahLst/>
              <a:cxnLst/>
              <a:rect l="l" t="t" r="r" b="b"/>
              <a:pathLst>
                <a:path w="364490" h="535304">
                  <a:moveTo>
                    <a:pt x="0" y="267081"/>
                  </a:moveTo>
                  <a:lnTo>
                    <a:pt x="3684" y="321146"/>
                  </a:lnTo>
                  <a:lnTo>
                    <a:pt x="14256" y="371459"/>
                  </a:lnTo>
                  <a:lnTo>
                    <a:pt x="30994" y="416954"/>
                  </a:lnTo>
                  <a:lnTo>
                    <a:pt x="53174" y="456566"/>
                  </a:lnTo>
                  <a:lnTo>
                    <a:pt x="80074" y="489230"/>
                  </a:lnTo>
                  <a:lnTo>
                    <a:pt x="110973" y="513881"/>
                  </a:lnTo>
                  <a:lnTo>
                    <a:pt x="181874" y="534879"/>
                  </a:lnTo>
                  <a:lnTo>
                    <a:pt x="218608" y="529452"/>
                  </a:lnTo>
                  <a:lnTo>
                    <a:pt x="283720" y="489230"/>
                  </a:lnTo>
                  <a:lnTo>
                    <a:pt x="310648" y="456566"/>
                  </a:lnTo>
                  <a:lnTo>
                    <a:pt x="332855" y="416954"/>
                  </a:lnTo>
                  <a:lnTo>
                    <a:pt x="349615" y="371459"/>
                  </a:lnTo>
                  <a:lnTo>
                    <a:pt x="360204" y="321146"/>
                  </a:lnTo>
                  <a:lnTo>
                    <a:pt x="363895" y="267081"/>
                  </a:lnTo>
                  <a:lnTo>
                    <a:pt x="360204" y="213355"/>
                  </a:lnTo>
                  <a:lnTo>
                    <a:pt x="349615" y="163268"/>
                  </a:lnTo>
                  <a:lnTo>
                    <a:pt x="332855" y="117907"/>
                  </a:lnTo>
                  <a:lnTo>
                    <a:pt x="310648" y="78357"/>
                  </a:lnTo>
                  <a:lnTo>
                    <a:pt x="283720" y="45705"/>
                  </a:lnTo>
                  <a:lnTo>
                    <a:pt x="252798" y="21037"/>
                  </a:lnTo>
                  <a:lnTo>
                    <a:pt x="181874" y="0"/>
                  </a:lnTo>
                  <a:lnTo>
                    <a:pt x="145147" y="5440"/>
                  </a:lnTo>
                  <a:lnTo>
                    <a:pt x="80074" y="45705"/>
                  </a:lnTo>
                  <a:lnTo>
                    <a:pt x="53174" y="78357"/>
                  </a:lnTo>
                  <a:lnTo>
                    <a:pt x="30994" y="117907"/>
                  </a:lnTo>
                  <a:lnTo>
                    <a:pt x="14256" y="163268"/>
                  </a:lnTo>
                  <a:lnTo>
                    <a:pt x="3684" y="213355"/>
                  </a:lnTo>
                  <a:lnTo>
                    <a:pt x="0" y="267081"/>
                  </a:lnTo>
                  <a:close/>
                </a:path>
              </a:pathLst>
            </a:custGeom>
            <a:ln w="10415">
              <a:solidFill>
                <a:srgbClr val="000000"/>
              </a:solidFill>
            </a:ln>
          </p:spPr>
          <p:txBody>
            <a:bodyPr wrap="square" lIns="0" tIns="0" rIns="0" bIns="0" rtlCol="0"/>
            <a:lstStyle/>
            <a:p/>
          </p:txBody>
        </p:sp>
        <p:sp>
          <p:nvSpPr>
            <p:cNvPr id="64" name="object 64" descr=""/>
            <p:cNvSpPr/>
            <p:nvPr/>
          </p:nvSpPr>
          <p:spPr>
            <a:xfrm>
              <a:off x="9971162" y="1362254"/>
              <a:ext cx="180340" cy="307975"/>
            </a:xfrm>
            <a:custGeom>
              <a:avLst/>
              <a:gdLst/>
              <a:ahLst/>
              <a:cxnLst/>
              <a:rect l="l" t="t" r="r" b="b"/>
              <a:pathLst>
                <a:path w="180340" h="307975">
                  <a:moveTo>
                    <a:pt x="180126" y="0"/>
                  </a:moveTo>
                  <a:lnTo>
                    <a:pt x="0" y="0"/>
                  </a:lnTo>
                  <a:lnTo>
                    <a:pt x="0" y="307415"/>
                  </a:lnTo>
                  <a:lnTo>
                    <a:pt x="180126" y="307415"/>
                  </a:lnTo>
                  <a:lnTo>
                    <a:pt x="180126" y="0"/>
                  </a:lnTo>
                  <a:close/>
                </a:path>
              </a:pathLst>
            </a:custGeom>
            <a:solidFill>
              <a:srgbClr val="FFFFFF"/>
            </a:solidFill>
          </p:spPr>
          <p:txBody>
            <a:bodyPr wrap="square" lIns="0" tIns="0" rIns="0" bIns="0" rtlCol="0"/>
            <a:lstStyle/>
            <a:p/>
          </p:txBody>
        </p:sp>
        <p:sp>
          <p:nvSpPr>
            <p:cNvPr id="65" name="object 65" descr=""/>
            <p:cNvSpPr/>
            <p:nvPr/>
          </p:nvSpPr>
          <p:spPr>
            <a:xfrm>
              <a:off x="9971162" y="1362254"/>
              <a:ext cx="180340" cy="307975"/>
            </a:xfrm>
            <a:custGeom>
              <a:avLst/>
              <a:gdLst/>
              <a:ahLst/>
              <a:cxnLst/>
              <a:rect l="l" t="t" r="r" b="b"/>
              <a:pathLst>
                <a:path w="180340" h="307975">
                  <a:moveTo>
                    <a:pt x="0" y="307415"/>
                  </a:moveTo>
                  <a:lnTo>
                    <a:pt x="180126" y="307415"/>
                  </a:lnTo>
                  <a:lnTo>
                    <a:pt x="180126" y="0"/>
                  </a:lnTo>
                  <a:lnTo>
                    <a:pt x="0" y="0"/>
                  </a:lnTo>
                  <a:lnTo>
                    <a:pt x="0" y="307415"/>
                  </a:lnTo>
                  <a:close/>
                </a:path>
              </a:pathLst>
            </a:custGeom>
            <a:ln w="10425">
              <a:solidFill>
                <a:srgbClr val="000000"/>
              </a:solidFill>
            </a:ln>
          </p:spPr>
          <p:txBody>
            <a:bodyPr wrap="square" lIns="0" tIns="0" rIns="0" bIns="0" rtlCol="0"/>
            <a:lstStyle/>
            <a:p/>
          </p:txBody>
        </p:sp>
        <p:sp>
          <p:nvSpPr>
            <p:cNvPr id="66" name="object 66" descr=""/>
            <p:cNvSpPr/>
            <p:nvPr/>
          </p:nvSpPr>
          <p:spPr>
            <a:xfrm>
              <a:off x="9971162" y="2091046"/>
              <a:ext cx="180340" cy="441959"/>
            </a:xfrm>
            <a:custGeom>
              <a:avLst/>
              <a:gdLst/>
              <a:ahLst/>
              <a:cxnLst/>
              <a:rect l="l" t="t" r="r" b="b"/>
              <a:pathLst>
                <a:path w="180340" h="441960">
                  <a:moveTo>
                    <a:pt x="180126" y="0"/>
                  </a:moveTo>
                  <a:lnTo>
                    <a:pt x="0" y="0"/>
                  </a:lnTo>
                  <a:lnTo>
                    <a:pt x="0" y="441837"/>
                  </a:lnTo>
                  <a:lnTo>
                    <a:pt x="180126" y="441837"/>
                  </a:lnTo>
                  <a:lnTo>
                    <a:pt x="180126" y="0"/>
                  </a:lnTo>
                  <a:close/>
                </a:path>
              </a:pathLst>
            </a:custGeom>
            <a:solidFill>
              <a:srgbClr val="FFFFFF"/>
            </a:solidFill>
          </p:spPr>
          <p:txBody>
            <a:bodyPr wrap="square" lIns="0" tIns="0" rIns="0" bIns="0" rtlCol="0"/>
            <a:lstStyle/>
            <a:p/>
          </p:txBody>
        </p:sp>
        <p:sp>
          <p:nvSpPr>
            <p:cNvPr id="67" name="object 67" descr=""/>
            <p:cNvSpPr/>
            <p:nvPr/>
          </p:nvSpPr>
          <p:spPr>
            <a:xfrm>
              <a:off x="9757080" y="2091046"/>
              <a:ext cx="394335" cy="441959"/>
            </a:xfrm>
            <a:custGeom>
              <a:avLst/>
              <a:gdLst/>
              <a:ahLst/>
              <a:cxnLst/>
              <a:rect l="l" t="t" r="r" b="b"/>
              <a:pathLst>
                <a:path w="394334" h="441960">
                  <a:moveTo>
                    <a:pt x="214081" y="441837"/>
                  </a:moveTo>
                  <a:lnTo>
                    <a:pt x="394207" y="441837"/>
                  </a:lnTo>
                  <a:lnTo>
                    <a:pt x="394207" y="0"/>
                  </a:lnTo>
                  <a:lnTo>
                    <a:pt x="214081" y="0"/>
                  </a:lnTo>
                  <a:lnTo>
                    <a:pt x="214081" y="441837"/>
                  </a:lnTo>
                  <a:close/>
                </a:path>
                <a:path w="394334" h="441960">
                  <a:moveTo>
                    <a:pt x="0" y="223277"/>
                  </a:moveTo>
                  <a:lnTo>
                    <a:pt x="107550" y="223277"/>
                  </a:lnTo>
                </a:path>
              </a:pathLst>
            </a:custGeom>
            <a:ln w="10384">
              <a:solidFill>
                <a:srgbClr val="000000"/>
              </a:solidFill>
            </a:ln>
          </p:spPr>
          <p:txBody>
            <a:bodyPr wrap="square" lIns="0" tIns="0" rIns="0" bIns="0" rtlCol="0"/>
            <a:lstStyle/>
            <a:p/>
          </p:txBody>
        </p:sp>
        <p:sp>
          <p:nvSpPr>
            <p:cNvPr id="68" name="object 68" descr=""/>
            <p:cNvSpPr/>
            <p:nvPr/>
          </p:nvSpPr>
          <p:spPr>
            <a:xfrm>
              <a:off x="9826012" y="2278191"/>
              <a:ext cx="115570" cy="73660"/>
            </a:xfrm>
            <a:custGeom>
              <a:avLst/>
              <a:gdLst/>
              <a:ahLst/>
              <a:cxnLst/>
              <a:rect l="l" t="t" r="r" b="b"/>
              <a:pathLst>
                <a:path w="115570" h="73660">
                  <a:moveTo>
                    <a:pt x="0" y="0"/>
                  </a:moveTo>
                  <a:lnTo>
                    <a:pt x="36870" y="36706"/>
                  </a:lnTo>
                  <a:lnTo>
                    <a:pt x="0" y="73269"/>
                  </a:lnTo>
                  <a:lnTo>
                    <a:pt x="115566" y="36706"/>
                  </a:lnTo>
                  <a:lnTo>
                    <a:pt x="0" y="0"/>
                  </a:lnTo>
                  <a:close/>
                </a:path>
              </a:pathLst>
            </a:custGeom>
            <a:solidFill>
              <a:srgbClr val="000000"/>
            </a:solidFill>
          </p:spPr>
          <p:txBody>
            <a:bodyPr wrap="square" lIns="0" tIns="0" rIns="0" bIns="0" rtlCol="0"/>
            <a:lstStyle/>
            <a:p/>
          </p:txBody>
        </p:sp>
        <p:sp>
          <p:nvSpPr>
            <p:cNvPr id="69" name="object 69" descr=""/>
            <p:cNvSpPr/>
            <p:nvPr/>
          </p:nvSpPr>
          <p:spPr>
            <a:xfrm>
              <a:off x="11195611" y="2269330"/>
              <a:ext cx="180975" cy="352425"/>
            </a:xfrm>
            <a:custGeom>
              <a:avLst/>
              <a:gdLst/>
              <a:ahLst/>
              <a:cxnLst/>
              <a:rect l="l" t="t" r="r" b="b"/>
              <a:pathLst>
                <a:path w="180975" h="352425">
                  <a:moveTo>
                    <a:pt x="180490" y="0"/>
                  </a:moveTo>
                  <a:lnTo>
                    <a:pt x="0" y="0"/>
                  </a:lnTo>
                  <a:lnTo>
                    <a:pt x="0" y="352337"/>
                  </a:lnTo>
                  <a:lnTo>
                    <a:pt x="180490" y="352337"/>
                  </a:lnTo>
                  <a:lnTo>
                    <a:pt x="180490" y="0"/>
                  </a:lnTo>
                  <a:close/>
                </a:path>
              </a:pathLst>
            </a:custGeom>
            <a:solidFill>
              <a:srgbClr val="FFFFFF"/>
            </a:solidFill>
          </p:spPr>
          <p:txBody>
            <a:bodyPr wrap="square" lIns="0" tIns="0" rIns="0" bIns="0" rtlCol="0"/>
            <a:lstStyle/>
            <a:p/>
          </p:txBody>
        </p:sp>
        <p:sp>
          <p:nvSpPr>
            <p:cNvPr id="70" name="object 70" descr=""/>
            <p:cNvSpPr/>
            <p:nvPr/>
          </p:nvSpPr>
          <p:spPr>
            <a:xfrm>
              <a:off x="11195611" y="2269330"/>
              <a:ext cx="180975" cy="352425"/>
            </a:xfrm>
            <a:custGeom>
              <a:avLst/>
              <a:gdLst/>
              <a:ahLst/>
              <a:cxnLst/>
              <a:rect l="l" t="t" r="r" b="b"/>
              <a:pathLst>
                <a:path w="180975" h="352425">
                  <a:moveTo>
                    <a:pt x="0" y="352337"/>
                  </a:moveTo>
                  <a:lnTo>
                    <a:pt x="180490" y="352337"/>
                  </a:lnTo>
                  <a:lnTo>
                    <a:pt x="180490" y="0"/>
                  </a:lnTo>
                  <a:lnTo>
                    <a:pt x="0" y="0"/>
                  </a:lnTo>
                  <a:lnTo>
                    <a:pt x="0" y="352337"/>
                  </a:lnTo>
                  <a:close/>
                </a:path>
              </a:pathLst>
            </a:custGeom>
            <a:ln w="10433">
              <a:solidFill>
                <a:srgbClr val="000000"/>
              </a:solidFill>
            </a:ln>
          </p:spPr>
          <p:txBody>
            <a:bodyPr wrap="square" lIns="0" tIns="0" rIns="0" bIns="0" rtlCol="0"/>
            <a:lstStyle/>
            <a:p/>
          </p:txBody>
        </p:sp>
        <p:pic>
          <p:nvPicPr>
            <p:cNvPr id="71" name="object 71" descr=""/>
            <p:cNvPicPr/>
            <p:nvPr/>
          </p:nvPicPr>
          <p:blipFill>
            <a:blip r:embed="rId2" cstate="print"/>
            <a:stretch>
              <a:fillRect/>
            </a:stretch>
          </p:blipFill>
          <p:spPr>
            <a:xfrm>
              <a:off x="6812757" y="1184855"/>
              <a:ext cx="215070" cy="222310"/>
            </a:xfrm>
            <a:prstGeom prst="rect">
              <a:avLst/>
            </a:prstGeom>
          </p:spPr>
        </p:pic>
        <p:pic>
          <p:nvPicPr>
            <p:cNvPr id="72" name="object 72" descr=""/>
            <p:cNvPicPr/>
            <p:nvPr/>
          </p:nvPicPr>
          <p:blipFill>
            <a:blip r:embed="rId3" cstate="print"/>
            <a:stretch>
              <a:fillRect/>
            </a:stretch>
          </p:blipFill>
          <p:spPr>
            <a:xfrm>
              <a:off x="6812757" y="1458575"/>
              <a:ext cx="215070" cy="222310"/>
            </a:xfrm>
            <a:prstGeom prst="rect">
              <a:avLst/>
            </a:prstGeom>
          </p:spPr>
        </p:pic>
        <p:sp>
          <p:nvSpPr>
            <p:cNvPr id="73" name="object 73" descr=""/>
            <p:cNvSpPr/>
            <p:nvPr/>
          </p:nvSpPr>
          <p:spPr>
            <a:xfrm>
              <a:off x="7027058" y="1278804"/>
              <a:ext cx="0" cy="311785"/>
            </a:xfrm>
            <a:custGeom>
              <a:avLst/>
              <a:gdLst/>
              <a:ahLst/>
              <a:cxnLst/>
              <a:rect l="l" t="t" r="r" b="b"/>
              <a:pathLst>
                <a:path w="0" h="311784">
                  <a:moveTo>
                    <a:pt x="0" y="0"/>
                  </a:moveTo>
                  <a:lnTo>
                    <a:pt x="0" y="311716"/>
                  </a:lnTo>
                </a:path>
              </a:pathLst>
            </a:custGeom>
            <a:ln w="8848">
              <a:solidFill>
                <a:srgbClr val="000000"/>
              </a:solidFill>
            </a:ln>
          </p:spPr>
          <p:txBody>
            <a:bodyPr wrap="square" lIns="0" tIns="0" rIns="0" bIns="0" rtlCol="0"/>
            <a:lstStyle/>
            <a:p/>
          </p:txBody>
        </p:sp>
        <p:sp>
          <p:nvSpPr>
            <p:cNvPr id="74" name="object 74" descr=""/>
            <p:cNvSpPr/>
            <p:nvPr/>
          </p:nvSpPr>
          <p:spPr>
            <a:xfrm>
              <a:off x="6825894" y="1278761"/>
              <a:ext cx="196850" cy="320675"/>
            </a:xfrm>
            <a:custGeom>
              <a:avLst/>
              <a:gdLst/>
              <a:ahLst/>
              <a:cxnLst/>
              <a:rect l="l" t="t" r="r" b="b"/>
              <a:pathLst>
                <a:path w="196850" h="320675">
                  <a:moveTo>
                    <a:pt x="196739" y="0"/>
                  </a:moveTo>
                  <a:lnTo>
                    <a:pt x="0" y="0"/>
                  </a:lnTo>
                  <a:lnTo>
                    <a:pt x="0" y="320506"/>
                  </a:lnTo>
                  <a:lnTo>
                    <a:pt x="196739" y="320506"/>
                  </a:lnTo>
                  <a:lnTo>
                    <a:pt x="196739" y="0"/>
                  </a:lnTo>
                  <a:close/>
                </a:path>
              </a:pathLst>
            </a:custGeom>
            <a:solidFill>
              <a:srgbClr val="FFFFFF"/>
            </a:solidFill>
          </p:spPr>
          <p:txBody>
            <a:bodyPr wrap="square" lIns="0" tIns="0" rIns="0" bIns="0" rtlCol="0"/>
            <a:lstStyle/>
            <a:p/>
          </p:txBody>
        </p:sp>
      </p:grpSp>
      <p:sp>
        <p:nvSpPr>
          <p:cNvPr id="75" name="object 75" descr=""/>
          <p:cNvSpPr txBox="1"/>
          <p:nvPr/>
        </p:nvSpPr>
        <p:spPr>
          <a:xfrm>
            <a:off x="6848928" y="1192402"/>
            <a:ext cx="125730" cy="271780"/>
          </a:xfrm>
          <a:prstGeom prst="rect">
            <a:avLst/>
          </a:prstGeom>
        </p:spPr>
        <p:txBody>
          <a:bodyPr wrap="square" lIns="0" tIns="27305" rIns="0" bIns="0" rtlCol="0" vert="horz">
            <a:spAutoFit/>
          </a:bodyPr>
          <a:lstStyle/>
          <a:p>
            <a:pPr marL="33020" marR="5080" indent="-20955">
              <a:lnSpc>
                <a:spcPts val="919"/>
              </a:lnSpc>
              <a:spcBef>
                <a:spcPts val="21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76" name="object 76" descr=""/>
          <p:cNvSpPr txBox="1"/>
          <p:nvPr/>
        </p:nvSpPr>
        <p:spPr>
          <a:xfrm>
            <a:off x="6860485" y="1412783"/>
            <a:ext cx="104775" cy="255270"/>
          </a:xfrm>
          <a:prstGeom prst="rect">
            <a:avLst/>
          </a:prstGeom>
        </p:spPr>
        <p:txBody>
          <a:bodyPr wrap="square" lIns="0" tIns="41910" rIns="0" bIns="0" rtlCol="0" vert="horz">
            <a:spAutoFit/>
          </a:bodyPr>
          <a:lstStyle/>
          <a:p>
            <a:pPr marL="30480" marR="5080" indent="-18415">
              <a:lnSpc>
                <a:spcPct val="77400"/>
              </a:lnSpc>
              <a:spcBef>
                <a:spcPts val="330"/>
              </a:spcBef>
            </a:pP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1</a:t>
            </a:r>
            <a:endParaRPr sz="850">
              <a:latin typeface="Times New Roman"/>
              <a:cs typeface="Times New Roman"/>
            </a:endParaRPr>
          </a:p>
        </p:txBody>
      </p:sp>
      <p:sp>
        <p:nvSpPr>
          <p:cNvPr id="77" name="object 77" descr=""/>
          <p:cNvSpPr/>
          <p:nvPr/>
        </p:nvSpPr>
        <p:spPr>
          <a:xfrm>
            <a:off x="9185661" y="2435626"/>
            <a:ext cx="0" cy="312420"/>
          </a:xfrm>
          <a:custGeom>
            <a:avLst/>
            <a:gdLst/>
            <a:ahLst/>
            <a:cxnLst/>
            <a:rect l="l" t="t" r="r" b="b"/>
            <a:pathLst>
              <a:path w="0" h="312419">
                <a:moveTo>
                  <a:pt x="0" y="0"/>
                </a:moveTo>
                <a:lnTo>
                  <a:pt x="0" y="311989"/>
                </a:lnTo>
              </a:path>
            </a:pathLst>
          </a:custGeom>
          <a:ln w="10468">
            <a:solidFill>
              <a:srgbClr val="000000"/>
            </a:solidFill>
          </a:ln>
        </p:spPr>
        <p:txBody>
          <a:bodyPr wrap="square" lIns="0" tIns="0" rIns="0" bIns="0" rtlCol="0"/>
          <a:lstStyle/>
          <a:p/>
        </p:txBody>
      </p:sp>
      <p:grpSp>
        <p:nvGrpSpPr>
          <p:cNvPr id="78" name="object 78" descr=""/>
          <p:cNvGrpSpPr/>
          <p:nvPr/>
        </p:nvGrpSpPr>
        <p:grpSpPr>
          <a:xfrm>
            <a:off x="9180264" y="1807859"/>
            <a:ext cx="219075" cy="1030605"/>
            <a:chOff x="9180264" y="1807859"/>
            <a:chExt cx="219075" cy="1030605"/>
          </a:xfrm>
        </p:grpSpPr>
        <p:sp>
          <p:nvSpPr>
            <p:cNvPr id="79" name="object 79" descr=""/>
            <p:cNvSpPr/>
            <p:nvPr/>
          </p:nvSpPr>
          <p:spPr>
            <a:xfrm>
              <a:off x="9185661" y="1901378"/>
              <a:ext cx="0" cy="312420"/>
            </a:xfrm>
            <a:custGeom>
              <a:avLst/>
              <a:gdLst/>
              <a:ahLst/>
              <a:cxnLst/>
              <a:rect l="l" t="t" r="r" b="b"/>
              <a:pathLst>
                <a:path w="0" h="312419">
                  <a:moveTo>
                    <a:pt x="0" y="0"/>
                  </a:moveTo>
                  <a:lnTo>
                    <a:pt x="0" y="312003"/>
                  </a:lnTo>
                </a:path>
              </a:pathLst>
            </a:custGeom>
            <a:ln w="10468">
              <a:solidFill>
                <a:srgbClr val="000000"/>
              </a:solidFill>
            </a:ln>
          </p:spPr>
          <p:txBody>
            <a:bodyPr wrap="square" lIns="0" tIns="0" rIns="0" bIns="0" rtlCol="0"/>
            <a:lstStyle/>
            <a:p/>
          </p:txBody>
        </p:sp>
        <p:pic>
          <p:nvPicPr>
            <p:cNvPr id="80" name="object 80" descr=""/>
            <p:cNvPicPr/>
            <p:nvPr/>
          </p:nvPicPr>
          <p:blipFill>
            <a:blip r:embed="rId4" cstate="print"/>
            <a:stretch>
              <a:fillRect/>
            </a:stretch>
          </p:blipFill>
          <p:spPr>
            <a:xfrm>
              <a:off x="9180467" y="1807859"/>
              <a:ext cx="214997" cy="222166"/>
            </a:xfrm>
            <a:prstGeom prst="rect">
              <a:avLst/>
            </a:prstGeom>
          </p:spPr>
        </p:pic>
        <p:pic>
          <p:nvPicPr>
            <p:cNvPr id="81" name="object 81" descr=""/>
            <p:cNvPicPr/>
            <p:nvPr/>
          </p:nvPicPr>
          <p:blipFill>
            <a:blip r:embed="rId5" cstate="print"/>
            <a:stretch>
              <a:fillRect/>
            </a:stretch>
          </p:blipFill>
          <p:spPr>
            <a:xfrm>
              <a:off x="9180467" y="2081579"/>
              <a:ext cx="214997" cy="222310"/>
            </a:xfrm>
            <a:prstGeom prst="rect">
              <a:avLst/>
            </a:prstGeom>
          </p:spPr>
        </p:pic>
        <p:sp>
          <p:nvSpPr>
            <p:cNvPr id="82" name="object 82" descr=""/>
            <p:cNvSpPr/>
            <p:nvPr/>
          </p:nvSpPr>
          <p:spPr>
            <a:xfrm>
              <a:off x="9393914" y="1901378"/>
              <a:ext cx="0" cy="312420"/>
            </a:xfrm>
            <a:custGeom>
              <a:avLst/>
              <a:gdLst/>
              <a:ahLst/>
              <a:cxnLst/>
              <a:rect l="l" t="t" r="r" b="b"/>
              <a:pathLst>
                <a:path w="0" h="312419">
                  <a:moveTo>
                    <a:pt x="0" y="0"/>
                  </a:moveTo>
                  <a:lnTo>
                    <a:pt x="0" y="312003"/>
                  </a:lnTo>
                </a:path>
              </a:pathLst>
            </a:custGeom>
            <a:ln w="10468">
              <a:solidFill>
                <a:srgbClr val="000000"/>
              </a:solidFill>
            </a:ln>
          </p:spPr>
          <p:txBody>
            <a:bodyPr wrap="square" lIns="0" tIns="0" rIns="0" bIns="0" rtlCol="0"/>
            <a:lstStyle/>
            <a:p/>
          </p:txBody>
        </p:sp>
        <p:sp>
          <p:nvSpPr>
            <p:cNvPr id="83" name="object 83" descr=""/>
            <p:cNvSpPr/>
            <p:nvPr/>
          </p:nvSpPr>
          <p:spPr>
            <a:xfrm>
              <a:off x="9192948" y="1901478"/>
              <a:ext cx="194310" cy="320675"/>
            </a:xfrm>
            <a:custGeom>
              <a:avLst/>
              <a:gdLst/>
              <a:ahLst/>
              <a:cxnLst/>
              <a:rect l="l" t="t" r="r" b="b"/>
              <a:pathLst>
                <a:path w="194309" h="320675">
                  <a:moveTo>
                    <a:pt x="194203" y="0"/>
                  </a:moveTo>
                  <a:lnTo>
                    <a:pt x="0" y="0"/>
                  </a:lnTo>
                  <a:lnTo>
                    <a:pt x="0" y="320506"/>
                  </a:lnTo>
                  <a:lnTo>
                    <a:pt x="194203" y="320506"/>
                  </a:lnTo>
                  <a:lnTo>
                    <a:pt x="194203" y="0"/>
                  </a:lnTo>
                  <a:close/>
                </a:path>
              </a:pathLst>
            </a:custGeom>
            <a:solidFill>
              <a:srgbClr val="FFFFFF"/>
            </a:solidFill>
          </p:spPr>
          <p:txBody>
            <a:bodyPr wrap="square" lIns="0" tIns="0" rIns="0" bIns="0" rtlCol="0"/>
            <a:lstStyle/>
            <a:p/>
          </p:txBody>
        </p:sp>
        <p:pic>
          <p:nvPicPr>
            <p:cNvPr id="84" name="object 84" descr=""/>
            <p:cNvPicPr/>
            <p:nvPr/>
          </p:nvPicPr>
          <p:blipFill>
            <a:blip r:embed="rId6" cstate="print"/>
            <a:stretch>
              <a:fillRect/>
            </a:stretch>
          </p:blipFill>
          <p:spPr>
            <a:xfrm>
              <a:off x="9180467" y="2341677"/>
              <a:ext cx="214997" cy="222582"/>
            </a:xfrm>
            <a:prstGeom prst="rect">
              <a:avLst/>
            </a:prstGeom>
          </p:spPr>
        </p:pic>
        <p:pic>
          <p:nvPicPr>
            <p:cNvPr id="85" name="object 85" descr=""/>
            <p:cNvPicPr/>
            <p:nvPr/>
          </p:nvPicPr>
          <p:blipFill>
            <a:blip r:embed="rId7" cstate="print"/>
            <a:stretch>
              <a:fillRect/>
            </a:stretch>
          </p:blipFill>
          <p:spPr>
            <a:xfrm>
              <a:off x="9180467" y="2615770"/>
              <a:ext cx="214997" cy="222295"/>
            </a:xfrm>
            <a:prstGeom prst="rect">
              <a:avLst/>
            </a:prstGeom>
          </p:spPr>
        </p:pic>
        <p:sp>
          <p:nvSpPr>
            <p:cNvPr id="86" name="object 86" descr=""/>
            <p:cNvSpPr/>
            <p:nvPr/>
          </p:nvSpPr>
          <p:spPr>
            <a:xfrm>
              <a:off x="9393914" y="2435626"/>
              <a:ext cx="0" cy="312420"/>
            </a:xfrm>
            <a:custGeom>
              <a:avLst/>
              <a:gdLst/>
              <a:ahLst/>
              <a:cxnLst/>
              <a:rect l="l" t="t" r="r" b="b"/>
              <a:pathLst>
                <a:path w="0" h="312419">
                  <a:moveTo>
                    <a:pt x="0" y="0"/>
                  </a:moveTo>
                  <a:lnTo>
                    <a:pt x="0" y="311989"/>
                  </a:lnTo>
                </a:path>
              </a:pathLst>
            </a:custGeom>
            <a:ln w="10468">
              <a:solidFill>
                <a:srgbClr val="000000"/>
              </a:solidFill>
            </a:ln>
          </p:spPr>
          <p:txBody>
            <a:bodyPr wrap="square" lIns="0" tIns="0" rIns="0" bIns="0" rtlCol="0"/>
            <a:lstStyle/>
            <a:p/>
          </p:txBody>
        </p:sp>
        <p:sp>
          <p:nvSpPr>
            <p:cNvPr id="87" name="object 87" descr=""/>
            <p:cNvSpPr/>
            <p:nvPr/>
          </p:nvSpPr>
          <p:spPr>
            <a:xfrm>
              <a:off x="9194260" y="2435598"/>
              <a:ext cx="193040" cy="320675"/>
            </a:xfrm>
            <a:custGeom>
              <a:avLst/>
              <a:gdLst/>
              <a:ahLst/>
              <a:cxnLst/>
              <a:rect l="l" t="t" r="r" b="b"/>
              <a:pathLst>
                <a:path w="193040" h="320675">
                  <a:moveTo>
                    <a:pt x="192761" y="0"/>
                  </a:moveTo>
                  <a:lnTo>
                    <a:pt x="0" y="0"/>
                  </a:lnTo>
                  <a:lnTo>
                    <a:pt x="0" y="320506"/>
                  </a:lnTo>
                  <a:lnTo>
                    <a:pt x="192761" y="320506"/>
                  </a:lnTo>
                  <a:lnTo>
                    <a:pt x="192761" y="0"/>
                  </a:lnTo>
                  <a:close/>
                </a:path>
              </a:pathLst>
            </a:custGeom>
            <a:solidFill>
              <a:srgbClr val="FFFFFF"/>
            </a:solidFill>
          </p:spPr>
          <p:txBody>
            <a:bodyPr wrap="square" lIns="0" tIns="0" rIns="0" bIns="0" rtlCol="0"/>
            <a:lstStyle/>
            <a:p/>
          </p:txBody>
        </p:sp>
      </p:grpSp>
      <p:sp>
        <p:nvSpPr>
          <p:cNvPr id="88" name="object 88" descr=""/>
          <p:cNvSpPr txBox="1"/>
          <p:nvPr/>
        </p:nvSpPr>
        <p:spPr>
          <a:xfrm>
            <a:off x="9216681" y="1815406"/>
            <a:ext cx="123189" cy="805180"/>
          </a:xfrm>
          <a:prstGeom prst="rect">
            <a:avLst/>
          </a:prstGeom>
        </p:spPr>
        <p:txBody>
          <a:bodyPr wrap="square" lIns="0" tIns="34925" rIns="0" bIns="0" rtlCol="0" vert="horz">
            <a:spAutoFit/>
          </a:bodyPr>
          <a:lstStyle/>
          <a:p>
            <a:pPr algn="just" marL="24130" marR="5080" indent="-12065">
              <a:lnSpc>
                <a:spcPct val="825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2</a:t>
            </a:r>
            <a:endParaRPr sz="850">
              <a:latin typeface="Times New Roman"/>
              <a:cs typeface="Times New Roman"/>
            </a:endParaRPr>
          </a:p>
          <a:p>
            <a:pPr marL="24130" marR="5080" indent="-12065">
              <a:lnSpc>
                <a:spcPts val="910"/>
              </a:lnSpc>
              <a:spcBef>
                <a:spcPts val="790"/>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endParaRPr sz="850">
              <a:latin typeface="Times New Roman"/>
              <a:cs typeface="Times New Roman"/>
            </a:endParaRPr>
          </a:p>
        </p:txBody>
      </p:sp>
      <p:sp>
        <p:nvSpPr>
          <p:cNvPr id="89" name="object 89" descr=""/>
          <p:cNvSpPr txBox="1"/>
          <p:nvPr/>
        </p:nvSpPr>
        <p:spPr>
          <a:xfrm>
            <a:off x="9228194" y="2571054"/>
            <a:ext cx="104775" cy="155575"/>
          </a:xfrm>
          <a:prstGeom prst="rect">
            <a:avLst/>
          </a:prstGeom>
        </p:spPr>
        <p:txBody>
          <a:bodyPr wrap="square" lIns="0" tIns="12700" rIns="0" bIns="0" rtlCol="0" vert="horz">
            <a:spAutoFit/>
          </a:bodyPr>
          <a:lstStyle/>
          <a:p>
            <a:pPr marL="12700">
              <a:lnSpc>
                <a:spcPct val="100000"/>
              </a:lnSpc>
              <a:spcBef>
                <a:spcPts val="100"/>
              </a:spcBef>
            </a:pPr>
            <a:r>
              <a:rPr dirty="0" sz="850" spc="-50">
                <a:latin typeface="Times New Roman"/>
                <a:cs typeface="Times New Roman"/>
              </a:rPr>
              <a:t>X</a:t>
            </a:r>
            <a:endParaRPr sz="850">
              <a:latin typeface="Times New Roman"/>
              <a:cs typeface="Times New Roman"/>
            </a:endParaRPr>
          </a:p>
        </p:txBody>
      </p:sp>
      <p:sp>
        <p:nvSpPr>
          <p:cNvPr id="90" name="object 90" descr=""/>
          <p:cNvSpPr txBox="1"/>
          <p:nvPr/>
        </p:nvSpPr>
        <p:spPr>
          <a:xfrm>
            <a:off x="9245537" y="2670806"/>
            <a:ext cx="80645" cy="155575"/>
          </a:xfrm>
          <a:prstGeom prst="rect">
            <a:avLst/>
          </a:prstGeom>
        </p:spPr>
        <p:txBody>
          <a:bodyPr wrap="square" lIns="0" tIns="12700" rIns="0" bIns="0" rtlCol="0" vert="horz">
            <a:spAutoFit/>
          </a:bodyPr>
          <a:lstStyle/>
          <a:p>
            <a:pPr marL="12700">
              <a:lnSpc>
                <a:spcPct val="100000"/>
              </a:lnSpc>
              <a:spcBef>
                <a:spcPts val="100"/>
              </a:spcBef>
            </a:pPr>
            <a:r>
              <a:rPr dirty="0" sz="850" spc="-50">
                <a:latin typeface="Times New Roman"/>
                <a:cs typeface="Times New Roman"/>
              </a:rPr>
              <a:t>3</a:t>
            </a:r>
            <a:endParaRPr sz="850">
              <a:latin typeface="Times New Roman"/>
              <a:cs typeface="Times New Roman"/>
            </a:endParaRPr>
          </a:p>
        </p:txBody>
      </p:sp>
      <p:grpSp>
        <p:nvGrpSpPr>
          <p:cNvPr id="91" name="object 91" descr=""/>
          <p:cNvGrpSpPr/>
          <p:nvPr/>
        </p:nvGrpSpPr>
        <p:grpSpPr>
          <a:xfrm>
            <a:off x="11629599" y="2237581"/>
            <a:ext cx="219710" cy="497205"/>
            <a:chOff x="11629599" y="2237581"/>
            <a:chExt cx="219710" cy="497205"/>
          </a:xfrm>
        </p:grpSpPr>
        <p:sp>
          <p:nvSpPr>
            <p:cNvPr id="92" name="object 92" descr=""/>
            <p:cNvSpPr/>
            <p:nvPr/>
          </p:nvSpPr>
          <p:spPr>
            <a:xfrm>
              <a:off x="11634996" y="2331530"/>
              <a:ext cx="0" cy="311785"/>
            </a:xfrm>
            <a:custGeom>
              <a:avLst/>
              <a:gdLst/>
              <a:ahLst/>
              <a:cxnLst/>
              <a:rect l="l" t="t" r="r" b="b"/>
              <a:pathLst>
                <a:path w="0" h="311785">
                  <a:moveTo>
                    <a:pt x="0" y="0"/>
                  </a:moveTo>
                  <a:lnTo>
                    <a:pt x="0" y="311716"/>
                  </a:lnTo>
                </a:path>
              </a:pathLst>
            </a:custGeom>
            <a:ln w="10468">
              <a:solidFill>
                <a:srgbClr val="000000"/>
              </a:solidFill>
            </a:ln>
          </p:spPr>
          <p:txBody>
            <a:bodyPr wrap="square" lIns="0" tIns="0" rIns="0" bIns="0" rtlCol="0"/>
            <a:lstStyle/>
            <a:p/>
          </p:txBody>
        </p:sp>
        <p:pic>
          <p:nvPicPr>
            <p:cNvPr id="93" name="object 93" descr=""/>
            <p:cNvPicPr/>
            <p:nvPr/>
          </p:nvPicPr>
          <p:blipFill>
            <a:blip r:embed="rId8" cstate="print"/>
            <a:stretch>
              <a:fillRect/>
            </a:stretch>
          </p:blipFill>
          <p:spPr>
            <a:xfrm>
              <a:off x="11629802" y="2237581"/>
              <a:ext cx="214997" cy="222310"/>
            </a:xfrm>
            <a:prstGeom prst="rect">
              <a:avLst/>
            </a:prstGeom>
          </p:spPr>
        </p:pic>
        <p:pic>
          <p:nvPicPr>
            <p:cNvPr id="94" name="object 94" descr=""/>
            <p:cNvPicPr/>
            <p:nvPr/>
          </p:nvPicPr>
          <p:blipFill>
            <a:blip r:embed="rId9" cstate="print"/>
            <a:stretch>
              <a:fillRect/>
            </a:stretch>
          </p:blipFill>
          <p:spPr>
            <a:xfrm>
              <a:off x="11629802" y="2512448"/>
              <a:ext cx="214997" cy="222310"/>
            </a:xfrm>
            <a:prstGeom prst="rect">
              <a:avLst/>
            </a:prstGeom>
          </p:spPr>
        </p:pic>
        <p:sp>
          <p:nvSpPr>
            <p:cNvPr id="95" name="object 95" descr=""/>
            <p:cNvSpPr/>
            <p:nvPr/>
          </p:nvSpPr>
          <p:spPr>
            <a:xfrm>
              <a:off x="11844955" y="2331530"/>
              <a:ext cx="0" cy="311785"/>
            </a:xfrm>
            <a:custGeom>
              <a:avLst/>
              <a:gdLst/>
              <a:ahLst/>
              <a:cxnLst/>
              <a:rect l="l" t="t" r="r" b="b"/>
              <a:pathLst>
                <a:path w="0" h="311785">
                  <a:moveTo>
                    <a:pt x="0" y="0"/>
                  </a:moveTo>
                  <a:lnTo>
                    <a:pt x="0" y="311716"/>
                  </a:lnTo>
                </a:path>
              </a:pathLst>
            </a:custGeom>
            <a:ln w="7055">
              <a:solidFill>
                <a:srgbClr val="000000"/>
              </a:solidFill>
            </a:ln>
          </p:spPr>
          <p:txBody>
            <a:bodyPr wrap="square" lIns="0" tIns="0" rIns="0" bIns="0" rtlCol="0"/>
            <a:lstStyle/>
            <a:p/>
          </p:txBody>
        </p:sp>
        <p:sp>
          <p:nvSpPr>
            <p:cNvPr id="96" name="object 96" descr=""/>
            <p:cNvSpPr/>
            <p:nvPr/>
          </p:nvSpPr>
          <p:spPr>
            <a:xfrm>
              <a:off x="11644323" y="2332304"/>
              <a:ext cx="197485" cy="320040"/>
            </a:xfrm>
            <a:custGeom>
              <a:avLst/>
              <a:gdLst/>
              <a:ahLst/>
              <a:cxnLst/>
              <a:rect l="l" t="t" r="r" b="b"/>
              <a:pathLst>
                <a:path w="197484" h="320039">
                  <a:moveTo>
                    <a:pt x="197103" y="0"/>
                  </a:moveTo>
                  <a:lnTo>
                    <a:pt x="0" y="0"/>
                  </a:lnTo>
                  <a:lnTo>
                    <a:pt x="0" y="319789"/>
                  </a:lnTo>
                  <a:lnTo>
                    <a:pt x="197103" y="319789"/>
                  </a:lnTo>
                  <a:lnTo>
                    <a:pt x="197103" y="0"/>
                  </a:lnTo>
                  <a:close/>
                </a:path>
              </a:pathLst>
            </a:custGeom>
            <a:solidFill>
              <a:srgbClr val="FFFFFF"/>
            </a:solidFill>
          </p:spPr>
          <p:txBody>
            <a:bodyPr wrap="square" lIns="0" tIns="0" rIns="0" bIns="0" rtlCol="0"/>
            <a:lstStyle/>
            <a:p/>
          </p:txBody>
        </p:sp>
      </p:grpSp>
      <p:sp>
        <p:nvSpPr>
          <p:cNvPr id="97" name="object 97" descr=""/>
          <p:cNvSpPr txBox="1"/>
          <p:nvPr/>
        </p:nvSpPr>
        <p:spPr>
          <a:xfrm>
            <a:off x="11665870" y="2245271"/>
            <a:ext cx="123189" cy="476250"/>
          </a:xfrm>
          <a:prstGeom prst="rect">
            <a:avLst/>
          </a:prstGeom>
        </p:spPr>
        <p:txBody>
          <a:bodyPr wrap="square" lIns="0" tIns="34925" rIns="0" bIns="0" rtlCol="0" vert="horz">
            <a:spAutoFit/>
          </a:bodyPr>
          <a:lstStyle/>
          <a:p>
            <a:pPr algn="just" marL="23495" marR="5080" indent="-11430">
              <a:lnSpc>
                <a:spcPct val="82600"/>
              </a:lnSpc>
              <a:spcBef>
                <a:spcPts val="275"/>
              </a:spcBef>
            </a:pPr>
            <a:r>
              <a:rPr dirty="0" sz="850" spc="-50">
                <a:latin typeface="Times New Roman"/>
                <a:cs typeface="Times New Roman"/>
              </a:rPr>
              <a:t>M</a:t>
            </a:r>
            <a:r>
              <a:rPr dirty="0" sz="850" spc="500">
                <a:latin typeface="Times New Roman"/>
                <a:cs typeface="Times New Roman"/>
              </a:rPr>
              <a:t> </a:t>
            </a:r>
            <a:r>
              <a:rPr dirty="0" sz="850" spc="-50">
                <a:latin typeface="Times New Roman"/>
                <a:cs typeface="Times New Roman"/>
              </a:rPr>
              <a:t>U</a:t>
            </a:r>
            <a:r>
              <a:rPr dirty="0" sz="850" spc="500">
                <a:latin typeface="Times New Roman"/>
                <a:cs typeface="Times New Roman"/>
              </a:rPr>
              <a:t> </a:t>
            </a:r>
            <a:r>
              <a:rPr dirty="0" sz="850" spc="-50">
                <a:latin typeface="Times New Roman"/>
                <a:cs typeface="Times New Roman"/>
              </a:rPr>
              <a:t>X</a:t>
            </a:r>
            <a:r>
              <a:rPr dirty="0" sz="850" spc="500">
                <a:latin typeface="Times New Roman"/>
                <a:cs typeface="Times New Roman"/>
              </a:rPr>
              <a:t> </a:t>
            </a:r>
            <a:r>
              <a:rPr dirty="0" sz="850" spc="-50">
                <a:latin typeface="Times New Roman"/>
                <a:cs typeface="Times New Roman"/>
              </a:rPr>
              <a:t>4</a:t>
            </a:r>
            <a:endParaRPr sz="850">
              <a:latin typeface="Times New Roman"/>
              <a:cs typeface="Times New Roman"/>
            </a:endParaRPr>
          </a:p>
        </p:txBody>
      </p:sp>
      <p:grpSp>
        <p:nvGrpSpPr>
          <p:cNvPr id="98" name="object 98" descr=""/>
          <p:cNvGrpSpPr/>
          <p:nvPr/>
        </p:nvGrpSpPr>
        <p:grpSpPr>
          <a:xfrm>
            <a:off x="5894210" y="572976"/>
            <a:ext cx="6102985" cy="3171190"/>
            <a:chOff x="5894210" y="572976"/>
            <a:chExt cx="6102985" cy="3171190"/>
          </a:xfrm>
        </p:grpSpPr>
        <p:sp>
          <p:nvSpPr>
            <p:cNvPr id="99" name="object 99" descr=""/>
            <p:cNvSpPr/>
            <p:nvPr/>
          </p:nvSpPr>
          <p:spPr>
            <a:xfrm>
              <a:off x="8501591" y="2135954"/>
              <a:ext cx="77470" cy="0"/>
            </a:xfrm>
            <a:custGeom>
              <a:avLst/>
              <a:gdLst/>
              <a:ahLst/>
              <a:cxnLst/>
              <a:rect l="l" t="t" r="r" b="b"/>
              <a:pathLst>
                <a:path w="77470" h="0">
                  <a:moveTo>
                    <a:pt x="0" y="0"/>
                  </a:moveTo>
                  <a:lnTo>
                    <a:pt x="77238" y="0"/>
                  </a:lnTo>
                </a:path>
              </a:pathLst>
            </a:custGeom>
            <a:ln w="10299">
              <a:solidFill>
                <a:srgbClr val="000000"/>
              </a:solidFill>
            </a:ln>
          </p:spPr>
          <p:txBody>
            <a:bodyPr wrap="square" lIns="0" tIns="0" rIns="0" bIns="0" rtlCol="0"/>
            <a:lstStyle/>
            <a:p/>
          </p:txBody>
        </p:sp>
        <p:sp>
          <p:nvSpPr>
            <p:cNvPr id="100" name="object 100" descr=""/>
            <p:cNvSpPr/>
            <p:nvPr/>
          </p:nvSpPr>
          <p:spPr>
            <a:xfrm>
              <a:off x="8540210" y="2099821"/>
              <a:ext cx="115570" cy="73660"/>
            </a:xfrm>
            <a:custGeom>
              <a:avLst/>
              <a:gdLst/>
              <a:ahLst/>
              <a:cxnLst/>
              <a:rect l="l" t="t" r="r" b="b"/>
              <a:pathLst>
                <a:path w="115570" h="73660">
                  <a:moveTo>
                    <a:pt x="0" y="0"/>
                  </a:moveTo>
                  <a:lnTo>
                    <a:pt x="36870" y="36132"/>
                  </a:lnTo>
                  <a:lnTo>
                    <a:pt x="0" y="73269"/>
                  </a:lnTo>
                  <a:lnTo>
                    <a:pt x="115566" y="36132"/>
                  </a:lnTo>
                  <a:lnTo>
                    <a:pt x="0" y="0"/>
                  </a:lnTo>
                  <a:close/>
                </a:path>
              </a:pathLst>
            </a:custGeom>
            <a:solidFill>
              <a:srgbClr val="000000"/>
            </a:solidFill>
          </p:spPr>
          <p:txBody>
            <a:bodyPr wrap="square" lIns="0" tIns="0" rIns="0" bIns="0" rtlCol="0"/>
            <a:lstStyle/>
            <a:p/>
          </p:txBody>
        </p:sp>
        <p:sp>
          <p:nvSpPr>
            <p:cNvPr id="101" name="object 101" descr=""/>
            <p:cNvSpPr/>
            <p:nvPr/>
          </p:nvSpPr>
          <p:spPr>
            <a:xfrm>
              <a:off x="8501591" y="2536425"/>
              <a:ext cx="77470" cy="0"/>
            </a:xfrm>
            <a:custGeom>
              <a:avLst/>
              <a:gdLst/>
              <a:ahLst/>
              <a:cxnLst/>
              <a:rect l="l" t="t" r="r" b="b"/>
              <a:pathLst>
                <a:path w="77470" h="0">
                  <a:moveTo>
                    <a:pt x="0" y="0"/>
                  </a:moveTo>
                  <a:lnTo>
                    <a:pt x="77238" y="0"/>
                  </a:lnTo>
                </a:path>
              </a:pathLst>
            </a:custGeom>
            <a:ln w="10299">
              <a:solidFill>
                <a:srgbClr val="000000"/>
              </a:solidFill>
            </a:ln>
          </p:spPr>
          <p:txBody>
            <a:bodyPr wrap="square" lIns="0" tIns="0" rIns="0" bIns="0" rtlCol="0"/>
            <a:lstStyle/>
            <a:p/>
          </p:txBody>
        </p:sp>
        <p:sp>
          <p:nvSpPr>
            <p:cNvPr id="102" name="object 102" descr=""/>
            <p:cNvSpPr/>
            <p:nvPr/>
          </p:nvSpPr>
          <p:spPr>
            <a:xfrm>
              <a:off x="8540210" y="2500293"/>
              <a:ext cx="115570" cy="73660"/>
            </a:xfrm>
            <a:custGeom>
              <a:avLst/>
              <a:gdLst/>
              <a:ahLst/>
              <a:cxnLst/>
              <a:rect l="l" t="t" r="r" b="b"/>
              <a:pathLst>
                <a:path w="115570" h="73660">
                  <a:moveTo>
                    <a:pt x="0" y="0"/>
                  </a:moveTo>
                  <a:lnTo>
                    <a:pt x="36870" y="37193"/>
                  </a:lnTo>
                  <a:lnTo>
                    <a:pt x="0" y="73269"/>
                  </a:lnTo>
                  <a:lnTo>
                    <a:pt x="115566" y="37193"/>
                  </a:lnTo>
                  <a:lnTo>
                    <a:pt x="0" y="0"/>
                  </a:lnTo>
                  <a:close/>
                </a:path>
              </a:pathLst>
            </a:custGeom>
            <a:solidFill>
              <a:srgbClr val="000000"/>
            </a:solidFill>
          </p:spPr>
          <p:txBody>
            <a:bodyPr wrap="square" lIns="0" tIns="0" rIns="0" bIns="0" rtlCol="0"/>
            <a:lstStyle/>
            <a:p/>
          </p:txBody>
        </p:sp>
        <p:pic>
          <p:nvPicPr>
            <p:cNvPr id="103" name="object 103" descr=""/>
            <p:cNvPicPr/>
            <p:nvPr/>
          </p:nvPicPr>
          <p:blipFill>
            <a:blip r:embed="rId10" cstate="print"/>
            <a:stretch>
              <a:fillRect/>
            </a:stretch>
          </p:blipFill>
          <p:spPr>
            <a:xfrm>
              <a:off x="8440528" y="3016196"/>
              <a:ext cx="215247" cy="100295"/>
            </a:xfrm>
            <a:prstGeom prst="rect">
              <a:avLst/>
            </a:prstGeom>
          </p:spPr>
        </p:pic>
        <p:sp>
          <p:nvSpPr>
            <p:cNvPr id="104" name="object 104" descr=""/>
            <p:cNvSpPr/>
            <p:nvPr/>
          </p:nvSpPr>
          <p:spPr>
            <a:xfrm>
              <a:off x="8899733" y="2670145"/>
              <a:ext cx="199390" cy="400685"/>
            </a:xfrm>
            <a:custGeom>
              <a:avLst/>
              <a:gdLst/>
              <a:ahLst/>
              <a:cxnLst/>
              <a:rect l="l" t="t" r="r" b="b"/>
              <a:pathLst>
                <a:path w="199390" h="400685">
                  <a:moveTo>
                    <a:pt x="0" y="400442"/>
                  </a:moveTo>
                  <a:lnTo>
                    <a:pt x="122415" y="400442"/>
                  </a:lnTo>
                </a:path>
                <a:path w="199390" h="400685">
                  <a:moveTo>
                    <a:pt x="122415" y="400442"/>
                  </a:moveTo>
                  <a:lnTo>
                    <a:pt x="122415" y="0"/>
                  </a:lnTo>
                </a:path>
                <a:path w="199390" h="400685">
                  <a:moveTo>
                    <a:pt x="122415" y="0"/>
                  </a:moveTo>
                  <a:lnTo>
                    <a:pt x="199362" y="0"/>
                  </a:lnTo>
                </a:path>
              </a:pathLst>
            </a:custGeom>
            <a:ln w="10384">
              <a:solidFill>
                <a:srgbClr val="000000"/>
              </a:solidFill>
            </a:ln>
          </p:spPr>
          <p:txBody>
            <a:bodyPr wrap="square" lIns="0" tIns="0" rIns="0" bIns="0" rtlCol="0"/>
            <a:lstStyle/>
            <a:p/>
          </p:txBody>
        </p:sp>
        <p:sp>
          <p:nvSpPr>
            <p:cNvPr id="105" name="object 105" descr=""/>
            <p:cNvSpPr/>
            <p:nvPr/>
          </p:nvSpPr>
          <p:spPr>
            <a:xfrm>
              <a:off x="9060768" y="2633697"/>
              <a:ext cx="114935" cy="73660"/>
            </a:xfrm>
            <a:custGeom>
              <a:avLst/>
              <a:gdLst/>
              <a:ahLst/>
              <a:cxnLst/>
              <a:rect l="l" t="t" r="r" b="b"/>
              <a:pathLst>
                <a:path w="114934" h="73660">
                  <a:moveTo>
                    <a:pt x="0" y="0"/>
                  </a:moveTo>
                  <a:lnTo>
                    <a:pt x="36870" y="36448"/>
                  </a:lnTo>
                  <a:lnTo>
                    <a:pt x="0" y="73226"/>
                  </a:lnTo>
                  <a:lnTo>
                    <a:pt x="114400" y="36448"/>
                  </a:lnTo>
                  <a:lnTo>
                    <a:pt x="0" y="0"/>
                  </a:lnTo>
                  <a:close/>
                </a:path>
              </a:pathLst>
            </a:custGeom>
            <a:solidFill>
              <a:srgbClr val="000000"/>
            </a:solidFill>
          </p:spPr>
          <p:txBody>
            <a:bodyPr wrap="square" lIns="0" tIns="0" rIns="0" bIns="0" rtlCol="0"/>
            <a:lstStyle/>
            <a:p/>
          </p:txBody>
        </p:sp>
        <p:sp>
          <p:nvSpPr>
            <p:cNvPr id="106" name="object 106" descr=""/>
            <p:cNvSpPr/>
            <p:nvPr/>
          </p:nvSpPr>
          <p:spPr>
            <a:xfrm>
              <a:off x="7552577" y="1868829"/>
              <a:ext cx="444500" cy="1513840"/>
            </a:xfrm>
            <a:custGeom>
              <a:avLst/>
              <a:gdLst/>
              <a:ahLst/>
              <a:cxnLst/>
              <a:rect l="l" t="t" r="r" b="b"/>
              <a:pathLst>
                <a:path w="444500" h="1513839">
                  <a:moveTo>
                    <a:pt x="0" y="0"/>
                  </a:moveTo>
                  <a:lnTo>
                    <a:pt x="0" y="1513776"/>
                  </a:lnTo>
                </a:path>
                <a:path w="444500" h="1513839">
                  <a:moveTo>
                    <a:pt x="0" y="1201758"/>
                  </a:moveTo>
                  <a:lnTo>
                    <a:pt x="444339" y="1201758"/>
                  </a:lnTo>
                </a:path>
              </a:pathLst>
            </a:custGeom>
            <a:ln w="10384">
              <a:solidFill>
                <a:srgbClr val="000000"/>
              </a:solidFill>
            </a:ln>
          </p:spPr>
          <p:txBody>
            <a:bodyPr wrap="square" lIns="0" tIns="0" rIns="0" bIns="0" rtlCol="0"/>
            <a:lstStyle/>
            <a:p/>
          </p:txBody>
        </p:sp>
        <p:sp>
          <p:nvSpPr>
            <p:cNvPr id="107" name="object 107" descr=""/>
            <p:cNvSpPr/>
            <p:nvPr/>
          </p:nvSpPr>
          <p:spPr>
            <a:xfrm>
              <a:off x="7958735" y="3034513"/>
              <a:ext cx="114935" cy="73660"/>
            </a:xfrm>
            <a:custGeom>
              <a:avLst/>
              <a:gdLst/>
              <a:ahLst/>
              <a:cxnLst/>
              <a:rect l="l" t="t" r="r" b="b"/>
              <a:pathLst>
                <a:path w="114934" h="73660">
                  <a:moveTo>
                    <a:pt x="0" y="0"/>
                  </a:moveTo>
                  <a:lnTo>
                    <a:pt x="36433" y="37136"/>
                  </a:lnTo>
                  <a:lnTo>
                    <a:pt x="0" y="73226"/>
                  </a:lnTo>
                  <a:lnTo>
                    <a:pt x="114400" y="37136"/>
                  </a:lnTo>
                  <a:lnTo>
                    <a:pt x="0" y="0"/>
                  </a:lnTo>
                  <a:close/>
                </a:path>
              </a:pathLst>
            </a:custGeom>
            <a:solidFill>
              <a:srgbClr val="000000"/>
            </a:solidFill>
          </p:spPr>
          <p:txBody>
            <a:bodyPr wrap="square" lIns="0" tIns="0" rIns="0" bIns="0" rtlCol="0"/>
            <a:lstStyle/>
            <a:p/>
          </p:txBody>
        </p:sp>
        <p:sp>
          <p:nvSpPr>
            <p:cNvPr id="108" name="object 108" descr=""/>
            <p:cNvSpPr/>
            <p:nvPr/>
          </p:nvSpPr>
          <p:spPr>
            <a:xfrm>
              <a:off x="7552577" y="1868829"/>
              <a:ext cx="567055" cy="1242695"/>
            </a:xfrm>
            <a:custGeom>
              <a:avLst/>
              <a:gdLst/>
              <a:ahLst/>
              <a:cxnLst/>
              <a:rect l="l" t="t" r="r" b="b"/>
              <a:pathLst>
                <a:path w="567054" h="1242695">
                  <a:moveTo>
                    <a:pt x="367538" y="1152592"/>
                  </a:moveTo>
                  <a:lnTo>
                    <a:pt x="398142" y="1242436"/>
                  </a:lnTo>
                </a:path>
                <a:path w="567054" h="1242695">
                  <a:moveTo>
                    <a:pt x="0" y="0"/>
                  </a:moveTo>
                  <a:lnTo>
                    <a:pt x="567047" y="0"/>
                  </a:lnTo>
                </a:path>
              </a:pathLst>
            </a:custGeom>
            <a:ln w="10384">
              <a:solidFill>
                <a:srgbClr val="000000"/>
              </a:solidFill>
            </a:ln>
          </p:spPr>
          <p:txBody>
            <a:bodyPr wrap="square" lIns="0" tIns="0" rIns="0" bIns="0" rtlCol="0"/>
            <a:lstStyle/>
            <a:p/>
          </p:txBody>
        </p:sp>
        <p:sp>
          <p:nvSpPr>
            <p:cNvPr id="109" name="object 109" descr=""/>
            <p:cNvSpPr/>
            <p:nvPr/>
          </p:nvSpPr>
          <p:spPr>
            <a:xfrm>
              <a:off x="8081005" y="1832840"/>
              <a:ext cx="114935" cy="73660"/>
            </a:xfrm>
            <a:custGeom>
              <a:avLst/>
              <a:gdLst/>
              <a:ahLst/>
              <a:cxnLst/>
              <a:rect l="l" t="t" r="r" b="b"/>
              <a:pathLst>
                <a:path w="114934" h="73660">
                  <a:moveTo>
                    <a:pt x="0" y="0"/>
                  </a:moveTo>
                  <a:lnTo>
                    <a:pt x="36870" y="35989"/>
                  </a:lnTo>
                  <a:lnTo>
                    <a:pt x="0" y="73125"/>
                  </a:lnTo>
                  <a:lnTo>
                    <a:pt x="114400" y="35989"/>
                  </a:lnTo>
                  <a:lnTo>
                    <a:pt x="0" y="0"/>
                  </a:lnTo>
                  <a:close/>
                </a:path>
              </a:pathLst>
            </a:custGeom>
            <a:solidFill>
              <a:srgbClr val="000000"/>
            </a:solidFill>
          </p:spPr>
          <p:txBody>
            <a:bodyPr wrap="square" lIns="0" tIns="0" rIns="0" bIns="0" rtlCol="0"/>
            <a:lstStyle/>
            <a:p/>
          </p:txBody>
        </p:sp>
        <p:sp>
          <p:nvSpPr>
            <p:cNvPr id="110" name="object 110" descr=""/>
            <p:cNvSpPr/>
            <p:nvPr/>
          </p:nvSpPr>
          <p:spPr>
            <a:xfrm>
              <a:off x="7552577" y="2135954"/>
              <a:ext cx="567055" cy="0"/>
            </a:xfrm>
            <a:custGeom>
              <a:avLst/>
              <a:gdLst/>
              <a:ahLst/>
              <a:cxnLst/>
              <a:rect l="l" t="t" r="r" b="b"/>
              <a:pathLst>
                <a:path w="567054" h="0">
                  <a:moveTo>
                    <a:pt x="0" y="0"/>
                  </a:moveTo>
                  <a:lnTo>
                    <a:pt x="567047" y="0"/>
                  </a:lnTo>
                </a:path>
              </a:pathLst>
            </a:custGeom>
            <a:ln w="10299">
              <a:solidFill>
                <a:srgbClr val="000000"/>
              </a:solidFill>
            </a:ln>
          </p:spPr>
          <p:txBody>
            <a:bodyPr wrap="square" lIns="0" tIns="0" rIns="0" bIns="0" rtlCol="0"/>
            <a:lstStyle/>
            <a:p/>
          </p:txBody>
        </p:sp>
        <p:sp>
          <p:nvSpPr>
            <p:cNvPr id="111" name="object 111" descr=""/>
            <p:cNvSpPr/>
            <p:nvPr/>
          </p:nvSpPr>
          <p:spPr>
            <a:xfrm>
              <a:off x="8081005" y="2099821"/>
              <a:ext cx="114935" cy="73660"/>
            </a:xfrm>
            <a:custGeom>
              <a:avLst/>
              <a:gdLst/>
              <a:ahLst/>
              <a:cxnLst/>
              <a:rect l="l" t="t" r="r" b="b"/>
              <a:pathLst>
                <a:path w="114934" h="73660">
                  <a:moveTo>
                    <a:pt x="0" y="0"/>
                  </a:moveTo>
                  <a:lnTo>
                    <a:pt x="36870" y="36132"/>
                  </a:lnTo>
                  <a:lnTo>
                    <a:pt x="0" y="73269"/>
                  </a:lnTo>
                  <a:lnTo>
                    <a:pt x="114400" y="36132"/>
                  </a:lnTo>
                  <a:lnTo>
                    <a:pt x="0" y="0"/>
                  </a:lnTo>
                  <a:close/>
                </a:path>
              </a:pathLst>
            </a:custGeom>
            <a:solidFill>
              <a:srgbClr val="000000"/>
            </a:solidFill>
          </p:spPr>
          <p:txBody>
            <a:bodyPr wrap="square" lIns="0" tIns="0" rIns="0" bIns="0" rtlCol="0"/>
            <a:lstStyle/>
            <a:p/>
          </p:txBody>
        </p:sp>
        <p:sp>
          <p:nvSpPr>
            <p:cNvPr id="112" name="object 112" descr=""/>
            <p:cNvSpPr/>
            <p:nvPr/>
          </p:nvSpPr>
          <p:spPr>
            <a:xfrm>
              <a:off x="7705597" y="2403078"/>
              <a:ext cx="414655" cy="0"/>
            </a:xfrm>
            <a:custGeom>
              <a:avLst/>
              <a:gdLst/>
              <a:ahLst/>
              <a:cxnLst/>
              <a:rect l="l" t="t" r="r" b="b"/>
              <a:pathLst>
                <a:path w="414654" h="0">
                  <a:moveTo>
                    <a:pt x="0" y="0"/>
                  </a:moveTo>
                  <a:lnTo>
                    <a:pt x="414027" y="0"/>
                  </a:lnTo>
                </a:path>
              </a:pathLst>
            </a:custGeom>
            <a:ln w="10299">
              <a:solidFill>
                <a:srgbClr val="000000"/>
              </a:solidFill>
            </a:ln>
          </p:spPr>
          <p:txBody>
            <a:bodyPr wrap="square" lIns="0" tIns="0" rIns="0" bIns="0" rtlCol="0"/>
            <a:lstStyle/>
            <a:p/>
          </p:txBody>
        </p:sp>
        <p:sp>
          <p:nvSpPr>
            <p:cNvPr id="113" name="object 113" descr=""/>
            <p:cNvSpPr/>
            <p:nvPr/>
          </p:nvSpPr>
          <p:spPr>
            <a:xfrm>
              <a:off x="8081005" y="2366659"/>
              <a:ext cx="114935" cy="73660"/>
            </a:xfrm>
            <a:custGeom>
              <a:avLst/>
              <a:gdLst/>
              <a:ahLst/>
              <a:cxnLst/>
              <a:rect l="l" t="t" r="r" b="b"/>
              <a:pathLst>
                <a:path w="114934" h="73660">
                  <a:moveTo>
                    <a:pt x="0" y="0"/>
                  </a:moveTo>
                  <a:lnTo>
                    <a:pt x="36870" y="36419"/>
                  </a:lnTo>
                  <a:lnTo>
                    <a:pt x="0" y="73125"/>
                  </a:lnTo>
                  <a:lnTo>
                    <a:pt x="114400" y="36419"/>
                  </a:lnTo>
                  <a:lnTo>
                    <a:pt x="0" y="0"/>
                  </a:lnTo>
                  <a:close/>
                </a:path>
              </a:pathLst>
            </a:custGeom>
            <a:solidFill>
              <a:srgbClr val="000000"/>
            </a:solidFill>
          </p:spPr>
          <p:txBody>
            <a:bodyPr wrap="square" lIns="0" tIns="0" rIns="0" bIns="0" rtlCol="0"/>
            <a:lstStyle/>
            <a:p/>
          </p:txBody>
        </p:sp>
        <p:sp>
          <p:nvSpPr>
            <p:cNvPr id="114" name="object 114" descr=""/>
            <p:cNvSpPr/>
            <p:nvPr/>
          </p:nvSpPr>
          <p:spPr>
            <a:xfrm>
              <a:off x="6909647" y="2224708"/>
              <a:ext cx="668020" cy="6350"/>
            </a:xfrm>
            <a:custGeom>
              <a:avLst/>
              <a:gdLst/>
              <a:ahLst/>
              <a:cxnLst/>
              <a:rect l="l" t="t" r="r" b="b"/>
              <a:pathLst>
                <a:path w="668020" h="6350">
                  <a:moveTo>
                    <a:pt x="575747" y="6022"/>
                  </a:moveTo>
                  <a:lnTo>
                    <a:pt x="667413" y="0"/>
                  </a:lnTo>
                </a:path>
                <a:path w="668020" h="6350">
                  <a:moveTo>
                    <a:pt x="0" y="0"/>
                  </a:moveTo>
                  <a:lnTo>
                    <a:pt x="260993" y="4301"/>
                  </a:lnTo>
                </a:path>
              </a:pathLst>
            </a:custGeom>
            <a:ln w="10384">
              <a:solidFill>
                <a:srgbClr val="000000"/>
              </a:solidFill>
            </a:ln>
          </p:spPr>
          <p:txBody>
            <a:bodyPr wrap="square" lIns="0" tIns="0" rIns="0" bIns="0" rtlCol="0"/>
            <a:lstStyle/>
            <a:p/>
          </p:txBody>
        </p:sp>
        <p:sp>
          <p:nvSpPr>
            <p:cNvPr id="115" name="object 115" descr=""/>
            <p:cNvSpPr/>
            <p:nvPr/>
          </p:nvSpPr>
          <p:spPr>
            <a:xfrm>
              <a:off x="7131292" y="2191874"/>
              <a:ext cx="116839" cy="73660"/>
            </a:xfrm>
            <a:custGeom>
              <a:avLst/>
              <a:gdLst/>
              <a:ahLst/>
              <a:cxnLst/>
              <a:rect l="l" t="t" r="r" b="b"/>
              <a:pathLst>
                <a:path w="116840" h="73660">
                  <a:moveTo>
                    <a:pt x="1442" y="0"/>
                  </a:moveTo>
                  <a:lnTo>
                    <a:pt x="37540" y="37136"/>
                  </a:lnTo>
                  <a:lnTo>
                    <a:pt x="0" y="73269"/>
                  </a:lnTo>
                  <a:lnTo>
                    <a:pt x="116236" y="38857"/>
                  </a:lnTo>
                  <a:lnTo>
                    <a:pt x="1442" y="0"/>
                  </a:lnTo>
                  <a:close/>
                </a:path>
              </a:pathLst>
            </a:custGeom>
            <a:solidFill>
              <a:srgbClr val="000000"/>
            </a:solidFill>
          </p:spPr>
          <p:txBody>
            <a:bodyPr wrap="square" lIns="0" tIns="0" rIns="0" bIns="0" rtlCol="0"/>
            <a:lstStyle/>
            <a:p/>
          </p:txBody>
        </p:sp>
        <p:sp>
          <p:nvSpPr>
            <p:cNvPr id="116" name="object 116" descr=""/>
            <p:cNvSpPr/>
            <p:nvPr/>
          </p:nvSpPr>
          <p:spPr>
            <a:xfrm>
              <a:off x="6205727" y="2224708"/>
              <a:ext cx="169545" cy="4445"/>
            </a:xfrm>
            <a:custGeom>
              <a:avLst/>
              <a:gdLst/>
              <a:ahLst/>
              <a:cxnLst/>
              <a:rect l="l" t="t" r="r" b="b"/>
              <a:pathLst>
                <a:path w="169545" h="4444">
                  <a:moveTo>
                    <a:pt x="0" y="0"/>
                  </a:moveTo>
                  <a:lnTo>
                    <a:pt x="168933" y="4301"/>
                  </a:lnTo>
                </a:path>
              </a:pathLst>
            </a:custGeom>
            <a:ln w="10299">
              <a:solidFill>
                <a:srgbClr val="000000"/>
              </a:solidFill>
            </a:ln>
          </p:spPr>
          <p:txBody>
            <a:bodyPr wrap="square" lIns="0" tIns="0" rIns="0" bIns="0" rtlCol="0"/>
            <a:lstStyle/>
            <a:p/>
          </p:txBody>
        </p:sp>
        <p:sp>
          <p:nvSpPr>
            <p:cNvPr id="117" name="object 117" descr=""/>
            <p:cNvSpPr/>
            <p:nvPr/>
          </p:nvSpPr>
          <p:spPr>
            <a:xfrm>
              <a:off x="6335313" y="2191873"/>
              <a:ext cx="116839" cy="73660"/>
            </a:xfrm>
            <a:custGeom>
              <a:avLst/>
              <a:gdLst/>
              <a:ahLst/>
              <a:cxnLst/>
              <a:rect l="l" t="t" r="r" b="b"/>
              <a:pathLst>
                <a:path w="116839" h="73660">
                  <a:moveTo>
                    <a:pt x="1442" y="0"/>
                  </a:moveTo>
                  <a:lnTo>
                    <a:pt x="37540" y="37136"/>
                  </a:lnTo>
                  <a:lnTo>
                    <a:pt x="0" y="73269"/>
                  </a:lnTo>
                  <a:lnTo>
                    <a:pt x="116236" y="38857"/>
                  </a:lnTo>
                  <a:lnTo>
                    <a:pt x="1442" y="0"/>
                  </a:lnTo>
                  <a:close/>
                </a:path>
              </a:pathLst>
            </a:custGeom>
            <a:solidFill>
              <a:srgbClr val="000000"/>
            </a:solidFill>
          </p:spPr>
          <p:txBody>
            <a:bodyPr wrap="square" lIns="0" tIns="0" rIns="0" bIns="0" rtlCol="0"/>
            <a:lstStyle/>
            <a:p/>
          </p:txBody>
        </p:sp>
        <p:sp>
          <p:nvSpPr>
            <p:cNvPr id="118" name="object 118" descr=""/>
            <p:cNvSpPr/>
            <p:nvPr/>
          </p:nvSpPr>
          <p:spPr>
            <a:xfrm>
              <a:off x="6267095" y="1601848"/>
              <a:ext cx="77470" cy="0"/>
            </a:xfrm>
            <a:custGeom>
              <a:avLst/>
              <a:gdLst/>
              <a:ahLst/>
              <a:cxnLst/>
              <a:rect l="l" t="t" r="r" b="b"/>
              <a:pathLst>
                <a:path w="77470" h="0">
                  <a:moveTo>
                    <a:pt x="0" y="0"/>
                  </a:moveTo>
                  <a:lnTo>
                    <a:pt x="76888" y="0"/>
                  </a:lnTo>
                </a:path>
              </a:pathLst>
            </a:custGeom>
            <a:ln w="10299">
              <a:solidFill>
                <a:srgbClr val="000000"/>
              </a:solidFill>
            </a:ln>
          </p:spPr>
          <p:txBody>
            <a:bodyPr wrap="square" lIns="0" tIns="0" rIns="0" bIns="0" rtlCol="0"/>
            <a:lstStyle/>
            <a:p/>
          </p:txBody>
        </p:sp>
        <p:sp>
          <p:nvSpPr>
            <p:cNvPr id="119" name="object 119" descr=""/>
            <p:cNvSpPr/>
            <p:nvPr/>
          </p:nvSpPr>
          <p:spPr>
            <a:xfrm>
              <a:off x="6305350" y="1565716"/>
              <a:ext cx="114935" cy="73660"/>
            </a:xfrm>
            <a:custGeom>
              <a:avLst/>
              <a:gdLst/>
              <a:ahLst/>
              <a:cxnLst/>
              <a:rect l="l" t="t" r="r" b="b"/>
              <a:pathLst>
                <a:path w="114935" h="73660">
                  <a:moveTo>
                    <a:pt x="0" y="0"/>
                  </a:moveTo>
                  <a:lnTo>
                    <a:pt x="36826" y="36132"/>
                  </a:lnTo>
                  <a:lnTo>
                    <a:pt x="0" y="73269"/>
                  </a:lnTo>
                  <a:lnTo>
                    <a:pt x="114793" y="36132"/>
                  </a:lnTo>
                  <a:lnTo>
                    <a:pt x="0" y="0"/>
                  </a:lnTo>
                  <a:close/>
                </a:path>
              </a:pathLst>
            </a:custGeom>
            <a:solidFill>
              <a:srgbClr val="000000"/>
            </a:solidFill>
          </p:spPr>
          <p:txBody>
            <a:bodyPr wrap="square" lIns="0" tIns="0" rIns="0" bIns="0" rtlCol="0"/>
            <a:lstStyle/>
            <a:p/>
          </p:txBody>
        </p:sp>
        <p:sp>
          <p:nvSpPr>
            <p:cNvPr id="120" name="object 120" descr=""/>
            <p:cNvSpPr/>
            <p:nvPr/>
          </p:nvSpPr>
          <p:spPr>
            <a:xfrm>
              <a:off x="6236404" y="1289845"/>
              <a:ext cx="107950" cy="935355"/>
            </a:xfrm>
            <a:custGeom>
              <a:avLst/>
              <a:gdLst/>
              <a:ahLst/>
              <a:cxnLst/>
              <a:rect l="l" t="t" r="r" b="b"/>
              <a:pathLst>
                <a:path w="107950" h="935355">
                  <a:moveTo>
                    <a:pt x="30691" y="934863"/>
                  </a:moveTo>
                  <a:lnTo>
                    <a:pt x="30691" y="312003"/>
                  </a:lnTo>
                </a:path>
                <a:path w="107950" h="935355">
                  <a:moveTo>
                    <a:pt x="0" y="0"/>
                  </a:moveTo>
                  <a:lnTo>
                    <a:pt x="107580" y="0"/>
                  </a:lnTo>
                </a:path>
              </a:pathLst>
            </a:custGeom>
            <a:ln w="10384">
              <a:solidFill>
                <a:srgbClr val="000000"/>
              </a:solidFill>
            </a:ln>
          </p:spPr>
          <p:txBody>
            <a:bodyPr wrap="square" lIns="0" tIns="0" rIns="0" bIns="0" rtlCol="0"/>
            <a:lstStyle/>
            <a:p/>
          </p:txBody>
        </p:sp>
        <p:sp>
          <p:nvSpPr>
            <p:cNvPr id="121" name="object 121" descr=""/>
            <p:cNvSpPr/>
            <p:nvPr/>
          </p:nvSpPr>
          <p:spPr>
            <a:xfrm>
              <a:off x="6305350" y="1253712"/>
              <a:ext cx="114935" cy="73660"/>
            </a:xfrm>
            <a:custGeom>
              <a:avLst/>
              <a:gdLst/>
              <a:ahLst/>
              <a:cxnLst/>
              <a:rect l="l" t="t" r="r" b="b"/>
              <a:pathLst>
                <a:path w="114935" h="73659">
                  <a:moveTo>
                    <a:pt x="0" y="0"/>
                  </a:moveTo>
                  <a:lnTo>
                    <a:pt x="36826" y="36132"/>
                  </a:lnTo>
                  <a:lnTo>
                    <a:pt x="0" y="73269"/>
                  </a:lnTo>
                  <a:lnTo>
                    <a:pt x="114793" y="36132"/>
                  </a:lnTo>
                  <a:lnTo>
                    <a:pt x="0" y="0"/>
                  </a:lnTo>
                  <a:close/>
                </a:path>
              </a:pathLst>
            </a:custGeom>
            <a:solidFill>
              <a:srgbClr val="000000"/>
            </a:solidFill>
          </p:spPr>
          <p:txBody>
            <a:bodyPr wrap="square" lIns="0" tIns="0" rIns="0" bIns="0" rtlCol="0"/>
            <a:lstStyle/>
            <a:p/>
          </p:txBody>
        </p:sp>
        <p:sp>
          <p:nvSpPr>
            <p:cNvPr id="122" name="object 122" descr=""/>
            <p:cNvSpPr/>
            <p:nvPr/>
          </p:nvSpPr>
          <p:spPr>
            <a:xfrm>
              <a:off x="5899608" y="1112622"/>
              <a:ext cx="46355" cy="1113155"/>
            </a:xfrm>
            <a:custGeom>
              <a:avLst/>
              <a:gdLst/>
              <a:ahLst/>
              <a:cxnLst/>
              <a:rect l="l" t="t" r="r" b="b"/>
              <a:pathLst>
                <a:path w="46354" h="1113155">
                  <a:moveTo>
                    <a:pt x="0" y="0"/>
                  </a:moveTo>
                  <a:lnTo>
                    <a:pt x="0" y="1112086"/>
                  </a:lnTo>
                </a:path>
                <a:path w="46354" h="1113155">
                  <a:moveTo>
                    <a:pt x="0" y="1112086"/>
                  </a:moveTo>
                  <a:lnTo>
                    <a:pt x="46206" y="1112803"/>
                  </a:lnTo>
                </a:path>
              </a:pathLst>
            </a:custGeom>
            <a:ln w="10384">
              <a:solidFill>
                <a:srgbClr val="000000"/>
              </a:solidFill>
            </a:ln>
          </p:spPr>
          <p:txBody>
            <a:bodyPr wrap="square" lIns="0" tIns="0" rIns="0" bIns="0" rtlCol="0"/>
            <a:lstStyle/>
            <a:p/>
          </p:txBody>
        </p:sp>
        <p:sp>
          <p:nvSpPr>
            <p:cNvPr id="123" name="object 123" descr=""/>
            <p:cNvSpPr/>
            <p:nvPr/>
          </p:nvSpPr>
          <p:spPr>
            <a:xfrm>
              <a:off x="5906466" y="2188289"/>
              <a:ext cx="116839" cy="73660"/>
            </a:xfrm>
            <a:custGeom>
              <a:avLst/>
              <a:gdLst/>
              <a:ahLst/>
              <a:cxnLst/>
              <a:rect l="l" t="t" r="r" b="b"/>
              <a:pathLst>
                <a:path w="116839" h="73660">
                  <a:moveTo>
                    <a:pt x="1805" y="0"/>
                  </a:moveTo>
                  <a:lnTo>
                    <a:pt x="37542" y="37136"/>
                  </a:lnTo>
                  <a:lnTo>
                    <a:pt x="0" y="73269"/>
                  </a:lnTo>
                  <a:lnTo>
                    <a:pt x="116235" y="39000"/>
                  </a:lnTo>
                  <a:lnTo>
                    <a:pt x="1805" y="0"/>
                  </a:lnTo>
                  <a:close/>
                </a:path>
              </a:pathLst>
            </a:custGeom>
            <a:solidFill>
              <a:srgbClr val="000000"/>
            </a:solidFill>
          </p:spPr>
          <p:txBody>
            <a:bodyPr wrap="square" lIns="0" tIns="0" rIns="0" bIns="0" rtlCol="0"/>
            <a:lstStyle/>
            <a:p/>
          </p:txBody>
        </p:sp>
        <p:sp>
          <p:nvSpPr>
            <p:cNvPr id="124" name="object 124" descr=""/>
            <p:cNvSpPr/>
            <p:nvPr/>
          </p:nvSpPr>
          <p:spPr>
            <a:xfrm>
              <a:off x="7032383" y="1423479"/>
              <a:ext cx="138430" cy="0"/>
            </a:xfrm>
            <a:custGeom>
              <a:avLst/>
              <a:gdLst/>
              <a:ahLst/>
              <a:cxnLst/>
              <a:rect l="l" t="t" r="r" b="b"/>
              <a:pathLst>
                <a:path w="138429" h="0">
                  <a:moveTo>
                    <a:pt x="0" y="0"/>
                  </a:moveTo>
                  <a:lnTo>
                    <a:pt x="138256" y="0"/>
                  </a:lnTo>
                </a:path>
              </a:pathLst>
            </a:custGeom>
            <a:ln w="10299">
              <a:solidFill>
                <a:srgbClr val="000000"/>
              </a:solidFill>
            </a:ln>
          </p:spPr>
          <p:txBody>
            <a:bodyPr wrap="square" lIns="0" tIns="0" rIns="0" bIns="0" rtlCol="0"/>
            <a:lstStyle/>
            <a:p/>
          </p:txBody>
        </p:sp>
        <p:sp>
          <p:nvSpPr>
            <p:cNvPr id="125" name="object 125" descr=""/>
            <p:cNvSpPr/>
            <p:nvPr/>
          </p:nvSpPr>
          <p:spPr>
            <a:xfrm>
              <a:off x="7132006" y="1387059"/>
              <a:ext cx="115570" cy="73660"/>
            </a:xfrm>
            <a:custGeom>
              <a:avLst/>
              <a:gdLst/>
              <a:ahLst/>
              <a:cxnLst/>
              <a:rect l="l" t="t" r="r" b="b"/>
              <a:pathLst>
                <a:path w="115570" h="73659">
                  <a:moveTo>
                    <a:pt x="0" y="0"/>
                  </a:moveTo>
                  <a:lnTo>
                    <a:pt x="36826" y="37136"/>
                  </a:lnTo>
                  <a:lnTo>
                    <a:pt x="0" y="73269"/>
                  </a:lnTo>
                  <a:lnTo>
                    <a:pt x="115522" y="37136"/>
                  </a:lnTo>
                  <a:lnTo>
                    <a:pt x="0" y="0"/>
                  </a:lnTo>
                  <a:close/>
                </a:path>
              </a:pathLst>
            </a:custGeom>
            <a:solidFill>
              <a:srgbClr val="000000"/>
            </a:solidFill>
          </p:spPr>
          <p:txBody>
            <a:bodyPr wrap="square" lIns="0" tIns="0" rIns="0" bIns="0" rtlCol="0"/>
            <a:lstStyle/>
            <a:p/>
          </p:txBody>
        </p:sp>
        <p:sp>
          <p:nvSpPr>
            <p:cNvPr id="126" name="object 126" descr=""/>
            <p:cNvSpPr/>
            <p:nvPr/>
          </p:nvSpPr>
          <p:spPr>
            <a:xfrm>
              <a:off x="9052753" y="1957728"/>
              <a:ext cx="46355" cy="0"/>
            </a:xfrm>
            <a:custGeom>
              <a:avLst/>
              <a:gdLst/>
              <a:ahLst/>
              <a:cxnLst/>
              <a:rect l="l" t="t" r="r" b="b"/>
              <a:pathLst>
                <a:path w="46354" h="0">
                  <a:moveTo>
                    <a:pt x="0" y="0"/>
                  </a:moveTo>
                  <a:lnTo>
                    <a:pt x="46343" y="0"/>
                  </a:lnTo>
                </a:path>
              </a:pathLst>
            </a:custGeom>
            <a:ln w="10299">
              <a:solidFill>
                <a:srgbClr val="000000"/>
              </a:solidFill>
            </a:ln>
          </p:spPr>
          <p:txBody>
            <a:bodyPr wrap="square" lIns="0" tIns="0" rIns="0" bIns="0" rtlCol="0"/>
            <a:lstStyle/>
            <a:p/>
          </p:txBody>
        </p:sp>
        <p:sp>
          <p:nvSpPr>
            <p:cNvPr id="127" name="object 127" descr=""/>
            <p:cNvSpPr/>
            <p:nvPr/>
          </p:nvSpPr>
          <p:spPr>
            <a:xfrm>
              <a:off x="9060768" y="1921308"/>
              <a:ext cx="114935" cy="73660"/>
            </a:xfrm>
            <a:custGeom>
              <a:avLst/>
              <a:gdLst/>
              <a:ahLst/>
              <a:cxnLst/>
              <a:rect l="l" t="t" r="r" b="b"/>
              <a:pathLst>
                <a:path w="114934" h="73660">
                  <a:moveTo>
                    <a:pt x="0" y="0"/>
                  </a:moveTo>
                  <a:lnTo>
                    <a:pt x="36870" y="37136"/>
                  </a:lnTo>
                  <a:lnTo>
                    <a:pt x="0" y="73125"/>
                  </a:lnTo>
                  <a:lnTo>
                    <a:pt x="114400" y="37136"/>
                  </a:lnTo>
                  <a:lnTo>
                    <a:pt x="0" y="0"/>
                  </a:lnTo>
                  <a:close/>
                </a:path>
              </a:pathLst>
            </a:custGeom>
            <a:solidFill>
              <a:srgbClr val="000000"/>
            </a:solidFill>
          </p:spPr>
          <p:txBody>
            <a:bodyPr wrap="square" lIns="0" tIns="0" rIns="0" bIns="0" rtlCol="0"/>
            <a:lstStyle/>
            <a:p/>
          </p:txBody>
        </p:sp>
        <p:sp>
          <p:nvSpPr>
            <p:cNvPr id="128" name="object 128" descr=""/>
            <p:cNvSpPr/>
            <p:nvPr/>
          </p:nvSpPr>
          <p:spPr>
            <a:xfrm>
              <a:off x="10185536" y="2314323"/>
              <a:ext cx="291465" cy="0"/>
            </a:xfrm>
            <a:custGeom>
              <a:avLst/>
              <a:gdLst/>
              <a:ahLst/>
              <a:cxnLst/>
              <a:rect l="l" t="t" r="r" b="b"/>
              <a:pathLst>
                <a:path w="291465" h="0">
                  <a:moveTo>
                    <a:pt x="0" y="0"/>
                  </a:moveTo>
                  <a:lnTo>
                    <a:pt x="291320" y="0"/>
                  </a:lnTo>
                </a:path>
              </a:pathLst>
            </a:custGeom>
            <a:ln w="10299">
              <a:solidFill>
                <a:srgbClr val="000000"/>
              </a:solidFill>
            </a:ln>
          </p:spPr>
          <p:txBody>
            <a:bodyPr wrap="square" lIns="0" tIns="0" rIns="0" bIns="0" rtlCol="0"/>
            <a:lstStyle/>
            <a:p/>
          </p:txBody>
        </p:sp>
        <p:sp>
          <p:nvSpPr>
            <p:cNvPr id="129" name="object 129" descr=""/>
            <p:cNvSpPr/>
            <p:nvPr/>
          </p:nvSpPr>
          <p:spPr>
            <a:xfrm>
              <a:off x="10438237" y="2278191"/>
              <a:ext cx="115570" cy="73660"/>
            </a:xfrm>
            <a:custGeom>
              <a:avLst/>
              <a:gdLst/>
              <a:ahLst/>
              <a:cxnLst/>
              <a:rect l="l" t="t" r="r" b="b"/>
              <a:pathLst>
                <a:path w="115570" h="73660">
                  <a:moveTo>
                    <a:pt x="0" y="0"/>
                  </a:moveTo>
                  <a:lnTo>
                    <a:pt x="36870" y="36706"/>
                  </a:lnTo>
                  <a:lnTo>
                    <a:pt x="0" y="73269"/>
                  </a:lnTo>
                  <a:lnTo>
                    <a:pt x="115566" y="36706"/>
                  </a:lnTo>
                  <a:lnTo>
                    <a:pt x="0" y="0"/>
                  </a:lnTo>
                  <a:close/>
                </a:path>
              </a:pathLst>
            </a:custGeom>
            <a:solidFill>
              <a:srgbClr val="000000"/>
            </a:solidFill>
          </p:spPr>
          <p:txBody>
            <a:bodyPr wrap="square" lIns="0" tIns="0" rIns="0" bIns="0" rtlCol="0"/>
            <a:lstStyle/>
            <a:p/>
          </p:txBody>
        </p:sp>
        <p:sp>
          <p:nvSpPr>
            <p:cNvPr id="130" name="object 130" descr=""/>
            <p:cNvSpPr/>
            <p:nvPr/>
          </p:nvSpPr>
          <p:spPr>
            <a:xfrm>
              <a:off x="11012279" y="2447671"/>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131" name="object 131" descr=""/>
            <p:cNvSpPr/>
            <p:nvPr/>
          </p:nvSpPr>
          <p:spPr>
            <a:xfrm>
              <a:off x="11050461" y="2411538"/>
              <a:ext cx="115570" cy="73660"/>
            </a:xfrm>
            <a:custGeom>
              <a:avLst/>
              <a:gdLst/>
              <a:ahLst/>
              <a:cxnLst/>
              <a:rect l="l" t="t" r="r" b="b"/>
              <a:pathLst>
                <a:path w="115570" h="73660">
                  <a:moveTo>
                    <a:pt x="0" y="0"/>
                  </a:moveTo>
                  <a:lnTo>
                    <a:pt x="36870" y="36132"/>
                  </a:lnTo>
                  <a:lnTo>
                    <a:pt x="0" y="73269"/>
                  </a:lnTo>
                  <a:lnTo>
                    <a:pt x="115566" y="36132"/>
                  </a:lnTo>
                  <a:lnTo>
                    <a:pt x="0" y="0"/>
                  </a:lnTo>
                  <a:close/>
                </a:path>
              </a:pathLst>
            </a:custGeom>
            <a:solidFill>
              <a:srgbClr val="000000"/>
            </a:solidFill>
          </p:spPr>
          <p:txBody>
            <a:bodyPr wrap="square" lIns="0" tIns="0" rIns="0" bIns="0" rtlCol="0"/>
            <a:lstStyle/>
            <a:p/>
          </p:txBody>
        </p:sp>
        <p:sp>
          <p:nvSpPr>
            <p:cNvPr id="132" name="object 132" descr=""/>
            <p:cNvSpPr/>
            <p:nvPr/>
          </p:nvSpPr>
          <p:spPr>
            <a:xfrm>
              <a:off x="11409984" y="2447671"/>
              <a:ext cx="138430" cy="0"/>
            </a:xfrm>
            <a:custGeom>
              <a:avLst/>
              <a:gdLst/>
              <a:ahLst/>
              <a:cxnLst/>
              <a:rect l="l" t="t" r="r" b="b"/>
              <a:pathLst>
                <a:path w="138429" h="0">
                  <a:moveTo>
                    <a:pt x="0" y="0"/>
                  </a:moveTo>
                  <a:lnTo>
                    <a:pt x="138300" y="0"/>
                  </a:lnTo>
                </a:path>
              </a:pathLst>
            </a:custGeom>
            <a:ln w="10299">
              <a:solidFill>
                <a:srgbClr val="000000"/>
              </a:solidFill>
            </a:ln>
          </p:spPr>
          <p:txBody>
            <a:bodyPr wrap="square" lIns="0" tIns="0" rIns="0" bIns="0" rtlCol="0"/>
            <a:lstStyle/>
            <a:p/>
          </p:txBody>
        </p:sp>
        <p:sp>
          <p:nvSpPr>
            <p:cNvPr id="133" name="object 133" descr=""/>
            <p:cNvSpPr/>
            <p:nvPr/>
          </p:nvSpPr>
          <p:spPr>
            <a:xfrm>
              <a:off x="11509666" y="2411538"/>
              <a:ext cx="114935" cy="73660"/>
            </a:xfrm>
            <a:custGeom>
              <a:avLst/>
              <a:gdLst/>
              <a:ahLst/>
              <a:cxnLst/>
              <a:rect l="l" t="t" r="r" b="b"/>
              <a:pathLst>
                <a:path w="114934" h="73660">
                  <a:moveTo>
                    <a:pt x="0" y="0"/>
                  </a:moveTo>
                  <a:lnTo>
                    <a:pt x="36870" y="36132"/>
                  </a:lnTo>
                  <a:lnTo>
                    <a:pt x="0" y="73269"/>
                  </a:lnTo>
                  <a:lnTo>
                    <a:pt x="114837" y="36132"/>
                  </a:lnTo>
                  <a:lnTo>
                    <a:pt x="0" y="0"/>
                  </a:lnTo>
                  <a:close/>
                </a:path>
              </a:pathLst>
            </a:custGeom>
            <a:solidFill>
              <a:srgbClr val="000000"/>
            </a:solidFill>
          </p:spPr>
          <p:txBody>
            <a:bodyPr wrap="square" lIns="0" tIns="0" rIns="0" bIns="0" rtlCol="0"/>
            <a:lstStyle/>
            <a:p/>
          </p:txBody>
        </p:sp>
        <p:sp>
          <p:nvSpPr>
            <p:cNvPr id="134" name="object 134" descr=""/>
            <p:cNvSpPr/>
            <p:nvPr/>
          </p:nvSpPr>
          <p:spPr>
            <a:xfrm>
              <a:off x="11471484" y="2571798"/>
              <a:ext cx="76835" cy="0"/>
            </a:xfrm>
            <a:custGeom>
              <a:avLst/>
              <a:gdLst/>
              <a:ahLst/>
              <a:cxnLst/>
              <a:rect l="l" t="t" r="r" b="b"/>
              <a:pathLst>
                <a:path w="76834" h="0">
                  <a:moveTo>
                    <a:pt x="0" y="0"/>
                  </a:moveTo>
                  <a:lnTo>
                    <a:pt x="76801" y="0"/>
                  </a:lnTo>
                </a:path>
              </a:pathLst>
            </a:custGeom>
            <a:ln w="10299">
              <a:solidFill>
                <a:srgbClr val="000000"/>
              </a:solidFill>
            </a:ln>
          </p:spPr>
          <p:txBody>
            <a:bodyPr wrap="square" lIns="0" tIns="0" rIns="0" bIns="0" rtlCol="0"/>
            <a:lstStyle/>
            <a:p/>
          </p:txBody>
        </p:sp>
        <p:sp>
          <p:nvSpPr>
            <p:cNvPr id="135" name="object 135" descr=""/>
            <p:cNvSpPr/>
            <p:nvPr/>
          </p:nvSpPr>
          <p:spPr>
            <a:xfrm>
              <a:off x="11509666" y="2535709"/>
              <a:ext cx="114935" cy="73660"/>
            </a:xfrm>
            <a:custGeom>
              <a:avLst/>
              <a:gdLst/>
              <a:ahLst/>
              <a:cxnLst/>
              <a:rect l="l" t="t" r="r" b="b"/>
              <a:pathLst>
                <a:path w="114934" h="73660">
                  <a:moveTo>
                    <a:pt x="0" y="0"/>
                  </a:moveTo>
                  <a:lnTo>
                    <a:pt x="36870" y="36089"/>
                  </a:lnTo>
                  <a:lnTo>
                    <a:pt x="0" y="73226"/>
                  </a:lnTo>
                  <a:lnTo>
                    <a:pt x="114837" y="36089"/>
                  </a:lnTo>
                  <a:lnTo>
                    <a:pt x="0" y="0"/>
                  </a:lnTo>
                  <a:close/>
                </a:path>
              </a:pathLst>
            </a:custGeom>
            <a:solidFill>
              <a:srgbClr val="000000"/>
            </a:solidFill>
          </p:spPr>
          <p:txBody>
            <a:bodyPr wrap="square" lIns="0" tIns="0" rIns="0" bIns="0" rtlCol="0"/>
            <a:lstStyle/>
            <a:p/>
          </p:txBody>
        </p:sp>
        <p:sp>
          <p:nvSpPr>
            <p:cNvPr id="136" name="object 136" descr=""/>
            <p:cNvSpPr/>
            <p:nvPr/>
          </p:nvSpPr>
          <p:spPr>
            <a:xfrm>
              <a:off x="8961087" y="578374"/>
              <a:ext cx="2510790" cy="2403475"/>
            </a:xfrm>
            <a:custGeom>
              <a:avLst/>
              <a:gdLst/>
              <a:ahLst/>
              <a:cxnLst/>
              <a:rect l="l" t="t" r="r" b="b"/>
              <a:pathLst>
                <a:path w="2510790" h="2403475">
                  <a:moveTo>
                    <a:pt x="1408218" y="0"/>
                  </a:moveTo>
                  <a:lnTo>
                    <a:pt x="1408218" y="2403416"/>
                  </a:lnTo>
                </a:path>
                <a:path w="2510790" h="2403475">
                  <a:moveTo>
                    <a:pt x="2510396" y="2002974"/>
                  </a:moveTo>
                  <a:lnTo>
                    <a:pt x="2510396" y="2403416"/>
                  </a:lnTo>
                </a:path>
                <a:path w="2510790" h="2403475">
                  <a:moveTo>
                    <a:pt x="0" y="1958051"/>
                  </a:moveTo>
                  <a:lnTo>
                    <a:pt x="0" y="2313916"/>
                  </a:lnTo>
                </a:path>
                <a:path w="2510790" h="2403475">
                  <a:moveTo>
                    <a:pt x="1346864" y="2313916"/>
                  </a:moveTo>
                  <a:lnTo>
                    <a:pt x="1346864" y="1958051"/>
                  </a:lnTo>
                </a:path>
                <a:path w="2510790" h="2403475">
                  <a:moveTo>
                    <a:pt x="1346864" y="1958051"/>
                  </a:moveTo>
                  <a:lnTo>
                    <a:pt x="1515769" y="1958051"/>
                  </a:lnTo>
                </a:path>
              </a:pathLst>
            </a:custGeom>
            <a:ln w="10384">
              <a:solidFill>
                <a:srgbClr val="000000"/>
              </a:solidFill>
            </a:ln>
          </p:spPr>
          <p:txBody>
            <a:bodyPr wrap="square" lIns="0" tIns="0" rIns="0" bIns="0" rtlCol="0"/>
            <a:lstStyle/>
            <a:p/>
          </p:txBody>
        </p:sp>
        <p:sp>
          <p:nvSpPr>
            <p:cNvPr id="137" name="object 137" descr=""/>
            <p:cNvSpPr/>
            <p:nvPr/>
          </p:nvSpPr>
          <p:spPr>
            <a:xfrm>
              <a:off x="10438237" y="2500293"/>
              <a:ext cx="115570" cy="73660"/>
            </a:xfrm>
            <a:custGeom>
              <a:avLst/>
              <a:gdLst/>
              <a:ahLst/>
              <a:cxnLst/>
              <a:rect l="l" t="t" r="r" b="b"/>
              <a:pathLst>
                <a:path w="115570" h="73660">
                  <a:moveTo>
                    <a:pt x="0" y="0"/>
                  </a:moveTo>
                  <a:lnTo>
                    <a:pt x="36870" y="37193"/>
                  </a:lnTo>
                  <a:lnTo>
                    <a:pt x="0" y="73269"/>
                  </a:lnTo>
                  <a:lnTo>
                    <a:pt x="115566" y="37193"/>
                  </a:lnTo>
                  <a:lnTo>
                    <a:pt x="0" y="0"/>
                  </a:lnTo>
                  <a:close/>
                </a:path>
              </a:pathLst>
            </a:custGeom>
            <a:solidFill>
              <a:srgbClr val="000000"/>
            </a:solidFill>
          </p:spPr>
          <p:txBody>
            <a:bodyPr wrap="square" lIns="0" tIns="0" rIns="0" bIns="0" rtlCol="0"/>
            <a:lstStyle/>
            <a:p/>
          </p:txBody>
        </p:sp>
        <p:sp>
          <p:nvSpPr>
            <p:cNvPr id="138" name="object 138" descr=""/>
            <p:cNvSpPr/>
            <p:nvPr/>
          </p:nvSpPr>
          <p:spPr>
            <a:xfrm>
              <a:off x="7858617" y="2491833"/>
              <a:ext cx="4133215" cy="1247140"/>
            </a:xfrm>
            <a:custGeom>
              <a:avLst/>
              <a:gdLst/>
              <a:ahLst/>
              <a:cxnLst/>
              <a:rect l="l" t="t" r="r" b="b"/>
              <a:pathLst>
                <a:path w="4133215" h="1247139">
                  <a:moveTo>
                    <a:pt x="3979968" y="0"/>
                  </a:moveTo>
                  <a:lnTo>
                    <a:pt x="4132988" y="0"/>
                  </a:lnTo>
                </a:path>
                <a:path w="4133215" h="1247139">
                  <a:moveTo>
                    <a:pt x="4132988" y="0"/>
                  </a:moveTo>
                  <a:lnTo>
                    <a:pt x="4132988" y="1246652"/>
                  </a:lnTo>
                </a:path>
                <a:path w="4133215" h="1247139">
                  <a:moveTo>
                    <a:pt x="0" y="1246651"/>
                  </a:moveTo>
                  <a:lnTo>
                    <a:pt x="4132988" y="1246652"/>
                  </a:lnTo>
                </a:path>
                <a:path w="4133215" h="1247139">
                  <a:moveTo>
                    <a:pt x="0" y="133375"/>
                  </a:moveTo>
                  <a:lnTo>
                    <a:pt x="0" y="1246651"/>
                  </a:lnTo>
                </a:path>
                <a:path w="4133215" h="1247139">
                  <a:moveTo>
                    <a:pt x="0" y="133375"/>
                  </a:moveTo>
                  <a:lnTo>
                    <a:pt x="230403" y="133375"/>
                  </a:lnTo>
                </a:path>
              </a:pathLst>
            </a:custGeom>
            <a:ln w="10384">
              <a:solidFill>
                <a:srgbClr val="000000"/>
              </a:solidFill>
            </a:ln>
          </p:spPr>
          <p:txBody>
            <a:bodyPr wrap="square" lIns="0" tIns="0" rIns="0" bIns="0" rtlCol="0"/>
            <a:lstStyle/>
            <a:p/>
          </p:txBody>
        </p:sp>
        <p:sp>
          <p:nvSpPr>
            <p:cNvPr id="139" name="object 139" descr=""/>
            <p:cNvSpPr/>
            <p:nvPr/>
          </p:nvSpPr>
          <p:spPr>
            <a:xfrm>
              <a:off x="8050401" y="2589133"/>
              <a:ext cx="115570" cy="73660"/>
            </a:xfrm>
            <a:custGeom>
              <a:avLst/>
              <a:gdLst/>
              <a:ahLst/>
              <a:cxnLst/>
              <a:rect l="l" t="t" r="r" b="b"/>
              <a:pathLst>
                <a:path w="115570" h="73660">
                  <a:moveTo>
                    <a:pt x="0" y="0"/>
                  </a:moveTo>
                  <a:lnTo>
                    <a:pt x="36724" y="36075"/>
                  </a:lnTo>
                  <a:lnTo>
                    <a:pt x="0" y="73226"/>
                  </a:lnTo>
                  <a:lnTo>
                    <a:pt x="115420" y="36075"/>
                  </a:lnTo>
                  <a:lnTo>
                    <a:pt x="0" y="0"/>
                  </a:lnTo>
                  <a:close/>
                </a:path>
              </a:pathLst>
            </a:custGeom>
            <a:solidFill>
              <a:srgbClr val="000000"/>
            </a:solidFill>
          </p:spPr>
          <p:txBody>
            <a:bodyPr wrap="square" lIns="0" tIns="0" rIns="0" bIns="0" rtlCol="0"/>
            <a:lstStyle/>
            <a:p/>
          </p:txBody>
        </p:sp>
        <p:sp>
          <p:nvSpPr>
            <p:cNvPr id="140" name="object 140" descr=""/>
            <p:cNvSpPr/>
            <p:nvPr/>
          </p:nvSpPr>
          <p:spPr>
            <a:xfrm>
              <a:off x="8961087" y="1512950"/>
              <a:ext cx="199390" cy="623570"/>
            </a:xfrm>
            <a:custGeom>
              <a:avLst/>
              <a:gdLst/>
              <a:ahLst/>
              <a:cxnLst/>
              <a:rect l="l" t="t" r="r" b="b"/>
              <a:pathLst>
                <a:path w="199390" h="623569">
                  <a:moveTo>
                    <a:pt x="0" y="623003"/>
                  </a:moveTo>
                  <a:lnTo>
                    <a:pt x="0" y="0"/>
                  </a:lnTo>
                </a:path>
                <a:path w="199390" h="623569">
                  <a:moveTo>
                    <a:pt x="0" y="0"/>
                  </a:moveTo>
                  <a:lnTo>
                    <a:pt x="199362" y="0"/>
                  </a:lnTo>
                </a:path>
              </a:pathLst>
            </a:custGeom>
            <a:ln w="10384">
              <a:solidFill>
                <a:srgbClr val="000000"/>
              </a:solidFill>
            </a:ln>
          </p:spPr>
          <p:txBody>
            <a:bodyPr wrap="square" lIns="0" tIns="0" rIns="0" bIns="0" rtlCol="0"/>
            <a:lstStyle/>
            <a:p/>
          </p:txBody>
        </p:sp>
        <p:sp>
          <p:nvSpPr>
            <p:cNvPr id="141" name="object 141" descr=""/>
            <p:cNvSpPr/>
            <p:nvPr/>
          </p:nvSpPr>
          <p:spPr>
            <a:xfrm>
              <a:off x="7533475" y="1476971"/>
              <a:ext cx="1703070" cy="676275"/>
            </a:xfrm>
            <a:custGeom>
              <a:avLst/>
              <a:gdLst/>
              <a:ahLst/>
              <a:cxnLst/>
              <a:rect l="l" t="t" r="r" b="b"/>
              <a:pathLst>
                <a:path w="1703070" h="676275">
                  <a:moveTo>
                    <a:pt x="33083" y="655408"/>
                  </a:moveTo>
                  <a:lnTo>
                    <a:pt x="31724" y="647534"/>
                  </a:lnTo>
                  <a:lnTo>
                    <a:pt x="28079" y="641261"/>
                  </a:lnTo>
                  <a:lnTo>
                    <a:pt x="22821" y="637120"/>
                  </a:lnTo>
                  <a:lnTo>
                    <a:pt x="16624" y="635622"/>
                  </a:lnTo>
                  <a:lnTo>
                    <a:pt x="10337" y="637120"/>
                  </a:lnTo>
                  <a:lnTo>
                    <a:pt x="5029" y="641261"/>
                  </a:lnTo>
                  <a:lnTo>
                    <a:pt x="1371" y="647534"/>
                  </a:lnTo>
                  <a:lnTo>
                    <a:pt x="0" y="655408"/>
                  </a:lnTo>
                  <a:lnTo>
                    <a:pt x="1371" y="663409"/>
                  </a:lnTo>
                  <a:lnTo>
                    <a:pt x="5029" y="669975"/>
                  </a:lnTo>
                  <a:lnTo>
                    <a:pt x="10337" y="674420"/>
                  </a:lnTo>
                  <a:lnTo>
                    <a:pt x="16624" y="676046"/>
                  </a:lnTo>
                  <a:lnTo>
                    <a:pt x="22821" y="674420"/>
                  </a:lnTo>
                  <a:lnTo>
                    <a:pt x="28079" y="669975"/>
                  </a:lnTo>
                  <a:lnTo>
                    <a:pt x="31724" y="663409"/>
                  </a:lnTo>
                  <a:lnTo>
                    <a:pt x="33083" y="655408"/>
                  </a:lnTo>
                  <a:close/>
                </a:path>
                <a:path w="1703070" h="676275">
                  <a:moveTo>
                    <a:pt x="1703044" y="36703"/>
                  </a:moveTo>
                  <a:lnTo>
                    <a:pt x="1588350" y="0"/>
                  </a:lnTo>
                  <a:lnTo>
                    <a:pt x="1625079" y="36703"/>
                  </a:lnTo>
                  <a:lnTo>
                    <a:pt x="1588350" y="73126"/>
                  </a:lnTo>
                  <a:lnTo>
                    <a:pt x="1703044" y="36703"/>
                  </a:lnTo>
                  <a:close/>
                </a:path>
              </a:pathLst>
            </a:custGeom>
            <a:solidFill>
              <a:srgbClr val="000000"/>
            </a:solidFill>
          </p:spPr>
          <p:txBody>
            <a:bodyPr wrap="square" lIns="0" tIns="0" rIns="0" bIns="0" rtlCol="0"/>
            <a:lstStyle/>
            <a:p/>
          </p:txBody>
        </p:sp>
        <p:sp>
          <p:nvSpPr>
            <p:cNvPr id="142" name="object 142" descr=""/>
            <p:cNvSpPr/>
            <p:nvPr/>
          </p:nvSpPr>
          <p:spPr>
            <a:xfrm>
              <a:off x="7533486" y="2112582"/>
              <a:ext cx="33655" cy="40640"/>
            </a:xfrm>
            <a:custGeom>
              <a:avLst/>
              <a:gdLst/>
              <a:ahLst/>
              <a:cxnLst/>
              <a:rect l="l" t="t" r="r" b="b"/>
              <a:pathLst>
                <a:path w="33654" h="40639">
                  <a:moveTo>
                    <a:pt x="0" y="19786"/>
                  </a:moveTo>
                  <a:lnTo>
                    <a:pt x="1366" y="27791"/>
                  </a:lnTo>
                  <a:lnTo>
                    <a:pt x="5027" y="34358"/>
                  </a:lnTo>
                  <a:lnTo>
                    <a:pt x="10328" y="38801"/>
                  </a:lnTo>
                  <a:lnTo>
                    <a:pt x="16613" y="40434"/>
                  </a:lnTo>
                  <a:lnTo>
                    <a:pt x="22814" y="38801"/>
                  </a:lnTo>
                  <a:lnTo>
                    <a:pt x="28071" y="34358"/>
                  </a:lnTo>
                  <a:lnTo>
                    <a:pt x="31717" y="27791"/>
                  </a:lnTo>
                  <a:lnTo>
                    <a:pt x="33081" y="19786"/>
                  </a:lnTo>
                  <a:lnTo>
                    <a:pt x="31717" y="11916"/>
                  </a:lnTo>
                  <a:lnTo>
                    <a:pt x="28071" y="5645"/>
                  </a:lnTo>
                  <a:lnTo>
                    <a:pt x="22814"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143" name="object 143" descr=""/>
            <p:cNvSpPr/>
            <p:nvPr/>
          </p:nvSpPr>
          <p:spPr>
            <a:xfrm>
              <a:off x="7533486" y="2209223"/>
              <a:ext cx="33655" cy="40640"/>
            </a:xfrm>
            <a:custGeom>
              <a:avLst/>
              <a:gdLst/>
              <a:ahLst/>
              <a:cxnLst/>
              <a:rect l="l" t="t" r="r" b="b"/>
              <a:pathLst>
                <a:path w="33654" h="40639">
                  <a:moveTo>
                    <a:pt x="16613" y="0"/>
                  </a:moveTo>
                  <a:lnTo>
                    <a:pt x="10328" y="1498"/>
                  </a:lnTo>
                  <a:lnTo>
                    <a:pt x="5027" y="5645"/>
                  </a:lnTo>
                  <a:lnTo>
                    <a:pt x="1366" y="11916"/>
                  </a:lnTo>
                  <a:lnTo>
                    <a:pt x="0" y="19786"/>
                  </a:lnTo>
                  <a:lnTo>
                    <a:pt x="1366" y="27587"/>
                  </a:lnTo>
                  <a:lnTo>
                    <a:pt x="5027" y="34125"/>
                  </a:lnTo>
                  <a:lnTo>
                    <a:pt x="10328" y="38619"/>
                  </a:lnTo>
                  <a:lnTo>
                    <a:pt x="16613" y="40290"/>
                  </a:lnTo>
                  <a:lnTo>
                    <a:pt x="22814" y="38619"/>
                  </a:lnTo>
                  <a:lnTo>
                    <a:pt x="28071" y="34125"/>
                  </a:lnTo>
                  <a:lnTo>
                    <a:pt x="31717" y="27587"/>
                  </a:lnTo>
                  <a:lnTo>
                    <a:pt x="33081" y="19786"/>
                  </a:lnTo>
                  <a:lnTo>
                    <a:pt x="31717" y="11916"/>
                  </a:lnTo>
                  <a:lnTo>
                    <a:pt x="28071" y="5645"/>
                  </a:lnTo>
                  <a:lnTo>
                    <a:pt x="22814" y="1498"/>
                  </a:lnTo>
                  <a:lnTo>
                    <a:pt x="16613" y="0"/>
                  </a:lnTo>
                  <a:close/>
                </a:path>
              </a:pathLst>
            </a:custGeom>
            <a:solidFill>
              <a:srgbClr val="000000"/>
            </a:solidFill>
          </p:spPr>
          <p:txBody>
            <a:bodyPr wrap="square" lIns="0" tIns="0" rIns="0" bIns="0" rtlCol="0"/>
            <a:lstStyle/>
            <a:p/>
          </p:txBody>
        </p:sp>
        <p:sp>
          <p:nvSpPr>
            <p:cNvPr id="144" name="object 144" descr=""/>
            <p:cNvSpPr/>
            <p:nvPr/>
          </p:nvSpPr>
          <p:spPr>
            <a:xfrm>
              <a:off x="7533486" y="2209223"/>
              <a:ext cx="33655" cy="40640"/>
            </a:xfrm>
            <a:custGeom>
              <a:avLst/>
              <a:gdLst/>
              <a:ahLst/>
              <a:cxnLst/>
              <a:rect l="l" t="t" r="r" b="b"/>
              <a:pathLst>
                <a:path w="33654" h="40639">
                  <a:moveTo>
                    <a:pt x="0" y="19786"/>
                  </a:moveTo>
                  <a:lnTo>
                    <a:pt x="1366" y="27587"/>
                  </a:lnTo>
                  <a:lnTo>
                    <a:pt x="5027" y="34125"/>
                  </a:lnTo>
                  <a:lnTo>
                    <a:pt x="10328" y="38619"/>
                  </a:lnTo>
                  <a:lnTo>
                    <a:pt x="16613" y="40290"/>
                  </a:lnTo>
                  <a:lnTo>
                    <a:pt x="22814" y="38619"/>
                  </a:lnTo>
                  <a:lnTo>
                    <a:pt x="28071" y="34125"/>
                  </a:lnTo>
                  <a:lnTo>
                    <a:pt x="31717" y="27587"/>
                  </a:lnTo>
                  <a:lnTo>
                    <a:pt x="33081" y="19786"/>
                  </a:lnTo>
                  <a:lnTo>
                    <a:pt x="31717" y="11916"/>
                  </a:lnTo>
                  <a:lnTo>
                    <a:pt x="28071" y="5645"/>
                  </a:lnTo>
                  <a:lnTo>
                    <a:pt x="22814"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145" name="object 145" descr=""/>
            <p:cNvSpPr/>
            <p:nvPr/>
          </p:nvSpPr>
          <p:spPr>
            <a:xfrm>
              <a:off x="7533486" y="3041223"/>
              <a:ext cx="33655" cy="41275"/>
            </a:xfrm>
            <a:custGeom>
              <a:avLst/>
              <a:gdLst/>
              <a:ahLst/>
              <a:cxnLst/>
              <a:rect l="l" t="t" r="r" b="b"/>
              <a:pathLst>
                <a:path w="33654" h="41275">
                  <a:moveTo>
                    <a:pt x="16613" y="0"/>
                  </a:moveTo>
                  <a:lnTo>
                    <a:pt x="10328" y="1553"/>
                  </a:lnTo>
                  <a:lnTo>
                    <a:pt x="5027" y="5794"/>
                  </a:lnTo>
                  <a:lnTo>
                    <a:pt x="1366" y="12091"/>
                  </a:lnTo>
                  <a:lnTo>
                    <a:pt x="0" y="19815"/>
                  </a:lnTo>
                  <a:lnTo>
                    <a:pt x="1366" y="27856"/>
                  </a:lnTo>
                  <a:lnTo>
                    <a:pt x="5027" y="34501"/>
                  </a:lnTo>
                  <a:lnTo>
                    <a:pt x="10328" y="39023"/>
                  </a:lnTo>
                  <a:lnTo>
                    <a:pt x="16613" y="40692"/>
                  </a:lnTo>
                  <a:lnTo>
                    <a:pt x="22814" y="39023"/>
                  </a:lnTo>
                  <a:lnTo>
                    <a:pt x="28071" y="34501"/>
                  </a:lnTo>
                  <a:lnTo>
                    <a:pt x="31717" y="27856"/>
                  </a:lnTo>
                  <a:lnTo>
                    <a:pt x="33081" y="19815"/>
                  </a:lnTo>
                  <a:lnTo>
                    <a:pt x="31717" y="12091"/>
                  </a:lnTo>
                  <a:lnTo>
                    <a:pt x="28071" y="5794"/>
                  </a:lnTo>
                  <a:lnTo>
                    <a:pt x="22814" y="1553"/>
                  </a:lnTo>
                  <a:lnTo>
                    <a:pt x="16613" y="0"/>
                  </a:lnTo>
                  <a:close/>
                </a:path>
              </a:pathLst>
            </a:custGeom>
            <a:solidFill>
              <a:srgbClr val="000000"/>
            </a:solidFill>
          </p:spPr>
          <p:txBody>
            <a:bodyPr wrap="square" lIns="0" tIns="0" rIns="0" bIns="0" rtlCol="0"/>
            <a:lstStyle/>
            <a:p/>
          </p:txBody>
        </p:sp>
        <p:sp>
          <p:nvSpPr>
            <p:cNvPr id="146" name="object 146" descr=""/>
            <p:cNvSpPr/>
            <p:nvPr/>
          </p:nvSpPr>
          <p:spPr>
            <a:xfrm>
              <a:off x="7533486" y="3041223"/>
              <a:ext cx="33655" cy="41275"/>
            </a:xfrm>
            <a:custGeom>
              <a:avLst/>
              <a:gdLst/>
              <a:ahLst/>
              <a:cxnLst/>
              <a:rect l="l" t="t" r="r" b="b"/>
              <a:pathLst>
                <a:path w="33654" h="41275">
                  <a:moveTo>
                    <a:pt x="0" y="19815"/>
                  </a:moveTo>
                  <a:lnTo>
                    <a:pt x="1366" y="27856"/>
                  </a:lnTo>
                  <a:lnTo>
                    <a:pt x="5027" y="34501"/>
                  </a:lnTo>
                  <a:lnTo>
                    <a:pt x="10328" y="39023"/>
                  </a:lnTo>
                  <a:lnTo>
                    <a:pt x="16613" y="40692"/>
                  </a:lnTo>
                  <a:lnTo>
                    <a:pt x="22814" y="39023"/>
                  </a:lnTo>
                  <a:lnTo>
                    <a:pt x="28071" y="34501"/>
                  </a:lnTo>
                  <a:lnTo>
                    <a:pt x="31717" y="27856"/>
                  </a:lnTo>
                  <a:lnTo>
                    <a:pt x="33081" y="19815"/>
                  </a:lnTo>
                  <a:lnTo>
                    <a:pt x="31717" y="12091"/>
                  </a:lnTo>
                  <a:lnTo>
                    <a:pt x="28071" y="5794"/>
                  </a:lnTo>
                  <a:lnTo>
                    <a:pt x="22814" y="1553"/>
                  </a:lnTo>
                  <a:lnTo>
                    <a:pt x="16613" y="0"/>
                  </a:lnTo>
                  <a:lnTo>
                    <a:pt x="10328" y="1553"/>
                  </a:lnTo>
                  <a:lnTo>
                    <a:pt x="5027" y="5794"/>
                  </a:lnTo>
                  <a:lnTo>
                    <a:pt x="1366" y="12091"/>
                  </a:lnTo>
                  <a:lnTo>
                    <a:pt x="0" y="19815"/>
                  </a:lnTo>
                  <a:close/>
                </a:path>
              </a:pathLst>
            </a:custGeom>
            <a:ln w="10401">
              <a:solidFill>
                <a:srgbClr val="000000"/>
              </a:solidFill>
            </a:ln>
          </p:spPr>
          <p:txBody>
            <a:bodyPr wrap="square" lIns="0" tIns="0" rIns="0" bIns="0" rtlCol="0"/>
            <a:lstStyle/>
            <a:p/>
          </p:txBody>
        </p:sp>
        <p:sp>
          <p:nvSpPr>
            <p:cNvPr id="147" name="object 147" descr=""/>
            <p:cNvSpPr/>
            <p:nvPr/>
          </p:nvSpPr>
          <p:spPr>
            <a:xfrm>
              <a:off x="6242539" y="2203201"/>
              <a:ext cx="32384" cy="40640"/>
            </a:xfrm>
            <a:custGeom>
              <a:avLst/>
              <a:gdLst/>
              <a:ahLst/>
              <a:cxnLst/>
              <a:rect l="l" t="t" r="r" b="b"/>
              <a:pathLst>
                <a:path w="32385" h="40639">
                  <a:moveTo>
                    <a:pt x="15520" y="0"/>
                  </a:moveTo>
                  <a:lnTo>
                    <a:pt x="6864" y="0"/>
                  </a:lnTo>
                  <a:lnTo>
                    <a:pt x="0" y="8459"/>
                  </a:lnTo>
                  <a:lnTo>
                    <a:pt x="0" y="19786"/>
                  </a:lnTo>
                  <a:lnTo>
                    <a:pt x="1207" y="27648"/>
                  </a:lnTo>
                  <a:lnTo>
                    <a:pt x="4514" y="34179"/>
                  </a:lnTo>
                  <a:lnTo>
                    <a:pt x="9443" y="38639"/>
                  </a:lnTo>
                  <a:lnTo>
                    <a:pt x="15520" y="40290"/>
                  </a:lnTo>
                  <a:lnTo>
                    <a:pt x="21928" y="38639"/>
                  </a:lnTo>
                  <a:lnTo>
                    <a:pt x="27215" y="34179"/>
                  </a:lnTo>
                  <a:lnTo>
                    <a:pt x="30808" y="27648"/>
                  </a:lnTo>
                  <a:lnTo>
                    <a:pt x="32134" y="19786"/>
                  </a:lnTo>
                  <a:lnTo>
                    <a:pt x="30808" y="11916"/>
                  </a:lnTo>
                  <a:lnTo>
                    <a:pt x="27215" y="5645"/>
                  </a:lnTo>
                  <a:lnTo>
                    <a:pt x="21928" y="1498"/>
                  </a:lnTo>
                  <a:lnTo>
                    <a:pt x="15520" y="0"/>
                  </a:lnTo>
                  <a:close/>
                </a:path>
              </a:pathLst>
            </a:custGeom>
            <a:solidFill>
              <a:srgbClr val="000000"/>
            </a:solidFill>
          </p:spPr>
          <p:txBody>
            <a:bodyPr wrap="square" lIns="0" tIns="0" rIns="0" bIns="0" rtlCol="0"/>
            <a:lstStyle/>
            <a:p/>
          </p:txBody>
        </p:sp>
        <p:sp>
          <p:nvSpPr>
            <p:cNvPr id="148" name="object 148" descr=""/>
            <p:cNvSpPr/>
            <p:nvPr/>
          </p:nvSpPr>
          <p:spPr>
            <a:xfrm>
              <a:off x="6242539" y="2203201"/>
              <a:ext cx="32384" cy="40640"/>
            </a:xfrm>
            <a:custGeom>
              <a:avLst/>
              <a:gdLst/>
              <a:ahLst/>
              <a:cxnLst/>
              <a:rect l="l" t="t" r="r" b="b"/>
              <a:pathLst>
                <a:path w="32385" h="40639">
                  <a:moveTo>
                    <a:pt x="0" y="19786"/>
                  </a:moveTo>
                  <a:lnTo>
                    <a:pt x="1207" y="27648"/>
                  </a:lnTo>
                  <a:lnTo>
                    <a:pt x="4514" y="34179"/>
                  </a:lnTo>
                  <a:lnTo>
                    <a:pt x="9443" y="38639"/>
                  </a:lnTo>
                  <a:lnTo>
                    <a:pt x="15520" y="40290"/>
                  </a:lnTo>
                  <a:lnTo>
                    <a:pt x="21928" y="38639"/>
                  </a:lnTo>
                  <a:lnTo>
                    <a:pt x="27215" y="34179"/>
                  </a:lnTo>
                  <a:lnTo>
                    <a:pt x="30808" y="27648"/>
                  </a:lnTo>
                  <a:lnTo>
                    <a:pt x="32134" y="19786"/>
                  </a:lnTo>
                  <a:lnTo>
                    <a:pt x="30808" y="11916"/>
                  </a:lnTo>
                  <a:lnTo>
                    <a:pt x="27215" y="5645"/>
                  </a:lnTo>
                  <a:lnTo>
                    <a:pt x="21928" y="1498"/>
                  </a:lnTo>
                  <a:lnTo>
                    <a:pt x="15520" y="0"/>
                  </a:lnTo>
                  <a:lnTo>
                    <a:pt x="6864" y="0"/>
                  </a:lnTo>
                  <a:lnTo>
                    <a:pt x="0" y="8459"/>
                  </a:lnTo>
                  <a:lnTo>
                    <a:pt x="0" y="19786"/>
                  </a:lnTo>
                  <a:close/>
                </a:path>
              </a:pathLst>
            </a:custGeom>
            <a:ln w="10402">
              <a:solidFill>
                <a:srgbClr val="000000"/>
              </a:solidFill>
            </a:ln>
          </p:spPr>
          <p:txBody>
            <a:bodyPr wrap="square" lIns="0" tIns="0" rIns="0" bIns="0" rtlCol="0"/>
            <a:lstStyle/>
            <a:p/>
          </p:txBody>
        </p:sp>
      </p:grpSp>
      <p:sp>
        <p:nvSpPr>
          <p:cNvPr id="149" name="object 149" descr=""/>
          <p:cNvSpPr txBox="1"/>
          <p:nvPr/>
        </p:nvSpPr>
        <p:spPr>
          <a:xfrm>
            <a:off x="7283562" y="2130549"/>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50" name="object 150" descr=""/>
          <p:cNvGrpSpPr/>
          <p:nvPr/>
        </p:nvGrpSpPr>
        <p:grpSpPr>
          <a:xfrm>
            <a:off x="6628813" y="1387059"/>
            <a:ext cx="189865" cy="73660"/>
            <a:chOff x="6628813" y="1387059"/>
            <a:chExt cx="189865" cy="73660"/>
          </a:xfrm>
        </p:grpSpPr>
        <p:sp>
          <p:nvSpPr>
            <p:cNvPr id="151" name="object 151" descr=""/>
            <p:cNvSpPr/>
            <p:nvPr/>
          </p:nvSpPr>
          <p:spPr>
            <a:xfrm>
              <a:off x="6634211" y="1423479"/>
              <a:ext cx="107950" cy="0"/>
            </a:xfrm>
            <a:custGeom>
              <a:avLst/>
              <a:gdLst/>
              <a:ahLst/>
              <a:cxnLst/>
              <a:rect l="l" t="t" r="r" b="b"/>
              <a:pathLst>
                <a:path w="107950" h="0">
                  <a:moveTo>
                    <a:pt x="0" y="0"/>
                  </a:moveTo>
                  <a:lnTo>
                    <a:pt x="107580" y="0"/>
                  </a:lnTo>
                </a:path>
              </a:pathLst>
            </a:custGeom>
            <a:ln w="10299">
              <a:solidFill>
                <a:srgbClr val="000000"/>
              </a:solidFill>
            </a:ln>
          </p:spPr>
          <p:txBody>
            <a:bodyPr wrap="square" lIns="0" tIns="0" rIns="0" bIns="0" rtlCol="0"/>
            <a:lstStyle/>
            <a:p/>
          </p:txBody>
        </p:sp>
        <p:sp>
          <p:nvSpPr>
            <p:cNvPr id="152" name="object 152" descr=""/>
            <p:cNvSpPr/>
            <p:nvPr/>
          </p:nvSpPr>
          <p:spPr>
            <a:xfrm>
              <a:off x="6703522" y="1387059"/>
              <a:ext cx="115570" cy="73660"/>
            </a:xfrm>
            <a:custGeom>
              <a:avLst/>
              <a:gdLst/>
              <a:ahLst/>
              <a:cxnLst/>
              <a:rect l="l" t="t" r="r" b="b"/>
              <a:pathLst>
                <a:path w="115570" h="73659">
                  <a:moveTo>
                    <a:pt x="0" y="0"/>
                  </a:moveTo>
                  <a:lnTo>
                    <a:pt x="36462" y="37136"/>
                  </a:lnTo>
                  <a:lnTo>
                    <a:pt x="0" y="73269"/>
                  </a:lnTo>
                  <a:lnTo>
                    <a:pt x="115158" y="37136"/>
                  </a:lnTo>
                  <a:lnTo>
                    <a:pt x="0" y="0"/>
                  </a:lnTo>
                  <a:close/>
                </a:path>
              </a:pathLst>
            </a:custGeom>
            <a:solidFill>
              <a:srgbClr val="000000"/>
            </a:solidFill>
          </p:spPr>
          <p:txBody>
            <a:bodyPr wrap="square" lIns="0" tIns="0" rIns="0" bIns="0" rtlCol="0"/>
            <a:lstStyle/>
            <a:p/>
          </p:txBody>
        </p:sp>
      </p:grpSp>
      <p:sp>
        <p:nvSpPr>
          <p:cNvPr id="153" name="object 153" descr=""/>
          <p:cNvSpPr txBox="1"/>
          <p:nvPr/>
        </p:nvSpPr>
        <p:spPr>
          <a:xfrm>
            <a:off x="8715651" y="2039931"/>
            <a:ext cx="120650"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A</a:t>
            </a:r>
            <a:endParaRPr sz="1000">
              <a:latin typeface="Times New Roman"/>
              <a:cs typeface="Times New Roman"/>
            </a:endParaRPr>
          </a:p>
        </p:txBody>
      </p:sp>
      <p:sp>
        <p:nvSpPr>
          <p:cNvPr id="154" name="object 154" descr=""/>
          <p:cNvSpPr txBox="1"/>
          <p:nvPr/>
        </p:nvSpPr>
        <p:spPr>
          <a:xfrm>
            <a:off x="8711279" y="2436531"/>
            <a:ext cx="113664" cy="180975"/>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B</a:t>
            </a:r>
            <a:endParaRPr sz="1000">
              <a:latin typeface="Times New Roman"/>
              <a:cs typeface="Times New Roman"/>
            </a:endParaRPr>
          </a:p>
        </p:txBody>
      </p:sp>
      <p:sp>
        <p:nvSpPr>
          <p:cNvPr id="155" name="object 155" descr=""/>
          <p:cNvSpPr txBox="1"/>
          <p:nvPr/>
        </p:nvSpPr>
        <p:spPr>
          <a:xfrm>
            <a:off x="8698663" y="2913199"/>
            <a:ext cx="171450" cy="27114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Imm</a:t>
            </a:r>
            <a:endParaRPr sz="1000">
              <a:latin typeface="Times New Roman"/>
              <a:cs typeface="Times New Roman"/>
            </a:endParaRPr>
          </a:p>
        </p:txBody>
      </p:sp>
      <p:sp>
        <p:nvSpPr>
          <p:cNvPr id="156" name="object 156" descr=""/>
          <p:cNvSpPr txBox="1"/>
          <p:nvPr/>
        </p:nvSpPr>
        <p:spPr>
          <a:xfrm>
            <a:off x="7644951" y="1667849"/>
            <a:ext cx="33909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IR[rs]</a:t>
            </a:r>
            <a:endParaRPr sz="1000">
              <a:latin typeface="Times New Roman"/>
              <a:cs typeface="Times New Roman"/>
            </a:endParaRPr>
          </a:p>
        </p:txBody>
      </p:sp>
      <p:sp>
        <p:nvSpPr>
          <p:cNvPr id="157" name="object 157" descr=""/>
          <p:cNvSpPr txBox="1"/>
          <p:nvPr/>
        </p:nvSpPr>
        <p:spPr>
          <a:xfrm>
            <a:off x="7644951" y="1934974"/>
            <a:ext cx="3251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IR[rt]</a:t>
            </a:r>
            <a:endParaRPr sz="1000">
              <a:latin typeface="Times New Roman"/>
              <a:cs typeface="Times New Roman"/>
            </a:endParaRPr>
          </a:p>
        </p:txBody>
      </p:sp>
      <p:sp>
        <p:nvSpPr>
          <p:cNvPr id="158" name="object 158" descr=""/>
          <p:cNvSpPr txBox="1"/>
          <p:nvPr/>
        </p:nvSpPr>
        <p:spPr>
          <a:xfrm>
            <a:off x="7614201" y="2216881"/>
            <a:ext cx="522605" cy="155575"/>
          </a:xfrm>
          <a:prstGeom prst="rect">
            <a:avLst/>
          </a:prstGeom>
        </p:spPr>
        <p:txBody>
          <a:bodyPr wrap="square" lIns="0" tIns="12700" rIns="0" bIns="0" rtlCol="0" vert="horz">
            <a:spAutoFit/>
          </a:bodyPr>
          <a:lstStyle/>
          <a:p>
            <a:pPr marL="12700">
              <a:lnSpc>
                <a:spcPct val="100000"/>
              </a:lnSpc>
              <a:spcBef>
                <a:spcPts val="100"/>
              </a:spcBef>
            </a:pPr>
            <a:r>
              <a:rPr dirty="0" sz="850" spc="-10">
                <a:latin typeface="宋体"/>
                <a:cs typeface="宋体"/>
              </a:rPr>
              <a:t>MEM/WB.IR</a:t>
            </a:r>
            <a:endParaRPr sz="850">
              <a:latin typeface="宋体"/>
              <a:cs typeface="宋体"/>
            </a:endParaRPr>
          </a:p>
        </p:txBody>
      </p:sp>
      <p:grpSp>
        <p:nvGrpSpPr>
          <p:cNvPr id="159" name="object 159" descr=""/>
          <p:cNvGrpSpPr/>
          <p:nvPr/>
        </p:nvGrpSpPr>
        <p:grpSpPr>
          <a:xfrm>
            <a:off x="7271729" y="1262739"/>
            <a:ext cx="191135" cy="319405"/>
            <a:chOff x="7271729" y="1262739"/>
            <a:chExt cx="191135" cy="319405"/>
          </a:xfrm>
        </p:grpSpPr>
        <p:sp>
          <p:nvSpPr>
            <p:cNvPr id="160" name="object 160" descr=""/>
            <p:cNvSpPr/>
            <p:nvPr/>
          </p:nvSpPr>
          <p:spPr>
            <a:xfrm>
              <a:off x="7277127" y="1268136"/>
              <a:ext cx="180340" cy="308610"/>
            </a:xfrm>
            <a:custGeom>
              <a:avLst/>
              <a:gdLst/>
              <a:ahLst/>
              <a:cxnLst/>
              <a:rect l="l" t="t" r="r" b="b"/>
              <a:pathLst>
                <a:path w="180340" h="308609">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161" name="object 161" descr=""/>
            <p:cNvSpPr/>
            <p:nvPr/>
          </p:nvSpPr>
          <p:spPr>
            <a:xfrm>
              <a:off x="7277127" y="1268136"/>
              <a:ext cx="180340" cy="308610"/>
            </a:xfrm>
            <a:custGeom>
              <a:avLst/>
              <a:gdLst/>
              <a:ahLst/>
              <a:cxnLst/>
              <a:rect l="l" t="t" r="r" b="b"/>
              <a:pathLst>
                <a:path w="180340" h="308609">
                  <a:moveTo>
                    <a:pt x="0" y="308476"/>
                  </a:moveTo>
                  <a:lnTo>
                    <a:pt x="180126" y="308476"/>
                  </a:lnTo>
                  <a:lnTo>
                    <a:pt x="180126" y="0"/>
                  </a:lnTo>
                  <a:lnTo>
                    <a:pt x="0" y="0"/>
                  </a:lnTo>
                  <a:lnTo>
                    <a:pt x="0" y="308476"/>
                  </a:lnTo>
                  <a:close/>
                </a:path>
              </a:pathLst>
            </a:custGeom>
            <a:ln w="10425">
              <a:solidFill>
                <a:srgbClr val="000000"/>
              </a:solidFill>
            </a:ln>
          </p:spPr>
          <p:txBody>
            <a:bodyPr wrap="square" lIns="0" tIns="0" rIns="0" bIns="0" rtlCol="0"/>
            <a:lstStyle/>
            <a:p/>
          </p:txBody>
        </p:sp>
      </p:grpSp>
      <p:sp>
        <p:nvSpPr>
          <p:cNvPr id="162" name="object 162" descr=""/>
          <p:cNvSpPr txBox="1"/>
          <p:nvPr/>
        </p:nvSpPr>
        <p:spPr>
          <a:xfrm>
            <a:off x="7289425" y="1284888"/>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3" name="object 163" descr=""/>
          <p:cNvGrpSpPr/>
          <p:nvPr/>
        </p:nvGrpSpPr>
        <p:grpSpPr>
          <a:xfrm>
            <a:off x="8679963" y="1262739"/>
            <a:ext cx="191135" cy="319405"/>
            <a:chOff x="8679963" y="1262739"/>
            <a:chExt cx="191135" cy="319405"/>
          </a:xfrm>
        </p:grpSpPr>
        <p:sp>
          <p:nvSpPr>
            <p:cNvPr id="164" name="object 164" descr=""/>
            <p:cNvSpPr/>
            <p:nvPr/>
          </p:nvSpPr>
          <p:spPr>
            <a:xfrm>
              <a:off x="8685360" y="1268136"/>
              <a:ext cx="180340" cy="308610"/>
            </a:xfrm>
            <a:custGeom>
              <a:avLst/>
              <a:gdLst/>
              <a:ahLst/>
              <a:cxnLst/>
              <a:rect l="l" t="t" r="r" b="b"/>
              <a:pathLst>
                <a:path w="180340" h="308609">
                  <a:moveTo>
                    <a:pt x="180126" y="0"/>
                  </a:moveTo>
                  <a:lnTo>
                    <a:pt x="0" y="0"/>
                  </a:lnTo>
                  <a:lnTo>
                    <a:pt x="0" y="308476"/>
                  </a:lnTo>
                  <a:lnTo>
                    <a:pt x="180126" y="308476"/>
                  </a:lnTo>
                  <a:lnTo>
                    <a:pt x="180126" y="0"/>
                  </a:lnTo>
                  <a:close/>
                </a:path>
              </a:pathLst>
            </a:custGeom>
            <a:solidFill>
              <a:srgbClr val="FFFFFF"/>
            </a:solidFill>
          </p:spPr>
          <p:txBody>
            <a:bodyPr wrap="square" lIns="0" tIns="0" rIns="0" bIns="0" rtlCol="0"/>
            <a:lstStyle/>
            <a:p/>
          </p:txBody>
        </p:sp>
        <p:sp>
          <p:nvSpPr>
            <p:cNvPr id="165" name="object 165" descr=""/>
            <p:cNvSpPr/>
            <p:nvPr/>
          </p:nvSpPr>
          <p:spPr>
            <a:xfrm>
              <a:off x="8685360" y="1268136"/>
              <a:ext cx="180340" cy="308610"/>
            </a:xfrm>
            <a:custGeom>
              <a:avLst/>
              <a:gdLst/>
              <a:ahLst/>
              <a:cxnLst/>
              <a:rect l="l" t="t" r="r" b="b"/>
              <a:pathLst>
                <a:path w="180340" h="308609">
                  <a:moveTo>
                    <a:pt x="0" y="308476"/>
                  </a:moveTo>
                  <a:lnTo>
                    <a:pt x="180126" y="308476"/>
                  </a:lnTo>
                  <a:lnTo>
                    <a:pt x="180126" y="0"/>
                  </a:lnTo>
                  <a:lnTo>
                    <a:pt x="0" y="0"/>
                  </a:lnTo>
                  <a:lnTo>
                    <a:pt x="0" y="308476"/>
                  </a:lnTo>
                  <a:close/>
                </a:path>
              </a:pathLst>
            </a:custGeom>
            <a:ln w="10425">
              <a:solidFill>
                <a:srgbClr val="000000"/>
              </a:solidFill>
            </a:ln>
          </p:spPr>
          <p:txBody>
            <a:bodyPr wrap="square" lIns="0" tIns="0" rIns="0" bIns="0" rtlCol="0"/>
            <a:lstStyle/>
            <a:p/>
          </p:txBody>
        </p:sp>
      </p:grpSp>
      <p:sp>
        <p:nvSpPr>
          <p:cNvPr id="166" name="object 166" descr=""/>
          <p:cNvSpPr txBox="1"/>
          <p:nvPr/>
        </p:nvSpPr>
        <p:spPr>
          <a:xfrm>
            <a:off x="8697497" y="1284888"/>
            <a:ext cx="171450" cy="277495"/>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NPC</a:t>
            </a:r>
            <a:endParaRPr sz="1000">
              <a:latin typeface="Times New Roman"/>
              <a:cs typeface="Times New Roman"/>
            </a:endParaRPr>
          </a:p>
        </p:txBody>
      </p:sp>
      <p:grpSp>
        <p:nvGrpSpPr>
          <p:cNvPr id="167" name="object 167" descr=""/>
          <p:cNvGrpSpPr/>
          <p:nvPr/>
        </p:nvGrpSpPr>
        <p:grpSpPr>
          <a:xfrm>
            <a:off x="8679963" y="3243474"/>
            <a:ext cx="191135" cy="274955"/>
            <a:chOff x="8679963" y="3243474"/>
            <a:chExt cx="191135" cy="274955"/>
          </a:xfrm>
        </p:grpSpPr>
        <p:sp>
          <p:nvSpPr>
            <p:cNvPr id="168" name="object 168" descr=""/>
            <p:cNvSpPr/>
            <p:nvPr/>
          </p:nvSpPr>
          <p:spPr>
            <a:xfrm>
              <a:off x="8685360" y="3248872"/>
              <a:ext cx="180340" cy="264160"/>
            </a:xfrm>
            <a:custGeom>
              <a:avLst/>
              <a:gdLst/>
              <a:ahLst/>
              <a:cxnLst/>
              <a:rect l="l" t="t" r="r" b="b"/>
              <a:pathLst>
                <a:path w="180340" h="264160">
                  <a:moveTo>
                    <a:pt x="180126" y="0"/>
                  </a:moveTo>
                  <a:lnTo>
                    <a:pt x="0" y="0"/>
                  </a:lnTo>
                  <a:lnTo>
                    <a:pt x="0" y="263554"/>
                  </a:lnTo>
                  <a:lnTo>
                    <a:pt x="180126" y="263554"/>
                  </a:lnTo>
                  <a:lnTo>
                    <a:pt x="180126" y="0"/>
                  </a:lnTo>
                  <a:close/>
                </a:path>
              </a:pathLst>
            </a:custGeom>
            <a:solidFill>
              <a:srgbClr val="FFFFFF"/>
            </a:solidFill>
          </p:spPr>
          <p:txBody>
            <a:bodyPr wrap="square" lIns="0" tIns="0" rIns="0" bIns="0" rtlCol="0"/>
            <a:lstStyle/>
            <a:p/>
          </p:txBody>
        </p:sp>
        <p:sp>
          <p:nvSpPr>
            <p:cNvPr id="169" name="object 169" descr=""/>
            <p:cNvSpPr/>
            <p:nvPr/>
          </p:nvSpPr>
          <p:spPr>
            <a:xfrm>
              <a:off x="8685360" y="3248872"/>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grpSp>
      <p:sp>
        <p:nvSpPr>
          <p:cNvPr id="170" name="object 170" descr=""/>
          <p:cNvSpPr txBox="1"/>
          <p:nvPr/>
        </p:nvSpPr>
        <p:spPr>
          <a:xfrm>
            <a:off x="8697143" y="3287672"/>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71" name="object 171" descr=""/>
          <p:cNvGrpSpPr/>
          <p:nvPr/>
        </p:nvGrpSpPr>
        <p:grpSpPr>
          <a:xfrm>
            <a:off x="7486118" y="1387059"/>
            <a:ext cx="1572260" cy="2032635"/>
            <a:chOff x="7486118" y="1387059"/>
            <a:chExt cx="1572260" cy="2032635"/>
          </a:xfrm>
        </p:grpSpPr>
        <p:sp>
          <p:nvSpPr>
            <p:cNvPr id="172" name="object 172" descr=""/>
            <p:cNvSpPr/>
            <p:nvPr/>
          </p:nvSpPr>
          <p:spPr>
            <a:xfrm>
              <a:off x="7491515" y="1423479"/>
              <a:ext cx="1087755" cy="0"/>
            </a:xfrm>
            <a:custGeom>
              <a:avLst/>
              <a:gdLst/>
              <a:ahLst/>
              <a:cxnLst/>
              <a:rect l="l" t="t" r="r" b="b"/>
              <a:pathLst>
                <a:path w="1087754" h="0">
                  <a:moveTo>
                    <a:pt x="0" y="0"/>
                  </a:moveTo>
                  <a:lnTo>
                    <a:pt x="1087314" y="0"/>
                  </a:lnTo>
                </a:path>
              </a:pathLst>
            </a:custGeom>
            <a:ln w="10299">
              <a:solidFill>
                <a:srgbClr val="000000"/>
              </a:solidFill>
            </a:ln>
          </p:spPr>
          <p:txBody>
            <a:bodyPr wrap="square" lIns="0" tIns="0" rIns="0" bIns="0" rtlCol="0"/>
            <a:lstStyle/>
            <a:p/>
          </p:txBody>
        </p:sp>
        <p:sp>
          <p:nvSpPr>
            <p:cNvPr id="173" name="object 173" descr=""/>
            <p:cNvSpPr/>
            <p:nvPr/>
          </p:nvSpPr>
          <p:spPr>
            <a:xfrm>
              <a:off x="8540210" y="1387059"/>
              <a:ext cx="115570" cy="73660"/>
            </a:xfrm>
            <a:custGeom>
              <a:avLst/>
              <a:gdLst/>
              <a:ahLst/>
              <a:cxnLst/>
              <a:rect l="l" t="t" r="r" b="b"/>
              <a:pathLst>
                <a:path w="115570" h="73659">
                  <a:moveTo>
                    <a:pt x="0" y="0"/>
                  </a:moveTo>
                  <a:lnTo>
                    <a:pt x="36870" y="37136"/>
                  </a:lnTo>
                  <a:lnTo>
                    <a:pt x="0" y="73269"/>
                  </a:lnTo>
                  <a:lnTo>
                    <a:pt x="115566" y="37136"/>
                  </a:lnTo>
                  <a:lnTo>
                    <a:pt x="0" y="0"/>
                  </a:lnTo>
                  <a:close/>
                </a:path>
              </a:pathLst>
            </a:custGeom>
            <a:solidFill>
              <a:srgbClr val="000000"/>
            </a:solidFill>
          </p:spPr>
          <p:txBody>
            <a:bodyPr wrap="square" lIns="0" tIns="0" rIns="0" bIns="0" rtlCol="0"/>
            <a:lstStyle/>
            <a:p/>
          </p:txBody>
        </p:sp>
        <p:sp>
          <p:nvSpPr>
            <p:cNvPr id="174" name="object 174" descr=""/>
            <p:cNvSpPr/>
            <p:nvPr/>
          </p:nvSpPr>
          <p:spPr>
            <a:xfrm>
              <a:off x="7552577" y="1423479"/>
              <a:ext cx="1500505" cy="1959610"/>
            </a:xfrm>
            <a:custGeom>
              <a:avLst/>
              <a:gdLst/>
              <a:ahLst/>
              <a:cxnLst/>
              <a:rect l="l" t="t" r="r" b="b"/>
              <a:pathLst>
                <a:path w="1500504" h="1959610">
                  <a:moveTo>
                    <a:pt x="1500175" y="534248"/>
                  </a:moveTo>
                  <a:lnTo>
                    <a:pt x="1500175" y="0"/>
                  </a:lnTo>
                </a:path>
                <a:path w="1500504" h="1959610">
                  <a:moveTo>
                    <a:pt x="1500175" y="0"/>
                  </a:moveTo>
                  <a:lnTo>
                    <a:pt x="1347156" y="0"/>
                  </a:lnTo>
                </a:path>
                <a:path w="1500504" h="1959610">
                  <a:moveTo>
                    <a:pt x="0" y="1959127"/>
                  </a:moveTo>
                  <a:lnTo>
                    <a:pt x="1026251" y="1959127"/>
                  </a:lnTo>
                </a:path>
              </a:pathLst>
            </a:custGeom>
            <a:ln w="10384">
              <a:solidFill>
                <a:srgbClr val="000000"/>
              </a:solidFill>
            </a:ln>
          </p:spPr>
          <p:txBody>
            <a:bodyPr wrap="square" lIns="0" tIns="0" rIns="0" bIns="0" rtlCol="0"/>
            <a:lstStyle/>
            <a:p/>
          </p:txBody>
        </p:sp>
        <p:sp>
          <p:nvSpPr>
            <p:cNvPr id="175" name="object 175" descr=""/>
            <p:cNvSpPr/>
            <p:nvPr/>
          </p:nvSpPr>
          <p:spPr>
            <a:xfrm>
              <a:off x="8540210"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grpSp>
      <p:sp>
        <p:nvSpPr>
          <p:cNvPr id="176" name="object 176" descr=""/>
          <p:cNvSpPr txBox="1"/>
          <p:nvPr/>
        </p:nvSpPr>
        <p:spPr>
          <a:xfrm>
            <a:off x="9981551" y="1373642"/>
            <a:ext cx="171450" cy="27813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cond</a:t>
            </a:r>
            <a:endParaRPr sz="1000">
              <a:latin typeface="Times New Roman"/>
              <a:cs typeface="Times New Roman"/>
            </a:endParaRPr>
          </a:p>
        </p:txBody>
      </p:sp>
      <p:sp>
        <p:nvSpPr>
          <p:cNvPr id="177" name="object 177" descr=""/>
          <p:cNvSpPr txBox="1"/>
          <p:nvPr/>
        </p:nvSpPr>
        <p:spPr>
          <a:xfrm>
            <a:off x="9975430" y="2129993"/>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sp>
        <p:nvSpPr>
          <p:cNvPr id="178" name="object 178" descr=""/>
          <p:cNvSpPr txBox="1"/>
          <p:nvPr/>
        </p:nvSpPr>
        <p:spPr>
          <a:xfrm>
            <a:off x="9940413" y="2758929"/>
            <a:ext cx="241935" cy="243204"/>
          </a:xfrm>
          <a:prstGeom prst="rect">
            <a:avLst/>
          </a:prstGeom>
          <a:solidFill>
            <a:srgbClr val="FFFFFF"/>
          </a:solidFill>
          <a:ln w="10384">
            <a:solidFill>
              <a:srgbClr val="000000"/>
            </a:solidFill>
          </a:ln>
        </p:spPr>
        <p:txBody>
          <a:bodyPr wrap="square" lIns="0" tIns="52705" rIns="0" bIns="0" rtlCol="0" vert="horz">
            <a:spAutoFit/>
          </a:bodyPr>
          <a:lstStyle/>
          <a:p>
            <a:pPr marL="74295">
              <a:lnSpc>
                <a:spcPct val="100000"/>
              </a:lnSpc>
              <a:spcBef>
                <a:spcPts val="415"/>
              </a:spcBef>
            </a:pPr>
            <a:r>
              <a:rPr dirty="0" sz="1000" spc="-50">
                <a:latin typeface="Times New Roman"/>
                <a:cs typeface="Times New Roman"/>
              </a:rPr>
              <a:t>B</a:t>
            </a:r>
            <a:endParaRPr sz="1000">
              <a:latin typeface="Times New Roman"/>
              <a:cs typeface="Times New Roman"/>
            </a:endParaRPr>
          </a:p>
        </p:txBody>
      </p:sp>
      <p:sp>
        <p:nvSpPr>
          <p:cNvPr id="179" name="object 179" descr=""/>
          <p:cNvSpPr/>
          <p:nvPr/>
        </p:nvSpPr>
        <p:spPr>
          <a:xfrm>
            <a:off x="9971162" y="3248872"/>
            <a:ext cx="180340" cy="264160"/>
          </a:xfrm>
          <a:custGeom>
            <a:avLst/>
            <a:gdLst/>
            <a:ahLst/>
            <a:cxnLst/>
            <a:rect l="l" t="t" r="r" b="b"/>
            <a:pathLst>
              <a:path w="180340" h="264160">
                <a:moveTo>
                  <a:pt x="0" y="263554"/>
                </a:moveTo>
                <a:lnTo>
                  <a:pt x="180126" y="263554"/>
                </a:lnTo>
                <a:lnTo>
                  <a:pt x="180126" y="0"/>
                </a:lnTo>
                <a:lnTo>
                  <a:pt x="0" y="0"/>
                </a:lnTo>
                <a:lnTo>
                  <a:pt x="0" y="263554"/>
                </a:lnTo>
                <a:close/>
              </a:path>
            </a:pathLst>
          </a:custGeom>
          <a:ln w="10414">
            <a:solidFill>
              <a:srgbClr val="000000"/>
            </a:solidFill>
          </a:ln>
        </p:spPr>
        <p:txBody>
          <a:bodyPr wrap="square" lIns="0" tIns="0" rIns="0" bIns="0" rtlCol="0"/>
          <a:lstStyle/>
          <a:p/>
        </p:txBody>
      </p:sp>
      <p:sp>
        <p:nvSpPr>
          <p:cNvPr id="180" name="object 180" descr=""/>
          <p:cNvSpPr txBox="1"/>
          <p:nvPr/>
        </p:nvSpPr>
        <p:spPr>
          <a:xfrm>
            <a:off x="9971162" y="3248872"/>
            <a:ext cx="180340" cy="264160"/>
          </a:xfrm>
          <a:prstGeom prst="rect">
            <a:avLst/>
          </a:prstGeom>
          <a:solidFill>
            <a:srgbClr val="FFFFFF"/>
          </a:solidFill>
        </p:spPr>
        <p:txBody>
          <a:bodyPr wrap="square" lIns="0" tIns="52069" rIns="0" bIns="0" rtlCol="0" vert="horz">
            <a:spAutoFit/>
          </a:bodyPr>
          <a:lstStyle/>
          <a:p>
            <a:pPr marL="30480">
              <a:lnSpc>
                <a:spcPct val="100000"/>
              </a:lnSpc>
              <a:spcBef>
                <a:spcPts val="409"/>
              </a:spcBef>
            </a:pPr>
            <a:r>
              <a:rPr dirty="0" sz="1000" spc="-25">
                <a:latin typeface="Times New Roman"/>
                <a:cs typeface="Times New Roman"/>
              </a:rPr>
              <a:t>IR</a:t>
            </a:r>
            <a:endParaRPr sz="1000">
              <a:latin typeface="Times New Roman"/>
              <a:cs typeface="Times New Roman"/>
            </a:endParaRPr>
          </a:p>
        </p:txBody>
      </p:sp>
      <p:grpSp>
        <p:nvGrpSpPr>
          <p:cNvPr id="181" name="object 181" descr=""/>
          <p:cNvGrpSpPr/>
          <p:nvPr/>
        </p:nvGrpSpPr>
        <p:grpSpPr>
          <a:xfrm>
            <a:off x="8894336" y="2753531"/>
            <a:ext cx="2487295" cy="666115"/>
            <a:chOff x="8894336" y="2753531"/>
            <a:chExt cx="2487295" cy="666115"/>
          </a:xfrm>
        </p:grpSpPr>
        <p:sp>
          <p:nvSpPr>
            <p:cNvPr id="182" name="object 182" descr=""/>
            <p:cNvSpPr/>
            <p:nvPr/>
          </p:nvSpPr>
          <p:spPr>
            <a:xfrm>
              <a:off x="8899733" y="3382606"/>
              <a:ext cx="965200" cy="0"/>
            </a:xfrm>
            <a:custGeom>
              <a:avLst/>
              <a:gdLst/>
              <a:ahLst/>
              <a:cxnLst/>
              <a:rect l="l" t="t" r="r" b="b"/>
              <a:pathLst>
                <a:path w="965200" h="0">
                  <a:moveTo>
                    <a:pt x="0" y="0"/>
                  </a:moveTo>
                  <a:lnTo>
                    <a:pt x="964898" y="0"/>
                  </a:lnTo>
                </a:path>
              </a:pathLst>
            </a:custGeom>
            <a:ln w="10299">
              <a:solidFill>
                <a:srgbClr val="000000"/>
              </a:solidFill>
            </a:ln>
          </p:spPr>
          <p:txBody>
            <a:bodyPr wrap="square" lIns="0" tIns="0" rIns="0" bIns="0" rtlCol="0"/>
            <a:lstStyle/>
            <a:p/>
          </p:txBody>
        </p:sp>
        <p:sp>
          <p:nvSpPr>
            <p:cNvPr id="183" name="object 183" descr=""/>
            <p:cNvSpPr/>
            <p:nvPr/>
          </p:nvSpPr>
          <p:spPr>
            <a:xfrm>
              <a:off x="9826012"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sp>
          <p:nvSpPr>
            <p:cNvPr id="184" name="object 184" descr=""/>
            <p:cNvSpPr/>
            <p:nvPr/>
          </p:nvSpPr>
          <p:spPr>
            <a:xfrm>
              <a:off x="8961087" y="2892290"/>
              <a:ext cx="903605" cy="2540"/>
            </a:xfrm>
            <a:custGeom>
              <a:avLst/>
              <a:gdLst/>
              <a:ahLst/>
              <a:cxnLst/>
              <a:rect l="l" t="t" r="r" b="b"/>
              <a:pathLst>
                <a:path w="903604" h="2539">
                  <a:moveTo>
                    <a:pt x="0" y="2480"/>
                  </a:moveTo>
                  <a:lnTo>
                    <a:pt x="903544" y="0"/>
                  </a:lnTo>
                </a:path>
              </a:pathLst>
            </a:custGeom>
            <a:ln w="10299">
              <a:solidFill>
                <a:srgbClr val="000000"/>
              </a:solidFill>
            </a:ln>
          </p:spPr>
          <p:txBody>
            <a:bodyPr wrap="square" lIns="0" tIns="0" rIns="0" bIns="0" rtlCol="0"/>
            <a:lstStyle/>
            <a:p/>
          </p:txBody>
        </p:sp>
        <p:sp>
          <p:nvSpPr>
            <p:cNvPr id="185" name="object 185" descr=""/>
            <p:cNvSpPr/>
            <p:nvPr/>
          </p:nvSpPr>
          <p:spPr>
            <a:xfrm>
              <a:off x="9826012" y="2856215"/>
              <a:ext cx="115570" cy="73660"/>
            </a:xfrm>
            <a:custGeom>
              <a:avLst/>
              <a:gdLst/>
              <a:ahLst/>
              <a:cxnLst/>
              <a:rect l="l" t="t" r="r" b="b"/>
              <a:pathLst>
                <a:path w="115570" h="73660">
                  <a:moveTo>
                    <a:pt x="0" y="0"/>
                  </a:moveTo>
                  <a:lnTo>
                    <a:pt x="36870" y="36075"/>
                  </a:lnTo>
                  <a:lnTo>
                    <a:pt x="0" y="73226"/>
                  </a:lnTo>
                  <a:lnTo>
                    <a:pt x="115566" y="36075"/>
                  </a:lnTo>
                  <a:lnTo>
                    <a:pt x="0" y="0"/>
                  </a:lnTo>
                  <a:close/>
                </a:path>
              </a:pathLst>
            </a:custGeom>
            <a:solidFill>
              <a:srgbClr val="000000"/>
            </a:solidFill>
          </p:spPr>
          <p:txBody>
            <a:bodyPr wrap="square" lIns="0" tIns="0" rIns="0" bIns="0" rtlCol="0"/>
            <a:lstStyle/>
            <a:p/>
          </p:txBody>
        </p:sp>
        <p:sp>
          <p:nvSpPr>
            <p:cNvPr id="186" name="object 186" descr=""/>
            <p:cNvSpPr/>
            <p:nvPr/>
          </p:nvSpPr>
          <p:spPr>
            <a:xfrm>
              <a:off x="10185536" y="2892290"/>
              <a:ext cx="122555" cy="0"/>
            </a:xfrm>
            <a:custGeom>
              <a:avLst/>
              <a:gdLst/>
              <a:ahLst/>
              <a:cxnLst/>
              <a:rect l="l" t="t" r="r" b="b"/>
              <a:pathLst>
                <a:path w="122554" h="0">
                  <a:moveTo>
                    <a:pt x="0" y="0"/>
                  </a:moveTo>
                  <a:lnTo>
                    <a:pt x="122415" y="0"/>
                  </a:lnTo>
                </a:path>
              </a:pathLst>
            </a:custGeom>
            <a:ln w="10299">
              <a:solidFill>
                <a:srgbClr val="000000"/>
              </a:solidFill>
            </a:ln>
          </p:spPr>
          <p:txBody>
            <a:bodyPr wrap="square" lIns="0" tIns="0" rIns="0" bIns="0" rtlCol="0"/>
            <a:lstStyle/>
            <a:p/>
          </p:txBody>
        </p:sp>
        <p:sp>
          <p:nvSpPr>
            <p:cNvPr id="187" name="object 187" descr=""/>
            <p:cNvSpPr/>
            <p:nvPr/>
          </p:nvSpPr>
          <p:spPr>
            <a:xfrm>
              <a:off x="11195611" y="2758929"/>
              <a:ext cx="180975" cy="441959"/>
            </a:xfrm>
            <a:custGeom>
              <a:avLst/>
              <a:gdLst/>
              <a:ahLst/>
              <a:cxnLst/>
              <a:rect l="l" t="t" r="r" b="b"/>
              <a:pathLst>
                <a:path w="180975" h="441960">
                  <a:moveTo>
                    <a:pt x="180490" y="0"/>
                  </a:moveTo>
                  <a:lnTo>
                    <a:pt x="0" y="0"/>
                  </a:lnTo>
                  <a:lnTo>
                    <a:pt x="0" y="441837"/>
                  </a:lnTo>
                  <a:lnTo>
                    <a:pt x="180490" y="441837"/>
                  </a:lnTo>
                  <a:lnTo>
                    <a:pt x="180490" y="0"/>
                  </a:lnTo>
                  <a:close/>
                </a:path>
              </a:pathLst>
            </a:custGeom>
            <a:solidFill>
              <a:srgbClr val="FFFFFF"/>
            </a:solidFill>
          </p:spPr>
          <p:txBody>
            <a:bodyPr wrap="square" lIns="0" tIns="0" rIns="0" bIns="0" rtlCol="0"/>
            <a:lstStyle/>
            <a:p/>
          </p:txBody>
        </p:sp>
        <p:sp>
          <p:nvSpPr>
            <p:cNvPr id="188" name="object 188" descr=""/>
            <p:cNvSpPr/>
            <p:nvPr/>
          </p:nvSpPr>
          <p:spPr>
            <a:xfrm>
              <a:off x="11195611" y="2758929"/>
              <a:ext cx="180975" cy="441959"/>
            </a:xfrm>
            <a:custGeom>
              <a:avLst/>
              <a:gdLst/>
              <a:ahLst/>
              <a:cxnLst/>
              <a:rect l="l" t="t" r="r" b="b"/>
              <a:pathLst>
                <a:path w="180975" h="441960">
                  <a:moveTo>
                    <a:pt x="0" y="441837"/>
                  </a:moveTo>
                  <a:lnTo>
                    <a:pt x="180490" y="441837"/>
                  </a:lnTo>
                  <a:lnTo>
                    <a:pt x="180490" y="0"/>
                  </a:lnTo>
                  <a:lnTo>
                    <a:pt x="0" y="0"/>
                  </a:lnTo>
                  <a:lnTo>
                    <a:pt x="0" y="441837"/>
                  </a:lnTo>
                  <a:close/>
                </a:path>
              </a:pathLst>
            </a:custGeom>
            <a:ln w="10444">
              <a:solidFill>
                <a:srgbClr val="000000"/>
              </a:solidFill>
            </a:ln>
          </p:spPr>
          <p:txBody>
            <a:bodyPr wrap="square" lIns="0" tIns="0" rIns="0" bIns="0" rtlCol="0"/>
            <a:lstStyle/>
            <a:p/>
          </p:txBody>
        </p:sp>
      </p:grpSp>
      <p:sp>
        <p:nvSpPr>
          <p:cNvPr id="189" name="object 189" descr=""/>
          <p:cNvSpPr txBox="1"/>
          <p:nvPr/>
        </p:nvSpPr>
        <p:spPr>
          <a:xfrm>
            <a:off x="11192301" y="2280690"/>
            <a:ext cx="171450" cy="313690"/>
          </a:xfrm>
          <a:prstGeom prst="rect">
            <a:avLst/>
          </a:prstGeom>
        </p:spPr>
        <p:txBody>
          <a:bodyPr wrap="square" lIns="0" tIns="3175" rIns="0" bIns="0" rtlCol="0" vert="vert">
            <a:spAutoFit/>
          </a:bodyPr>
          <a:lstStyle/>
          <a:p>
            <a:pPr marL="12700">
              <a:lnSpc>
                <a:spcPct val="100000"/>
              </a:lnSpc>
              <a:spcBef>
                <a:spcPts val="25"/>
              </a:spcBef>
            </a:pPr>
            <a:r>
              <a:rPr dirty="0" sz="1000" spc="-25">
                <a:latin typeface="Times New Roman"/>
                <a:cs typeface="Times New Roman"/>
              </a:rPr>
              <a:t>LMD</a:t>
            </a:r>
            <a:endParaRPr sz="1000">
              <a:latin typeface="Times New Roman"/>
              <a:cs typeface="Times New Roman"/>
            </a:endParaRPr>
          </a:p>
        </p:txBody>
      </p:sp>
      <p:sp>
        <p:nvSpPr>
          <p:cNvPr id="190" name="object 190" descr=""/>
          <p:cNvSpPr txBox="1"/>
          <p:nvPr/>
        </p:nvSpPr>
        <p:spPr>
          <a:xfrm>
            <a:off x="11202794" y="2797876"/>
            <a:ext cx="171450" cy="356870"/>
          </a:xfrm>
          <a:prstGeom prst="rect">
            <a:avLst/>
          </a:prstGeom>
        </p:spPr>
        <p:txBody>
          <a:bodyPr wrap="square" lIns="0" tIns="3175" rIns="0" bIns="0" rtlCol="0" vert="vert">
            <a:spAutoFit/>
          </a:bodyPr>
          <a:lstStyle/>
          <a:p>
            <a:pPr marL="12700">
              <a:lnSpc>
                <a:spcPct val="100000"/>
              </a:lnSpc>
              <a:spcBef>
                <a:spcPts val="25"/>
              </a:spcBef>
            </a:pPr>
            <a:r>
              <a:rPr dirty="0" sz="1000" spc="-20">
                <a:latin typeface="Times New Roman"/>
                <a:cs typeface="Times New Roman"/>
              </a:rPr>
              <a:t>ALUo</a:t>
            </a:r>
            <a:endParaRPr sz="1000">
              <a:latin typeface="Times New Roman"/>
              <a:cs typeface="Times New Roman"/>
            </a:endParaRPr>
          </a:p>
        </p:txBody>
      </p:sp>
      <p:grpSp>
        <p:nvGrpSpPr>
          <p:cNvPr id="191" name="object 191" descr=""/>
          <p:cNvGrpSpPr/>
          <p:nvPr/>
        </p:nvGrpSpPr>
        <p:grpSpPr>
          <a:xfrm>
            <a:off x="11190213" y="3243474"/>
            <a:ext cx="191770" cy="274955"/>
            <a:chOff x="11190213" y="3243474"/>
            <a:chExt cx="191770" cy="274955"/>
          </a:xfrm>
        </p:grpSpPr>
        <p:sp>
          <p:nvSpPr>
            <p:cNvPr id="192" name="object 192" descr=""/>
            <p:cNvSpPr/>
            <p:nvPr/>
          </p:nvSpPr>
          <p:spPr>
            <a:xfrm>
              <a:off x="11195611" y="3248872"/>
              <a:ext cx="180975" cy="264160"/>
            </a:xfrm>
            <a:custGeom>
              <a:avLst/>
              <a:gdLst/>
              <a:ahLst/>
              <a:cxnLst/>
              <a:rect l="l" t="t" r="r" b="b"/>
              <a:pathLst>
                <a:path w="180975" h="264160">
                  <a:moveTo>
                    <a:pt x="180490" y="0"/>
                  </a:moveTo>
                  <a:lnTo>
                    <a:pt x="0" y="0"/>
                  </a:lnTo>
                  <a:lnTo>
                    <a:pt x="0" y="263554"/>
                  </a:lnTo>
                  <a:lnTo>
                    <a:pt x="180490" y="263554"/>
                  </a:lnTo>
                  <a:lnTo>
                    <a:pt x="180490" y="0"/>
                  </a:lnTo>
                  <a:close/>
                </a:path>
              </a:pathLst>
            </a:custGeom>
            <a:solidFill>
              <a:srgbClr val="FFFFFF"/>
            </a:solidFill>
          </p:spPr>
          <p:txBody>
            <a:bodyPr wrap="square" lIns="0" tIns="0" rIns="0" bIns="0" rtlCol="0"/>
            <a:lstStyle/>
            <a:p/>
          </p:txBody>
        </p:sp>
        <p:sp>
          <p:nvSpPr>
            <p:cNvPr id="193" name="object 193" descr=""/>
            <p:cNvSpPr/>
            <p:nvPr/>
          </p:nvSpPr>
          <p:spPr>
            <a:xfrm>
              <a:off x="11195611" y="3248872"/>
              <a:ext cx="180975" cy="264160"/>
            </a:xfrm>
            <a:custGeom>
              <a:avLst/>
              <a:gdLst/>
              <a:ahLst/>
              <a:cxnLst/>
              <a:rect l="l" t="t" r="r" b="b"/>
              <a:pathLst>
                <a:path w="180975" h="264160">
                  <a:moveTo>
                    <a:pt x="0" y="263554"/>
                  </a:moveTo>
                  <a:lnTo>
                    <a:pt x="180490" y="263554"/>
                  </a:lnTo>
                  <a:lnTo>
                    <a:pt x="180490" y="0"/>
                  </a:lnTo>
                  <a:lnTo>
                    <a:pt x="0" y="0"/>
                  </a:lnTo>
                  <a:lnTo>
                    <a:pt x="0" y="263554"/>
                  </a:lnTo>
                  <a:close/>
                </a:path>
              </a:pathLst>
            </a:custGeom>
            <a:ln w="10414">
              <a:solidFill>
                <a:srgbClr val="000000"/>
              </a:solidFill>
            </a:ln>
          </p:spPr>
          <p:txBody>
            <a:bodyPr wrap="square" lIns="0" tIns="0" rIns="0" bIns="0" rtlCol="0"/>
            <a:lstStyle/>
            <a:p/>
          </p:txBody>
        </p:sp>
      </p:grpSp>
      <p:sp>
        <p:nvSpPr>
          <p:cNvPr id="194" name="object 194" descr=""/>
          <p:cNvSpPr txBox="1"/>
          <p:nvPr/>
        </p:nvSpPr>
        <p:spPr>
          <a:xfrm>
            <a:off x="11206812" y="3281650"/>
            <a:ext cx="157480" cy="180975"/>
          </a:xfrm>
          <a:prstGeom prst="rect">
            <a:avLst/>
          </a:prstGeom>
        </p:spPr>
        <p:txBody>
          <a:bodyPr wrap="square" lIns="0" tIns="15240" rIns="0" bIns="0" rtlCol="0" vert="horz">
            <a:spAutoFit/>
          </a:bodyPr>
          <a:lstStyle/>
          <a:p>
            <a:pPr marL="12700">
              <a:lnSpc>
                <a:spcPct val="100000"/>
              </a:lnSpc>
              <a:spcBef>
                <a:spcPts val="120"/>
              </a:spcBef>
            </a:pPr>
            <a:r>
              <a:rPr dirty="0" sz="1000" spc="-25">
                <a:latin typeface="Times New Roman"/>
                <a:cs typeface="Times New Roman"/>
              </a:rPr>
              <a:t>IR</a:t>
            </a:r>
            <a:endParaRPr sz="1000">
              <a:latin typeface="Times New Roman"/>
              <a:cs typeface="Times New Roman"/>
            </a:endParaRPr>
          </a:p>
        </p:txBody>
      </p:sp>
      <p:grpSp>
        <p:nvGrpSpPr>
          <p:cNvPr id="195" name="object 195" descr=""/>
          <p:cNvGrpSpPr/>
          <p:nvPr/>
        </p:nvGrpSpPr>
        <p:grpSpPr>
          <a:xfrm>
            <a:off x="5894210" y="572976"/>
            <a:ext cx="5705475" cy="3082290"/>
            <a:chOff x="5894210" y="572976"/>
            <a:chExt cx="5705475" cy="3082290"/>
          </a:xfrm>
        </p:grpSpPr>
        <p:sp>
          <p:nvSpPr>
            <p:cNvPr id="196" name="object 196" descr=""/>
            <p:cNvSpPr/>
            <p:nvPr/>
          </p:nvSpPr>
          <p:spPr>
            <a:xfrm>
              <a:off x="10185536" y="3382606"/>
              <a:ext cx="903605" cy="0"/>
            </a:xfrm>
            <a:custGeom>
              <a:avLst/>
              <a:gdLst/>
              <a:ahLst/>
              <a:cxnLst/>
              <a:rect l="l" t="t" r="r" b="b"/>
              <a:pathLst>
                <a:path w="903604" h="0">
                  <a:moveTo>
                    <a:pt x="0" y="0"/>
                  </a:moveTo>
                  <a:lnTo>
                    <a:pt x="903544" y="0"/>
                  </a:lnTo>
                </a:path>
              </a:pathLst>
            </a:custGeom>
            <a:ln w="10299">
              <a:solidFill>
                <a:srgbClr val="000000"/>
              </a:solidFill>
            </a:ln>
          </p:spPr>
          <p:txBody>
            <a:bodyPr wrap="square" lIns="0" tIns="0" rIns="0" bIns="0" rtlCol="0"/>
            <a:lstStyle/>
            <a:p/>
          </p:txBody>
        </p:sp>
        <p:sp>
          <p:nvSpPr>
            <p:cNvPr id="197" name="object 197" descr=""/>
            <p:cNvSpPr/>
            <p:nvPr/>
          </p:nvSpPr>
          <p:spPr>
            <a:xfrm>
              <a:off x="11050461" y="3346172"/>
              <a:ext cx="115570" cy="73660"/>
            </a:xfrm>
            <a:custGeom>
              <a:avLst/>
              <a:gdLst/>
              <a:ahLst/>
              <a:cxnLst/>
              <a:rect l="l" t="t" r="r" b="b"/>
              <a:pathLst>
                <a:path w="115570" h="73660">
                  <a:moveTo>
                    <a:pt x="0" y="0"/>
                  </a:moveTo>
                  <a:lnTo>
                    <a:pt x="36870" y="37136"/>
                  </a:lnTo>
                  <a:lnTo>
                    <a:pt x="0" y="73226"/>
                  </a:lnTo>
                  <a:lnTo>
                    <a:pt x="115566" y="37136"/>
                  </a:lnTo>
                  <a:lnTo>
                    <a:pt x="0" y="0"/>
                  </a:lnTo>
                  <a:close/>
                </a:path>
              </a:pathLst>
            </a:custGeom>
            <a:solidFill>
              <a:srgbClr val="000000"/>
            </a:solidFill>
          </p:spPr>
          <p:txBody>
            <a:bodyPr wrap="square" lIns="0" tIns="0" rIns="0" bIns="0" rtlCol="0"/>
            <a:lstStyle/>
            <a:p/>
          </p:txBody>
        </p:sp>
        <p:sp>
          <p:nvSpPr>
            <p:cNvPr id="198" name="object 198" descr=""/>
            <p:cNvSpPr/>
            <p:nvPr/>
          </p:nvSpPr>
          <p:spPr>
            <a:xfrm>
              <a:off x="10369305" y="2981790"/>
              <a:ext cx="720090" cy="0"/>
            </a:xfrm>
            <a:custGeom>
              <a:avLst/>
              <a:gdLst/>
              <a:ahLst/>
              <a:cxnLst/>
              <a:rect l="l" t="t" r="r" b="b"/>
              <a:pathLst>
                <a:path w="720090" h="0">
                  <a:moveTo>
                    <a:pt x="0" y="0"/>
                  </a:moveTo>
                  <a:lnTo>
                    <a:pt x="719775" y="0"/>
                  </a:lnTo>
                </a:path>
              </a:pathLst>
            </a:custGeom>
            <a:ln w="10299">
              <a:solidFill>
                <a:srgbClr val="000000"/>
              </a:solidFill>
            </a:ln>
          </p:spPr>
          <p:txBody>
            <a:bodyPr wrap="square" lIns="0" tIns="0" rIns="0" bIns="0" rtlCol="0"/>
            <a:lstStyle/>
            <a:p/>
          </p:txBody>
        </p:sp>
        <p:sp>
          <p:nvSpPr>
            <p:cNvPr id="199" name="object 199" descr=""/>
            <p:cNvSpPr/>
            <p:nvPr/>
          </p:nvSpPr>
          <p:spPr>
            <a:xfrm>
              <a:off x="11050461" y="2945715"/>
              <a:ext cx="115570" cy="73660"/>
            </a:xfrm>
            <a:custGeom>
              <a:avLst/>
              <a:gdLst/>
              <a:ahLst/>
              <a:cxnLst/>
              <a:rect l="l" t="t" r="r" b="b"/>
              <a:pathLst>
                <a:path w="115570" h="73660">
                  <a:moveTo>
                    <a:pt x="0" y="0"/>
                  </a:moveTo>
                  <a:lnTo>
                    <a:pt x="36870" y="36075"/>
                  </a:lnTo>
                  <a:lnTo>
                    <a:pt x="0" y="73226"/>
                  </a:lnTo>
                  <a:lnTo>
                    <a:pt x="115566" y="36075"/>
                  </a:lnTo>
                  <a:lnTo>
                    <a:pt x="0" y="0"/>
                  </a:lnTo>
                  <a:close/>
                </a:path>
              </a:pathLst>
            </a:custGeom>
            <a:solidFill>
              <a:srgbClr val="000000"/>
            </a:solidFill>
          </p:spPr>
          <p:txBody>
            <a:bodyPr wrap="square" lIns="0" tIns="0" rIns="0" bIns="0" rtlCol="0"/>
            <a:lstStyle/>
            <a:p/>
          </p:txBody>
        </p:sp>
        <p:sp>
          <p:nvSpPr>
            <p:cNvPr id="200" name="object 200" descr=""/>
            <p:cNvSpPr/>
            <p:nvPr/>
          </p:nvSpPr>
          <p:spPr>
            <a:xfrm>
              <a:off x="6664903" y="1334724"/>
              <a:ext cx="4806950" cy="1647189"/>
            </a:xfrm>
            <a:custGeom>
              <a:avLst/>
              <a:gdLst/>
              <a:ahLst/>
              <a:cxnLst/>
              <a:rect l="l" t="t" r="r" b="b"/>
              <a:pathLst>
                <a:path w="4806950" h="1647189">
                  <a:moveTo>
                    <a:pt x="4745081" y="1647066"/>
                  </a:moveTo>
                  <a:lnTo>
                    <a:pt x="4806581" y="1647066"/>
                  </a:lnTo>
                </a:path>
                <a:path w="4806950" h="1647189">
                  <a:moveTo>
                    <a:pt x="0" y="0"/>
                  </a:moveTo>
                  <a:lnTo>
                    <a:pt x="76888" y="0"/>
                  </a:lnTo>
                </a:path>
              </a:pathLst>
            </a:custGeom>
            <a:ln w="10384">
              <a:solidFill>
                <a:srgbClr val="000000"/>
              </a:solidFill>
            </a:ln>
          </p:spPr>
          <p:txBody>
            <a:bodyPr wrap="square" lIns="0" tIns="0" rIns="0" bIns="0" rtlCol="0"/>
            <a:lstStyle/>
            <a:p/>
          </p:txBody>
        </p:sp>
        <p:sp>
          <p:nvSpPr>
            <p:cNvPr id="201" name="object 201" descr=""/>
            <p:cNvSpPr/>
            <p:nvPr/>
          </p:nvSpPr>
          <p:spPr>
            <a:xfrm>
              <a:off x="6703522" y="1298591"/>
              <a:ext cx="115570" cy="73660"/>
            </a:xfrm>
            <a:custGeom>
              <a:avLst/>
              <a:gdLst/>
              <a:ahLst/>
              <a:cxnLst/>
              <a:rect l="l" t="t" r="r" b="b"/>
              <a:pathLst>
                <a:path w="115570" h="73659">
                  <a:moveTo>
                    <a:pt x="0" y="0"/>
                  </a:moveTo>
                  <a:lnTo>
                    <a:pt x="36462" y="36132"/>
                  </a:lnTo>
                  <a:lnTo>
                    <a:pt x="0" y="73269"/>
                  </a:lnTo>
                  <a:lnTo>
                    <a:pt x="115158" y="36132"/>
                  </a:lnTo>
                  <a:lnTo>
                    <a:pt x="0" y="0"/>
                  </a:lnTo>
                  <a:close/>
                </a:path>
              </a:pathLst>
            </a:custGeom>
            <a:solidFill>
              <a:srgbClr val="000000"/>
            </a:solidFill>
          </p:spPr>
          <p:txBody>
            <a:bodyPr wrap="square" lIns="0" tIns="0" rIns="0" bIns="0" rtlCol="0"/>
            <a:lstStyle/>
            <a:p/>
          </p:txBody>
        </p:sp>
        <p:sp>
          <p:nvSpPr>
            <p:cNvPr id="202" name="object 202" descr=""/>
            <p:cNvSpPr/>
            <p:nvPr/>
          </p:nvSpPr>
          <p:spPr>
            <a:xfrm>
              <a:off x="5899608" y="578373"/>
              <a:ext cx="5694680" cy="3071495"/>
            </a:xfrm>
            <a:custGeom>
              <a:avLst/>
              <a:gdLst/>
              <a:ahLst/>
              <a:cxnLst/>
              <a:rect l="l" t="t" r="r" b="b"/>
              <a:pathLst>
                <a:path w="5694680" h="3071495">
                  <a:moveTo>
                    <a:pt x="765295" y="756350"/>
                  </a:moveTo>
                  <a:lnTo>
                    <a:pt x="765295" y="0"/>
                  </a:lnTo>
                </a:path>
                <a:path w="5694680" h="3071495">
                  <a:moveTo>
                    <a:pt x="0" y="534248"/>
                  </a:moveTo>
                  <a:lnTo>
                    <a:pt x="1193779" y="534248"/>
                  </a:lnTo>
                </a:path>
                <a:path w="5694680" h="3071495">
                  <a:moveTo>
                    <a:pt x="1193779" y="534248"/>
                  </a:moveTo>
                  <a:lnTo>
                    <a:pt x="1193779" y="845105"/>
                  </a:lnTo>
                </a:path>
                <a:path w="5694680" h="3071495">
                  <a:moveTo>
                    <a:pt x="1010039" y="622573"/>
                  </a:moveTo>
                  <a:lnTo>
                    <a:pt x="1010039" y="88754"/>
                  </a:lnTo>
                </a:path>
                <a:path w="5694680" h="3071495">
                  <a:moveTo>
                    <a:pt x="1010039" y="88754"/>
                  </a:moveTo>
                  <a:lnTo>
                    <a:pt x="4377739" y="88754"/>
                  </a:lnTo>
                </a:path>
                <a:path w="5694680" h="3071495">
                  <a:moveTo>
                    <a:pt x="4377739" y="88754"/>
                  </a:moveTo>
                  <a:lnTo>
                    <a:pt x="4377739" y="934577"/>
                  </a:lnTo>
                </a:path>
                <a:path w="5694680" h="3071495">
                  <a:moveTo>
                    <a:pt x="4285927" y="934577"/>
                  </a:moveTo>
                  <a:lnTo>
                    <a:pt x="4377739" y="934577"/>
                  </a:lnTo>
                </a:path>
                <a:path w="5694680" h="3071495">
                  <a:moveTo>
                    <a:pt x="1805989" y="1824704"/>
                  </a:moveTo>
                  <a:lnTo>
                    <a:pt x="1805989" y="3071313"/>
                  </a:lnTo>
                </a:path>
                <a:path w="5694680" h="3071495">
                  <a:moveTo>
                    <a:pt x="1805989" y="3071313"/>
                  </a:moveTo>
                  <a:lnTo>
                    <a:pt x="5694146" y="3071314"/>
                  </a:lnTo>
                </a:path>
                <a:path w="5694680" h="3071495">
                  <a:moveTo>
                    <a:pt x="5510376" y="2804232"/>
                  </a:moveTo>
                  <a:lnTo>
                    <a:pt x="5694146" y="2804232"/>
                  </a:lnTo>
                </a:path>
                <a:path w="5694680" h="3071495">
                  <a:moveTo>
                    <a:pt x="5694146" y="2804232"/>
                  </a:moveTo>
                  <a:lnTo>
                    <a:pt x="5694146" y="3071314"/>
                  </a:lnTo>
                </a:path>
              </a:pathLst>
            </a:custGeom>
            <a:ln w="10384">
              <a:solidFill>
                <a:srgbClr val="000000"/>
              </a:solidFill>
            </a:ln>
          </p:spPr>
          <p:txBody>
            <a:bodyPr wrap="square" lIns="0" tIns="0" rIns="0" bIns="0" rtlCol="0"/>
            <a:lstStyle/>
            <a:p/>
          </p:txBody>
        </p:sp>
      </p:grpSp>
      <p:sp>
        <p:nvSpPr>
          <p:cNvPr id="203" name="object 203" descr=""/>
          <p:cNvSpPr txBox="1"/>
          <p:nvPr/>
        </p:nvSpPr>
        <p:spPr>
          <a:xfrm>
            <a:off x="9695997" y="820880"/>
            <a:ext cx="55118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EX/MEM</a:t>
            </a:r>
            <a:endParaRPr sz="1000">
              <a:latin typeface="Times New Roman"/>
              <a:cs typeface="Times New Roman"/>
            </a:endParaRPr>
          </a:p>
        </p:txBody>
      </p:sp>
      <p:sp>
        <p:nvSpPr>
          <p:cNvPr id="204" name="object 204" descr=""/>
          <p:cNvSpPr txBox="1"/>
          <p:nvPr/>
        </p:nvSpPr>
        <p:spPr>
          <a:xfrm>
            <a:off x="8593964" y="820880"/>
            <a:ext cx="37592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ID/EX</a:t>
            </a:r>
            <a:endParaRPr sz="1000">
              <a:latin typeface="Times New Roman"/>
              <a:cs typeface="Times New Roman"/>
            </a:endParaRPr>
          </a:p>
        </p:txBody>
      </p:sp>
      <p:sp>
        <p:nvSpPr>
          <p:cNvPr id="205" name="object 205" descr=""/>
          <p:cNvSpPr txBox="1"/>
          <p:nvPr/>
        </p:nvSpPr>
        <p:spPr>
          <a:xfrm>
            <a:off x="7204866" y="820880"/>
            <a:ext cx="317500" cy="180975"/>
          </a:xfrm>
          <a:prstGeom prst="rect">
            <a:avLst/>
          </a:prstGeom>
        </p:spPr>
        <p:txBody>
          <a:bodyPr wrap="square" lIns="0" tIns="15240" rIns="0" bIns="0" rtlCol="0" vert="horz">
            <a:spAutoFit/>
          </a:bodyPr>
          <a:lstStyle/>
          <a:p>
            <a:pPr marL="12700">
              <a:lnSpc>
                <a:spcPct val="100000"/>
              </a:lnSpc>
              <a:spcBef>
                <a:spcPts val="120"/>
              </a:spcBef>
            </a:pPr>
            <a:r>
              <a:rPr dirty="0" sz="1000" spc="-10">
                <a:latin typeface="Times New Roman"/>
                <a:cs typeface="Times New Roman"/>
              </a:rPr>
              <a:t>IF/ID</a:t>
            </a:r>
            <a:endParaRPr sz="1000">
              <a:latin typeface="Times New Roman"/>
              <a:cs typeface="Times New Roman"/>
            </a:endParaRPr>
          </a:p>
        </p:txBody>
      </p:sp>
      <p:grpSp>
        <p:nvGrpSpPr>
          <p:cNvPr id="206" name="object 206" descr=""/>
          <p:cNvGrpSpPr/>
          <p:nvPr/>
        </p:nvGrpSpPr>
        <p:grpSpPr>
          <a:xfrm>
            <a:off x="7069051" y="1396770"/>
            <a:ext cx="3317875" cy="1163955"/>
            <a:chOff x="7069051" y="1396770"/>
            <a:chExt cx="3317875" cy="1163955"/>
          </a:xfrm>
        </p:grpSpPr>
        <p:sp>
          <p:nvSpPr>
            <p:cNvPr id="207" name="object 207" descr=""/>
            <p:cNvSpPr/>
            <p:nvPr/>
          </p:nvSpPr>
          <p:spPr>
            <a:xfrm>
              <a:off x="10349048" y="2290952"/>
              <a:ext cx="33020" cy="40640"/>
            </a:xfrm>
            <a:custGeom>
              <a:avLst/>
              <a:gdLst/>
              <a:ahLst/>
              <a:cxnLst/>
              <a:rect l="l" t="t" r="r" b="b"/>
              <a:pathLst>
                <a:path w="33020" h="40639">
                  <a:moveTo>
                    <a:pt x="15884" y="0"/>
                  </a:moveTo>
                  <a:lnTo>
                    <a:pt x="6995" y="0"/>
                  </a:lnTo>
                  <a:lnTo>
                    <a:pt x="0" y="8746"/>
                  </a:lnTo>
                  <a:lnTo>
                    <a:pt x="0" y="19786"/>
                  </a:lnTo>
                  <a:lnTo>
                    <a:pt x="1231" y="27814"/>
                  </a:lnTo>
                  <a:lnTo>
                    <a:pt x="4608" y="34430"/>
                  </a:lnTo>
                  <a:lnTo>
                    <a:pt x="9652" y="38922"/>
                  </a:lnTo>
                  <a:lnTo>
                    <a:pt x="15884" y="40577"/>
                  </a:lnTo>
                  <a:lnTo>
                    <a:pt x="22169" y="38922"/>
                  </a:lnTo>
                  <a:lnTo>
                    <a:pt x="27470" y="34430"/>
                  </a:lnTo>
                  <a:lnTo>
                    <a:pt x="31132" y="27814"/>
                  </a:lnTo>
                  <a:lnTo>
                    <a:pt x="32498" y="19786"/>
                  </a:lnTo>
                  <a:lnTo>
                    <a:pt x="31132" y="12037"/>
                  </a:lnTo>
                  <a:lnTo>
                    <a:pt x="27470" y="5753"/>
                  </a:lnTo>
                  <a:lnTo>
                    <a:pt x="22169" y="1539"/>
                  </a:lnTo>
                  <a:lnTo>
                    <a:pt x="15884" y="0"/>
                  </a:lnTo>
                  <a:close/>
                </a:path>
              </a:pathLst>
            </a:custGeom>
            <a:solidFill>
              <a:srgbClr val="000000"/>
            </a:solidFill>
          </p:spPr>
          <p:txBody>
            <a:bodyPr wrap="square" lIns="0" tIns="0" rIns="0" bIns="0" rtlCol="0"/>
            <a:lstStyle/>
            <a:p/>
          </p:txBody>
        </p:sp>
        <p:sp>
          <p:nvSpPr>
            <p:cNvPr id="208" name="object 208" descr=""/>
            <p:cNvSpPr/>
            <p:nvPr/>
          </p:nvSpPr>
          <p:spPr>
            <a:xfrm>
              <a:off x="10349048" y="2290952"/>
              <a:ext cx="33020" cy="40640"/>
            </a:xfrm>
            <a:custGeom>
              <a:avLst/>
              <a:gdLst/>
              <a:ahLst/>
              <a:cxnLst/>
              <a:rect l="l" t="t" r="r" b="b"/>
              <a:pathLst>
                <a:path w="33020" h="40639">
                  <a:moveTo>
                    <a:pt x="0" y="19786"/>
                  </a:moveTo>
                  <a:lnTo>
                    <a:pt x="1231" y="27814"/>
                  </a:lnTo>
                  <a:lnTo>
                    <a:pt x="4608" y="34430"/>
                  </a:lnTo>
                  <a:lnTo>
                    <a:pt x="9652" y="38922"/>
                  </a:lnTo>
                  <a:lnTo>
                    <a:pt x="15884" y="40577"/>
                  </a:lnTo>
                  <a:lnTo>
                    <a:pt x="22169" y="38922"/>
                  </a:lnTo>
                  <a:lnTo>
                    <a:pt x="27470" y="34430"/>
                  </a:lnTo>
                  <a:lnTo>
                    <a:pt x="31132" y="27814"/>
                  </a:lnTo>
                  <a:lnTo>
                    <a:pt x="32498" y="19786"/>
                  </a:lnTo>
                  <a:lnTo>
                    <a:pt x="31132" y="12037"/>
                  </a:lnTo>
                  <a:lnTo>
                    <a:pt x="27470" y="5753"/>
                  </a:lnTo>
                  <a:lnTo>
                    <a:pt x="22169" y="1539"/>
                  </a:lnTo>
                  <a:lnTo>
                    <a:pt x="15884" y="0"/>
                  </a:lnTo>
                  <a:lnTo>
                    <a:pt x="6995" y="0"/>
                  </a:lnTo>
                  <a:lnTo>
                    <a:pt x="0" y="8746"/>
                  </a:lnTo>
                  <a:lnTo>
                    <a:pt x="0" y="19786"/>
                  </a:lnTo>
                  <a:close/>
                </a:path>
              </a:pathLst>
            </a:custGeom>
            <a:ln w="10402">
              <a:solidFill>
                <a:srgbClr val="000000"/>
              </a:solidFill>
            </a:ln>
          </p:spPr>
          <p:txBody>
            <a:bodyPr wrap="square" lIns="0" tIns="0" rIns="0" bIns="0" rtlCol="0"/>
            <a:lstStyle/>
            <a:p/>
          </p:txBody>
        </p:sp>
        <p:sp>
          <p:nvSpPr>
            <p:cNvPr id="209" name="object 209" descr=""/>
            <p:cNvSpPr/>
            <p:nvPr/>
          </p:nvSpPr>
          <p:spPr>
            <a:xfrm>
              <a:off x="8943453" y="2114446"/>
              <a:ext cx="33655" cy="40640"/>
            </a:xfrm>
            <a:custGeom>
              <a:avLst/>
              <a:gdLst/>
              <a:ahLst/>
              <a:cxnLst/>
              <a:rect l="l" t="t" r="r" b="b"/>
              <a:pathLst>
                <a:path w="33654" h="40639">
                  <a:moveTo>
                    <a:pt x="16613" y="0"/>
                  </a:moveTo>
                  <a:lnTo>
                    <a:pt x="10328" y="1498"/>
                  </a:lnTo>
                  <a:lnTo>
                    <a:pt x="5027" y="5645"/>
                  </a:lnTo>
                  <a:lnTo>
                    <a:pt x="1366" y="11916"/>
                  </a:lnTo>
                  <a:lnTo>
                    <a:pt x="0" y="19786"/>
                  </a:lnTo>
                  <a:lnTo>
                    <a:pt x="1366" y="27769"/>
                  </a:lnTo>
                  <a:lnTo>
                    <a:pt x="5027" y="34286"/>
                  </a:lnTo>
                  <a:lnTo>
                    <a:pt x="10328" y="38680"/>
                  </a:lnTo>
                  <a:lnTo>
                    <a:pt x="16613" y="40290"/>
                  </a:lnTo>
                  <a:lnTo>
                    <a:pt x="22836" y="38680"/>
                  </a:lnTo>
                  <a:lnTo>
                    <a:pt x="28144" y="34286"/>
                  </a:lnTo>
                  <a:lnTo>
                    <a:pt x="31840" y="27769"/>
                  </a:lnTo>
                  <a:lnTo>
                    <a:pt x="33227" y="19786"/>
                  </a:lnTo>
                  <a:lnTo>
                    <a:pt x="31840" y="11916"/>
                  </a:lnTo>
                  <a:lnTo>
                    <a:pt x="28144" y="5645"/>
                  </a:lnTo>
                  <a:lnTo>
                    <a:pt x="22836" y="1498"/>
                  </a:lnTo>
                  <a:lnTo>
                    <a:pt x="16613" y="0"/>
                  </a:lnTo>
                  <a:close/>
                </a:path>
              </a:pathLst>
            </a:custGeom>
            <a:solidFill>
              <a:srgbClr val="000000"/>
            </a:solidFill>
          </p:spPr>
          <p:txBody>
            <a:bodyPr wrap="square" lIns="0" tIns="0" rIns="0" bIns="0" rtlCol="0"/>
            <a:lstStyle/>
            <a:p/>
          </p:txBody>
        </p:sp>
        <p:sp>
          <p:nvSpPr>
            <p:cNvPr id="210" name="object 210" descr=""/>
            <p:cNvSpPr/>
            <p:nvPr/>
          </p:nvSpPr>
          <p:spPr>
            <a:xfrm>
              <a:off x="8943453" y="2114446"/>
              <a:ext cx="33655" cy="40640"/>
            </a:xfrm>
            <a:custGeom>
              <a:avLst/>
              <a:gdLst/>
              <a:ahLst/>
              <a:cxnLst/>
              <a:rect l="l" t="t" r="r" b="b"/>
              <a:pathLst>
                <a:path w="33654" h="40639">
                  <a:moveTo>
                    <a:pt x="0" y="19786"/>
                  </a:moveTo>
                  <a:lnTo>
                    <a:pt x="1366" y="27769"/>
                  </a:lnTo>
                  <a:lnTo>
                    <a:pt x="5027" y="34286"/>
                  </a:lnTo>
                  <a:lnTo>
                    <a:pt x="10328" y="38680"/>
                  </a:lnTo>
                  <a:lnTo>
                    <a:pt x="16613" y="40290"/>
                  </a:lnTo>
                  <a:lnTo>
                    <a:pt x="22836" y="38680"/>
                  </a:lnTo>
                  <a:lnTo>
                    <a:pt x="28144" y="34286"/>
                  </a:lnTo>
                  <a:lnTo>
                    <a:pt x="31840" y="27769"/>
                  </a:lnTo>
                  <a:lnTo>
                    <a:pt x="33227" y="19786"/>
                  </a:lnTo>
                  <a:lnTo>
                    <a:pt x="31840" y="11916"/>
                  </a:lnTo>
                  <a:lnTo>
                    <a:pt x="28144" y="5645"/>
                  </a:lnTo>
                  <a:lnTo>
                    <a:pt x="22836" y="1498"/>
                  </a:lnTo>
                  <a:lnTo>
                    <a:pt x="16613" y="0"/>
                  </a:lnTo>
                  <a:lnTo>
                    <a:pt x="10328" y="1498"/>
                  </a:lnTo>
                  <a:lnTo>
                    <a:pt x="5027" y="5645"/>
                  </a:lnTo>
                  <a:lnTo>
                    <a:pt x="1366" y="11916"/>
                  </a:lnTo>
                  <a:lnTo>
                    <a:pt x="0" y="19786"/>
                  </a:lnTo>
                  <a:close/>
                </a:path>
              </a:pathLst>
            </a:custGeom>
            <a:ln w="10400">
              <a:solidFill>
                <a:srgbClr val="000000"/>
              </a:solidFill>
            </a:ln>
          </p:spPr>
          <p:txBody>
            <a:bodyPr wrap="square" lIns="0" tIns="0" rIns="0" bIns="0" rtlCol="0"/>
            <a:lstStyle/>
            <a:p/>
          </p:txBody>
        </p:sp>
        <p:sp>
          <p:nvSpPr>
            <p:cNvPr id="211" name="object 211" descr=""/>
            <p:cNvSpPr/>
            <p:nvPr/>
          </p:nvSpPr>
          <p:spPr>
            <a:xfrm>
              <a:off x="8941704" y="2514774"/>
              <a:ext cx="33655" cy="41275"/>
            </a:xfrm>
            <a:custGeom>
              <a:avLst/>
              <a:gdLst/>
              <a:ahLst/>
              <a:cxnLst/>
              <a:rect l="l" t="t" r="r" b="b"/>
              <a:pathLst>
                <a:path w="33654" h="41275">
                  <a:moveTo>
                    <a:pt x="16467" y="0"/>
                  </a:moveTo>
                  <a:lnTo>
                    <a:pt x="10267" y="1560"/>
                  </a:lnTo>
                  <a:lnTo>
                    <a:pt x="5009" y="5817"/>
                  </a:lnTo>
                  <a:lnTo>
                    <a:pt x="1363" y="12134"/>
                  </a:lnTo>
                  <a:lnTo>
                    <a:pt x="0" y="19873"/>
                  </a:lnTo>
                  <a:lnTo>
                    <a:pt x="1363" y="27913"/>
                  </a:lnTo>
                  <a:lnTo>
                    <a:pt x="5009" y="34559"/>
                  </a:lnTo>
                  <a:lnTo>
                    <a:pt x="10267" y="39080"/>
                  </a:lnTo>
                  <a:lnTo>
                    <a:pt x="16467" y="40749"/>
                  </a:lnTo>
                  <a:lnTo>
                    <a:pt x="22752" y="39080"/>
                  </a:lnTo>
                  <a:lnTo>
                    <a:pt x="28053" y="34559"/>
                  </a:lnTo>
                  <a:lnTo>
                    <a:pt x="31715" y="27913"/>
                  </a:lnTo>
                  <a:lnTo>
                    <a:pt x="33081" y="19873"/>
                  </a:lnTo>
                  <a:lnTo>
                    <a:pt x="31715" y="12134"/>
                  </a:lnTo>
                  <a:lnTo>
                    <a:pt x="28053" y="5817"/>
                  </a:lnTo>
                  <a:lnTo>
                    <a:pt x="22752" y="1560"/>
                  </a:lnTo>
                  <a:lnTo>
                    <a:pt x="16467" y="0"/>
                  </a:lnTo>
                  <a:close/>
                </a:path>
              </a:pathLst>
            </a:custGeom>
            <a:solidFill>
              <a:srgbClr val="000000"/>
            </a:solidFill>
          </p:spPr>
          <p:txBody>
            <a:bodyPr wrap="square" lIns="0" tIns="0" rIns="0" bIns="0" rtlCol="0"/>
            <a:lstStyle/>
            <a:p/>
          </p:txBody>
        </p:sp>
        <p:sp>
          <p:nvSpPr>
            <p:cNvPr id="212" name="object 212" descr=""/>
            <p:cNvSpPr/>
            <p:nvPr/>
          </p:nvSpPr>
          <p:spPr>
            <a:xfrm>
              <a:off x="8941704" y="2514774"/>
              <a:ext cx="33655" cy="41275"/>
            </a:xfrm>
            <a:custGeom>
              <a:avLst/>
              <a:gdLst/>
              <a:ahLst/>
              <a:cxnLst/>
              <a:rect l="l" t="t" r="r" b="b"/>
              <a:pathLst>
                <a:path w="33654" h="41275">
                  <a:moveTo>
                    <a:pt x="0" y="19873"/>
                  </a:moveTo>
                  <a:lnTo>
                    <a:pt x="1363" y="27913"/>
                  </a:lnTo>
                  <a:lnTo>
                    <a:pt x="5009" y="34559"/>
                  </a:lnTo>
                  <a:lnTo>
                    <a:pt x="10267" y="39080"/>
                  </a:lnTo>
                  <a:lnTo>
                    <a:pt x="16467" y="40749"/>
                  </a:lnTo>
                  <a:lnTo>
                    <a:pt x="22752" y="39080"/>
                  </a:lnTo>
                  <a:lnTo>
                    <a:pt x="28053" y="34559"/>
                  </a:lnTo>
                  <a:lnTo>
                    <a:pt x="31715" y="27913"/>
                  </a:lnTo>
                  <a:lnTo>
                    <a:pt x="33081" y="19873"/>
                  </a:lnTo>
                  <a:lnTo>
                    <a:pt x="31715" y="12134"/>
                  </a:lnTo>
                  <a:lnTo>
                    <a:pt x="28053" y="5817"/>
                  </a:lnTo>
                  <a:lnTo>
                    <a:pt x="22752" y="1560"/>
                  </a:lnTo>
                  <a:lnTo>
                    <a:pt x="16467" y="0"/>
                  </a:lnTo>
                  <a:lnTo>
                    <a:pt x="10267" y="1560"/>
                  </a:lnTo>
                  <a:lnTo>
                    <a:pt x="5009" y="5817"/>
                  </a:lnTo>
                  <a:lnTo>
                    <a:pt x="1363" y="12134"/>
                  </a:lnTo>
                  <a:lnTo>
                    <a:pt x="0" y="19873"/>
                  </a:lnTo>
                  <a:close/>
                </a:path>
              </a:pathLst>
            </a:custGeom>
            <a:ln w="10401">
              <a:solidFill>
                <a:srgbClr val="000000"/>
              </a:solidFill>
            </a:ln>
          </p:spPr>
          <p:txBody>
            <a:bodyPr wrap="square" lIns="0" tIns="0" rIns="0" bIns="0" rtlCol="0"/>
            <a:lstStyle/>
            <a:p/>
          </p:txBody>
        </p:sp>
        <p:sp>
          <p:nvSpPr>
            <p:cNvPr id="213" name="object 213" descr=""/>
            <p:cNvSpPr/>
            <p:nvPr/>
          </p:nvSpPr>
          <p:spPr>
            <a:xfrm>
              <a:off x="7074252" y="1401971"/>
              <a:ext cx="33655" cy="40640"/>
            </a:xfrm>
            <a:custGeom>
              <a:avLst/>
              <a:gdLst/>
              <a:ahLst/>
              <a:cxnLst/>
              <a:rect l="l" t="t" r="r" b="b"/>
              <a:pathLst>
                <a:path w="33654" h="40640">
                  <a:moveTo>
                    <a:pt x="16613" y="0"/>
                  </a:moveTo>
                  <a:lnTo>
                    <a:pt x="10359" y="1498"/>
                  </a:lnTo>
                  <a:lnTo>
                    <a:pt x="5055" y="5645"/>
                  </a:lnTo>
                  <a:lnTo>
                    <a:pt x="1376" y="11916"/>
                  </a:lnTo>
                  <a:lnTo>
                    <a:pt x="0" y="19786"/>
                  </a:lnTo>
                  <a:lnTo>
                    <a:pt x="1376" y="27769"/>
                  </a:lnTo>
                  <a:lnTo>
                    <a:pt x="5055" y="34286"/>
                  </a:lnTo>
                  <a:lnTo>
                    <a:pt x="10359" y="38680"/>
                  </a:lnTo>
                  <a:lnTo>
                    <a:pt x="16613" y="40290"/>
                  </a:lnTo>
                  <a:lnTo>
                    <a:pt x="22859" y="38680"/>
                  </a:lnTo>
                  <a:lnTo>
                    <a:pt x="28159" y="34286"/>
                  </a:lnTo>
                  <a:lnTo>
                    <a:pt x="31836" y="27769"/>
                  </a:lnTo>
                  <a:lnTo>
                    <a:pt x="33212" y="19786"/>
                  </a:lnTo>
                  <a:lnTo>
                    <a:pt x="31836" y="11916"/>
                  </a:lnTo>
                  <a:lnTo>
                    <a:pt x="28159" y="5645"/>
                  </a:lnTo>
                  <a:lnTo>
                    <a:pt x="22859" y="1498"/>
                  </a:lnTo>
                  <a:lnTo>
                    <a:pt x="16613" y="0"/>
                  </a:lnTo>
                  <a:close/>
                </a:path>
              </a:pathLst>
            </a:custGeom>
            <a:solidFill>
              <a:srgbClr val="000000"/>
            </a:solidFill>
          </p:spPr>
          <p:txBody>
            <a:bodyPr wrap="square" lIns="0" tIns="0" rIns="0" bIns="0" rtlCol="0"/>
            <a:lstStyle/>
            <a:p/>
          </p:txBody>
        </p:sp>
        <p:sp>
          <p:nvSpPr>
            <p:cNvPr id="214" name="object 214" descr=""/>
            <p:cNvSpPr/>
            <p:nvPr/>
          </p:nvSpPr>
          <p:spPr>
            <a:xfrm>
              <a:off x="7074252" y="1401971"/>
              <a:ext cx="33655" cy="40640"/>
            </a:xfrm>
            <a:custGeom>
              <a:avLst/>
              <a:gdLst/>
              <a:ahLst/>
              <a:cxnLst/>
              <a:rect l="l" t="t" r="r" b="b"/>
              <a:pathLst>
                <a:path w="33654" h="40640">
                  <a:moveTo>
                    <a:pt x="0" y="19786"/>
                  </a:moveTo>
                  <a:lnTo>
                    <a:pt x="1376" y="27769"/>
                  </a:lnTo>
                  <a:lnTo>
                    <a:pt x="5055" y="34286"/>
                  </a:lnTo>
                  <a:lnTo>
                    <a:pt x="10359" y="38680"/>
                  </a:lnTo>
                  <a:lnTo>
                    <a:pt x="16613" y="40290"/>
                  </a:lnTo>
                  <a:lnTo>
                    <a:pt x="22859" y="38680"/>
                  </a:lnTo>
                  <a:lnTo>
                    <a:pt x="28159" y="34286"/>
                  </a:lnTo>
                  <a:lnTo>
                    <a:pt x="31836" y="27769"/>
                  </a:lnTo>
                  <a:lnTo>
                    <a:pt x="33212" y="19786"/>
                  </a:lnTo>
                  <a:lnTo>
                    <a:pt x="31836" y="11916"/>
                  </a:lnTo>
                  <a:lnTo>
                    <a:pt x="28159" y="5645"/>
                  </a:lnTo>
                  <a:lnTo>
                    <a:pt x="22859" y="1498"/>
                  </a:lnTo>
                  <a:lnTo>
                    <a:pt x="16613" y="0"/>
                  </a:lnTo>
                  <a:lnTo>
                    <a:pt x="10359" y="1498"/>
                  </a:lnTo>
                  <a:lnTo>
                    <a:pt x="5055" y="5645"/>
                  </a:lnTo>
                  <a:lnTo>
                    <a:pt x="1376" y="11916"/>
                  </a:lnTo>
                  <a:lnTo>
                    <a:pt x="0" y="19786"/>
                  </a:lnTo>
                  <a:close/>
                </a:path>
              </a:pathLst>
            </a:custGeom>
            <a:ln w="10400">
              <a:solidFill>
                <a:srgbClr val="000000"/>
              </a:solidFill>
            </a:ln>
          </p:spPr>
          <p:txBody>
            <a:bodyPr wrap="square" lIns="0" tIns="0" rIns="0" bIns="0" rtlCol="0"/>
            <a:lstStyle/>
            <a:p/>
          </p:txBody>
        </p:sp>
      </p:grpSp>
      <p:sp>
        <p:nvSpPr>
          <p:cNvPr id="215" name="object 215" descr=""/>
          <p:cNvSpPr txBox="1"/>
          <p:nvPr/>
        </p:nvSpPr>
        <p:spPr>
          <a:xfrm>
            <a:off x="6450471" y="1948164"/>
            <a:ext cx="455930" cy="574675"/>
          </a:xfrm>
          <a:prstGeom prst="rect">
            <a:avLst/>
          </a:prstGeom>
          <a:solidFill>
            <a:srgbClr val="CCFFCC"/>
          </a:solidFill>
          <a:ln w="10404">
            <a:solidFill>
              <a:srgbClr val="000000"/>
            </a:solidFill>
          </a:ln>
        </p:spPr>
        <p:txBody>
          <a:bodyPr wrap="square" lIns="0" tIns="84455" rIns="0" bIns="0" rtlCol="0" vert="horz">
            <a:spAutoFit/>
          </a:bodyPr>
          <a:lstStyle/>
          <a:p>
            <a:pPr marL="25400" marR="29209" indent="74930">
              <a:lnSpc>
                <a:spcPct val="122800"/>
              </a:lnSpc>
              <a:spcBef>
                <a:spcPts val="665"/>
              </a:spcBef>
            </a:pPr>
            <a:r>
              <a:rPr dirty="0" sz="1000" spc="-25">
                <a:latin typeface="宋体"/>
                <a:cs typeface="宋体"/>
              </a:rPr>
              <a:t>指令</a:t>
            </a:r>
            <a:r>
              <a:rPr dirty="0" sz="1000" spc="-20">
                <a:latin typeface="宋体"/>
                <a:cs typeface="宋体"/>
              </a:rPr>
              <a:t>存储器</a:t>
            </a:r>
            <a:endParaRPr sz="1000">
              <a:latin typeface="宋体"/>
              <a:cs typeface="宋体"/>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214/154</a:t>
            </a:r>
            <a:endParaRPr sz="1600">
              <a:latin typeface="宋体"/>
              <a:cs typeface="宋体"/>
            </a:endParaRPr>
          </a:p>
        </p:txBody>
      </p:sp>
      <p:sp>
        <p:nvSpPr>
          <p:cNvPr id="3" name="object 3" descr=""/>
          <p:cNvSpPr/>
          <p:nvPr/>
        </p:nvSpPr>
        <p:spPr>
          <a:xfrm>
            <a:off x="1176337" y="692150"/>
            <a:ext cx="11015980" cy="0"/>
          </a:xfrm>
          <a:custGeom>
            <a:avLst/>
            <a:gdLst/>
            <a:ahLst/>
            <a:cxnLst/>
            <a:rect l="l" t="t" r="r" b="b"/>
            <a:pathLst>
              <a:path w="11015980" h="0">
                <a:moveTo>
                  <a:pt x="0" y="0"/>
                </a:moveTo>
                <a:lnTo>
                  <a:pt x="11015662"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92087" y="331850"/>
            <a:ext cx="1078230" cy="274955"/>
            <a:chOff x="192087" y="331850"/>
            <a:chExt cx="1078230" cy="274955"/>
          </a:xfrm>
        </p:grpSpPr>
        <p:sp>
          <p:nvSpPr>
            <p:cNvPr id="5" name="object 5"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6" name="object 6"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7" name="object 7"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8" name="object 8"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3737864" y="197307"/>
            <a:ext cx="3278504" cy="514350"/>
          </a:xfrm>
          <a:prstGeom prst="rect"/>
        </p:spPr>
        <p:txBody>
          <a:bodyPr wrap="square" lIns="0" tIns="13335" rIns="0" bIns="0" rtlCol="0" vert="horz">
            <a:spAutoFit/>
          </a:bodyPr>
          <a:lstStyle/>
          <a:p>
            <a:pPr marL="12700">
              <a:lnSpc>
                <a:spcPct val="100000"/>
              </a:lnSpc>
              <a:spcBef>
                <a:spcPts val="105"/>
              </a:spcBef>
            </a:pPr>
            <a:r>
              <a:rPr dirty="0" u="none"/>
              <a:t>3.5</a:t>
            </a:r>
            <a:r>
              <a:rPr dirty="0" u="none" spc="-20"/>
              <a:t> 流水线的实现</a:t>
            </a:r>
          </a:p>
        </p:txBody>
      </p:sp>
      <p:pic>
        <p:nvPicPr>
          <p:cNvPr id="10" name="object 10" descr=""/>
          <p:cNvPicPr/>
          <p:nvPr/>
        </p:nvPicPr>
        <p:blipFill>
          <a:blip r:embed="rId2" cstate="print"/>
          <a:stretch>
            <a:fillRect/>
          </a:stretch>
        </p:blipFill>
        <p:spPr>
          <a:xfrm>
            <a:off x="3392442" y="5376290"/>
            <a:ext cx="200025" cy="209550"/>
          </a:xfrm>
          <a:prstGeom prst="rect">
            <a:avLst/>
          </a:prstGeom>
        </p:spPr>
      </p:pic>
      <p:sp>
        <p:nvSpPr>
          <p:cNvPr id="11" name="object 11" descr=""/>
          <p:cNvSpPr txBox="1"/>
          <p:nvPr/>
        </p:nvSpPr>
        <p:spPr>
          <a:xfrm>
            <a:off x="305815" y="687070"/>
            <a:ext cx="11324590" cy="546544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Tahoma"/>
              <a:buAutoNum type="arabicPeriod" startAt="4"/>
              <a:tabLst>
                <a:tab pos="469265" algn="l"/>
              </a:tabLst>
            </a:pPr>
            <a:r>
              <a:rPr dirty="0" sz="2700" spc="-15">
                <a:solidFill>
                  <a:srgbClr val="E14B04"/>
                </a:solidFill>
                <a:latin typeface="黑体"/>
                <a:cs typeface="黑体"/>
              </a:rPr>
              <a:t>控制冲突</a:t>
            </a:r>
            <a:endParaRPr sz="2700">
              <a:latin typeface="黑体"/>
              <a:cs typeface="黑体"/>
            </a:endParaRPr>
          </a:p>
          <a:p>
            <a:pPr lvl="1" marL="1099185" indent="-457200">
              <a:lnSpc>
                <a:spcPct val="100000"/>
              </a:lnSpc>
              <a:spcBef>
                <a:spcPts val="2085"/>
              </a:spcBef>
              <a:buSzPct val="89583"/>
              <a:buFont typeface="Wingdings"/>
              <a:buChar char=""/>
              <a:tabLst>
                <a:tab pos="1099185" algn="l"/>
              </a:tabLst>
            </a:pPr>
            <a:r>
              <a:rPr dirty="0" sz="2400" spc="-5">
                <a:solidFill>
                  <a:srgbClr val="40458B"/>
                </a:solidFill>
                <a:latin typeface="黑体"/>
                <a:cs typeface="黑体"/>
              </a:rPr>
              <a:t>分支指令的条件测试和分支目标地址计算是在</a:t>
            </a:r>
            <a:r>
              <a:rPr dirty="0" sz="2400" spc="-10">
                <a:solidFill>
                  <a:srgbClr val="9933FF"/>
                </a:solidFill>
                <a:latin typeface="黑体"/>
                <a:cs typeface="黑体"/>
              </a:rPr>
              <a:t>EX</a:t>
            </a:r>
            <a:r>
              <a:rPr dirty="0" sz="2400" spc="-10">
                <a:solidFill>
                  <a:srgbClr val="40458B"/>
                </a:solidFill>
                <a:latin typeface="黑体"/>
                <a:cs typeface="黑体"/>
              </a:rPr>
              <a:t>段完成，对</a:t>
            </a:r>
            <a:r>
              <a:rPr dirty="0" sz="2400" spc="-10">
                <a:solidFill>
                  <a:srgbClr val="9933FF"/>
                </a:solidFill>
                <a:latin typeface="黑体"/>
                <a:cs typeface="黑体"/>
              </a:rPr>
              <a:t>PC</a:t>
            </a:r>
            <a:r>
              <a:rPr dirty="0" sz="2400" spc="-10">
                <a:solidFill>
                  <a:srgbClr val="40458B"/>
                </a:solidFill>
                <a:latin typeface="黑体"/>
                <a:cs typeface="黑体"/>
              </a:rPr>
              <a:t>的修改是在</a:t>
            </a:r>
            <a:r>
              <a:rPr dirty="0" sz="2400" spc="-25">
                <a:solidFill>
                  <a:srgbClr val="40458B"/>
                </a:solidFill>
                <a:latin typeface="黑体"/>
                <a:cs typeface="黑体"/>
              </a:rPr>
              <a:t>MEM</a:t>
            </a:r>
            <a:endParaRPr sz="2400">
              <a:latin typeface="黑体"/>
              <a:cs typeface="黑体"/>
            </a:endParaRPr>
          </a:p>
          <a:p>
            <a:pPr marL="1099185">
              <a:lnSpc>
                <a:spcPct val="100000"/>
              </a:lnSpc>
              <a:spcBef>
                <a:spcPts val="1445"/>
              </a:spcBef>
            </a:pPr>
            <a:r>
              <a:rPr dirty="0" sz="2400" spc="-15">
                <a:solidFill>
                  <a:srgbClr val="40458B"/>
                </a:solidFill>
                <a:latin typeface="黑体"/>
                <a:cs typeface="黑体"/>
              </a:rPr>
              <a:t>段完成。</a:t>
            </a:r>
            <a:endParaRPr sz="2400">
              <a:latin typeface="黑体"/>
              <a:cs typeface="黑体"/>
            </a:endParaRPr>
          </a:p>
          <a:p>
            <a:pPr lvl="1" marL="1099185" indent="-457200">
              <a:lnSpc>
                <a:spcPct val="100000"/>
              </a:lnSpc>
              <a:spcBef>
                <a:spcPts val="2014"/>
              </a:spcBef>
              <a:buSzPct val="89583"/>
              <a:buFont typeface="Wingdings"/>
              <a:buChar char=""/>
              <a:tabLst>
                <a:tab pos="1099185" algn="l"/>
              </a:tabLst>
            </a:pPr>
            <a:r>
              <a:rPr dirty="0" sz="2400" spc="-5">
                <a:solidFill>
                  <a:srgbClr val="40458B"/>
                </a:solidFill>
                <a:latin typeface="黑体"/>
                <a:cs typeface="黑体"/>
              </a:rPr>
              <a:t>它所带来的分支延迟是</a:t>
            </a:r>
            <a:r>
              <a:rPr dirty="0" sz="2400">
                <a:solidFill>
                  <a:srgbClr val="9933FF"/>
                </a:solidFill>
                <a:latin typeface="黑体"/>
                <a:cs typeface="黑体"/>
              </a:rPr>
              <a:t>3</a:t>
            </a:r>
            <a:r>
              <a:rPr dirty="0" sz="2400" spc="-10">
                <a:solidFill>
                  <a:srgbClr val="40458B"/>
                </a:solidFill>
                <a:latin typeface="黑体"/>
                <a:cs typeface="黑体"/>
              </a:rPr>
              <a:t>个时钟周期。</a:t>
            </a:r>
            <a:endParaRPr sz="2400">
              <a:latin typeface="黑体"/>
              <a:cs typeface="黑体"/>
            </a:endParaRPr>
          </a:p>
          <a:p>
            <a:pPr lvl="1" marL="1099185" indent="-457200">
              <a:lnSpc>
                <a:spcPct val="100000"/>
              </a:lnSpc>
              <a:spcBef>
                <a:spcPts val="2020"/>
              </a:spcBef>
              <a:buSzPct val="89583"/>
              <a:buFont typeface="Wingdings"/>
              <a:buChar char=""/>
              <a:tabLst>
                <a:tab pos="1099185" algn="l"/>
              </a:tabLst>
            </a:pPr>
            <a:r>
              <a:rPr dirty="0" sz="2400" spc="-10">
                <a:solidFill>
                  <a:srgbClr val="40458B"/>
                </a:solidFill>
                <a:latin typeface="黑体"/>
                <a:cs typeface="黑体"/>
              </a:rPr>
              <a:t>减少分支延迟：</a:t>
            </a:r>
            <a:endParaRPr sz="2400">
              <a:latin typeface="黑体"/>
              <a:cs typeface="黑体"/>
            </a:endParaRPr>
          </a:p>
          <a:p>
            <a:pPr marL="1494155">
              <a:lnSpc>
                <a:spcPct val="100000"/>
              </a:lnSpc>
              <a:spcBef>
                <a:spcPts val="1780"/>
              </a:spcBef>
            </a:pPr>
            <a:r>
              <a:rPr dirty="0" sz="2000" b="1">
                <a:solidFill>
                  <a:srgbClr val="E14B04"/>
                </a:solidFill>
                <a:latin typeface="黑体"/>
                <a:cs typeface="黑体"/>
              </a:rPr>
              <a:t>（</a:t>
            </a:r>
            <a:r>
              <a:rPr dirty="0" sz="2000" spc="-20" b="1">
                <a:solidFill>
                  <a:srgbClr val="E14B04"/>
                </a:solidFill>
                <a:latin typeface="黑体"/>
                <a:cs typeface="黑体"/>
              </a:rPr>
              <a:t>把上述工作提前到</a:t>
            </a:r>
            <a:r>
              <a:rPr dirty="0" sz="2000" spc="-10" b="1">
                <a:solidFill>
                  <a:srgbClr val="9933FF"/>
                </a:solidFill>
                <a:latin typeface="宋体"/>
                <a:cs typeface="宋体"/>
              </a:rPr>
              <a:t>ID</a:t>
            </a:r>
            <a:r>
              <a:rPr dirty="0" sz="2000" spc="-15" b="1">
                <a:solidFill>
                  <a:srgbClr val="E14B04"/>
                </a:solidFill>
                <a:latin typeface="黑体"/>
                <a:cs typeface="黑体"/>
              </a:rPr>
              <a:t>段进行</a:t>
            </a:r>
            <a:r>
              <a:rPr dirty="0" sz="2000" spc="-50" b="1">
                <a:solidFill>
                  <a:srgbClr val="E14B04"/>
                </a:solidFill>
                <a:latin typeface="黑体"/>
                <a:cs typeface="黑体"/>
              </a:rPr>
              <a:t>）</a:t>
            </a:r>
            <a:endParaRPr sz="2000">
              <a:latin typeface="黑体"/>
              <a:cs typeface="黑体"/>
            </a:endParaRPr>
          </a:p>
          <a:p>
            <a:pPr lvl="2" marL="1524635" indent="-288290">
              <a:lnSpc>
                <a:spcPct val="100000"/>
              </a:lnSpc>
              <a:spcBef>
                <a:spcPts val="1680"/>
              </a:spcBef>
              <a:buClr>
                <a:srgbClr val="4668F5"/>
              </a:buClr>
              <a:buSzPct val="60000"/>
              <a:buFont typeface="Wingdings"/>
              <a:buChar char=""/>
              <a:tabLst>
                <a:tab pos="1524635" algn="l"/>
              </a:tabLst>
            </a:pPr>
            <a:r>
              <a:rPr dirty="0" sz="2000" b="1">
                <a:solidFill>
                  <a:srgbClr val="00AFEF"/>
                </a:solidFill>
                <a:latin typeface="黑体"/>
                <a:cs typeface="黑体"/>
              </a:rPr>
              <a:t>在</a:t>
            </a:r>
            <a:r>
              <a:rPr dirty="0" sz="2000" b="1">
                <a:solidFill>
                  <a:srgbClr val="00AFEF"/>
                </a:solidFill>
                <a:latin typeface="宋体"/>
                <a:cs typeface="宋体"/>
              </a:rPr>
              <a:t>ID</a:t>
            </a:r>
            <a:r>
              <a:rPr dirty="0" sz="2000" spc="-15" b="1">
                <a:solidFill>
                  <a:srgbClr val="00AFEF"/>
                </a:solidFill>
                <a:latin typeface="黑体"/>
                <a:cs typeface="黑体"/>
              </a:rPr>
              <a:t>段</a:t>
            </a:r>
            <a:r>
              <a:rPr dirty="0" sz="2000" spc="-20" b="1">
                <a:solidFill>
                  <a:srgbClr val="D50092"/>
                </a:solidFill>
                <a:latin typeface="黑体"/>
                <a:cs typeface="黑体"/>
              </a:rPr>
              <a:t>增设一个加法器：</a:t>
            </a:r>
            <a:r>
              <a:rPr dirty="0" sz="2000" spc="-25" b="1">
                <a:solidFill>
                  <a:srgbClr val="00AFEF"/>
                </a:solidFill>
                <a:latin typeface="黑体"/>
                <a:cs typeface="黑体"/>
              </a:rPr>
              <a:t>计算分支目标地址</a:t>
            </a:r>
            <a:endParaRPr sz="2000">
              <a:latin typeface="黑体"/>
              <a:cs typeface="黑体"/>
            </a:endParaRPr>
          </a:p>
          <a:p>
            <a:pPr lvl="2" marL="1524635" indent="-288290">
              <a:lnSpc>
                <a:spcPct val="100000"/>
              </a:lnSpc>
              <a:spcBef>
                <a:spcPts val="1680"/>
              </a:spcBef>
              <a:buClr>
                <a:srgbClr val="4668F5"/>
              </a:buClr>
              <a:buSzPct val="60000"/>
              <a:buFont typeface="Wingdings"/>
              <a:buChar char=""/>
              <a:tabLst>
                <a:tab pos="1524635" algn="l"/>
              </a:tabLst>
            </a:pPr>
            <a:r>
              <a:rPr dirty="0" sz="2000" spc="-10" b="1">
                <a:solidFill>
                  <a:srgbClr val="00AFEF"/>
                </a:solidFill>
                <a:latin typeface="黑体"/>
                <a:cs typeface="黑体"/>
              </a:rPr>
              <a:t>把条件测试</a:t>
            </a:r>
            <a:r>
              <a:rPr dirty="0" sz="2000" spc="-20" b="1">
                <a:solidFill>
                  <a:srgbClr val="D50092"/>
                </a:solidFill>
                <a:latin typeface="黑体"/>
                <a:cs typeface="黑体"/>
              </a:rPr>
              <a:t>“</a:t>
            </a:r>
            <a:r>
              <a:rPr dirty="0" sz="2000" spc="-20" b="1">
                <a:solidFill>
                  <a:srgbClr val="D50092"/>
                </a:solidFill>
                <a:latin typeface="宋体"/>
                <a:cs typeface="宋体"/>
              </a:rPr>
              <a:t>=0</a:t>
            </a:r>
            <a:r>
              <a:rPr dirty="0" sz="2000" spc="-20" b="1">
                <a:solidFill>
                  <a:srgbClr val="D50092"/>
                </a:solidFill>
                <a:latin typeface="黑体"/>
                <a:cs typeface="黑体"/>
              </a:rPr>
              <a:t>？”</a:t>
            </a:r>
            <a:r>
              <a:rPr dirty="0" sz="2000" spc="-20" b="1">
                <a:solidFill>
                  <a:srgbClr val="00AFEF"/>
                </a:solidFill>
                <a:latin typeface="黑体"/>
                <a:cs typeface="黑体"/>
              </a:rPr>
              <a:t>的逻辑电路移到</a:t>
            </a:r>
            <a:r>
              <a:rPr dirty="0" sz="2000" spc="-10" b="1">
                <a:solidFill>
                  <a:srgbClr val="D50092"/>
                </a:solidFill>
                <a:latin typeface="宋体"/>
                <a:cs typeface="宋体"/>
              </a:rPr>
              <a:t>ID</a:t>
            </a:r>
            <a:r>
              <a:rPr dirty="0" sz="2000" spc="-50" b="1">
                <a:solidFill>
                  <a:srgbClr val="D50092"/>
                </a:solidFill>
                <a:latin typeface="黑体"/>
                <a:cs typeface="黑体"/>
              </a:rPr>
              <a:t>段</a:t>
            </a:r>
            <a:endParaRPr sz="2000">
              <a:latin typeface="黑体"/>
              <a:cs typeface="黑体"/>
            </a:endParaRPr>
          </a:p>
          <a:p>
            <a:pPr lvl="2" marL="1524635" indent="-288290">
              <a:lnSpc>
                <a:spcPct val="100000"/>
              </a:lnSpc>
              <a:spcBef>
                <a:spcPts val="1680"/>
              </a:spcBef>
              <a:buClr>
                <a:srgbClr val="4668F5"/>
              </a:buClr>
              <a:buSzPct val="60000"/>
              <a:buFont typeface="Wingdings"/>
              <a:buChar char=""/>
              <a:tabLst>
                <a:tab pos="1524635" algn="l"/>
              </a:tabLst>
            </a:pPr>
            <a:r>
              <a:rPr dirty="0" sz="2000" spc="-180" b="1">
                <a:solidFill>
                  <a:srgbClr val="00AFEF"/>
                </a:solidFill>
                <a:latin typeface="黑体"/>
                <a:cs typeface="黑体"/>
              </a:rPr>
              <a:t>这些结果直接</a:t>
            </a:r>
            <a:r>
              <a:rPr dirty="0" sz="2000" spc="-1010" b="1">
                <a:solidFill>
                  <a:srgbClr val="00AFEF"/>
                </a:solidFill>
                <a:latin typeface="黑体"/>
                <a:cs typeface="黑体"/>
              </a:rPr>
              <a:t></a:t>
            </a:r>
            <a:r>
              <a:rPr dirty="0" sz="2000" spc="-10" b="1">
                <a:solidFill>
                  <a:srgbClr val="00AFEF"/>
                </a:solidFill>
                <a:latin typeface="黑体"/>
                <a:cs typeface="黑体"/>
              </a:rPr>
              <a:t>送到</a:t>
            </a:r>
            <a:r>
              <a:rPr dirty="0" sz="2000" spc="-10" b="1">
                <a:solidFill>
                  <a:srgbClr val="D50092"/>
                </a:solidFill>
                <a:latin typeface="宋体"/>
                <a:cs typeface="宋体"/>
              </a:rPr>
              <a:t>IF</a:t>
            </a:r>
            <a:r>
              <a:rPr dirty="0" sz="2000" spc="-10" b="1">
                <a:solidFill>
                  <a:srgbClr val="D50092"/>
                </a:solidFill>
                <a:latin typeface="黑体"/>
                <a:cs typeface="黑体"/>
              </a:rPr>
              <a:t>段的</a:t>
            </a:r>
            <a:r>
              <a:rPr dirty="0" sz="2000" spc="-20" b="1">
                <a:solidFill>
                  <a:srgbClr val="D50092"/>
                </a:solidFill>
                <a:latin typeface="宋体"/>
                <a:cs typeface="宋体"/>
              </a:rPr>
              <a:t>MUX1</a:t>
            </a:r>
            <a:endParaRPr sz="2000">
              <a:latin typeface="宋体"/>
              <a:cs typeface="宋体"/>
            </a:endParaRPr>
          </a:p>
          <a:p>
            <a:pPr lvl="2" marL="1524635" indent="-288290">
              <a:lnSpc>
                <a:spcPct val="100000"/>
              </a:lnSpc>
              <a:spcBef>
                <a:spcPts val="1685"/>
              </a:spcBef>
              <a:buClr>
                <a:srgbClr val="4668F5"/>
              </a:buClr>
              <a:buSzPct val="60000"/>
              <a:buFont typeface="Wingdings"/>
              <a:buChar char=""/>
              <a:tabLst>
                <a:tab pos="1524635" algn="l"/>
              </a:tabLst>
            </a:pPr>
            <a:r>
              <a:rPr dirty="0" sz="2000" spc="-25" b="1">
                <a:solidFill>
                  <a:srgbClr val="00AFEF"/>
                </a:solidFill>
                <a:latin typeface="黑体"/>
                <a:cs typeface="黑体"/>
              </a:rPr>
              <a:t>改进后的流水线对分支指令的处理</a:t>
            </a:r>
            <a:endParaRPr sz="2000">
              <a:latin typeface="黑体"/>
              <a:cs typeface="黑体"/>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215/154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grpSp>
        <p:nvGrpSpPr>
          <p:cNvPr id="9" name="object 9" descr=""/>
          <p:cNvGrpSpPr/>
          <p:nvPr/>
        </p:nvGrpSpPr>
        <p:grpSpPr>
          <a:xfrm>
            <a:off x="3827266" y="1970882"/>
            <a:ext cx="5694045" cy="3754754"/>
            <a:chOff x="3827266" y="1970882"/>
            <a:chExt cx="5694045" cy="3754754"/>
          </a:xfrm>
        </p:grpSpPr>
        <p:sp>
          <p:nvSpPr>
            <p:cNvPr id="10" name="object 10" descr=""/>
            <p:cNvSpPr/>
            <p:nvPr/>
          </p:nvSpPr>
          <p:spPr>
            <a:xfrm>
              <a:off x="4953297" y="3011448"/>
              <a:ext cx="365760" cy="1480185"/>
            </a:xfrm>
            <a:custGeom>
              <a:avLst/>
              <a:gdLst/>
              <a:ahLst/>
              <a:cxnLst/>
              <a:rect l="l" t="t" r="r" b="b"/>
              <a:pathLst>
                <a:path w="365760" h="1480185">
                  <a:moveTo>
                    <a:pt x="365627" y="0"/>
                  </a:moveTo>
                  <a:lnTo>
                    <a:pt x="0" y="0"/>
                  </a:lnTo>
                  <a:lnTo>
                    <a:pt x="0" y="1479768"/>
                  </a:lnTo>
                  <a:lnTo>
                    <a:pt x="365627" y="1479768"/>
                  </a:lnTo>
                  <a:lnTo>
                    <a:pt x="365627" y="0"/>
                  </a:lnTo>
                  <a:close/>
                </a:path>
              </a:pathLst>
            </a:custGeom>
            <a:solidFill>
              <a:srgbClr val="CCFFCC"/>
            </a:solidFill>
          </p:spPr>
          <p:txBody>
            <a:bodyPr wrap="square" lIns="0" tIns="0" rIns="0" bIns="0" rtlCol="0"/>
            <a:lstStyle/>
            <a:p/>
          </p:txBody>
        </p:sp>
        <p:sp>
          <p:nvSpPr>
            <p:cNvPr id="11" name="object 11" descr=""/>
            <p:cNvSpPr/>
            <p:nvPr/>
          </p:nvSpPr>
          <p:spPr>
            <a:xfrm>
              <a:off x="4953297" y="3011448"/>
              <a:ext cx="365760" cy="1480185"/>
            </a:xfrm>
            <a:custGeom>
              <a:avLst/>
              <a:gdLst/>
              <a:ahLst/>
              <a:cxnLst/>
              <a:rect l="l" t="t" r="r" b="b"/>
              <a:pathLst>
                <a:path w="365760" h="1480185">
                  <a:moveTo>
                    <a:pt x="0" y="1479768"/>
                  </a:moveTo>
                  <a:lnTo>
                    <a:pt x="365627" y="1479768"/>
                  </a:lnTo>
                  <a:lnTo>
                    <a:pt x="365627" y="0"/>
                  </a:lnTo>
                  <a:lnTo>
                    <a:pt x="0" y="0"/>
                  </a:lnTo>
                  <a:lnTo>
                    <a:pt x="0" y="1479768"/>
                  </a:lnTo>
                  <a:close/>
                </a:path>
              </a:pathLst>
            </a:custGeom>
            <a:ln w="14112">
              <a:solidFill>
                <a:srgbClr val="000000"/>
              </a:solidFill>
            </a:ln>
          </p:spPr>
          <p:txBody>
            <a:bodyPr wrap="square" lIns="0" tIns="0" rIns="0" bIns="0" rtlCol="0"/>
            <a:lstStyle/>
            <a:p/>
          </p:txBody>
        </p:sp>
        <p:sp>
          <p:nvSpPr>
            <p:cNvPr id="12" name="object 12" descr=""/>
            <p:cNvSpPr/>
            <p:nvPr/>
          </p:nvSpPr>
          <p:spPr>
            <a:xfrm>
              <a:off x="8352533" y="3592799"/>
              <a:ext cx="612140" cy="835025"/>
            </a:xfrm>
            <a:custGeom>
              <a:avLst/>
              <a:gdLst/>
              <a:ahLst/>
              <a:cxnLst/>
              <a:rect l="l" t="t" r="r" b="b"/>
              <a:pathLst>
                <a:path w="612140" h="835025">
                  <a:moveTo>
                    <a:pt x="611956" y="0"/>
                  </a:moveTo>
                  <a:lnTo>
                    <a:pt x="0" y="0"/>
                  </a:lnTo>
                  <a:lnTo>
                    <a:pt x="0" y="834800"/>
                  </a:lnTo>
                  <a:lnTo>
                    <a:pt x="611956" y="834800"/>
                  </a:lnTo>
                  <a:lnTo>
                    <a:pt x="611956" y="0"/>
                  </a:lnTo>
                  <a:close/>
                </a:path>
              </a:pathLst>
            </a:custGeom>
            <a:solidFill>
              <a:srgbClr val="CCFFCC"/>
            </a:solidFill>
          </p:spPr>
          <p:txBody>
            <a:bodyPr wrap="square" lIns="0" tIns="0" rIns="0" bIns="0" rtlCol="0"/>
            <a:lstStyle/>
            <a:p/>
          </p:txBody>
        </p:sp>
        <p:sp>
          <p:nvSpPr>
            <p:cNvPr id="13" name="object 13" descr=""/>
            <p:cNvSpPr/>
            <p:nvPr/>
          </p:nvSpPr>
          <p:spPr>
            <a:xfrm>
              <a:off x="8352533" y="3592799"/>
              <a:ext cx="612140" cy="835025"/>
            </a:xfrm>
            <a:custGeom>
              <a:avLst/>
              <a:gdLst/>
              <a:ahLst/>
              <a:cxnLst/>
              <a:rect l="l" t="t" r="r" b="b"/>
              <a:pathLst>
                <a:path w="612140" h="835025">
                  <a:moveTo>
                    <a:pt x="0" y="834800"/>
                  </a:moveTo>
                  <a:lnTo>
                    <a:pt x="611956" y="834800"/>
                  </a:lnTo>
                  <a:lnTo>
                    <a:pt x="611956" y="0"/>
                  </a:lnTo>
                  <a:lnTo>
                    <a:pt x="0" y="0"/>
                  </a:lnTo>
                  <a:lnTo>
                    <a:pt x="0" y="834800"/>
                  </a:lnTo>
                  <a:close/>
                </a:path>
              </a:pathLst>
            </a:custGeom>
            <a:ln w="14368">
              <a:solidFill>
                <a:srgbClr val="000000"/>
              </a:solidFill>
            </a:ln>
          </p:spPr>
          <p:txBody>
            <a:bodyPr wrap="square" lIns="0" tIns="0" rIns="0" bIns="0" rtlCol="0"/>
            <a:lstStyle/>
            <a:p/>
          </p:txBody>
        </p:sp>
        <p:sp>
          <p:nvSpPr>
            <p:cNvPr id="14" name="object 14" descr=""/>
            <p:cNvSpPr/>
            <p:nvPr/>
          </p:nvSpPr>
          <p:spPr>
            <a:xfrm>
              <a:off x="9189030" y="1978184"/>
              <a:ext cx="324485" cy="3675379"/>
            </a:xfrm>
            <a:custGeom>
              <a:avLst/>
              <a:gdLst/>
              <a:ahLst/>
              <a:cxnLst/>
              <a:rect l="l" t="t" r="r" b="b"/>
              <a:pathLst>
                <a:path w="324484" h="3675379">
                  <a:moveTo>
                    <a:pt x="324399" y="0"/>
                  </a:moveTo>
                  <a:lnTo>
                    <a:pt x="0" y="0"/>
                  </a:lnTo>
                  <a:lnTo>
                    <a:pt x="0" y="3675193"/>
                  </a:lnTo>
                  <a:lnTo>
                    <a:pt x="324399" y="3675193"/>
                  </a:lnTo>
                  <a:lnTo>
                    <a:pt x="324399" y="0"/>
                  </a:lnTo>
                  <a:close/>
                </a:path>
              </a:pathLst>
            </a:custGeom>
            <a:solidFill>
              <a:srgbClr val="99CCFF"/>
            </a:solidFill>
          </p:spPr>
          <p:txBody>
            <a:bodyPr wrap="square" lIns="0" tIns="0" rIns="0" bIns="0" rtlCol="0"/>
            <a:lstStyle/>
            <a:p/>
          </p:txBody>
        </p:sp>
        <p:sp>
          <p:nvSpPr>
            <p:cNvPr id="15" name="object 15" descr=""/>
            <p:cNvSpPr/>
            <p:nvPr/>
          </p:nvSpPr>
          <p:spPr>
            <a:xfrm>
              <a:off x="9189030" y="1978184"/>
              <a:ext cx="324485" cy="3675379"/>
            </a:xfrm>
            <a:custGeom>
              <a:avLst/>
              <a:gdLst/>
              <a:ahLst/>
              <a:cxnLst/>
              <a:rect l="l" t="t" r="r" b="b"/>
              <a:pathLst>
                <a:path w="324484" h="3675379">
                  <a:moveTo>
                    <a:pt x="0" y="3675193"/>
                  </a:moveTo>
                  <a:lnTo>
                    <a:pt x="324399" y="3675193"/>
                  </a:lnTo>
                  <a:lnTo>
                    <a:pt x="324399" y="0"/>
                  </a:lnTo>
                  <a:lnTo>
                    <a:pt x="0" y="0"/>
                  </a:lnTo>
                  <a:lnTo>
                    <a:pt x="0" y="3675193"/>
                  </a:lnTo>
                  <a:close/>
                </a:path>
              </a:pathLst>
            </a:custGeom>
            <a:ln w="14069">
              <a:solidFill>
                <a:srgbClr val="000000"/>
              </a:solidFill>
            </a:ln>
          </p:spPr>
          <p:txBody>
            <a:bodyPr wrap="square" lIns="0" tIns="0" rIns="0" bIns="0" rtlCol="0"/>
            <a:lstStyle/>
            <a:p/>
          </p:txBody>
        </p:sp>
        <p:sp>
          <p:nvSpPr>
            <p:cNvPr id="16" name="object 16" descr=""/>
            <p:cNvSpPr/>
            <p:nvPr/>
          </p:nvSpPr>
          <p:spPr>
            <a:xfrm>
              <a:off x="7667361" y="1978184"/>
              <a:ext cx="324485" cy="3675379"/>
            </a:xfrm>
            <a:custGeom>
              <a:avLst/>
              <a:gdLst/>
              <a:ahLst/>
              <a:cxnLst/>
              <a:rect l="l" t="t" r="r" b="b"/>
              <a:pathLst>
                <a:path w="324484" h="3675379">
                  <a:moveTo>
                    <a:pt x="324399" y="0"/>
                  </a:moveTo>
                  <a:lnTo>
                    <a:pt x="0" y="0"/>
                  </a:lnTo>
                  <a:lnTo>
                    <a:pt x="0" y="3675193"/>
                  </a:lnTo>
                  <a:lnTo>
                    <a:pt x="324399" y="3675193"/>
                  </a:lnTo>
                  <a:lnTo>
                    <a:pt x="324399" y="0"/>
                  </a:lnTo>
                  <a:close/>
                </a:path>
              </a:pathLst>
            </a:custGeom>
            <a:solidFill>
              <a:srgbClr val="99CCFF"/>
            </a:solidFill>
          </p:spPr>
          <p:txBody>
            <a:bodyPr wrap="square" lIns="0" tIns="0" rIns="0" bIns="0" rtlCol="0"/>
            <a:lstStyle/>
            <a:p/>
          </p:txBody>
        </p:sp>
        <p:sp>
          <p:nvSpPr>
            <p:cNvPr id="17" name="object 17" descr=""/>
            <p:cNvSpPr/>
            <p:nvPr/>
          </p:nvSpPr>
          <p:spPr>
            <a:xfrm>
              <a:off x="7667361" y="1978184"/>
              <a:ext cx="324485" cy="3675379"/>
            </a:xfrm>
            <a:custGeom>
              <a:avLst/>
              <a:gdLst/>
              <a:ahLst/>
              <a:cxnLst/>
              <a:rect l="l" t="t" r="r" b="b"/>
              <a:pathLst>
                <a:path w="324484" h="3675379">
                  <a:moveTo>
                    <a:pt x="0" y="3675193"/>
                  </a:moveTo>
                  <a:lnTo>
                    <a:pt x="324399" y="3675193"/>
                  </a:lnTo>
                  <a:lnTo>
                    <a:pt x="324399" y="0"/>
                  </a:lnTo>
                  <a:lnTo>
                    <a:pt x="0" y="0"/>
                  </a:lnTo>
                  <a:lnTo>
                    <a:pt x="0" y="3675193"/>
                  </a:lnTo>
                  <a:close/>
                </a:path>
              </a:pathLst>
            </a:custGeom>
            <a:ln w="14069">
              <a:solidFill>
                <a:srgbClr val="000000"/>
              </a:solidFill>
            </a:ln>
          </p:spPr>
          <p:txBody>
            <a:bodyPr wrap="square" lIns="0" tIns="0" rIns="0" bIns="0" rtlCol="0"/>
            <a:lstStyle/>
            <a:p/>
          </p:txBody>
        </p:sp>
        <p:sp>
          <p:nvSpPr>
            <p:cNvPr id="18" name="object 18" descr=""/>
            <p:cNvSpPr/>
            <p:nvPr/>
          </p:nvSpPr>
          <p:spPr>
            <a:xfrm>
              <a:off x="3834568" y="2043257"/>
              <a:ext cx="324485" cy="3675379"/>
            </a:xfrm>
            <a:custGeom>
              <a:avLst/>
              <a:gdLst/>
              <a:ahLst/>
              <a:cxnLst/>
              <a:rect l="l" t="t" r="r" b="b"/>
              <a:pathLst>
                <a:path w="324485" h="3675379">
                  <a:moveTo>
                    <a:pt x="324399" y="0"/>
                  </a:moveTo>
                  <a:lnTo>
                    <a:pt x="0" y="0"/>
                  </a:lnTo>
                  <a:lnTo>
                    <a:pt x="0" y="3674778"/>
                  </a:lnTo>
                  <a:lnTo>
                    <a:pt x="324399" y="3674778"/>
                  </a:lnTo>
                  <a:lnTo>
                    <a:pt x="324399" y="0"/>
                  </a:lnTo>
                  <a:close/>
                </a:path>
              </a:pathLst>
            </a:custGeom>
            <a:solidFill>
              <a:srgbClr val="99CCFF"/>
            </a:solidFill>
          </p:spPr>
          <p:txBody>
            <a:bodyPr wrap="square" lIns="0" tIns="0" rIns="0" bIns="0" rtlCol="0"/>
            <a:lstStyle/>
            <a:p/>
          </p:txBody>
        </p:sp>
        <p:sp>
          <p:nvSpPr>
            <p:cNvPr id="19" name="object 19" descr=""/>
            <p:cNvSpPr/>
            <p:nvPr/>
          </p:nvSpPr>
          <p:spPr>
            <a:xfrm>
              <a:off x="3834568" y="2043257"/>
              <a:ext cx="324485" cy="3675379"/>
            </a:xfrm>
            <a:custGeom>
              <a:avLst/>
              <a:gdLst/>
              <a:ahLst/>
              <a:cxnLst/>
              <a:rect l="l" t="t" r="r" b="b"/>
              <a:pathLst>
                <a:path w="324485" h="3675379">
                  <a:moveTo>
                    <a:pt x="0" y="3674778"/>
                  </a:moveTo>
                  <a:lnTo>
                    <a:pt x="324399" y="3674778"/>
                  </a:lnTo>
                  <a:lnTo>
                    <a:pt x="324399" y="0"/>
                  </a:lnTo>
                  <a:lnTo>
                    <a:pt x="0" y="0"/>
                  </a:lnTo>
                  <a:lnTo>
                    <a:pt x="0" y="3674778"/>
                  </a:lnTo>
                  <a:close/>
                </a:path>
              </a:pathLst>
            </a:custGeom>
            <a:ln w="14069">
              <a:solidFill>
                <a:srgbClr val="000000"/>
              </a:solidFill>
            </a:ln>
          </p:spPr>
          <p:txBody>
            <a:bodyPr wrap="square" lIns="0" tIns="0" rIns="0" bIns="0" rtlCol="0"/>
            <a:lstStyle/>
            <a:p/>
          </p:txBody>
        </p:sp>
        <p:sp>
          <p:nvSpPr>
            <p:cNvPr id="20" name="object 20" descr=""/>
            <p:cNvSpPr/>
            <p:nvPr/>
          </p:nvSpPr>
          <p:spPr>
            <a:xfrm>
              <a:off x="6022557" y="2043278"/>
              <a:ext cx="324485" cy="3610610"/>
            </a:xfrm>
            <a:custGeom>
              <a:avLst/>
              <a:gdLst/>
              <a:ahLst/>
              <a:cxnLst/>
              <a:rect l="l" t="t" r="r" b="b"/>
              <a:pathLst>
                <a:path w="324485" h="3610610">
                  <a:moveTo>
                    <a:pt x="324399" y="0"/>
                  </a:moveTo>
                  <a:lnTo>
                    <a:pt x="0" y="0"/>
                  </a:lnTo>
                  <a:lnTo>
                    <a:pt x="0" y="3610100"/>
                  </a:lnTo>
                  <a:lnTo>
                    <a:pt x="324399" y="3610100"/>
                  </a:lnTo>
                  <a:lnTo>
                    <a:pt x="324399" y="0"/>
                  </a:lnTo>
                  <a:close/>
                </a:path>
              </a:pathLst>
            </a:custGeom>
            <a:solidFill>
              <a:srgbClr val="99CCFF"/>
            </a:solidFill>
          </p:spPr>
          <p:txBody>
            <a:bodyPr wrap="square" lIns="0" tIns="0" rIns="0" bIns="0" rtlCol="0"/>
            <a:lstStyle/>
            <a:p/>
          </p:txBody>
        </p:sp>
        <p:sp>
          <p:nvSpPr>
            <p:cNvPr id="21" name="object 21" descr=""/>
            <p:cNvSpPr/>
            <p:nvPr/>
          </p:nvSpPr>
          <p:spPr>
            <a:xfrm>
              <a:off x="6022557" y="2043278"/>
              <a:ext cx="324485" cy="3610610"/>
            </a:xfrm>
            <a:custGeom>
              <a:avLst/>
              <a:gdLst/>
              <a:ahLst/>
              <a:cxnLst/>
              <a:rect l="l" t="t" r="r" b="b"/>
              <a:pathLst>
                <a:path w="324485" h="3610610">
                  <a:moveTo>
                    <a:pt x="0" y="3610100"/>
                  </a:moveTo>
                  <a:lnTo>
                    <a:pt x="324399" y="3610100"/>
                  </a:lnTo>
                  <a:lnTo>
                    <a:pt x="324399" y="0"/>
                  </a:lnTo>
                  <a:lnTo>
                    <a:pt x="0" y="0"/>
                  </a:lnTo>
                  <a:lnTo>
                    <a:pt x="0" y="3610100"/>
                  </a:lnTo>
                  <a:close/>
                </a:path>
              </a:pathLst>
            </a:custGeom>
            <a:ln w="14069">
              <a:solidFill>
                <a:srgbClr val="000000"/>
              </a:solidFill>
            </a:ln>
          </p:spPr>
          <p:txBody>
            <a:bodyPr wrap="square" lIns="0" tIns="0" rIns="0" bIns="0" rtlCol="0"/>
            <a:lstStyle/>
            <a:p/>
          </p:txBody>
        </p:sp>
      </p:grpSp>
      <p:sp>
        <p:nvSpPr>
          <p:cNvPr id="22" name="object 22" descr=""/>
          <p:cNvSpPr txBox="1"/>
          <p:nvPr/>
        </p:nvSpPr>
        <p:spPr>
          <a:xfrm>
            <a:off x="8864871" y="1691088"/>
            <a:ext cx="779145" cy="251460"/>
          </a:xfrm>
          <a:prstGeom prst="rect">
            <a:avLst/>
          </a:prstGeom>
        </p:spPr>
        <p:txBody>
          <a:bodyPr wrap="square" lIns="0" tIns="16510" rIns="0" bIns="0" rtlCol="0" vert="horz">
            <a:spAutoFit/>
          </a:bodyPr>
          <a:lstStyle/>
          <a:p>
            <a:pPr marL="12700">
              <a:lnSpc>
                <a:spcPct val="100000"/>
              </a:lnSpc>
              <a:spcBef>
                <a:spcPts val="130"/>
              </a:spcBef>
            </a:pPr>
            <a:r>
              <a:rPr dirty="0" sz="1450" spc="-40">
                <a:latin typeface="Times New Roman"/>
                <a:cs typeface="Times New Roman"/>
              </a:rPr>
              <a:t>MEM/WB</a:t>
            </a:r>
            <a:endParaRPr sz="1450">
              <a:latin typeface="Times New Roman"/>
              <a:cs typeface="Times New Roman"/>
            </a:endParaRPr>
          </a:p>
        </p:txBody>
      </p:sp>
      <p:sp>
        <p:nvSpPr>
          <p:cNvPr id="23" name="object 23" descr=""/>
          <p:cNvSpPr txBox="1"/>
          <p:nvPr/>
        </p:nvSpPr>
        <p:spPr>
          <a:xfrm>
            <a:off x="8481958" y="3705665"/>
            <a:ext cx="377825" cy="251460"/>
          </a:xfrm>
          <a:prstGeom prst="rect">
            <a:avLst/>
          </a:prstGeom>
        </p:spPr>
        <p:txBody>
          <a:bodyPr wrap="square" lIns="0" tIns="16510" rIns="0" bIns="0" rtlCol="0" vert="horz">
            <a:spAutoFit/>
          </a:bodyPr>
          <a:lstStyle/>
          <a:p>
            <a:pPr marL="12700">
              <a:lnSpc>
                <a:spcPct val="100000"/>
              </a:lnSpc>
              <a:spcBef>
                <a:spcPts val="130"/>
              </a:spcBef>
            </a:pPr>
            <a:r>
              <a:rPr dirty="0" sz="1450" spc="-65">
                <a:latin typeface="宋体"/>
                <a:cs typeface="宋体"/>
              </a:rPr>
              <a:t>数据</a:t>
            </a:r>
            <a:endParaRPr sz="1450">
              <a:latin typeface="宋体"/>
              <a:cs typeface="宋体"/>
            </a:endParaRPr>
          </a:p>
        </p:txBody>
      </p:sp>
      <p:sp>
        <p:nvSpPr>
          <p:cNvPr id="24" name="object 24" descr=""/>
          <p:cNvSpPr txBox="1"/>
          <p:nvPr/>
        </p:nvSpPr>
        <p:spPr>
          <a:xfrm>
            <a:off x="2773569" y="3320403"/>
            <a:ext cx="612775" cy="833755"/>
          </a:xfrm>
          <a:prstGeom prst="rect">
            <a:avLst/>
          </a:prstGeom>
          <a:solidFill>
            <a:srgbClr val="CCFFCC"/>
          </a:solidFill>
          <a:ln w="14394">
            <a:solidFill>
              <a:srgbClr val="000000"/>
            </a:solidFill>
          </a:ln>
        </p:spPr>
        <p:txBody>
          <a:bodyPr wrap="square" lIns="0" tIns="29845" rIns="0" bIns="0" rtlCol="0" vert="horz">
            <a:spAutoFit/>
          </a:bodyPr>
          <a:lstStyle/>
          <a:p>
            <a:pPr marL="26034" marR="50165" indent="40640">
              <a:lnSpc>
                <a:spcPct val="143700"/>
              </a:lnSpc>
              <a:spcBef>
                <a:spcPts val="235"/>
              </a:spcBef>
            </a:pPr>
            <a:r>
              <a:rPr dirty="0" sz="1450" spc="-55">
                <a:latin typeface="宋体"/>
                <a:cs typeface="宋体"/>
              </a:rPr>
              <a:t>指 令</a:t>
            </a:r>
            <a:r>
              <a:rPr dirty="0" sz="1450" spc="-85">
                <a:latin typeface="宋体"/>
                <a:cs typeface="宋体"/>
              </a:rPr>
              <a:t>存储器</a:t>
            </a:r>
            <a:endParaRPr sz="1450">
              <a:latin typeface="宋体"/>
              <a:cs typeface="宋体"/>
            </a:endParaRPr>
          </a:p>
        </p:txBody>
      </p:sp>
      <p:sp>
        <p:nvSpPr>
          <p:cNvPr id="25" name="object 25" descr=""/>
          <p:cNvSpPr txBox="1"/>
          <p:nvPr/>
        </p:nvSpPr>
        <p:spPr>
          <a:xfrm>
            <a:off x="5027124" y="3300362"/>
            <a:ext cx="202565" cy="439420"/>
          </a:xfrm>
          <a:prstGeom prst="rect">
            <a:avLst/>
          </a:prstGeom>
        </p:spPr>
        <p:txBody>
          <a:bodyPr wrap="square" lIns="0" tIns="50165" rIns="0" bIns="0" rtlCol="0" vert="horz">
            <a:spAutoFit/>
          </a:bodyPr>
          <a:lstStyle/>
          <a:p>
            <a:pPr marL="12700" marR="5080">
              <a:lnSpc>
                <a:spcPts val="1480"/>
              </a:lnSpc>
              <a:spcBef>
                <a:spcPts val="395"/>
              </a:spcBef>
            </a:pPr>
            <a:r>
              <a:rPr dirty="0" sz="1450" spc="-105">
                <a:latin typeface="宋体"/>
                <a:cs typeface="宋体"/>
              </a:rPr>
              <a:t>用寄</a:t>
            </a:r>
            <a:endParaRPr sz="1450">
              <a:latin typeface="宋体"/>
              <a:cs typeface="宋体"/>
            </a:endParaRPr>
          </a:p>
        </p:txBody>
      </p:sp>
      <p:sp>
        <p:nvSpPr>
          <p:cNvPr id="26" name="object 26" descr=""/>
          <p:cNvSpPr txBox="1"/>
          <p:nvPr/>
        </p:nvSpPr>
        <p:spPr>
          <a:xfrm>
            <a:off x="5027125" y="4052471"/>
            <a:ext cx="202565" cy="251460"/>
          </a:xfrm>
          <a:prstGeom prst="rect">
            <a:avLst/>
          </a:prstGeom>
        </p:spPr>
        <p:txBody>
          <a:bodyPr wrap="square" lIns="0" tIns="16510" rIns="0" bIns="0" rtlCol="0" vert="horz">
            <a:spAutoFit/>
          </a:bodyPr>
          <a:lstStyle/>
          <a:p>
            <a:pPr marL="12700">
              <a:lnSpc>
                <a:spcPct val="100000"/>
              </a:lnSpc>
              <a:spcBef>
                <a:spcPts val="130"/>
              </a:spcBef>
            </a:pPr>
            <a:r>
              <a:rPr dirty="0" sz="1450" spc="-50">
                <a:latin typeface="宋体"/>
                <a:cs typeface="宋体"/>
              </a:rPr>
              <a:t>组</a:t>
            </a:r>
            <a:endParaRPr sz="1450">
              <a:latin typeface="宋体"/>
              <a:cs typeface="宋体"/>
            </a:endParaRPr>
          </a:p>
        </p:txBody>
      </p:sp>
      <p:sp>
        <p:nvSpPr>
          <p:cNvPr id="27" name="object 27" descr=""/>
          <p:cNvSpPr txBox="1"/>
          <p:nvPr/>
        </p:nvSpPr>
        <p:spPr>
          <a:xfrm>
            <a:off x="5008919" y="4598863"/>
            <a:ext cx="386080" cy="614045"/>
          </a:xfrm>
          <a:prstGeom prst="rect">
            <a:avLst/>
          </a:prstGeom>
        </p:spPr>
        <p:txBody>
          <a:bodyPr wrap="square" lIns="0" tIns="55880" rIns="0" bIns="0" rtlCol="0" vert="horz">
            <a:spAutoFit/>
          </a:bodyPr>
          <a:lstStyle/>
          <a:p>
            <a:pPr algn="ctr" marL="12700" marR="5080" indent="7620">
              <a:lnSpc>
                <a:spcPct val="82100"/>
              </a:lnSpc>
              <a:spcBef>
                <a:spcPts val="440"/>
              </a:spcBef>
            </a:pPr>
            <a:r>
              <a:rPr dirty="0" sz="1450" spc="-90">
                <a:latin typeface="宋体"/>
                <a:cs typeface="宋体"/>
              </a:rPr>
              <a:t>符号</a:t>
            </a:r>
            <a:r>
              <a:rPr dirty="0" sz="1450" spc="-50">
                <a:latin typeface="宋体"/>
                <a:cs typeface="宋体"/>
              </a:rPr>
              <a:t>位</a:t>
            </a:r>
            <a:r>
              <a:rPr dirty="0" sz="1450" spc="-50">
                <a:latin typeface="宋体"/>
                <a:cs typeface="宋体"/>
              </a:rPr>
              <a:t> </a:t>
            </a:r>
            <a:r>
              <a:rPr dirty="0" sz="1450" spc="-65">
                <a:latin typeface="宋体"/>
                <a:cs typeface="宋体"/>
              </a:rPr>
              <a:t>扩展</a:t>
            </a:r>
            <a:endParaRPr sz="1450">
              <a:latin typeface="宋体"/>
              <a:cs typeface="宋体"/>
            </a:endParaRPr>
          </a:p>
        </p:txBody>
      </p:sp>
      <p:sp>
        <p:nvSpPr>
          <p:cNvPr id="28" name="object 28" descr=""/>
          <p:cNvSpPr txBox="1"/>
          <p:nvPr/>
        </p:nvSpPr>
        <p:spPr>
          <a:xfrm>
            <a:off x="2197986" y="3455374"/>
            <a:ext cx="242570" cy="576580"/>
          </a:xfrm>
          <a:prstGeom prst="rect">
            <a:avLst/>
          </a:prstGeom>
          <a:solidFill>
            <a:srgbClr val="99CCFF"/>
          </a:solidFill>
          <a:ln w="14207">
            <a:solidFill>
              <a:srgbClr val="000000"/>
            </a:solidFill>
          </a:ln>
        </p:spPr>
        <p:txBody>
          <a:bodyPr wrap="square" lIns="0" tIns="149225" rIns="0" bIns="0" rtlCol="0" vert="horz">
            <a:spAutoFit/>
          </a:bodyPr>
          <a:lstStyle/>
          <a:p>
            <a:pPr marL="7620">
              <a:lnSpc>
                <a:spcPct val="100000"/>
              </a:lnSpc>
              <a:spcBef>
                <a:spcPts val="1175"/>
              </a:spcBef>
            </a:pPr>
            <a:r>
              <a:rPr dirty="0" sz="1450" spc="-25">
                <a:latin typeface="Times New Roman"/>
                <a:cs typeface="Times New Roman"/>
              </a:rPr>
              <a:t>PC</a:t>
            </a:r>
            <a:endParaRPr sz="1450">
              <a:latin typeface="Times New Roman"/>
              <a:cs typeface="Times New Roman"/>
            </a:endParaRPr>
          </a:p>
        </p:txBody>
      </p:sp>
      <p:sp>
        <p:nvSpPr>
          <p:cNvPr id="29" name="object 29" descr=""/>
          <p:cNvSpPr txBox="1"/>
          <p:nvPr/>
        </p:nvSpPr>
        <p:spPr>
          <a:xfrm>
            <a:off x="5575262" y="2338698"/>
            <a:ext cx="292735" cy="251460"/>
          </a:xfrm>
          <a:prstGeom prst="rect">
            <a:avLst/>
          </a:prstGeom>
        </p:spPr>
        <p:txBody>
          <a:bodyPr wrap="square" lIns="0" tIns="16510" rIns="0" bIns="0" rtlCol="0" vert="horz">
            <a:spAutoFit/>
          </a:bodyPr>
          <a:lstStyle/>
          <a:p>
            <a:pPr marL="12700">
              <a:lnSpc>
                <a:spcPct val="100000"/>
              </a:lnSpc>
              <a:spcBef>
                <a:spcPts val="130"/>
              </a:spcBef>
            </a:pPr>
            <a:r>
              <a:rPr dirty="0" sz="1450" spc="-25">
                <a:latin typeface="Times New Roman"/>
                <a:cs typeface="Times New Roman"/>
              </a:rPr>
              <a:t>=0?</a:t>
            </a:r>
            <a:endParaRPr sz="1450">
              <a:latin typeface="Times New Roman"/>
              <a:cs typeface="Times New Roman"/>
            </a:endParaRPr>
          </a:p>
        </p:txBody>
      </p:sp>
      <p:sp>
        <p:nvSpPr>
          <p:cNvPr id="30" name="object 30" descr=""/>
          <p:cNvSpPr txBox="1"/>
          <p:nvPr/>
        </p:nvSpPr>
        <p:spPr>
          <a:xfrm>
            <a:off x="2801633" y="2364095"/>
            <a:ext cx="221615" cy="432434"/>
          </a:xfrm>
          <a:prstGeom prst="rect">
            <a:avLst/>
          </a:prstGeom>
        </p:spPr>
        <p:txBody>
          <a:bodyPr wrap="square" lIns="0" tIns="0" rIns="0" bIns="0" rtlCol="0" vert="vert">
            <a:spAutoFit/>
          </a:bodyPr>
          <a:lstStyle/>
          <a:p>
            <a:pPr marL="12700">
              <a:lnSpc>
                <a:spcPts val="1620"/>
              </a:lnSpc>
            </a:pPr>
            <a:r>
              <a:rPr dirty="0" sz="1400" spc="-25">
                <a:latin typeface="Times New Roman"/>
                <a:cs typeface="Times New Roman"/>
              </a:rPr>
              <a:t>ADD</a:t>
            </a:r>
            <a:endParaRPr sz="1400">
              <a:latin typeface="Times New Roman"/>
              <a:cs typeface="Times New Roman"/>
            </a:endParaRPr>
          </a:p>
        </p:txBody>
      </p:sp>
      <p:sp>
        <p:nvSpPr>
          <p:cNvPr id="31" name="object 31" descr=""/>
          <p:cNvSpPr txBox="1"/>
          <p:nvPr/>
        </p:nvSpPr>
        <p:spPr>
          <a:xfrm>
            <a:off x="4629333" y="4667741"/>
            <a:ext cx="173990" cy="213360"/>
          </a:xfrm>
          <a:prstGeom prst="rect">
            <a:avLst/>
          </a:prstGeom>
        </p:spPr>
        <p:txBody>
          <a:bodyPr wrap="square" lIns="0" tIns="16510" rIns="0" bIns="0" rtlCol="0" vert="horz">
            <a:spAutoFit/>
          </a:bodyPr>
          <a:lstStyle/>
          <a:p>
            <a:pPr marL="12700">
              <a:lnSpc>
                <a:spcPct val="100000"/>
              </a:lnSpc>
              <a:spcBef>
                <a:spcPts val="130"/>
              </a:spcBef>
            </a:pPr>
            <a:r>
              <a:rPr dirty="0" sz="1200" spc="-25">
                <a:latin typeface="Times New Roman"/>
                <a:cs typeface="Times New Roman"/>
              </a:rPr>
              <a:t>16</a:t>
            </a:r>
            <a:endParaRPr sz="1200">
              <a:latin typeface="Times New Roman"/>
              <a:cs typeface="Times New Roman"/>
            </a:endParaRPr>
          </a:p>
        </p:txBody>
      </p:sp>
      <p:sp>
        <p:nvSpPr>
          <p:cNvPr id="32" name="object 32" descr=""/>
          <p:cNvSpPr txBox="1"/>
          <p:nvPr/>
        </p:nvSpPr>
        <p:spPr>
          <a:xfrm>
            <a:off x="5657287" y="4660567"/>
            <a:ext cx="173990" cy="213360"/>
          </a:xfrm>
          <a:prstGeom prst="rect">
            <a:avLst/>
          </a:prstGeom>
        </p:spPr>
        <p:txBody>
          <a:bodyPr wrap="square" lIns="0" tIns="16510" rIns="0" bIns="0" rtlCol="0" vert="horz">
            <a:spAutoFit/>
          </a:bodyPr>
          <a:lstStyle/>
          <a:p>
            <a:pPr marL="12700">
              <a:lnSpc>
                <a:spcPct val="100000"/>
              </a:lnSpc>
              <a:spcBef>
                <a:spcPts val="130"/>
              </a:spcBef>
            </a:pPr>
            <a:r>
              <a:rPr dirty="0" sz="1200" spc="-25">
                <a:latin typeface="Times New Roman"/>
                <a:cs typeface="Times New Roman"/>
              </a:rPr>
              <a:t>32</a:t>
            </a:r>
            <a:endParaRPr sz="1200">
              <a:latin typeface="Times New Roman"/>
              <a:cs typeface="Times New Roman"/>
            </a:endParaRPr>
          </a:p>
        </p:txBody>
      </p:sp>
      <p:sp>
        <p:nvSpPr>
          <p:cNvPr id="33" name="object 33" descr=""/>
          <p:cNvSpPr txBox="1"/>
          <p:nvPr/>
        </p:nvSpPr>
        <p:spPr>
          <a:xfrm>
            <a:off x="2349668" y="2241161"/>
            <a:ext cx="114300" cy="251460"/>
          </a:xfrm>
          <a:prstGeom prst="rect">
            <a:avLst/>
          </a:prstGeom>
        </p:spPr>
        <p:txBody>
          <a:bodyPr wrap="square" lIns="0" tIns="16510" rIns="0" bIns="0" rtlCol="0" vert="horz">
            <a:spAutoFit/>
          </a:bodyPr>
          <a:lstStyle/>
          <a:p>
            <a:pPr marL="12700">
              <a:lnSpc>
                <a:spcPct val="100000"/>
              </a:lnSpc>
              <a:spcBef>
                <a:spcPts val="130"/>
              </a:spcBef>
            </a:pPr>
            <a:r>
              <a:rPr dirty="0" sz="1450" spc="-50">
                <a:latin typeface="Times New Roman"/>
                <a:cs typeface="Times New Roman"/>
              </a:rPr>
              <a:t>4</a:t>
            </a:r>
            <a:endParaRPr sz="1450">
              <a:latin typeface="Times New Roman"/>
              <a:cs typeface="Times New Roman"/>
            </a:endParaRPr>
          </a:p>
        </p:txBody>
      </p:sp>
      <p:grpSp>
        <p:nvGrpSpPr>
          <p:cNvPr id="34" name="object 34" descr=""/>
          <p:cNvGrpSpPr/>
          <p:nvPr/>
        </p:nvGrpSpPr>
        <p:grpSpPr>
          <a:xfrm>
            <a:off x="2725211" y="1326012"/>
            <a:ext cx="3587750" cy="3044190"/>
            <a:chOff x="2725211" y="1326012"/>
            <a:chExt cx="3587750" cy="3044190"/>
          </a:xfrm>
        </p:grpSpPr>
        <p:sp>
          <p:nvSpPr>
            <p:cNvPr id="35" name="object 35" descr=""/>
            <p:cNvSpPr/>
            <p:nvPr/>
          </p:nvSpPr>
          <p:spPr>
            <a:xfrm>
              <a:off x="6063667" y="3398848"/>
              <a:ext cx="242570" cy="382905"/>
            </a:xfrm>
            <a:custGeom>
              <a:avLst/>
              <a:gdLst/>
              <a:ahLst/>
              <a:cxnLst/>
              <a:rect l="l" t="t" r="r" b="b"/>
              <a:pathLst>
                <a:path w="242570" h="382904">
                  <a:moveTo>
                    <a:pt x="241963" y="0"/>
                  </a:moveTo>
                  <a:lnTo>
                    <a:pt x="0" y="0"/>
                  </a:lnTo>
                  <a:lnTo>
                    <a:pt x="0" y="382763"/>
                  </a:lnTo>
                  <a:lnTo>
                    <a:pt x="241963" y="382763"/>
                  </a:lnTo>
                  <a:lnTo>
                    <a:pt x="241963" y="0"/>
                  </a:lnTo>
                  <a:close/>
                </a:path>
              </a:pathLst>
            </a:custGeom>
            <a:solidFill>
              <a:srgbClr val="FFFFFF"/>
            </a:solidFill>
          </p:spPr>
          <p:txBody>
            <a:bodyPr wrap="square" lIns="0" tIns="0" rIns="0" bIns="0" rtlCol="0"/>
            <a:lstStyle/>
            <a:p/>
          </p:txBody>
        </p:sp>
        <p:sp>
          <p:nvSpPr>
            <p:cNvPr id="36" name="object 36" descr=""/>
            <p:cNvSpPr/>
            <p:nvPr/>
          </p:nvSpPr>
          <p:spPr>
            <a:xfrm>
              <a:off x="6063667" y="3398848"/>
              <a:ext cx="242570" cy="382905"/>
            </a:xfrm>
            <a:custGeom>
              <a:avLst/>
              <a:gdLst/>
              <a:ahLst/>
              <a:cxnLst/>
              <a:rect l="l" t="t" r="r" b="b"/>
              <a:pathLst>
                <a:path w="242570" h="382904">
                  <a:moveTo>
                    <a:pt x="0" y="382763"/>
                  </a:moveTo>
                  <a:lnTo>
                    <a:pt x="241963" y="382763"/>
                  </a:lnTo>
                  <a:lnTo>
                    <a:pt x="241963" y="0"/>
                  </a:lnTo>
                  <a:lnTo>
                    <a:pt x="0" y="0"/>
                  </a:lnTo>
                  <a:lnTo>
                    <a:pt x="0" y="382763"/>
                  </a:lnTo>
                  <a:close/>
                </a:path>
              </a:pathLst>
            </a:custGeom>
            <a:ln w="14312">
              <a:solidFill>
                <a:srgbClr val="000000"/>
              </a:solidFill>
            </a:ln>
          </p:spPr>
          <p:txBody>
            <a:bodyPr wrap="square" lIns="0" tIns="0" rIns="0" bIns="0" rtlCol="0"/>
            <a:lstStyle/>
            <a:p/>
          </p:txBody>
        </p:sp>
        <p:sp>
          <p:nvSpPr>
            <p:cNvPr id="37" name="object 37" descr=""/>
            <p:cNvSpPr/>
            <p:nvPr/>
          </p:nvSpPr>
          <p:spPr>
            <a:xfrm>
              <a:off x="6063667" y="3980179"/>
              <a:ext cx="242570" cy="382270"/>
            </a:xfrm>
            <a:custGeom>
              <a:avLst/>
              <a:gdLst/>
              <a:ahLst/>
              <a:cxnLst/>
              <a:rect l="l" t="t" r="r" b="b"/>
              <a:pathLst>
                <a:path w="242570" h="382270">
                  <a:moveTo>
                    <a:pt x="241963" y="0"/>
                  </a:moveTo>
                  <a:lnTo>
                    <a:pt x="0" y="0"/>
                  </a:lnTo>
                  <a:lnTo>
                    <a:pt x="0" y="382264"/>
                  </a:lnTo>
                  <a:lnTo>
                    <a:pt x="241963" y="382264"/>
                  </a:lnTo>
                  <a:lnTo>
                    <a:pt x="241963" y="0"/>
                  </a:lnTo>
                  <a:close/>
                </a:path>
              </a:pathLst>
            </a:custGeom>
            <a:solidFill>
              <a:srgbClr val="FFFFFF"/>
            </a:solidFill>
          </p:spPr>
          <p:txBody>
            <a:bodyPr wrap="square" lIns="0" tIns="0" rIns="0" bIns="0" rtlCol="0"/>
            <a:lstStyle/>
            <a:p/>
          </p:txBody>
        </p:sp>
        <p:sp>
          <p:nvSpPr>
            <p:cNvPr id="38" name="object 38" descr=""/>
            <p:cNvSpPr/>
            <p:nvPr/>
          </p:nvSpPr>
          <p:spPr>
            <a:xfrm>
              <a:off x="2732831" y="2171947"/>
              <a:ext cx="3573145" cy="2190750"/>
            </a:xfrm>
            <a:custGeom>
              <a:avLst/>
              <a:gdLst/>
              <a:ahLst/>
              <a:cxnLst/>
              <a:rect l="l" t="t" r="r" b="b"/>
              <a:pathLst>
                <a:path w="3573145" h="2190750">
                  <a:moveTo>
                    <a:pt x="3330836" y="2190496"/>
                  </a:moveTo>
                  <a:lnTo>
                    <a:pt x="3572800" y="2190496"/>
                  </a:lnTo>
                  <a:lnTo>
                    <a:pt x="3572800" y="1808232"/>
                  </a:lnTo>
                  <a:lnTo>
                    <a:pt x="3330836" y="1808232"/>
                  </a:lnTo>
                  <a:lnTo>
                    <a:pt x="3330836" y="2190496"/>
                  </a:lnTo>
                  <a:close/>
                </a:path>
                <a:path w="3573145" h="2190750">
                  <a:moveTo>
                    <a:pt x="2837316" y="447545"/>
                  </a:moveTo>
                  <a:lnTo>
                    <a:pt x="3161716" y="447545"/>
                  </a:lnTo>
                  <a:lnTo>
                    <a:pt x="3161716" y="129937"/>
                  </a:lnTo>
                  <a:lnTo>
                    <a:pt x="2837316" y="129937"/>
                  </a:lnTo>
                  <a:lnTo>
                    <a:pt x="2837316" y="447545"/>
                  </a:lnTo>
                  <a:close/>
                </a:path>
                <a:path w="3573145" h="2190750">
                  <a:moveTo>
                    <a:pt x="0" y="0"/>
                  </a:moveTo>
                  <a:lnTo>
                    <a:pt x="287556" y="193617"/>
                  </a:lnTo>
                </a:path>
                <a:path w="3573145" h="2190750">
                  <a:moveTo>
                    <a:pt x="287556" y="646153"/>
                  </a:moveTo>
                  <a:lnTo>
                    <a:pt x="0" y="839563"/>
                  </a:lnTo>
                </a:path>
                <a:path w="3573145" h="2190750">
                  <a:moveTo>
                    <a:pt x="287556" y="193617"/>
                  </a:moveTo>
                  <a:lnTo>
                    <a:pt x="287556" y="646153"/>
                  </a:lnTo>
                </a:path>
                <a:path w="3573145" h="2190750">
                  <a:moveTo>
                    <a:pt x="0" y="0"/>
                  </a:moveTo>
                  <a:lnTo>
                    <a:pt x="0" y="258711"/>
                  </a:lnTo>
                </a:path>
                <a:path w="3573145" h="2190750">
                  <a:moveTo>
                    <a:pt x="0" y="580852"/>
                  </a:moveTo>
                  <a:lnTo>
                    <a:pt x="0" y="839563"/>
                  </a:lnTo>
                </a:path>
              </a:pathLst>
            </a:custGeom>
            <a:ln w="14500">
              <a:solidFill>
                <a:srgbClr val="000000"/>
              </a:solidFill>
            </a:ln>
          </p:spPr>
          <p:txBody>
            <a:bodyPr wrap="square" lIns="0" tIns="0" rIns="0" bIns="0" rtlCol="0"/>
            <a:lstStyle/>
            <a:p/>
          </p:txBody>
        </p:sp>
        <p:pic>
          <p:nvPicPr>
            <p:cNvPr id="39" name="object 39" descr=""/>
            <p:cNvPicPr/>
            <p:nvPr/>
          </p:nvPicPr>
          <p:blipFill>
            <a:blip r:embed="rId2" cstate="print"/>
            <a:stretch>
              <a:fillRect/>
            </a:stretch>
          </p:blipFill>
          <p:spPr>
            <a:xfrm>
              <a:off x="2725726" y="2423553"/>
              <a:ext cx="121068" cy="336351"/>
            </a:xfrm>
            <a:prstGeom prst="rect">
              <a:avLst/>
            </a:prstGeom>
          </p:spPr>
        </p:pic>
        <p:sp>
          <p:nvSpPr>
            <p:cNvPr id="40" name="object 40" descr=""/>
            <p:cNvSpPr/>
            <p:nvPr/>
          </p:nvSpPr>
          <p:spPr>
            <a:xfrm>
              <a:off x="3061616" y="1333632"/>
              <a:ext cx="2467610" cy="0"/>
            </a:xfrm>
            <a:custGeom>
              <a:avLst/>
              <a:gdLst/>
              <a:ahLst/>
              <a:cxnLst/>
              <a:rect l="l" t="t" r="r" b="b"/>
              <a:pathLst>
                <a:path w="2467610" h="0">
                  <a:moveTo>
                    <a:pt x="2467226" y="0"/>
                  </a:moveTo>
                  <a:lnTo>
                    <a:pt x="0" y="0"/>
                  </a:lnTo>
                </a:path>
              </a:pathLst>
            </a:custGeom>
            <a:ln w="14939">
              <a:solidFill>
                <a:srgbClr val="000000"/>
              </a:solidFill>
            </a:ln>
          </p:spPr>
          <p:txBody>
            <a:bodyPr wrap="square" lIns="0" tIns="0" rIns="0" bIns="0" rtlCol="0"/>
            <a:lstStyle/>
            <a:p/>
          </p:txBody>
        </p:sp>
      </p:grpSp>
      <p:sp>
        <p:nvSpPr>
          <p:cNvPr id="41" name="object 41" descr=""/>
          <p:cNvSpPr txBox="1"/>
          <p:nvPr/>
        </p:nvSpPr>
        <p:spPr>
          <a:xfrm>
            <a:off x="8373700" y="4018052"/>
            <a:ext cx="553720" cy="251460"/>
          </a:xfrm>
          <a:prstGeom prst="rect">
            <a:avLst/>
          </a:prstGeom>
        </p:spPr>
        <p:txBody>
          <a:bodyPr wrap="square" lIns="0" tIns="16510" rIns="0" bIns="0" rtlCol="0" vert="horz">
            <a:spAutoFit/>
          </a:bodyPr>
          <a:lstStyle/>
          <a:p>
            <a:pPr marL="12700">
              <a:lnSpc>
                <a:spcPct val="100000"/>
              </a:lnSpc>
              <a:spcBef>
                <a:spcPts val="130"/>
              </a:spcBef>
            </a:pPr>
            <a:r>
              <a:rPr dirty="0" sz="1450" spc="-70">
                <a:latin typeface="宋体"/>
                <a:cs typeface="宋体"/>
              </a:rPr>
              <a:t>存储器</a:t>
            </a:r>
            <a:endParaRPr sz="1450">
              <a:latin typeface="宋体"/>
              <a:cs typeface="宋体"/>
            </a:endParaRPr>
          </a:p>
        </p:txBody>
      </p:sp>
      <p:sp>
        <p:nvSpPr>
          <p:cNvPr id="42" name="object 42" descr=""/>
          <p:cNvSpPr/>
          <p:nvPr/>
        </p:nvSpPr>
        <p:spPr>
          <a:xfrm>
            <a:off x="7174233" y="3334275"/>
            <a:ext cx="0" cy="299085"/>
          </a:xfrm>
          <a:custGeom>
            <a:avLst/>
            <a:gdLst/>
            <a:ahLst/>
            <a:cxnLst/>
            <a:rect l="l" t="t" r="r" b="b"/>
            <a:pathLst>
              <a:path w="0" h="299085">
                <a:moveTo>
                  <a:pt x="0" y="0"/>
                </a:moveTo>
                <a:lnTo>
                  <a:pt x="0" y="298640"/>
                </a:lnTo>
              </a:path>
            </a:pathLst>
          </a:custGeom>
          <a:ln w="14062">
            <a:solidFill>
              <a:srgbClr val="000000"/>
            </a:solidFill>
          </a:ln>
        </p:spPr>
        <p:txBody>
          <a:bodyPr wrap="square" lIns="0" tIns="0" rIns="0" bIns="0" rtlCol="0"/>
          <a:lstStyle/>
          <a:p/>
        </p:txBody>
      </p:sp>
      <p:sp>
        <p:nvSpPr>
          <p:cNvPr id="43" name="object 43" descr=""/>
          <p:cNvSpPr/>
          <p:nvPr/>
        </p:nvSpPr>
        <p:spPr>
          <a:xfrm>
            <a:off x="7174234" y="4004760"/>
            <a:ext cx="0" cy="297815"/>
          </a:xfrm>
          <a:custGeom>
            <a:avLst/>
            <a:gdLst/>
            <a:ahLst/>
            <a:cxnLst/>
            <a:rect l="l" t="t" r="r" b="b"/>
            <a:pathLst>
              <a:path w="0" h="297814">
                <a:moveTo>
                  <a:pt x="0" y="0"/>
                </a:moveTo>
                <a:lnTo>
                  <a:pt x="0" y="297642"/>
                </a:lnTo>
              </a:path>
            </a:pathLst>
          </a:custGeom>
          <a:ln w="14062">
            <a:solidFill>
              <a:srgbClr val="000000"/>
            </a:solidFill>
          </a:ln>
        </p:spPr>
        <p:txBody>
          <a:bodyPr wrap="square" lIns="0" tIns="0" rIns="0" bIns="0" rtlCol="0"/>
          <a:lstStyle/>
          <a:p/>
        </p:txBody>
      </p:sp>
      <p:sp>
        <p:nvSpPr>
          <p:cNvPr id="44" name="object 44" descr=""/>
          <p:cNvSpPr/>
          <p:nvPr/>
        </p:nvSpPr>
        <p:spPr>
          <a:xfrm>
            <a:off x="3267206" y="2349551"/>
            <a:ext cx="0" cy="452120"/>
          </a:xfrm>
          <a:custGeom>
            <a:avLst/>
            <a:gdLst/>
            <a:ahLst/>
            <a:cxnLst/>
            <a:rect l="l" t="t" r="r" b="b"/>
            <a:pathLst>
              <a:path w="0" h="452119">
                <a:moveTo>
                  <a:pt x="0" y="0"/>
                </a:moveTo>
                <a:lnTo>
                  <a:pt x="0" y="452120"/>
                </a:lnTo>
              </a:path>
            </a:pathLst>
          </a:custGeom>
          <a:ln w="14062">
            <a:solidFill>
              <a:srgbClr val="000000"/>
            </a:solidFill>
          </a:ln>
        </p:spPr>
        <p:txBody>
          <a:bodyPr wrap="square" lIns="0" tIns="0" rIns="0" bIns="0" rtlCol="0"/>
          <a:lstStyle/>
          <a:p/>
        </p:txBody>
      </p:sp>
      <p:grpSp>
        <p:nvGrpSpPr>
          <p:cNvPr id="45" name="object 45" descr=""/>
          <p:cNvGrpSpPr/>
          <p:nvPr/>
        </p:nvGrpSpPr>
        <p:grpSpPr>
          <a:xfrm>
            <a:off x="3259904" y="2213517"/>
            <a:ext cx="4698365" cy="3124835"/>
            <a:chOff x="3259904" y="2213517"/>
            <a:chExt cx="4698365" cy="3124835"/>
          </a:xfrm>
        </p:grpSpPr>
        <p:sp>
          <p:nvSpPr>
            <p:cNvPr id="46" name="object 46" descr=""/>
            <p:cNvSpPr/>
            <p:nvPr/>
          </p:nvSpPr>
          <p:spPr>
            <a:xfrm>
              <a:off x="7174233" y="3334275"/>
              <a:ext cx="287655" cy="968375"/>
            </a:xfrm>
            <a:custGeom>
              <a:avLst/>
              <a:gdLst/>
              <a:ahLst/>
              <a:cxnLst/>
              <a:rect l="l" t="t" r="r" b="b"/>
              <a:pathLst>
                <a:path w="287654" h="968375">
                  <a:moveTo>
                    <a:pt x="0" y="0"/>
                  </a:moveTo>
                  <a:lnTo>
                    <a:pt x="287380" y="223564"/>
                  </a:lnTo>
                </a:path>
                <a:path w="287654" h="968375">
                  <a:moveTo>
                    <a:pt x="287380" y="744522"/>
                  </a:moveTo>
                  <a:lnTo>
                    <a:pt x="0" y="968128"/>
                  </a:lnTo>
                </a:path>
                <a:path w="287654" h="968375">
                  <a:moveTo>
                    <a:pt x="287380" y="223564"/>
                  </a:moveTo>
                  <a:lnTo>
                    <a:pt x="287380" y="744522"/>
                  </a:lnTo>
                </a:path>
              </a:pathLst>
            </a:custGeom>
            <a:ln w="14500">
              <a:solidFill>
                <a:srgbClr val="000000"/>
              </a:solidFill>
            </a:ln>
          </p:spPr>
          <p:txBody>
            <a:bodyPr wrap="square" lIns="0" tIns="0" rIns="0" bIns="0" rtlCol="0"/>
            <a:lstStyle/>
            <a:p/>
          </p:txBody>
        </p:sp>
        <p:pic>
          <p:nvPicPr>
            <p:cNvPr id="47" name="object 47" descr=""/>
            <p:cNvPicPr/>
            <p:nvPr/>
          </p:nvPicPr>
          <p:blipFill>
            <a:blip r:embed="rId3" cstate="print"/>
            <a:stretch>
              <a:fillRect/>
            </a:stretch>
          </p:blipFill>
          <p:spPr>
            <a:xfrm>
              <a:off x="7167145" y="3625827"/>
              <a:ext cx="120935" cy="386022"/>
            </a:xfrm>
            <a:prstGeom prst="rect">
              <a:avLst/>
            </a:prstGeom>
          </p:spPr>
        </p:pic>
        <p:sp>
          <p:nvSpPr>
            <p:cNvPr id="48" name="object 48" descr=""/>
            <p:cNvSpPr/>
            <p:nvPr/>
          </p:nvSpPr>
          <p:spPr>
            <a:xfrm>
              <a:off x="6968486" y="4173630"/>
              <a:ext cx="103505" cy="0"/>
            </a:xfrm>
            <a:custGeom>
              <a:avLst/>
              <a:gdLst/>
              <a:ahLst/>
              <a:cxnLst/>
              <a:rect l="l" t="t" r="r" b="b"/>
              <a:pathLst>
                <a:path w="103504" h="0">
                  <a:moveTo>
                    <a:pt x="0" y="0"/>
                  </a:moveTo>
                  <a:lnTo>
                    <a:pt x="103363" y="0"/>
                  </a:lnTo>
                </a:path>
              </a:pathLst>
            </a:custGeom>
            <a:ln w="14939">
              <a:solidFill>
                <a:srgbClr val="000000"/>
              </a:solidFill>
            </a:ln>
          </p:spPr>
          <p:txBody>
            <a:bodyPr wrap="square" lIns="0" tIns="0" rIns="0" bIns="0" rtlCol="0"/>
            <a:lstStyle/>
            <a:p/>
          </p:txBody>
        </p:sp>
        <p:sp>
          <p:nvSpPr>
            <p:cNvPr id="49" name="object 49" descr=""/>
            <p:cNvSpPr/>
            <p:nvPr/>
          </p:nvSpPr>
          <p:spPr>
            <a:xfrm>
              <a:off x="7019972" y="4121222"/>
              <a:ext cx="154305" cy="106680"/>
            </a:xfrm>
            <a:custGeom>
              <a:avLst/>
              <a:gdLst/>
              <a:ahLst/>
              <a:cxnLst/>
              <a:rect l="l" t="t" r="r" b="b"/>
              <a:pathLst>
                <a:path w="154304" h="106679">
                  <a:moveTo>
                    <a:pt x="0" y="0"/>
                  </a:moveTo>
                  <a:lnTo>
                    <a:pt x="49528" y="53946"/>
                  </a:lnTo>
                  <a:lnTo>
                    <a:pt x="0" y="106271"/>
                  </a:lnTo>
                  <a:lnTo>
                    <a:pt x="154261" y="53946"/>
                  </a:lnTo>
                  <a:lnTo>
                    <a:pt x="0" y="0"/>
                  </a:lnTo>
                  <a:close/>
                </a:path>
              </a:pathLst>
            </a:custGeom>
            <a:solidFill>
              <a:srgbClr val="000000"/>
            </a:solidFill>
          </p:spPr>
          <p:txBody>
            <a:bodyPr wrap="square" lIns="0" tIns="0" rIns="0" bIns="0" rtlCol="0"/>
            <a:lstStyle/>
            <a:p/>
          </p:txBody>
        </p:sp>
        <p:sp>
          <p:nvSpPr>
            <p:cNvPr id="50" name="object 50" descr=""/>
            <p:cNvSpPr/>
            <p:nvPr/>
          </p:nvSpPr>
          <p:spPr>
            <a:xfrm>
              <a:off x="6351831" y="3592778"/>
              <a:ext cx="720090" cy="0"/>
            </a:xfrm>
            <a:custGeom>
              <a:avLst/>
              <a:gdLst/>
              <a:ahLst/>
              <a:cxnLst/>
              <a:rect l="l" t="t" r="r" b="b"/>
              <a:pathLst>
                <a:path w="720090" h="0">
                  <a:moveTo>
                    <a:pt x="0" y="0"/>
                  </a:moveTo>
                  <a:lnTo>
                    <a:pt x="720017" y="0"/>
                  </a:lnTo>
                </a:path>
              </a:pathLst>
            </a:custGeom>
            <a:ln w="14939">
              <a:solidFill>
                <a:srgbClr val="000000"/>
              </a:solidFill>
            </a:ln>
          </p:spPr>
          <p:txBody>
            <a:bodyPr wrap="square" lIns="0" tIns="0" rIns="0" bIns="0" rtlCol="0"/>
            <a:lstStyle/>
            <a:p/>
          </p:txBody>
        </p:sp>
        <p:sp>
          <p:nvSpPr>
            <p:cNvPr id="51" name="object 51" descr=""/>
            <p:cNvSpPr/>
            <p:nvPr/>
          </p:nvSpPr>
          <p:spPr>
            <a:xfrm>
              <a:off x="7019972" y="3540370"/>
              <a:ext cx="154305" cy="106680"/>
            </a:xfrm>
            <a:custGeom>
              <a:avLst/>
              <a:gdLst/>
              <a:ahLst/>
              <a:cxnLst/>
              <a:rect l="l" t="t" r="r" b="b"/>
              <a:pathLst>
                <a:path w="154304" h="106679">
                  <a:moveTo>
                    <a:pt x="0" y="0"/>
                  </a:moveTo>
                  <a:lnTo>
                    <a:pt x="49528" y="52407"/>
                  </a:lnTo>
                  <a:lnTo>
                    <a:pt x="0" y="106271"/>
                  </a:lnTo>
                  <a:lnTo>
                    <a:pt x="154261" y="52407"/>
                  </a:lnTo>
                  <a:lnTo>
                    <a:pt x="0" y="0"/>
                  </a:lnTo>
                  <a:close/>
                </a:path>
              </a:pathLst>
            </a:custGeom>
            <a:solidFill>
              <a:srgbClr val="000000"/>
            </a:solidFill>
          </p:spPr>
          <p:txBody>
            <a:bodyPr wrap="square" lIns="0" tIns="0" rIns="0" bIns="0" rtlCol="0"/>
            <a:lstStyle/>
            <a:p/>
          </p:txBody>
        </p:sp>
        <p:sp>
          <p:nvSpPr>
            <p:cNvPr id="52" name="object 52" descr=""/>
            <p:cNvSpPr/>
            <p:nvPr/>
          </p:nvSpPr>
          <p:spPr>
            <a:xfrm>
              <a:off x="6351831" y="4173630"/>
              <a:ext cx="226695" cy="0"/>
            </a:xfrm>
            <a:custGeom>
              <a:avLst/>
              <a:gdLst/>
              <a:ahLst/>
              <a:cxnLst/>
              <a:rect l="l" t="t" r="r" b="b"/>
              <a:pathLst>
                <a:path w="226695" h="0">
                  <a:moveTo>
                    <a:pt x="0" y="0"/>
                  </a:moveTo>
                  <a:lnTo>
                    <a:pt x="226302" y="0"/>
                  </a:lnTo>
                </a:path>
              </a:pathLst>
            </a:custGeom>
            <a:ln w="14939">
              <a:solidFill>
                <a:srgbClr val="000000"/>
              </a:solidFill>
            </a:ln>
          </p:spPr>
          <p:txBody>
            <a:bodyPr wrap="square" lIns="0" tIns="0" rIns="0" bIns="0" rtlCol="0"/>
            <a:lstStyle/>
            <a:p/>
          </p:txBody>
        </p:sp>
        <p:sp>
          <p:nvSpPr>
            <p:cNvPr id="53" name="object 53" descr=""/>
            <p:cNvSpPr/>
            <p:nvPr/>
          </p:nvSpPr>
          <p:spPr>
            <a:xfrm>
              <a:off x="6526844" y="4121222"/>
              <a:ext cx="153670" cy="106680"/>
            </a:xfrm>
            <a:custGeom>
              <a:avLst/>
              <a:gdLst/>
              <a:ahLst/>
              <a:cxnLst/>
              <a:rect l="l" t="t" r="r" b="b"/>
              <a:pathLst>
                <a:path w="153670" h="106679">
                  <a:moveTo>
                    <a:pt x="0" y="0"/>
                  </a:moveTo>
                  <a:lnTo>
                    <a:pt x="48940" y="53946"/>
                  </a:lnTo>
                  <a:lnTo>
                    <a:pt x="0" y="106271"/>
                  </a:lnTo>
                  <a:lnTo>
                    <a:pt x="153674" y="53946"/>
                  </a:lnTo>
                  <a:lnTo>
                    <a:pt x="0" y="0"/>
                  </a:lnTo>
                  <a:close/>
                </a:path>
              </a:pathLst>
            </a:custGeom>
            <a:solidFill>
              <a:srgbClr val="000000"/>
            </a:solidFill>
          </p:spPr>
          <p:txBody>
            <a:bodyPr wrap="square" lIns="0" tIns="0" rIns="0" bIns="0" rtlCol="0"/>
            <a:lstStyle/>
            <a:p/>
          </p:txBody>
        </p:sp>
        <p:sp>
          <p:nvSpPr>
            <p:cNvPr id="54" name="object 54" descr=""/>
            <p:cNvSpPr/>
            <p:nvPr/>
          </p:nvSpPr>
          <p:spPr>
            <a:xfrm>
              <a:off x="4953297" y="4554854"/>
              <a:ext cx="488950" cy="775970"/>
            </a:xfrm>
            <a:custGeom>
              <a:avLst/>
              <a:gdLst/>
              <a:ahLst/>
              <a:cxnLst/>
              <a:rect l="l" t="t" r="r" b="b"/>
              <a:pathLst>
                <a:path w="488950" h="775970">
                  <a:moveTo>
                    <a:pt x="0" y="387380"/>
                  </a:moveTo>
                  <a:lnTo>
                    <a:pt x="2641" y="444885"/>
                  </a:lnTo>
                  <a:lnTo>
                    <a:pt x="10316" y="499735"/>
                  </a:lnTo>
                  <a:lnTo>
                    <a:pt x="22651" y="551335"/>
                  </a:lnTo>
                  <a:lnTo>
                    <a:pt x="39273" y="599090"/>
                  </a:lnTo>
                  <a:lnTo>
                    <a:pt x="59810" y="642406"/>
                  </a:lnTo>
                  <a:lnTo>
                    <a:pt x="83886" y="680688"/>
                  </a:lnTo>
                  <a:lnTo>
                    <a:pt x="111130" y="713344"/>
                  </a:lnTo>
                  <a:lnTo>
                    <a:pt x="141168" y="739777"/>
                  </a:lnTo>
                  <a:lnTo>
                    <a:pt x="208132" y="771599"/>
                  </a:lnTo>
                  <a:lnTo>
                    <a:pt x="244312" y="775800"/>
                  </a:lnTo>
                  <a:lnTo>
                    <a:pt x="280497" y="771599"/>
                  </a:lnTo>
                  <a:lnTo>
                    <a:pt x="347492" y="739777"/>
                  </a:lnTo>
                  <a:lnTo>
                    <a:pt x="377553" y="713344"/>
                  </a:lnTo>
                  <a:lnTo>
                    <a:pt x="404823" y="680688"/>
                  </a:lnTo>
                  <a:lnTo>
                    <a:pt x="428926" y="642406"/>
                  </a:lnTo>
                  <a:lnTo>
                    <a:pt x="449488" y="599090"/>
                  </a:lnTo>
                  <a:lnTo>
                    <a:pt x="466134" y="551335"/>
                  </a:lnTo>
                  <a:lnTo>
                    <a:pt x="478488" y="499735"/>
                  </a:lnTo>
                  <a:lnTo>
                    <a:pt x="486175" y="444885"/>
                  </a:lnTo>
                  <a:lnTo>
                    <a:pt x="488821" y="387380"/>
                  </a:lnTo>
                  <a:lnTo>
                    <a:pt x="486175" y="330250"/>
                  </a:lnTo>
                  <a:lnTo>
                    <a:pt x="478488" y="275685"/>
                  </a:lnTo>
                  <a:lnTo>
                    <a:pt x="466134" y="224290"/>
                  </a:lnTo>
                  <a:lnTo>
                    <a:pt x="449488" y="176671"/>
                  </a:lnTo>
                  <a:lnTo>
                    <a:pt x="428926" y="133436"/>
                  </a:lnTo>
                  <a:lnTo>
                    <a:pt x="404823" y="95189"/>
                  </a:lnTo>
                  <a:lnTo>
                    <a:pt x="377553" y="62537"/>
                  </a:lnTo>
                  <a:lnTo>
                    <a:pt x="347492" y="36086"/>
                  </a:lnTo>
                  <a:lnTo>
                    <a:pt x="280497" y="4211"/>
                  </a:lnTo>
                  <a:lnTo>
                    <a:pt x="244312" y="0"/>
                  </a:lnTo>
                  <a:lnTo>
                    <a:pt x="208132" y="4211"/>
                  </a:lnTo>
                  <a:lnTo>
                    <a:pt x="141168" y="36086"/>
                  </a:lnTo>
                  <a:lnTo>
                    <a:pt x="111130" y="62537"/>
                  </a:lnTo>
                  <a:lnTo>
                    <a:pt x="83886" y="95189"/>
                  </a:lnTo>
                  <a:lnTo>
                    <a:pt x="59810" y="133436"/>
                  </a:lnTo>
                  <a:lnTo>
                    <a:pt x="39273" y="176671"/>
                  </a:lnTo>
                  <a:lnTo>
                    <a:pt x="22651" y="224290"/>
                  </a:lnTo>
                  <a:lnTo>
                    <a:pt x="10316" y="275685"/>
                  </a:lnTo>
                  <a:lnTo>
                    <a:pt x="2641" y="330250"/>
                  </a:lnTo>
                  <a:lnTo>
                    <a:pt x="0" y="387380"/>
                  </a:lnTo>
                  <a:close/>
                </a:path>
              </a:pathLst>
            </a:custGeom>
            <a:ln w="14311">
              <a:solidFill>
                <a:srgbClr val="000000"/>
              </a:solidFill>
            </a:ln>
          </p:spPr>
          <p:txBody>
            <a:bodyPr wrap="square" lIns="0" tIns="0" rIns="0" bIns="0" rtlCol="0"/>
            <a:lstStyle/>
            <a:p/>
          </p:txBody>
        </p:sp>
        <p:sp>
          <p:nvSpPr>
            <p:cNvPr id="55" name="object 55" descr=""/>
            <p:cNvSpPr/>
            <p:nvPr/>
          </p:nvSpPr>
          <p:spPr>
            <a:xfrm>
              <a:off x="7708472" y="3527642"/>
              <a:ext cx="242570" cy="641350"/>
            </a:xfrm>
            <a:custGeom>
              <a:avLst/>
              <a:gdLst/>
              <a:ahLst/>
              <a:cxnLst/>
              <a:rect l="l" t="t" r="r" b="b"/>
              <a:pathLst>
                <a:path w="242570" h="641350">
                  <a:moveTo>
                    <a:pt x="241963" y="0"/>
                  </a:moveTo>
                  <a:lnTo>
                    <a:pt x="0" y="0"/>
                  </a:lnTo>
                  <a:lnTo>
                    <a:pt x="0" y="640850"/>
                  </a:lnTo>
                  <a:lnTo>
                    <a:pt x="241963" y="640850"/>
                  </a:lnTo>
                  <a:lnTo>
                    <a:pt x="241963" y="0"/>
                  </a:lnTo>
                  <a:close/>
                </a:path>
              </a:pathLst>
            </a:custGeom>
            <a:solidFill>
              <a:srgbClr val="FFFFFF"/>
            </a:solidFill>
          </p:spPr>
          <p:txBody>
            <a:bodyPr wrap="square" lIns="0" tIns="0" rIns="0" bIns="0" rtlCol="0"/>
            <a:lstStyle/>
            <a:p/>
          </p:txBody>
        </p:sp>
        <p:sp>
          <p:nvSpPr>
            <p:cNvPr id="56" name="object 56" descr=""/>
            <p:cNvSpPr/>
            <p:nvPr/>
          </p:nvSpPr>
          <p:spPr>
            <a:xfrm>
              <a:off x="7461614" y="3527642"/>
              <a:ext cx="488950" cy="641350"/>
            </a:xfrm>
            <a:custGeom>
              <a:avLst/>
              <a:gdLst/>
              <a:ahLst/>
              <a:cxnLst/>
              <a:rect l="l" t="t" r="r" b="b"/>
              <a:pathLst>
                <a:path w="488950" h="641350">
                  <a:moveTo>
                    <a:pt x="246857" y="640850"/>
                  </a:moveTo>
                  <a:lnTo>
                    <a:pt x="488821" y="640850"/>
                  </a:lnTo>
                  <a:lnTo>
                    <a:pt x="488821" y="0"/>
                  </a:lnTo>
                  <a:lnTo>
                    <a:pt x="246857" y="0"/>
                  </a:lnTo>
                  <a:lnTo>
                    <a:pt x="246857" y="640850"/>
                  </a:lnTo>
                  <a:close/>
                </a:path>
                <a:path w="488950" h="641350">
                  <a:moveTo>
                    <a:pt x="0" y="323846"/>
                  </a:moveTo>
                  <a:lnTo>
                    <a:pt x="103950" y="323846"/>
                  </a:lnTo>
                </a:path>
              </a:pathLst>
            </a:custGeom>
            <a:ln w="14500">
              <a:solidFill>
                <a:srgbClr val="000000"/>
              </a:solidFill>
            </a:ln>
          </p:spPr>
          <p:txBody>
            <a:bodyPr wrap="square" lIns="0" tIns="0" rIns="0" bIns="0" rtlCol="0"/>
            <a:lstStyle/>
            <a:p/>
          </p:txBody>
        </p:sp>
        <p:sp>
          <p:nvSpPr>
            <p:cNvPr id="57" name="object 57" descr=""/>
            <p:cNvSpPr/>
            <p:nvPr/>
          </p:nvSpPr>
          <p:spPr>
            <a:xfrm>
              <a:off x="7513687" y="3799081"/>
              <a:ext cx="153670" cy="106680"/>
            </a:xfrm>
            <a:custGeom>
              <a:avLst/>
              <a:gdLst/>
              <a:ahLst/>
              <a:cxnLst/>
              <a:rect l="l" t="t" r="r" b="b"/>
              <a:pathLst>
                <a:path w="153670" h="106679">
                  <a:moveTo>
                    <a:pt x="0" y="0"/>
                  </a:moveTo>
                  <a:lnTo>
                    <a:pt x="49332" y="53239"/>
                  </a:lnTo>
                  <a:lnTo>
                    <a:pt x="0" y="106271"/>
                  </a:lnTo>
                  <a:lnTo>
                    <a:pt x="153674" y="53239"/>
                  </a:lnTo>
                  <a:lnTo>
                    <a:pt x="0" y="0"/>
                  </a:lnTo>
                  <a:close/>
                </a:path>
              </a:pathLst>
            </a:custGeom>
            <a:solidFill>
              <a:srgbClr val="000000"/>
            </a:solidFill>
          </p:spPr>
          <p:txBody>
            <a:bodyPr wrap="square" lIns="0" tIns="0" rIns="0" bIns="0" rtlCol="0"/>
            <a:lstStyle/>
            <a:p/>
          </p:txBody>
        </p:sp>
        <p:sp>
          <p:nvSpPr>
            <p:cNvPr id="58" name="object 58" descr=""/>
            <p:cNvSpPr/>
            <p:nvPr/>
          </p:nvSpPr>
          <p:spPr>
            <a:xfrm>
              <a:off x="3267207" y="2220819"/>
              <a:ext cx="274955" cy="704850"/>
            </a:xfrm>
            <a:custGeom>
              <a:avLst/>
              <a:gdLst/>
              <a:ahLst/>
              <a:cxnLst/>
              <a:rect l="l" t="t" r="r" b="b"/>
              <a:pathLst>
                <a:path w="274954" h="704850">
                  <a:moveTo>
                    <a:pt x="0" y="153479"/>
                  </a:moveTo>
                  <a:lnTo>
                    <a:pt x="6967" y="202147"/>
                  </a:lnTo>
                  <a:lnTo>
                    <a:pt x="26410" y="244396"/>
                  </a:lnTo>
                  <a:lnTo>
                    <a:pt x="56141" y="277700"/>
                  </a:lnTo>
                  <a:lnTo>
                    <a:pt x="93973" y="299535"/>
                  </a:lnTo>
                  <a:lnTo>
                    <a:pt x="137719" y="307375"/>
                  </a:lnTo>
                  <a:lnTo>
                    <a:pt x="181226" y="299535"/>
                  </a:lnTo>
                  <a:lnTo>
                    <a:pt x="218913" y="277700"/>
                  </a:lnTo>
                  <a:lnTo>
                    <a:pt x="248570" y="244396"/>
                  </a:lnTo>
                  <a:lnTo>
                    <a:pt x="267986" y="202147"/>
                  </a:lnTo>
                  <a:lnTo>
                    <a:pt x="274949" y="153479"/>
                  </a:lnTo>
                  <a:lnTo>
                    <a:pt x="267986" y="104935"/>
                  </a:lnTo>
                  <a:lnTo>
                    <a:pt x="248570" y="62799"/>
                  </a:lnTo>
                  <a:lnTo>
                    <a:pt x="218913" y="29587"/>
                  </a:lnTo>
                  <a:lnTo>
                    <a:pt x="181226" y="7816"/>
                  </a:lnTo>
                  <a:lnTo>
                    <a:pt x="137719" y="0"/>
                  </a:lnTo>
                  <a:lnTo>
                    <a:pt x="93973" y="7816"/>
                  </a:lnTo>
                  <a:lnTo>
                    <a:pt x="56141" y="29587"/>
                  </a:lnTo>
                  <a:lnTo>
                    <a:pt x="26410" y="62799"/>
                  </a:lnTo>
                  <a:lnTo>
                    <a:pt x="6967" y="104935"/>
                  </a:lnTo>
                  <a:lnTo>
                    <a:pt x="0" y="153479"/>
                  </a:lnTo>
                  <a:close/>
                </a:path>
                <a:path w="274954" h="704850">
                  <a:moveTo>
                    <a:pt x="0" y="551112"/>
                  </a:moveTo>
                  <a:lnTo>
                    <a:pt x="6967" y="599555"/>
                  </a:lnTo>
                  <a:lnTo>
                    <a:pt x="26410" y="641629"/>
                  </a:lnTo>
                  <a:lnTo>
                    <a:pt x="56141" y="674809"/>
                  </a:lnTo>
                  <a:lnTo>
                    <a:pt x="93973" y="696569"/>
                  </a:lnTo>
                  <a:lnTo>
                    <a:pt x="137719" y="704384"/>
                  </a:lnTo>
                  <a:lnTo>
                    <a:pt x="181226" y="696569"/>
                  </a:lnTo>
                  <a:lnTo>
                    <a:pt x="218913" y="674809"/>
                  </a:lnTo>
                  <a:lnTo>
                    <a:pt x="248570" y="641629"/>
                  </a:lnTo>
                  <a:lnTo>
                    <a:pt x="267986" y="599555"/>
                  </a:lnTo>
                  <a:lnTo>
                    <a:pt x="274949" y="551112"/>
                  </a:lnTo>
                  <a:lnTo>
                    <a:pt x="267986" y="502343"/>
                  </a:lnTo>
                  <a:lnTo>
                    <a:pt x="248570" y="460033"/>
                  </a:lnTo>
                  <a:lnTo>
                    <a:pt x="218913" y="426696"/>
                  </a:lnTo>
                  <a:lnTo>
                    <a:pt x="181226" y="404850"/>
                  </a:lnTo>
                  <a:lnTo>
                    <a:pt x="137719" y="397009"/>
                  </a:lnTo>
                  <a:lnTo>
                    <a:pt x="93973" y="404850"/>
                  </a:lnTo>
                  <a:lnTo>
                    <a:pt x="56141" y="426696"/>
                  </a:lnTo>
                  <a:lnTo>
                    <a:pt x="26410" y="460033"/>
                  </a:lnTo>
                  <a:lnTo>
                    <a:pt x="6967" y="502343"/>
                  </a:lnTo>
                  <a:lnTo>
                    <a:pt x="0" y="551112"/>
                  </a:lnTo>
                  <a:close/>
                </a:path>
              </a:pathLst>
            </a:custGeom>
            <a:ln w="14500">
              <a:solidFill>
                <a:srgbClr val="000000"/>
              </a:solidFill>
            </a:ln>
          </p:spPr>
          <p:txBody>
            <a:bodyPr wrap="square" lIns="0" tIns="0" rIns="0" bIns="0" rtlCol="0"/>
            <a:lstStyle/>
            <a:p/>
          </p:txBody>
        </p:sp>
        <p:sp>
          <p:nvSpPr>
            <p:cNvPr id="59" name="object 59" descr=""/>
            <p:cNvSpPr/>
            <p:nvPr/>
          </p:nvSpPr>
          <p:spPr>
            <a:xfrm>
              <a:off x="3548099" y="2349551"/>
              <a:ext cx="0" cy="452120"/>
            </a:xfrm>
            <a:custGeom>
              <a:avLst/>
              <a:gdLst/>
              <a:ahLst/>
              <a:cxnLst/>
              <a:rect l="l" t="t" r="r" b="b"/>
              <a:pathLst>
                <a:path w="0" h="452119">
                  <a:moveTo>
                    <a:pt x="0" y="0"/>
                  </a:moveTo>
                  <a:lnTo>
                    <a:pt x="0" y="452120"/>
                  </a:lnTo>
                </a:path>
              </a:pathLst>
            </a:custGeom>
            <a:ln w="11886">
              <a:solidFill>
                <a:srgbClr val="000000"/>
              </a:solidFill>
            </a:ln>
          </p:spPr>
          <p:txBody>
            <a:bodyPr wrap="square" lIns="0" tIns="0" rIns="0" bIns="0" rtlCol="0"/>
            <a:lstStyle/>
            <a:p/>
          </p:txBody>
        </p:sp>
        <p:sp>
          <p:nvSpPr>
            <p:cNvPr id="60" name="object 60" descr=""/>
            <p:cNvSpPr/>
            <p:nvPr/>
          </p:nvSpPr>
          <p:spPr>
            <a:xfrm>
              <a:off x="3277876" y="2349488"/>
              <a:ext cx="264795" cy="465455"/>
            </a:xfrm>
            <a:custGeom>
              <a:avLst/>
              <a:gdLst/>
              <a:ahLst/>
              <a:cxnLst/>
              <a:rect l="l" t="t" r="r" b="b"/>
              <a:pathLst>
                <a:path w="264795" h="465455">
                  <a:moveTo>
                    <a:pt x="264280" y="0"/>
                  </a:moveTo>
                  <a:lnTo>
                    <a:pt x="0" y="0"/>
                  </a:lnTo>
                  <a:lnTo>
                    <a:pt x="0" y="464868"/>
                  </a:lnTo>
                  <a:lnTo>
                    <a:pt x="264280" y="464868"/>
                  </a:lnTo>
                  <a:lnTo>
                    <a:pt x="264280" y="0"/>
                  </a:lnTo>
                  <a:close/>
                </a:path>
              </a:pathLst>
            </a:custGeom>
            <a:solidFill>
              <a:srgbClr val="FFFFFF"/>
            </a:solidFill>
          </p:spPr>
          <p:txBody>
            <a:bodyPr wrap="square" lIns="0" tIns="0" rIns="0" bIns="0" rtlCol="0"/>
            <a:lstStyle/>
            <a:p/>
          </p:txBody>
        </p:sp>
      </p:grpSp>
      <p:sp>
        <p:nvSpPr>
          <p:cNvPr id="61" name="object 61" descr=""/>
          <p:cNvSpPr txBox="1"/>
          <p:nvPr/>
        </p:nvSpPr>
        <p:spPr>
          <a:xfrm>
            <a:off x="3313177" y="2229952"/>
            <a:ext cx="156845" cy="213360"/>
          </a:xfrm>
          <a:prstGeom prst="rect">
            <a:avLst/>
          </a:prstGeom>
        </p:spPr>
        <p:txBody>
          <a:bodyPr wrap="square" lIns="0" tIns="16510" rIns="0" bIns="0" rtlCol="0" vert="horz">
            <a:spAutoFit/>
          </a:bodyPr>
          <a:lstStyle/>
          <a:p>
            <a:pPr marL="12700">
              <a:lnSpc>
                <a:spcPct val="100000"/>
              </a:lnSpc>
              <a:spcBef>
                <a:spcPts val="130"/>
              </a:spcBef>
            </a:pPr>
            <a:r>
              <a:rPr dirty="0" sz="1200" spc="-50">
                <a:latin typeface="Times New Roman"/>
                <a:cs typeface="Times New Roman"/>
              </a:rPr>
              <a:t>M</a:t>
            </a:r>
            <a:endParaRPr sz="1200">
              <a:latin typeface="Times New Roman"/>
              <a:cs typeface="Times New Roman"/>
            </a:endParaRPr>
          </a:p>
        </p:txBody>
      </p:sp>
      <p:sp>
        <p:nvSpPr>
          <p:cNvPr id="62" name="object 62" descr=""/>
          <p:cNvSpPr txBox="1"/>
          <p:nvPr/>
        </p:nvSpPr>
        <p:spPr>
          <a:xfrm>
            <a:off x="3328701" y="2398821"/>
            <a:ext cx="144780" cy="509905"/>
          </a:xfrm>
          <a:prstGeom prst="rect">
            <a:avLst/>
          </a:prstGeom>
        </p:spPr>
        <p:txBody>
          <a:bodyPr wrap="square" lIns="0" tIns="51435" rIns="0" bIns="0" rtlCol="0" vert="horz">
            <a:spAutoFit/>
          </a:bodyPr>
          <a:lstStyle/>
          <a:p>
            <a:pPr algn="just" marL="12700" marR="5080" indent="12065">
              <a:lnSpc>
                <a:spcPct val="81000"/>
              </a:lnSpc>
              <a:spcBef>
                <a:spcPts val="405"/>
              </a:spcBef>
            </a:pPr>
            <a:r>
              <a:rPr dirty="0" sz="1200" spc="-65">
                <a:latin typeface="Times New Roman"/>
                <a:cs typeface="Times New Roman"/>
              </a:rPr>
              <a:t>U </a:t>
            </a:r>
            <a:r>
              <a:rPr dirty="0" sz="1200" spc="-50">
                <a:latin typeface="Times New Roman"/>
                <a:cs typeface="Times New Roman"/>
              </a:rPr>
              <a:t>X 1</a:t>
            </a:r>
            <a:endParaRPr sz="1200">
              <a:latin typeface="Times New Roman"/>
              <a:cs typeface="Times New Roman"/>
            </a:endParaRPr>
          </a:p>
        </p:txBody>
      </p:sp>
      <p:sp>
        <p:nvSpPr>
          <p:cNvPr id="63" name="object 63" descr=""/>
          <p:cNvSpPr/>
          <p:nvPr/>
        </p:nvSpPr>
        <p:spPr>
          <a:xfrm>
            <a:off x="6694613" y="4027429"/>
            <a:ext cx="0" cy="452755"/>
          </a:xfrm>
          <a:custGeom>
            <a:avLst/>
            <a:gdLst/>
            <a:ahLst/>
            <a:cxnLst/>
            <a:rect l="l" t="t" r="r" b="b"/>
            <a:pathLst>
              <a:path w="0" h="452754">
                <a:moveTo>
                  <a:pt x="0" y="0"/>
                </a:moveTo>
                <a:lnTo>
                  <a:pt x="0" y="452515"/>
                </a:lnTo>
              </a:path>
            </a:pathLst>
          </a:custGeom>
          <a:ln w="14062">
            <a:solidFill>
              <a:srgbClr val="000000"/>
            </a:solidFill>
          </a:ln>
        </p:spPr>
        <p:txBody>
          <a:bodyPr wrap="square" lIns="0" tIns="0" rIns="0" bIns="0" rtlCol="0"/>
          <a:lstStyle/>
          <a:p/>
        </p:txBody>
      </p:sp>
      <p:grpSp>
        <p:nvGrpSpPr>
          <p:cNvPr id="64" name="object 64" descr=""/>
          <p:cNvGrpSpPr/>
          <p:nvPr/>
        </p:nvGrpSpPr>
        <p:grpSpPr>
          <a:xfrm>
            <a:off x="6687311" y="3891395"/>
            <a:ext cx="294640" cy="720090"/>
            <a:chOff x="6687311" y="3891395"/>
            <a:chExt cx="294640" cy="720090"/>
          </a:xfrm>
        </p:grpSpPr>
        <p:sp>
          <p:nvSpPr>
            <p:cNvPr id="65" name="object 65" descr=""/>
            <p:cNvSpPr/>
            <p:nvPr/>
          </p:nvSpPr>
          <p:spPr>
            <a:xfrm>
              <a:off x="6694613" y="3898697"/>
              <a:ext cx="280035" cy="705485"/>
            </a:xfrm>
            <a:custGeom>
              <a:avLst/>
              <a:gdLst/>
              <a:ahLst/>
              <a:cxnLst/>
              <a:rect l="l" t="t" r="r" b="b"/>
              <a:pathLst>
                <a:path w="280034" h="705485">
                  <a:moveTo>
                    <a:pt x="0" y="153895"/>
                  </a:moveTo>
                  <a:lnTo>
                    <a:pt x="6964" y="202561"/>
                  </a:lnTo>
                  <a:lnTo>
                    <a:pt x="26398" y="244804"/>
                  </a:lnTo>
                  <a:lnTo>
                    <a:pt x="56112" y="278103"/>
                  </a:lnTo>
                  <a:lnTo>
                    <a:pt x="93916" y="299933"/>
                  </a:lnTo>
                  <a:lnTo>
                    <a:pt x="137621" y="307770"/>
                  </a:lnTo>
                  <a:lnTo>
                    <a:pt x="181135" y="299933"/>
                  </a:lnTo>
                  <a:lnTo>
                    <a:pt x="218824" y="278103"/>
                  </a:lnTo>
                  <a:lnTo>
                    <a:pt x="248478" y="244804"/>
                  </a:lnTo>
                  <a:lnTo>
                    <a:pt x="267890" y="202561"/>
                  </a:lnTo>
                  <a:lnTo>
                    <a:pt x="274851" y="153895"/>
                  </a:lnTo>
                  <a:lnTo>
                    <a:pt x="267890" y="105148"/>
                  </a:lnTo>
                  <a:lnTo>
                    <a:pt x="248478" y="62889"/>
                  </a:lnTo>
                  <a:lnTo>
                    <a:pt x="218824" y="29614"/>
                  </a:lnTo>
                  <a:lnTo>
                    <a:pt x="181135" y="7819"/>
                  </a:lnTo>
                  <a:lnTo>
                    <a:pt x="137621" y="0"/>
                  </a:lnTo>
                  <a:lnTo>
                    <a:pt x="93916" y="7819"/>
                  </a:lnTo>
                  <a:lnTo>
                    <a:pt x="56112" y="29614"/>
                  </a:lnTo>
                  <a:lnTo>
                    <a:pt x="26398" y="62889"/>
                  </a:lnTo>
                  <a:lnTo>
                    <a:pt x="6964" y="105148"/>
                  </a:lnTo>
                  <a:lnTo>
                    <a:pt x="0" y="153895"/>
                  </a:lnTo>
                  <a:close/>
                </a:path>
                <a:path w="280034" h="705485">
                  <a:moveTo>
                    <a:pt x="0" y="550967"/>
                  </a:moveTo>
                  <a:lnTo>
                    <a:pt x="6964" y="599687"/>
                  </a:lnTo>
                  <a:lnTo>
                    <a:pt x="26398" y="641952"/>
                  </a:lnTo>
                  <a:lnTo>
                    <a:pt x="56112" y="675251"/>
                  </a:lnTo>
                  <a:lnTo>
                    <a:pt x="93916" y="697072"/>
                  </a:lnTo>
                  <a:lnTo>
                    <a:pt x="137621" y="704904"/>
                  </a:lnTo>
                  <a:lnTo>
                    <a:pt x="181136" y="697072"/>
                  </a:lnTo>
                  <a:lnTo>
                    <a:pt x="218824" y="675251"/>
                  </a:lnTo>
                  <a:lnTo>
                    <a:pt x="248478" y="641952"/>
                  </a:lnTo>
                  <a:lnTo>
                    <a:pt x="267890" y="599687"/>
                  </a:lnTo>
                  <a:lnTo>
                    <a:pt x="274851" y="550967"/>
                  </a:lnTo>
                  <a:lnTo>
                    <a:pt x="267890" y="502500"/>
                  </a:lnTo>
                  <a:lnTo>
                    <a:pt x="248478" y="460389"/>
                  </a:lnTo>
                  <a:lnTo>
                    <a:pt x="218824" y="427169"/>
                  </a:lnTo>
                  <a:lnTo>
                    <a:pt x="181135" y="405377"/>
                  </a:lnTo>
                  <a:lnTo>
                    <a:pt x="137621" y="397549"/>
                  </a:lnTo>
                  <a:lnTo>
                    <a:pt x="93916" y="405377"/>
                  </a:lnTo>
                  <a:lnTo>
                    <a:pt x="56112" y="427169"/>
                  </a:lnTo>
                  <a:lnTo>
                    <a:pt x="26398" y="460389"/>
                  </a:lnTo>
                  <a:lnTo>
                    <a:pt x="6964" y="502500"/>
                  </a:lnTo>
                  <a:lnTo>
                    <a:pt x="0" y="550967"/>
                  </a:lnTo>
                  <a:close/>
                </a:path>
                <a:path w="280034" h="705485">
                  <a:moveTo>
                    <a:pt x="279745" y="128731"/>
                  </a:moveTo>
                  <a:lnTo>
                    <a:pt x="279745" y="581247"/>
                  </a:lnTo>
                </a:path>
              </a:pathLst>
            </a:custGeom>
            <a:ln w="14500">
              <a:solidFill>
                <a:srgbClr val="000000"/>
              </a:solidFill>
            </a:ln>
          </p:spPr>
          <p:txBody>
            <a:bodyPr wrap="square" lIns="0" tIns="0" rIns="0" bIns="0" rtlCol="0"/>
            <a:lstStyle/>
            <a:p/>
          </p:txBody>
        </p:sp>
        <p:sp>
          <p:nvSpPr>
            <p:cNvPr id="66" name="object 66" descr=""/>
            <p:cNvSpPr/>
            <p:nvPr/>
          </p:nvSpPr>
          <p:spPr>
            <a:xfrm>
              <a:off x="6706163" y="4027387"/>
              <a:ext cx="259079" cy="465455"/>
            </a:xfrm>
            <a:custGeom>
              <a:avLst/>
              <a:gdLst/>
              <a:ahLst/>
              <a:cxnLst/>
              <a:rect l="l" t="t" r="r" b="b"/>
              <a:pathLst>
                <a:path w="259079" h="465454">
                  <a:moveTo>
                    <a:pt x="258466" y="0"/>
                  </a:moveTo>
                  <a:lnTo>
                    <a:pt x="0" y="0"/>
                  </a:lnTo>
                  <a:lnTo>
                    <a:pt x="0" y="464868"/>
                  </a:lnTo>
                  <a:lnTo>
                    <a:pt x="258466" y="464868"/>
                  </a:lnTo>
                  <a:lnTo>
                    <a:pt x="258466" y="0"/>
                  </a:lnTo>
                  <a:close/>
                </a:path>
              </a:pathLst>
            </a:custGeom>
            <a:solidFill>
              <a:srgbClr val="FFFFFF"/>
            </a:solidFill>
          </p:spPr>
          <p:txBody>
            <a:bodyPr wrap="square" lIns="0" tIns="0" rIns="0" bIns="0" rtlCol="0"/>
            <a:lstStyle/>
            <a:p/>
          </p:txBody>
        </p:sp>
      </p:grpSp>
      <p:sp>
        <p:nvSpPr>
          <p:cNvPr id="67" name="object 67" descr=""/>
          <p:cNvSpPr txBox="1"/>
          <p:nvPr/>
        </p:nvSpPr>
        <p:spPr>
          <a:xfrm>
            <a:off x="6740642" y="3908454"/>
            <a:ext cx="156845" cy="213360"/>
          </a:xfrm>
          <a:prstGeom prst="rect">
            <a:avLst/>
          </a:prstGeom>
        </p:spPr>
        <p:txBody>
          <a:bodyPr wrap="square" lIns="0" tIns="16510" rIns="0" bIns="0" rtlCol="0" vert="horz">
            <a:spAutoFit/>
          </a:bodyPr>
          <a:lstStyle/>
          <a:p>
            <a:pPr marL="12700">
              <a:lnSpc>
                <a:spcPct val="100000"/>
              </a:lnSpc>
              <a:spcBef>
                <a:spcPts val="130"/>
              </a:spcBef>
            </a:pPr>
            <a:r>
              <a:rPr dirty="0" sz="1200" spc="-50">
                <a:latin typeface="Times New Roman"/>
                <a:cs typeface="Times New Roman"/>
              </a:rPr>
              <a:t>M</a:t>
            </a:r>
            <a:endParaRPr sz="1200">
              <a:latin typeface="Times New Roman"/>
              <a:cs typeface="Times New Roman"/>
            </a:endParaRPr>
          </a:p>
        </p:txBody>
      </p:sp>
      <p:sp>
        <p:nvSpPr>
          <p:cNvPr id="68" name="object 68" descr=""/>
          <p:cNvSpPr txBox="1"/>
          <p:nvPr/>
        </p:nvSpPr>
        <p:spPr>
          <a:xfrm>
            <a:off x="6756107" y="4076658"/>
            <a:ext cx="132080" cy="511175"/>
          </a:xfrm>
          <a:prstGeom prst="rect">
            <a:avLst/>
          </a:prstGeom>
        </p:spPr>
        <p:txBody>
          <a:bodyPr wrap="square" lIns="0" tIns="50800" rIns="0" bIns="0" rtlCol="0" vert="horz">
            <a:spAutoFit/>
          </a:bodyPr>
          <a:lstStyle/>
          <a:p>
            <a:pPr algn="just" marL="12700" marR="5080">
              <a:lnSpc>
                <a:spcPct val="81400"/>
              </a:lnSpc>
              <a:spcBef>
                <a:spcPts val="400"/>
              </a:spcBef>
            </a:pPr>
            <a:r>
              <a:rPr dirty="0" sz="1200" spc="-70">
                <a:latin typeface="Times New Roman"/>
                <a:cs typeface="Times New Roman"/>
              </a:rPr>
              <a:t>U X </a:t>
            </a:r>
            <a:r>
              <a:rPr dirty="0" sz="1200" spc="-50">
                <a:latin typeface="Times New Roman"/>
                <a:cs typeface="Times New Roman"/>
              </a:rPr>
              <a:t>3</a:t>
            </a:r>
            <a:endParaRPr sz="1200">
              <a:latin typeface="Times New Roman"/>
              <a:cs typeface="Times New Roman"/>
            </a:endParaRPr>
          </a:p>
        </p:txBody>
      </p:sp>
      <p:grpSp>
        <p:nvGrpSpPr>
          <p:cNvPr id="69" name="object 69" descr=""/>
          <p:cNvGrpSpPr/>
          <p:nvPr/>
        </p:nvGrpSpPr>
        <p:grpSpPr>
          <a:xfrm>
            <a:off x="2025973" y="2101214"/>
            <a:ext cx="8199120" cy="3823970"/>
            <a:chOff x="2025973" y="2101214"/>
            <a:chExt cx="8199120" cy="3823970"/>
          </a:xfrm>
        </p:grpSpPr>
        <p:sp>
          <p:nvSpPr>
            <p:cNvPr id="70" name="object 70" descr=""/>
            <p:cNvSpPr/>
            <p:nvPr/>
          </p:nvSpPr>
          <p:spPr>
            <a:xfrm>
              <a:off x="5323290" y="3592778"/>
              <a:ext cx="596900" cy="0"/>
            </a:xfrm>
            <a:custGeom>
              <a:avLst/>
              <a:gdLst/>
              <a:ahLst/>
              <a:cxnLst/>
              <a:rect l="l" t="t" r="r" b="b"/>
              <a:pathLst>
                <a:path w="596900" h="0">
                  <a:moveTo>
                    <a:pt x="0" y="0"/>
                  </a:moveTo>
                  <a:lnTo>
                    <a:pt x="596882" y="0"/>
                  </a:lnTo>
                </a:path>
              </a:pathLst>
            </a:custGeom>
            <a:ln w="14939">
              <a:solidFill>
                <a:srgbClr val="000000"/>
              </a:solidFill>
            </a:ln>
          </p:spPr>
          <p:txBody>
            <a:bodyPr wrap="square" lIns="0" tIns="0" rIns="0" bIns="0" rtlCol="0"/>
            <a:lstStyle/>
            <a:p/>
          </p:txBody>
        </p:sp>
        <p:sp>
          <p:nvSpPr>
            <p:cNvPr id="71" name="object 71" descr=""/>
            <p:cNvSpPr/>
            <p:nvPr/>
          </p:nvSpPr>
          <p:spPr>
            <a:xfrm>
              <a:off x="5868687" y="3540370"/>
              <a:ext cx="154305" cy="106680"/>
            </a:xfrm>
            <a:custGeom>
              <a:avLst/>
              <a:gdLst/>
              <a:ahLst/>
              <a:cxnLst/>
              <a:rect l="l" t="t" r="r" b="b"/>
              <a:pathLst>
                <a:path w="154304" h="106679">
                  <a:moveTo>
                    <a:pt x="0" y="0"/>
                  </a:moveTo>
                  <a:lnTo>
                    <a:pt x="49136" y="52407"/>
                  </a:lnTo>
                  <a:lnTo>
                    <a:pt x="0" y="106271"/>
                  </a:lnTo>
                  <a:lnTo>
                    <a:pt x="153870" y="52407"/>
                  </a:lnTo>
                  <a:lnTo>
                    <a:pt x="0" y="0"/>
                  </a:lnTo>
                  <a:close/>
                </a:path>
              </a:pathLst>
            </a:custGeom>
            <a:solidFill>
              <a:srgbClr val="000000"/>
            </a:solidFill>
          </p:spPr>
          <p:txBody>
            <a:bodyPr wrap="square" lIns="0" tIns="0" rIns="0" bIns="0" rtlCol="0"/>
            <a:lstStyle/>
            <a:p/>
          </p:txBody>
        </p:sp>
        <p:sp>
          <p:nvSpPr>
            <p:cNvPr id="72" name="object 72" descr=""/>
            <p:cNvSpPr/>
            <p:nvPr/>
          </p:nvSpPr>
          <p:spPr>
            <a:xfrm>
              <a:off x="5323290" y="4173630"/>
              <a:ext cx="596900" cy="0"/>
            </a:xfrm>
            <a:custGeom>
              <a:avLst/>
              <a:gdLst/>
              <a:ahLst/>
              <a:cxnLst/>
              <a:rect l="l" t="t" r="r" b="b"/>
              <a:pathLst>
                <a:path w="596900" h="0">
                  <a:moveTo>
                    <a:pt x="0" y="0"/>
                  </a:moveTo>
                  <a:lnTo>
                    <a:pt x="596882" y="0"/>
                  </a:lnTo>
                </a:path>
              </a:pathLst>
            </a:custGeom>
            <a:ln w="14939">
              <a:solidFill>
                <a:srgbClr val="000000"/>
              </a:solidFill>
            </a:ln>
          </p:spPr>
          <p:txBody>
            <a:bodyPr wrap="square" lIns="0" tIns="0" rIns="0" bIns="0" rtlCol="0"/>
            <a:lstStyle/>
            <a:p/>
          </p:txBody>
        </p:sp>
        <p:sp>
          <p:nvSpPr>
            <p:cNvPr id="73" name="object 73" descr=""/>
            <p:cNvSpPr/>
            <p:nvPr/>
          </p:nvSpPr>
          <p:spPr>
            <a:xfrm>
              <a:off x="5868687" y="4121222"/>
              <a:ext cx="154305" cy="106680"/>
            </a:xfrm>
            <a:custGeom>
              <a:avLst/>
              <a:gdLst/>
              <a:ahLst/>
              <a:cxnLst/>
              <a:rect l="l" t="t" r="r" b="b"/>
              <a:pathLst>
                <a:path w="154304" h="106679">
                  <a:moveTo>
                    <a:pt x="0" y="0"/>
                  </a:moveTo>
                  <a:lnTo>
                    <a:pt x="49136" y="53946"/>
                  </a:lnTo>
                  <a:lnTo>
                    <a:pt x="0" y="106271"/>
                  </a:lnTo>
                  <a:lnTo>
                    <a:pt x="153870" y="53946"/>
                  </a:lnTo>
                  <a:lnTo>
                    <a:pt x="0" y="0"/>
                  </a:lnTo>
                  <a:close/>
                </a:path>
              </a:pathLst>
            </a:custGeom>
            <a:solidFill>
              <a:srgbClr val="000000"/>
            </a:solidFill>
          </p:spPr>
          <p:txBody>
            <a:bodyPr wrap="square" lIns="0" tIns="0" rIns="0" bIns="0" rtlCol="0"/>
            <a:lstStyle/>
            <a:p/>
          </p:txBody>
        </p:sp>
        <p:sp>
          <p:nvSpPr>
            <p:cNvPr id="74" name="object 74" descr=""/>
            <p:cNvSpPr/>
            <p:nvPr/>
          </p:nvSpPr>
          <p:spPr>
            <a:xfrm>
              <a:off x="5446817" y="4943254"/>
              <a:ext cx="473709" cy="5715"/>
            </a:xfrm>
            <a:custGeom>
              <a:avLst/>
              <a:gdLst/>
              <a:ahLst/>
              <a:cxnLst/>
              <a:rect l="l" t="t" r="r" b="b"/>
              <a:pathLst>
                <a:path w="473710" h="5714">
                  <a:moveTo>
                    <a:pt x="0" y="5136"/>
                  </a:moveTo>
                  <a:lnTo>
                    <a:pt x="473355" y="0"/>
                  </a:lnTo>
                </a:path>
              </a:pathLst>
            </a:custGeom>
            <a:ln w="14939">
              <a:solidFill>
                <a:srgbClr val="000000"/>
              </a:solidFill>
            </a:ln>
          </p:spPr>
          <p:txBody>
            <a:bodyPr wrap="square" lIns="0" tIns="0" rIns="0" bIns="0" rtlCol="0"/>
            <a:lstStyle/>
            <a:p/>
          </p:txBody>
        </p:sp>
        <p:sp>
          <p:nvSpPr>
            <p:cNvPr id="75" name="object 75" descr=""/>
            <p:cNvSpPr/>
            <p:nvPr/>
          </p:nvSpPr>
          <p:spPr>
            <a:xfrm>
              <a:off x="5868687" y="4890929"/>
              <a:ext cx="154305" cy="107950"/>
            </a:xfrm>
            <a:custGeom>
              <a:avLst/>
              <a:gdLst/>
              <a:ahLst/>
              <a:cxnLst/>
              <a:rect l="l" t="t" r="r" b="b"/>
              <a:pathLst>
                <a:path w="154304" h="107950">
                  <a:moveTo>
                    <a:pt x="0" y="0"/>
                  </a:moveTo>
                  <a:lnTo>
                    <a:pt x="49136" y="53863"/>
                  </a:lnTo>
                  <a:lnTo>
                    <a:pt x="978" y="107747"/>
                  </a:lnTo>
                  <a:lnTo>
                    <a:pt x="153870" y="51305"/>
                  </a:lnTo>
                  <a:lnTo>
                    <a:pt x="0" y="0"/>
                  </a:lnTo>
                  <a:close/>
                </a:path>
              </a:pathLst>
            </a:custGeom>
            <a:solidFill>
              <a:srgbClr val="000000"/>
            </a:solidFill>
          </p:spPr>
          <p:txBody>
            <a:bodyPr wrap="square" lIns="0" tIns="0" rIns="0" bIns="0" rtlCol="0"/>
            <a:lstStyle/>
            <a:p/>
          </p:txBody>
        </p:sp>
        <p:sp>
          <p:nvSpPr>
            <p:cNvPr id="76" name="object 76" descr=""/>
            <p:cNvSpPr/>
            <p:nvPr/>
          </p:nvSpPr>
          <p:spPr>
            <a:xfrm>
              <a:off x="5734393" y="4367580"/>
              <a:ext cx="843915" cy="640080"/>
            </a:xfrm>
            <a:custGeom>
              <a:avLst/>
              <a:gdLst/>
              <a:ahLst/>
              <a:cxnLst/>
              <a:rect l="l" t="t" r="r" b="b"/>
              <a:pathLst>
                <a:path w="843915" h="640079">
                  <a:moveTo>
                    <a:pt x="0" y="509498"/>
                  </a:moveTo>
                  <a:lnTo>
                    <a:pt x="41306" y="639810"/>
                  </a:lnTo>
                </a:path>
                <a:path w="843915" h="640079">
                  <a:moveTo>
                    <a:pt x="617437" y="580810"/>
                  </a:moveTo>
                  <a:lnTo>
                    <a:pt x="781683" y="580810"/>
                  </a:lnTo>
                </a:path>
                <a:path w="843915" h="640079">
                  <a:moveTo>
                    <a:pt x="781683" y="580810"/>
                  </a:moveTo>
                  <a:lnTo>
                    <a:pt x="781683" y="0"/>
                  </a:lnTo>
                </a:path>
                <a:path w="843915" h="640079">
                  <a:moveTo>
                    <a:pt x="781683" y="0"/>
                  </a:moveTo>
                  <a:lnTo>
                    <a:pt x="843740" y="0"/>
                  </a:lnTo>
                </a:path>
              </a:pathLst>
            </a:custGeom>
            <a:ln w="14500">
              <a:solidFill>
                <a:srgbClr val="000000"/>
              </a:solidFill>
            </a:ln>
          </p:spPr>
          <p:txBody>
            <a:bodyPr wrap="square" lIns="0" tIns="0" rIns="0" bIns="0" rtlCol="0"/>
            <a:lstStyle/>
            <a:p/>
          </p:txBody>
        </p:sp>
        <p:sp>
          <p:nvSpPr>
            <p:cNvPr id="77" name="object 77" descr=""/>
            <p:cNvSpPr/>
            <p:nvPr/>
          </p:nvSpPr>
          <p:spPr>
            <a:xfrm>
              <a:off x="6526844" y="4314715"/>
              <a:ext cx="153670" cy="106680"/>
            </a:xfrm>
            <a:custGeom>
              <a:avLst/>
              <a:gdLst/>
              <a:ahLst/>
              <a:cxnLst/>
              <a:rect l="l" t="t" r="r" b="b"/>
              <a:pathLst>
                <a:path w="153670" h="106679">
                  <a:moveTo>
                    <a:pt x="0" y="0"/>
                  </a:moveTo>
                  <a:lnTo>
                    <a:pt x="48940" y="52865"/>
                  </a:lnTo>
                  <a:lnTo>
                    <a:pt x="0" y="106208"/>
                  </a:lnTo>
                  <a:lnTo>
                    <a:pt x="153674" y="52865"/>
                  </a:lnTo>
                  <a:lnTo>
                    <a:pt x="0" y="0"/>
                  </a:lnTo>
                  <a:close/>
                </a:path>
              </a:pathLst>
            </a:custGeom>
            <a:solidFill>
              <a:srgbClr val="000000"/>
            </a:solidFill>
          </p:spPr>
          <p:txBody>
            <a:bodyPr wrap="square" lIns="0" tIns="0" rIns="0" bIns="0" rtlCol="0"/>
            <a:lstStyle/>
            <a:p/>
          </p:txBody>
        </p:sp>
        <p:sp>
          <p:nvSpPr>
            <p:cNvPr id="78" name="object 78" descr=""/>
            <p:cNvSpPr/>
            <p:nvPr/>
          </p:nvSpPr>
          <p:spPr>
            <a:xfrm>
              <a:off x="4254030" y="3205335"/>
              <a:ext cx="596900" cy="2195830"/>
            </a:xfrm>
            <a:custGeom>
              <a:avLst/>
              <a:gdLst/>
              <a:ahLst/>
              <a:cxnLst/>
              <a:rect l="l" t="t" r="r" b="b"/>
              <a:pathLst>
                <a:path w="596900" h="2195829">
                  <a:moveTo>
                    <a:pt x="0" y="0"/>
                  </a:moveTo>
                  <a:lnTo>
                    <a:pt x="0" y="2195612"/>
                  </a:lnTo>
                </a:path>
                <a:path w="596900" h="2195829">
                  <a:moveTo>
                    <a:pt x="0" y="1743055"/>
                  </a:moveTo>
                  <a:lnTo>
                    <a:pt x="596882" y="1743055"/>
                  </a:lnTo>
                </a:path>
              </a:pathLst>
            </a:custGeom>
            <a:ln w="14500">
              <a:solidFill>
                <a:srgbClr val="000000"/>
              </a:solidFill>
            </a:ln>
          </p:spPr>
          <p:txBody>
            <a:bodyPr wrap="square" lIns="0" tIns="0" rIns="0" bIns="0" rtlCol="0"/>
            <a:lstStyle/>
            <a:p/>
          </p:txBody>
        </p:sp>
        <p:sp>
          <p:nvSpPr>
            <p:cNvPr id="79" name="object 79" descr=""/>
            <p:cNvSpPr/>
            <p:nvPr/>
          </p:nvSpPr>
          <p:spPr>
            <a:xfrm>
              <a:off x="4799623" y="4896066"/>
              <a:ext cx="153670" cy="106680"/>
            </a:xfrm>
            <a:custGeom>
              <a:avLst/>
              <a:gdLst/>
              <a:ahLst/>
              <a:cxnLst/>
              <a:rect l="l" t="t" r="r" b="b"/>
              <a:pathLst>
                <a:path w="153670" h="106679">
                  <a:moveTo>
                    <a:pt x="0" y="0"/>
                  </a:moveTo>
                  <a:lnTo>
                    <a:pt x="48940" y="53863"/>
                  </a:lnTo>
                  <a:lnTo>
                    <a:pt x="0" y="106208"/>
                  </a:lnTo>
                  <a:lnTo>
                    <a:pt x="153674" y="53863"/>
                  </a:lnTo>
                  <a:lnTo>
                    <a:pt x="0" y="0"/>
                  </a:lnTo>
                  <a:close/>
                </a:path>
              </a:pathLst>
            </a:custGeom>
            <a:solidFill>
              <a:srgbClr val="000000"/>
            </a:solidFill>
          </p:spPr>
          <p:txBody>
            <a:bodyPr wrap="square" lIns="0" tIns="0" rIns="0" bIns="0" rtlCol="0"/>
            <a:lstStyle/>
            <a:p/>
          </p:txBody>
        </p:sp>
        <p:sp>
          <p:nvSpPr>
            <p:cNvPr id="80" name="object 80" descr=""/>
            <p:cNvSpPr/>
            <p:nvPr/>
          </p:nvSpPr>
          <p:spPr>
            <a:xfrm>
              <a:off x="4254030" y="3205335"/>
              <a:ext cx="596900" cy="1802130"/>
            </a:xfrm>
            <a:custGeom>
              <a:avLst/>
              <a:gdLst/>
              <a:ahLst/>
              <a:cxnLst/>
              <a:rect l="l" t="t" r="r" b="b"/>
              <a:pathLst>
                <a:path w="596900" h="1802129">
                  <a:moveTo>
                    <a:pt x="452409" y="1671743"/>
                  </a:moveTo>
                  <a:lnTo>
                    <a:pt x="493715" y="1802055"/>
                  </a:lnTo>
                </a:path>
                <a:path w="596900" h="1802129">
                  <a:moveTo>
                    <a:pt x="0" y="0"/>
                  </a:moveTo>
                  <a:lnTo>
                    <a:pt x="596882" y="0"/>
                  </a:lnTo>
                </a:path>
              </a:pathLst>
            </a:custGeom>
            <a:ln w="14500">
              <a:solidFill>
                <a:srgbClr val="000000"/>
              </a:solidFill>
            </a:ln>
          </p:spPr>
          <p:txBody>
            <a:bodyPr wrap="square" lIns="0" tIns="0" rIns="0" bIns="0" rtlCol="0"/>
            <a:lstStyle/>
            <a:p/>
          </p:txBody>
        </p:sp>
        <p:sp>
          <p:nvSpPr>
            <p:cNvPr id="81" name="object 81" descr=""/>
            <p:cNvSpPr/>
            <p:nvPr/>
          </p:nvSpPr>
          <p:spPr>
            <a:xfrm>
              <a:off x="4799623" y="3153136"/>
              <a:ext cx="153670" cy="106680"/>
            </a:xfrm>
            <a:custGeom>
              <a:avLst/>
              <a:gdLst/>
              <a:ahLst/>
              <a:cxnLst/>
              <a:rect l="l" t="t" r="r" b="b"/>
              <a:pathLst>
                <a:path w="153670" h="106679">
                  <a:moveTo>
                    <a:pt x="0" y="0"/>
                  </a:moveTo>
                  <a:lnTo>
                    <a:pt x="48940" y="52199"/>
                  </a:lnTo>
                  <a:lnTo>
                    <a:pt x="0" y="106063"/>
                  </a:lnTo>
                  <a:lnTo>
                    <a:pt x="153674" y="52199"/>
                  </a:lnTo>
                  <a:lnTo>
                    <a:pt x="0" y="0"/>
                  </a:lnTo>
                  <a:close/>
                </a:path>
              </a:pathLst>
            </a:custGeom>
            <a:solidFill>
              <a:srgbClr val="000000"/>
            </a:solidFill>
          </p:spPr>
          <p:txBody>
            <a:bodyPr wrap="square" lIns="0" tIns="0" rIns="0" bIns="0" rtlCol="0"/>
            <a:lstStyle/>
            <a:p/>
          </p:txBody>
        </p:sp>
        <p:sp>
          <p:nvSpPr>
            <p:cNvPr id="82" name="object 82" descr=""/>
            <p:cNvSpPr/>
            <p:nvPr/>
          </p:nvSpPr>
          <p:spPr>
            <a:xfrm>
              <a:off x="4254030" y="3592778"/>
              <a:ext cx="596900" cy="0"/>
            </a:xfrm>
            <a:custGeom>
              <a:avLst/>
              <a:gdLst/>
              <a:ahLst/>
              <a:cxnLst/>
              <a:rect l="l" t="t" r="r" b="b"/>
              <a:pathLst>
                <a:path w="596900" h="0">
                  <a:moveTo>
                    <a:pt x="0" y="0"/>
                  </a:moveTo>
                  <a:lnTo>
                    <a:pt x="596882" y="0"/>
                  </a:lnTo>
                </a:path>
              </a:pathLst>
            </a:custGeom>
            <a:ln w="14939">
              <a:solidFill>
                <a:srgbClr val="000000"/>
              </a:solidFill>
            </a:ln>
          </p:spPr>
          <p:txBody>
            <a:bodyPr wrap="square" lIns="0" tIns="0" rIns="0" bIns="0" rtlCol="0"/>
            <a:lstStyle/>
            <a:p/>
          </p:txBody>
        </p:sp>
        <p:sp>
          <p:nvSpPr>
            <p:cNvPr id="83" name="object 83" descr=""/>
            <p:cNvSpPr/>
            <p:nvPr/>
          </p:nvSpPr>
          <p:spPr>
            <a:xfrm>
              <a:off x="4799623" y="3540370"/>
              <a:ext cx="153670" cy="106680"/>
            </a:xfrm>
            <a:custGeom>
              <a:avLst/>
              <a:gdLst/>
              <a:ahLst/>
              <a:cxnLst/>
              <a:rect l="l" t="t" r="r" b="b"/>
              <a:pathLst>
                <a:path w="153670" h="106679">
                  <a:moveTo>
                    <a:pt x="0" y="0"/>
                  </a:moveTo>
                  <a:lnTo>
                    <a:pt x="48940" y="52407"/>
                  </a:lnTo>
                  <a:lnTo>
                    <a:pt x="0" y="106271"/>
                  </a:lnTo>
                  <a:lnTo>
                    <a:pt x="153674" y="52407"/>
                  </a:lnTo>
                  <a:lnTo>
                    <a:pt x="0" y="0"/>
                  </a:lnTo>
                  <a:close/>
                </a:path>
              </a:pathLst>
            </a:custGeom>
            <a:solidFill>
              <a:srgbClr val="000000"/>
            </a:solidFill>
          </p:spPr>
          <p:txBody>
            <a:bodyPr wrap="square" lIns="0" tIns="0" rIns="0" bIns="0" rtlCol="0"/>
            <a:lstStyle/>
            <a:p/>
          </p:txBody>
        </p:sp>
        <p:sp>
          <p:nvSpPr>
            <p:cNvPr id="84" name="object 84" descr=""/>
            <p:cNvSpPr/>
            <p:nvPr/>
          </p:nvSpPr>
          <p:spPr>
            <a:xfrm>
              <a:off x="4336447" y="3980221"/>
              <a:ext cx="514984" cy="0"/>
            </a:xfrm>
            <a:custGeom>
              <a:avLst/>
              <a:gdLst/>
              <a:ahLst/>
              <a:cxnLst/>
              <a:rect l="l" t="t" r="r" b="b"/>
              <a:pathLst>
                <a:path w="514985" h="0">
                  <a:moveTo>
                    <a:pt x="0" y="0"/>
                  </a:moveTo>
                  <a:lnTo>
                    <a:pt x="514466" y="0"/>
                  </a:lnTo>
                </a:path>
              </a:pathLst>
            </a:custGeom>
            <a:ln w="14939">
              <a:solidFill>
                <a:srgbClr val="000000"/>
              </a:solidFill>
            </a:ln>
          </p:spPr>
          <p:txBody>
            <a:bodyPr wrap="square" lIns="0" tIns="0" rIns="0" bIns="0" rtlCol="0"/>
            <a:lstStyle/>
            <a:p/>
          </p:txBody>
        </p:sp>
        <p:sp>
          <p:nvSpPr>
            <p:cNvPr id="85" name="object 85" descr=""/>
            <p:cNvSpPr/>
            <p:nvPr/>
          </p:nvSpPr>
          <p:spPr>
            <a:xfrm>
              <a:off x="4799623" y="3927397"/>
              <a:ext cx="153670" cy="106680"/>
            </a:xfrm>
            <a:custGeom>
              <a:avLst/>
              <a:gdLst/>
              <a:ahLst/>
              <a:cxnLst/>
              <a:rect l="l" t="t" r="r" b="b"/>
              <a:pathLst>
                <a:path w="153670" h="106679">
                  <a:moveTo>
                    <a:pt x="0" y="0"/>
                  </a:moveTo>
                  <a:lnTo>
                    <a:pt x="48940" y="52823"/>
                  </a:lnTo>
                  <a:lnTo>
                    <a:pt x="0" y="106063"/>
                  </a:lnTo>
                  <a:lnTo>
                    <a:pt x="153674" y="52823"/>
                  </a:lnTo>
                  <a:lnTo>
                    <a:pt x="0" y="0"/>
                  </a:lnTo>
                  <a:close/>
                </a:path>
              </a:pathLst>
            </a:custGeom>
            <a:solidFill>
              <a:srgbClr val="000000"/>
            </a:solidFill>
          </p:spPr>
          <p:txBody>
            <a:bodyPr wrap="square" lIns="0" tIns="0" rIns="0" bIns="0" rtlCol="0"/>
            <a:lstStyle/>
            <a:p/>
          </p:txBody>
        </p:sp>
        <p:sp>
          <p:nvSpPr>
            <p:cNvPr id="86" name="object 86" descr=""/>
            <p:cNvSpPr/>
            <p:nvPr/>
          </p:nvSpPr>
          <p:spPr>
            <a:xfrm>
              <a:off x="3390381" y="3721509"/>
              <a:ext cx="896619" cy="8890"/>
            </a:xfrm>
            <a:custGeom>
              <a:avLst/>
              <a:gdLst/>
              <a:ahLst/>
              <a:cxnLst/>
              <a:rect l="l" t="t" r="r" b="b"/>
              <a:pathLst>
                <a:path w="896620" h="8889">
                  <a:moveTo>
                    <a:pt x="773402" y="8734"/>
                  </a:moveTo>
                  <a:lnTo>
                    <a:pt x="896537" y="0"/>
                  </a:lnTo>
                </a:path>
                <a:path w="896620" h="8889">
                  <a:moveTo>
                    <a:pt x="0" y="0"/>
                  </a:moveTo>
                  <a:lnTo>
                    <a:pt x="350592" y="6239"/>
                  </a:lnTo>
                </a:path>
              </a:pathLst>
            </a:custGeom>
            <a:ln w="14500">
              <a:solidFill>
                <a:srgbClr val="000000"/>
              </a:solidFill>
            </a:ln>
          </p:spPr>
          <p:txBody>
            <a:bodyPr wrap="square" lIns="0" tIns="0" rIns="0" bIns="0" rtlCol="0"/>
            <a:lstStyle/>
            <a:p/>
          </p:txBody>
        </p:sp>
        <p:sp>
          <p:nvSpPr>
            <p:cNvPr id="87" name="object 87" descr=""/>
            <p:cNvSpPr/>
            <p:nvPr/>
          </p:nvSpPr>
          <p:spPr>
            <a:xfrm>
              <a:off x="3688117" y="3673885"/>
              <a:ext cx="156210" cy="106680"/>
            </a:xfrm>
            <a:custGeom>
              <a:avLst/>
              <a:gdLst/>
              <a:ahLst/>
              <a:cxnLst/>
              <a:rect l="l" t="t" r="r" b="b"/>
              <a:pathLst>
                <a:path w="156210" h="106679">
                  <a:moveTo>
                    <a:pt x="1938" y="0"/>
                  </a:moveTo>
                  <a:lnTo>
                    <a:pt x="50428" y="53863"/>
                  </a:lnTo>
                  <a:lnTo>
                    <a:pt x="0" y="106271"/>
                  </a:lnTo>
                  <a:lnTo>
                    <a:pt x="156140" y="56359"/>
                  </a:lnTo>
                  <a:lnTo>
                    <a:pt x="1938" y="0"/>
                  </a:lnTo>
                  <a:close/>
                </a:path>
              </a:pathLst>
            </a:custGeom>
            <a:solidFill>
              <a:srgbClr val="000000"/>
            </a:solidFill>
          </p:spPr>
          <p:txBody>
            <a:bodyPr wrap="square" lIns="0" tIns="0" rIns="0" bIns="0" rtlCol="0"/>
            <a:lstStyle/>
            <a:p/>
          </p:txBody>
        </p:sp>
        <p:sp>
          <p:nvSpPr>
            <p:cNvPr id="88" name="object 88" descr=""/>
            <p:cNvSpPr/>
            <p:nvPr/>
          </p:nvSpPr>
          <p:spPr>
            <a:xfrm>
              <a:off x="2444804" y="3721509"/>
              <a:ext cx="227329" cy="6350"/>
            </a:xfrm>
            <a:custGeom>
              <a:avLst/>
              <a:gdLst/>
              <a:ahLst/>
              <a:cxnLst/>
              <a:rect l="l" t="t" r="r" b="b"/>
              <a:pathLst>
                <a:path w="227330" h="6350">
                  <a:moveTo>
                    <a:pt x="0" y="0"/>
                  </a:moveTo>
                  <a:lnTo>
                    <a:pt x="226928" y="6239"/>
                  </a:lnTo>
                </a:path>
              </a:pathLst>
            </a:custGeom>
            <a:ln w="14938">
              <a:solidFill>
                <a:srgbClr val="000000"/>
              </a:solidFill>
            </a:ln>
          </p:spPr>
          <p:txBody>
            <a:bodyPr wrap="square" lIns="0" tIns="0" rIns="0" bIns="0" rtlCol="0"/>
            <a:lstStyle/>
            <a:p/>
          </p:txBody>
        </p:sp>
        <p:sp>
          <p:nvSpPr>
            <p:cNvPr id="89" name="object 89" descr=""/>
            <p:cNvSpPr/>
            <p:nvPr/>
          </p:nvSpPr>
          <p:spPr>
            <a:xfrm>
              <a:off x="2618877" y="3673885"/>
              <a:ext cx="156210" cy="106680"/>
            </a:xfrm>
            <a:custGeom>
              <a:avLst/>
              <a:gdLst/>
              <a:ahLst/>
              <a:cxnLst/>
              <a:rect l="l" t="t" r="r" b="b"/>
              <a:pathLst>
                <a:path w="156210" h="106679">
                  <a:moveTo>
                    <a:pt x="1938" y="0"/>
                  </a:moveTo>
                  <a:lnTo>
                    <a:pt x="50428" y="53863"/>
                  </a:lnTo>
                  <a:lnTo>
                    <a:pt x="0" y="106271"/>
                  </a:lnTo>
                  <a:lnTo>
                    <a:pt x="156140" y="56359"/>
                  </a:lnTo>
                  <a:lnTo>
                    <a:pt x="1938" y="0"/>
                  </a:lnTo>
                  <a:close/>
                </a:path>
              </a:pathLst>
            </a:custGeom>
            <a:solidFill>
              <a:srgbClr val="000000"/>
            </a:solidFill>
          </p:spPr>
          <p:txBody>
            <a:bodyPr wrap="square" lIns="0" tIns="0" rIns="0" bIns="0" rtlCol="0"/>
            <a:lstStyle/>
            <a:p/>
          </p:txBody>
        </p:sp>
        <p:sp>
          <p:nvSpPr>
            <p:cNvPr id="90" name="object 90" descr=""/>
            <p:cNvSpPr/>
            <p:nvPr/>
          </p:nvSpPr>
          <p:spPr>
            <a:xfrm>
              <a:off x="2527240" y="2818101"/>
              <a:ext cx="103505" cy="0"/>
            </a:xfrm>
            <a:custGeom>
              <a:avLst/>
              <a:gdLst/>
              <a:ahLst/>
              <a:cxnLst/>
              <a:rect l="l" t="t" r="r" b="b"/>
              <a:pathLst>
                <a:path w="103505" h="0">
                  <a:moveTo>
                    <a:pt x="0" y="0"/>
                  </a:moveTo>
                  <a:lnTo>
                    <a:pt x="103284" y="0"/>
                  </a:lnTo>
                </a:path>
              </a:pathLst>
            </a:custGeom>
            <a:ln w="14939">
              <a:solidFill>
                <a:srgbClr val="000000"/>
              </a:solidFill>
            </a:ln>
          </p:spPr>
          <p:txBody>
            <a:bodyPr wrap="square" lIns="0" tIns="0" rIns="0" bIns="0" rtlCol="0"/>
            <a:lstStyle/>
            <a:p/>
          </p:txBody>
        </p:sp>
        <p:sp>
          <p:nvSpPr>
            <p:cNvPr id="91" name="object 91" descr=""/>
            <p:cNvSpPr/>
            <p:nvPr/>
          </p:nvSpPr>
          <p:spPr>
            <a:xfrm>
              <a:off x="2578628" y="2765693"/>
              <a:ext cx="154305" cy="106680"/>
            </a:xfrm>
            <a:custGeom>
              <a:avLst/>
              <a:gdLst/>
              <a:ahLst/>
              <a:cxnLst/>
              <a:rect l="l" t="t" r="r" b="b"/>
              <a:pathLst>
                <a:path w="154305" h="106680">
                  <a:moveTo>
                    <a:pt x="0" y="0"/>
                  </a:moveTo>
                  <a:lnTo>
                    <a:pt x="49469" y="52407"/>
                  </a:lnTo>
                  <a:lnTo>
                    <a:pt x="0" y="106271"/>
                  </a:lnTo>
                  <a:lnTo>
                    <a:pt x="154202" y="52407"/>
                  </a:lnTo>
                  <a:lnTo>
                    <a:pt x="0" y="0"/>
                  </a:lnTo>
                  <a:close/>
                </a:path>
              </a:pathLst>
            </a:custGeom>
            <a:solidFill>
              <a:srgbClr val="000000"/>
            </a:solidFill>
          </p:spPr>
          <p:txBody>
            <a:bodyPr wrap="square" lIns="0" tIns="0" rIns="0" bIns="0" rtlCol="0"/>
            <a:lstStyle/>
            <a:p/>
          </p:txBody>
        </p:sp>
        <p:sp>
          <p:nvSpPr>
            <p:cNvPr id="92" name="object 92" descr=""/>
            <p:cNvSpPr/>
            <p:nvPr/>
          </p:nvSpPr>
          <p:spPr>
            <a:xfrm>
              <a:off x="2486012" y="2365564"/>
              <a:ext cx="144780" cy="1356360"/>
            </a:xfrm>
            <a:custGeom>
              <a:avLst/>
              <a:gdLst/>
              <a:ahLst/>
              <a:cxnLst/>
              <a:rect l="l" t="t" r="r" b="b"/>
              <a:pathLst>
                <a:path w="144780" h="1356360">
                  <a:moveTo>
                    <a:pt x="41227" y="1355945"/>
                  </a:moveTo>
                  <a:lnTo>
                    <a:pt x="41227" y="452536"/>
                  </a:lnTo>
                </a:path>
                <a:path w="144780" h="1356360">
                  <a:moveTo>
                    <a:pt x="0" y="0"/>
                  </a:moveTo>
                  <a:lnTo>
                    <a:pt x="144512" y="0"/>
                  </a:lnTo>
                </a:path>
              </a:pathLst>
            </a:custGeom>
            <a:ln w="14500">
              <a:solidFill>
                <a:srgbClr val="000000"/>
              </a:solidFill>
            </a:ln>
          </p:spPr>
          <p:txBody>
            <a:bodyPr wrap="square" lIns="0" tIns="0" rIns="0" bIns="0" rtlCol="0"/>
            <a:lstStyle/>
            <a:p/>
          </p:txBody>
        </p:sp>
        <p:sp>
          <p:nvSpPr>
            <p:cNvPr id="93" name="object 93" descr=""/>
            <p:cNvSpPr/>
            <p:nvPr/>
          </p:nvSpPr>
          <p:spPr>
            <a:xfrm>
              <a:off x="2578628" y="2313157"/>
              <a:ext cx="154305" cy="106680"/>
            </a:xfrm>
            <a:custGeom>
              <a:avLst/>
              <a:gdLst/>
              <a:ahLst/>
              <a:cxnLst/>
              <a:rect l="l" t="t" r="r" b="b"/>
              <a:pathLst>
                <a:path w="154305" h="106680">
                  <a:moveTo>
                    <a:pt x="0" y="0"/>
                  </a:moveTo>
                  <a:lnTo>
                    <a:pt x="49469" y="52407"/>
                  </a:lnTo>
                  <a:lnTo>
                    <a:pt x="0" y="106271"/>
                  </a:lnTo>
                  <a:lnTo>
                    <a:pt x="154202" y="52407"/>
                  </a:lnTo>
                  <a:lnTo>
                    <a:pt x="0" y="0"/>
                  </a:lnTo>
                  <a:close/>
                </a:path>
              </a:pathLst>
            </a:custGeom>
            <a:solidFill>
              <a:srgbClr val="000000"/>
            </a:solidFill>
          </p:spPr>
          <p:txBody>
            <a:bodyPr wrap="square" lIns="0" tIns="0" rIns="0" bIns="0" rtlCol="0"/>
            <a:lstStyle/>
            <a:p/>
          </p:txBody>
        </p:sp>
        <p:sp>
          <p:nvSpPr>
            <p:cNvPr id="94" name="object 94" descr=""/>
            <p:cNvSpPr/>
            <p:nvPr/>
          </p:nvSpPr>
          <p:spPr>
            <a:xfrm>
              <a:off x="2033593" y="2108517"/>
              <a:ext cx="62230" cy="1614170"/>
            </a:xfrm>
            <a:custGeom>
              <a:avLst/>
              <a:gdLst/>
              <a:ahLst/>
              <a:cxnLst/>
              <a:rect l="l" t="t" r="r" b="b"/>
              <a:pathLst>
                <a:path w="62230" h="1614170">
                  <a:moveTo>
                    <a:pt x="0" y="0"/>
                  </a:moveTo>
                  <a:lnTo>
                    <a:pt x="0" y="1612992"/>
                  </a:lnTo>
                </a:path>
                <a:path w="62230" h="1614170">
                  <a:moveTo>
                    <a:pt x="0" y="1612992"/>
                  </a:moveTo>
                  <a:lnTo>
                    <a:pt x="62068" y="1614032"/>
                  </a:lnTo>
                </a:path>
              </a:pathLst>
            </a:custGeom>
            <a:ln w="14500">
              <a:solidFill>
                <a:srgbClr val="000000"/>
              </a:solidFill>
            </a:ln>
          </p:spPr>
          <p:txBody>
            <a:bodyPr wrap="square" lIns="0" tIns="0" rIns="0" bIns="0" rtlCol="0"/>
            <a:lstStyle/>
            <a:p/>
          </p:txBody>
        </p:sp>
        <p:sp>
          <p:nvSpPr>
            <p:cNvPr id="95" name="object 95" descr=""/>
            <p:cNvSpPr/>
            <p:nvPr/>
          </p:nvSpPr>
          <p:spPr>
            <a:xfrm>
              <a:off x="2042806" y="3668686"/>
              <a:ext cx="156210" cy="106680"/>
            </a:xfrm>
            <a:custGeom>
              <a:avLst/>
              <a:gdLst/>
              <a:ahLst/>
              <a:cxnLst/>
              <a:rect l="l" t="t" r="r" b="b"/>
              <a:pathLst>
                <a:path w="156210" h="106679">
                  <a:moveTo>
                    <a:pt x="2425" y="0"/>
                  </a:moveTo>
                  <a:lnTo>
                    <a:pt x="50430" y="53863"/>
                  </a:lnTo>
                  <a:lnTo>
                    <a:pt x="0" y="106271"/>
                  </a:lnTo>
                  <a:lnTo>
                    <a:pt x="156138" y="56567"/>
                  </a:lnTo>
                  <a:lnTo>
                    <a:pt x="2425" y="0"/>
                  </a:lnTo>
                  <a:close/>
                </a:path>
              </a:pathLst>
            </a:custGeom>
            <a:solidFill>
              <a:srgbClr val="000000"/>
            </a:solidFill>
          </p:spPr>
          <p:txBody>
            <a:bodyPr wrap="square" lIns="0" tIns="0" rIns="0" bIns="0" rtlCol="0"/>
            <a:lstStyle/>
            <a:p/>
          </p:txBody>
        </p:sp>
        <p:sp>
          <p:nvSpPr>
            <p:cNvPr id="96" name="object 96" descr=""/>
            <p:cNvSpPr/>
            <p:nvPr/>
          </p:nvSpPr>
          <p:spPr>
            <a:xfrm>
              <a:off x="3555253" y="2559390"/>
              <a:ext cx="186055" cy="0"/>
            </a:xfrm>
            <a:custGeom>
              <a:avLst/>
              <a:gdLst/>
              <a:ahLst/>
              <a:cxnLst/>
              <a:rect l="l" t="t" r="r" b="b"/>
              <a:pathLst>
                <a:path w="186054" h="0">
                  <a:moveTo>
                    <a:pt x="0" y="0"/>
                  </a:moveTo>
                  <a:lnTo>
                    <a:pt x="185720" y="0"/>
                  </a:lnTo>
                </a:path>
              </a:pathLst>
            </a:custGeom>
            <a:ln w="14939">
              <a:solidFill>
                <a:srgbClr val="000000"/>
              </a:solidFill>
            </a:ln>
          </p:spPr>
          <p:txBody>
            <a:bodyPr wrap="square" lIns="0" tIns="0" rIns="0" bIns="0" rtlCol="0"/>
            <a:lstStyle/>
            <a:p/>
          </p:txBody>
        </p:sp>
        <p:sp>
          <p:nvSpPr>
            <p:cNvPr id="97" name="object 97" descr=""/>
            <p:cNvSpPr/>
            <p:nvPr/>
          </p:nvSpPr>
          <p:spPr>
            <a:xfrm>
              <a:off x="3689076" y="2506566"/>
              <a:ext cx="155575" cy="106680"/>
            </a:xfrm>
            <a:custGeom>
              <a:avLst/>
              <a:gdLst/>
              <a:ahLst/>
              <a:cxnLst/>
              <a:rect l="l" t="t" r="r" b="b"/>
              <a:pathLst>
                <a:path w="155575" h="106680">
                  <a:moveTo>
                    <a:pt x="0" y="0"/>
                  </a:moveTo>
                  <a:lnTo>
                    <a:pt x="49469" y="53863"/>
                  </a:lnTo>
                  <a:lnTo>
                    <a:pt x="0" y="106271"/>
                  </a:lnTo>
                  <a:lnTo>
                    <a:pt x="155181" y="53863"/>
                  </a:lnTo>
                  <a:lnTo>
                    <a:pt x="0" y="0"/>
                  </a:lnTo>
                  <a:close/>
                </a:path>
              </a:pathLst>
            </a:custGeom>
            <a:solidFill>
              <a:srgbClr val="000000"/>
            </a:solidFill>
          </p:spPr>
          <p:txBody>
            <a:bodyPr wrap="square" lIns="0" tIns="0" rIns="0" bIns="0" rtlCol="0"/>
            <a:lstStyle/>
            <a:p/>
          </p:txBody>
        </p:sp>
        <p:sp>
          <p:nvSpPr>
            <p:cNvPr id="98" name="object 98" descr=""/>
            <p:cNvSpPr/>
            <p:nvPr/>
          </p:nvSpPr>
          <p:spPr>
            <a:xfrm>
              <a:off x="7996635" y="3851489"/>
              <a:ext cx="254000" cy="0"/>
            </a:xfrm>
            <a:custGeom>
              <a:avLst/>
              <a:gdLst/>
              <a:ahLst/>
              <a:cxnLst/>
              <a:rect l="l" t="t" r="r" b="b"/>
              <a:pathLst>
                <a:path w="254000" h="0">
                  <a:moveTo>
                    <a:pt x="0" y="0"/>
                  </a:moveTo>
                  <a:lnTo>
                    <a:pt x="253513" y="0"/>
                  </a:lnTo>
                </a:path>
              </a:pathLst>
            </a:custGeom>
            <a:ln w="14939">
              <a:solidFill>
                <a:srgbClr val="000000"/>
              </a:solidFill>
            </a:ln>
          </p:spPr>
          <p:txBody>
            <a:bodyPr wrap="square" lIns="0" tIns="0" rIns="0" bIns="0" rtlCol="0"/>
            <a:lstStyle/>
            <a:p/>
          </p:txBody>
        </p:sp>
        <p:sp>
          <p:nvSpPr>
            <p:cNvPr id="99" name="object 99" descr=""/>
            <p:cNvSpPr/>
            <p:nvPr/>
          </p:nvSpPr>
          <p:spPr>
            <a:xfrm>
              <a:off x="8198859" y="3799081"/>
              <a:ext cx="154940" cy="106680"/>
            </a:xfrm>
            <a:custGeom>
              <a:avLst/>
              <a:gdLst/>
              <a:ahLst/>
              <a:cxnLst/>
              <a:rect l="l" t="t" r="r" b="b"/>
              <a:pathLst>
                <a:path w="154940" h="106679">
                  <a:moveTo>
                    <a:pt x="0" y="0"/>
                  </a:moveTo>
                  <a:lnTo>
                    <a:pt x="48940" y="53239"/>
                  </a:lnTo>
                  <a:lnTo>
                    <a:pt x="0" y="106271"/>
                  </a:lnTo>
                  <a:lnTo>
                    <a:pt x="154653" y="53239"/>
                  </a:lnTo>
                  <a:lnTo>
                    <a:pt x="0" y="0"/>
                  </a:lnTo>
                  <a:close/>
                </a:path>
              </a:pathLst>
            </a:custGeom>
            <a:solidFill>
              <a:srgbClr val="000000"/>
            </a:solidFill>
          </p:spPr>
          <p:txBody>
            <a:bodyPr wrap="square" lIns="0" tIns="0" rIns="0" bIns="0" rtlCol="0"/>
            <a:lstStyle/>
            <a:p/>
          </p:txBody>
        </p:sp>
        <p:sp>
          <p:nvSpPr>
            <p:cNvPr id="100" name="object 100" descr=""/>
            <p:cNvSpPr/>
            <p:nvPr/>
          </p:nvSpPr>
          <p:spPr>
            <a:xfrm>
              <a:off x="8969384" y="4044898"/>
              <a:ext cx="103505" cy="0"/>
            </a:xfrm>
            <a:custGeom>
              <a:avLst/>
              <a:gdLst/>
              <a:ahLst/>
              <a:cxnLst/>
              <a:rect l="l" t="t" r="r" b="b"/>
              <a:pathLst>
                <a:path w="103504" h="0">
                  <a:moveTo>
                    <a:pt x="0" y="0"/>
                  </a:moveTo>
                  <a:lnTo>
                    <a:pt x="103167" y="0"/>
                  </a:lnTo>
                </a:path>
              </a:pathLst>
            </a:custGeom>
            <a:ln w="14939">
              <a:solidFill>
                <a:srgbClr val="000000"/>
              </a:solidFill>
            </a:ln>
          </p:spPr>
          <p:txBody>
            <a:bodyPr wrap="square" lIns="0" tIns="0" rIns="0" bIns="0" rtlCol="0"/>
            <a:lstStyle/>
            <a:p/>
          </p:txBody>
        </p:sp>
        <p:sp>
          <p:nvSpPr>
            <p:cNvPr id="101" name="object 101" descr=""/>
            <p:cNvSpPr/>
            <p:nvPr/>
          </p:nvSpPr>
          <p:spPr>
            <a:xfrm>
              <a:off x="9021261" y="3992490"/>
              <a:ext cx="155575" cy="106680"/>
            </a:xfrm>
            <a:custGeom>
              <a:avLst/>
              <a:gdLst/>
              <a:ahLst/>
              <a:cxnLst/>
              <a:rect l="l" t="t" r="r" b="b"/>
              <a:pathLst>
                <a:path w="155575" h="106679">
                  <a:moveTo>
                    <a:pt x="0" y="0"/>
                  </a:moveTo>
                  <a:lnTo>
                    <a:pt x="49332" y="52407"/>
                  </a:lnTo>
                  <a:lnTo>
                    <a:pt x="0" y="106271"/>
                  </a:lnTo>
                  <a:lnTo>
                    <a:pt x="155044" y="52407"/>
                  </a:lnTo>
                  <a:lnTo>
                    <a:pt x="0" y="0"/>
                  </a:lnTo>
                  <a:close/>
                </a:path>
              </a:pathLst>
            </a:custGeom>
            <a:solidFill>
              <a:srgbClr val="000000"/>
            </a:solidFill>
          </p:spPr>
          <p:txBody>
            <a:bodyPr wrap="square" lIns="0" tIns="0" rIns="0" bIns="0" rtlCol="0"/>
            <a:lstStyle/>
            <a:p/>
          </p:txBody>
        </p:sp>
        <p:sp>
          <p:nvSpPr>
            <p:cNvPr id="102" name="object 102" descr=""/>
            <p:cNvSpPr/>
            <p:nvPr/>
          </p:nvSpPr>
          <p:spPr>
            <a:xfrm>
              <a:off x="9518304" y="4044898"/>
              <a:ext cx="144780" cy="0"/>
            </a:xfrm>
            <a:custGeom>
              <a:avLst/>
              <a:gdLst/>
              <a:ahLst/>
              <a:cxnLst/>
              <a:rect l="l" t="t" r="r" b="b"/>
              <a:pathLst>
                <a:path w="144779" h="0">
                  <a:moveTo>
                    <a:pt x="0" y="0"/>
                  </a:moveTo>
                  <a:lnTo>
                    <a:pt x="144473" y="0"/>
                  </a:lnTo>
                </a:path>
              </a:pathLst>
            </a:custGeom>
            <a:ln w="14939">
              <a:solidFill>
                <a:srgbClr val="000000"/>
              </a:solidFill>
            </a:ln>
          </p:spPr>
          <p:txBody>
            <a:bodyPr wrap="square" lIns="0" tIns="0" rIns="0" bIns="0" rtlCol="0"/>
            <a:lstStyle/>
            <a:p/>
          </p:txBody>
        </p:sp>
        <p:sp>
          <p:nvSpPr>
            <p:cNvPr id="103" name="object 103" descr=""/>
            <p:cNvSpPr/>
            <p:nvPr/>
          </p:nvSpPr>
          <p:spPr>
            <a:xfrm>
              <a:off x="9610900" y="3992490"/>
              <a:ext cx="155575" cy="106680"/>
            </a:xfrm>
            <a:custGeom>
              <a:avLst/>
              <a:gdLst/>
              <a:ahLst/>
              <a:cxnLst/>
              <a:rect l="l" t="t" r="r" b="b"/>
              <a:pathLst>
                <a:path w="155575" h="106679">
                  <a:moveTo>
                    <a:pt x="0" y="0"/>
                  </a:moveTo>
                  <a:lnTo>
                    <a:pt x="49332" y="52407"/>
                  </a:lnTo>
                  <a:lnTo>
                    <a:pt x="0" y="106271"/>
                  </a:lnTo>
                  <a:lnTo>
                    <a:pt x="155044" y="52407"/>
                  </a:lnTo>
                  <a:lnTo>
                    <a:pt x="0" y="0"/>
                  </a:lnTo>
                  <a:close/>
                </a:path>
              </a:pathLst>
            </a:custGeom>
            <a:solidFill>
              <a:srgbClr val="000000"/>
            </a:solidFill>
          </p:spPr>
          <p:txBody>
            <a:bodyPr wrap="square" lIns="0" tIns="0" rIns="0" bIns="0" rtlCol="0"/>
            <a:lstStyle/>
            <a:p/>
          </p:txBody>
        </p:sp>
        <p:sp>
          <p:nvSpPr>
            <p:cNvPr id="104" name="object 104" descr=""/>
            <p:cNvSpPr/>
            <p:nvPr/>
          </p:nvSpPr>
          <p:spPr>
            <a:xfrm>
              <a:off x="9600133" y="4233649"/>
              <a:ext cx="62865" cy="5715"/>
            </a:xfrm>
            <a:custGeom>
              <a:avLst/>
              <a:gdLst/>
              <a:ahLst/>
              <a:cxnLst/>
              <a:rect l="l" t="t" r="r" b="b"/>
              <a:pathLst>
                <a:path w="62865" h="5714">
                  <a:moveTo>
                    <a:pt x="0" y="5136"/>
                  </a:moveTo>
                  <a:lnTo>
                    <a:pt x="62644" y="0"/>
                  </a:lnTo>
                </a:path>
              </a:pathLst>
            </a:custGeom>
            <a:ln w="14933">
              <a:solidFill>
                <a:srgbClr val="000000"/>
              </a:solidFill>
            </a:ln>
          </p:spPr>
          <p:txBody>
            <a:bodyPr wrap="square" lIns="0" tIns="0" rIns="0" bIns="0" rtlCol="0"/>
            <a:lstStyle/>
            <a:p/>
          </p:txBody>
        </p:sp>
        <p:sp>
          <p:nvSpPr>
            <p:cNvPr id="105" name="object 105" descr=""/>
            <p:cNvSpPr/>
            <p:nvPr/>
          </p:nvSpPr>
          <p:spPr>
            <a:xfrm>
              <a:off x="9607377" y="4184902"/>
              <a:ext cx="158750" cy="106680"/>
            </a:xfrm>
            <a:custGeom>
              <a:avLst/>
              <a:gdLst/>
              <a:ahLst/>
              <a:cxnLst/>
              <a:rect l="l" t="t" r="r" b="b"/>
              <a:pathLst>
                <a:path w="158750" h="106679">
                  <a:moveTo>
                    <a:pt x="0" y="0"/>
                  </a:moveTo>
                  <a:lnTo>
                    <a:pt x="52856" y="50286"/>
                  </a:lnTo>
                  <a:lnTo>
                    <a:pt x="8222" y="106208"/>
                  </a:lnTo>
                  <a:lnTo>
                    <a:pt x="158568" y="40033"/>
                  </a:lnTo>
                  <a:lnTo>
                    <a:pt x="0" y="0"/>
                  </a:lnTo>
                  <a:close/>
                </a:path>
              </a:pathLst>
            </a:custGeom>
            <a:solidFill>
              <a:srgbClr val="000000"/>
            </a:solidFill>
          </p:spPr>
          <p:txBody>
            <a:bodyPr wrap="square" lIns="0" tIns="0" rIns="0" bIns="0" rtlCol="0"/>
            <a:lstStyle/>
            <a:p/>
          </p:txBody>
        </p:sp>
        <p:sp>
          <p:nvSpPr>
            <p:cNvPr id="106" name="object 106" descr=""/>
            <p:cNvSpPr/>
            <p:nvPr/>
          </p:nvSpPr>
          <p:spPr>
            <a:xfrm>
              <a:off x="6433660" y="3851489"/>
              <a:ext cx="3166745" cy="968375"/>
            </a:xfrm>
            <a:custGeom>
              <a:avLst/>
              <a:gdLst/>
              <a:ahLst/>
              <a:cxnLst/>
              <a:rect l="l" t="t" r="r" b="b"/>
              <a:pathLst>
                <a:path w="3166745" h="968375">
                  <a:moveTo>
                    <a:pt x="1713321" y="0"/>
                  </a:moveTo>
                  <a:lnTo>
                    <a:pt x="1713321" y="968107"/>
                  </a:lnTo>
                </a:path>
                <a:path w="3166745" h="968375">
                  <a:moveTo>
                    <a:pt x="3166473" y="387297"/>
                  </a:moveTo>
                  <a:lnTo>
                    <a:pt x="3166473" y="968107"/>
                  </a:lnTo>
                </a:path>
                <a:path w="3166745" h="968375">
                  <a:moveTo>
                    <a:pt x="0" y="322140"/>
                  </a:moveTo>
                  <a:lnTo>
                    <a:pt x="0" y="838294"/>
                  </a:lnTo>
                </a:path>
                <a:path w="3166745" h="968375">
                  <a:moveTo>
                    <a:pt x="1630709" y="838294"/>
                  </a:moveTo>
                  <a:lnTo>
                    <a:pt x="1630709" y="322140"/>
                  </a:lnTo>
                </a:path>
                <a:path w="3166745" h="968375">
                  <a:moveTo>
                    <a:pt x="1630709" y="322140"/>
                  </a:moveTo>
                  <a:lnTo>
                    <a:pt x="1816488" y="322140"/>
                  </a:lnTo>
                </a:path>
              </a:pathLst>
            </a:custGeom>
            <a:ln w="14500">
              <a:solidFill>
                <a:srgbClr val="000000"/>
              </a:solidFill>
            </a:ln>
          </p:spPr>
          <p:txBody>
            <a:bodyPr wrap="square" lIns="0" tIns="0" rIns="0" bIns="0" rtlCol="0"/>
            <a:lstStyle/>
            <a:p/>
          </p:txBody>
        </p:sp>
        <p:sp>
          <p:nvSpPr>
            <p:cNvPr id="107" name="object 107" descr=""/>
            <p:cNvSpPr/>
            <p:nvPr/>
          </p:nvSpPr>
          <p:spPr>
            <a:xfrm>
              <a:off x="8198859" y="4121222"/>
              <a:ext cx="154940" cy="106680"/>
            </a:xfrm>
            <a:custGeom>
              <a:avLst/>
              <a:gdLst/>
              <a:ahLst/>
              <a:cxnLst/>
              <a:rect l="l" t="t" r="r" b="b"/>
              <a:pathLst>
                <a:path w="154940" h="106679">
                  <a:moveTo>
                    <a:pt x="0" y="0"/>
                  </a:moveTo>
                  <a:lnTo>
                    <a:pt x="48940" y="53946"/>
                  </a:lnTo>
                  <a:lnTo>
                    <a:pt x="0" y="106271"/>
                  </a:lnTo>
                  <a:lnTo>
                    <a:pt x="154653" y="53946"/>
                  </a:lnTo>
                  <a:lnTo>
                    <a:pt x="0" y="0"/>
                  </a:lnTo>
                  <a:close/>
                </a:path>
              </a:pathLst>
            </a:custGeom>
            <a:solidFill>
              <a:srgbClr val="000000"/>
            </a:solidFill>
          </p:spPr>
          <p:txBody>
            <a:bodyPr wrap="square" lIns="0" tIns="0" rIns="0" bIns="0" rtlCol="0"/>
            <a:lstStyle/>
            <a:p/>
          </p:txBody>
        </p:sp>
        <p:sp>
          <p:nvSpPr>
            <p:cNvPr id="108" name="object 108" descr=""/>
            <p:cNvSpPr/>
            <p:nvPr/>
          </p:nvSpPr>
          <p:spPr>
            <a:xfrm>
              <a:off x="4541998" y="4108952"/>
              <a:ext cx="5674995" cy="1808480"/>
            </a:xfrm>
            <a:custGeom>
              <a:avLst/>
              <a:gdLst/>
              <a:ahLst/>
              <a:cxnLst/>
              <a:rect l="l" t="t" r="r" b="b"/>
              <a:pathLst>
                <a:path w="5674995" h="1808479">
                  <a:moveTo>
                    <a:pt x="5510544" y="0"/>
                  </a:moveTo>
                  <a:lnTo>
                    <a:pt x="5674985" y="0"/>
                  </a:lnTo>
                </a:path>
                <a:path w="5674995" h="1808479">
                  <a:moveTo>
                    <a:pt x="5674985" y="0"/>
                  </a:moveTo>
                  <a:lnTo>
                    <a:pt x="5674986" y="1808169"/>
                  </a:lnTo>
                </a:path>
                <a:path w="5674995" h="1808479">
                  <a:moveTo>
                    <a:pt x="0" y="1808169"/>
                  </a:moveTo>
                  <a:lnTo>
                    <a:pt x="5674986" y="1808169"/>
                  </a:lnTo>
                </a:path>
                <a:path w="5674995" h="1808479">
                  <a:moveTo>
                    <a:pt x="0" y="193450"/>
                  </a:moveTo>
                  <a:lnTo>
                    <a:pt x="0" y="1808169"/>
                  </a:lnTo>
                </a:path>
                <a:path w="5674995" h="1808479">
                  <a:moveTo>
                    <a:pt x="0" y="193450"/>
                  </a:moveTo>
                  <a:lnTo>
                    <a:pt x="308914" y="193450"/>
                  </a:lnTo>
                </a:path>
              </a:pathLst>
            </a:custGeom>
            <a:ln w="14500">
              <a:solidFill>
                <a:srgbClr val="000000"/>
              </a:solidFill>
            </a:ln>
          </p:spPr>
          <p:txBody>
            <a:bodyPr wrap="square" lIns="0" tIns="0" rIns="0" bIns="0" rtlCol="0"/>
            <a:lstStyle/>
            <a:p/>
          </p:txBody>
        </p:sp>
        <p:sp>
          <p:nvSpPr>
            <p:cNvPr id="109" name="object 109" descr=""/>
            <p:cNvSpPr/>
            <p:nvPr/>
          </p:nvSpPr>
          <p:spPr>
            <a:xfrm>
              <a:off x="4228376" y="3558882"/>
              <a:ext cx="725170" cy="797560"/>
            </a:xfrm>
            <a:custGeom>
              <a:avLst/>
              <a:gdLst/>
              <a:ahLst/>
              <a:cxnLst/>
              <a:rect l="l" t="t" r="r" b="b"/>
              <a:pathLst>
                <a:path w="725170" h="797560">
                  <a:moveTo>
                    <a:pt x="44437" y="28702"/>
                  </a:moveTo>
                  <a:lnTo>
                    <a:pt x="42608" y="17284"/>
                  </a:lnTo>
                  <a:lnTo>
                    <a:pt x="37706" y="8191"/>
                  </a:lnTo>
                  <a:lnTo>
                    <a:pt x="30645" y="2171"/>
                  </a:lnTo>
                  <a:lnTo>
                    <a:pt x="22313" y="0"/>
                  </a:lnTo>
                  <a:lnTo>
                    <a:pt x="13881" y="2171"/>
                  </a:lnTo>
                  <a:lnTo>
                    <a:pt x="6756" y="8191"/>
                  </a:lnTo>
                  <a:lnTo>
                    <a:pt x="1841" y="17284"/>
                  </a:lnTo>
                  <a:lnTo>
                    <a:pt x="0" y="28702"/>
                  </a:lnTo>
                  <a:lnTo>
                    <a:pt x="1841" y="40309"/>
                  </a:lnTo>
                  <a:lnTo>
                    <a:pt x="6756" y="49834"/>
                  </a:lnTo>
                  <a:lnTo>
                    <a:pt x="13881" y="56286"/>
                  </a:lnTo>
                  <a:lnTo>
                    <a:pt x="22313" y="58648"/>
                  </a:lnTo>
                  <a:lnTo>
                    <a:pt x="30645" y="56286"/>
                  </a:lnTo>
                  <a:lnTo>
                    <a:pt x="37706" y="49834"/>
                  </a:lnTo>
                  <a:lnTo>
                    <a:pt x="42608" y="40309"/>
                  </a:lnTo>
                  <a:lnTo>
                    <a:pt x="44437" y="28702"/>
                  </a:lnTo>
                  <a:close/>
                </a:path>
                <a:path w="725170" h="797560">
                  <a:moveTo>
                    <a:pt x="724916" y="743521"/>
                  </a:moveTo>
                  <a:lnTo>
                    <a:pt x="571246" y="691197"/>
                  </a:lnTo>
                  <a:lnTo>
                    <a:pt x="620179" y="743521"/>
                  </a:lnTo>
                  <a:lnTo>
                    <a:pt x="571246" y="797407"/>
                  </a:lnTo>
                  <a:lnTo>
                    <a:pt x="724916" y="743521"/>
                  </a:lnTo>
                  <a:close/>
                </a:path>
              </a:pathLst>
            </a:custGeom>
            <a:solidFill>
              <a:srgbClr val="000000"/>
            </a:solidFill>
          </p:spPr>
          <p:txBody>
            <a:bodyPr wrap="square" lIns="0" tIns="0" rIns="0" bIns="0" rtlCol="0"/>
            <a:lstStyle/>
            <a:p/>
          </p:txBody>
        </p:sp>
        <p:sp>
          <p:nvSpPr>
            <p:cNvPr id="110" name="object 110" descr=""/>
            <p:cNvSpPr/>
            <p:nvPr/>
          </p:nvSpPr>
          <p:spPr>
            <a:xfrm>
              <a:off x="4228385" y="3558879"/>
              <a:ext cx="44450" cy="59055"/>
            </a:xfrm>
            <a:custGeom>
              <a:avLst/>
              <a:gdLst/>
              <a:ahLst/>
              <a:cxnLst/>
              <a:rect l="l" t="t" r="r" b="b"/>
              <a:pathLst>
                <a:path w="44450" h="59054">
                  <a:moveTo>
                    <a:pt x="0" y="28699"/>
                  </a:moveTo>
                  <a:lnTo>
                    <a:pt x="1835" y="40309"/>
                  </a:lnTo>
                  <a:lnTo>
                    <a:pt x="6753" y="49834"/>
                  </a:lnTo>
                  <a:lnTo>
                    <a:pt x="13874" y="56277"/>
                  </a:lnTo>
                  <a:lnTo>
                    <a:pt x="22317" y="58646"/>
                  </a:lnTo>
                  <a:lnTo>
                    <a:pt x="30646" y="56277"/>
                  </a:lnTo>
                  <a:lnTo>
                    <a:pt x="37708" y="49834"/>
                  </a:lnTo>
                  <a:lnTo>
                    <a:pt x="42606" y="40309"/>
                  </a:lnTo>
                  <a:lnTo>
                    <a:pt x="44438" y="28699"/>
                  </a:lnTo>
                  <a:lnTo>
                    <a:pt x="42606" y="17284"/>
                  </a:lnTo>
                  <a:lnTo>
                    <a:pt x="37708" y="8188"/>
                  </a:lnTo>
                  <a:lnTo>
                    <a:pt x="30646" y="2173"/>
                  </a:lnTo>
                  <a:lnTo>
                    <a:pt x="22317" y="0"/>
                  </a:lnTo>
                  <a:lnTo>
                    <a:pt x="13874" y="2173"/>
                  </a:lnTo>
                  <a:lnTo>
                    <a:pt x="6753" y="8188"/>
                  </a:lnTo>
                  <a:lnTo>
                    <a:pt x="1835" y="17284"/>
                  </a:lnTo>
                  <a:lnTo>
                    <a:pt x="0" y="28699"/>
                  </a:lnTo>
                  <a:close/>
                </a:path>
              </a:pathLst>
            </a:custGeom>
            <a:ln w="14382">
              <a:solidFill>
                <a:srgbClr val="000000"/>
              </a:solidFill>
            </a:ln>
          </p:spPr>
          <p:txBody>
            <a:bodyPr wrap="square" lIns="0" tIns="0" rIns="0" bIns="0" rtlCol="0"/>
            <a:lstStyle/>
            <a:p/>
          </p:txBody>
        </p:sp>
        <p:sp>
          <p:nvSpPr>
            <p:cNvPr id="111" name="object 111" descr=""/>
            <p:cNvSpPr/>
            <p:nvPr/>
          </p:nvSpPr>
          <p:spPr>
            <a:xfrm>
              <a:off x="4228385" y="3699049"/>
              <a:ext cx="44450" cy="59055"/>
            </a:xfrm>
            <a:custGeom>
              <a:avLst/>
              <a:gdLst/>
              <a:ahLst/>
              <a:cxnLst/>
              <a:rect l="l" t="t" r="r" b="b"/>
              <a:pathLst>
                <a:path w="44450" h="59054">
                  <a:moveTo>
                    <a:pt x="22317" y="0"/>
                  </a:moveTo>
                  <a:lnTo>
                    <a:pt x="13874" y="2173"/>
                  </a:lnTo>
                  <a:lnTo>
                    <a:pt x="6753" y="8188"/>
                  </a:lnTo>
                  <a:lnTo>
                    <a:pt x="1835" y="17284"/>
                  </a:lnTo>
                  <a:lnTo>
                    <a:pt x="0" y="28699"/>
                  </a:lnTo>
                  <a:lnTo>
                    <a:pt x="1835" y="40014"/>
                  </a:lnTo>
                  <a:lnTo>
                    <a:pt x="6753" y="49496"/>
                  </a:lnTo>
                  <a:lnTo>
                    <a:pt x="13874" y="56014"/>
                  </a:lnTo>
                  <a:lnTo>
                    <a:pt x="22317" y="58438"/>
                  </a:lnTo>
                  <a:lnTo>
                    <a:pt x="30646" y="56014"/>
                  </a:lnTo>
                  <a:lnTo>
                    <a:pt x="37708" y="49496"/>
                  </a:lnTo>
                  <a:lnTo>
                    <a:pt x="42606" y="40014"/>
                  </a:lnTo>
                  <a:lnTo>
                    <a:pt x="44438" y="28699"/>
                  </a:lnTo>
                  <a:lnTo>
                    <a:pt x="42606" y="17284"/>
                  </a:lnTo>
                  <a:lnTo>
                    <a:pt x="37708" y="8188"/>
                  </a:lnTo>
                  <a:lnTo>
                    <a:pt x="30646" y="2173"/>
                  </a:lnTo>
                  <a:lnTo>
                    <a:pt x="22317" y="0"/>
                  </a:lnTo>
                  <a:close/>
                </a:path>
              </a:pathLst>
            </a:custGeom>
            <a:solidFill>
              <a:srgbClr val="000000"/>
            </a:solidFill>
          </p:spPr>
          <p:txBody>
            <a:bodyPr wrap="square" lIns="0" tIns="0" rIns="0" bIns="0" rtlCol="0"/>
            <a:lstStyle/>
            <a:p/>
          </p:txBody>
        </p:sp>
        <p:sp>
          <p:nvSpPr>
            <p:cNvPr id="112" name="object 112" descr=""/>
            <p:cNvSpPr/>
            <p:nvPr/>
          </p:nvSpPr>
          <p:spPr>
            <a:xfrm>
              <a:off x="4228385" y="3699049"/>
              <a:ext cx="44450" cy="59055"/>
            </a:xfrm>
            <a:custGeom>
              <a:avLst/>
              <a:gdLst/>
              <a:ahLst/>
              <a:cxnLst/>
              <a:rect l="l" t="t" r="r" b="b"/>
              <a:pathLst>
                <a:path w="44450" h="59054">
                  <a:moveTo>
                    <a:pt x="0" y="28699"/>
                  </a:moveTo>
                  <a:lnTo>
                    <a:pt x="1835" y="40014"/>
                  </a:lnTo>
                  <a:lnTo>
                    <a:pt x="6753" y="49496"/>
                  </a:lnTo>
                  <a:lnTo>
                    <a:pt x="13874" y="56014"/>
                  </a:lnTo>
                  <a:lnTo>
                    <a:pt x="22317" y="58438"/>
                  </a:lnTo>
                  <a:lnTo>
                    <a:pt x="30646" y="56014"/>
                  </a:lnTo>
                  <a:lnTo>
                    <a:pt x="37708" y="49496"/>
                  </a:lnTo>
                  <a:lnTo>
                    <a:pt x="42606" y="40014"/>
                  </a:lnTo>
                  <a:lnTo>
                    <a:pt x="44438" y="28699"/>
                  </a:lnTo>
                  <a:lnTo>
                    <a:pt x="42606" y="17284"/>
                  </a:lnTo>
                  <a:lnTo>
                    <a:pt x="37708" y="8188"/>
                  </a:lnTo>
                  <a:lnTo>
                    <a:pt x="30646" y="2173"/>
                  </a:lnTo>
                  <a:lnTo>
                    <a:pt x="22317" y="0"/>
                  </a:lnTo>
                  <a:lnTo>
                    <a:pt x="13874" y="2173"/>
                  </a:lnTo>
                  <a:lnTo>
                    <a:pt x="6753" y="8188"/>
                  </a:lnTo>
                  <a:lnTo>
                    <a:pt x="1835" y="17284"/>
                  </a:lnTo>
                  <a:lnTo>
                    <a:pt x="0" y="28699"/>
                  </a:lnTo>
                  <a:close/>
                </a:path>
              </a:pathLst>
            </a:custGeom>
            <a:ln w="14383">
              <a:solidFill>
                <a:srgbClr val="000000"/>
              </a:solidFill>
            </a:ln>
          </p:spPr>
          <p:txBody>
            <a:bodyPr wrap="square" lIns="0" tIns="0" rIns="0" bIns="0" rtlCol="0"/>
            <a:lstStyle/>
            <a:p/>
          </p:txBody>
        </p:sp>
        <p:sp>
          <p:nvSpPr>
            <p:cNvPr id="113" name="object 113" descr=""/>
            <p:cNvSpPr/>
            <p:nvPr/>
          </p:nvSpPr>
          <p:spPr>
            <a:xfrm>
              <a:off x="4228385" y="4905799"/>
              <a:ext cx="44450" cy="59055"/>
            </a:xfrm>
            <a:custGeom>
              <a:avLst/>
              <a:gdLst/>
              <a:ahLst/>
              <a:cxnLst/>
              <a:rect l="l" t="t" r="r" b="b"/>
              <a:pathLst>
                <a:path w="44450" h="59054">
                  <a:moveTo>
                    <a:pt x="22317" y="0"/>
                  </a:moveTo>
                  <a:lnTo>
                    <a:pt x="13874" y="2253"/>
                  </a:lnTo>
                  <a:lnTo>
                    <a:pt x="6753" y="8404"/>
                  </a:lnTo>
                  <a:lnTo>
                    <a:pt x="1835" y="17538"/>
                  </a:lnTo>
                  <a:lnTo>
                    <a:pt x="0" y="28741"/>
                  </a:lnTo>
                  <a:lnTo>
                    <a:pt x="1835" y="40403"/>
                  </a:lnTo>
                  <a:lnTo>
                    <a:pt x="6753" y="50042"/>
                  </a:lnTo>
                  <a:lnTo>
                    <a:pt x="13874" y="56600"/>
                  </a:lnTo>
                  <a:lnTo>
                    <a:pt x="22317" y="59021"/>
                  </a:lnTo>
                  <a:lnTo>
                    <a:pt x="30646" y="56600"/>
                  </a:lnTo>
                  <a:lnTo>
                    <a:pt x="37708" y="50042"/>
                  </a:lnTo>
                  <a:lnTo>
                    <a:pt x="42606" y="40403"/>
                  </a:lnTo>
                  <a:lnTo>
                    <a:pt x="44438" y="28741"/>
                  </a:lnTo>
                  <a:lnTo>
                    <a:pt x="42606" y="17538"/>
                  </a:lnTo>
                  <a:lnTo>
                    <a:pt x="37708" y="8404"/>
                  </a:lnTo>
                  <a:lnTo>
                    <a:pt x="30646" y="2253"/>
                  </a:lnTo>
                  <a:lnTo>
                    <a:pt x="22317" y="0"/>
                  </a:lnTo>
                  <a:close/>
                </a:path>
              </a:pathLst>
            </a:custGeom>
            <a:solidFill>
              <a:srgbClr val="000000"/>
            </a:solidFill>
          </p:spPr>
          <p:txBody>
            <a:bodyPr wrap="square" lIns="0" tIns="0" rIns="0" bIns="0" rtlCol="0"/>
            <a:lstStyle/>
            <a:p/>
          </p:txBody>
        </p:sp>
        <p:sp>
          <p:nvSpPr>
            <p:cNvPr id="114" name="object 114" descr=""/>
            <p:cNvSpPr/>
            <p:nvPr/>
          </p:nvSpPr>
          <p:spPr>
            <a:xfrm>
              <a:off x="4228385" y="4905799"/>
              <a:ext cx="44450" cy="59055"/>
            </a:xfrm>
            <a:custGeom>
              <a:avLst/>
              <a:gdLst/>
              <a:ahLst/>
              <a:cxnLst/>
              <a:rect l="l" t="t" r="r" b="b"/>
              <a:pathLst>
                <a:path w="44450" h="59054">
                  <a:moveTo>
                    <a:pt x="0" y="28741"/>
                  </a:moveTo>
                  <a:lnTo>
                    <a:pt x="1835" y="40403"/>
                  </a:lnTo>
                  <a:lnTo>
                    <a:pt x="6753" y="50042"/>
                  </a:lnTo>
                  <a:lnTo>
                    <a:pt x="13874" y="56600"/>
                  </a:lnTo>
                  <a:lnTo>
                    <a:pt x="22317" y="59021"/>
                  </a:lnTo>
                  <a:lnTo>
                    <a:pt x="30646" y="56600"/>
                  </a:lnTo>
                  <a:lnTo>
                    <a:pt x="37708" y="50042"/>
                  </a:lnTo>
                  <a:lnTo>
                    <a:pt x="42606" y="40403"/>
                  </a:lnTo>
                  <a:lnTo>
                    <a:pt x="44438" y="28741"/>
                  </a:lnTo>
                  <a:lnTo>
                    <a:pt x="42606" y="17538"/>
                  </a:lnTo>
                  <a:lnTo>
                    <a:pt x="37708" y="8404"/>
                  </a:lnTo>
                  <a:lnTo>
                    <a:pt x="30646" y="2253"/>
                  </a:lnTo>
                  <a:lnTo>
                    <a:pt x="22317" y="0"/>
                  </a:lnTo>
                  <a:lnTo>
                    <a:pt x="13874" y="2253"/>
                  </a:lnTo>
                  <a:lnTo>
                    <a:pt x="6753" y="8404"/>
                  </a:lnTo>
                  <a:lnTo>
                    <a:pt x="1835" y="17538"/>
                  </a:lnTo>
                  <a:lnTo>
                    <a:pt x="0" y="28741"/>
                  </a:lnTo>
                  <a:close/>
                </a:path>
              </a:pathLst>
            </a:custGeom>
            <a:ln w="14379">
              <a:solidFill>
                <a:srgbClr val="000000"/>
              </a:solidFill>
            </a:ln>
          </p:spPr>
          <p:txBody>
            <a:bodyPr wrap="square" lIns="0" tIns="0" rIns="0" bIns="0" rtlCol="0"/>
            <a:lstStyle/>
            <a:p/>
          </p:txBody>
        </p:sp>
        <p:sp>
          <p:nvSpPr>
            <p:cNvPr id="115" name="object 115" descr=""/>
            <p:cNvSpPr/>
            <p:nvPr/>
          </p:nvSpPr>
          <p:spPr>
            <a:xfrm>
              <a:off x="2494254" y="3690314"/>
              <a:ext cx="43180" cy="59055"/>
            </a:xfrm>
            <a:custGeom>
              <a:avLst/>
              <a:gdLst/>
              <a:ahLst/>
              <a:cxnLst/>
              <a:rect l="l" t="t" r="r" b="b"/>
              <a:pathLst>
                <a:path w="43180" h="59054">
                  <a:moveTo>
                    <a:pt x="20848" y="0"/>
                  </a:moveTo>
                  <a:lnTo>
                    <a:pt x="12685" y="2173"/>
                  </a:lnTo>
                  <a:lnTo>
                    <a:pt x="6063" y="8188"/>
                  </a:lnTo>
                  <a:lnTo>
                    <a:pt x="1622" y="17284"/>
                  </a:lnTo>
                  <a:lnTo>
                    <a:pt x="0" y="28699"/>
                  </a:lnTo>
                  <a:lnTo>
                    <a:pt x="1622" y="40101"/>
                  </a:lnTo>
                  <a:lnTo>
                    <a:pt x="6063" y="49574"/>
                  </a:lnTo>
                  <a:lnTo>
                    <a:pt x="12685" y="56043"/>
                  </a:lnTo>
                  <a:lnTo>
                    <a:pt x="20848" y="58438"/>
                  </a:lnTo>
                  <a:lnTo>
                    <a:pt x="29456" y="56043"/>
                  </a:lnTo>
                  <a:lnTo>
                    <a:pt x="36558" y="49574"/>
                  </a:lnTo>
                  <a:lnTo>
                    <a:pt x="41385" y="40101"/>
                  </a:lnTo>
                  <a:lnTo>
                    <a:pt x="43165" y="28699"/>
                  </a:lnTo>
                  <a:lnTo>
                    <a:pt x="41385" y="17284"/>
                  </a:lnTo>
                  <a:lnTo>
                    <a:pt x="36558" y="8188"/>
                  </a:lnTo>
                  <a:lnTo>
                    <a:pt x="29456" y="2173"/>
                  </a:lnTo>
                  <a:lnTo>
                    <a:pt x="20848" y="0"/>
                  </a:lnTo>
                  <a:close/>
                </a:path>
              </a:pathLst>
            </a:custGeom>
            <a:solidFill>
              <a:srgbClr val="000000"/>
            </a:solidFill>
          </p:spPr>
          <p:txBody>
            <a:bodyPr wrap="square" lIns="0" tIns="0" rIns="0" bIns="0" rtlCol="0"/>
            <a:lstStyle/>
            <a:p/>
          </p:txBody>
        </p:sp>
        <p:sp>
          <p:nvSpPr>
            <p:cNvPr id="116" name="object 116" descr=""/>
            <p:cNvSpPr/>
            <p:nvPr/>
          </p:nvSpPr>
          <p:spPr>
            <a:xfrm>
              <a:off x="2494254" y="3690314"/>
              <a:ext cx="43180" cy="59055"/>
            </a:xfrm>
            <a:custGeom>
              <a:avLst/>
              <a:gdLst/>
              <a:ahLst/>
              <a:cxnLst/>
              <a:rect l="l" t="t" r="r" b="b"/>
              <a:pathLst>
                <a:path w="43180" h="59054">
                  <a:moveTo>
                    <a:pt x="0" y="28699"/>
                  </a:moveTo>
                  <a:lnTo>
                    <a:pt x="1622" y="40101"/>
                  </a:lnTo>
                  <a:lnTo>
                    <a:pt x="6063" y="49574"/>
                  </a:lnTo>
                  <a:lnTo>
                    <a:pt x="12685" y="56043"/>
                  </a:lnTo>
                  <a:lnTo>
                    <a:pt x="20848" y="58438"/>
                  </a:lnTo>
                  <a:lnTo>
                    <a:pt x="29456" y="56043"/>
                  </a:lnTo>
                  <a:lnTo>
                    <a:pt x="36558" y="49574"/>
                  </a:lnTo>
                  <a:lnTo>
                    <a:pt x="41385" y="40101"/>
                  </a:lnTo>
                  <a:lnTo>
                    <a:pt x="43165" y="28699"/>
                  </a:lnTo>
                  <a:lnTo>
                    <a:pt x="41385" y="17284"/>
                  </a:lnTo>
                  <a:lnTo>
                    <a:pt x="36558" y="8188"/>
                  </a:lnTo>
                  <a:lnTo>
                    <a:pt x="29456" y="2173"/>
                  </a:lnTo>
                  <a:lnTo>
                    <a:pt x="20848" y="0"/>
                  </a:lnTo>
                  <a:lnTo>
                    <a:pt x="12685" y="2173"/>
                  </a:lnTo>
                  <a:lnTo>
                    <a:pt x="6063" y="8188"/>
                  </a:lnTo>
                  <a:lnTo>
                    <a:pt x="1622" y="17284"/>
                  </a:lnTo>
                  <a:lnTo>
                    <a:pt x="0" y="28699"/>
                  </a:lnTo>
                  <a:close/>
                </a:path>
              </a:pathLst>
            </a:custGeom>
            <a:ln w="14371">
              <a:solidFill>
                <a:srgbClr val="000000"/>
              </a:solidFill>
            </a:ln>
          </p:spPr>
          <p:txBody>
            <a:bodyPr wrap="square" lIns="0" tIns="0" rIns="0" bIns="0" rtlCol="0"/>
            <a:lstStyle/>
            <a:p/>
          </p:txBody>
        </p:sp>
      </p:grpSp>
      <p:sp>
        <p:nvSpPr>
          <p:cNvPr id="117" name="object 117" descr=""/>
          <p:cNvSpPr txBox="1"/>
          <p:nvPr/>
        </p:nvSpPr>
        <p:spPr>
          <a:xfrm>
            <a:off x="3875776" y="3536398"/>
            <a:ext cx="242570" cy="382270"/>
          </a:xfrm>
          <a:prstGeom prst="rect">
            <a:avLst/>
          </a:prstGeom>
          <a:solidFill>
            <a:srgbClr val="FFFFFF"/>
          </a:solidFill>
          <a:ln w="14335">
            <a:solidFill>
              <a:srgbClr val="000000"/>
            </a:solidFill>
          </a:ln>
        </p:spPr>
        <p:txBody>
          <a:bodyPr wrap="square" lIns="0" tIns="78105" rIns="0" bIns="0" rtlCol="0" vert="horz">
            <a:spAutoFit/>
          </a:bodyPr>
          <a:lstStyle/>
          <a:p>
            <a:pPr marL="25400">
              <a:lnSpc>
                <a:spcPct val="100000"/>
              </a:lnSpc>
              <a:spcBef>
                <a:spcPts val="615"/>
              </a:spcBef>
            </a:pPr>
            <a:r>
              <a:rPr dirty="0" sz="1450" spc="-25">
                <a:latin typeface="Times New Roman"/>
                <a:cs typeface="Times New Roman"/>
              </a:rPr>
              <a:t>IR</a:t>
            </a:r>
            <a:endParaRPr sz="1450">
              <a:latin typeface="Times New Roman"/>
              <a:cs typeface="Times New Roman"/>
            </a:endParaRPr>
          </a:p>
        </p:txBody>
      </p:sp>
      <p:grpSp>
        <p:nvGrpSpPr>
          <p:cNvPr id="118" name="object 118" descr=""/>
          <p:cNvGrpSpPr/>
          <p:nvPr/>
        </p:nvGrpSpPr>
        <p:grpSpPr>
          <a:xfrm>
            <a:off x="3012768" y="2506566"/>
            <a:ext cx="255904" cy="106680"/>
            <a:chOff x="3012768" y="2506566"/>
            <a:chExt cx="255904" cy="106680"/>
          </a:xfrm>
        </p:grpSpPr>
        <p:sp>
          <p:nvSpPr>
            <p:cNvPr id="119" name="object 119" descr=""/>
            <p:cNvSpPr/>
            <p:nvPr/>
          </p:nvSpPr>
          <p:spPr>
            <a:xfrm>
              <a:off x="3020388" y="2559390"/>
              <a:ext cx="144780" cy="0"/>
            </a:xfrm>
            <a:custGeom>
              <a:avLst/>
              <a:gdLst/>
              <a:ahLst/>
              <a:cxnLst/>
              <a:rect l="l" t="t" r="r" b="b"/>
              <a:pathLst>
                <a:path w="144780" h="0">
                  <a:moveTo>
                    <a:pt x="0" y="0"/>
                  </a:moveTo>
                  <a:lnTo>
                    <a:pt x="144512" y="0"/>
                  </a:lnTo>
                </a:path>
              </a:pathLst>
            </a:custGeom>
            <a:ln w="14939">
              <a:solidFill>
                <a:srgbClr val="000000"/>
              </a:solidFill>
            </a:ln>
          </p:spPr>
          <p:txBody>
            <a:bodyPr wrap="square" lIns="0" tIns="0" rIns="0" bIns="0" rtlCol="0"/>
            <a:lstStyle/>
            <a:p/>
          </p:txBody>
        </p:sp>
        <p:sp>
          <p:nvSpPr>
            <p:cNvPr id="120" name="object 120" descr=""/>
            <p:cNvSpPr/>
            <p:nvPr/>
          </p:nvSpPr>
          <p:spPr>
            <a:xfrm>
              <a:off x="3113493" y="2506566"/>
              <a:ext cx="154940" cy="106680"/>
            </a:xfrm>
            <a:custGeom>
              <a:avLst/>
              <a:gdLst/>
              <a:ahLst/>
              <a:cxnLst/>
              <a:rect l="l" t="t" r="r" b="b"/>
              <a:pathLst>
                <a:path w="154939" h="106680">
                  <a:moveTo>
                    <a:pt x="0" y="0"/>
                  </a:moveTo>
                  <a:lnTo>
                    <a:pt x="48980" y="53863"/>
                  </a:lnTo>
                  <a:lnTo>
                    <a:pt x="0" y="106271"/>
                  </a:lnTo>
                  <a:lnTo>
                    <a:pt x="154692" y="53863"/>
                  </a:lnTo>
                  <a:lnTo>
                    <a:pt x="0" y="0"/>
                  </a:lnTo>
                  <a:close/>
                </a:path>
              </a:pathLst>
            </a:custGeom>
            <a:solidFill>
              <a:srgbClr val="000000"/>
            </a:solidFill>
          </p:spPr>
          <p:txBody>
            <a:bodyPr wrap="square" lIns="0" tIns="0" rIns="0" bIns="0" rtlCol="0"/>
            <a:lstStyle/>
            <a:p/>
          </p:txBody>
        </p:sp>
      </p:grpSp>
      <p:sp>
        <p:nvSpPr>
          <p:cNvPr id="121" name="object 121" descr=""/>
          <p:cNvSpPr txBox="1"/>
          <p:nvPr/>
        </p:nvSpPr>
        <p:spPr>
          <a:xfrm>
            <a:off x="6114590" y="3459224"/>
            <a:ext cx="153670" cy="251460"/>
          </a:xfrm>
          <a:prstGeom prst="rect">
            <a:avLst/>
          </a:prstGeom>
        </p:spPr>
        <p:txBody>
          <a:bodyPr wrap="square" lIns="0" tIns="16510" rIns="0" bIns="0" rtlCol="0" vert="horz">
            <a:spAutoFit/>
          </a:bodyPr>
          <a:lstStyle/>
          <a:p>
            <a:pPr marL="12700">
              <a:lnSpc>
                <a:spcPct val="100000"/>
              </a:lnSpc>
              <a:spcBef>
                <a:spcPts val="130"/>
              </a:spcBef>
            </a:pPr>
            <a:r>
              <a:rPr dirty="0" sz="1450" spc="-50">
                <a:latin typeface="Times New Roman"/>
                <a:cs typeface="Times New Roman"/>
              </a:rPr>
              <a:t>A</a:t>
            </a:r>
            <a:endParaRPr sz="1450">
              <a:latin typeface="Times New Roman"/>
              <a:cs typeface="Times New Roman"/>
            </a:endParaRPr>
          </a:p>
        </p:txBody>
      </p:sp>
      <p:sp>
        <p:nvSpPr>
          <p:cNvPr id="122" name="object 122" descr=""/>
          <p:cNvSpPr txBox="1"/>
          <p:nvPr/>
        </p:nvSpPr>
        <p:spPr>
          <a:xfrm>
            <a:off x="6109696" y="4034461"/>
            <a:ext cx="143510" cy="251460"/>
          </a:xfrm>
          <a:prstGeom prst="rect">
            <a:avLst/>
          </a:prstGeom>
        </p:spPr>
        <p:txBody>
          <a:bodyPr wrap="square" lIns="0" tIns="16510" rIns="0" bIns="0" rtlCol="0" vert="horz">
            <a:spAutoFit/>
          </a:bodyPr>
          <a:lstStyle/>
          <a:p>
            <a:pPr marL="12700">
              <a:lnSpc>
                <a:spcPct val="100000"/>
              </a:lnSpc>
              <a:spcBef>
                <a:spcPts val="130"/>
              </a:spcBef>
            </a:pPr>
            <a:r>
              <a:rPr dirty="0" sz="1450" spc="-50">
                <a:latin typeface="Times New Roman"/>
                <a:cs typeface="Times New Roman"/>
              </a:rPr>
              <a:t>B</a:t>
            </a:r>
            <a:endParaRPr sz="1450">
              <a:latin typeface="Times New Roman"/>
              <a:cs typeface="Times New Roman"/>
            </a:endParaRPr>
          </a:p>
        </p:txBody>
      </p:sp>
      <p:sp>
        <p:nvSpPr>
          <p:cNvPr id="123" name="object 123" descr=""/>
          <p:cNvSpPr txBox="1"/>
          <p:nvPr/>
        </p:nvSpPr>
        <p:spPr>
          <a:xfrm>
            <a:off x="6063667" y="4683628"/>
            <a:ext cx="242570" cy="447675"/>
          </a:xfrm>
          <a:prstGeom prst="rect">
            <a:avLst/>
          </a:prstGeom>
          <a:solidFill>
            <a:srgbClr val="FFFFFF"/>
          </a:solidFill>
          <a:ln w="14280">
            <a:solidFill>
              <a:srgbClr val="000000"/>
            </a:solidFill>
          </a:ln>
        </p:spPr>
        <p:txBody>
          <a:bodyPr wrap="square" lIns="0" tIns="0" rIns="0" bIns="0" rtlCol="0" vert="vert">
            <a:spAutoFit/>
          </a:bodyPr>
          <a:lstStyle/>
          <a:p>
            <a:pPr marL="54610">
              <a:lnSpc>
                <a:spcPts val="1565"/>
              </a:lnSpc>
            </a:pPr>
            <a:r>
              <a:rPr dirty="0" sz="1400" spc="-25">
                <a:latin typeface="Times New Roman"/>
                <a:cs typeface="Times New Roman"/>
              </a:rPr>
              <a:t>Imm</a:t>
            </a:r>
            <a:endParaRPr sz="1400">
              <a:latin typeface="Times New Roman"/>
              <a:cs typeface="Times New Roman"/>
            </a:endParaRPr>
          </a:p>
        </p:txBody>
      </p:sp>
      <p:sp>
        <p:nvSpPr>
          <p:cNvPr id="124" name="object 124" descr=""/>
          <p:cNvSpPr txBox="1"/>
          <p:nvPr/>
        </p:nvSpPr>
        <p:spPr>
          <a:xfrm>
            <a:off x="4341169" y="2919550"/>
            <a:ext cx="888365" cy="443865"/>
          </a:xfrm>
          <a:prstGeom prst="rect">
            <a:avLst/>
          </a:prstGeom>
        </p:spPr>
        <p:txBody>
          <a:bodyPr wrap="square" lIns="0" tIns="16510" rIns="0" bIns="0" rtlCol="0" vert="horz">
            <a:spAutoFit/>
          </a:bodyPr>
          <a:lstStyle/>
          <a:p>
            <a:pPr marL="12700">
              <a:lnSpc>
                <a:spcPts val="1630"/>
              </a:lnSpc>
              <a:spcBef>
                <a:spcPts val="130"/>
              </a:spcBef>
            </a:pPr>
            <a:r>
              <a:rPr dirty="0" sz="1450" spc="-10">
                <a:latin typeface="Times New Roman"/>
                <a:cs typeface="Times New Roman"/>
              </a:rPr>
              <a:t>IR[rs]</a:t>
            </a:r>
            <a:endParaRPr sz="1450">
              <a:latin typeface="Times New Roman"/>
              <a:cs typeface="Times New Roman"/>
            </a:endParaRPr>
          </a:p>
          <a:p>
            <a:pPr algn="r" marR="5080">
              <a:lnSpc>
                <a:spcPts val="1630"/>
              </a:lnSpc>
            </a:pPr>
            <a:r>
              <a:rPr dirty="0" sz="1450" spc="-50">
                <a:latin typeface="宋体"/>
                <a:cs typeface="宋体"/>
              </a:rPr>
              <a:t>通</a:t>
            </a:r>
            <a:endParaRPr sz="1450">
              <a:latin typeface="宋体"/>
              <a:cs typeface="宋体"/>
            </a:endParaRPr>
          </a:p>
        </p:txBody>
      </p:sp>
      <p:sp>
        <p:nvSpPr>
          <p:cNvPr id="125" name="object 125" descr=""/>
          <p:cNvSpPr txBox="1"/>
          <p:nvPr/>
        </p:nvSpPr>
        <p:spPr>
          <a:xfrm>
            <a:off x="4341169" y="3306992"/>
            <a:ext cx="427990" cy="251460"/>
          </a:xfrm>
          <a:prstGeom prst="rect">
            <a:avLst/>
          </a:prstGeom>
        </p:spPr>
        <p:txBody>
          <a:bodyPr wrap="square" lIns="0" tIns="16510" rIns="0" bIns="0" rtlCol="0" vert="horz">
            <a:spAutoFit/>
          </a:bodyPr>
          <a:lstStyle/>
          <a:p>
            <a:pPr marL="12700">
              <a:lnSpc>
                <a:spcPct val="100000"/>
              </a:lnSpc>
              <a:spcBef>
                <a:spcPts val="130"/>
              </a:spcBef>
            </a:pPr>
            <a:r>
              <a:rPr dirty="0" sz="1450" spc="-25">
                <a:latin typeface="Times New Roman"/>
                <a:cs typeface="Times New Roman"/>
              </a:rPr>
              <a:t>IR[rt]</a:t>
            </a:r>
            <a:endParaRPr sz="1450">
              <a:latin typeface="Times New Roman"/>
              <a:cs typeface="Times New Roman"/>
            </a:endParaRPr>
          </a:p>
        </p:txBody>
      </p:sp>
      <p:sp>
        <p:nvSpPr>
          <p:cNvPr id="126" name="object 126" descr=""/>
          <p:cNvSpPr txBox="1"/>
          <p:nvPr/>
        </p:nvSpPr>
        <p:spPr>
          <a:xfrm>
            <a:off x="4259340" y="3684453"/>
            <a:ext cx="970280" cy="431165"/>
          </a:xfrm>
          <a:prstGeom prst="rect">
            <a:avLst/>
          </a:prstGeom>
        </p:spPr>
        <p:txBody>
          <a:bodyPr wrap="square" lIns="0" tIns="16510" rIns="0" bIns="0" rtlCol="0" vert="horz">
            <a:spAutoFit/>
          </a:bodyPr>
          <a:lstStyle/>
          <a:p>
            <a:pPr marL="12700">
              <a:lnSpc>
                <a:spcPts val="1580"/>
              </a:lnSpc>
              <a:spcBef>
                <a:spcPts val="130"/>
              </a:spcBef>
            </a:pPr>
            <a:r>
              <a:rPr dirty="0" sz="1200">
                <a:latin typeface="宋体"/>
                <a:cs typeface="宋体"/>
              </a:rPr>
              <a:t>MEM/WB.IR</a:t>
            </a:r>
            <a:r>
              <a:rPr dirty="0" sz="1200" spc="-30">
                <a:latin typeface="宋体"/>
                <a:cs typeface="宋体"/>
              </a:rPr>
              <a:t> </a:t>
            </a:r>
            <a:r>
              <a:rPr dirty="0" baseline="1915" sz="2175" spc="-75">
                <a:latin typeface="宋体"/>
                <a:cs typeface="宋体"/>
              </a:rPr>
              <a:t>存</a:t>
            </a:r>
            <a:endParaRPr baseline="1915" sz="2175">
              <a:latin typeface="宋体"/>
              <a:cs typeface="宋体"/>
            </a:endParaRPr>
          </a:p>
          <a:p>
            <a:pPr algn="r" marR="5080">
              <a:lnSpc>
                <a:spcPts val="1580"/>
              </a:lnSpc>
            </a:pPr>
            <a:r>
              <a:rPr dirty="0" sz="1450" spc="-50">
                <a:latin typeface="宋体"/>
                <a:cs typeface="宋体"/>
              </a:rPr>
              <a:t>器</a:t>
            </a:r>
            <a:endParaRPr sz="1450">
              <a:latin typeface="宋体"/>
              <a:cs typeface="宋体"/>
            </a:endParaRPr>
          </a:p>
        </p:txBody>
      </p:sp>
      <p:grpSp>
        <p:nvGrpSpPr>
          <p:cNvPr id="127" name="object 127" descr=""/>
          <p:cNvGrpSpPr/>
          <p:nvPr/>
        </p:nvGrpSpPr>
        <p:grpSpPr>
          <a:xfrm>
            <a:off x="3876715" y="2326775"/>
            <a:ext cx="257175" cy="462280"/>
            <a:chOff x="3876715" y="2326775"/>
            <a:chExt cx="257175" cy="462280"/>
          </a:xfrm>
        </p:grpSpPr>
        <p:sp>
          <p:nvSpPr>
            <p:cNvPr id="128" name="object 128" descr=""/>
            <p:cNvSpPr/>
            <p:nvPr/>
          </p:nvSpPr>
          <p:spPr>
            <a:xfrm>
              <a:off x="3884018" y="2334078"/>
              <a:ext cx="242570" cy="447675"/>
            </a:xfrm>
            <a:custGeom>
              <a:avLst/>
              <a:gdLst/>
              <a:ahLst/>
              <a:cxnLst/>
              <a:rect l="l" t="t" r="r" b="b"/>
              <a:pathLst>
                <a:path w="242570" h="447675">
                  <a:moveTo>
                    <a:pt x="241963" y="0"/>
                  </a:moveTo>
                  <a:lnTo>
                    <a:pt x="0" y="0"/>
                  </a:lnTo>
                  <a:lnTo>
                    <a:pt x="0" y="447420"/>
                  </a:lnTo>
                  <a:lnTo>
                    <a:pt x="241963" y="447420"/>
                  </a:lnTo>
                  <a:lnTo>
                    <a:pt x="241963" y="0"/>
                  </a:lnTo>
                  <a:close/>
                </a:path>
              </a:pathLst>
            </a:custGeom>
            <a:solidFill>
              <a:srgbClr val="FFFFFF"/>
            </a:solidFill>
          </p:spPr>
          <p:txBody>
            <a:bodyPr wrap="square" lIns="0" tIns="0" rIns="0" bIns="0" rtlCol="0"/>
            <a:lstStyle/>
            <a:p/>
          </p:txBody>
        </p:sp>
        <p:sp>
          <p:nvSpPr>
            <p:cNvPr id="129" name="object 129" descr=""/>
            <p:cNvSpPr/>
            <p:nvPr/>
          </p:nvSpPr>
          <p:spPr>
            <a:xfrm>
              <a:off x="3884018" y="2334078"/>
              <a:ext cx="242570" cy="447675"/>
            </a:xfrm>
            <a:custGeom>
              <a:avLst/>
              <a:gdLst/>
              <a:ahLst/>
              <a:cxnLst/>
              <a:rect l="l" t="t" r="r" b="b"/>
              <a:pathLst>
                <a:path w="242570" h="447675">
                  <a:moveTo>
                    <a:pt x="0" y="447420"/>
                  </a:moveTo>
                  <a:lnTo>
                    <a:pt x="241963" y="447420"/>
                  </a:lnTo>
                  <a:lnTo>
                    <a:pt x="241963" y="0"/>
                  </a:lnTo>
                  <a:lnTo>
                    <a:pt x="0" y="0"/>
                  </a:lnTo>
                  <a:lnTo>
                    <a:pt x="0" y="447420"/>
                  </a:lnTo>
                  <a:close/>
                </a:path>
              </a:pathLst>
            </a:custGeom>
            <a:ln w="14260">
              <a:solidFill>
                <a:srgbClr val="000000"/>
              </a:solidFill>
            </a:ln>
          </p:spPr>
          <p:txBody>
            <a:bodyPr wrap="square" lIns="0" tIns="0" rIns="0" bIns="0" rtlCol="0"/>
            <a:lstStyle/>
            <a:p/>
          </p:txBody>
        </p:sp>
      </p:grpSp>
      <p:sp>
        <p:nvSpPr>
          <p:cNvPr id="130" name="object 130" descr=""/>
          <p:cNvSpPr txBox="1"/>
          <p:nvPr/>
        </p:nvSpPr>
        <p:spPr>
          <a:xfrm>
            <a:off x="3904897" y="2364095"/>
            <a:ext cx="221615" cy="390525"/>
          </a:xfrm>
          <a:prstGeom prst="rect">
            <a:avLst/>
          </a:prstGeom>
        </p:spPr>
        <p:txBody>
          <a:bodyPr wrap="square" lIns="0" tIns="0" rIns="0" bIns="0" rtlCol="0" vert="vert">
            <a:spAutoFit/>
          </a:bodyPr>
          <a:lstStyle/>
          <a:p>
            <a:pPr marL="12700">
              <a:lnSpc>
                <a:spcPts val="1620"/>
              </a:lnSpc>
            </a:pPr>
            <a:r>
              <a:rPr dirty="0" sz="1400" spc="-25">
                <a:latin typeface="Times New Roman"/>
                <a:cs typeface="Times New Roman"/>
              </a:rPr>
              <a:t>NPC</a:t>
            </a:r>
            <a:endParaRPr sz="1400">
              <a:latin typeface="Times New Roman"/>
              <a:cs typeface="Times New Roman"/>
            </a:endParaRPr>
          </a:p>
        </p:txBody>
      </p:sp>
      <p:grpSp>
        <p:nvGrpSpPr>
          <p:cNvPr id="131" name="object 131" descr=""/>
          <p:cNvGrpSpPr/>
          <p:nvPr/>
        </p:nvGrpSpPr>
        <p:grpSpPr>
          <a:xfrm>
            <a:off x="6056365" y="5199674"/>
            <a:ext cx="257175" cy="396875"/>
            <a:chOff x="6056365" y="5199674"/>
            <a:chExt cx="257175" cy="396875"/>
          </a:xfrm>
        </p:grpSpPr>
        <p:sp>
          <p:nvSpPr>
            <p:cNvPr id="132" name="object 132" descr=""/>
            <p:cNvSpPr/>
            <p:nvPr/>
          </p:nvSpPr>
          <p:spPr>
            <a:xfrm>
              <a:off x="6063668" y="5206976"/>
              <a:ext cx="242570" cy="382270"/>
            </a:xfrm>
            <a:custGeom>
              <a:avLst/>
              <a:gdLst/>
              <a:ahLst/>
              <a:cxnLst/>
              <a:rect l="l" t="t" r="r" b="b"/>
              <a:pathLst>
                <a:path w="242570" h="382270">
                  <a:moveTo>
                    <a:pt x="241963" y="0"/>
                  </a:moveTo>
                  <a:lnTo>
                    <a:pt x="0" y="0"/>
                  </a:lnTo>
                  <a:lnTo>
                    <a:pt x="0" y="382264"/>
                  </a:lnTo>
                  <a:lnTo>
                    <a:pt x="241963" y="382264"/>
                  </a:lnTo>
                  <a:lnTo>
                    <a:pt x="241963" y="0"/>
                  </a:lnTo>
                  <a:close/>
                </a:path>
              </a:pathLst>
            </a:custGeom>
            <a:solidFill>
              <a:srgbClr val="FFFFFF"/>
            </a:solidFill>
          </p:spPr>
          <p:txBody>
            <a:bodyPr wrap="square" lIns="0" tIns="0" rIns="0" bIns="0" rtlCol="0"/>
            <a:lstStyle/>
            <a:p/>
          </p:txBody>
        </p:sp>
        <p:sp>
          <p:nvSpPr>
            <p:cNvPr id="133" name="object 133" descr=""/>
            <p:cNvSpPr/>
            <p:nvPr/>
          </p:nvSpPr>
          <p:spPr>
            <a:xfrm>
              <a:off x="6063668" y="5206976"/>
              <a:ext cx="242570" cy="382270"/>
            </a:xfrm>
            <a:custGeom>
              <a:avLst/>
              <a:gdLst/>
              <a:ahLst/>
              <a:cxnLst/>
              <a:rect l="l" t="t" r="r" b="b"/>
              <a:pathLst>
                <a:path w="242570" h="382270">
                  <a:moveTo>
                    <a:pt x="0" y="382264"/>
                  </a:moveTo>
                  <a:lnTo>
                    <a:pt x="241963" y="382264"/>
                  </a:lnTo>
                  <a:lnTo>
                    <a:pt x="241963" y="0"/>
                  </a:lnTo>
                  <a:lnTo>
                    <a:pt x="0" y="0"/>
                  </a:lnTo>
                  <a:lnTo>
                    <a:pt x="0" y="382264"/>
                  </a:lnTo>
                  <a:close/>
                </a:path>
              </a:pathLst>
            </a:custGeom>
            <a:ln w="14313">
              <a:solidFill>
                <a:srgbClr val="000000"/>
              </a:solidFill>
            </a:ln>
          </p:spPr>
          <p:txBody>
            <a:bodyPr wrap="square" lIns="0" tIns="0" rIns="0" bIns="0" rtlCol="0"/>
            <a:lstStyle/>
            <a:p/>
          </p:txBody>
        </p:sp>
      </p:grpSp>
      <p:sp>
        <p:nvSpPr>
          <p:cNvPr id="134" name="object 134" descr=""/>
          <p:cNvSpPr txBox="1"/>
          <p:nvPr/>
        </p:nvSpPr>
        <p:spPr>
          <a:xfrm>
            <a:off x="6085030" y="5268974"/>
            <a:ext cx="202565" cy="251460"/>
          </a:xfrm>
          <a:prstGeom prst="rect">
            <a:avLst/>
          </a:prstGeom>
        </p:spPr>
        <p:txBody>
          <a:bodyPr wrap="square" lIns="0" tIns="16510" rIns="0" bIns="0" rtlCol="0" vert="horz">
            <a:spAutoFit/>
          </a:bodyPr>
          <a:lstStyle/>
          <a:p>
            <a:pPr marL="12700">
              <a:lnSpc>
                <a:spcPct val="100000"/>
              </a:lnSpc>
              <a:spcBef>
                <a:spcPts val="130"/>
              </a:spcBef>
            </a:pPr>
            <a:r>
              <a:rPr dirty="0" sz="1450" spc="-25">
                <a:latin typeface="Times New Roman"/>
                <a:cs typeface="Times New Roman"/>
              </a:rPr>
              <a:t>IR</a:t>
            </a:r>
            <a:endParaRPr sz="1450">
              <a:latin typeface="Times New Roman"/>
              <a:cs typeface="Times New Roman"/>
            </a:endParaRPr>
          </a:p>
        </p:txBody>
      </p:sp>
      <p:grpSp>
        <p:nvGrpSpPr>
          <p:cNvPr id="135" name="object 135" descr=""/>
          <p:cNvGrpSpPr/>
          <p:nvPr/>
        </p:nvGrpSpPr>
        <p:grpSpPr>
          <a:xfrm>
            <a:off x="4246410" y="5199674"/>
            <a:ext cx="3711575" cy="396875"/>
            <a:chOff x="4246410" y="5199674"/>
            <a:chExt cx="3711575" cy="396875"/>
          </a:xfrm>
        </p:grpSpPr>
        <p:sp>
          <p:nvSpPr>
            <p:cNvPr id="136" name="object 136" descr=""/>
            <p:cNvSpPr/>
            <p:nvPr/>
          </p:nvSpPr>
          <p:spPr>
            <a:xfrm>
              <a:off x="4254030" y="5400947"/>
              <a:ext cx="1666239" cy="0"/>
            </a:xfrm>
            <a:custGeom>
              <a:avLst/>
              <a:gdLst/>
              <a:ahLst/>
              <a:cxnLst/>
              <a:rect l="l" t="t" r="r" b="b"/>
              <a:pathLst>
                <a:path w="1666239" h="0">
                  <a:moveTo>
                    <a:pt x="0" y="0"/>
                  </a:moveTo>
                  <a:lnTo>
                    <a:pt x="1666142" y="0"/>
                  </a:lnTo>
                </a:path>
              </a:pathLst>
            </a:custGeom>
            <a:ln w="14939">
              <a:solidFill>
                <a:srgbClr val="000000"/>
              </a:solidFill>
            </a:ln>
          </p:spPr>
          <p:txBody>
            <a:bodyPr wrap="square" lIns="0" tIns="0" rIns="0" bIns="0" rtlCol="0"/>
            <a:lstStyle/>
            <a:p/>
          </p:txBody>
        </p:sp>
        <p:sp>
          <p:nvSpPr>
            <p:cNvPr id="137" name="object 137" descr=""/>
            <p:cNvSpPr/>
            <p:nvPr/>
          </p:nvSpPr>
          <p:spPr>
            <a:xfrm>
              <a:off x="5868687" y="5348103"/>
              <a:ext cx="154305" cy="106680"/>
            </a:xfrm>
            <a:custGeom>
              <a:avLst/>
              <a:gdLst/>
              <a:ahLst/>
              <a:cxnLst/>
              <a:rect l="l" t="t" r="r" b="b"/>
              <a:pathLst>
                <a:path w="154304" h="106679">
                  <a:moveTo>
                    <a:pt x="0" y="0"/>
                  </a:moveTo>
                  <a:lnTo>
                    <a:pt x="49136" y="53863"/>
                  </a:lnTo>
                  <a:lnTo>
                    <a:pt x="0" y="106208"/>
                  </a:lnTo>
                  <a:lnTo>
                    <a:pt x="153870" y="53863"/>
                  </a:lnTo>
                  <a:lnTo>
                    <a:pt x="0" y="0"/>
                  </a:lnTo>
                  <a:close/>
                </a:path>
              </a:pathLst>
            </a:custGeom>
            <a:solidFill>
              <a:srgbClr val="000000"/>
            </a:solidFill>
          </p:spPr>
          <p:txBody>
            <a:bodyPr wrap="square" lIns="0" tIns="0" rIns="0" bIns="0" rtlCol="0"/>
            <a:lstStyle/>
            <a:p/>
          </p:txBody>
        </p:sp>
        <p:sp>
          <p:nvSpPr>
            <p:cNvPr id="138" name="object 138" descr=""/>
            <p:cNvSpPr/>
            <p:nvPr/>
          </p:nvSpPr>
          <p:spPr>
            <a:xfrm>
              <a:off x="7708472" y="5206976"/>
              <a:ext cx="242570" cy="382270"/>
            </a:xfrm>
            <a:custGeom>
              <a:avLst/>
              <a:gdLst/>
              <a:ahLst/>
              <a:cxnLst/>
              <a:rect l="l" t="t" r="r" b="b"/>
              <a:pathLst>
                <a:path w="242570" h="382270">
                  <a:moveTo>
                    <a:pt x="241963" y="0"/>
                  </a:moveTo>
                  <a:lnTo>
                    <a:pt x="0" y="0"/>
                  </a:lnTo>
                  <a:lnTo>
                    <a:pt x="0" y="382264"/>
                  </a:lnTo>
                  <a:lnTo>
                    <a:pt x="241963" y="382264"/>
                  </a:lnTo>
                  <a:lnTo>
                    <a:pt x="241963" y="0"/>
                  </a:lnTo>
                  <a:close/>
                </a:path>
              </a:pathLst>
            </a:custGeom>
            <a:solidFill>
              <a:srgbClr val="FFFFFF"/>
            </a:solidFill>
          </p:spPr>
          <p:txBody>
            <a:bodyPr wrap="square" lIns="0" tIns="0" rIns="0" bIns="0" rtlCol="0"/>
            <a:lstStyle/>
            <a:p/>
          </p:txBody>
        </p:sp>
        <p:sp>
          <p:nvSpPr>
            <p:cNvPr id="139" name="object 139" descr=""/>
            <p:cNvSpPr/>
            <p:nvPr/>
          </p:nvSpPr>
          <p:spPr>
            <a:xfrm>
              <a:off x="7708472" y="5206976"/>
              <a:ext cx="242570" cy="382270"/>
            </a:xfrm>
            <a:custGeom>
              <a:avLst/>
              <a:gdLst/>
              <a:ahLst/>
              <a:cxnLst/>
              <a:rect l="l" t="t" r="r" b="b"/>
              <a:pathLst>
                <a:path w="242570" h="382270">
                  <a:moveTo>
                    <a:pt x="0" y="382264"/>
                  </a:moveTo>
                  <a:lnTo>
                    <a:pt x="241963" y="382264"/>
                  </a:lnTo>
                  <a:lnTo>
                    <a:pt x="241963" y="0"/>
                  </a:lnTo>
                  <a:lnTo>
                    <a:pt x="0" y="0"/>
                  </a:lnTo>
                  <a:lnTo>
                    <a:pt x="0" y="382264"/>
                  </a:lnTo>
                  <a:close/>
                </a:path>
              </a:pathLst>
            </a:custGeom>
            <a:ln w="14313">
              <a:solidFill>
                <a:srgbClr val="000000"/>
              </a:solidFill>
            </a:ln>
          </p:spPr>
          <p:txBody>
            <a:bodyPr wrap="square" lIns="0" tIns="0" rIns="0" bIns="0" rtlCol="0"/>
            <a:lstStyle/>
            <a:p/>
          </p:txBody>
        </p:sp>
      </p:grpSp>
      <p:sp>
        <p:nvSpPr>
          <p:cNvPr id="140" name="object 140" descr=""/>
          <p:cNvSpPr txBox="1"/>
          <p:nvPr/>
        </p:nvSpPr>
        <p:spPr>
          <a:xfrm>
            <a:off x="7722088" y="3589852"/>
            <a:ext cx="221615" cy="506095"/>
          </a:xfrm>
          <a:prstGeom prst="rect">
            <a:avLst/>
          </a:prstGeom>
        </p:spPr>
        <p:txBody>
          <a:bodyPr wrap="square" lIns="0" tIns="0" rIns="0" bIns="0" rtlCol="0" vert="vert">
            <a:spAutoFit/>
          </a:bodyPr>
          <a:lstStyle/>
          <a:p>
            <a:pPr marL="12700">
              <a:lnSpc>
                <a:spcPts val="1620"/>
              </a:lnSpc>
            </a:pPr>
            <a:r>
              <a:rPr dirty="0" sz="1400" spc="-20">
                <a:latin typeface="Times New Roman"/>
                <a:cs typeface="Times New Roman"/>
              </a:rPr>
              <a:t>ALUo</a:t>
            </a:r>
            <a:endParaRPr sz="1400">
              <a:latin typeface="Times New Roman"/>
              <a:cs typeface="Times New Roman"/>
            </a:endParaRPr>
          </a:p>
        </p:txBody>
      </p:sp>
      <p:sp>
        <p:nvSpPr>
          <p:cNvPr id="141" name="object 141" descr=""/>
          <p:cNvSpPr txBox="1"/>
          <p:nvPr/>
        </p:nvSpPr>
        <p:spPr>
          <a:xfrm>
            <a:off x="7708472" y="4496353"/>
            <a:ext cx="242570" cy="382270"/>
          </a:xfrm>
          <a:prstGeom prst="rect">
            <a:avLst/>
          </a:prstGeom>
          <a:solidFill>
            <a:srgbClr val="FFFFFF"/>
          </a:solidFill>
          <a:ln w="14335">
            <a:solidFill>
              <a:srgbClr val="000000"/>
            </a:solidFill>
          </a:ln>
        </p:spPr>
        <p:txBody>
          <a:bodyPr wrap="square" lIns="0" tIns="76835" rIns="0" bIns="0" rtlCol="0" vert="horz">
            <a:spAutoFit/>
          </a:bodyPr>
          <a:lstStyle/>
          <a:p>
            <a:pPr marL="58419">
              <a:lnSpc>
                <a:spcPct val="100000"/>
              </a:lnSpc>
              <a:spcBef>
                <a:spcPts val="605"/>
              </a:spcBef>
            </a:pPr>
            <a:r>
              <a:rPr dirty="0" sz="1450" spc="-50">
                <a:latin typeface="Times New Roman"/>
                <a:cs typeface="Times New Roman"/>
              </a:rPr>
              <a:t>B</a:t>
            </a:r>
            <a:endParaRPr sz="1450">
              <a:latin typeface="Times New Roman"/>
              <a:cs typeface="Times New Roman"/>
            </a:endParaRPr>
          </a:p>
        </p:txBody>
      </p:sp>
      <p:sp>
        <p:nvSpPr>
          <p:cNvPr id="142" name="object 142" descr=""/>
          <p:cNvSpPr txBox="1"/>
          <p:nvPr/>
        </p:nvSpPr>
        <p:spPr>
          <a:xfrm>
            <a:off x="7731205" y="5266395"/>
            <a:ext cx="202565" cy="251460"/>
          </a:xfrm>
          <a:prstGeom prst="rect">
            <a:avLst/>
          </a:prstGeom>
        </p:spPr>
        <p:txBody>
          <a:bodyPr wrap="square" lIns="0" tIns="16510" rIns="0" bIns="0" rtlCol="0" vert="horz">
            <a:spAutoFit/>
          </a:bodyPr>
          <a:lstStyle/>
          <a:p>
            <a:pPr marL="12700">
              <a:lnSpc>
                <a:spcPct val="100000"/>
              </a:lnSpc>
              <a:spcBef>
                <a:spcPts val="130"/>
              </a:spcBef>
            </a:pPr>
            <a:r>
              <a:rPr dirty="0" sz="1450" spc="-25">
                <a:latin typeface="Times New Roman"/>
                <a:cs typeface="Times New Roman"/>
              </a:rPr>
              <a:t>IR</a:t>
            </a:r>
            <a:endParaRPr sz="1450">
              <a:latin typeface="Times New Roman"/>
              <a:cs typeface="Times New Roman"/>
            </a:endParaRPr>
          </a:p>
        </p:txBody>
      </p:sp>
      <p:grpSp>
        <p:nvGrpSpPr>
          <p:cNvPr id="143" name="object 143" descr=""/>
          <p:cNvGrpSpPr/>
          <p:nvPr/>
        </p:nvGrpSpPr>
        <p:grpSpPr>
          <a:xfrm>
            <a:off x="6344211" y="4637459"/>
            <a:ext cx="1727835" cy="817244"/>
            <a:chOff x="6344211" y="4637459"/>
            <a:chExt cx="1727835" cy="817244"/>
          </a:xfrm>
        </p:grpSpPr>
        <p:sp>
          <p:nvSpPr>
            <p:cNvPr id="144" name="object 144" descr=""/>
            <p:cNvSpPr/>
            <p:nvPr/>
          </p:nvSpPr>
          <p:spPr>
            <a:xfrm>
              <a:off x="6351831" y="5400947"/>
              <a:ext cx="1214120" cy="0"/>
            </a:xfrm>
            <a:custGeom>
              <a:avLst/>
              <a:gdLst/>
              <a:ahLst/>
              <a:cxnLst/>
              <a:rect l="l" t="t" r="r" b="b"/>
              <a:pathLst>
                <a:path w="1214120" h="0">
                  <a:moveTo>
                    <a:pt x="0" y="0"/>
                  </a:moveTo>
                  <a:lnTo>
                    <a:pt x="1213733" y="0"/>
                  </a:lnTo>
                </a:path>
              </a:pathLst>
            </a:custGeom>
            <a:ln w="14939">
              <a:solidFill>
                <a:srgbClr val="000000"/>
              </a:solidFill>
            </a:ln>
          </p:spPr>
          <p:txBody>
            <a:bodyPr wrap="square" lIns="0" tIns="0" rIns="0" bIns="0" rtlCol="0"/>
            <a:lstStyle/>
            <a:p/>
          </p:txBody>
        </p:sp>
        <p:sp>
          <p:nvSpPr>
            <p:cNvPr id="145" name="object 145" descr=""/>
            <p:cNvSpPr/>
            <p:nvPr/>
          </p:nvSpPr>
          <p:spPr>
            <a:xfrm>
              <a:off x="7513687" y="5348103"/>
              <a:ext cx="153670" cy="106680"/>
            </a:xfrm>
            <a:custGeom>
              <a:avLst/>
              <a:gdLst/>
              <a:ahLst/>
              <a:cxnLst/>
              <a:rect l="l" t="t" r="r" b="b"/>
              <a:pathLst>
                <a:path w="153670" h="106679">
                  <a:moveTo>
                    <a:pt x="0" y="0"/>
                  </a:moveTo>
                  <a:lnTo>
                    <a:pt x="49332" y="53863"/>
                  </a:lnTo>
                  <a:lnTo>
                    <a:pt x="0" y="106208"/>
                  </a:lnTo>
                  <a:lnTo>
                    <a:pt x="153674" y="53863"/>
                  </a:lnTo>
                  <a:lnTo>
                    <a:pt x="0" y="0"/>
                  </a:lnTo>
                  <a:close/>
                </a:path>
              </a:pathLst>
            </a:custGeom>
            <a:solidFill>
              <a:srgbClr val="000000"/>
            </a:solidFill>
          </p:spPr>
          <p:txBody>
            <a:bodyPr wrap="square" lIns="0" tIns="0" rIns="0" bIns="0" rtlCol="0"/>
            <a:lstStyle/>
            <a:p/>
          </p:txBody>
        </p:sp>
        <p:sp>
          <p:nvSpPr>
            <p:cNvPr id="146" name="object 146" descr=""/>
            <p:cNvSpPr/>
            <p:nvPr/>
          </p:nvSpPr>
          <p:spPr>
            <a:xfrm>
              <a:off x="6433660" y="4689783"/>
              <a:ext cx="1132205" cy="0"/>
            </a:xfrm>
            <a:custGeom>
              <a:avLst/>
              <a:gdLst/>
              <a:ahLst/>
              <a:cxnLst/>
              <a:rect l="l" t="t" r="r" b="b"/>
              <a:pathLst>
                <a:path w="1132204" h="0">
                  <a:moveTo>
                    <a:pt x="0" y="0"/>
                  </a:moveTo>
                  <a:lnTo>
                    <a:pt x="1131904" y="0"/>
                  </a:lnTo>
                </a:path>
              </a:pathLst>
            </a:custGeom>
            <a:ln w="14939">
              <a:solidFill>
                <a:srgbClr val="000000"/>
              </a:solidFill>
            </a:ln>
          </p:spPr>
          <p:txBody>
            <a:bodyPr wrap="square" lIns="0" tIns="0" rIns="0" bIns="0" rtlCol="0"/>
            <a:lstStyle/>
            <a:p/>
          </p:txBody>
        </p:sp>
        <p:sp>
          <p:nvSpPr>
            <p:cNvPr id="147" name="object 147" descr=""/>
            <p:cNvSpPr/>
            <p:nvPr/>
          </p:nvSpPr>
          <p:spPr>
            <a:xfrm>
              <a:off x="7513687" y="4637459"/>
              <a:ext cx="153670" cy="106680"/>
            </a:xfrm>
            <a:custGeom>
              <a:avLst/>
              <a:gdLst/>
              <a:ahLst/>
              <a:cxnLst/>
              <a:rect l="l" t="t" r="r" b="b"/>
              <a:pathLst>
                <a:path w="153670" h="106679">
                  <a:moveTo>
                    <a:pt x="0" y="0"/>
                  </a:moveTo>
                  <a:lnTo>
                    <a:pt x="49332" y="52324"/>
                  </a:lnTo>
                  <a:lnTo>
                    <a:pt x="0" y="106208"/>
                  </a:lnTo>
                  <a:lnTo>
                    <a:pt x="153674" y="52324"/>
                  </a:lnTo>
                  <a:lnTo>
                    <a:pt x="0" y="0"/>
                  </a:lnTo>
                  <a:close/>
                </a:path>
              </a:pathLst>
            </a:custGeom>
            <a:solidFill>
              <a:srgbClr val="000000"/>
            </a:solidFill>
          </p:spPr>
          <p:txBody>
            <a:bodyPr wrap="square" lIns="0" tIns="0" rIns="0" bIns="0" rtlCol="0"/>
            <a:lstStyle/>
            <a:p/>
          </p:txBody>
        </p:sp>
        <p:sp>
          <p:nvSpPr>
            <p:cNvPr id="148" name="object 148" descr=""/>
            <p:cNvSpPr/>
            <p:nvPr/>
          </p:nvSpPr>
          <p:spPr>
            <a:xfrm>
              <a:off x="7996635" y="4689783"/>
              <a:ext cx="67945" cy="0"/>
            </a:xfrm>
            <a:custGeom>
              <a:avLst/>
              <a:gdLst/>
              <a:ahLst/>
              <a:cxnLst/>
              <a:rect l="l" t="t" r="r" b="b"/>
              <a:pathLst>
                <a:path w="67945" h="0">
                  <a:moveTo>
                    <a:pt x="0" y="0"/>
                  </a:moveTo>
                  <a:lnTo>
                    <a:pt x="67734" y="0"/>
                  </a:lnTo>
                </a:path>
              </a:pathLst>
            </a:custGeom>
            <a:ln w="14939">
              <a:solidFill>
                <a:srgbClr val="000000"/>
              </a:solidFill>
            </a:ln>
          </p:spPr>
          <p:txBody>
            <a:bodyPr wrap="square" lIns="0" tIns="0" rIns="0" bIns="0" rtlCol="0"/>
            <a:lstStyle/>
            <a:p/>
          </p:txBody>
        </p:sp>
      </p:grpSp>
      <p:sp>
        <p:nvSpPr>
          <p:cNvPr id="149" name="object 149" descr=""/>
          <p:cNvSpPr txBox="1"/>
          <p:nvPr/>
        </p:nvSpPr>
        <p:spPr>
          <a:xfrm>
            <a:off x="9230141" y="3786229"/>
            <a:ext cx="242570" cy="511175"/>
          </a:xfrm>
          <a:prstGeom prst="rect">
            <a:avLst/>
          </a:prstGeom>
          <a:solidFill>
            <a:srgbClr val="FFFFFF"/>
          </a:solidFill>
          <a:ln w="14239">
            <a:solidFill>
              <a:srgbClr val="000000"/>
            </a:solidFill>
          </a:ln>
        </p:spPr>
        <p:txBody>
          <a:bodyPr wrap="square" lIns="0" tIns="3175" rIns="0" bIns="0" rtlCol="0" vert="vert">
            <a:spAutoFit/>
          </a:bodyPr>
          <a:lstStyle/>
          <a:p>
            <a:pPr marL="34290">
              <a:lnSpc>
                <a:spcPct val="100000"/>
              </a:lnSpc>
              <a:spcBef>
                <a:spcPts val="25"/>
              </a:spcBef>
            </a:pPr>
            <a:r>
              <a:rPr dirty="0" sz="1400" spc="-25">
                <a:latin typeface="Times New Roman"/>
                <a:cs typeface="Times New Roman"/>
              </a:rPr>
              <a:t>LMD</a:t>
            </a:r>
            <a:endParaRPr sz="1400">
              <a:latin typeface="Times New Roman"/>
              <a:cs typeface="Times New Roman"/>
            </a:endParaRPr>
          </a:p>
        </p:txBody>
      </p:sp>
      <p:sp>
        <p:nvSpPr>
          <p:cNvPr id="150" name="object 150" descr=""/>
          <p:cNvSpPr txBox="1"/>
          <p:nvPr/>
        </p:nvSpPr>
        <p:spPr>
          <a:xfrm>
            <a:off x="9230141" y="4496353"/>
            <a:ext cx="242570" cy="641350"/>
          </a:xfrm>
          <a:prstGeom prst="rect">
            <a:avLst/>
          </a:prstGeom>
          <a:solidFill>
            <a:srgbClr val="FFFFFF"/>
          </a:solidFill>
          <a:ln w="14183">
            <a:solidFill>
              <a:srgbClr val="000000"/>
            </a:solidFill>
          </a:ln>
        </p:spPr>
        <p:txBody>
          <a:bodyPr wrap="square" lIns="0" tIns="5080" rIns="0" bIns="0" rtlCol="0" vert="vert">
            <a:spAutoFit/>
          </a:bodyPr>
          <a:lstStyle/>
          <a:p>
            <a:pPr marL="74295">
              <a:lnSpc>
                <a:spcPct val="100000"/>
              </a:lnSpc>
              <a:spcBef>
                <a:spcPts val="40"/>
              </a:spcBef>
            </a:pPr>
            <a:r>
              <a:rPr dirty="0" sz="1400" spc="-20">
                <a:latin typeface="Times New Roman"/>
                <a:cs typeface="Times New Roman"/>
              </a:rPr>
              <a:t>ALUo</a:t>
            </a:r>
            <a:endParaRPr sz="1400">
              <a:latin typeface="Times New Roman"/>
              <a:cs typeface="Times New Roman"/>
            </a:endParaRPr>
          </a:p>
        </p:txBody>
      </p:sp>
      <p:sp>
        <p:nvSpPr>
          <p:cNvPr id="151" name="object 151" descr=""/>
          <p:cNvSpPr txBox="1"/>
          <p:nvPr/>
        </p:nvSpPr>
        <p:spPr>
          <a:xfrm>
            <a:off x="9230141" y="5206977"/>
            <a:ext cx="242570" cy="382270"/>
          </a:xfrm>
          <a:prstGeom prst="rect">
            <a:avLst/>
          </a:prstGeom>
          <a:solidFill>
            <a:srgbClr val="FFFFFF"/>
          </a:solidFill>
          <a:ln w="14335">
            <a:solidFill>
              <a:srgbClr val="000000"/>
            </a:solidFill>
          </a:ln>
        </p:spPr>
        <p:txBody>
          <a:bodyPr wrap="square" lIns="0" tIns="69850" rIns="0" bIns="0" rtlCol="0" vert="horz">
            <a:spAutoFit/>
          </a:bodyPr>
          <a:lstStyle/>
          <a:p>
            <a:pPr marL="33655">
              <a:lnSpc>
                <a:spcPct val="100000"/>
              </a:lnSpc>
              <a:spcBef>
                <a:spcPts val="550"/>
              </a:spcBef>
            </a:pPr>
            <a:r>
              <a:rPr dirty="0" sz="1450" spc="-25">
                <a:latin typeface="Times New Roman"/>
                <a:cs typeface="Times New Roman"/>
              </a:rPr>
              <a:t>IR</a:t>
            </a:r>
            <a:endParaRPr sz="1450">
              <a:latin typeface="Times New Roman"/>
              <a:cs typeface="Times New Roman"/>
            </a:endParaRPr>
          </a:p>
        </p:txBody>
      </p:sp>
      <p:grpSp>
        <p:nvGrpSpPr>
          <p:cNvPr id="152" name="object 152" descr=""/>
          <p:cNvGrpSpPr/>
          <p:nvPr/>
        </p:nvGrpSpPr>
        <p:grpSpPr>
          <a:xfrm>
            <a:off x="2025973" y="1326329"/>
            <a:ext cx="7747000" cy="4469765"/>
            <a:chOff x="2025973" y="1326329"/>
            <a:chExt cx="7747000" cy="4469765"/>
          </a:xfrm>
        </p:grpSpPr>
        <p:sp>
          <p:nvSpPr>
            <p:cNvPr id="153" name="object 153" descr=""/>
            <p:cNvSpPr/>
            <p:nvPr/>
          </p:nvSpPr>
          <p:spPr>
            <a:xfrm>
              <a:off x="7996636" y="5400947"/>
              <a:ext cx="1076325" cy="0"/>
            </a:xfrm>
            <a:custGeom>
              <a:avLst/>
              <a:gdLst/>
              <a:ahLst/>
              <a:cxnLst/>
              <a:rect l="l" t="t" r="r" b="b"/>
              <a:pathLst>
                <a:path w="1076325" h="0">
                  <a:moveTo>
                    <a:pt x="0" y="0"/>
                  </a:moveTo>
                  <a:lnTo>
                    <a:pt x="1075915" y="0"/>
                  </a:lnTo>
                </a:path>
              </a:pathLst>
            </a:custGeom>
            <a:ln w="14939">
              <a:solidFill>
                <a:srgbClr val="000000"/>
              </a:solidFill>
            </a:ln>
          </p:spPr>
          <p:txBody>
            <a:bodyPr wrap="square" lIns="0" tIns="0" rIns="0" bIns="0" rtlCol="0"/>
            <a:lstStyle/>
            <a:p/>
          </p:txBody>
        </p:sp>
        <p:sp>
          <p:nvSpPr>
            <p:cNvPr id="154" name="object 154" descr=""/>
            <p:cNvSpPr/>
            <p:nvPr/>
          </p:nvSpPr>
          <p:spPr>
            <a:xfrm>
              <a:off x="9021261" y="5348103"/>
              <a:ext cx="155575" cy="106680"/>
            </a:xfrm>
            <a:custGeom>
              <a:avLst/>
              <a:gdLst/>
              <a:ahLst/>
              <a:cxnLst/>
              <a:rect l="l" t="t" r="r" b="b"/>
              <a:pathLst>
                <a:path w="155575" h="106679">
                  <a:moveTo>
                    <a:pt x="0" y="0"/>
                  </a:moveTo>
                  <a:lnTo>
                    <a:pt x="49332" y="53863"/>
                  </a:lnTo>
                  <a:lnTo>
                    <a:pt x="0" y="106208"/>
                  </a:lnTo>
                  <a:lnTo>
                    <a:pt x="155044" y="53863"/>
                  </a:lnTo>
                  <a:lnTo>
                    <a:pt x="0" y="0"/>
                  </a:lnTo>
                  <a:close/>
                </a:path>
              </a:pathLst>
            </a:custGeom>
            <a:solidFill>
              <a:srgbClr val="000000"/>
            </a:solidFill>
          </p:spPr>
          <p:txBody>
            <a:bodyPr wrap="square" lIns="0" tIns="0" rIns="0" bIns="0" rtlCol="0"/>
            <a:lstStyle/>
            <a:p/>
          </p:txBody>
        </p:sp>
        <p:sp>
          <p:nvSpPr>
            <p:cNvPr id="155" name="object 155" descr=""/>
            <p:cNvSpPr/>
            <p:nvPr/>
          </p:nvSpPr>
          <p:spPr>
            <a:xfrm>
              <a:off x="8160881" y="4819596"/>
              <a:ext cx="911860" cy="0"/>
            </a:xfrm>
            <a:custGeom>
              <a:avLst/>
              <a:gdLst/>
              <a:ahLst/>
              <a:cxnLst/>
              <a:rect l="l" t="t" r="r" b="b"/>
              <a:pathLst>
                <a:path w="911859" h="0">
                  <a:moveTo>
                    <a:pt x="0" y="0"/>
                  </a:moveTo>
                  <a:lnTo>
                    <a:pt x="911670" y="0"/>
                  </a:lnTo>
                </a:path>
              </a:pathLst>
            </a:custGeom>
            <a:ln w="14939">
              <a:solidFill>
                <a:srgbClr val="000000"/>
              </a:solidFill>
            </a:ln>
          </p:spPr>
          <p:txBody>
            <a:bodyPr wrap="square" lIns="0" tIns="0" rIns="0" bIns="0" rtlCol="0"/>
            <a:lstStyle/>
            <a:p/>
          </p:txBody>
        </p:sp>
        <p:sp>
          <p:nvSpPr>
            <p:cNvPr id="156" name="object 156" descr=""/>
            <p:cNvSpPr/>
            <p:nvPr/>
          </p:nvSpPr>
          <p:spPr>
            <a:xfrm>
              <a:off x="9021261" y="4767272"/>
              <a:ext cx="155575" cy="106680"/>
            </a:xfrm>
            <a:custGeom>
              <a:avLst/>
              <a:gdLst/>
              <a:ahLst/>
              <a:cxnLst/>
              <a:rect l="l" t="t" r="r" b="b"/>
              <a:pathLst>
                <a:path w="155575" h="106679">
                  <a:moveTo>
                    <a:pt x="0" y="0"/>
                  </a:moveTo>
                  <a:lnTo>
                    <a:pt x="49332" y="52324"/>
                  </a:lnTo>
                  <a:lnTo>
                    <a:pt x="0" y="106208"/>
                  </a:lnTo>
                  <a:lnTo>
                    <a:pt x="155044" y="52324"/>
                  </a:lnTo>
                  <a:lnTo>
                    <a:pt x="0" y="0"/>
                  </a:lnTo>
                  <a:close/>
                </a:path>
              </a:pathLst>
            </a:custGeom>
            <a:solidFill>
              <a:srgbClr val="000000"/>
            </a:solidFill>
          </p:spPr>
          <p:txBody>
            <a:bodyPr wrap="square" lIns="0" tIns="0" rIns="0" bIns="0" rtlCol="0"/>
            <a:lstStyle/>
            <a:p/>
          </p:txBody>
        </p:sp>
        <p:sp>
          <p:nvSpPr>
            <p:cNvPr id="157" name="object 157" descr=""/>
            <p:cNvSpPr/>
            <p:nvPr/>
          </p:nvSpPr>
          <p:spPr>
            <a:xfrm>
              <a:off x="3061616" y="2430658"/>
              <a:ext cx="6524625" cy="2389505"/>
            </a:xfrm>
            <a:custGeom>
              <a:avLst/>
              <a:gdLst/>
              <a:ahLst/>
              <a:cxnLst/>
              <a:rect l="l" t="t" r="r" b="b"/>
              <a:pathLst>
                <a:path w="6524625" h="2389504">
                  <a:moveTo>
                    <a:pt x="6442594" y="2388938"/>
                  </a:moveTo>
                  <a:lnTo>
                    <a:pt x="6524423" y="2388938"/>
                  </a:lnTo>
                </a:path>
                <a:path w="6524625" h="2389504">
                  <a:moveTo>
                    <a:pt x="0" y="0"/>
                  </a:moveTo>
                  <a:lnTo>
                    <a:pt x="103284" y="0"/>
                  </a:lnTo>
                </a:path>
              </a:pathLst>
            </a:custGeom>
            <a:ln w="14500">
              <a:solidFill>
                <a:srgbClr val="000000"/>
              </a:solidFill>
            </a:ln>
          </p:spPr>
          <p:txBody>
            <a:bodyPr wrap="square" lIns="0" tIns="0" rIns="0" bIns="0" rtlCol="0"/>
            <a:lstStyle/>
            <a:p/>
          </p:txBody>
        </p:sp>
        <p:sp>
          <p:nvSpPr>
            <p:cNvPr id="158" name="object 158" descr=""/>
            <p:cNvSpPr/>
            <p:nvPr/>
          </p:nvSpPr>
          <p:spPr>
            <a:xfrm>
              <a:off x="3113493" y="2378250"/>
              <a:ext cx="154940" cy="106680"/>
            </a:xfrm>
            <a:custGeom>
              <a:avLst/>
              <a:gdLst/>
              <a:ahLst/>
              <a:cxnLst/>
              <a:rect l="l" t="t" r="r" b="b"/>
              <a:pathLst>
                <a:path w="154939" h="106680">
                  <a:moveTo>
                    <a:pt x="0" y="0"/>
                  </a:moveTo>
                  <a:lnTo>
                    <a:pt x="48980" y="52407"/>
                  </a:lnTo>
                  <a:lnTo>
                    <a:pt x="0" y="106271"/>
                  </a:lnTo>
                  <a:lnTo>
                    <a:pt x="154692" y="52407"/>
                  </a:lnTo>
                  <a:lnTo>
                    <a:pt x="0" y="0"/>
                  </a:lnTo>
                  <a:close/>
                </a:path>
              </a:pathLst>
            </a:custGeom>
            <a:solidFill>
              <a:srgbClr val="000000"/>
            </a:solidFill>
          </p:spPr>
          <p:txBody>
            <a:bodyPr wrap="square" lIns="0" tIns="0" rIns="0" bIns="0" rtlCol="0"/>
            <a:lstStyle/>
            <a:p/>
          </p:txBody>
        </p:sp>
        <p:sp>
          <p:nvSpPr>
            <p:cNvPr id="159" name="object 159" descr=""/>
            <p:cNvSpPr/>
            <p:nvPr/>
          </p:nvSpPr>
          <p:spPr>
            <a:xfrm>
              <a:off x="2033593" y="1333632"/>
              <a:ext cx="7731759" cy="4455160"/>
            </a:xfrm>
            <a:custGeom>
              <a:avLst/>
              <a:gdLst/>
              <a:ahLst/>
              <a:cxnLst/>
              <a:rect l="l" t="t" r="r" b="b"/>
              <a:pathLst>
                <a:path w="7731759" h="4455160">
                  <a:moveTo>
                    <a:pt x="1028022" y="1097026"/>
                  </a:moveTo>
                  <a:lnTo>
                    <a:pt x="1028022" y="0"/>
                  </a:lnTo>
                </a:path>
                <a:path w="7731759" h="4455160">
                  <a:moveTo>
                    <a:pt x="0" y="774885"/>
                  </a:moveTo>
                  <a:lnTo>
                    <a:pt x="1603605" y="774885"/>
                  </a:lnTo>
                </a:path>
                <a:path w="7731759" h="4455160">
                  <a:moveTo>
                    <a:pt x="1603605" y="774885"/>
                  </a:moveTo>
                  <a:lnTo>
                    <a:pt x="1603605" y="1225757"/>
                  </a:lnTo>
                </a:path>
                <a:path w="7731759" h="4455160">
                  <a:moveTo>
                    <a:pt x="1356787" y="902992"/>
                  </a:moveTo>
                  <a:lnTo>
                    <a:pt x="1356787" y="128731"/>
                  </a:lnTo>
                </a:path>
                <a:path w="7731759" h="4455160">
                  <a:moveTo>
                    <a:pt x="1356787" y="128731"/>
                  </a:moveTo>
                  <a:lnTo>
                    <a:pt x="3947657" y="128731"/>
                  </a:lnTo>
                </a:path>
                <a:path w="7731759" h="4455160">
                  <a:moveTo>
                    <a:pt x="2302853" y="2646588"/>
                  </a:moveTo>
                  <a:lnTo>
                    <a:pt x="2302853" y="4454696"/>
                  </a:lnTo>
                </a:path>
                <a:path w="7731759" h="4455160">
                  <a:moveTo>
                    <a:pt x="2302853" y="4454696"/>
                  </a:moveTo>
                  <a:lnTo>
                    <a:pt x="7731373" y="4454696"/>
                  </a:lnTo>
                </a:path>
                <a:path w="7731759" h="4455160">
                  <a:moveTo>
                    <a:pt x="7470616" y="4067315"/>
                  </a:moveTo>
                  <a:lnTo>
                    <a:pt x="7716886" y="4067315"/>
                  </a:lnTo>
                </a:path>
                <a:path w="7731759" h="4455160">
                  <a:moveTo>
                    <a:pt x="7716886" y="4067315"/>
                  </a:moveTo>
                  <a:lnTo>
                    <a:pt x="7716886" y="4454696"/>
                  </a:lnTo>
                </a:path>
              </a:pathLst>
            </a:custGeom>
            <a:ln w="14500">
              <a:solidFill>
                <a:srgbClr val="000000"/>
              </a:solidFill>
            </a:ln>
          </p:spPr>
          <p:txBody>
            <a:bodyPr wrap="square" lIns="0" tIns="0" rIns="0" bIns="0" rtlCol="0"/>
            <a:lstStyle/>
            <a:p/>
          </p:txBody>
        </p:sp>
        <p:sp>
          <p:nvSpPr>
            <p:cNvPr id="160" name="object 160" descr=""/>
            <p:cNvSpPr/>
            <p:nvPr/>
          </p:nvSpPr>
          <p:spPr>
            <a:xfrm>
              <a:off x="8123686" y="3817590"/>
              <a:ext cx="45085" cy="59055"/>
            </a:xfrm>
            <a:custGeom>
              <a:avLst/>
              <a:gdLst/>
              <a:ahLst/>
              <a:cxnLst/>
              <a:rect l="l" t="t" r="r" b="b"/>
              <a:pathLst>
                <a:path w="45084" h="59054">
                  <a:moveTo>
                    <a:pt x="22317" y="0"/>
                  </a:moveTo>
                  <a:lnTo>
                    <a:pt x="13709" y="2232"/>
                  </a:lnTo>
                  <a:lnTo>
                    <a:pt x="6607" y="8344"/>
                  </a:lnTo>
                  <a:lnTo>
                    <a:pt x="1780" y="17459"/>
                  </a:lnTo>
                  <a:lnTo>
                    <a:pt x="0" y="28699"/>
                  </a:lnTo>
                  <a:lnTo>
                    <a:pt x="1780" y="40342"/>
                  </a:lnTo>
                  <a:lnTo>
                    <a:pt x="6607" y="49938"/>
                  </a:lnTo>
                  <a:lnTo>
                    <a:pt x="13709" y="56453"/>
                  </a:lnTo>
                  <a:lnTo>
                    <a:pt x="22317" y="58854"/>
                  </a:lnTo>
                  <a:lnTo>
                    <a:pt x="30676" y="56453"/>
                  </a:lnTo>
                  <a:lnTo>
                    <a:pt x="37806" y="49938"/>
                  </a:lnTo>
                  <a:lnTo>
                    <a:pt x="42771" y="40342"/>
                  </a:lnTo>
                  <a:lnTo>
                    <a:pt x="44634" y="28699"/>
                  </a:lnTo>
                  <a:lnTo>
                    <a:pt x="42771" y="17459"/>
                  </a:lnTo>
                  <a:lnTo>
                    <a:pt x="37806" y="8344"/>
                  </a:lnTo>
                  <a:lnTo>
                    <a:pt x="30676" y="2232"/>
                  </a:lnTo>
                  <a:lnTo>
                    <a:pt x="22317" y="0"/>
                  </a:lnTo>
                  <a:close/>
                </a:path>
              </a:pathLst>
            </a:custGeom>
            <a:solidFill>
              <a:srgbClr val="000000"/>
            </a:solidFill>
          </p:spPr>
          <p:txBody>
            <a:bodyPr wrap="square" lIns="0" tIns="0" rIns="0" bIns="0" rtlCol="0"/>
            <a:lstStyle/>
            <a:p/>
          </p:txBody>
        </p:sp>
        <p:sp>
          <p:nvSpPr>
            <p:cNvPr id="161" name="object 161" descr=""/>
            <p:cNvSpPr/>
            <p:nvPr/>
          </p:nvSpPr>
          <p:spPr>
            <a:xfrm>
              <a:off x="8123686" y="3817590"/>
              <a:ext cx="45085" cy="59055"/>
            </a:xfrm>
            <a:custGeom>
              <a:avLst/>
              <a:gdLst/>
              <a:ahLst/>
              <a:cxnLst/>
              <a:rect l="l" t="t" r="r" b="b"/>
              <a:pathLst>
                <a:path w="45084" h="59054">
                  <a:moveTo>
                    <a:pt x="0" y="28699"/>
                  </a:moveTo>
                  <a:lnTo>
                    <a:pt x="1780" y="40342"/>
                  </a:lnTo>
                  <a:lnTo>
                    <a:pt x="6607" y="49938"/>
                  </a:lnTo>
                  <a:lnTo>
                    <a:pt x="13709" y="56453"/>
                  </a:lnTo>
                  <a:lnTo>
                    <a:pt x="22317" y="58854"/>
                  </a:lnTo>
                  <a:lnTo>
                    <a:pt x="30676" y="56453"/>
                  </a:lnTo>
                  <a:lnTo>
                    <a:pt x="37806" y="49938"/>
                  </a:lnTo>
                  <a:lnTo>
                    <a:pt x="42771" y="40342"/>
                  </a:lnTo>
                  <a:lnTo>
                    <a:pt x="44634" y="28699"/>
                  </a:lnTo>
                  <a:lnTo>
                    <a:pt x="42771" y="17459"/>
                  </a:lnTo>
                  <a:lnTo>
                    <a:pt x="37806" y="8344"/>
                  </a:lnTo>
                  <a:lnTo>
                    <a:pt x="30676" y="2232"/>
                  </a:lnTo>
                  <a:lnTo>
                    <a:pt x="22317" y="0"/>
                  </a:lnTo>
                  <a:lnTo>
                    <a:pt x="13709" y="2232"/>
                  </a:lnTo>
                  <a:lnTo>
                    <a:pt x="6607" y="8344"/>
                  </a:lnTo>
                  <a:lnTo>
                    <a:pt x="1780" y="17459"/>
                  </a:lnTo>
                  <a:lnTo>
                    <a:pt x="0" y="28699"/>
                  </a:lnTo>
                  <a:close/>
                </a:path>
              </a:pathLst>
            </a:custGeom>
            <a:ln w="14382">
              <a:solidFill>
                <a:srgbClr val="000000"/>
              </a:solidFill>
            </a:ln>
          </p:spPr>
          <p:txBody>
            <a:bodyPr wrap="square" lIns="0" tIns="0" rIns="0" bIns="0" rtlCol="0"/>
            <a:lstStyle/>
            <a:p/>
          </p:txBody>
        </p:sp>
        <p:sp>
          <p:nvSpPr>
            <p:cNvPr id="162" name="object 162" descr=""/>
            <p:cNvSpPr/>
            <p:nvPr/>
          </p:nvSpPr>
          <p:spPr>
            <a:xfrm>
              <a:off x="6402142" y="4142227"/>
              <a:ext cx="45085" cy="59690"/>
            </a:xfrm>
            <a:custGeom>
              <a:avLst/>
              <a:gdLst/>
              <a:ahLst/>
              <a:cxnLst/>
              <a:rect l="l" t="t" r="r" b="b"/>
              <a:pathLst>
                <a:path w="45085" h="59689">
                  <a:moveTo>
                    <a:pt x="22317" y="0"/>
                  </a:moveTo>
                  <a:lnTo>
                    <a:pt x="13957" y="2263"/>
                  </a:lnTo>
                  <a:lnTo>
                    <a:pt x="6827" y="8438"/>
                  </a:lnTo>
                  <a:lnTo>
                    <a:pt x="1862" y="17599"/>
                  </a:lnTo>
                  <a:lnTo>
                    <a:pt x="0" y="28824"/>
                  </a:lnTo>
                  <a:lnTo>
                    <a:pt x="1862" y="40486"/>
                  </a:lnTo>
                  <a:lnTo>
                    <a:pt x="6827" y="50125"/>
                  </a:lnTo>
                  <a:lnTo>
                    <a:pt x="13957" y="56683"/>
                  </a:lnTo>
                  <a:lnTo>
                    <a:pt x="22317" y="59104"/>
                  </a:lnTo>
                  <a:lnTo>
                    <a:pt x="30759" y="56683"/>
                  </a:lnTo>
                  <a:lnTo>
                    <a:pt x="37880" y="50125"/>
                  </a:lnTo>
                  <a:lnTo>
                    <a:pt x="42798" y="40486"/>
                  </a:lnTo>
                  <a:lnTo>
                    <a:pt x="44634" y="28824"/>
                  </a:lnTo>
                  <a:lnTo>
                    <a:pt x="42798" y="17599"/>
                  </a:lnTo>
                  <a:lnTo>
                    <a:pt x="37880" y="8438"/>
                  </a:lnTo>
                  <a:lnTo>
                    <a:pt x="30759" y="2263"/>
                  </a:lnTo>
                  <a:lnTo>
                    <a:pt x="22317" y="0"/>
                  </a:lnTo>
                  <a:close/>
                </a:path>
              </a:pathLst>
            </a:custGeom>
            <a:solidFill>
              <a:srgbClr val="000000"/>
            </a:solidFill>
          </p:spPr>
          <p:txBody>
            <a:bodyPr wrap="square" lIns="0" tIns="0" rIns="0" bIns="0" rtlCol="0"/>
            <a:lstStyle/>
            <a:p/>
          </p:txBody>
        </p:sp>
        <p:sp>
          <p:nvSpPr>
            <p:cNvPr id="163" name="object 163" descr=""/>
            <p:cNvSpPr/>
            <p:nvPr/>
          </p:nvSpPr>
          <p:spPr>
            <a:xfrm>
              <a:off x="6402142" y="4142227"/>
              <a:ext cx="45085" cy="59690"/>
            </a:xfrm>
            <a:custGeom>
              <a:avLst/>
              <a:gdLst/>
              <a:ahLst/>
              <a:cxnLst/>
              <a:rect l="l" t="t" r="r" b="b"/>
              <a:pathLst>
                <a:path w="45085" h="59689">
                  <a:moveTo>
                    <a:pt x="0" y="28824"/>
                  </a:moveTo>
                  <a:lnTo>
                    <a:pt x="1862" y="40486"/>
                  </a:lnTo>
                  <a:lnTo>
                    <a:pt x="6827" y="50125"/>
                  </a:lnTo>
                  <a:lnTo>
                    <a:pt x="13957" y="56683"/>
                  </a:lnTo>
                  <a:lnTo>
                    <a:pt x="22317" y="59104"/>
                  </a:lnTo>
                  <a:lnTo>
                    <a:pt x="30759" y="56683"/>
                  </a:lnTo>
                  <a:lnTo>
                    <a:pt x="37880" y="50125"/>
                  </a:lnTo>
                  <a:lnTo>
                    <a:pt x="42798" y="40486"/>
                  </a:lnTo>
                  <a:lnTo>
                    <a:pt x="44634" y="28824"/>
                  </a:lnTo>
                  <a:lnTo>
                    <a:pt x="42798" y="17599"/>
                  </a:lnTo>
                  <a:lnTo>
                    <a:pt x="37880" y="8438"/>
                  </a:lnTo>
                  <a:lnTo>
                    <a:pt x="30759" y="2263"/>
                  </a:lnTo>
                  <a:lnTo>
                    <a:pt x="22317" y="0"/>
                  </a:lnTo>
                  <a:lnTo>
                    <a:pt x="13957" y="2263"/>
                  </a:lnTo>
                  <a:lnTo>
                    <a:pt x="6827" y="8438"/>
                  </a:lnTo>
                  <a:lnTo>
                    <a:pt x="1862" y="17599"/>
                  </a:lnTo>
                  <a:lnTo>
                    <a:pt x="0" y="28824"/>
                  </a:lnTo>
                  <a:close/>
                </a:path>
              </a:pathLst>
            </a:custGeom>
            <a:ln w="14380">
              <a:solidFill>
                <a:srgbClr val="000000"/>
              </a:solidFill>
            </a:ln>
          </p:spPr>
          <p:txBody>
            <a:bodyPr wrap="square" lIns="0" tIns="0" rIns="0" bIns="0" rtlCol="0"/>
            <a:lstStyle/>
            <a:p/>
          </p:txBody>
        </p:sp>
        <p:sp>
          <p:nvSpPr>
            <p:cNvPr id="164" name="object 164" descr=""/>
            <p:cNvSpPr/>
            <p:nvPr/>
          </p:nvSpPr>
          <p:spPr>
            <a:xfrm>
              <a:off x="3611496" y="2528194"/>
              <a:ext cx="45085" cy="59055"/>
            </a:xfrm>
            <a:custGeom>
              <a:avLst/>
              <a:gdLst/>
              <a:ahLst/>
              <a:cxnLst/>
              <a:rect l="l" t="t" r="r" b="b"/>
              <a:pathLst>
                <a:path w="45085" h="59055">
                  <a:moveTo>
                    <a:pt x="22317" y="0"/>
                  </a:moveTo>
                  <a:lnTo>
                    <a:pt x="13916" y="2173"/>
                  </a:lnTo>
                  <a:lnTo>
                    <a:pt x="6790" y="8188"/>
                  </a:lnTo>
                  <a:lnTo>
                    <a:pt x="1849" y="17284"/>
                  </a:lnTo>
                  <a:lnTo>
                    <a:pt x="0" y="28699"/>
                  </a:lnTo>
                  <a:lnTo>
                    <a:pt x="1849" y="40277"/>
                  </a:lnTo>
                  <a:lnTo>
                    <a:pt x="6790" y="49730"/>
                  </a:lnTo>
                  <a:lnTo>
                    <a:pt x="13916" y="56102"/>
                  </a:lnTo>
                  <a:lnTo>
                    <a:pt x="22317" y="58438"/>
                  </a:lnTo>
                  <a:lnTo>
                    <a:pt x="30706" y="56102"/>
                  </a:lnTo>
                  <a:lnTo>
                    <a:pt x="37826" y="49730"/>
                  </a:lnTo>
                  <a:lnTo>
                    <a:pt x="42765" y="40277"/>
                  </a:lnTo>
                  <a:lnTo>
                    <a:pt x="44614" y="28699"/>
                  </a:lnTo>
                  <a:lnTo>
                    <a:pt x="42765" y="17284"/>
                  </a:lnTo>
                  <a:lnTo>
                    <a:pt x="37826" y="8188"/>
                  </a:lnTo>
                  <a:lnTo>
                    <a:pt x="30706" y="2173"/>
                  </a:lnTo>
                  <a:lnTo>
                    <a:pt x="22317" y="0"/>
                  </a:lnTo>
                  <a:close/>
                </a:path>
              </a:pathLst>
            </a:custGeom>
            <a:solidFill>
              <a:srgbClr val="000000"/>
            </a:solidFill>
          </p:spPr>
          <p:txBody>
            <a:bodyPr wrap="square" lIns="0" tIns="0" rIns="0" bIns="0" rtlCol="0"/>
            <a:lstStyle/>
            <a:p/>
          </p:txBody>
        </p:sp>
        <p:sp>
          <p:nvSpPr>
            <p:cNvPr id="165" name="object 165" descr=""/>
            <p:cNvSpPr/>
            <p:nvPr/>
          </p:nvSpPr>
          <p:spPr>
            <a:xfrm>
              <a:off x="3611496" y="1590679"/>
              <a:ext cx="1671320" cy="996315"/>
            </a:xfrm>
            <a:custGeom>
              <a:avLst/>
              <a:gdLst/>
              <a:ahLst/>
              <a:cxnLst/>
              <a:rect l="l" t="t" r="r" b="b"/>
              <a:pathLst>
                <a:path w="1671320" h="996314">
                  <a:moveTo>
                    <a:pt x="0" y="966214"/>
                  </a:moveTo>
                  <a:lnTo>
                    <a:pt x="1849" y="977792"/>
                  </a:lnTo>
                  <a:lnTo>
                    <a:pt x="6790" y="987245"/>
                  </a:lnTo>
                  <a:lnTo>
                    <a:pt x="13916" y="993617"/>
                  </a:lnTo>
                  <a:lnTo>
                    <a:pt x="22317" y="995954"/>
                  </a:lnTo>
                  <a:lnTo>
                    <a:pt x="30706" y="993617"/>
                  </a:lnTo>
                  <a:lnTo>
                    <a:pt x="37826" y="987245"/>
                  </a:lnTo>
                  <a:lnTo>
                    <a:pt x="42765" y="977792"/>
                  </a:lnTo>
                  <a:lnTo>
                    <a:pt x="44614" y="966214"/>
                  </a:lnTo>
                  <a:lnTo>
                    <a:pt x="42765" y="954799"/>
                  </a:lnTo>
                  <a:lnTo>
                    <a:pt x="37826" y="945704"/>
                  </a:lnTo>
                  <a:lnTo>
                    <a:pt x="30706" y="939689"/>
                  </a:lnTo>
                  <a:lnTo>
                    <a:pt x="22317" y="937515"/>
                  </a:lnTo>
                  <a:lnTo>
                    <a:pt x="13916" y="939689"/>
                  </a:lnTo>
                  <a:lnTo>
                    <a:pt x="6790" y="945704"/>
                  </a:lnTo>
                  <a:lnTo>
                    <a:pt x="1849" y="954799"/>
                  </a:lnTo>
                  <a:lnTo>
                    <a:pt x="0" y="966214"/>
                  </a:lnTo>
                  <a:close/>
                </a:path>
                <a:path w="1671320" h="996314">
                  <a:moveTo>
                    <a:pt x="1382911" y="0"/>
                  </a:moveTo>
                  <a:lnTo>
                    <a:pt x="1671075" y="194033"/>
                  </a:lnTo>
                </a:path>
                <a:path w="1671320" h="996314">
                  <a:moveTo>
                    <a:pt x="1671075" y="645945"/>
                  </a:moveTo>
                  <a:lnTo>
                    <a:pt x="1382911" y="839978"/>
                  </a:lnTo>
                </a:path>
                <a:path w="1671320" h="996314">
                  <a:moveTo>
                    <a:pt x="1671075" y="194033"/>
                  </a:moveTo>
                  <a:lnTo>
                    <a:pt x="1671075" y="645945"/>
                  </a:lnTo>
                </a:path>
              </a:pathLst>
            </a:custGeom>
            <a:ln w="14500">
              <a:solidFill>
                <a:srgbClr val="000000"/>
              </a:solidFill>
            </a:ln>
          </p:spPr>
          <p:txBody>
            <a:bodyPr wrap="square" lIns="0" tIns="0" rIns="0" bIns="0" rtlCol="0"/>
            <a:lstStyle/>
            <a:p/>
          </p:txBody>
        </p:sp>
        <p:pic>
          <p:nvPicPr>
            <p:cNvPr id="166" name="object 166" descr=""/>
            <p:cNvPicPr/>
            <p:nvPr/>
          </p:nvPicPr>
          <p:blipFill>
            <a:blip r:embed="rId4" cstate="print"/>
            <a:stretch>
              <a:fillRect/>
            </a:stretch>
          </p:blipFill>
          <p:spPr>
            <a:xfrm>
              <a:off x="4987302" y="1842284"/>
              <a:ext cx="121147" cy="336767"/>
            </a:xfrm>
            <a:prstGeom prst="rect">
              <a:avLst/>
            </a:prstGeom>
          </p:spPr>
        </p:pic>
      </p:grpSp>
      <p:sp>
        <p:nvSpPr>
          <p:cNvPr id="167" name="object 167" descr=""/>
          <p:cNvSpPr txBox="1"/>
          <p:nvPr/>
        </p:nvSpPr>
        <p:spPr>
          <a:xfrm>
            <a:off x="7425814" y="1691088"/>
            <a:ext cx="732155" cy="251460"/>
          </a:xfrm>
          <a:prstGeom prst="rect">
            <a:avLst/>
          </a:prstGeom>
        </p:spPr>
        <p:txBody>
          <a:bodyPr wrap="square" lIns="0" tIns="16510" rIns="0" bIns="0" rtlCol="0" vert="horz">
            <a:spAutoFit/>
          </a:bodyPr>
          <a:lstStyle/>
          <a:p>
            <a:pPr marL="12700">
              <a:lnSpc>
                <a:spcPct val="100000"/>
              </a:lnSpc>
              <a:spcBef>
                <a:spcPts val="130"/>
              </a:spcBef>
            </a:pPr>
            <a:r>
              <a:rPr dirty="0" sz="1450" spc="-40">
                <a:latin typeface="Times New Roman"/>
                <a:cs typeface="Times New Roman"/>
              </a:rPr>
              <a:t>EX/MEM</a:t>
            </a:r>
            <a:endParaRPr sz="1450">
              <a:latin typeface="Times New Roman"/>
              <a:cs typeface="Times New Roman"/>
            </a:endParaRPr>
          </a:p>
        </p:txBody>
      </p:sp>
      <p:sp>
        <p:nvSpPr>
          <p:cNvPr id="168" name="object 168" descr=""/>
          <p:cNvSpPr txBox="1"/>
          <p:nvPr/>
        </p:nvSpPr>
        <p:spPr>
          <a:xfrm>
            <a:off x="6027280" y="1691088"/>
            <a:ext cx="496570" cy="251460"/>
          </a:xfrm>
          <a:prstGeom prst="rect">
            <a:avLst/>
          </a:prstGeom>
        </p:spPr>
        <p:txBody>
          <a:bodyPr wrap="square" lIns="0" tIns="16510" rIns="0" bIns="0" rtlCol="0" vert="horz">
            <a:spAutoFit/>
          </a:bodyPr>
          <a:lstStyle/>
          <a:p>
            <a:pPr marL="12700">
              <a:lnSpc>
                <a:spcPct val="100000"/>
              </a:lnSpc>
              <a:spcBef>
                <a:spcPts val="130"/>
              </a:spcBef>
            </a:pPr>
            <a:r>
              <a:rPr dirty="0" sz="1450" spc="-30">
                <a:latin typeface="Times New Roman"/>
                <a:cs typeface="Times New Roman"/>
              </a:rPr>
              <a:t>ID/EX</a:t>
            </a:r>
            <a:endParaRPr sz="1450">
              <a:latin typeface="Times New Roman"/>
              <a:cs typeface="Times New Roman"/>
            </a:endParaRPr>
          </a:p>
        </p:txBody>
      </p:sp>
      <p:sp>
        <p:nvSpPr>
          <p:cNvPr id="169" name="object 169" descr=""/>
          <p:cNvSpPr txBox="1"/>
          <p:nvPr/>
        </p:nvSpPr>
        <p:spPr>
          <a:xfrm>
            <a:off x="3791309" y="1691088"/>
            <a:ext cx="417830" cy="251460"/>
          </a:xfrm>
          <a:prstGeom prst="rect">
            <a:avLst/>
          </a:prstGeom>
        </p:spPr>
        <p:txBody>
          <a:bodyPr wrap="square" lIns="0" tIns="16510" rIns="0" bIns="0" rtlCol="0" vert="horz">
            <a:spAutoFit/>
          </a:bodyPr>
          <a:lstStyle/>
          <a:p>
            <a:pPr marL="12700">
              <a:lnSpc>
                <a:spcPct val="100000"/>
              </a:lnSpc>
              <a:spcBef>
                <a:spcPts val="130"/>
              </a:spcBef>
            </a:pPr>
            <a:r>
              <a:rPr dirty="0" sz="1450" spc="-25">
                <a:latin typeface="Times New Roman"/>
                <a:cs typeface="Times New Roman"/>
              </a:rPr>
              <a:t>IF/ID</a:t>
            </a:r>
            <a:endParaRPr sz="1450">
              <a:latin typeface="Times New Roman"/>
              <a:cs typeface="Times New Roman"/>
            </a:endParaRPr>
          </a:p>
        </p:txBody>
      </p:sp>
      <p:sp>
        <p:nvSpPr>
          <p:cNvPr id="170" name="object 170" descr=""/>
          <p:cNvSpPr/>
          <p:nvPr/>
        </p:nvSpPr>
        <p:spPr>
          <a:xfrm>
            <a:off x="4994407" y="1590679"/>
            <a:ext cx="0" cy="259079"/>
          </a:xfrm>
          <a:custGeom>
            <a:avLst/>
            <a:gdLst/>
            <a:ahLst/>
            <a:cxnLst/>
            <a:rect l="l" t="t" r="r" b="b"/>
            <a:pathLst>
              <a:path w="0" h="259080">
                <a:moveTo>
                  <a:pt x="0" y="0"/>
                </a:moveTo>
                <a:lnTo>
                  <a:pt x="0" y="258711"/>
                </a:lnTo>
              </a:path>
            </a:pathLst>
          </a:custGeom>
          <a:ln w="14062">
            <a:solidFill>
              <a:srgbClr val="000000"/>
            </a:solidFill>
          </a:ln>
        </p:spPr>
        <p:txBody>
          <a:bodyPr wrap="square" lIns="0" tIns="0" rIns="0" bIns="0" rtlCol="0"/>
          <a:lstStyle/>
          <a:p/>
        </p:txBody>
      </p:sp>
      <p:sp>
        <p:nvSpPr>
          <p:cNvPr id="171" name="object 171" descr=""/>
          <p:cNvSpPr/>
          <p:nvPr/>
        </p:nvSpPr>
        <p:spPr>
          <a:xfrm>
            <a:off x="4994407" y="2171947"/>
            <a:ext cx="0" cy="259079"/>
          </a:xfrm>
          <a:custGeom>
            <a:avLst/>
            <a:gdLst/>
            <a:ahLst/>
            <a:cxnLst/>
            <a:rect l="l" t="t" r="r" b="b"/>
            <a:pathLst>
              <a:path w="0" h="259080">
                <a:moveTo>
                  <a:pt x="0" y="0"/>
                </a:moveTo>
                <a:lnTo>
                  <a:pt x="0" y="258711"/>
                </a:lnTo>
              </a:path>
            </a:pathLst>
          </a:custGeom>
          <a:ln w="14062">
            <a:solidFill>
              <a:srgbClr val="000000"/>
            </a:solidFill>
          </a:ln>
        </p:spPr>
        <p:txBody>
          <a:bodyPr wrap="square" lIns="0" tIns="0" rIns="0" bIns="0" rtlCol="0"/>
          <a:lstStyle/>
          <a:p/>
        </p:txBody>
      </p:sp>
      <p:sp>
        <p:nvSpPr>
          <p:cNvPr id="172" name="object 172" descr=""/>
          <p:cNvSpPr txBox="1"/>
          <p:nvPr/>
        </p:nvSpPr>
        <p:spPr>
          <a:xfrm>
            <a:off x="5063229" y="1783243"/>
            <a:ext cx="221615" cy="432434"/>
          </a:xfrm>
          <a:prstGeom prst="rect">
            <a:avLst/>
          </a:prstGeom>
        </p:spPr>
        <p:txBody>
          <a:bodyPr wrap="square" lIns="0" tIns="0" rIns="0" bIns="0" rtlCol="0" vert="vert">
            <a:spAutoFit/>
          </a:bodyPr>
          <a:lstStyle/>
          <a:p>
            <a:pPr marL="12700">
              <a:lnSpc>
                <a:spcPts val="1620"/>
              </a:lnSpc>
            </a:pPr>
            <a:r>
              <a:rPr dirty="0" sz="1400" spc="-25">
                <a:latin typeface="Times New Roman"/>
                <a:cs typeface="Times New Roman"/>
              </a:rPr>
              <a:t>ADD</a:t>
            </a:r>
            <a:endParaRPr sz="1400">
              <a:latin typeface="Times New Roman"/>
              <a:cs typeface="Times New Roman"/>
            </a:endParaRPr>
          </a:p>
        </p:txBody>
      </p:sp>
      <p:grpSp>
        <p:nvGrpSpPr>
          <p:cNvPr id="173" name="object 173" descr=""/>
          <p:cNvGrpSpPr/>
          <p:nvPr/>
        </p:nvGrpSpPr>
        <p:grpSpPr>
          <a:xfrm>
            <a:off x="5398086" y="2442928"/>
            <a:ext cx="4667885" cy="2018664"/>
            <a:chOff x="5398086" y="2442928"/>
            <a:chExt cx="4667885" cy="2018664"/>
          </a:xfrm>
        </p:grpSpPr>
        <p:sp>
          <p:nvSpPr>
            <p:cNvPr id="174" name="object 174" descr=""/>
            <p:cNvSpPr/>
            <p:nvPr/>
          </p:nvSpPr>
          <p:spPr>
            <a:xfrm>
              <a:off x="5405706" y="2495752"/>
              <a:ext cx="62230" cy="1097280"/>
            </a:xfrm>
            <a:custGeom>
              <a:avLst/>
              <a:gdLst/>
              <a:ahLst/>
              <a:cxnLst/>
              <a:rect l="l" t="t" r="r" b="b"/>
              <a:pathLst>
                <a:path w="62229" h="1097279">
                  <a:moveTo>
                    <a:pt x="0" y="1097026"/>
                  </a:moveTo>
                  <a:lnTo>
                    <a:pt x="0" y="0"/>
                  </a:lnTo>
                </a:path>
                <a:path w="62229" h="1097279">
                  <a:moveTo>
                    <a:pt x="0" y="0"/>
                  </a:moveTo>
                  <a:lnTo>
                    <a:pt x="62057" y="0"/>
                  </a:lnTo>
                </a:path>
              </a:pathLst>
            </a:custGeom>
            <a:ln w="14500">
              <a:solidFill>
                <a:srgbClr val="000000"/>
              </a:solidFill>
            </a:ln>
          </p:spPr>
          <p:txBody>
            <a:bodyPr wrap="square" lIns="0" tIns="0" rIns="0" bIns="0" rtlCol="0"/>
            <a:lstStyle/>
            <a:p/>
          </p:txBody>
        </p:sp>
        <p:sp>
          <p:nvSpPr>
            <p:cNvPr id="175" name="object 175" descr=""/>
            <p:cNvSpPr/>
            <p:nvPr/>
          </p:nvSpPr>
          <p:spPr>
            <a:xfrm>
              <a:off x="5416278" y="2442928"/>
              <a:ext cx="155575" cy="106680"/>
            </a:xfrm>
            <a:custGeom>
              <a:avLst/>
              <a:gdLst/>
              <a:ahLst/>
              <a:cxnLst/>
              <a:rect l="l" t="t" r="r" b="b"/>
              <a:pathLst>
                <a:path w="155575" h="106680">
                  <a:moveTo>
                    <a:pt x="0" y="0"/>
                  </a:moveTo>
                  <a:lnTo>
                    <a:pt x="49528" y="52823"/>
                  </a:lnTo>
                  <a:lnTo>
                    <a:pt x="0" y="106271"/>
                  </a:lnTo>
                  <a:lnTo>
                    <a:pt x="155240" y="52823"/>
                  </a:lnTo>
                  <a:lnTo>
                    <a:pt x="0" y="0"/>
                  </a:lnTo>
                  <a:close/>
                </a:path>
              </a:pathLst>
            </a:custGeom>
            <a:solidFill>
              <a:srgbClr val="000000"/>
            </a:solidFill>
          </p:spPr>
          <p:txBody>
            <a:bodyPr wrap="square" lIns="0" tIns="0" rIns="0" bIns="0" rtlCol="0"/>
            <a:lstStyle/>
            <a:p/>
          </p:txBody>
        </p:sp>
        <p:sp>
          <p:nvSpPr>
            <p:cNvPr id="176" name="object 176" descr=""/>
            <p:cNvSpPr/>
            <p:nvPr/>
          </p:nvSpPr>
          <p:spPr>
            <a:xfrm>
              <a:off x="9779061" y="3747713"/>
              <a:ext cx="275590" cy="307975"/>
            </a:xfrm>
            <a:custGeom>
              <a:avLst/>
              <a:gdLst/>
              <a:ahLst/>
              <a:cxnLst/>
              <a:rect l="l" t="t" r="r" b="b"/>
              <a:pathLst>
                <a:path w="275590" h="307975">
                  <a:moveTo>
                    <a:pt x="137230" y="0"/>
                  </a:moveTo>
                  <a:lnTo>
                    <a:pt x="93715" y="7836"/>
                  </a:lnTo>
                  <a:lnTo>
                    <a:pt x="56027" y="29647"/>
                  </a:lnTo>
                  <a:lnTo>
                    <a:pt x="26373" y="62889"/>
                  </a:lnTo>
                  <a:lnTo>
                    <a:pt x="6961" y="105015"/>
                  </a:lnTo>
                  <a:lnTo>
                    <a:pt x="0" y="153479"/>
                  </a:lnTo>
                  <a:lnTo>
                    <a:pt x="6961" y="202147"/>
                  </a:lnTo>
                  <a:lnTo>
                    <a:pt x="26373" y="244396"/>
                  </a:lnTo>
                  <a:lnTo>
                    <a:pt x="56027" y="277700"/>
                  </a:lnTo>
                  <a:lnTo>
                    <a:pt x="93715" y="299535"/>
                  </a:lnTo>
                  <a:lnTo>
                    <a:pt x="137230" y="307375"/>
                  </a:lnTo>
                  <a:lnTo>
                    <a:pt x="181031" y="299535"/>
                  </a:lnTo>
                  <a:lnTo>
                    <a:pt x="218893" y="277700"/>
                  </a:lnTo>
                  <a:lnTo>
                    <a:pt x="248636" y="244396"/>
                  </a:lnTo>
                  <a:lnTo>
                    <a:pt x="268081" y="202147"/>
                  </a:lnTo>
                  <a:lnTo>
                    <a:pt x="275047" y="153479"/>
                  </a:lnTo>
                  <a:lnTo>
                    <a:pt x="268081" y="105015"/>
                  </a:lnTo>
                  <a:lnTo>
                    <a:pt x="248636" y="62889"/>
                  </a:lnTo>
                  <a:lnTo>
                    <a:pt x="218893" y="29647"/>
                  </a:lnTo>
                  <a:lnTo>
                    <a:pt x="181031" y="7836"/>
                  </a:lnTo>
                  <a:lnTo>
                    <a:pt x="137230" y="0"/>
                  </a:lnTo>
                  <a:close/>
                </a:path>
              </a:pathLst>
            </a:custGeom>
            <a:solidFill>
              <a:srgbClr val="FFFFFF"/>
            </a:solidFill>
          </p:spPr>
          <p:txBody>
            <a:bodyPr wrap="square" lIns="0" tIns="0" rIns="0" bIns="0" rtlCol="0"/>
            <a:lstStyle/>
            <a:p/>
          </p:txBody>
        </p:sp>
        <p:sp>
          <p:nvSpPr>
            <p:cNvPr id="177" name="object 177" descr=""/>
            <p:cNvSpPr/>
            <p:nvPr/>
          </p:nvSpPr>
          <p:spPr>
            <a:xfrm>
              <a:off x="9779061" y="3747713"/>
              <a:ext cx="275590" cy="307975"/>
            </a:xfrm>
            <a:custGeom>
              <a:avLst/>
              <a:gdLst/>
              <a:ahLst/>
              <a:cxnLst/>
              <a:rect l="l" t="t" r="r" b="b"/>
              <a:pathLst>
                <a:path w="275590" h="307975">
                  <a:moveTo>
                    <a:pt x="0" y="153479"/>
                  </a:moveTo>
                  <a:lnTo>
                    <a:pt x="6961" y="202147"/>
                  </a:lnTo>
                  <a:lnTo>
                    <a:pt x="26373" y="244396"/>
                  </a:lnTo>
                  <a:lnTo>
                    <a:pt x="56027" y="277700"/>
                  </a:lnTo>
                  <a:lnTo>
                    <a:pt x="93715" y="299535"/>
                  </a:lnTo>
                  <a:lnTo>
                    <a:pt x="137230" y="307375"/>
                  </a:lnTo>
                  <a:lnTo>
                    <a:pt x="181031" y="299535"/>
                  </a:lnTo>
                  <a:lnTo>
                    <a:pt x="218893" y="277700"/>
                  </a:lnTo>
                  <a:lnTo>
                    <a:pt x="248636" y="244396"/>
                  </a:lnTo>
                  <a:lnTo>
                    <a:pt x="268081" y="202147"/>
                  </a:lnTo>
                  <a:lnTo>
                    <a:pt x="275047" y="153479"/>
                  </a:lnTo>
                  <a:lnTo>
                    <a:pt x="268081" y="105015"/>
                  </a:lnTo>
                  <a:lnTo>
                    <a:pt x="248636" y="62889"/>
                  </a:lnTo>
                  <a:lnTo>
                    <a:pt x="218893" y="29647"/>
                  </a:lnTo>
                  <a:lnTo>
                    <a:pt x="181031" y="7836"/>
                  </a:lnTo>
                  <a:lnTo>
                    <a:pt x="137230" y="0"/>
                  </a:lnTo>
                  <a:lnTo>
                    <a:pt x="93715" y="7836"/>
                  </a:lnTo>
                  <a:lnTo>
                    <a:pt x="56027" y="29647"/>
                  </a:lnTo>
                  <a:lnTo>
                    <a:pt x="26373" y="62889"/>
                  </a:lnTo>
                  <a:lnTo>
                    <a:pt x="6961" y="105015"/>
                  </a:lnTo>
                  <a:lnTo>
                    <a:pt x="0" y="153479"/>
                  </a:lnTo>
                  <a:close/>
                </a:path>
              </a:pathLst>
            </a:custGeom>
            <a:ln w="14452">
              <a:solidFill>
                <a:srgbClr val="000000"/>
              </a:solidFill>
            </a:ln>
          </p:spPr>
          <p:txBody>
            <a:bodyPr wrap="square" lIns="0" tIns="0" rIns="0" bIns="0" rtlCol="0"/>
            <a:lstStyle/>
            <a:p/>
          </p:txBody>
        </p:sp>
        <p:sp>
          <p:nvSpPr>
            <p:cNvPr id="178" name="object 178" descr=""/>
            <p:cNvSpPr/>
            <p:nvPr/>
          </p:nvSpPr>
          <p:spPr>
            <a:xfrm>
              <a:off x="9779061" y="4146386"/>
              <a:ext cx="275590" cy="307975"/>
            </a:xfrm>
            <a:custGeom>
              <a:avLst/>
              <a:gdLst/>
              <a:ahLst/>
              <a:cxnLst/>
              <a:rect l="l" t="t" r="r" b="b"/>
              <a:pathLst>
                <a:path w="275590" h="307975">
                  <a:moveTo>
                    <a:pt x="137230" y="0"/>
                  </a:moveTo>
                  <a:lnTo>
                    <a:pt x="93715" y="7832"/>
                  </a:lnTo>
                  <a:lnTo>
                    <a:pt x="56027" y="29634"/>
                  </a:lnTo>
                  <a:lnTo>
                    <a:pt x="26373" y="62866"/>
                  </a:lnTo>
                  <a:lnTo>
                    <a:pt x="6961" y="104988"/>
                  </a:lnTo>
                  <a:lnTo>
                    <a:pt x="0" y="153458"/>
                  </a:lnTo>
                  <a:lnTo>
                    <a:pt x="6961" y="202168"/>
                  </a:lnTo>
                  <a:lnTo>
                    <a:pt x="26373" y="244427"/>
                  </a:lnTo>
                  <a:lnTo>
                    <a:pt x="56027" y="277723"/>
                  </a:lnTo>
                  <a:lnTo>
                    <a:pt x="93715" y="299543"/>
                  </a:lnTo>
                  <a:lnTo>
                    <a:pt x="137230" y="307375"/>
                  </a:lnTo>
                  <a:lnTo>
                    <a:pt x="181031" y="299543"/>
                  </a:lnTo>
                  <a:lnTo>
                    <a:pt x="218893" y="277723"/>
                  </a:lnTo>
                  <a:lnTo>
                    <a:pt x="248636" y="244427"/>
                  </a:lnTo>
                  <a:lnTo>
                    <a:pt x="268081" y="202168"/>
                  </a:lnTo>
                  <a:lnTo>
                    <a:pt x="275047" y="153458"/>
                  </a:lnTo>
                  <a:lnTo>
                    <a:pt x="268081" y="104988"/>
                  </a:lnTo>
                  <a:lnTo>
                    <a:pt x="248636" y="62866"/>
                  </a:lnTo>
                  <a:lnTo>
                    <a:pt x="218893" y="29634"/>
                  </a:lnTo>
                  <a:lnTo>
                    <a:pt x="181031" y="7832"/>
                  </a:lnTo>
                  <a:lnTo>
                    <a:pt x="137230" y="0"/>
                  </a:lnTo>
                  <a:close/>
                </a:path>
              </a:pathLst>
            </a:custGeom>
            <a:solidFill>
              <a:srgbClr val="FFFFFF"/>
            </a:solidFill>
          </p:spPr>
          <p:txBody>
            <a:bodyPr wrap="square" lIns="0" tIns="0" rIns="0" bIns="0" rtlCol="0"/>
            <a:lstStyle/>
            <a:p/>
          </p:txBody>
        </p:sp>
        <p:sp>
          <p:nvSpPr>
            <p:cNvPr id="179" name="object 179" descr=""/>
            <p:cNvSpPr/>
            <p:nvPr/>
          </p:nvSpPr>
          <p:spPr>
            <a:xfrm>
              <a:off x="9779061" y="4146386"/>
              <a:ext cx="275590" cy="307975"/>
            </a:xfrm>
            <a:custGeom>
              <a:avLst/>
              <a:gdLst/>
              <a:ahLst/>
              <a:cxnLst/>
              <a:rect l="l" t="t" r="r" b="b"/>
              <a:pathLst>
                <a:path w="275590" h="307975">
                  <a:moveTo>
                    <a:pt x="0" y="153458"/>
                  </a:moveTo>
                  <a:lnTo>
                    <a:pt x="6961" y="202168"/>
                  </a:lnTo>
                  <a:lnTo>
                    <a:pt x="26373" y="244427"/>
                  </a:lnTo>
                  <a:lnTo>
                    <a:pt x="56027" y="277723"/>
                  </a:lnTo>
                  <a:lnTo>
                    <a:pt x="93715" y="299543"/>
                  </a:lnTo>
                  <a:lnTo>
                    <a:pt x="137230" y="307375"/>
                  </a:lnTo>
                  <a:lnTo>
                    <a:pt x="181031" y="299543"/>
                  </a:lnTo>
                  <a:lnTo>
                    <a:pt x="218893" y="277723"/>
                  </a:lnTo>
                  <a:lnTo>
                    <a:pt x="248636" y="244427"/>
                  </a:lnTo>
                  <a:lnTo>
                    <a:pt x="268081" y="202168"/>
                  </a:lnTo>
                  <a:lnTo>
                    <a:pt x="275047" y="153458"/>
                  </a:lnTo>
                  <a:lnTo>
                    <a:pt x="268081" y="104988"/>
                  </a:lnTo>
                  <a:lnTo>
                    <a:pt x="248636" y="62866"/>
                  </a:lnTo>
                  <a:lnTo>
                    <a:pt x="218893" y="29634"/>
                  </a:lnTo>
                  <a:lnTo>
                    <a:pt x="181031" y="7832"/>
                  </a:lnTo>
                  <a:lnTo>
                    <a:pt x="137230" y="0"/>
                  </a:lnTo>
                  <a:lnTo>
                    <a:pt x="93715" y="7832"/>
                  </a:lnTo>
                  <a:lnTo>
                    <a:pt x="56027" y="29634"/>
                  </a:lnTo>
                  <a:lnTo>
                    <a:pt x="26373" y="62866"/>
                  </a:lnTo>
                  <a:lnTo>
                    <a:pt x="6961" y="104988"/>
                  </a:lnTo>
                  <a:lnTo>
                    <a:pt x="0" y="153458"/>
                  </a:lnTo>
                  <a:close/>
                </a:path>
              </a:pathLst>
            </a:custGeom>
            <a:ln w="14452">
              <a:solidFill>
                <a:srgbClr val="000000"/>
              </a:solidFill>
            </a:ln>
          </p:spPr>
          <p:txBody>
            <a:bodyPr wrap="square" lIns="0" tIns="0" rIns="0" bIns="0" rtlCol="0"/>
            <a:lstStyle/>
            <a:p/>
          </p:txBody>
        </p:sp>
        <p:sp>
          <p:nvSpPr>
            <p:cNvPr id="180" name="object 180" descr=""/>
            <p:cNvSpPr/>
            <p:nvPr/>
          </p:nvSpPr>
          <p:spPr>
            <a:xfrm>
              <a:off x="10059034" y="3876445"/>
              <a:ext cx="0" cy="452120"/>
            </a:xfrm>
            <a:custGeom>
              <a:avLst/>
              <a:gdLst/>
              <a:ahLst/>
              <a:cxnLst/>
              <a:rect l="l" t="t" r="r" b="b"/>
              <a:pathLst>
                <a:path w="0" h="452120">
                  <a:moveTo>
                    <a:pt x="0" y="0"/>
                  </a:moveTo>
                  <a:lnTo>
                    <a:pt x="0" y="452120"/>
                  </a:lnTo>
                </a:path>
              </a:pathLst>
            </a:custGeom>
            <a:ln w="12825">
              <a:solidFill>
                <a:srgbClr val="000000"/>
              </a:solidFill>
            </a:ln>
          </p:spPr>
          <p:txBody>
            <a:bodyPr wrap="square" lIns="0" tIns="0" rIns="0" bIns="0" rtlCol="0"/>
            <a:lstStyle/>
            <a:p/>
          </p:txBody>
        </p:sp>
        <p:sp>
          <p:nvSpPr>
            <p:cNvPr id="181" name="object 181" descr=""/>
            <p:cNvSpPr/>
            <p:nvPr/>
          </p:nvSpPr>
          <p:spPr>
            <a:xfrm>
              <a:off x="9785913" y="3877568"/>
              <a:ext cx="267335" cy="464184"/>
            </a:xfrm>
            <a:custGeom>
              <a:avLst/>
              <a:gdLst/>
              <a:ahLst/>
              <a:cxnLst/>
              <a:rect l="l" t="t" r="r" b="b"/>
              <a:pathLst>
                <a:path w="267334" h="464185">
                  <a:moveTo>
                    <a:pt x="266708" y="0"/>
                  </a:moveTo>
                  <a:lnTo>
                    <a:pt x="0" y="0"/>
                  </a:lnTo>
                  <a:lnTo>
                    <a:pt x="0" y="463828"/>
                  </a:lnTo>
                  <a:lnTo>
                    <a:pt x="266708" y="463828"/>
                  </a:lnTo>
                  <a:lnTo>
                    <a:pt x="266708" y="0"/>
                  </a:lnTo>
                  <a:close/>
                </a:path>
              </a:pathLst>
            </a:custGeom>
            <a:solidFill>
              <a:srgbClr val="FFFFFF"/>
            </a:solidFill>
          </p:spPr>
          <p:txBody>
            <a:bodyPr wrap="square" lIns="0" tIns="0" rIns="0" bIns="0" rtlCol="0"/>
            <a:lstStyle/>
            <a:p/>
          </p:txBody>
        </p:sp>
      </p:grpSp>
      <p:sp>
        <p:nvSpPr>
          <p:cNvPr id="182" name="object 182" descr=""/>
          <p:cNvSpPr txBox="1"/>
          <p:nvPr/>
        </p:nvSpPr>
        <p:spPr>
          <a:xfrm>
            <a:off x="9825090" y="3757054"/>
            <a:ext cx="156845" cy="213360"/>
          </a:xfrm>
          <a:prstGeom prst="rect">
            <a:avLst/>
          </a:prstGeom>
        </p:spPr>
        <p:txBody>
          <a:bodyPr wrap="square" lIns="0" tIns="16510" rIns="0" bIns="0" rtlCol="0" vert="horz">
            <a:spAutoFit/>
          </a:bodyPr>
          <a:lstStyle/>
          <a:p>
            <a:pPr marL="12700">
              <a:lnSpc>
                <a:spcPct val="100000"/>
              </a:lnSpc>
              <a:spcBef>
                <a:spcPts val="130"/>
              </a:spcBef>
            </a:pPr>
            <a:r>
              <a:rPr dirty="0" sz="1200" spc="-50">
                <a:latin typeface="Times New Roman"/>
                <a:cs typeface="Times New Roman"/>
              </a:rPr>
              <a:t>M</a:t>
            </a:r>
            <a:endParaRPr sz="1200">
              <a:latin typeface="Times New Roman"/>
              <a:cs typeface="Times New Roman"/>
            </a:endParaRPr>
          </a:p>
        </p:txBody>
      </p:sp>
      <p:sp>
        <p:nvSpPr>
          <p:cNvPr id="183" name="object 183" descr=""/>
          <p:cNvSpPr txBox="1"/>
          <p:nvPr/>
        </p:nvSpPr>
        <p:spPr>
          <a:xfrm>
            <a:off x="9840164" y="4078196"/>
            <a:ext cx="132080" cy="365760"/>
          </a:xfrm>
          <a:prstGeom prst="rect">
            <a:avLst/>
          </a:prstGeom>
        </p:spPr>
        <p:txBody>
          <a:bodyPr wrap="square" lIns="0" tIns="46990" rIns="0" bIns="0" rtlCol="0" vert="horz">
            <a:spAutoFit/>
          </a:bodyPr>
          <a:lstStyle/>
          <a:p>
            <a:pPr marL="24765" marR="5080" indent="-12700">
              <a:lnSpc>
                <a:spcPts val="1200"/>
              </a:lnSpc>
              <a:spcBef>
                <a:spcPts val="370"/>
              </a:spcBef>
            </a:pPr>
            <a:r>
              <a:rPr dirty="0" sz="1200" spc="-65">
                <a:latin typeface="Times New Roman"/>
                <a:cs typeface="Times New Roman"/>
              </a:rPr>
              <a:t>X </a:t>
            </a:r>
            <a:r>
              <a:rPr dirty="0" sz="1200" spc="-50">
                <a:latin typeface="Times New Roman"/>
                <a:cs typeface="Times New Roman"/>
              </a:rPr>
              <a:t>4</a:t>
            </a:r>
            <a:endParaRPr sz="1200">
              <a:latin typeface="Times New Roman"/>
              <a:cs typeface="Times New Roman"/>
            </a:endParaRPr>
          </a:p>
        </p:txBody>
      </p:sp>
      <p:grpSp>
        <p:nvGrpSpPr>
          <p:cNvPr id="184" name="object 184" descr=""/>
          <p:cNvGrpSpPr/>
          <p:nvPr/>
        </p:nvGrpSpPr>
        <p:grpSpPr>
          <a:xfrm>
            <a:off x="4172005" y="1326600"/>
            <a:ext cx="5617845" cy="3640454"/>
            <a:chOff x="4172005" y="1326600"/>
            <a:chExt cx="5617845" cy="3640454"/>
          </a:xfrm>
        </p:grpSpPr>
        <p:sp>
          <p:nvSpPr>
            <p:cNvPr id="185" name="object 185" descr=""/>
            <p:cNvSpPr/>
            <p:nvPr/>
          </p:nvSpPr>
          <p:spPr>
            <a:xfrm>
              <a:off x="5899226" y="1462363"/>
              <a:ext cx="3883660" cy="2871470"/>
            </a:xfrm>
            <a:custGeom>
              <a:avLst/>
              <a:gdLst/>
              <a:ahLst/>
              <a:cxnLst/>
              <a:rect l="l" t="t" r="r" b="b"/>
              <a:pathLst>
                <a:path w="3883659" h="2871470">
                  <a:moveTo>
                    <a:pt x="3883359" y="2420320"/>
                  </a:moveTo>
                  <a:lnTo>
                    <a:pt x="3883359" y="2871338"/>
                  </a:lnTo>
                </a:path>
                <a:path w="3883659" h="2871470">
                  <a:moveTo>
                    <a:pt x="82024" y="0"/>
                  </a:moveTo>
                  <a:lnTo>
                    <a:pt x="82024" y="1033388"/>
                  </a:lnTo>
                </a:path>
                <a:path w="3883659" h="2871470">
                  <a:moveTo>
                    <a:pt x="0" y="1033388"/>
                  </a:moveTo>
                  <a:lnTo>
                    <a:pt x="82024" y="1033388"/>
                  </a:lnTo>
                </a:path>
              </a:pathLst>
            </a:custGeom>
            <a:ln w="14500">
              <a:solidFill>
                <a:srgbClr val="000000"/>
              </a:solidFill>
            </a:ln>
          </p:spPr>
          <p:txBody>
            <a:bodyPr wrap="square" lIns="0" tIns="0" rIns="0" bIns="0" rtlCol="0"/>
            <a:lstStyle/>
            <a:p/>
          </p:txBody>
        </p:sp>
        <p:sp>
          <p:nvSpPr>
            <p:cNvPr id="186" name="object 186" descr=""/>
            <p:cNvSpPr/>
            <p:nvPr/>
          </p:nvSpPr>
          <p:spPr>
            <a:xfrm>
              <a:off x="5382411" y="3545153"/>
              <a:ext cx="45085" cy="59055"/>
            </a:xfrm>
            <a:custGeom>
              <a:avLst/>
              <a:gdLst/>
              <a:ahLst/>
              <a:cxnLst/>
              <a:rect l="l" t="t" r="r" b="b"/>
              <a:pathLst>
                <a:path w="45085" h="59054">
                  <a:moveTo>
                    <a:pt x="22317" y="0"/>
                  </a:moveTo>
                  <a:lnTo>
                    <a:pt x="13709" y="2232"/>
                  </a:lnTo>
                  <a:lnTo>
                    <a:pt x="6607" y="8344"/>
                  </a:lnTo>
                  <a:lnTo>
                    <a:pt x="1780" y="17459"/>
                  </a:lnTo>
                  <a:lnTo>
                    <a:pt x="0" y="28699"/>
                  </a:lnTo>
                  <a:lnTo>
                    <a:pt x="1780" y="40342"/>
                  </a:lnTo>
                  <a:lnTo>
                    <a:pt x="6607" y="49938"/>
                  </a:lnTo>
                  <a:lnTo>
                    <a:pt x="13709" y="56453"/>
                  </a:lnTo>
                  <a:lnTo>
                    <a:pt x="22317" y="58854"/>
                  </a:lnTo>
                  <a:lnTo>
                    <a:pt x="30676" y="56453"/>
                  </a:lnTo>
                  <a:lnTo>
                    <a:pt x="37806" y="49938"/>
                  </a:lnTo>
                  <a:lnTo>
                    <a:pt x="42771" y="40342"/>
                  </a:lnTo>
                  <a:lnTo>
                    <a:pt x="44634" y="28699"/>
                  </a:lnTo>
                  <a:lnTo>
                    <a:pt x="42771" y="17459"/>
                  </a:lnTo>
                  <a:lnTo>
                    <a:pt x="37806" y="8344"/>
                  </a:lnTo>
                  <a:lnTo>
                    <a:pt x="30676" y="2232"/>
                  </a:lnTo>
                  <a:lnTo>
                    <a:pt x="22317" y="0"/>
                  </a:lnTo>
                  <a:close/>
                </a:path>
              </a:pathLst>
            </a:custGeom>
            <a:solidFill>
              <a:srgbClr val="000000"/>
            </a:solidFill>
          </p:spPr>
          <p:txBody>
            <a:bodyPr wrap="square" lIns="0" tIns="0" rIns="0" bIns="0" rtlCol="0"/>
            <a:lstStyle/>
            <a:p/>
          </p:txBody>
        </p:sp>
        <p:sp>
          <p:nvSpPr>
            <p:cNvPr id="187" name="object 187" descr=""/>
            <p:cNvSpPr/>
            <p:nvPr/>
          </p:nvSpPr>
          <p:spPr>
            <a:xfrm>
              <a:off x="4788856" y="2301926"/>
              <a:ext cx="781685" cy="2646680"/>
            </a:xfrm>
            <a:custGeom>
              <a:avLst/>
              <a:gdLst/>
              <a:ahLst/>
              <a:cxnLst/>
              <a:rect l="l" t="t" r="r" b="b"/>
              <a:pathLst>
                <a:path w="781685" h="2646679">
                  <a:moveTo>
                    <a:pt x="593554" y="1271926"/>
                  </a:moveTo>
                  <a:lnTo>
                    <a:pt x="595334" y="1283569"/>
                  </a:lnTo>
                  <a:lnTo>
                    <a:pt x="600161" y="1293165"/>
                  </a:lnTo>
                  <a:lnTo>
                    <a:pt x="607264" y="1299680"/>
                  </a:lnTo>
                  <a:lnTo>
                    <a:pt x="615871" y="1302081"/>
                  </a:lnTo>
                  <a:lnTo>
                    <a:pt x="624231" y="1299680"/>
                  </a:lnTo>
                  <a:lnTo>
                    <a:pt x="631361" y="1293165"/>
                  </a:lnTo>
                  <a:lnTo>
                    <a:pt x="636326" y="1283569"/>
                  </a:lnTo>
                  <a:lnTo>
                    <a:pt x="638188" y="1271926"/>
                  </a:lnTo>
                  <a:lnTo>
                    <a:pt x="636326" y="1260686"/>
                  </a:lnTo>
                  <a:lnTo>
                    <a:pt x="631361" y="1251571"/>
                  </a:lnTo>
                  <a:lnTo>
                    <a:pt x="624231" y="1245459"/>
                  </a:lnTo>
                  <a:lnTo>
                    <a:pt x="615871" y="1243227"/>
                  </a:lnTo>
                  <a:lnTo>
                    <a:pt x="607264" y="1245459"/>
                  </a:lnTo>
                  <a:lnTo>
                    <a:pt x="600161" y="1251571"/>
                  </a:lnTo>
                  <a:lnTo>
                    <a:pt x="595334" y="1260686"/>
                  </a:lnTo>
                  <a:lnTo>
                    <a:pt x="593554" y="1271926"/>
                  </a:lnTo>
                  <a:close/>
                </a:path>
                <a:path w="781685" h="2646679">
                  <a:moveTo>
                    <a:pt x="781291" y="2646464"/>
                  </a:moveTo>
                  <a:lnTo>
                    <a:pt x="781291" y="450872"/>
                  </a:lnTo>
                </a:path>
                <a:path w="781685" h="2646679">
                  <a:moveTo>
                    <a:pt x="0" y="450872"/>
                  </a:moveTo>
                  <a:lnTo>
                    <a:pt x="781291" y="450872"/>
                  </a:lnTo>
                </a:path>
                <a:path w="781685" h="2646679">
                  <a:moveTo>
                    <a:pt x="0" y="450872"/>
                  </a:moveTo>
                  <a:lnTo>
                    <a:pt x="0" y="0"/>
                  </a:lnTo>
                </a:path>
                <a:path w="781685" h="2646679">
                  <a:moveTo>
                    <a:pt x="0" y="0"/>
                  </a:moveTo>
                  <a:lnTo>
                    <a:pt x="103363" y="0"/>
                  </a:lnTo>
                </a:path>
              </a:pathLst>
            </a:custGeom>
            <a:ln w="14500">
              <a:solidFill>
                <a:srgbClr val="000000"/>
              </a:solidFill>
            </a:ln>
          </p:spPr>
          <p:txBody>
            <a:bodyPr wrap="square" lIns="0" tIns="0" rIns="0" bIns="0" rtlCol="0"/>
            <a:lstStyle/>
            <a:p/>
          </p:txBody>
        </p:sp>
        <p:sp>
          <p:nvSpPr>
            <p:cNvPr id="188" name="object 188" descr=""/>
            <p:cNvSpPr/>
            <p:nvPr/>
          </p:nvSpPr>
          <p:spPr>
            <a:xfrm>
              <a:off x="4840732" y="2249525"/>
              <a:ext cx="748665" cy="2710180"/>
            </a:xfrm>
            <a:custGeom>
              <a:avLst/>
              <a:gdLst/>
              <a:ahLst/>
              <a:cxnLst/>
              <a:rect l="l" t="t" r="r" b="b"/>
              <a:pathLst>
                <a:path w="748664" h="2710179">
                  <a:moveTo>
                    <a:pt x="154647" y="53860"/>
                  </a:moveTo>
                  <a:lnTo>
                    <a:pt x="0" y="0"/>
                  </a:lnTo>
                  <a:lnTo>
                    <a:pt x="48933" y="53860"/>
                  </a:lnTo>
                  <a:lnTo>
                    <a:pt x="0" y="106273"/>
                  </a:lnTo>
                  <a:lnTo>
                    <a:pt x="154647" y="53860"/>
                  </a:lnTo>
                  <a:close/>
                </a:path>
                <a:path w="748664" h="2710179">
                  <a:moveTo>
                    <a:pt x="748207" y="2680398"/>
                  </a:moveTo>
                  <a:lnTo>
                    <a:pt x="746366" y="2668981"/>
                  </a:lnTo>
                  <a:lnTo>
                    <a:pt x="741451" y="2659875"/>
                  </a:lnTo>
                  <a:lnTo>
                    <a:pt x="734326" y="2653842"/>
                  </a:lnTo>
                  <a:lnTo>
                    <a:pt x="725881" y="2651658"/>
                  </a:lnTo>
                  <a:lnTo>
                    <a:pt x="717524" y="2653842"/>
                  </a:lnTo>
                  <a:lnTo>
                    <a:pt x="710399" y="2659875"/>
                  </a:lnTo>
                  <a:lnTo>
                    <a:pt x="705434" y="2668981"/>
                  </a:lnTo>
                  <a:lnTo>
                    <a:pt x="703567" y="2680398"/>
                  </a:lnTo>
                  <a:lnTo>
                    <a:pt x="705434" y="2691765"/>
                  </a:lnTo>
                  <a:lnTo>
                    <a:pt x="710399" y="2701252"/>
                  </a:lnTo>
                  <a:lnTo>
                    <a:pt x="717524" y="2707754"/>
                  </a:lnTo>
                  <a:lnTo>
                    <a:pt x="725881" y="2710167"/>
                  </a:lnTo>
                  <a:lnTo>
                    <a:pt x="734326" y="2707754"/>
                  </a:lnTo>
                  <a:lnTo>
                    <a:pt x="741451" y="2701252"/>
                  </a:lnTo>
                  <a:lnTo>
                    <a:pt x="746366" y="2691765"/>
                  </a:lnTo>
                  <a:lnTo>
                    <a:pt x="748207" y="2680398"/>
                  </a:lnTo>
                  <a:close/>
                </a:path>
              </a:pathLst>
            </a:custGeom>
            <a:solidFill>
              <a:srgbClr val="000000"/>
            </a:solidFill>
          </p:spPr>
          <p:txBody>
            <a:bodyPr wrap="square" lIns="0" tIns="0" rIns="0" bIns="0" rtlCol="0"/>
            <a:lstStyle/>
            <a:p/>
          </p:txBody>
        </p:sp>
        <p:sp>
          <p:nvSpPr>
            <p:cNvPr id="189" name="object 189" descr=""/>
            <p:cNvSpPr/>
            <p:nvPr/>
          </p:nvSpPr>
          <p:spPr>
            <a:xfrm>
              <a:off x="4172005" y="1721074"/>
              <a:ext cx="1417320" cy="3239135"/>
            </a:xfrm>
            <a:custGeom>
              <a:avLst/>
              <a:gdLst/>
              <a:ahLst/>
              <a:cxnLst/>
              <a:rect l="l" t="t" r="r" b="b"/>
              <a:pathLst>
                <a:path w="1417320" h="3239135">
                  <a:moveTo>
                    <a:pt x="1372301" y="3208848"/>
                  </a:moveTo>
                  <a:lnTo>
                    <a:pt x="1374164" y="3220210"/>
                  </a:lnTo>
                  <a:lnTo>
                    <a:pt x="1379128" y="3229694"/>
                  </a:lnTo>
                  <a:lnTo>
                    <a:pt x="1386259" y="3236195"/>
                  </a:lnTo>
                  <a:lnTo>
                    <a:pt x="1394618" y="3238608"/>
                  </a:lnTo>
                  <a:lnTo>
                    <a:pt x="1403061" y="3236195"/>
                  </a:lnTo>
                  <a:lnTo>
                    <a:pt x="1410181" y="3229694"/>
                  </a:lnTo>
                  <a:lnTo>
                    <a:pt x="1415100" y="3220210"/>
                  </a:lnTo>
                  <a:lnTo>
                    <a:pt x="1416935" y="3208848"/>
                  </a:lnTo>
                  <a:lnTo>
                    <a:pt x="1415100" y="3197426"/>
                  </a:lnTo>
                  <a:lnTo>
                    <a:pt x="1410181" y="3188317"/>
                  </a:lnTo>
                  <a:lnTo>
                    <a:pt x="1403061" y="3182287"/>
                  </a:lnTo>
                  <a:lnTo>
                    <a:pt x="1394618" y="3180107"/>
                  </a:lnTo>
                  <a:lnTo>
                    <a:pt x="1386259" y="3182287"/>
                  </a:lnTo>
                  <a:lnTo>
                    <a:pt x="1379128" y="3188317"/>
                  </a:lnTo>
                  <a:lnTo>
                    <a:pt x="1374164" y="3197426"/>
                  </a:lnTo>
                  <a:lnTo>
                    <a:pt x="1372301" y="3208848"/>
                  </a:lnTo>
                  <a:close/>
                </a:path>
                <a:path w="1417320" h="3239135">
                  <a:moveTo>
                    <a:pt x="0" y="838315"/>
                  </a:moveTo>
                  <a:lnTo>
                    <a:pt x="369992" y="838315"/>
                  </a:lnTo>
                </a:path>
                <a:path w="1417320" h="3239135">
                  <a:moveTo>
                    <a:pt x="369992" y="838315"/>
                  </a:moveTo>
                  <a:lnTo>
                    <a:pt x="369992" y="0"/>
                  </a:lnTo>
                </a:path>
                <a:path w="1417320" h="3239135">
                  <a:moveTo>
                    <a:pt x="369992" y="0"/>
                  </a:moveTo>
                  <a:lnTo>
                    <a:pt x="720213" y="0"/>
                  </a:lnTo>
                </a:path>
              </a:pathLst>
            </a:custGeom>
            <a:ln w="14500">
              <a:solidFill>
                <a:srgbClr val="000000"/>
              </a:solidFill>
            </a:ln>
          </p:spPr>
          <p:txBody>
            <a:bodyPr wrap="square" lIns="0" tIns="0" rIns="0" bIns="0" rtlCol="0"/>
            <a:lstStyle/>
            <a:p/>
          </p:txBody>
        </p:sp>
        <p:sp>
          <p:nvSpPr>
            <p:cNvPr id="190" name="object 190" descr=""/>
            <p:cNvSpPr/>
            <p:nvPr/>
          </p:nvSpPr>
          <p:spPr>
            <a:xfrm>
              <a:off x="4840733" y="1668251"/>
              <a:ext cx="154940" cy="106680"/>
            </a:xfrm>
            <a:custGeom>
              <a:avLst/>
              <a:gdLst/>
              <a:ahLst/>
              <a:cxnLst/>
              <a:rect l="l" t="t" r="r" b="b"/>
              <a:pathLst>
                <a:path w="154939" h="106680">
                  <a:moveTo>
                    <a:pt x="0" y="0"/>
                  </a:moveTo>
                  <a:lnTo>
                    <a:pt x="48940" y="52823"/>
                  </a:lnTo>
                  <a:lnTo>
                    <a:pt x="0" y="106063"/>
                  </a:lnTo>
                  <a:lnTo>
                    <a:pt x="154653" y="52823"/>
                  </a:lnTo>
                  <a:lnTo>
                    <a:pt x="0" y="0"/>
                  </a:lnTo>
                  <a:close/>
                </a:path>
              </a:pathLst>
            </a:custGeom>
            <a:solidFill>
              <a:srgbClr val="000000"/>
            </a:solidFill>
          </p:spPr>
          <p:txBody>
            <a:bodyPr wrap="square" lIns="0" tIns="0" rIns="0" bIns="0" rtlCol="0"/>
            <a:lstStyle/>
            <a:p/>
          </p:txBody>
        </p:sp>
        <p:sp>
          <p:nvSpPr>
            <p:cNvPr id="191" name="object 191" descr=""/>
            <p:cNvSpPr/>
            <p:nvPr/>
          </p:nvSpPr>
          <p:spPr>
            <a:xfrm>
              <a:off x="5282571" y="1333632"/>
              <a:ext cx="246379" cy="669925"/>
            </a:xfrm>
            <a:custGeom>
              <a:avLst/>
              <a:gdLst/>
              <a:ahLst/>
              <a:cxnLst/>
              <a:rect l="l" t="t" r="r" b="b"/>
              <a:pathLst>
                <a:path w="246379" h="669925">
                  <a:moveTo>
                    <a:pt x="0" y="669653"/>
                  </a:moveTo>
                  <a:lnTo>
                    <a:pt x="246270" y="669653"/>
                  </a:lnTo>
                </a:path>
                <a:path w="246379" h="669925">
                  <a:moveTo>
                    <a:pt x="246270" y="0"/>
                  </a:moveTo>
                  <a:lnTo>
                    <a:pt x="244312" y="661959"/>
                  </a:lnTo>
                </a:path>
              </a:pathLst>
            </a:custGeom>
            <a:ln w="14500">
              <a:solidFill>
                <a:srgbClr val="000000"/>
              </a:solidFill>
            </a:ln>
          </p:spPr>
          <p:txBody>
            <a:bodyPr wrap="square" lIns="0" tIns="0" rIns="0" bIns="0" rtlCol="0"/>
            <a:lstStyle/>
            <a:p/>
          </p:txBody>
        </p:sp>
      </p:grpSp>
      <p:sp>
        <p:nvSpPr>
          <p:cNvPr id="192" name="object 192" descr=""/>
          <p:cNvSpPr txBox="1"/>
          <p:nvPr/>
        </p:nvSpPr>
        <p:spPr>
          <a:xfrm>
            <a:off x="9840164" y="3925715"/>
            <a:ext cx="132080" cy="213360"/>
          </a:xfrm>
          <a:prstGeom prst="rect">
            <a:avLst/>
          </a:prstGeom>
        </p:spPr>
        <p:txBody>
          <a:bodyPr wrap="square" lIns="0" tIns="16510" rIns="0" bIns="0" rtlCol="0" vert="horz">
            <a:spAutoFit/>
          </a:bodyPr>
          <a:lstStyle/>
          <a:p>
            <a:pPr marL="12700">
              <a:lnSpc>
                <a:spcPct val="100000"/>
              </a:lnSpc>
              <a:spcBef>
                <a:spcPts val="130"/>
              </a:spcBef>
            </a:pPr>
            <a:r>
              <a:rPr dirty="0" sz="1200" spc="-50">
                <a:latin typeface="Times New Roman"/>
                <a:cs typeface="Times New Roman"/>
              </a:rPr>
              <a:t>U</a:t>
            </a:r>
            <a:endParaRPr sz="1200">
              <a:latin typeface="Times New Roman"/>
              <a:cs typeface="Times New Roman"/>
            </a:endParaRPr>
          </a:p>
        </p:txBody>
      </p:sp>
      <p:sp>
        <p:nvSpPr>
          <p:cNvPr id="193" name="object 193" descr=""/>
          <p:cNvSpPr txBox="1"/>
          <p:nvPr/>
        </p:nvSpPr>
        <p:spPr>
          <a:xfrm>
            <a:off x="7235616" y="3589852"/>
            <a:ext cx="221615" cy="412115"/>
          </a:xfrm>
          <a:prstGeom prst="rect">
            <a:avLst/>
          </a:prstGeom>
        </p:spPr>
        <p:txBody>
          <a:bodyPr wrap="square" lIns="0" tIns="0" rIns="0" bIns="0" rtlCol="0" vert="vert">
            <a:spAutoFit/>
          </a:bodyPr>
          <a:lstStyle/>
          <a:p>
            <a:pPr marL="12700">
              <a:lnSpc>
                <a:spcPts val="1620"/>
              </a:lnSpc>
            </a:pPr>
            <a:r>
              <a:rPr dirty="0" sz="1400" spc="-25">
                <a:latin typeface="Times New Roman"/>
                <a:cs typeface="Times New Roman"/>
              </a:rPr>
              <a:t>ALU</a:t>
            </a:r>
            <a:endParaRPr sz="1400">
              <a:latin typeface="Times New Roman"/>
              <a:cs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0763377" y="6560367"/>
            <a:ext cx="725805" cy="203200"/>
          </a:xfrm>
          <a:prstGeom prst="rect">
            <a:avLst/>
          </a:prstGeom>
        </p:spPr>
        <p:txBody>
          <a:bodyPr wrap="square" lIns="0" tIns="0" rIns="0" bIns="0" rtlCol="0" vert="horz">
            <a:spAutoFit/>
          </a:bodyPr>
          <a:lstStyle/>
          <a:p>
            <a:pPr>
              <a:lnSpc>
                <a:spcPts val="1595"/>
              </a:lnSpc>
            </a:pPr>
            <a:r>
              <a:rPr dirty="0" sz="1600" spc="-10" b="1">
                <a:solidFill>
                  <a:srgbClr val="40458B"/>
                </a:solidFill>
                <a:latin typeface="宋体"/>
                <a:cs typeface="宋体"/>
              </a:rPr>
              <a:t>216/154</a:t>
            </a:r>
            <a:endParaRPr sz="1600">
              <a:latin typeface="宋体"/>
              <a:cs typeface="宋体"/>
            </a:endParaRPr>
          </a:p>
        </p:txBody>
      </p:sp>
      <p:grpSp>
        <p:nvGrpSpPr>
          <p:cNvPr id="3" name="object 3" descr=""/>
          <p:cNvGrpSpPr/>
          <p:nvPr/>
        </p:nvGrpSpPr>
        <p:grpSpPr>
          <a:xfrm>
            <a:off x="192087" y="331850"/>
            <a:ext cx="1078230" cy="274955"/>
            <a:chOff x="192087" y="331850"/>
            <a:chExt cx="1078230" cy="274955"/>
          </a:xfrm>
        </p:grpSpPr>
        <p:sp>
          <p:nvSpPr>
            <p:cNvPr id="4" name="object 4" descr=""/>
            <p:cNvSpPr/>
            <p:nvPr/>
          </p:nvSpPr>
          <p:spPr>
            <a:xfrm>
              <a:off x="192087" y="331850"/>
              <a:ext cx="374650" cy="274955"/>
            </a:xfrm>
            <a:custGeom>
              <a:avLst/>
              <a:gdLst/>
              <a:ahLst/>
              <a:cxnLst/>
              <a:rect l="l" t="t" r="r" b="b"/>
              <a:pathLst>
                <a:path w="374650" h="274955">
                  <a:moveTo>
                    <a:pt x="89915" y="0"/>
                  </a:moveTo>
                  <a:lnTo>
                    <a:pt x="3746" y="41528"/>
                  </a:lnTo>
                  <a:lnTo>
                    <a:pt x="198564" y="135509"/>
                  </a:lnTo>
                  <a:lnTo>
                    <a:pt x="0" y="231266"/>
                  </a:lnTo>
                  <a:lnTo>
                    <a:pt x="89915" y="274574"/>
                  </a:lnTo>
                  <a:lnTo>
                    <a:pt x="374637" y="137287"/>
                  </a:lnTo>
                  <a:lnTo>
                    <a:pt x="89915" y="0"/>
                  </a:lnTo>
                  <a:close/>
                </a:path>
              </a:pathLst>
            </a:custGeom>
            <a:solidFill>
              <a:srgbClr val="005DA1"/>
            </a:solidFill>
          </p:spPr>
          <p:txBody>
            <a:bodyPr wrap="square" lIns="0" tIns="0" rIns="0" bIns="0" rtlCol="0"/>
            <a:lstStyle/>
            <a:p/>
          </p:txBody>
        </p:sp>
        <p:sp>
          <p:nvSpPr>
            <p:cNvPr id="5" name="object 5" descr=""/>
            <p:cNvSpPr/>
            <p:nvPr/>
          </p:nvSpPr>
          <p:spPr>
            <a:xfrm>
              <a:off x="542086" y="331850"/>
              <a:ext cx="373380" cy="274955"/>
            </a:xfrm>
            <a:custGeom>
              <a:avLst/>
              <a:gdLst/>
              <a:ahLst/>
              <a:cxnLst/>
              <a:rect l="l" t="t" r="r" b="b"/>
              <a:pathLst>
                <a:path w="373380" h="274955">
                  <a:moveTo>
                    <a:pt x="89738" y="0"/>
                  </a:moveTo>
                  <a:lnTo>
                    <a:pt x="3733" y="41528"/>
                  </a:lnTo>
                  <a:lnTo>
                    <a:pt x="198183" y="135509"/>
                  </a:lnTo>
                  <a:lnTo>
                    <a:pt x="0" y="231266"/>
                  </a:lnTo>
                  <a:lnTo>
                    <a:pt x="89738" y="274574"/>
                  </a:lnTo>
                  <a:lnTo>
                    <a:pt x="372986" y="137287"/>
                  </a:lnTo>
                  <a:lnTo>
                    <a:pt x="89738" y="0"/>
                  </a:lnTo>
                  <a:close/>
                </a:path>
              </a:pathLst>
            </a:custGeom>
            <a:solidFill>
              <a:srgbClr val="3992DB"/>
            </a:solidFill>
          </p:spPr>
          <p:txBody>
            <a:bodyPr wrap="square" lIns="0" tIns="0" rIns="0" bIns="0" rtlCol="0"/>
            <a:lstStyle/>
            <a:p/>
          </p:txBody>
        </p:sp>
        <p:sp>
          <p:nvSpPr>
            <p:cNvPr id="6" name="object 6" descr=""/>
            <p:cNvSpPr/>
            <p:nvPr/>
          </p:nvSpPr>
          <p:spPr>
            <a:xfrm>
              <a:off x="897001" y="331850"/>
              <a:ext cx="373380" cy="274955"/>
            </a:xfrm>
            <a:custGeom>
              <a:avLst/>
              <a:gdLst/>
              <a:ahLst/>
              <a:cxnLst/>
              <a:rect l="l" t="t" r="r" b="b"/>
              <a:pathLst>
                <a:path w="373380" h="274955">
                  <a:moveTo>
                    <a:pt x="88811" y="0"/>
                  </a:moveTo>
                  <a:lnTo>
                    <a:pt x="3746" y="41528"/>
                  </a:lnTo>
                  <a:lnTo>
                    <a:pt x="198183" y="135509"/>
                  </a:lnTo>
                  <a:lnTo>
                    <a:pt x="0" y="231266"/>
                  </a:lnTo>
                  <a:lnTo>
                    <a:pt x="88811" y="274574"/>
                  </a:lnTo>
                  <a:lnTo>
                    <a:pt x="372999" y="137287"/>
                  </a:lnTo>
                  <a:lnTo>
                    <a:pt x="88811" y="0"/>
                  </a:lnTo>
                  <a:close/>
                </a:path>
              </a:pathLst>
            </a:custGeom>
            <a:solidFill>
              <a:srgbClr val="F79500"/>
            </a:solidFill>
          </p:spPr>
          <p:txBody>
            <a:bodyPr wrap="square" lIns="0" tIns="0" rIns="0" bIns="0" rtlCol="0"/>
            <a:lstStyle/>
            <a:p/>
          </p:txBody>
        </p:sp>
      </p:grpSp>
      <p:sp>
        <p:nvSpPr>
          <p:cNvPr id="7" name="object 7" descr=""/>
          <p:cNvSpPr/>
          <p:nvPr/>
        </p:nvSpPr>
        <p:spPr>
          <a:xfrm>
            <a:off x="0" y="6524624"/>
            <a:ext cx="12184380" cy="333375"/>
          </a:xfrm>
          <a:custGeom>
            <a:avLst/>
            <a:gdLst/>
            <a:ahLst/>
            <a:cxnLst/>
            <a:rect l="l" t="t" r="r" b="b"/>
            <a:pathLst>
              <a:path w="12184380" h="333375">
                <a:moveTo>
                  <a:pt x="0" y="333375"/>
                </a:moveTo>
                <a:lnTo>
                  <a:pt x="12184061" y="333375"/>
                </a:lnTo>
                <a:lnTo>
                  <a:pt x="12184061" y="0"/>
                </a:lnTo>
                <a:lnTo>
                  <a:pt x="0" y="0"/>
                </a:lnTo>
                <a:lnTo>
                  <a:pt x="0" y="333375"/>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2586355" algn="l"/>
                <a:tab pos="11028045" algn="l"/>
              </a:tabLst>
            </a:pPr>
            <a:r>
              <a:rPr dirty="0"/>
              <a:t>	3.5</a:t>
            </a:r>
            <a:r>
              <a:rPr dirty="0" spc="-15"/>
              <a:t> </a:t>
            </a:r>
            <a:r>
              <a:rPr dirty="0"/>
              <a:t>流水线</a:t>
            </a:r>
            <a:r>
              <a:rPr dirty="0" spc="-25"/>
              <a:t>的</a:t>
            </a:r>
            <a:r>
              <a:rPr dirty="0"/>
              <a:t>实</a:t>
            </a:r>
            <a:r>
              <a:rPr dirty="0" spc="-50"/>
              <a:t>现</a:t>
            </a:r>
            <a:r>
              <a:rPr dirty="0"/>
              <a:t>	</a:t>
            </a:r>
          </a:p>
        </p:txBody>
      </p:sp>
      <p:graphicFrame>
        <p:nvGraphicFramePr>
          <p:cNvPr id="9" name="object 9" descr=""/>
          <p:cNvGraphicFramePr>
            <a:graphicFrameLocks noGrp="1"/>
          </p:cNvGraphicFramePr>
          <p:nvPr/>
        </p:nvGraphicFramePr>
        <p:xfrm>
          <a:off x="1943100" y="1509712"/>
          <a:ext cx="8496300" cy="4793615"/>
        </p:xfrm>
        <a:graphic>
          <a:graphicData uri="http://schemas.openxmlformats.org/drawingml/2006/table">
            <a:tbl>
              <a:tblPr firstRow="1" bandRow="1">
                <a:tableStyleId>{2D5ABB26-0587-4C30-8999-92F81FD0307C}</a:tableStyleId>
              </a:tblPr>
              <a:tblGrid>
                <a:gridCol w="1092835"/>
                <a:gridCol w="7326630"/>
              </a:tblGrid>
              <a:tr h="533400">
                <a:tc>
                  <a:txBody>
                    <a:bodyPr/>
                    <a:lstStyle/>
                    <a:p>
                      <a:pPr marL="78740">
                        <a:lnSpc>
                          <a:spcPct val="100000"/>
                        </a:lnSpc>
                        <a:spcBef>
                          <a:spcPts val="1019"/>
                        </a:spcBef>
                      </a:pPr>
                      <a:r>
                        <a:rPr dirty="0" sz="1800" spc="-15" b="1">
                          <a:solidFill>
                            <a:srgbClr val="E14B04"/>
                          </a:solidFill>
                          <a:latin typeface="宋体"/>
                          <a:cs typeface="宋体"/>
                        </a:rPr>
                        <a:t>流 水 段</a:t>
                      </a:r>
                      <a:endParaRPr sz="1800">
                        <a:latin typeface="宋体"/>
                        <a:cs typeface="宋体"/>
                      </a:endParaRPr>
                    </a:p>
                  </a:txBody>
                  <a:tcPr marL="0" marR="0" marB="0" marT="129539">
                    <a:lnR w="38100">
                      <a:solidFill>
                        <a:srgbClr val="000000"/>
                      </a:solidFill>
                      <a:prstDash val="solid"/>
                    </a:lnR>
                    <a:lnT w="9525">
                      <a:solidFill>
                        <a:srgbClr val="000000"/>
                      </a:solidFill>
                      <a:prstDash val="solid"/>
                    </a:lnT>
                    <a:lnB w="9525">
                      <a:solidFill>
                        <a:srgbClr val="000000"/>
                      </a:solidFill>
                      <a:prstDash val="solid"/>
                    </a:lnB>
                  </a:tcPr>
                </a:tc>
                <a:tc>
                  <a:txBody>
                    <a:bodyPr/>
                    <a:lstStyle/>
                    <a:p>
                      <a:pPr marL="2435860">
                        <a:lnSpc>
                          <a:spcPct val="100000"/>
                        </a:lnSpc>
                        <a:spcBef>
                          <a:spcPts val="1135"/>
                        </a:spcBef>
                      </a:pPr>
                      <a:r>
                        <a:rPr dirty="0" sz="1800" spc="-10" b="1">
                          <a:solidFill>
                            <a:srgbClr val="E14B04"/>
                          </a:solidFill>
                          <a:latin typeface="宋体"/>
                          <a:cs typeface="宋体"/>
                        </a:rPr>
                        <a:t>分 支 指 令 操 作</a:t>
                      </a:r>
                      <a:endParaRPr sz="1800">
                        <a:latin typeface="宋体"/>
                        <a:cs typeface="宋体"/>
                      </a:endParaRPr>
                    </a:p>
                  </a:txBody>
                  <a:tcPr marL="0" marR="0" marB="0" marT="144145">
                    <a:lnL w="38100">
                      <a:solidFill>
                        <a:srgbClr val="000000"/>
                      </a:solidFill>
                      <a:prstDash val="solid"/>
                    </a:lnL>
                    <a:lnT w="9525">
                      <a:solidFill>
                        <a:srgbClr val="000000"/>
                      </a:solidFill>
                      <a:prstDash val="solid"/>
                    </a:lnT>
                    <a:lnB w="9525">
                      <a:solidFill>
                        <a:srgbClr val="000000"/>
                      </a:solidFill>
                      <a:prstDash val="solid"/>
                    </a:lnB>
                  </a:tcPr>
                </a:tc>
              </a:tr>
              <a:tr h="1595120">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490"/>
                        </a:spcBef>
                      </a:pPr>
                      <a:endParaRPr sz="1800">
                        <a:latin typeface="Times New Roman"/>
                        <a:cs typeface="Times New Roman"/>
                      </a:endParaRPr>
                    </a:p>
                    <a:p>
                      <a:pPr algn="ctr" marL="83820">
                        <a:lnSpc>
                          <a:spcPct val="100000"/>
                        </a:lnSpc>
                      </a:pPr>
                      <a:r>
                        <a:rPr dirty="0" sz="1800" spc="-25" b="1">
                          <a:solidFill>
                            <a:srgbClr val="4668F5"/>
                          </a:solidFill>
                          <a:latin typeface="宋体"/>
                          <a:cs typeface="宋体"/>
                        </a:rPr>
                        <a:t>IF</a:t>
                      </a:r>
                      <a:endParaRPr sz="1800">
                        <a:latin typeface="宋体"/>
                        <a:cs typeface="宋体"/>
                      </a:endParaRPr>
                    </a:p>
                  </a:txBody>
                  <a:tcPr marL="0" marR="0" marB="0" marT="0">
                    <a:lnR w="38100">
                      <a:solidFill>
                        <a:srgbClr val="000000"/>
                      </a:solidFill>
                      <a:prstDash val="solid"/>
                    </a:lnR>
                    <a:lnT w="9525">
                      <a:solidFill>
                        <a:srgbClr val="000000"/>
                      </a:solidFill>
                      <a:prstDash val="solid"/>
                    </a:lnT>
                    <a:lnB w="9525">
                      <a:solidFill>
                        <a:srgbClr val="000000"/>
                      </a:solidFill>
                      <a:prstDash val="solid"/>
                    </a:lnB>
                  </a:tcPr>
                </a:tc>
                <a:tc>
                  <a:txBody>
                    <a:bodyPr/>
                    <a:lstStyle/>
                    <a:p>
                      <a:pPr marL="179705" marR="4711065">
                        <a:lnSpc>
                          <a:spcPts val="2090"/>
                        </a:lnSpc>
                        <a:spcBef>
                          <a:spcPts val="550"/>
                        </a:spcBef>
                      </a:pPr>
                      <a:r>
                        <a:rPr dirty="0" sz="1800" b="1">
                          <a:solidFill>
                            <a:srgbClr val="40458B"/>
                          </a:solidFill>
                          <a:latin typeface="宋体"/>
                          <a:cs typeface="宋体"/>
                        </a:rPr>
                        <a:t>IF/ID.IR</a:t>
                      </a:r>
                      <a:r>
                        <a:rPr dirty="0" sz="1800" spc="-35" b="1">
                          <a:solidFill>
                            <a:srgbClr val="40458B"/>
                          </a:solidFill>
                          <a:latin typeface="宋体"/>
                          <a:cs typeface="宋体"/>
                        </a:rPr>
                        <a:t> </a:t>
                      </a:r>
                      <a:r>
                        <a:rPr dirty="0" sz="1800" b="1">
                          <a:solidFill>
                            <a:srgbClr val="40458B"/>
                          </a:solidFill>
                          <a:latin typeface="宋体"/>
                          <a:cs typeface="宋体"/>
                        </a:rPr>
                        <a:t>←</a:t>
                      </a:r>
                      <a:r>
                        <a:rPr dirty="0" sz="1800" spc="-30" b="1">
                          <a:solidFill>
                            <a:srgbClr val="40458B"/>
                          </a:solidFill>
                          <a:latin typeface="宋体"/>
                          <a:cs typeface="宋体"/>
                        </a:rPr>
                        <a:t> </a:t>
                      </a:r>
                      <a:r>
                        <a:rPr dirty="0" sz="1800" spc="-10" b="1">
                          <a:solidFill>
                            <a:srgbClr val="40458B"/>
                          </a:solidFill>
                          <a:latin typeface="宋体"/>
                          <a:cs typeface="宋体"/>
                        </a:rPr>
                        <a:t>Mem[PC]； </a:t>
                      </a:r>
                      <a:r>
                        <a:rPr dirty="0" sz="1800" b="1">
                          <a:solidFill>
                            <a:srgbClr val="D50092"/>
                          </a:solidFill>
                          <a:latin typeface="宋体"/>
                          <a:cs typeface="宋体"/>
                        </a:rPr>
                        <a:t>IF/ID.NPC,</a:t>
                      </a:r>
                      <a:r>
                        <a:rPr dirty="0" sz="1800" spc="-45" b="1">
                          <a:solidFill>
                            <a:srgbClr val="D50092"/>
                          </a:solidFill>
                          <a:latin typeface="宋体"/>
                          <a:cs typeface="宋体"/>
                        </a:rPr>
                        <a:t> </a:t>
                      </a:r>
                      <a:r>
                        <a:rPr dirty="0" sz="1800" b="1">
                          <a:solidFill>
                            <a:srgbClr val="D50092"/>
                          </a:solidFill>
                          <a:latin typeface="宋体"/>
                          <a:cs typeface="宋体"/>
                        </a:rPr>
                        <a:t>PC</a:t>
                      </a:r>
                      <a:r>
                        <a:rPr dirty="0" sz="1800" spc="-35" b="1">
                          <a:solidFill>
                            <a:srgbClr val="D50092"/>
                          </a:solidFill>
                          <a:latin typeface="宋体"/>
                          <a:cs typeface="宋体"/>
                        </a:rPr>
                        <a:t> </a:t>
                      </a:r>
                      <a:r>
                        <a:rPr dirty="0" sz="1800" spc="-50" b="1">
                          <a:solidFill>
                            <a:srgbClr val="D50092"/>
                          </a:solidFill>
                          <a:latin typeface="宋体"/>
                          <a:cs typeface="宋体"/>
                        </a:rPr>
                        <a:t>←</a:t>
                      </a:r>
                      <a:endParaRPr sz="1800">
                        <a:latin typeface="宋体"/>
                        <a:cs typeface="宋体"/>
                      </a:endParaRPr>
                    </a:p>
                    <a:p>
                      <a:pPr marL="875030">
                        <a:lnSpc>
                          <a:spcPct val="100000"/>
                        </a:lnSpc>
                        <a:spcBef>
                          <a:spcPts val="160"/>
                        </a:spcBef>
                      </a:pPr>
                      <a:r>
                        <a:rPr dirty="0" sz="1800" b="1">
                          <a:solidFill>
                            <a:srgbClr val="D50092"/>
                          </a:solidFill>
                          <a:latin typeface="宋体"/>
                          <a:cs typeface="宋体"/>
                        </a:rPr>
                        <a:t>(if((</a:t>
                      </a:r>
                      <a:r>
                        <a:rPr dirty="0" sz="1800" spc="-70" b="1">
                          <a:solidFill>
                            <a:srgbClr val="D50092"/>
                          </a:solidFill>
                          <a:latin typeface="宋体"/>
                          <a:cs typeface="宋体"/>
                        </a:rPr>
                        <a:t> </a:t>
                      </a:r>
                      <a:r>
                        <a:rPr dirty="0" sz="1800" b="1">
                          <a:solidFill>
                            <a:srgbClr val="D50092"/>
                          </a:solidFill>
                          <a:latin typeface="宋体"/>
                          <a:cs typeface="宋体"/>
                        </a:rPr>
                        <a:t>IF/ID[op]=</a:t>
                      </a:r>
                      <a:r>
                        <a:rPr dirty="0" sz="1800" spc="-60" b="1">
                          <a:solidFill>
                            <a:srgbClr val="D50092"/>
                          </a:solidFill>
                          <a:latin typeface="宋体"/>
                          <a:cs typeface="宋体"/>
                        </a:rPr>
                        <a:t> </a:t>
                      </a:r>
                      <a:r>
                        <a:rPr dirty="0" sz="1800" b="1">
                          <a:solidFill>
                            <a:srgbClr val="D50092"/>
                          </a:solidFill>
                          <a:latin typeface="宋体"/>
                          <a:cs typeface="宋体"/>
                        </a:rPr>
                        <a:t>=branch)&amp;((Regs[IF/ID.IR[rs]]</a:t>
                      </a:r>
                      <a:r>
                        <a:rPr dirty="0" sz="1800" spc="-60" b="1">
                          <a:solidFill>
                            <a:srgbClr val="D50092"/>
                          </a:solidFill>
                          <a:latin typeface="宋体"/>
                          <a:cs typeface="宋体"/>
                        </a:rPr>
                        <a:t> </a:t>
                      </a:r>
                      <a:r>
                        <a:rPr dirty="0" sz="1800" b="1">
                          <a:solidFill>
                            <a:srgbClr val="D50092"/>
                          </a:solidFill>
                          <a:latin typeface="宋体"/>
                          <a:cs typeface="宋体"/>
                        </a:rPr>
                        <a:t>=</a:t>
                      </a:r>
                      <a:r>
                        <a:rPr dirty="0" sz="1800" spc="-65" b="1">
                          <a:solidFill>
                            <a:srgbClr val="D50092"/>
                          </a:solidFill>
                          <a:latin typeface="宋体"/>
                          <a:cs typeface="宋体"/>
                        </a:rPr>
                        <a:t> </a:t>
                      </a:r>
                      <a:r>
                        <a:rPr dirty="0" sz="1800" b="1">
                          <a:solidFill>
                            <a:srgbClr val="D50092"/>
                          </a:solidFill>
                          <a:latin typeface="宋体"/>
                          <a:cs typeface="宋体"/>
                        </a:rPr>
                        <a:t>=</a:t>
                      </a:r>
                      <a:r>
                        <a:rPr dirty="0" sz="1800" spc="-70" b="1">
                          <a:solidFill>
                            <a:srgbClr val="D50092"/>
                          </a:solidFill>
                          <a:latin typeface="宋体"/>
                          <a:cs typeface="宋体"/>
                        </a:rPr>
                        <a:t> </a:t>
                      </a:r>
                      <a:r>
                        <a:rPr dirty="0" sz="1800" spc="-25" b="1">
                          <a:solidFill>
                            <a:srgbClr val="D50092"/>
                          </a:solidFill>
                          <a:latin typeface="宋体"/>
                          <a:cs typeface="宋体"/>
                        </a:rPr>
                        <a:t>0))</a:t>
                      </a:r>
                      <a:endParaRPr sz="1800">
                        <a:latin typeface="宋体"/>
                        <a:cs typeface="宋体"/>
                      </a:endParaRPr>
                    </a:p>
                    <a:p>
                      <a:pPr marL="875030">
                        <a:lnSpc>
                          <a:spcPct val="100000"/>
                        </a:lnSpc>
                        <a:spcBef>
                          <a:spcPts val="215"/>
                        </a:spcBef>
                      </a:pPr>
                      <a:r>
                        <a:rPr dirty="0" sz="1800" b="1">
                          <a:solidFill>
                            <a:srgbClr val="D50092"/>
                          </a:solidFill>
                          <a:latin typeface="宋体"/>
                          <a:cs typeface="宋体"/>
                        </a:rPr>
                        <a:t>{IF/ID.NPC</a:t>
                      </a:r>
                      <a:r>
                        <a:rPr dirty="0" sz="1800" spc="-20" b="1">
                          <a:solidFill>
                            <a:srgbClr val="D50092"/>
                          </a:solidFill>
                          <a:latin typeface="宋体"/>
                          <a:cs typeface="宋体"/>
                        </a:rPr>
                        <a:t> </a:t>
                      </a:r>
                      <a:r>
                        <a:rPr dirty="0" sz="1800" b="1">
                          <a:solidFill>
                            <a:srgbClr val="D50092"/>
                          </a:solidFill>
                          <a:latin typeface="宋体"/>
                          <a:cs typeface="宋体"/>
                        </a:rPr>
                        <a:t>+</a:t>
                      </a:r>
                      <a:r>
                        <a:rPr dirty="0" sz="1800" spc="-25" b="1">
                          <a:solidFill>
                            <a:srgbClr val="D50092"/>
                          </a:solidFill>
                          <a:latin typeface="宋体"/>
                          <a:cs typeface="宋体"/>
                        </a:rPr>
                        <a:t> </a:t>
                      </a:r>
                      <a:r>
                        <a:rPr dirty="0" sz="1800" b="1">
                          <a:solidFill>
                            <a:srgbClr val="D50092"/>
                          </a:solidFill>
                          <a:latin typeface="宋体"/>
                          <a:cs typeface="宋体"/>
                        </a:rPr>
                        <a:t>(IF/ID.IR</a:t>
                      </a:r>
                      <a:r>
                        <a:rPr dirty="0" baseline="-20833" sz="1800" b="1">
                          <a:solidFill>
                            <a:srgbClr val="D50092"/>
                          </a:solidFill>
                          <a:latin typeface="宋体"/>
                          <a:cs typeface="宋体"/>
                        </a:rPr>
                        <a:t>16</a:t>
                      </a:r>
                      <a:r>
                        <a:rPr dirty="0" sz="1800" b="1">
                          <a:solidFill>
                            <a:srgbClr val="D50092"/>
                          </a:solidFill>
                          <a:latin typeface="宋体"/>
                          <a:cs typeface="宋体"/>
                        </a:rPr>
                        <a:t>)</a:t>
                      </a:r>
                      <a:r>
                        <a:rPr dirty="0" baseline="25462" sz="1800" b="1">
                          <a:solidFill>
                            <a:srgbClr val="D50092"/>
                          </a:solidFill>
                          <a:latin typeface="宋体"/>
                          <a:cs typeface="宋体"/>
                        </a:rPr>
                        <a:t>16</a:t>
                      </a:r>
                      <a:r>
                        <a:rPr dirty="0" baseline="25462" sz="1800" spc="352" b="1">
                          <a:solidFill>
                            <a:srgbClr val="D50092"/>
                          </a:solidFill>
                          <a:latin typeface="宋体"/>
                          <a:cs typeface="宋体"/>
                        </a:rPr>
                        <a:t> </a:t>
                      </a:r>
                      <a:r>
                        <a:rPr dirty="0" sz="1800" b="1">
                          <a:solidFill>
                            <a:srgbClr val="D50092"/>
                          </a:solidFill>
                          <a:latin typeface="宋体"/>
                          <a:cs typeface="宋体"/>
                        </a:rPr>
                        <a:t>##</a:t>
                      </a:r>
                      <a:r>
                        <a:rPr dirty="0" sz="1800" spc="-25" b="1">
                          <a:solidFill>
                            <a:srgbClr val="D50092"/>
                          </a:solidFill>
                          <a:latin typeface="宋体"/>
                          <a:cs typeface="宋体"/>
                        </a:rPr>
                        <a:t> </a:t>
                      </a:r>
                      <a:r>
                        <a:rPr dirty="0" sz="1800" b="1">
                          <a:solidFill>
                            <a:srgbClr val="D50092"/>
                          </a:solidFill>
                          <a:latin typeface="宋体"/>
                          <a:cs typeface="宋体"/>
                        </a:rPr>
                        <a:t>（IF/ID.IR</a:t>
                      </a:r>
                      <a:r>
                        <a:rPr dirty="0" baseline="-20833" sz="1800" b="1">
                          <a:solidFill>
                            <a:srgbClr val="D50092"/>
                          </a:solidFill>
                          <a:latin typeface="宋体"/>
                          <a:cs typeface="宋体"/>
                        </a:rPr>
                        <a:t>16..31</a:t>
                      </a:r>
                      <a:r>
                        <a:rPr dirty="0" baseline="-20833" sz="1800" spc="352" b="1">
                          <a:solidFill>
                            <a:srgbClr val="D50092"/>
                          </a:solidFill>
                          <a:latin typeface="宋体"/>
                          <a:cs typeface="宋体"/>
                        </a:rPr>
                        <a:t> </a:t>
                      </a:r>
                      <a:r>
                        <a:rPr dirty="0" sz="1800" b="1">
                          <a:solidFill>
                            <a:srgbClr val="D50092"/>
                          </a:solidFill>
                          <a:latin typeface="宋体"/>
                          <a:cs typeface="宋体"/>
                        </a:rPr>
                        <a:t>&lt;&lt;</a:t>
                      </a:r>
                      <a:r>
                        <a:rPr dirty="0" sz="1800" spc="-25" b="1">
                          <a:solidFill>
                            <a:srgbClr val="D50092"/>
                          </a:solidFill>
                          <a:latin typeface="宋体"/>
                          <a:cs typeface="宋体"/>
                        </a:rPr>
                        <a:t> 2）}</a:t>
                      </a:r>
                      <a:endParaRPr sz="1800">
                        <a:latin typeface="宋体"/>
                        <a:cs typeface="宋体"/>
                      </a:endParaRPr>
                    </a:p>
                    <a:p>
                      <a:pPr marL="1687195">
                        <a:lnSpc>
                          <a:spcPct val="100000"/>
                        </a:lnSpc>
                        <a:spcBef>
                          <a:spcPts val="215"/>
                        </a:spcBef>
                      </a:pPr>
                      <a:r>
                        <a:rPr dirty="0" sz="1800" b="1">
                          <a:solidFill>
                            <a:srgbClr val="D50092"/>
                          </a:solidFill>
                          <a:latin typeface="宋体"/>
                          <a:cs typeface="宋体"/>
                        </a:rPr>
                        <a:t>else</a:t>
                      </a:r>
                      <a:r>
                        <a:rPr dirty="0" sz="1800" spc="-30" b="1">
                          <a:solidFill>
                            <a:srgbClr val="D50092"/>
                          </a:solidFill>
                          <a:latin typeface="宋体"/>
                          <a:cs typeface="宋体"/>
                        </a:rPr>
                        <a:t> </a:t>
                      </a:r>
                      <a:r>
                        <a:rPr dirty="0" sz="1800" spc="-10" b="1">
                          <a:solidFill>
                            <a:srgbClr val="D50092"/>
                          </a:solidFill>
                          <a:latin typeface="宋体"/>
                          <a:cs typeface="宋体"/>
                        </a:rPr>
                        <a:t>{PC+4})；</a:t>
                      </a:r>
                      <a:endParaRPr sz="1800">
                        <a:latin typeface="宋体"/>
                        <a:cs typeface="宋体"/>
                      </a:endParaRPr>
                    </a:p>
                  </a:txBody>
                  <a:tcPr marL="0" marR="0" marB="0" marT="69850">
                    <a:lnL w="38100">
                      <a:solidFill>
                        <a:srgbClr val="000000"/>
                      </a:solidFill>
                      <a:prstDash val="solid"/>
                    </a:lnL>
                    <a:lnT w="9525">
                      <a:solidFill>
                        <a:srgbClr val="000000"/>
                      </a:solidFill>
                      <a:prstDash val="solid"/>
                    </a:lnT>
                    <a:lnB w="9525">
                      <a:solidFill>
                        <a:srgbClr val="000000"/>
                      </a:solidFill>
                      <a:prstDash val="solid"/>
                    </a:lnB>
                  </a:tcPr>
                </a:tc>
              </a:tr>
              <a:tr h="1368425">
                <a:tc>
                  <a:txBody>
                    <a:bodyPr/>
                    <a:lstStyle/>
                    <a:p>
                      <a:pPr>
                        <a:lnSpc>
                          <a:spcPct val="100000"/>
                        </a:lnSpc>
                        <a:spcBef>
                          <a:spcPts val="5"/>
                        </a:spcBef>
                      </a:pPr>
                      <a:endParaRPr sz="1800">
                        <a:latin typeface="Times New Roman"/>
                        <a:cs typeface="Times New Roman"/>
                      </a:endParaRPr>
                    </a:p>
                    <a:p>
                      <a:pPr algn="ctr" marL="58419">
                        <a:lnSpc>
                          <a:spcPct val="100000"/>
                        </a:lnSpc>
                      </a:pPr>
                      <a:r>
                        <a:rPr dirty="0" sz="1800" spc="-25" b="1">
                          <a:solidFill>
                            <a:srgbClr val="4668F5"/>
                          </a:solidFill>
                          <a:latin typeface="宋体"/>
                          <a:cs typeface="宋体"/>
                        </a:rPr>
                        <a:t>ID</a:t>
                      </a:r>
                      <a:endParaRPr sz="1800">
                        <a:latin typeface="宋体"/>
                        <a:cs typeface="宋体"/>
                      </a:endParaRPr>
                    </a:p>
                  </a:txBody>
                  <a:tcPr marL="0" marR="0" marB="0" marT="635">
                    <a:lnR w="38100">
                      <a:solidFill>
                        <a:srgbClr val="000000"/>
                      </a:solidFill>
                      <a:prstDash val="solid"/>
                    </a:lnR>
                    <a:lnT w="9525">
                      <a:solidFill>
                        <a:srgbClr val="000000"/>
                      </a:solidFill>
                      <a:prstDash val="solid"/>
                    </a:lnT>
                    <a:lnB w="9525">
                      <a:solidFill>
                        <a:srgbClr val="000000"/>
                      </a:solidFill>
                      <a:prstDash val="solid"/>
                    </a:lnB>
                  </a:tcPr>
                </a:tc>
                <a:tc>
                  <a:txBody>
                    <a:bodyPr/>
                    <a:lstStyle/>
                    <a:p>
                      <a:pPr marL="189230" marR="69215">
                        <a:lnSpc>
                          <a:spcPct val="100000"/>
                        </a:lnSpc>
                        <a:spcBef>
                          <a:spcPts val="1725"/>
                        </a:spcBef>
                      </a:pPr>
                      <a:r>
                        <a:rPr dirty="0" sz="1800" b="1">
                          <a:solidFill>
                            <a:srgbClr val="40458B"/>
                          </a:solidFill>
                          <a:latin typeface="宋体"/>
                          <a:cs typeface="宋体"/>
                        </a:rPr>
                        <a:t>ID/EX.A</a:t>
                      </a:r>
                      <a:r>
                        <a:rPr dirty="0" sz="1800" spc="-100" b="1">
                          <a:solidFill>
                            <a:srgbClr val="40458B"/>
                          </a:solidFill>
                          <a:latin typeface="宋体"/>
                          <a:cs typeface="宋体"/>
                        </a:rPr>
                        <a:t> </a:t>
                      </a:r>
                      <a:r>
                        <a:rPr dirty="0" sz="1800" b="1">
                          <a:solidFill>
                            <a:srgbClr val="40458B"/>
                          </a:solidFill>
                          <a:latin typeface="宋体"/>
                          <a:cs typeface="宋体"/>
                        </a:rPr>
                        <a:t>←Regs[IF/ID.IR[rs]]；</a:t>
                      </a:r>
                      <a:r>
                        <a:rPr dirty="0" sz="1800" spc="-90" b="1">
                          <a:solidFill>
                            <a:srgbClr val="40458B"/>
                          </a:solidFill>
                          <a:latin typeface="宋体"/>
                          <a:cs typeface="宋体"/>
                        </a:rPr>
                        <a:t> </a:t>
                      </a:r>
                      <a:r>
                        <a:rPr dirty="0" sz="1800" b="1">
                          <a:solidFill>
                            <a:srgbClr val="40458B"/>
                          </a:solidFill>
                          <a:latin typeface="宋体"/>
                          <a:cs typeface="宋体"/>
                        </a:rPr>
                        <a:t>ID/EX.B←</a:t>
                      </a:r>
                      <a:r>
                        <a:rPr dirty="0" sz="1800" spc="-90" b="1">
                          <a:solidFill>
                            <a:srgbClr val="40458B"/>
                          </a:solidFill>
                          <a:latin typeface="宋体"/>
                          <a:cs typeface="宋体"/>
                        </a:rPr>
                        <a:t> </a:t>
                      </a:r>
                      <a:r>
                        <a:rPr dirty="0" sz="1800" spc="-10" b="1">
                          <a:solidFill>
                            <a:srgbClr val="40458B"/>
                          </a:solidFill>
                          <a:latin typeface="宋体"/>
                          <a:cs typeface="宋体"/>
                        </a:rPr>
                        <a:t>Regs[IF/ID.IR[rt]]； </a:t>
                      </a:r>
                      <a:r>
                        <a:rPr dirty="0" sz="1800" b="1">
                          <a:solidFill>
                            <a:srgbClr val="40458B"/>
                          </a:solidFill>
                          <a:latin typeface="宋体"/>
                          <a:cs typeface="宋体"/>
                        </a:rPr>
                        <a:t>ID/EX.IR</a:t>
                      </a:r>
                      <a:r>
                        <a:rPr dirty="0" sz="1800" spc="-35" b="1">
                          <a:solidFill>
                            <a:srgbClr val="40458B"/>
                          </a:solidFill>
                          <a:latin typeface="宋体"/>
                          <a:cs typeface="宋体"/>
                        </a:rPr>
                        <a:t> </a:t>
                      </a:r>
                      <a:r>
                        <a:rPr dirty="0" sz="1800" b="1">
                          <a:solidFill>
                            <a:srgbClr val="40458B"/>
                          </a:solidFill>
                          <a:latin typeface="宋体"/>
                          <a:cs typeface="宋体"/>
                        </a:rPr>
                        <a:t>←</a:t>
                      </a:r>
                      <a:r>
                        <a:rPr dirty="0" sz="1800" spc="-30" b="1">
                          <a:solidFill>
                            <a:srgbClr val="40458B"/>
                          </a:solidFill>
                          <a:latin typeface="宋体"/>
                          <a:cs typeface="宋体"/>
                        </a:rPr>
                        <a:t> </a:t>
                      </a:r>
                      <a:r>
                        <a:rPr dirty="0" sz="1800" spc="-10" b="1">
                          <a:solidFill>
                            <a:srgbClr val="40458B"/>
                          </a:solidFill>
                          <a:latin typeface="宋体"/>
                          <a:cs typeface="宋体"/>
                        </a:rPr>
                        <a:t>IF/ID.IR；</a:t>
                      </a:r>
                      <a:endParaRPr sz="1800">
                        <a:latin typeface="宋体"/>
                        <a:cs typeface="宋体"/>
                      </a:endParaRPr>
                    </a:p>
                    <a:p>
                      <a:pPr marL="189230">
                        <a:lnSpc>
                          <a:spcPct val="100000"/>
                        </a:lnSpc>
                      </a:pPr>
                      <a:r>
                        <a:rPr dirty="0" sz="1800" b="1">
                          <a:solidFill>
                            <a:srgbClr val="40458B"/>
                          </a:solidFill>
                          <a:latin typeface="宋体"/>
                          <a:cs typeface="宋体"/>
                        </a:rPr>
                        <a:t>ID/EX.Imm</a:t>
                      </a:r>
                      <a:r>
                        <a:rPr dirty="0" sz="1800" spc="-25" b="1">
                          <a:solidFill>
                            <a:srgbClr val="40458B"/>
                          </a:solidFill>
                          <a:latin typeface="宋体"/>
                          <a:cs typeface="宋体"/>
                        </a:rPr>
                        <a:t> </a:t>
                      </a:r>
                      <a:r>
                        <a:rPr dirty="0" sz="1800" b="1">
                          <a:solidFill>
                            <a:srgbClr val="40458B"/>
                          </a:solidFill>
                          <a:latin typeface="宋体"/>
                          <a:cs typeface="宋体"/>
                        </a:rPr>
                        <a:t>←</a:t>
                      </a:r>
                      <a:r>
                        <a:rPr dirty="0" sz="1800" spc="-25" b="1">
                          <a:solidFill>
                            <a:srgbClr val="40458B"/>
                          </a:solidFill>
                          <a:latin typeface="宋体"/>
                          <a:cs typeface="宋体"/>
                        </a:rPr>
                        <a:t> </a:t>
                      </a:r>
                      <a:r>
                        <a:rPr dirty="0" sz="1800" b="1">
                          <a:solidFill>
                            <a:srgbClr val="40458B"/>
                          </a:solidFill>
                          <a:latin typeface="宋体"/>
                          <a:cs typeface="宋体"/>
                        </a:rPr>
                        <a:t>（</a:t>
                      </a:r>
                      <a:r>
                        <a:rPr dirty="0" sz="1800" spc="-10" b="1">
                          <a:solidFill>
                            <a:srgbClr val="40458B"/>
                          </a:solidFill>
                          <a:latin typeface="宋体"/>
                          <a:cs typeface="宋体"/>
                        </a:rPr>
                        <a:t> </a:t>
                      </a:r>
                      <a:r>
                        <a:rPr dirty="0" sz="1800" b="1">
                          <a:solidFill>
                            <a:srgbClr val="40458B"/>
                          </a:solidFill>
                          <a:latin typeface="宋体"/>
                          <a:cs typeface="宋体"/>
                        </a:rPr>
                        <a:t>IF/ID.IR</a:t>
                      </a:r>
                      <a:r>
                        <a:rPr dirty="0" baseline="-20833" sz="1800" b="1">
                          <a:solidFill>
                            <a:srgbClr val="40458B"/>
                          </a:solidFill>
                          <a:latin typeface="宋体"/>
                          <a:cs typeface="宋体"/>
                        </a:rPr>
                        <a:t>16</a:t>
                      </a:r>
                      <a:r>
                        <a:rPr dirty="0" baseline="-20833" sz="1800" spc="390" b="1">
                          <a:solidFill>
                            <a:srgbClr val="40458B"/>
                          </a:solidFill>
                          <a:latin typeface="宋体"/>
                          <a:cs typeface="宋体"/>
                        </a:rPr>
                        <a:t> </a:t>
                      </a:r>
                      <a:r>
                        <a:rPr dirty="0" sz="1800" b="1">
                          <a:solidFill>
                            <a:srgbClr val="40458B"/>
                          </a:solidFill>
                          <a:latin typeface="宋体"/>
                          <a:cs typeface="宋体"/>
                        </a:rPr>
                        <a:t>）</a:t>
                      </a:r>
                      <a:r>
                        <a:rPr dirty="0" baseline="25462" sz="1800" b="1">
                          <a:solidFill>
                            <a:srgbClr val="40458B"/>
                          </a:solidFill>
                          <a:latin typeface="宋体"/>
                          <a:cs typeface="宋体"/>
                        </a:rPr>
                        <a:t>16</a:t>
                      </a:r>
                      <a:r>
                        <a:rPr dirty="0" baseline="25462" sz="1800" spc="-67" b="1">
                          <a:solidFill>
                            <a:srgbClr val="40458B"/>
                          </a:solidFill>
                          <a:latin typeface="宋体"/>
                          <a:cs typeface="宋体"/>
                        </a:rPr>
                        <a:t> </a:t>
                      </a:r>
                      <a:r>
                        <a:rPr dirty="0" sz="1800" b="1">
                          <a:solidFill>
                            <a:srgbClr val="40458B"/>
                          </a:solidFill>
                          <a:latin typeface="宋体"/>
                          <a:cs typeface="宋体"/>
                        </a:rPr>
                        <a:t>##</a:t>
                      </a:r>
                      <a:r>
                        <a:rPr dirty="0" sz="1800" spc="-25" b="1">
                          <a:solidFill>
                            <a:srgbClr val="40458B"/>
                          </a:solidFill>
                          <a:latin typeface="宋体"/>
                          <a:cs typeface="宋体"/>
                        </a:rPr>
                        <a:t> </a:t>
                      </a:r>
                      <a:r>
                        <a:rPr dirty="0" sz="1800" b="1">
                          <a:solidFill>
                            <a:srgbClr val="40458B"/>
                          </a:solidFill>
                          <a:latin typeface="宋体"/>
                          <a:cs typeface="宋体"/>
                        </a:rPr>
                        <a:t>IF/ID.</a:t>
                      </a:r>
                      <a:r>
                        <a:rPr dirty="0" sz="1800" spc="-20" b="1">
                          <a:solidFill>
                            <a:srgbClr val="40458B"/>
                          </a:solidFill>
                          <a:latin typeface="宋体"/>
                          <a:cs typeface="宋体"/>
                        </a:rPr>
                        <a:t> </a:t>
                      </a:r>
                      <a:r>
                        <a:rPr dirty="0" sz="1800" spc="-10" b="1">
                          <a:solidFill>
                            <a:srgbClr val="40458B"/>
                          </a:solidFill>
                          <a:latin typeface="宋体"/>
                          <a:cs typeface="宋体"/>
                        </a:rPr>
                        <a:t>IR</a:t>
                      </a:r>
                      <a:r>
                        <a:rPr dirty="0" baseline="-20833" sz="1800" spc="-15" b="1">
                          <a:solidFill>
                            <a:srgbClr val="40458B"/>
                          </a:solidFill>
                          <a:latin typeface="宋体"/>
                          <a:cs typeface="宋体"/>
                        </a:rPr>
                        <a:t>16..31</a:t>
                      </a:r>
                      <a:r>
                        <a:rPr dirty="0" sz="1800" spc="-10" b="1">
                          <a:solidFill>
                            <a:srgbClr val="40458B"/>
                          </a:solidFill>
                          <a:latin typeface="宋体"/>
                          <a:cs typeface="宋体"/>
                        </a:rPr>
                        <a:t>；</a:t>
                      </a:r>
                      <a:endParaRPr sz="1800">
                        <a:latin typeface="宋体"/>
                        <a:cs typeface="宋体"/>
                      </a:endParaRPr>
                    </a:p>
                  </a:txBody>
                  <a:tcPr marL="0" marR="0" marB="0" marT="219075">
                    <a:lnL w="38100">
                      <a:solidFill>
                        <a:srgbClr val="000000"/>
                      </a:solidFill>
                      <a:prstDash val="solid"/>
                    </a:lnL>
                    <a:lnT w="9525">
                      <a:solidFill>
                        <a:srgbClr val="000000"/>
                      </a:solidFill>
                      <a:prstDash val="solid"/>
                    </a:lnT>
                    <a:lnB w="9525">
                      <a:solidFill>
                        <a:srgbClr val="000000"/>
                      </a:solidFill>
                      <a:prstDash val="solid"/>
                    </a:lnB>
                  </a:tcPr>
                </a:tc>
              </a:tr>
              <a:tr h="431800">
                <a:tc>
                  <a:txBody>
                    <a:bodyPr/>
                    <a:lstStyle/>
                    <a:p>
                      <a:pPr algn="ctr" marL="83820">
                        <a:lnSpc>
                          <a:spcPct val="100000"/>
                        </a:lnSpc>
                        <a:spcBef>
                          <a:spcPts val="380"/>
                        </a:spcBef>
                      </a:pPr>
                      <a:r>
                        <a:rPr dirty="0" sz="1800" spc="-25" b="1">
                          <a:solidFill>
                            <a:srgbClr val="4668F5"/>
                          </a:solidFill>
                          <a:latin typeface="宋体"/>
                          <a:cs typeface="宋体"/>
                        </a:rPr>
                        <a:t>EX</a:t>
                      </a:r>
                      <a:endParaRPr sz="1800">
                        <a:latin typeface="宋体"/>
                        <a:cs typeface="宋体"/>
                      </a:endParaRPr>
                    </a:p>
                  </a:txBody>
                  <a:tcPr marL="0" marR="0" marB="0" marT="48260">
                    <a:lnR w="381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B="0" marT="0">
                    <a:lnL w="38100">
                      <a:solidFill>
                        <a:srgbClr val="000000"/>
                      </a:solidFill>
                      <a:prstDash val="solid"/>
                    </a:lnL>
                    <a:lnT w="9525">
                      <a:solidFill>
                        <a:srgbClr val="000000"/>
                      </a:solidFill>
                      <a:prstDash val="solid"/>
                    </a:lnT>
                    <a:lnB w="9525">
                      <a:solidFill>
                        <a:srgbClr val="000000"/>
                      </a:solidFill>
                      <a:prstDash val="solid"/>
                    </a:lnB>
                  </a:tcPr>
                </a:tc>
              </a:tr>
              <a:tr h="433070">
                <a:tc>
                  <a:txBody>
                    <a:bodyPr/>
                    <a:lstStyle/>
                    <a:p>
                      <a:pPr marL="408940">
                        <a:lnSpc>
                          <a:spcPct val="100000"/>
                        </a:lnSpc>
                        <a:spcBef>
                          <a:spcPts val="380"/>
                        </a:spcBef>
                      </a:pPr>
                      <a:r>
                        <a:rPr dirty="0" sz="1800" spc="-25" b="1">
                          <a:solidFill>
                            <a:srgbClr val="4668F5"/>
                          </a:solidFill>
                          <a:latin typeface="宋体"/>
                          <a:cs typeface="宋体"/>
                        </a:rPr>
                        <a:t>MEM</a:t>
                      </a:r>
                      <a:endParaRPr sz="1800">
                        <a:latin typeface="宋体"/>
                        <a:cs typeface="宋体"/>
                      </a:endParaRPr>
                    </a:p>
                  </a:txBody>
                  <a:tcPr marL="0" marR="0" marB="0" marT="48260">
                    <a:lnR w="381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B="0" marT="0">
                    <a:lnL w="38100">
                      <a:solidFill>
                        <a:srgbClr val="000000"/>
                      </a:solidFill>
                      <a:prstDash val="solid"/>
                    </a:lnL>
                    <a:lnT w="9525">
                      <a:solidFill>
                        <a:srgbClr val="000000"/>
                      </a:solidFill>
                      <a:prstDash val="solid"/>
                    </a:lnT>
                    <a:lnB w="9525">
                      <a:solidFill>
                        <a:srgbClr val="000000"/>
                      </a:solidFill>
                      <a:prstDash val="solid"/>
                    </a:lnB>
                  </a:tcPr>
                </a:tc>
              </a:tr>
              <a:tr h="431800">
                <a:tc>
                  <a:txBody>
                    <a:bodyPr/>
                    <a:lstStyle/>
                    <a:p>
                      <a:pPr algn="ctr" marL="71120">
                        <a:lnSpc>
                          <a:spcPct val="100000"/>
                        </a:lnSpc>
                        <a:spcBef>
                          <a:spcPts val="940"/>
                        </a:spcBef>
                      </a:pPr>
                      <a:r>
                        <a:rPr dirty="0" sz="1800" spc="-25" b="1">
                          <a:solidFill>
                            <a:srgbClr val="4668F5"/>
                          </a:solidFill>
                          <a:latin typeface="宋体"/>
                          <a:cs typeface="宋体"/>
                        </a:rPr>
                        <a:t>WB</a:t>
                      </a:r>
                      <a:endParaRPr sz="1800">
                        <a:latin typeface="宋体"/>
                        <a:cs typeface="宋体"/>
                      </a:endParaRPr>
                    </a:p>
                  </a:txBody>
                  <a:tcPr marL="0" marR="0" marB="0" marT="119380">
                    <a:lnR w="381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B="0" marT="0">
                    <a:lnL w="38100">
                      <a:solidFill>
                        <a:srgbClr val="000000"/>
                      </a:solidFill>
                      <a:prstDash val="solid"/>
                    </a:lnL>
                    <a:lnT w="9525">
                      <a:solidFill>
                        <a:srgbClr val="000000"/>
                      </a:solidFill>
                      <a:prstDash val="solid"/>
                    </a:lnT>
                    <a:lnB w="9525">
                      <a:solidFill>
                        <a:srgbClr val="000000"/>
                      </a:solidFill>
                      <a:prstDash val="solid"/>
                    </a:lnB>
                  </a:tcPr>
                </a:tc>
              </a:tr>
            </a:tbl>
          </a:graphicData>
        </a:graphic>
      </p:graphicFrame>
      <p:sp>
        <p:nvSpPr>
          <p:cNvPr id="10" name="object 10" descr=""/>
          <p:cNvSpPr txBox="1"/>
          <p:nvPr/>
        </p:nvSpPr>
        <p:spPr>
          <a:xfrm>
            <a:off x="4738242" y="1050416"/>
            <a:ext cx="2842260"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改进后流水线的分支操作</a:t>
            </a:r>
            <a:endParaRPr sz="2000">
              <a:latin typeface="宋体"/>
              <a:cs typeface="宋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68F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2025-12-28T08:55:58Z</dcterms:created>
  <dcterms:modified xsi:type="dcterms:W3CDTF">2025-12-28T08:55:58Z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2025-10-16T00:00:00Z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